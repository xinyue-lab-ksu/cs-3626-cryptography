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328" r:id="rId5"/>
    <p:sldId id="329" r:id="rId6"/>
    <p:sldId id="336" r:id="rId7"/>
    <p:sldId id="337" r:id="rId8"/>
    <p:sldId id="338" r:id="rId9"/>
    <p:sldId id="259" r:id="rId10"/>
    <p:sldId id="330" r:id="rId11"/>
    <p:sldId id="260" r:id="rId12"/>
    <p:sldId id="275" r:id="rId13"/>
    <p:sldId id="280" r:id="rId14"/>
    <p:sldId id="281" r:id="rId15"/>
    <p:sldId id="269" r:id="rId16"/>
    <p:sldId id="335" r:id="rId17"/>
    <p:sldId id="332" r:id="rId18"/>
    <p:sldId id="340" r:id="rId19"/>
    <p:sldId id="34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84490"/>
  </p:normalViewPr>
  <p:slideViewPr>
    <p:cSldViewPr snapToGrid="0">
      <p:cViewPr varScale="1">
        <p:scale>
          <a:sx n="85" d="100"/>
          <a:sy n="85" d="100"/>
        </p:scale>
        <p:origin x="10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DC33A-4137-4B45-8AA4-4067B831CE2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A4D7-AADD-FA48-AD14-CBE313E0D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9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A4D7-AADD-FA48-AD14-CBE313E0D5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14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A4D7-AADD-FA48-AD14-CBE313E0D5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16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A4D7-AADD-FA48-AD14-CBE313E0D5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39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79F8-B191-48B5-88A7-B770E073CE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7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A4D7-AADD-FA48-AD14-CBE313E0D5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70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79F8-B191-48B5-88A7-B770E073CE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25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5BB17F-92FD-3D4C-A740-854BEAB48CBE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964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79F8-B191-48B5-88A7-B770E073CE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10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A4D7-AADD-FA48-AD14-CBE313E0D5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54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BE6-581F-F9C9-DBC2-40DCF65EF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B8A86-D95E-3F00-342A-7F863AC4A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5E8B5-A43A-F19F-BDFC-B352CCD3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72D9-8ADF-2CA8-22BE-F3CD5272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DC6E-A9A1-0F33-E5A9-10D5BEE8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6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7E43-525F-1A2B-6C75-85D9DD89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CC92-ED1D-B398-91F5-FDD0B649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1A90E-5C83-F4F2-BC2D-26C942A2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54610-C5F2-AFB5-FF9E-66B0C199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497D-6BCC-A1F4-7E47-B6CB5AB8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EFBE-9470-5B82-CBE3-7E4ACE62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6D12-D9A9-0F0C-D28B-7ECE7EE0F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6B9B-9F72-5D16-7CAA-E6E3A717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400E4-CA6C-F68C-6A46-143D5307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C4352-77F9-1881-B9D2-B8A24895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E978-2663-3F3B-C94A-20434FA1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43C9-A225-AC0F-F2DF-D7BE0E12F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CD3A4-BDB6-A1FB-A2AD-1F386EF5E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2C47A-4F15-C708-4078-4BE40029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2517-7ED7-A587-6C1A-51D0EABA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5555E-8A20-3F0D-9643-EBAB2CC1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BDC-0041-294D-A822-EE9095E0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AAEAC-6F4A-21AC-1233-7A2782FD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D67E-3201-92C4-4207-FDBE7AEB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4E78C-9511-8AC7-1C2E-2ECAAF052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40038-C842-AE8C-AB98-AF7EB4825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101AA-3503-58C3-F84F-2161D8DD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BF51E-0297-561A-54A5-5D61A0C6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34A64-F725-0745-AB3B-5A76C886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1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E2A0-364E-8C53-9DDE-BF56BC43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6C637-AC3F-BDF7-B830-0CA56F6B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93935-B968-D9A3-86D8-B992B26B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11A3D-2410-7A9A-7967-095C9F2E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54A98-0DD1-2D1A-3AAC-0D9F2783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EE3AA-227B-1031-0B03-5519F723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FA5D-B9FB-B500-7D1B-78637A52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4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56C0-6856-4AA9-3B77-17D33E1F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0E9B-E08B-1B6F-3342-4F0D049F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32AFE-CB84-4803-827A-02DB53A54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558E6-AC59-9342-C78C-40A58171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50A1B-C943-C82C-621C-E9E35164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9D001-1E65-AEEE-C618-B73DFA41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1211-5DD5-227F-145A-80F160B1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59332-4B35-A14A-C10D-EE91202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27572-DAC7-CC4D-79D8-913A8B5B2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DD210-E53D-EC14-6A77-F354D5BF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77694-C1CF-FDE5-8BBA-A02877C1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D701B-EF95-5161-A9EB-36B05A6D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1683-7388-7568-E754-9C7435A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C75E2-378D-ECEB-EF3C-85C493E43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61EF-8EDE-3012-5D90-9BC66BDE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13F04-AB4F-529D-EF0B-EAC6ABBD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8342A-1862-2B86-7F31-7EDEE2C1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6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4C3BF-FC0A-8D50-D83C-A7E556634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89B2C-01FF-F202-C968-3C8DE786B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E8CF-6377-9503-9F4E-B8FDA0DE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E372-37CD-CAF8-7A68-EEAC2D40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A8B8-DFEC-35BA-68D3-2E8DF720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0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28B7D-B071-2643-F83E-8EA1F889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A2C9-19B4-09B0-4119-E374F821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9919-6256-AC4D-9706-B8E60D535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6082-6F06-0F88-B039-F1D5FD489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BCC1A-C8D7-2FF4-EF79-857B75EFD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hyperlink" Target="https://www.di-mgt.com.au/euclidean.html" TargetMode="External"/><Relationship Id="rId5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7" Type="http://schemas.openxmlformats.org/officeDocument/2006/relationships/hyperlink" Target="https://www.whitman.edu/mathematics/higher_math_online/section03.08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310.png"/><Relationship Id="rId5" Type="http://schemas.openxmlformats.org/officeDocument/2006/relationships/image" Target="../media/image3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7" Type="http://schemas.openxmlformats.org/officeDocument/2006/relationships/image" Target="../media/image3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hyperlink" Target="https://www.whitman.edu/mathematics/higher_math_online/section03.08.html" TargetMode="External"/><Relationship Id="rId5" Type="http://schemas.openxmlformats.org/officeDocument/2006/relationships/image" Target="../media/image32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3" Type="http://schemas.openxmlformats.org/officeDocument/2006/relationships/notesSlide" Target="../notesSlides/notesSlide8.xml"/><Relationship Id="rId12" Type="http://schemas.microsoft.com/office/2007/relationships/hdphoto" Target="../media/hdphoto3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11" Type="http://schemas.openxmlformats.org/officeDocument/2006/relationships/image" Target="../media/image11.png"/><Relationship Id="rId5" Type="http://schemas.microsoft.com/office/2007/relationships/hdphoto" Target="../media/hdphoto2.wdp"/><Relationship Id="rId10" Type="http://schemas.openxmlformats.org/officeDocument/2006/relationships/image" Target="NUL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1F0C-3694-B169-B72C-D7AE69177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Public Key Cryptography and RSA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D296D-D05E-49D2-CF4E-70E95F259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236544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926A-B550-4D45-B5C5-6C68E6E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Private-Key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C164-B4C1-41E5-BA0A-4971B4ED0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437582" cy="402336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AU" sz="2000" b="1" dirty="0"/>
              <a:t>Symmetric</a:t>
            </a:r>
            <a:r>
              <a:rPr lang="en-AU" sz="2000" dirty="0"/>
              <a:t>, parties are equal </a:t>
            </a:r>
          </a:p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US" sz="2000" dirty="0"/>
              <a:t>Require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secure channel </a:t>
            </a:r>
            <a:r>
              <a:rPr lang="en-US" altLang="en-US" sz="2000" dirty="0"/>
              <a:t>for key distribution, i</a:t>
            </a:r>
            <a:r>
              <a:rPr lang="en-US" sz="2000" dirty="0"/>
              <a:t>mpossible for two parties having no prior relationship</a:t>
            </a:r>
          </a:p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US" sz="2000" dirty="0"/>
              <a:t>Needs </a:t>
            </a:r>
            <a:r>
              <a:rPr lang="en-US" sz="2000" b="1" dirty="0">
                <a:solidFill>
                  <a:srgbClr val="FF0000"/>
                </a:solidFill>
              </a:rPr>
              <a:t>many keys </a:t>
            </a:r>
            <a:r>
              <a:rPr lang="en-US" sz="2000" dirty="0"/>
              <a:t>for n parties to communicate</a:t>
            </a:r>
          </a:p>
          <a:p>
            <a:pPr>
              <a:buFont typeface="Wingdings" pitchFamily="-107" charset="2"/>
              <a:buChar char="Ø"/>
              <a:defRPr/>
            </a:pPr>
            <a:endParaRPr lang="en-AU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89ABC-10E3-4033-95A4-25010081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Private key cryptography workflow.">
            <a:extLst>
              <a:ext uri="{FF2B5EF4-FFF2-40B4-BE49-F238E27FC236}">
                <a16:creationId xmlns:a16="http://schemas.microsoft.com/office/drawing/2014/main" id="{8C02DEE2-943C-D61C-3CC3-E47D7EB6A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099" y="3113870"/>
            <a:ext cx="8611802" cy="30960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618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026"/>
    </mc:Choice>
    <mc:Fallback xmlns="">
      <p:transition spd="slow" advTm="820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  <p:extLst>
    <p:ext uri="{3A86A75C-4F4B-4683-9AE1-C65F6400EC91}">
      <p14:laserTraceLst xmlns:p14="http://schemas.microsoft.com/office/powerpoint/2010/main">
        <p14:tracePtLst>
          <p14:tracePt t="38244" x="4592638" y="6715125"/>
          <p14:tracePt t="38251" x="4824413" y="6592888"/>
          <p14:tracePt t="38264" x="5143500" y="6375400"/>
          <p14:tracePt t="38273" x="5443538" y="6164263"/>
          <p14:tracePt t="38285" x="5694363" y="5967413"/>
          <p14:tracePt t="38298" x="5932488" y="5756275"/>
          <p14:tracePt t="38307" x="6129338" y="5572125"/>
          <p14:tracePt t="38318" x="6259513" y="5435600"/>
          <p14:tracePt t="38331" x="6402388" y="5253038"/>
          <p14:tracePt t="38341" x="6510338" y="5081588"/>
          <p14:tracePt t="38352" x="6626225" y="4911725"/>
          <p14:tracePt t="38364" x="6708775" y="4741863"/>
          <p14:tracePt t="38374" x="6796088" y="4572000"/>
          <p14:tracePt t="38387" x="6851650" y="4443413"/>
          <p14:tracePt t="38398" x="6919913" y="4292600"/>
          <p14:tracePt t="38409" x="6946900" y="4122738"/>
          <p14:tracePt t="38420" x="6959600" y="3967163"/>
          <p14:tracePt t="38431" x="6946900" y="3824288"/>
          <p14:tracePt t="38443" x="6932613" y="3741738"/>
          <p14:tracePt t="38454" x="6878638" y="3640138"/>
          <p14:tracePt t="38466" x="6810375" y="3571875"/>
          <p14:tracePt t="38476" x="6721475" y="3530600"/>
          <p14:tracePt t="38488" x="6578600" y="3482975"/>
          <p14:tracePt t="38499" x="6429375" y="3470275"/>
          <p14:tracePt t="38509" x="6327775" y="3470275"/>
          <p14:tracePt t="38521" x="6205538" y="3509963"/>
          <p14:tracePt t="38532" x="6102350" y="3571875"/>
          <p14:tracePt t="38543" x="6048375" y="3625850"/>
          <p14:tracePt t="38555" x="6034088" y="3694113"/>
          <p14:tracePt t="38566" x="6034088" y="3756025"/>
          <p14:tracePt t="38577" x="6048375" y="3783013"/>
          <p14:tracePt t="38588" x="6102350" y="3836988"/>
          <p14:tracePt t="38599" x="6205538" y="3890963"/>
          <p14:tracePt t="38611" x="6354763" y="3925888"/>
          <p14:tracePt t="38623" x="6538913" y="3938588"/>
          <p14:tracePt t="38634" x="6735763" y="3925888"/>
          <p14:tracePt t="38645" x="6891338" y="3890963"/>
          <p14:tracePt t="38656" x="7062788" y="3810000"/>
          <p14:tracePt t="38668" x="7205663" y="3729038"/>
          <p14:tracePt t="38679" x="7327900" y="3625850"/>
          <p14:tracePt t="38690" x="7402513" y="3544888"/>
          <p14:tracePt t="38701" x="7429500" y="3470275"/>
          <p14:tracePt t="38714" x="7429500" y="3443288"/>
          <p14:tracePt t="38724" x="7415213" y="3414713"/>
          <p14:tracePt t="38736" x="7340600" y="3375025"/>
          <p14:tracePt t="38748" x="7218363" y="3348038"/>
          <p14:tracePt t="38759" x="7048500" y="3348038"/>
          <p14:tracePt t="38770" x="6824663" y="3348038"/>
          <p14:tracePt t="38781" x="6653213" y="3375025"/>
          <p14:tracePt t="38791" x="6429375" y="3455988"/>
          <p14:tracePt t="38802" x="6205538" y="3571875"/>
          <p14:tracePt t="38814" x="6021388" y="3681413"/>
          <p14:tracePt t="38824" x="5878513" y="3810000"/>
          <p14:tracePt t="38836" x="5789613" y="3925888"/>
          <p14:tracePt t="38848" x="5748338" y="3994150"/>
          <p14:tracePt t="38858" x="5735638" y="4062413"/>
          <p14:tracePt t="38871" x="5735638" y="4122738"/>
          <p14:tracePt t="38881" x="5748338" y="4176713"/>
          <p14:tracePt t="38892" x="5810250" y="4232275"/>
          <p14:tracePt t="38904" x="5878513" y="4271963"/>
          <p14:tracePt t="38915" x="5959475" y="4306888"/>
          <p14:tracePt t="38926" x="6102350" y="4333875"/>
          <p14:tracePt t="38938" x="6286500" y="4348163"/>
          <p14:tracePt t="38949" x="6470650" y="4333875"/>
          <p14:tracePt t="38960" x="6667500" y="4292600"/>
          <p14:tracePt t="38971" x="6837363" y="4217988"/>
          <p14:tracePt t="38982" x="6946900" y="4176713"/>
          <p14:tracePt t="38993" x="7034213" y="4110038"/>
          <p14:tracePt t="39005" x="7062788" y="4048125"/>
          <p14:tracePt t="39017" x="7062788" y="4021138"/>
          <p14:tracePt t="39027" x="7062788" y="3994150"/>
          <p14:tracePt t="39039" x="7021513" y="3967163"/>
          <p14:tracePt t="39050" x="6959600" y="3938588"/>
          <p14:tracePt t="39061" x="6824663" y="3878263"/>
          <p14:tracePt t="39073" x="6653213" y="3836988"/>
          <p14:tracePt t="39083" x="6456363" y="3824288"/>
          <p14:tracePt t="39094" x="6259513" y="3824288"/>
          <p14:tracePt t="39106" x="6048375" y="3863975"/>
          <p14:tracePt t="39117" x="5891213" y="3938588"/>
          <p14:tracePt t="39129" x="5721350" y="4033838"/>
          <p14:tracePt t="39151" x="5578475" y="4149725"/>
          <p14:tracePt t="39154" x="5510213" y="4244975"/>
          <p14:tracePt t="39164" x="5483225" y="4319588"/>
          <p14:tracePt t="39174" x="5470525" y="4375150"/>
          <p14:tracePt t="39185" x="5483225" y="4414838"/>
          <p14:tracePt t="39199" x="5524500" y="4470400"/>
          <p14:tracePt t="39208" x="5578475" y="4530725"/>
          <p14:tracePt t="39220" x="5681663" y="4572000"/>
          <p14:tracePt t="39231" x="5810250" y="4613275"/>
          <p14:tracePt t="39241" x="5905500" y="4613275"/>
          <p14:tracePt t="39252" x="6075363" y="4613275"/>
          <p14:tracePt t="39264" x="6259513" y="4598988"/>
          <p14:tracePt t="39275" x="6470650" y="4545013"/>
          <p14:tracePt t="39286" x="6653213" y="4491038"/>
          <p14:tracePt t="39297" x="6810375" y="4414838"/>
          <p14:tracePt t="39308" x="6891338" y="4360863"/>
          <p14:tracePt t="39320" x="6959600" y="4306888"/>
          <p14:tracePt t="39332" x="6994525" y="4271963"/>
          <p14:tracePt t="39342" x="6994525" y="4244975"/>
          <p14:tracePt t="39354" x="6994525" y="4232275"/>
          <p14:tracePt t="39365" x="6994525" y="4217988"/>
          <p14:tracePt t="39376" x="6973888" y="4217988"/>
          <p14:tracePt t="39398" x="6959600" y="4205288"/>
          <p14:tracePt t="39409" x="6946900" y="4205288"/>
          <p14:tracePt t="39421" x="6932613" y="4205288"/>
          <p14:tracePt t="39443" x="6919913" y="4205288"/>
          <p14:tracePt t="39446" x="6905625" y="4205288"/>
          <p14:tracePt t="39455" x="6878638" y="4205288"/>
          <p14:tracePt t="39465" x="6837363" y="4205288"/>
          <p14:tracePt t="39477" x="6777038" y="4205288"/>
          <p14:tracePt t="39489" x="6708775" y="4232275"/>
          <p14:tracePt t="39500" x="6626225" y="4271963"/>
          <p14:tracePt t="39511" x="6551613" y="4319588"/>
          <p14:tracePt t="39523" x="6456363" y="4375150"/>
          <p14:tracePt t="39534" x="6367463" y="4443413"/>
          <p14:tracePt t="39545" x="6313488" y="4518025"/>
          <p14:tracePt t="39556" x="6286500" y="4572000"/>
          <p14:tracePt t="39567" x="6286500" y="4625975"/>
          <p14:tracePt t="39579" x="6313488" y="4687888"/>
          <p14:tracePt t="39590" x="6340475" y="4741863"/>
          <p14:tracePt t="39602" x="6402388" y="4783138"/>
          <p14:tracePt t="39613" x="6483350" y="4824413"/>
          <p14:tracePt t="39624" x="6578600" y="4872038"/>
          <p14:tracePt t="39636" x="6721475" y="4899025"/>
          <p14:tracePt t="39647" x="6824663" y="4911725"/>
          <p14:tracePt t="39658" x="6994525" y="4926013"/>
          <p14:tracePt t="39669" x="7158038" y="4926013"/>
          <p14:tracePt t="39681" x="7327900" y="4911725"/>
          <p14:tracePt t="39691" x="7456488" y="4884738"/>
          <p14:tracePt t="39703" x="7586663" y="4837113"/>
          <p14:tracePt t="39714" x="7667625" y="4810125"/>
          <p14:tracePt t="39725" x="7735888" y="4756150"/>
          <p14:tracePt t="39736" x="7783513" y="4700588"/>
          <p14:tracePt t="39747" x="7796213" y="4640263"/>
          <p14:tracePt t="39758" x="7796213" y="4586288"/>
          <p14:tracePt t="39770" x="7762875" y="4530725"/>
          <p14:tracePt t="39781" x="7735888" y="4470400"/>
          <p14:tracePt t="39792" x="7681913" y="4414838"/>
          <p14:tracePt t="39804" x="7599363" y="4348163"/>
          <p14:tracePt t="39815" x="7470775" y="4271963"/>
          <p14:tracePt t="39826" x="7313613" y="4217988"/>
          <p14:tracePt t="39838" x="7143750" y="4164013"/>
          <p14:tracePt t="39849" x="7021513" y="4149725"/>
          <p14:tracePt t="39860" x="6824663" y="4137025"/>
          <p14:tracePt t="39871" x="6626225" y="4137025"/>
          <p14:tracePt t="39882" x="6443663" y="4176713"/>
          <p14:tracePt t="39893" x="6259513" y="4232275"/>
          <p14:tracePt t="39905" x="6102350" y="4319588"/>
          <p14:tracePt t="39916" x="6007100" y="4387850"/>
          <p14:tracePt t="39927" x="5932488" y="4470400"/>
          <p14:tracePt t="39939" x="5878513" y="4557713"/>
          <p14:tracePt t="39950" x="5851525" y="4625975"/>
          <p14:tracePt t="39961" x="5851525" y="4687888"/>
          <p14:tracePt t="39972" x="5851525" y="4729163"/>
          <p14:tracePt t="39983" x="5891213" y="4768850"/>
          <p14:tracePt t="39995" x="5932488" y="4810125"/>
          <p14:tracePt t="40006" x="5986463" y="4837113"/>
          <p14:tracePt t="40017" x="6075363" y="4872038"/>
          <p14:tracePt t="40029" x="6157913" y="4884738"/>
          <p14:tracePt t="40040" x="6232525" y="4884738"/>
          <p14:tracePt t="40051" x="6327775" y="4884738"/>
          <p14:tracePt t="40063" x="6443663" y="4872038"/>
          <p14:tracePt t="40073" x="6565900" y="4824413"/>
          <p14:tracePt t="40084" x="6667500" y="4768850"/>
          <p14:tracePt t="40097" x="6748463" y="4687888"/>
          <p14:tracePt t="40107" x="6796088" y="4613275"/>
          <p14:tracePt t="40119" x="6837363" y="4503738"/>
          <p14:tracePt t="40131" x="6837363" y="4375150"/>
          <p14:tracePt t="40141" x="6796088" y="4232275"/>
          <p14:tracePt t="40153" x="6708775" y="4089400"/>
          <p14:tracePt t="40164" x="6599238" y="3967163"/>
          <p14:tracePt t="40175" x="6470650" y="3878263"/>
          <p14:tracePt t="40208" x="6300788" y="3783013"/>
          <p14:tracePt t="40212" x="6102350" y="3729038"/>
          <p14:tracePt t="40220" x="5919788" y="3694113"/>
          <p14:tracePt t="40222" x="5735638" y="3694113"/>
          <p14:tracePt t="40231" x="5565775" y="3729038"/>
          <p14:tracePt t="40243" x="5414963" y="3783013"/>
          <p14:tracePt t="40255" x="5218113" y="3878263"/>
          <p14:tracePt t="40265" x="5062538" y="4006850"/>
          <p14:tracePt t="40276" x="4946650" y="4137025"/>
          <p14:tracePt t="40287" x="4891088" y="4232275"/>
          <p14:tracePt t="40299" x="4878388" y="4319588"/>
          <p14:tracePt t="40309" x="4878388" y="4375150"/>
          <p14:tracePt t="40321" x="4905375" y="4429125"/>
          <p14:tracePt t="40333" x="4946650" y="4470400"/>
          <p14:tracePt t="40343" x="5033963" y="4518025"/>
          <p14:tracePt t="40355" x="5143500" y="4545013"/>
          <p14:tracePt t="40366" x="5272088" y="4572000"/>
          <p14:tracePt t="40377" x="5395913" y="4586288"/>
          <p14:tracePt t="40389" x="5578475" y="4586288"/>
          <p14:tracePt t="40400" x="5824538" y="4557713"/>
          <p14:tracePt t="40411" x="6062663" y="4491038"/>
          <p14:tracePt t="40422" x="6313488" y="4402138"/>
          <p14:tracePt t="40433" x="6510338" y="4319588"/>
          <p14:tracePt t="40445" x="6626225" y="4244975"/>
          <p14:tracePt t="40456" x="6708775" y="4191000"/>
          <p14:tracePt t="40467" x="6777038" y="4122738"/>
          <p14:tracePt t="40478" x="6796088" y="4089400"/>
          <p14:tracePt t="40489" x="6796088" y="4048125"/>
          <p14:tracePt t="40501" x="6762750" y="4021138"/>
          <p14:tracePt t="40513" x="6748463" y="3994150"/>
          <p14:tracePt t="40523" x="6694488" y="3952875"/>
          <p14:tracePt t="40535" x="6626225" y="3925888"/>
          <p14:tracePt t="40547" x="6524625" y="3878263"/>
          <p14:tracePt t="40558" x="6402388" y="3836988"/>
          <p14:tracePt t="40570" x="6272213" y="3824288"/>
          <p14:tracePt t="40581" x="6170613" y="3824288"/>
          <p14:tracePt t="40592" x="6034088" y="3836988"/>
          <p14:tracePt t="40603" x="5878513" y="3890963"/>
          <p14:tracePt t="40615" x="5735638" y="3979863"/>
          <p14:tracePt t="40625" x="5626100" y="4089400"/>
          <p14:tracePt t="40637" x="5565775" y="4176713"/>
          <p14:tracePt t="40648" x="5538788" y="4319588"/>
          <p14:tracePt t="40658" x="5524500" y="4414838"/>
          <p14:tracePt t="40670" x="5538788" y="4518025"/>
          <p14:tracePt t="40681" x="5578475" y="4598988"/>
          <p14:tracePt t="40692" x="5653088" y="4687888"/>
          <p14:tracePt t="40704" x="5708650" y="4729163"/>
          <p14:tracePt t="40715" x="5789613" y="4768850"/>
          <p14:tracePt t="40726" x="5891213" y="4795838"/>
          <p14:tracePt t="40738" x="6007100" y="4824413"/>
          <p14:tracePt t="40749" x="6129338" y="4824413"/>
          <p14:tracePt t="40759" x="6272213" y="4810125"/>
          <p14:tracePt t="40771" x="6354763" y="4795838"/>
          <p14:tracePt t="40783" x="6497638" y="4756150"/>
          <p14:tracePt t="40793" x="6640513" y="4687888"/>
          <p14:tracePt t="40805" x="6762750" y="4586288"/>
          <p14:tracePt t="40816" x="6864350" y="4503738"/>
          <p14:tracePt t="40827" x="6946900" y="4402138"/>
          <p14:tracePt t="40839" x="6973888" y="4348163"/>
          <p14:tracePt t="40850" x="6994525" y="4292600"/>
          <p14:tracePt t="40861" x="6994525" y="4259263"/>
          <p14:tracePt t="40872" x="6973888" y="4244975"/>
          <p14:tracePt t="40884" x="6973888" y="4232275"/>
          <p14:tracePt t="40895" x="6959600" y="4217988"/>
          <p14:tracePt t="40906" x="6946900" y="4217988"/>
          <p14:tracePt t="40917" x="6932613" y="4217988"/>
          <p14:tracePt t="40929" x="6919913" y="4217988"/>
          <p14:tracePt t="41007" x="6919913" y="4232275"/>
          <p14:tracePt t="41018" x="6905625" y="4232275"/>
          <p14:tracePt t="41063" x="6905625" y="4244975"/>
          <p14:tracePt t="41085" x="6891338" y="4244975"/>
          <p14:tracePt t="41097" x="6878638" y="4244975"/>
          <p14:tracePt t="41108" x="6851650" y="4244975"/>
          <p14:tracePt t="41120" x="6824663" y="4244975"/>
          <p14:tracePt t="41335" x="6878638" y="4244975"/>
          <p14:tracePt t="41335" x="6946900" y="4259263"/>
          <p14:tracePt t="41346" x="6973888" y="4271963"/>
          <p14:tracePt t="41357" x="7021513" y="4271963"/>
          <p14:tracePt t="41369" x="7048500" y="4271963"/>
          <p14:tracePt t="41378" x="7075488" y="4292600"/>
          <p14:tracePt t="41390" x="7116763" y="4292600"/>
          <p14:tracePt t="41401" x="7143750" y="4292600"/>
          <p14:tracePt t="41423" x="7158038" y="4292600"/>
          <p14:tracePt t="41434" x="7170738" y="4292600"/>
          <p14:tracePt t="41446" x="7191375" y="4292600"/>
          <p14:tracePt t="41458" x="7218363" y="4271963"/>
          <p14:tracePt t="41468" x="7218363" y="4259263"/>
          <p14:tracePt t="41480" x="7232650" y="4244975"/>
          <p14:tracePt t="41491" x="7232650" y="4232275"/>
          <p14:tracePt t="41502" x="7232650" y="4205288"/>
          <p14:tracePt t="41513" x="7232650" y="4191000"/>
          <p14:tracePt t="41525" x="7218363" y="4164013"/>
          <p14:tracePt t="41537" x="7191375" y="4149725"/>
          <p14:tracePt t="41547" x="7158038" y="4110038"/>
          <p14:tracePt t="41558" x="7102475" y="4075113"/>
          <p14:tracePt t="41570" x="7021513" y="4048125"/>
          <p14:tracePt t="41581" x="6932613" y="4021138"/>
          <p14:tracePt t="41593" x="6851650" y="3994150"/>
          <p14:tracePt t="41605" x="6777038" y="3994150"/>
          <p14:tracePt t="41615" x="6667500" y="3979863"/>
          <p14:tracePt t="41627" x="6524625" y="3994150"/>
          <p14:tracePt t="41638" x="6381750" y="4006850"/>
          <p14:tracePt t="41648" x="6245225" y="4062413"/>
          <p14:tracePt t="41660" x="6116638" y="4122738"/>
          <p14:tracePt t="41671" x="6034088" y="4164013"/>
          <p14:tracePt t="41682" x="5946775" y="4217988"/>
          <p14:tracePt t="41694" x="5878513" y="4259263"/>
          <p14:tracePt t="41706" x="5837238" y="4306888"/>
          <p14:tracePt t="41716" x="5789613" y="4333875"/>
          <p14:tracePt t="41728" x="5748338" y="4375150"/>
          <p14:tracePt t="41739" x="5735638" y="4387850"/>
          <p14:tracePt t="41749" x="5721350" y="4414838"/>
          <p14:tracePt t="41761" x="5721350" y="4443413"/>
          <p14:tracePt t="41772" x="5721350" y="4470400"/>
          <p14:tracePt t="41783" x="5735638" y="4491038"/>
          <p14:tracePt t="41795" x="5748338" y="4518025"/>
          <p14:tracePt t="41807" x="5762625" y="4530725"/>
          <p14:tracePt t="41817" x="5789613" y="4545013"/>
          <p14:tracePt t="41829" x="5837238" y="4557713"/>
          <p14:tracePt t="41841" x="5891213" y="4572000"/>
          <p14:tracePt t="41852" x="5946775" y="4586288"/>
          <p14:tracePt t="41863" x="6021388" y="4598988"/>
          <p14:tracePt t="41874" x="6116638" y="4613275"/>
          <p14:tracePt t="41884" x="6245225" y="4613275"/>
          <p14:tracePt t="41896" x="6367463" y="4613275"/>
          <p14:tracePt t="41907" x="6510338" y="4613275"/>
          <p14:tracePt t="41918" x="6653213" y="4586288"/>
          <p14:tracePt t="41930" x="6748463" y="4545013"/>
          <p14:tracePt t="41941" x="6864350" y="4491038"/>
          <p14:tracePt t="41953" x="6959600" y="4414838"/>
          <p14:tracePt t="41964" x="7034213" y="4333875"/>
          <p14:tracePt t="41976" x="7075488" y="4259263"/>
          <p14:tracePt t="41987" x="7089775" y="4205288"/>
          <p14:tracePt t="41998" x="7075488" y="4164013"/>
          <p14:tracePt t="42009" x="7034213" y="4110038"/>
          <p14:tracePt t="42021" x="6959600" y="4033838"/>
          <p14:tracePt t="42031" x="6864350" y="3967163"/>
          <p14:tracePt t="42042" x="6708775" y="3890963"/>
          <p14:tracePt t="42054" x="6551613" y="3836988"/>
          <p14:tracePt t="42065" x="6415088" y="3824288"/>
          <p14:tracePt t="42077" x="6259513" y="3810000"/>
          <p14:tracePt t="42088" x="6116638" y="3810000"/>
          <p14:tracePt t="42098" x="5959475" y="3863975"/>
          <p14:tracePt t="42111" x="5824538" y="3925888"/>
          <p14:tracePt t="42122" x="5708650" y="4021138"/>
          <p14:tracePt t="42132" x="5653088" y="4089400"/>
          <p14:tracePt t="42144" x="5592763" y="4191000"/>
          <p14:tracePt t="42155" x="5565775" y="4292600"/>
          <p14:tracePt t="42166" x="5565775" y="4375150"/>
          <p14:tracePt t="42177" x="5578475" y="4470400"/>
          <p14:tracePt t="42199" x="5613400" y="4545013"/>
          <p14:tracePt t="42205" x="5640388" y="4598988"/>
          <p14:tracePt t="42212" x="5708650" y="4652963"/>
          <p14:tracePt t="42223" x="5776913" y="4714875"/>
          <p14:tracePt t="42235" x="5878513" y="4756150"/>
          <p14:tracePt t="42247" x="5959475" y="4783138"/>
          <p14:tracePt t="42258" x="6048375" y="4810125"/>
          <p14:tracePt t="42268" x="6116638" y="4810125"/>
          <p14:tracePt t="42301" x="6232525" y="4810125"/>
          <p14:tracePt t="42304" x="6340475" y="4795838"/>
          <p14:tracePt t="42313" x="6470650" y="4768850"/>
          <p14:tracePt t="42315" x="6599238" y="4714875"/>
          <p14:tracePt t="42324" x="6694488" y="4673600"/>
          <p14:tracePt t="42337" x="6810375" y="4586288"/>
          <p14:tracePt t="42347" x="6919913" y="4491038"/>
          <p14:tracePt t="42358" x="6994525" y="4387850"/>
          <p14:tracePt t="42369" x="7034213" y="4306888"/>
          <p14:tracePt t="42380" x="7048500" y="4217988"/>
          <p14:tracePt t="42392" x="7048500" y="4176713"/>
          <p14:tracePt t="42403" x="7034213" y="4122738"/>
          <p14:tracePt t="42414" x="6994525" y="4062413"/>
          <p14:tracePt t="42425" x="6946900" y="4021138"/>
          <p14:tracePt t="42437" x="6864350" y="3967163"/>
          <p14:tracePt t="42447" x="6777038" y="3925888"/>
          <p14:tracePt t="42459" x="6721475" y="3890963"/>
          <p14:tracePt t="42471" x="6626225" y="3863975"/>
          <p14:tracePt t="42481" x="6538913" y="3851275"/>
          <p14:tracePt t="42492" x="6456363" y="3836988"/>
          <p14:tracePt t="42505" x="6381750" y="3851275"/>
          <p14:tracePt t="42515" x="6300788" y="3863975"/>
          <p14:tracePt t="42527" x="6245225" y="3878263"/>
          <p14:tracePt t="42539" x="6157913" y="3925888"/>
          <p14:tracePt t="42549" x="6075363" y="3979863"/>
          <p14:tracePt t="42560" x="6007100" y="4048125"/>
          <p14:tracePt t="42572" x="5946775" y="4137025"/>
          <p14:tracePt t="42582" x="5919788" y="4217988"/>
          <p14:tracePt t="42593" x="5891213" y="4271963"/>
          <p14:tracePt t="42605" x="5891213" y="4333875"/>
          <p14:tracePt t="42616" x="5891213" y="4375150"/>
          <p14:tracePt t="42627" x="5905500" y="4414838"/>
          <p14:tracePt t="42639" x="5932488" y="4443413"/>
          <p14:tracePt t="42650" x="5973763" y="4470400"/>
          <p14:tracePt t="42662" x="6034088" y="4503738"/>
          <p14:tracePt t="42673" x="6102350" y="4530725"/>
          <p14:tracePt t="42683" x="6205538" y="4545013"/>
          <p14:tracePt t="42695" x="6313488" y="4557713"/>
          <p14:tracePt t="42706" x="6429375" y="4557713"/>
          <p14:tracePt t="42717" x="6551613" y="4557713"/>
          <p14:tracePt t="42728" x="6640513" y="4557713"/>
          <p14:tracePt t="42740" x="6735763" y="4545013"/>
          <p14:tracePt t="42751" x="6824663" y="4518025"/>
          <p14:tracePt t="42763" x="6891338" y="4491038"/>
          <p14:tracePt t="42774" x="6959600" y="4443413"/>
          <p14:tracePt t="42784" x="6994525" y="4414838"/>
          <p14:tracePt t="42797" x="7007225" y="4387850"/>
          <p14:tracePt t="42808" x="7021513" y="4375150"/>
          <p14:tracePt t="42822" x="7021513" y="4360863"/>
          <p14:tracePt t="42830" x="7007225" y="4348163"/>
          <p14:tracePt t="42852" x="7007225" y="4333875"/>
          <p14:tracePt t="42930" x="7007225" y="4319588"/>
          <p14:tracePt t="42942" x="6994525" y="4306888"/>
          <p14:tracePt t="42955" x="6994525" y="4292600"/>
          <p14:tracePt t="42965" x="6973888" y="4259263"/>
          <p14:tracePt t="42976" x="6946900" y="4232275"/>
          <p14:tracePt t="42988" x="6932613" y="4191000"/>
          <p14:tracePt t="42998" x="6891338" y="4149725"/>
          <p14:tracePt t="43010" x="6851650" y="4110038"/>
          <p14:tracePt t="43022" x="6810375" y="4062413"/>
          <p14:tracePt t="43032" x="6762750" y="4021138"/>
          <p14:tracePt t="43043" x="6708775" y="4006850"/>
          <p14:tracePt t="43055" x="6667500" y="3994150"/>
          <p14:tracePt t="43066" x="6613525" y="3979863"/>
          <p14:tracePt t="43077" x="6551613" y="3979863"/>
          <p14:tracePt t="43089" x="6497638" y="3979863"/>
          <p14:tracePt t="43099" x="6443663" y="3979863"/>
          <p14:tracePt t="43111" x="6402388" y="3979863"/>
          <p14:tracePt t="43122" x="6381750" y="3979863"/>
          <p14:tracePt t="43133" x="6354763" y="3994150"/>
          <p14:tracePt t="43145" x="6340475" y="3994150"/>
          <p14:tracePt t="43167" x="6327775" y="3994150"/>
          <p14:tracePt t="43234" x="6340475" y="3994150"/>
          <p14:tracePt t="43245" x="6354763" y="3994150"/>
          <p14:tracePt t="43257" x="6381750" y="3994150"/>
          <p14:tracePt t="43268" x="6415088" y="3979863"/>
          <p14:tracePt t="43280" x="6443663" y="3979863"/>
          <p14:tracePt t="43291" x="6483350" y="3979863"/>
          <p14:tracePt t="43302" x="6524625" y="3967163"/>
          <p14:tracePt t="43314" x="6565900" y="3938588"/>
          <p14:tracePt t="43325" x="6599238" y="3925888"/>
          <p14:tracePt t="43347" x="6626225" y="3878263"/>
          <p14:tracePt t="43350" x="6653213" y="3824288"/>
          <p14:tracePt t="43359" x="6681788" y="3756025"/>
          <p14:tracePt t="43373" x="6681788" y="3652838"/>
          <p14:tracePt t="43382" x="6681788" y="3586163"/>
          <p14:tracePt t="43392" x="6681788" y="3482975"/>
          <p14:tracePt t="43404" x="6667500" y="3414713"/>
          <p14:tracePt t="43415" x="6640513" y="3348038"/>
          <p14:tracePt t="43426" x="6613525" y="3286125"/>
          <p14:tracePt t="43439" x="6578600" y="3244850"/>
          <p14:tracePt t="43449" x="6551613" y="3232150"/>
          <p14:tracePt t="43460" x="6524625" y="3217863"/>
          <p14:tracePt t="43472" x="6470650" y="3205163"/>
          <p14:tracePt t="43482" x="6429375" y="3205163"/>
          <p14:tracePt t="43493" x="6354763" y="3205163"/>
          <p14:tracePt t="43506" x="6286500" y="3217863"/>
          <p14:tracePt t="43516" x="6232525" y="3259138"/>
          <p14:tracePt t="43527" x="6129338" y="3313113"/>
          <p14:tracePt t="43539" x="6048375" y="3402013"/>
          <p14:tracePt t="43550" x="5973763" y="3470275"/>
          <p14:tracePt t="43561" x="5919788" y="3557588"/>
          <p14:tracePt t="43573" x="5905500" y="3598863"/>
          <p14:tracePt t="43583" x="5891213" y="3625850"/>
          <p14:tracePt t="43595" x="5891213" y="3652838"/>
          <p14:tracePt t="43606" x="5905500" y="3681413"/>
          <p14:tracePt t="43617" x="5932488" y="3694113"/>
          <p14:tracePt t="43629" x="5973763" y="3729038"/>
          <p14:tracePt t="43640" x="6021388" y="3741738"/>
          <p14:tracePt t="43651" x="6062663" y="3741738"/>
          <p14:tracePt t="43662" x="6116638" y="3756025"/>
          <p14:tracePt t="43674" x="6184900" y="3756025"/>
          <p14:tracePt t="43684" x="6245225" y="3741738"/>
          <p14:tracePt t="43696" x="6300788" y="3729038"/>
          <p14:tracePt t="43708" x="6340475" y="3708400"/>
          <p14:tracePt t="43718" x="6381750" y="3681413"/>
          <p14:tracePt t="43730" x="6415088" y="3640138"/>
          <p14:tracePt t="43741" x="6443663" y="3586163"/>
          <p14:tracePt t="43752" x="6456363" y="3497263"/>
          <p14:tracePt t="43763" x="6456363" y="3429000"/>
          <p14:tracePt t="43775" x="6456363" y="3387725"/>
          <p14:tracePt t="43786" x="6443663" y="3327400"/>
          <p14:tracePt t="43797" x="6415088" y="3286125"/>
          <p14:tracePt t="43808" x="6402388" y="3259138"/>
          <p14:tracePt t="43820" x="6367463" y="3232150"/>
          <p14:tracePt t="43831" x="6327775" y="3205163"/>
          <p14:tracePt t="43842" x="6300788" y="3190875"/>
          <p14:tracePt t="43855" x="6259513" y="3163888"/>
          <p14:tracePt t="43865" x="6232525" y="3149600"/>
          <p14:tracePt t="43876" x="6218238" y="3128963"/>
          <p14:tracePt t="43888" x="6205538" y="3128963"/>
          <p14:tracePt t="43898" x="6184900" y="3128963"/>
          <p14:tracePt t="43910" x="6170613" y="3128963"/>
          <p14:tracePt t="43922" x="6157913" y="3128963"/>
          <p14:tracePt t="43932" x="6116638" y="3149600"/>
          <p14:tracePt t="43943" x="6075363" y="3163888"/>
          <p14:tracePt t="43956" x="6007100" y="3190875"/>
          <p14:tracePt t="43966" x="5932488" y="3232150"/>
          <p14:tracePt t="43977" x="5891213" y="3286125"/>
          <p14:tracePt t="43989" x="5851525" y="3360738"/>
          <p14:tracePt t="43999" x="5810250" y="3429000"/>
          <p14:tracePt t="44011" x="5789613" y="3509963"/>
          <p14:tracePt t="44022" x="5789613" y="3598863"/>
          <p14:tracePt t="44033" x="5810250" y="3652838"/>
          <p14:tracePt t="44045" x="5824538" y="3708400"/>
          <p14:tracePt t="44056" x="5878513" y="3768725"/>
          <p14:tracePt t="44067" x="5932488" y="3810000"/>
          <p14:tracePt t="44079" x="6021388" y="3836988"/>
          <p14:tracePt t="44090" x="6102350" y="3851275"/>
          <p14:tracePt t="44101" x="6205538" y="3878263"/>
          <p14:tracePt t="44113" x="6259513" y="3878263"/>
          <p14:tracePt t="44124" x="6340475" y="3890963"/>
          <p14:tracePt t="44134" x="6381750" y="3890963"/>
          <p14:tracePt t="44145" x="6402388" y="3890963"/>
          <p14:tracePt t="44168" x="6367463" y="3878263"/>
          <p14:tracePt t="44562" x="6381750" y="3878263"/>
          <p14:tracePt t="44596" x="6402388" y="3878263"/>
          <p14:tracePt t="44629" x="6415088" y="3878263"/>
          <p14:tracePt t="44685" x="6429375" y="3878263"/>
          <p14:tracePt t="44742" x="6429375" y="3863975"/>
          <p14:tracePt t="44843" x="6429375" y="3851275"/>
          <p14:tracePt t="44911" x="6429375" y="3863975"/>
          <p14:tracePt t="44933" x="6443663" y="3863975"/>
          <p14:tracePt t="44956" x="6443663" y="3851275"/>
          <p14:tracePt t="45090" x="6456363" y="3851275"/>
          <p14:tracePt t="45282" x="6456363" y="3836988"/>
          <p14:tracePt t="45305" x="6470650" y="3836988"/>
          <p14:tracePt t="45327" x="6470650" y="3824288"/>
          <p14:tracePt t="45339" x="6483350" y="3824288"/>
          <p14:tracePt t="45349" x="6497638" y="3824288"/>
          <p14:tracePt t="45361" x="6510338" y="3810000"/>
          <p14:tracePt t="45372" x="6524625" y="3795713"/>
          <p14:tracePt t="45383" x="6551613" y="3783013"/>
          <p14:tracePt t="45395" x="6599238" y="3768725"/>
          <p14:tracePt t="45408" x="6626225" y="3741738"/>
          <p14:tracePt t="45418" x="6667500" y="3708400"/>
          <p14:tracePt t="45451" x="6708775" y="3681413"/>
          <p14:tracePt t="45454" x="6748463" y="3652838"/>
          <p14:tracePt t="45462" x="6762750" y="3640138"/>
          <p14:tracePt t="45466" x="6777038" y="3640138"/>
          <p14:tracePt t="45474" x="6796088" y="3625850"/>
          <p14:tracePt t="45541" x="6796088" y="3613150"/>
          <p14:tracePt t="45574" x="6796088" y="3598863"/>
          <p14:tracePt t="45597" x="6777038" y="3586163"/>
          <p14:tracePt t="45619" x="6762750" y="3586163"/>
          <p14:tracePt t="45631" x="6748463" y="3571875"/>
          <p14:tracePt t="45664" x="6735763" y="3571875"/>
          <p14:tracePt t="45765" x="6721475" y="3571875"/>
          <p14:tracePt t="46036" x="6735763" y="3571875"/>
          <p14:tracePt t="46047" x="6748463" y="3571875"/>
          <p14:tracePt t="46060" x="6777038" y="3571875"/>
          <p14:tracePt t="46070" x="6810375" y="3571875"/>
          <p14:tracePt t="46081" x="6851650" y="3571875"/>
          <p14:tracePt t="46094" x="6891338" y="3571875"/>
          <p14:tracePt t="46103" x="6932613" y="3586163"/>
          <p14:tracePt t="46115" x="6973888" y="3586163"/>
          <p14:tracePt t="46128" x="7021513" y="3586163"/>
          <p14:tracePt t="46137" x="7062788" y="3586163"/>
          <p14:tracePt t="46148" x="7116763" y="3586163"/>
          <p14:tracePt t="46161" x="7158038" y="3586163"/>
          <p14:tracePt t="46172" x="7191375" y="3586163"/>
          <p14:tracePt t="46183" x="7218363" y="3586163"/>
          <p14:tracePt t="46195" x="7259638" y="3586163"/>
          <p14:tracePt t="46205" x="7272338" y="3586163"/>
          <p14:tracePt t="46217" x="7300913" y="3586163"/>
          <p14:tracePt t="46229" x="7313613" y="3586163"/>
          <p14:tracePt t="46249" x="7327900" y="3586163"/>
          <p14:tracePt t="46272" x="7340600" y="3586163"/>
          <p14:tracePt t="46294" x="7354888" y="3586163"/>
          <p14:tracePt t="46397" x="7340600" y="3586163"/>
          <p14:tracePt t="46418" x="7327900" y="3586163"/>
          <p14:tracePt t="46429" x="7313613" y="3586163"/>
          <p14:tracePt t="46442" x="7286625" y="3586163"/>
          <p14:tracePt t="46452" x="7245350" y="3586163"/>
          <p14:tracePt t="46464" x="7191375" y="3598863"/>
          <p14:tracePt t="46497" x="7129463" y="3598863"/>
          <p14:tracePt t="46508" x="7062788" y="3598863"/>
          <p14:tracePt t="46511" x="7007225" y="3613150"/>
          <p14:tracePt t="46520" x="6932613" y="3613150"/>
          <p14:tracePt t="46521" x="6851650" y="3625850"/>
          <p14:tracePt t="46531" x="6777038" y="3625850"/>
          <p14:tracePt t="46542" x="6708775" y="3640138"/>
          <p14:tracePt t="46554" x="6667500" y="3640138"/>
          <p14:tracePt t="46567" x="6626225" y="3640138"/>
          <p14:tracePt t="46576" x="6599238" y="3640138"/>
          <p14:tracePt t="46599" x="6565900" y="3640138"/>
          <p14:tracePt t="46600" x="6551613" y="3640138"/>
          <p14:tracePt t="46621" x="6538913" y="3640138"/>
          <p14:tracePt t="46735" x="6551613" y="3640138"/>
          <p14:tracePt t="46756" x="6565900" y="3640138"/>
          <p14:tracePt t="46767" x="6578600" y="3640138"/>
          <p14:tracePt t="46779" x="6599238" y="3640138"/>
          <p14:tracePt t="46790" x="6613525" y="3640138"/>
          <p14:tracePt t="46801" x="6640513" y="3640138"/>
          <p14:tracePt t="46813" x="6681788" y="3652838"/>
          <p14:tracePt t="46823" x="6708775" y="3652838"/>
          <p14:tracePt t="46835" x="6735763" y="3652838"/>
          <p14:tracePt t="46847" x="6777038" y="3652838"/>
          <p14:tracePt t="46858" x="6824663" y="3652838"/>
          <p14:tracePt t="46869" x="6851650" y="3667125"/>
          <p14:tracePt t="46881" x="6891338" y="3667125"/>
          <p14:tracePt t="46892" x="6919913" y="3667125"/>
          <p14:tracePt t="46902" x="6946900" y="3681413"/>
          <p14:tracePt t="46914" x="6973888" y="3681413"/>
          <p14:tracePt t="46924" x="7007225" y="3681413"/>
          <p14:tracePt t="46936" x="7034213" y="3681413"/>
          <p14:tracePt t="46947" x="7062788" y="3681413"/>
          <p14:tracePt t="46958" x="7075488" y="3694113"/>
          <p14:tracePt t="46971" x="7089775" y="3694113"/>
          <p14:tracePt t="46981" x="7116763" y="3694113"/>
          <p14:tracePt t="46992" x="7129463" y="3694113"/>
          <p14:tracePt t="47014" x="7143750" y="3694113"/>
          <p14:tracePt t="47026" x="7158038" y="3694113"/>
          <p14:tracePt t="47038" x="7170738" y="3694113"/>
          <p14:tracePt t="47048" x="7191375" y="3694113"/>
          <p14:tracePt t="47060" x="7218363" y="3694113"/>
          <p14:tracePt t="47072" x="7232650" y="3694113"/>
          <p14:tracePt t="47082" x="7259638" y="3708400"/>
          <p14:tracePt t="47094" x="7272338" y="3708400"/>
          <p14:tracePt t="47105" x="7300913" y="3708400"/>
          <p14:tracePt t="47116" x="7313613" y="3708400"/>
          <p14:tracePt t="47128" x="7340600" y="3729038"/>
          <p14:tracePt t="47139" x="7354888" y="3729038"/>
          <p14:tracePt t="47149" x="7367588" y="3729038"/>
          <p14:tracePt t="47162" x="7388225" y="3729038"/>
          <p14:tracePt t="47173" x="7402513" y="3729038"/>
          <p14:tracePt t="47183" x="7415213" y="3729038"/>
          <p14:tracePt t="47273" x="7402513" y="3729038"/>
          <p14:tracePt t="47284" x="7388225" y="3741738"/>
          <p14:tracePt t="47297" x="7367588" y="3741738"/>
          <p14:tracePt t="47307" x="7340600" y="3741738"/>
          <p14:tracePt t="47318" x="7313613" y="3741738"/>
          <p14:tracePt t="47330" x="7259638" y="3756025"/>
          <p14:tracePt t="47342" x="7218363" y="3756025"/>
          <p14:tracePt t="47352" x="7170738" y="3768725"/>
          <p14:tracePt t="47364" x="7116763" y="3768725"/>
          <p14:tracePt t="47375" x="7062788" y="3783013"/>
          <p14:tracePt t="47386" x="7021513" y="3783013"/>
          <p14:tracePt t="47398" x="6973888" y="3795713"/>
          <p14:tracePt t="47409" x="6932613" y="3795713"/>
          <p14:tracePt t="47419" x="6905625" y="3795713"/>
          <p14:tracePt t="47431" x="6864350" y="3795713"/>
          <p14:tracePt t="47442" x="6837363" y="3795713"/>
          <p14:tracePt t="47453" x="6810375" y="3795713"/>
          <p14:tracePt t="47465" x="6777038" y="3795713"/>
          <p14:tracePt t="47476" x="6762750" y="3795713"/>
          <p14:tracePt t="47488" x="6748463" y="3795713"/>
          <p14:tracePt t="47498" x="6735763" y="3795713"/>
          <p14:tracePt t="47510" x="6721475" y="3810000"/>
          <p14:tracePt t="47522" x="6708775" y="3810000"/>
          <p14:tracePt t="47543" x="6681788" y="3810000"/>
          <p14:tracePt t="47546" x="6667500" y="3810000"/>
          <p14:tracePt t="47557" x="6640513" y="3810000"/>
          <p14:tracePt t="47567" x="6613525" y="3810000"/>
          <p14:tracePt t="47579" x="6578600" y="3810000"/>
          <p14:tracePt t="47590" x="6565900" y="3810000"/>
          <p14:tracePt t="47600" x="6538913" y="3810000"/>
          <p14:tracePt t="47622" x="6524625" y="3810000"/>
          <p14:tracePt t="47836" x="6538913" y="3810000"/>
          <p14:tracePt t="47847" x="6551613" y="3824288"/>
          <p14:tracePt t="47859" x="6565900" y="3824288"/>
          <p14:tracePt t="47869" x="6578600" y="3824288"/>
          <p14:tracePt t="47881" x="6613525" y="3824288"/>
          <p14:tracePt t="47893" x="6653213" y="3824288"/>
          <p14:tracePt t="47903" x="6681788" y="3836988"/>
          <p14:tracePt t="47916" x="6735763" y="3836988"/>
          <p14:tracePt t="47927" x="6777038" y="3836988"/>
          <p14:tracePt t="47937" x="6824663" y="3851275"/>
          <p14:tracePt t="47950" x="6878638" y="3851275"/>
          <p14:tracePt t="47961" x="6932613" y="3851275"/>
          <p14:tracePt t="47971" x="6973888" y="3863975"/>
          <p14:tracePt t="47983" x="7021513" y="3863975"/>
          <p14:tracePt t="47994" x="7048500" y="3863975"/>
          <p14:tracePt t="48005" x="7075488" y="3863975"/>
          <p14:tracePt t="48016" x="7102475" y="3863975"/>
          <p14:tracePt t="48027" x="7129463" y="3863975"/>
          <p14:tracePt t="48038" x="7143750" y="3863975"/>
          <p14:tracePt t="48050" x="7158038" y="3863975"/>
          <p14:tracePt t="48062" x="7191375" y="3863975"/>
          <p14:tracePt t="48072" x="7218363" y="3878263"/>
          <p14:tracePt t="48084" x="7245350" y="3878263"/>
          <p14:tracePt t="48095" x="7272338" y="3878263"/>
          <p14:tracePt t="48106" x="7313613" y="3878263"/>
          <p14:tracePt t="48128" x="7340600" y="3878263"/>
          <p14:tracePt t="48131" x="7367588" y="3878263"/>
          <p14:tracePt t="48140" x="7402513" y="3878263"/>
          <p14:tracePt t="48151" x="7429500" y="3878263"/>
          <p14:tracePt t="48163" x="7456488" y="3878263"/>
          <p14:tracePt t="48173" x="7470775" y="3878263"/>
          <p14:tracePt t="48185" x="7497763" y="3890963"/>
          <p14:tracePt t="48207" x="7510463" y="3890963"/>
          <p14:tracePt t="48760" x="7470775" y="3878263"/>
          <p14:tracePt t="48770" x="7443788" y="3878263"/>
          <p14:tracePt t="48782" x="7415213" y="3863975"/>
          <p14:tracePt t="48794" x="7367588" y="3863975"/>
          <p14:tracePt t="48804" x="7300913" y="3863975"/>
          <p14:tracePt t="48815" x="7218363" y="3863975"/>
          <p14:tracePt t="48826" x="7129463" y="3878263"/>
          <p14:tracePt t="48838" x="7034213" y="3911600"/>
          <p14:tracePt t="48848" x="6959600" y="3938588"/>
          <p14:tracePt t="48860" x="6864350" y="3979863"/>
          <p14:tracePt t="48873" x="6762750" y="4021138"/>
          <p14:tracePt t="48883" x="6667500" y="4075113"/>
          <p14:tracePt t="48894" x="6578600" y="4137025"/>
          <p14:tracePt t="48905" x="6483350" y="4205288"/>
          <p14:tracePt t="48917" x="6415088" y="4259263"/>
          <p14:tracePt t="48928" x="6340475" y="4319588"/>
          <p14:tracePt t="48939" x="6286500" y="4387850"/>
          <p14:tracePt t="48950" x="6259513" y="4443413"/>
          <p14:tracePt t="48962" x="6232525" y="4491038"/>
          <p14:tracePt t="48972" x="6232525" y="4518025"/>
          <p14:tracePt t="48983" x="6232525" y="4545013"/>
          <p14:tracePt t="48996" x="6232525" y="4572000"/>
          <p14:tracePt t="49006" x="6245225" y="4586288"/>
          <p14:tracePt t="49018" x="6259513" y="4613275"/>
          <p14:tracePt t="49030" x="6286500" y="4625975"/>
          <p14:tracePt t="49040" x="6313488" y="4625975"/>
          <p14:tracePt t="49051" x="6340475" y="4640263"/>
          <p14:tracePt t="49063" x="6381750" y="4640263"/>
          <p14:tracePt t="49073" x="6456363" y="4640263"/>
          <p14:tracePt t="49085" x="6524625" y="4640263"/>
          <p14:tracePt t="49096" x="6599238" y="4640263"/>
          <p14:tracePt t="49107" x="6681788" y="4640263"/>
          <p14:tracePt t="49119" x="6748463" y="4640263"/>
          <p14:tracePt t="49130" x="6851650" y="4625975"/>
          <p14:tracePt t="49141" x="6946900" y="4613275"/>
          <p14:tracePt t="49153" x="7048500" y="4586288"/>
          <p14:tracePt t="49164" x="7116763" y="4557713"/>
          <p14:tracePt t="49174" x="7158038" y="4530725"/>
          <p14:tracePt t="49186" x="7191375" y="4470400"/>
          <p14:tracePt t="49198" x="7205663" y="4414838"/>
          <p14:tracePt t="49208" x="7205663" y="4360863"/>
          <p14:tracePt t="49220" x="7170738" y="4319588"/>
          <p14:tracePt t="49232" x="7129463" y="4259263"/>
          <p14:tracePt t="49242" x="7075488" y="4217988"/>
          <p14:tracePt t="49254" x="6973888" y="4176713"/>
          <p14:tracePt t="49265" x="6824663" y="4110038"/>
          <p14:tracePt t="49276" x="6578600" y="4062413"/>
          <p14:tracePt t="49287" x="6300788" y="4006850"/>
          <p14:tracePt t="49298" x="6007100" y="3979863"/>
          <p14:tracePt t="49309" x="5789613" y="3994150"/>
          <p14:tracePt t="49321" x="5510213" y="4021138"/>
          <p14:tracePt t="49332" x="5327650" y="4089400"/>
          <p14:tracePt t="49343" x="5184775" y="4191000"/>
          <p14:tracePt t="49355" x="5089525" y="4292600"/>
          <p14:tracePt t="49366" x="5021263" y="4402138"/>
          <p14:tracePt t="49377" x="4973638" y="4470400"/>
          <p14:tracePt t="49388" x="4959350" y="4545013"/>
          <p14:tracePt t="49400" x="4959350" y="4598988"/>
          <p14:tracePt t="49412" x="4959350" y="4652963"/>
          <p14:tracePt t="49422" x="4959350" y="4700588"/>
          <p14:tracePt t="49433" x="4986338" y="4729163"/>
          <p14:tracePt t="49446" x="5000625" y="4756150"/>
          <p14:tracePt t="49456" x="5048250" y="4768850"/>
          <p14:tracePt t="49468" x="5102225" y="4783138"/>
          <p14:tracePt t="49479" x="5184775" y="4795838"/>
          <p14:tracePt t="49490" x="5327650" y="4795838"/>
          <p14:tracePt t="49501" x="5470525" y="4795838"/>
          <p14:tracePt t="49513" x="5667375" y="4783138"/>
          <p14:tracePt t="49523" x="5878513" y="4756150"/>
          <p14:tracePt t="49535" x="6089650" y="4729163"/>
          <p14:tracePt t="49546" x="6272213" y="4673600"/>
          <p14:tracePt t="49557" x="6429375" y="4613275"/>
          <p14:tracePt t="49569" x="6510338" y="4572000"/>
          <p14:tracePt t="49580" x="6599238" y="4530725"/>
          <p14:tracePt t="49591" x="6640513" y="4470400"/>
          <p14:tracePt t="49603" x="6667500" y="4414838"/>
          <p14:tracePt t="49614" x="6681788" y="4360863"/>
          <p14:tracePt t="49636" x="6681788" y="4306888"/>
          <p14:tracePt t="49639" x="6681788" y="4259263"/>
          <p14:tracePt t="49648" x="6653213" y="4205288"/>
          <p14:tracePt t="49659" x="6640513" y="4164013"/>
          <p14:tracePt t="49671" x="6599238" y="4122738"/>
          <p14:tracePt t="49682" x="6551613" y="4089400"/>
          <p14:tracePt t="49692" x="6510338" y="4062413"/>
          <p14:tracePt t="49704" x="6470650" y="4062413"/>
          <p14:tracePt t="49715" x="6415088" y="4048125"/>
          <p14:tracePt t="49726" x="6340475" y="4048125"/>
          <p14:tracePt t="49737" x="6259513" y="4062413"/>
          <p14:tracePt t="49748" x="6170613" y="4089400"/>
          <p14:tracePt t="49759" x="6102350" y="4149725"/>
          <p14:tracePt t="49771" x="6007100" y="4232275"/>
          <p14:tracePt t="49782" x="5891213" y="4333875"/>
          <p14:tracePt t="49793" x="5810250" y="4443413"/>
          <p14:tracePt t="49805" x="5748338" y="4545013"/>
          <p14:tracePt t="49816" x="5735638" y="4640263"/>
          <p14:tracePt t="49828" x="5748338" y="4700588"/>
          <p14:tracePt t="49839" x="5776913" y="4783138"/>
          <p14:tracePt t="49850" x="5824538" y="4837113"/>
          <p14:tracePt t="49862" x="5891213" y="4899025"/>
          <p14:tracePt t="49872" x="5973763" y="4938713"/>
          <p14:tracePt t="49895" x="6075363" y="4979988"/>
          <p14:tracePt t="49896" x="6157913" y="4994275"/>
          <p14:tracePt t="49906" x="6259513" y="4994275"/>
          <p14:tracePt t="49918" x="6367463" y="4994275"/>
          <p14:tracePt t="49929" x="6483350" y="4979988"/>
          <p14:tracePt t="49939" x="6578600" y="4967288"/>
          <p14:tracePt t="49951" x="6667500" y="4938713"/>
          <p14:tracePt t="49963" x="6735763" y="4911725"/>
          <p14:tracePt t="49973" x="6810375" y="4872038"/>
          <p14:tracePt t="49985" x="6864350" y="4810125"/>
          <p14:tracePt t="49997" x="6905625" y="4768850"/>
          <p14:tracePt t="50007" x="6932613" y="4714875"/>
          <p14:tracePt t="50019" x="6946900" y="4673600"/>
          <p14:tracePt t="50030" x="6946900" y="4625975"/>
          <p14:tracePt t="50041" x="6946900" y="4598988"/>
          <p14:tracePt t="50052" x="6932613" y="4572000"/>
          <p14:tracePt t="50064" x="6919913" y="4545013"/>
          <p14:tracePt t="50075" x="6905625" y="4518025"/>
          <p14:tracePt t="50087" x="6905625" y="4491038"/>
          <p14:tracePt t="50098" x="6891338" y="4470400"/>
          <p14:tracePt t="50108" x="6878638" y="4456113"/>
          <p14:tracePt t="50164" x="6864350" y="4456113"/>
          <p14:tracePt t="50221" x="6851650" y="4456113"/>
          <p14:tracePt t="50232" x="6851650" y="4443413"/>
          <p14:tracePt t="50254" x="6837363" y="4443413"/>
          <p14:tracePt t="50266" x="6824663" y="4443413"/>
          <p14:tracePt t="50278" x="6810375" y="4443413"/>
          <p14:tracePt t="50300" x="6796088" y="4443413"/>
          <p14:tracePt t="50312" x="6777038" y="4443413"/>
          <p14:tracePt t="50323" x="6762750" y="4443413"/>
          <p14:tracePt t="50335" x="6762750" y="4456113"/>
          <p14:tracePt t="50345" x="6748463" y="4456113"/>
          <p14:tracePt t="50356" x="6735763" y="4470400"/>
          <p14:tracePt t="50368" x="6735763" y="4491038"/>
          <p14:tracePt t="50380" x="6721475" y="4503738"/>
          <p14:tracePt t="50390" x="6721475" y="4518025"/>
          <p14:tracePt t="50402" x="6735763" y="4545013"/>
          <p14:tracePt t="50414" x="6735763" y="4557713"/>
          <p14:tracePt t="50424" x="6748463" y="4572000"/>
          <p14:tracePt t="50436" x="6762750" y="4586288"/>
          <p14:tracePt t="50447" x="6777038" y="4586288"/>
          <p14:tracePt t="50468" x="6796088" y="4586288"/>
          <p14:tracePt t="50491" x="6810375" y="4586288"/>
          <p14:tracePt t="50502" x="6824663" y="4586288"/>
          <p14:tracePt t="50514" x="6837363" y="4586288"/>
          <p14:tracePt t="50524" x="6851650" y="4572000"/>
          <p14:tracePt t="50537" x="6864350" y="4545013"/>
          <p14:tracePt t="50548" x="6878638" y="4530725"/>
          <p14:tracePt t="50559" x="6891338" y="4503738"/>
          <p14:tracePt t="50571" x="6905625" y="4470400"/>
          <p14:tracePt t="50581" x="6905625" y="4456113"/>
          <p14:tracePt t="50592" x="6919913" y="4429125"/>
          <p14:tracePt t="50605" x="6919913" y="4414838"/>
          <p14:tracePt t="50615" x="6905625" y="4402138"/>
          <p14:tracePt t="50637" x="6891338" y="4387850"/>
          <p14:tracePt t="50649" x="6891338" y="4375150"/>
          <p14:tracePt t="50660" x="6878638" y="4360863"/>
          <p14:tracePt t="50695" x="6864350" y="4360863"/>
          <p14:tracePt t="50704" x="6864350" y="4348163"/>
          <p14:tracePt t="50976" x="6851650" y="4348163"/>
          <p14:tracePt t="50986" x="6837363" y="4348163"/>
          <p14:tracePt t="51008" x="6824663" y="4348163"/>
          <p14:tracePt t="51020" x="6824663" y="4360863"/>
          <p14:tracePt t="51053" x="6810375" y="4360863"/>
          <p14:tracePt t="51087" x="6810375" y="4375150"/>
          <p14:tracePt t="51109" x="6796088" y="4375150"/>
          <p14:tracePt t="51121" x="6777038" y="4387850"/>
          <p14:tracePt t="51132" x="6748463" y="4414838"/>
          <p14:tracePt t="51145" x="6735763" y="4443413"/>
          <p14:tracePt t="51154" x="6694488" y="4491038"/>
          <p14:tracePt t="51166" x="6653213" y="4557713"/>
          <p14:tracePt t="51179" x="6599238" y="4625975"/>
          <p14:tracePt t="51188" x="6551613" y="4714875"/>
          <p14:tracePt t="51201" x="6510338" y="4768850"/>
          <p14:tracePt t="51212" x="6470650" y="4837113"/>
          <p14:tracePt t="51222" x="6443663" y="4899025"/>
          <p14:tracePt t="51234" x="6429375" y="4938713"/>
          <p14:tracePt t="51246" x="6402388" y="4967288"/>
          <p14:tracePt t="51256" x="6367463" y="4994275"/>
          <p14:tracePt t="51268" x="6354763" y="5006975"/>
          <p14:tracePt t="51280" x="6340475" y="5033963"/>
          <p14:tracePt t="51290" x="6327775" y="5054600"/>
          <p14:tracePt t="51469" x="6340475" y="5054600"/>
          <p14:tracePt t="51559" x="6313488" y="5068888"/>
          <p14:tracePt t="51571" x="6272213" y="5095875"/>
          <p14:tracePt t="51583" x="6205538" y="5149850"/>
          <p14:tracePt t="51593" x="6116638" y="5205413"/>
          <p14:tracePt t="51605" x="5932488" y="5319713"/>
          <p14:tracePt t="51617" x="5653088" y="5462588"/>
          <p14:tracePt t="51629" x="5327650" y="5613400"/>
          <p14:tracePt t="51638" x="5000625" y="5741988"/>
          <p14:tracePt t="51650" x="4667250" y="5857875"/>
          <p14:tracePt t="51662" x="4443413" y="5911850"/>
          <p14:tracePt t="51673" x="4129088" y="5994400"/>
          <p14:tracePt t="51684" x="3830638" y="6042025"/>
          <p14:tracePt t="51695" x="3619500" y="6081713"/>
          <p14:tracePt t="51706" x="3422650" y="6081713"/>
          <p14:tracePt t="51718" x="3300413" y="6081713"/>
          <p14:tracePt t="51739" x="3224213" y="6054725"/>
          <p14:tracePt t="51743" x="3170238" y="6027738"/>
          <p14:tracePt t="51753" x="3143250" y="5967413"/>
          <p14:tracePt t="51762" x="3128963" y="5899150"/>
          <p14:tracePt t="51773" x="3128963" y="5843588"/>
          <p14:tracePt t="51786" x="3128963" y="5795963"/>
          <p14:tracePt t="51796" x="3128963" y="5783263"/>
          <p14:tracePt t="51807" x="3128963" y="5768975"/>
          <p14:tracePt t="51829" x="3116263" y="5783263"/>
          <p14:tracePt t="51842" x="3074988" y="5843588"/>
          <p14:tracePt t="51853" x="3041650" y="5911850"/>
          <p14:tracePt t="51863" x="3027363" y="6027738"/>
          <p14:tracePt t="51876" x="3062288" y="6122988"/>
          <p14:tracePt t="51887" x="3116263" y="6211888"/>
          <p14:tracePt t="51897" x="3211513" y="6280150"/>
          <p14:tracePt t="51909" x="3354388" y="6348413"/>
          <p14:tracePt t="51920" x="3470275" y="6375400"/>
          <p14:tracePt t="51931" x="3681413" y="6396038"/>
          <p14:tracePt t="51942" x="3905250" y="6375400"/>
          <p14:tracePt t="51954" x="4157663" y="6319838"/>
          <p14:tracePt t="51964" x="4395788" y="6253163"/>
          <p14:tracePt t="51976" x="4640263" y="6137275"/>
          <p14:tracePt t="51987" x="4776788" y="6054725"/>
          <p14:tracePt t="51998" x="4891088" y="5926138"/>
          <p14:tracePt t="52010" x="4932363" y="5830888"/>
          <p14:tracePt t="52021" x="4932363" y="5756275"/>
          <p14:tracePt t="52032" x="4891088" y="5688013"/>
          <p14:tracePt t="52044" x="4824413" y="5646738"/>
          <p14:tracePt t="52055" x="4748213" y="5599113"/>
          <p14:tracePt t="52066" x="4605338" y="5545138"/>
          <p14:tracePt t="52078" x="4456113" y="5530850"/>
          <p14:tracePt t="52089" x="4286250" y="5530850"/>
          <p14:tracePt t="52100" x="4116388" y="5557838"/>
          <p14:tracePt t="52112" x="3959225" y="5613400"/>
          <p14:tracePt t="52123" x="3863975" y="5661025"/>
          <p14:tracePt t="52133" x="3762375" y="5729288"/>
          <p14:tracePt t="52145" x="3694113" y="5795963"/>
          <p14:tracePt t="52156" x="3633788" y="5872163"/>
          <p14:tracePt t="52168" x="3592513" y="5953125"/>
          <p14:tracePt t="52179" x="3565525" y="6015038"/>
          <p14:tracePt t="52190" x="3551238" y="6081713"/>
          <p14:tracePt t="52202" x="3551238" y="6122988"/>
          <p14:tracePt t="52212" x="3565525" y="6176963"/>
          <p14:tracePt t="52223" x="3592513" y="6224588"/>
          <p14:tracePt t="52236" x="3633788" y="6265863"/>
          <p14:tracePt t="52246" x="3708400" y="6319838"/>
          <p14:tracePt t="52258" x="3816350" y="6375400"/>
          <p14:tracePt t="52270" x="3959225" y="6462713"/>
          <p14:tracePt t="52280" x="4116388" y="6518275"/>
          <p14:tracePt t="52292" x="4271963" y="6557963"/>
          <p14:tracePt t="52303" x="4443413" y="6605588"/>
          <p14:tracePt t="52313" x="4592638" y="6634163"/>
          <p14:tracePt t="52325" x="4824413" y="6646863"/>
          <p14:tracePt t="52336" x="5089525" y="6661150"/>
          <p14:tracePt t="52347" x="5354638" y="6673850"/>
          <p14:tracePt t="52358" x="5640388" y="6673850"/>
          <p14:tracePt t="52370" x="5878513" y="6673850"/>
          <p14:tracePt t="52381" x="6034088" y="6673850"/>
          <p14:tracePt t="52392" x="6232525" y="6661150"/>
          <p14:tracePt t="52404" x="6402388" y="6646863"/>
          <p14:tracePt t="52415" x="6565900" y="6619875"/>
          <p14:tracePt t="52426" x="6721475" y="6605588"/>
          <p14:tracePt t="52438" x="6864350" y="6578600"/>
          <p14:tracePt t="52448" x="6959600" y="6557963"/>
          <p14:tracePt t="52460" x="7062788" y="6530975"/>
          <p14:tracePt t="52472" x="7143750" y="6518275"/>
          <p14:tracePt t="52482" x="7218363" y="6503988"/>
          <p14:tracePt t="52494" x="7272338" y="6477000"/>
          <p14:tracePt t="52505" x="7300913" y="6477000"/>
          <p14:tracePt t="52516" x="7340600" y="6450013"/>
          <p14:tracePt t="52528" x="7388225" y="6435725"/>
          <p14:tracePt t="52538" x="7415213" y="6408738"/>
          <p14:tracePt t="52550" x="7470775" y="6375400"/>
          <p14:tracePt t="52562" x="7510463" y="6334125"/>
          <p14:tracePt t="52572" x="7551738" y="6307138"/>
          <p14:tracePt t="52583" x="7599363" y="6265863"/>
          <p14:tracePt t="52595" x="7626350" y="6211888"/>
          <p14:tracePt t="52606" x="7653338" y="6149975"/>
          <p14:tracePt t="52618" x="7667625" y="6096000"/>
          <p14:tracePt t="52628" x="7667625" y="6042025"/>
          <p14:tracePt t="52640" x="7667625" y="5994400"/>
          <p14:tracePt t="52652" x="7653338" y="5953125"/>
          <p14:tracePt t="52662" x="7626350" y="5911850"/>
          <p14:tracePt t="52674" x="7586663" y="5872163"/>
          <p14:tracePt t="52686" x="7497763" y="5830888"/>
          <p14:tracePt t="52696" x="7415213" y="5783263"/>
          <p14:tracePt t="52708" x="7327900" y="5756275"/>
          <p14:tracePt t="52720" x="7191375" y="5729288"/>
          <p14:tracePt t="52730" x="7048500" y="5700713"/>
          <p14:tracePt t="52742" x="6905625" y="5688013"/>
          <p14:tracePt t="52753" x="6748463" y="5661025"/>
          <p14:tracePt t="52764" x="6599238" y="5661025"/>
          <p14:tracePt t="52786" x="6483350" y="5661025"/>
          <p14:tracePt t="52789" x="6340475" y="5661025"/>
          <p14:tracePt t="52799" x="6218238" y="5673725"/>
          <p14:tracePt t="52810" x="6102350" y="5688013"/>
          <p14:tracePt t="52822" x="6007100" y="5700713"/>
          <p14:tracePt t="52832" x="5932488" y="5715000"/>
          <p14:tracePt t="52844" x="5864225" y="5741988"/>
          <p14:tracePt t="52854" x="5776913" y="5768975"/>
          <p14:tracePt t="52865" x="5694363" y="5795963"/>
          <p14:tracePt t="52876" x="5613400" y="5830888"/>
          <p14:tracePt t="52888" x="5524500" y="5872163"/>
          <p14:tracePt t="52898" x="5470525" y="5899150"/>
          <p14:tracePt t="52910" x="5414963" y="5938838"/>
          <p14:tracePt t="52921" x="5381625" y="5980113"/>
          <p14:tracePt t="52932" x="5367338" y="6015038"/>
          <p14:tracePt t="52944" x="5354638" y="6054725"/>
          <p14:tracePt t="52955" x="5354638" y="6081713"/>
          <p14:tracePt t="52966" x="5354638" y="6096000"/>
          <p14:tracePt t="52977" x="5354638" y="6110288"/>
          <p14:tracePt t="52999" x="5354638" y="6122988"/>
          <p14:tracePt t="53011" x="5367338" y="6122988"/>
          <p14:tracePt t="53022" x="5367338" y="6137275"/>
          <p14:tracePt t="53033" x="5381625" y="6137275"/>
          <p14:tracePt t="53045" x="5395913" y="6149975"/>
          <p14:tracePt t="53056" x="5429250" y="6149975"/>
          <p14:tracePt t="53068" x="5470525" y="6164263"/>
          <p14:tracePt t="53078" x="5538788" y="6164263"/>
          <p14:tracePt t="53090" x="5640388" y="6197600"/>
          <p14:tracePt t="53102" x="5721350" y="6211888"/>
          <p14:tracePt t="53112" x="5864225" y="6224588"/>
          <p14:tracePt t="53123" x="6007100" y="6253163"/>
          <p14:tracePt t="53136" x="6170613" y="6280150"/>
          <p14:tracePt t="53146" x="6313488" y="6307138"/>
          <p14:tracePt t="53158" x="6429375" y="6307138"/>
          <p14:tracePt t="53169" x="6565900" y="6319838"/>
          <p14:tracePt t="53179" x="6694488" y="6319838"/>
          <p14:tracePt t="53191" x="6837363" y="6319838"/>
          <p14:tracePt t="53203" x="6946900" y="6307138"/>
          <p14:tracePt t="53213" x="7062788" y="6292850"/>
          <p14:tracePt t="53225" x="7129463" y="6280150"/>
          <p14:tracePt t="53237" x="7218363" y="6253163"/>
          <p14:tracePt t="53247" x="7286625" y="6211888"/>
          <p14:tracePt t="53259" x="7354888" y="6176963"/>
          <p14:tracePt t="53270" x="7402513" y="6137275"/>
          <p14:tracePt t="53281" x="7443788" y="6096000"/>
          <p14:tracePt t="53293" x="7470775" y="6069013"/>
          <p14:tracePt t="53304" x="7497763" y="6042025"/>
          <p14:tracePt t="53315" x="7510463" y="6015038"/>
          <p14:tracePt t="53327" x="7524750" y="5980113"/>
          <p14:tracePt t="53338" x="7524750" y="5953125"/>
          <p14:tracePt t="53349" x="7524750" y="5938838"/>
          <p14:tracePt t="53360" x="7524750" y="5911850"/>
          <p14:tracePt t="53371" x="7497763" y="5884863"/>
          <p14:tracePt t="53382" x="7470775" y="5843588"/>
          <p14:tracePt t="53394" x="7402513" y="5816600"/>
          <p14:tracePt t="53405" x="7313613" y="5768975"/>
          <p14:tracePt t="53416" x="7218363" y="5741988"/>
          <p14:tracePt t="53428" x="7129463" y="5729288"/>
          <p14:tracePt t="53439" x="7007225" y="5700713"/>
          <p14:tracePt t="53450" x="6891338" y="5688013"/>
          <p14:tracePt t="53461" x="6762750" y="5673725"/>
          <p14:tracePt t="53472" x="6640513" y="5673725"/>
          <p14:tracePt t="53483" x="6551613" y="5673725"/>
          <p14:tracePt t="53495" x="6443663" y="5688013"/>
          <p14:tracePt t="53506" x="6340475" y="5700713"/>
          <p14:tracePt t="53519" x="6232525" y="5715000"/>
          <p14:tracePt t="53529" x="6143625" y="5729288"/>
          <p14:tracePt t="53540" x="6048375" y="5741988"/>
          <p14:tracePt t="53552" x="5973763" y="5741988"/>
          <p14:tracePt t="53562" x="5905500" y="5768975"/>
          <p14:tracePt t="53574" x="5824538" y="5783263"/>
          <p14:tracePt t="53586" x="5748338" y="5795963"/>
          <p14:tracePt t="53596" x="5681663" y="5816600"/>
          <p14:tracePt t="53608" x="5613400" y="5843588"/>
          <p14:tracePt t="53620" x="5565775" y="5857875"/>
          <p14:tracePt t="53630" x="5510213" y="5884863"/>
          <p14:tracePt t="53642" x="5470525" y="5926138"/>
          <p14:tracePt t="53653" x="5443538" y="5953125"/>
          <p14:tracePt t="53663" x="5429250" y="5980113"/>
          <p14:tracePt t="53675" x="5414963" y="5994400"/>
          <p14:tracePt t="53686" x="5414963" y="6027738"/>
          <p14:tracePt t="53697" x="5414963" y="6054725"/>
          <p14:tracePt t="53708" x="5429250" y="6096000"/>
          <p14:tracePt t="53720" x="5470525" y="6137275"/>
          <p14:tracePt t="53731" x="5510213" y="6176963"/>
          <p14:tracePt t="53743" x="5578475" y="6224588"/>
          <p14:tracePt t="53754" x="5640388" y="6253163"/>
          <p14:tracePt t="53764" x="5735638" y="6292850"/>
          <p14:tracePt t="53776" x="5851525" y="6319838"/>
          <p14:tracePt t="53788" x="5986463" y="6334125"/>
          <p14:tracePt t="53798" x="6129338" y="6361113"/>
          <p14:tracePt t="53810" x="6232525" y="6375400"/>
          <p14:tracePt t="53832" x="6367463" y="6396038"/>
          <p14:tracePt t="53833" x="6524625" y="6396038"/>
          <p14:tracePt t="53844" x="6667500" y="6396038"/>
          <p14:tracePt t="53855" x="6810375" y="6396038"/>
          <p14:tracePt t="53866" x="6946900" y="6375400"/>
          <p14:tracePt t="53877" x="7048500" y="6361113"/>
          <p14:tracePt t="53888" x="7170738" y="6334125"/>
          <p14:tracePt t="53900" x="7300913" y="6292850"/>
          <p14:tracePt t="53911" x="7388225" y="6253163"/>
          <p14:tracePt t="53922" x="7483475" y="6197600"/>
          <p14:tracePt t="53934" x="7539038" y="6137275"/>
          <p14:tracePt t="53945" x="7586663" y="6096000"/>
          <p14:tracePt t="53956" x="7613650" y="6042025"/>
          <p14:tracePt t="53968" x="7626350" y="5967413"/>
          <p14:tracePt t="53978" x="7613650" y="5926138"/>
          <p14:tracePt t="53990" x="7599363" y="5872163"/>
          <p14:tracePt t="54002" x="7539038" y="5830888"/>
          <p14:tracePt t="54012" x="7483475" y="5795963"/>
          <p14:tracePt t="54024" x="7340600" y="5729288"/>
          <p14:tracePt t="54036" x="7129463" y="5661025"/>
          <p14:tracePt t="54046" x="6851650" y="5586413"/>
          <p14:tracePt t="54058" x="6538913" y="5545138"/>
          <p14:tracePt t="54069" x="6218238" y="5518150"/>
          <p14:tracePt t="54080" x="5959475" y="5518150"/>
          <p14:tracePt t="54091" x="5653088" y="5557838"/>
          <p14:tracePt t="54103" x="5367338" y="5613400"/>
          <p14:tracePt t="54113" x="5170488" y="5673725"/>
          <p14:tracePt t="54126" x="5021263" y="5741988"/>
          <p14:tracePt t="54137" x="4919663" y="5795963"/>
          <p14:tracePt t="54147" x="4878388" y="5843588"/>
          <p14:tracePt t="54159" x="4837113" y="5899150"/>
          <p14:tracePt t="54170" x="4824413" y="5953125"/>
          <p14:tracePt t="54181" x="4824413" y="6015038"/>
          <p14:tracePt t="54192" x="4824413" y="6054725"/>
          <p14:tracePt t="54204" x="4824413" y="6096000"/>
          <p14:tracePt t="54215" x="4851400" y="6122988"/>
          <p14:tracePt t="54227" x="4864100" y="6149975"/>
          <p14:tracePt t="54238" x="4878388" y="6164263"/>
          <p14:tracePt t="54249" x="4891088" y="6176963"/>
          <p14:tracePt t="54260" x="4919663" y="6197600"/>
          <p14:tracePt t="54272" x="4946650" y="6197600"/>
          <p14:tracePt t="54282" x="5000625" y="6211888"/>
          <p14:tracePt t="54294" x="5062538" y="6224588"/>
          <p14:tracePt t="54305" x="5143500" y="6238875"/>
          <p14:tracePt t="54316" x="5245100" y="6253163"/>
          <p14:tracePt t="54331" x="5354638" y="6280150"/>
          <p14:tracePt t="54339" x="5456238" y="6280150"/>
          <p14:tracePt t="54349" x="5592763" y="6307138"/>
          <p14:tracePt t="54361" x="5776913" y="6319838"/>
          <p14:tracePt t="54372" x="5959475" y="6319838"/>
          <p14:tracePt t="54383" x="6170613" y="6319838"/>
          <p14:tracePt t="54395" x="6367463" y="6307138"/>
          <p14:tracePt t="54406" x="6497638" y="6292850"/>
          <p14:tracePt t="54418" x="6653213" y="6253163"/>
          <p14:tracePt t="54428" x="6762750" y="6211888"/>
          <p14:tracePt t="54440" x="6851650" y="6164263"/>
          <p14:tracePt t="54452" x="6878638" y="6122988"/>
          <p14:tracePt t="54462" x="6891338" y="6081713"/>
          <p14:tracePt t="54473" x="6878638" y="6042025"/>
          <p14:tracePt t="54486" x="6837363" y="5967413"/>
          <p14:tracePt t="54496" x="6762750" y="5899150"/>
          <p14:tracePt t="54508" x="6667500" y="5816600"/>
          <p14:tracePt t="54520" x="6524625" y="5715000"/>
          <p14:tracePt t="54530" x="6429375" y="5646738"/>
          <p14:tracePt t="54541" x="6259513" y="5557838"/>
          <p14:tracePt t="54553" x="6089650" y="5491163"/>
          <p14:tracePt t="54563" x="5891213" y="5414963"/>
          <p14:tracePt t="54575" x="5708650" y="5375275"/>
          <p14:tracePt t="54586" x="5524500" y="5348288"/>
          <p14:tracePt t="54597" x="5395913" y="5334000"/>
          <p14:tracePt t="54609" x="5259388" y="5348288"/>
          <p14:tracePt t="54620" x="5116513" y="5387975"/>
          <p14:tracePt t="54631" x="4986338" y="5449888"/>
          <p14:tracePt t="54643" x="4905375" y="5530850"/>
          <p14:tracePt t="54654" x="4837113" y="5613400"/>
          <p14:tracePt t="54664" x="4789488" y="5673725"/>
          <p14:tracePt t="54677" x="4748213" y="5756275"/>
          <p14:tracePt t="54688" x="4748213" y="5843588"/>
          <p14:tracePt t="54699" x="4748213" y="5926138"/>
          <p14:tracePt t="54710" x="4776788" y="6015038"/>
          <p14:tracePt t="54721" x="4824413" y="6081713"/>
          <p14:tracePt t="54732" x="4864100" y="6122988"/>
          <p14:tracePt t="54744" x="4919663" y="6164263"/>
          <p14:tracePt t="54755" x="4986338" y="6211888"/>
          <p14:tracePt t="54766" x="5075238" y="6253163"/>
          <p14:tracePt t="54777" x="5157788" y="6280150"/>
          <p14:tracePt t="54789" x="5232400" y="6292850"/>
          <p14:tracePt t="54799" x="5340350" y="6319838"/>
          <p14:tracePt t="54811" x="5470525" y="6334125"/>
          <p14:tracePt t="54823" x="5640388" y="6348413"/>
          <p14:tracePt t="54833" x="5824538" y="6361113"/>
          <p14:tracePt t="54845" x="6034088" y="6361113"/>
          <p14:tracePt t="54856" x="6184900" y="6361113"/>
          <p14:tracePt t="54879" x="6443663" y="6361113"/>
          <p14:tracePt t="54879" x="6681788" y="6334125"/>
          <p14:tracePt t="54890" x="6905625" y="6307138"/>
          <p14:tracePt t="54902" x="7062788" y="6292850"/>
          <p14:tracePt t="54912" x="7170738" y="6265863"/>
          <p14:tracePt t="54925" x="7232650" y="6253163"/>
          <p14:tracePt t="54936" x="7286625" y="6238875"/>
          <p14:tracePt t="54946" x="7300913" y="6224588"/>
          <p14:tracePt t="54958" x="7300913" y="6211888"/>
          <p14:tracePt t="54980" x="7300913" y="6197600"/>
          <p14:tracePt t="55069" x="7286625" y="6197600"/>
          <p14:tracePt t="55081" x="7232650" y="6197600"/>
          <p14:tracePt t="55632" x="7245350" y="6197600"/>
          <p14:tracePt t="55655" x="7259638" y="6211888"/>
          <p14:tracePt t="55667" x="7272338" y="6211888"/>
          <p14:tracePt t="55677" x="7286625" y="6224588"/>
          <p14:tracePt t="55699" x="7300913" y="6224588"/>
          <p14:tracePt t="55711" x="7300913" y="6211888"/>
          <p14:tracePt t="55846" x="7313613" y="6211888"/>
          <p14:tracePt t="55890" x="7327900" y="6211888"/>
          <p14:tracePt t="55969" x="7327900" y="6197600"/>
          <p14:tracePt t="56048" x="7340600" y="6197600"/>
          <p14:tracePt t="56060" x="7340600" y="6176963"/>
          <p14:tracePt t="56082" x="7340600" y="6164263"/>
          <p14:tracePt t="56094" x="7340600" y="6137275"/>
          <p14:tracePt t="56105" x="7340600" y="6081713"/>
          <p14:tracePt t="56116" x="7340600" y="6015038"/>
          <p14:tracePt t="56127" x="7340600" y="5938838"/>
          <p14:tracePt t="56139" x="7340600" y="5783263"/>
          <p14:tracePt t="56150" x="7327900" y="5599113"/>
          <p14:tracePt t="56161" x="7327900" y="5414963"/>
          <p14:tracePt t="56173" x="7327900" y="5253038"/>
          <p14:tracePt t="56184" x="7327900" y="5095875"/>
          <p14:tracePt t="56195" x="7327900" y="4994275"/>
          <p14:tracePt t="56206" x="7327900" y="4872038"/>
          <p14:tracePt t="56217" x="7327900" y="4768850"/>
          <p14:tracePt t="56228" x="7327900" y="4652963"/>
          <p14:tracePt t="56241" x="7327900" y="4572000"/>
          <p14:tracePt t="56251" x="7327900" y="4518025"/>
          <p14:tracePt t="56262" x="7327900" y="4456113"/>
          <p14:tracePt t="56274" x="7313613" y="4402138"/>
          <p14:tracePt t="56285" x="7300913" y="4375150"/>
          <p14:tracePt t="56297" x="7300913" y="4348163"/>
          <p14:tracePt t="56308" x="7286625" y="4333875"/>
          <p14:tracePt t="56319" x="7272338" y="4333875"/>
          <p14:tracePt t="56331" x="7259638" y="4319588"/>
          <p14:tracePt t="56352" x="7245350" y="4319588"/>
          <p14:tracePt t="56365" x="7232650" y="4319588"/>
          <p14:tracePt t="56397" x="7218363" y="4319588"/>
          <p14:tracePt t="56408" x="7205663" y="4319588"/>
          <p14:tracePt t="56420" x="7191375" y="4319588"/>
          <p14:tracePt t="56432" x="7170738" y="4319588"/>
          <p14:tracePt t="56442" x="7143750" y="4319588"/>
          <p14:tracePt t="56454" x="7116763" y="4333875"/>
          <p14:tracePt t="56466" x="7089775" y="4348163"/>
          <p14:tracePt t="56476" x="7048500" y="4375150"/>
          <p14:tracePt t="56488" x="7007225" y="4414838"/>
          <p14:tracePt t="56499" x="6973888" y="4443413"/>
          <p14:tracePt t="56509" x="6973888" y="4470400"/>
          <p14:tracePt t="56522" x="6959600" y="4503738"/>
          <p14:tracePt t="56532" x="6959600" y="4518025"/>
          <p14:tracePt t="56543" x="6959600" y="4530725"/>
          <p14:tracePt t="56555" x="6959600" y="4545013"/>
          <p14:tracePt t="56566" x="6973888" y="4557713"/>
          <p14:tracePt t="56588" x="6973888" y="4572000"/>
          <p14:tracePt t="56600" x="6994525" y="4586288"/>
          <p14:tracePt t="56611" x="6994525" y="4598988"/>
          <p14:tracePt t="56623" x="6994525" y="4613275"/>
          <p14:tracePt t="56634" x="6994525" y="4625975"/>
          <p14:tracePt t="56667" x="7007225" y="4640263"/>
          <p14:tracePt t="56679" x="7021513" y="4640263"/>
          <p14:tracePt t="56690" x="7034213" y="4652963"/>
          <p14:tracePt t="56701" x="7075488" y="4687888"/>
          <p14:tracePt t="56712" x="7129463" y="4729163"/>
          <p14:tracePt t="56725" x="7286625" y="4795838"/>
          <p14:tracePt t="56736" x="7524750" y="4899025"/>
          <p14:tracePt t="56746" x="7824788" y="4994275"/>
          <p14:tracePt t="56758" x="8116888" y="5081588"/>
          <p14:tracePt t="56770" x="8415338" y="5164138"/>
          <p14:tracePt t="56781" x="8626475" y="5232400"/>
          <p14:tracePt t="56792" x="8864600" y="5307013"/>
          <p14:tracePt t="56803" x="9021763" y="5360988"/>
          <p14:tracePt t="56815" x="9063038" y="5375275"/>
          <p14:tracePt t="57040" x="9075738" y="5387975"/>
          <p14:tracePt t="57050" x="9102725" y="5402263"/>
          <p14:tracePt t="57061" x="9164638" y="5414963"/>
          <p14:tracePt t="57073" x="9218613" y="5435600"/>
          <p14:tracePt t="57084" x="9272588" y="5449888"/>
          <p14:tracePt t="57095" x="9361488" y="5462588"/>
          <p14:tracePt t="57106" x="9444038" y="5476875"/>
          <p14:tracePt t="57118" x="9525000" y="5503863"/>
          <p14:tracePt t="57130" x="9709150" y="5572125"/>
          <p14:tracePt t="57140" x="9967913" y="5673725"/>
          <p14:tracePt t="57151" x="10150475" y="5741988"/>
          <p14:tracePt t="57163" x="10415588" y="5830888"/>
          <p14:tracePt t="57173" x="10682288" y="5899150"/>
          <p14:tracePt t="57185" x="10837863" y="5938838"/>
          <p14:tracePt t="57196" x="11007725" y="5953125"/>
          <p14:tracePt t="57208" x="11123613" y="5967413"/>
          <p14:tracePt t="57218" x="11164888" y="5967413"/>
          <p14:tracePt t="57230" x="11191875" y="5953125"/>
          <p14:tracePt t="57242" x="11206163" y="5938838"/>
          <p14:tracePt t="57253" x="11206163" y="5911850"/>
          <p14:tracePt t="57264" x="11191875" y="5872163"/>
          <p14:tracePt t="57276" x="11164888" y="5816600"/>
          <p14:tracePt t="57286" x="11137900" y="5756275"/>
          <p14:tracePt t="57299" x="11090275" y="5688013"/>
          <p14:tracePt t="57310" x="11034713" y="5646738"/>
          <p14:tracePt t="57320" x="11007725" y="5634038"/>
          <p14:tracePt t="57332" x="10968038" y="5599113"/>
          <p14:tracePt t="57343" x="10906125" y="5586413"/>
          <p14:tracePt t="57353" x="10879138" y="5572125"/>
          <p14:tracePt t="57365" x="10837863" y="5572125"/>
          <p14:tracePt t="57376" x="10783888" y="5572125"/>
          <p14:tracePt t="57387" x="10742613" y="5586413"/>
          <p14:tracePt t="57399" x="10668000" y="5599113"/>
          <p14:tracePt t="57410" x="10614025" y="5613400"/>
          <p14:tracePt t="57421" x="10531475" y="5661025"/>
          <p14:tracePt t="57432" x="10444163" y="5715000"/>
          <p14:tracePt t="57444" x="10388600" y="5756275"/>
          <p14:tracePt t="57454" x="10334625" y="5816600"/>
          <p14:tracePt t="57466" x="10301288" y="5872163"/>
          <p14:tracePt t="57477" x="10287000" y="5899150"/>
          <p14:tracePt t="57488" x="10287000" y="5938838"/>
          <p14:tracePt t="57500" x="10301288" y="5980113"/>
          <p14:tracePt t="57511" x="10334625" y="6015038"/>
          <p14:tracePt t="57522" x="10402888" y="6042025"/>
          <p14:tracePt t="57534" x="10483850" y="6069013"/>
          <p14:tracePt t="57545" x="10558463" y="6069013"/>
          <p14:tracePt t="57556" x="10653713" y="6069013"/>
          <p14:tracePt t="57567" x="10756900" y="6069013"/>
          <p14:tracePt t="57578" x="10825163" y="6054725"/>
          <p14:tracePt t="57590" x="10906125" y="6015038"/>
          <p14:tracePt t="57601" x="10980738" y="5938838"/>
          <p14:tracePt t="57612" x="11007725" y="5872163"/>
          <p14:tracePt t="57623" x="11049000" y="5741988"/>
          <p14:tracePt t="57635" x="11063288" y="5572125"/>
          <p14:tracePt t="57646" x="11034713" y="5462588"/>
          <p14:tracePt t="57658" x="10995025" y="5280025"/>
          <p14:tracePt t="57668" x="10906125" y="5122863"/>
          <p14:tracePt t="57680" x="10852150" y="5033963"/>
          <p14:tracePt t="57692" x="10783888" y="4953000"/>
          <p14:tracePt t="57702" x="10709275" y="4899025"/>
          <p14:tracePt t="57713" x="10682288" y="4872038"/>
          <p14:tracePt t="57726" x="10641013" y="4851400"/>
          <p14:tracePt t="57736" x="10614025" y="4851400"/>
          <p14:tracePt t="57747" x="10599738" y="4851400"/>
          <p14:tracePt t="57760" x="10558463" y="4851400"/>
          <p14:tracePt t="57770" x="10510838" y="4851400"/>
          <p14:tracePt t="57781" x="10471150" y="4884738"/>
          <p14:tracePt t="57793" x="10388600" y="4926013"/>
          <p14:tracePt t="57803" x="10272713" y="4994275"/>
          <p14:tracePt t="57815" x="10177463" y="5054600"/>
          <p14:tracePt t="57826" x="10034588" y="5149850"/>
          <p14:tracePt t="57837" x="9906000" y="5253038"/>
          <p14:tracePt t="57849" x="9837738" y="5307013"/>
          <p14:tracePt t="57860" x="9769475" y="5387975"/>
          <p14:tracePt t="57871" x="9742488" y="5462588"/>
          <p14:tracePt t="57883" x="9742488" y="5518150"/>
          <p14:tracePt t="57894" x="9769475" y="5599113"/>
          <p14:tracePt t="57905" x="9864725" y="5729288"/>
          <p14:tracePt t="57917" x="9967913" y="5816600"/>
          <p14:tracePt t="57928" x="10164763" y="5953125"/>
          <p14:tracePt t="57938" x="10429875" y="6069013"/>
          <p14:tracePt t="57950" x="10626725" y="6137275"/>
          <p14:tracePt t="57961" x="10891838" y="6211888"/>
          <p14:tracePt t="57972" x="11164888" y="6253163"/>
          <p14:tracePt t="57983" x="11334750" y="6265863"/>
          <p14:tracePt t="57995" x="11531600" y="6265863"/>
          <p14:tracePt t="58028" x="11682413" y="6253163"/>
          <p14:tracePt t="58032" x="11769725" y="6224588"/>
          <p14:tracePt t="58044" x="11852275" y="6164263"/>
          <p14:tracePt t="58045" x="11891963" y="6096000"/>
          <p14:tracePt t="58051" x="11953875" y="5980113"/>
          <p14:tracePt t="58064" x="11968163" y="5830888"/>
          <p14:tracePt t="58075" x="11939588" y="5646738"/>
          <p14:tracePt t="58085" x="11879263" y="5530850"/>
          <p14:tracePt t="58096" x="11757025" y="5360988"/>
          <p14:tracePt t="58108" x="11626850" y="5218113"/>
          <p14:tracePt t="58119" x="11531600" y="5137150"/>
          <p14:tracePt t="58130" x="11388725" y="5068888"/>
          <p14:tracePt t="58142" x="11245850" y="5021263"/>
          <p14:tracePt t="58152" x="11150600" y="5006975"/>
          <p14:tracePt t="58164" x="11007725" y="5006975"/>
          <p14:tracePt t="58176" x="10891838" y="5006975"/>
          <p14:tracePt t="58186" x="10825163" y="5021263"/>
          <p14:tracePt t="58197" x="10742613" y="5033963"/>
          <p14:tracePt t="58209" x="10682288" y="5068888"/>
          <p14:tracePt t="58220" x="10587038" y="5122863"/>
          <p14:tracePt t="58231" x="10483850" y="5205413"/>
          <p14:tracePt t="58243" x="10402888" y="5265738"/>
          <p14:tracePt t="58254" x="10287000" y="5360988"/>
          <p14:tracePt t="58265" x="10218738" y="5435600"/>
          <p14:tracePt t="58276" x="10177463" y="5476875"/>
          <p14:tracePt t="58287" x="10150475" y="5518150"/>
          <p14:tracePt t="58299" x="10150475" y="5557838"/>
          <p14:tracePt t="58310" x="10150475" y="5586413"/>
          <p14:tracePt t="58321" x="10164763" y="5613400"/>
          <p14:tracePt t="58333" x="10177463" y="5646738"/>
          <p14:tracePt t="58344" x="10206038" y="5661025"/>
          <p14:tracePt t="58355" x="10245725" y="5673725"/>
          <p14:tracePt t="58367" x="10313988" y="5688013"/>
          <p14:tracePt t="58378" x="10375900" y="5688013"/>
          <p14:tracePt t="58388" x="10471150" y="5688013"/>
          <p14:tracePt t="58400" x="10558463" y="5688013"/>
          <p14:tracePt t="58411" x="10614025" y="5688013"/>
          <p14:tracePt t="58422" x="10694988" y="5673725"/>
          <p14:tracePt t="58434" x="10756900" y="5661025"/>
          <p14:tracePt t="58445" x="10783888" y="5634038"/>
          <p14:tracePt t="58456" x="10810875" y="5599113"/>
          <p14:tracePt t="58467" x="10825163" y="5557838"/>
          <p14:tracePt t="58479" x="10825163" y="5518150"/>
          <p14:tracePt t="58490" x="10825163" y="5449888"/>
          <p14:tracePt t="58501" x="10810875" y="5375275"/>
          <p14:tracePt t="58512" x="10810875" y="5334000"/>
          <p14:tracePt t="58523" x="10783888" y="5265738"/>
          <p14:tracePt t="58535" x="10756900" y="5205413"/>
          <p14:tracePt t="58546" x="10742613" y="5164138"/>
          <p14:tracePt t="58558" x="10694988" y="5095875"/>
          <p14:tracePt t="58569" x="10653713" y="5006975"/>
          <p14:tracePt t="58580" x="10599738" y="4926013"/>
          <p14:tracePt t="58592" x="10483850" y="4795838"/>
          <p14:tracePt t="58602" x="10361613" y="4673600"/>
          <p14:tracePt t="58613" x="10260013" y="4586288"/>
          <p14:tracePt t="58626" x="10102850" y="4503738"/>
          <p14:tracePt t="58636" x="9967913" y="4429125"/>
          <p14:tracePt t="58648" x="9879013" y="4402138"/>
          <p14:tracePt t="58660" x="9783763" y="4375150"/>
          <p14:tracePt t="58670" x="9667875" y="4375150"/>
          <p14:tracePt t="58681" x="9599613" y="4375150"/>
          <p14:tracePt t="58693" x="9510713" y="4387850"/>
          <p14:tracePt t="58704" x="9429750" y="4387850"/>
          <p14:tracePt t="58715" x="9388475" y="4402138"/>
          <p14:tracePt t="58726" x="9348788" y="4402138"/>
          <p14:tracePt t="58737" x="9313863" y="4414838"/>
          <p14:tracePt t="58827" x="9313863" y="4387850"/>
          <p14:tracePt t="58838" x="9313863" y="4348163"/>
          <p14:tracePt t="58850" x="9301163" y="4271963"/>
          <p14:tracePt t="58861" x="9301163" y="4191000"/>
          <p14:tracePt t="58872" x="9272588" y="4089400"/>
          <p14:tracePt t="58884" x="9232900" y="4006850"/>
          <p14:tracePt t="58895" x="9177338" y="3878263"/>
          <p14:tracePt t="58907" x="9090025" y="3768725"/>
          <p14:tracePt t="58917" x="8994775" y="3667125"/>
          <p14:tracePt t="58929" x="8891588" y="3598863"/>
          <p14:tracePt t="58940" x="8796338" y="3530600"/>
          <p14:tracePt t="58951" x="8721725" y="3497263"/>
          <p14:tracePt t="58963" x="8626475" y="3470275"/>
          <p14:tracePt t="58974" x="8539163" y="3443288"/>
          <p14:tracePt t="58986" x="8456613" y="3443288"/>
          <p14:tracePt t="58996" x="8388350" y="3443288"/>
          <p14:tracePt t="59007" x="8328025" y="3443288"/>
          <p14:tracePt t="59019" x="8259763" y="3443288"/>
          <p14:tracePt t="59030" x="8191500" y="3455988"/>
          <p14:tracePt t="59041" x="8116888" y="3482975"/>
          <p14:tracePt t="59053" x="8021638" y="3530600"/>
          <p14:tracePt t="59075" x="7920038" y="3571875"/>
          <p14:tracePt t="59078" x="7837488" y="3613150"/>
          <p14:tracePt t="59087" x="7721600" y="3667125"/>
          <p14:tracePt t="59098" x="7626350" y="3729038"/>
          <p14:tracePt t="59110" x="7539038" y="3795713"/>
          <p14:tracePt t="59122" x="7470775" y="3851275"/>
          <p14:tracePt t="59142" x="7429500" y="3938588"/>
          <p14:tracePt t="59146" x="7402513" y="3994150"/>
          <p14:tracePt t="59155" x="7367588" y="4075113"/>
          <p14:tracePt t="59167" x="7367588" y="4191000"/>
          <p14:tracePt t="59178" x="7367588" y="4319588"/>
          <p14:tracePt t="59188" x="7402513" y="4443413"/>
          <p14:tracePt t="59199" x="7443788" y="4545013"/>
          <p14:tracePt t="59211" x="7470775" y="4598988"/>
          <p14:tracePt t="59222" x="7524750" y="4673600"/>
          <p14:tracePt t="59232" x="7566025" y="4714875"/>
          <p14:tracePt t="59244" x="7613650" y="4768850"/>
          <p14:tracePt t="59255" x="7667625" y="4810125"/>
          <p14:tracePt t="59266" x="7694613" y="4837113"/>
          <p14:tracePt t="59277" x="7735888" y="4872038"/>
          <p14:tracePt t="59289" x="7783513" y="4899025"/>
          <p14:tracePt t="59300" x="7837488" y="4911725"/>
          <p14:tracePt t="59311" x="7905750" y="4938713"/>
          <p14:tracePt t="59323" x="7980363" y="4953000"/>
          <p14:tracePt t="59333" x="8034338" y="4953000"/>
          <p14:tracePt t="59345" x="8116888" y="4979988"/>
          <p14:tracePt t="59356" x="8205788" y="4994275"/>
          <p14:tracePt t="59367" x="8286750" y="4994275"/>
          <p14:tracePt t="59378" x="8375650" y="5006975"/>
          <p14:tracePt t="59390" x="8443913" y="5006975"/>
          <p14:tracePt t="59401" x="8497888" y="5006975"/>
          <p14:tracePt t="59412" x="8558213" y="5006975"/>
          <p14:tracePt t="59423" x="8626475" y="5006975"/>
          <p14:tracePt t="59436" x="8682038" y="4994275"/>
          <p14:tracePt t="59446" x="8736013" y="4967288"/>
          <p14:tracePt t="59457" x="8783638" y="4953000"/>
          <p14:tracePt t="59470" x="8851900" y="4911725"/>
          <p14:tracePt t="59480" x="8932863" y="4851400"/>
          <p14:tracePt t="59491" x="9007475" y="4795838"/>
          <p14:tracePt t="59503" x="9075738" y="4714875"/>
          <p14:tracePt t="59513" x="9164638" y="4625975"/>
          <p14:tracePt t="59525" x="9218613" y="4557713"/>
          <p14:tracePt t="59537" x="9286875" y="4456113"/>
          <p14:tracePt t="59547" x="9348788" y="4375150"/>
          <p14:tracePt t="59558" x="9402763" y="4292600"/>
          <p14:tracePt t="59570" x="9429750" y="4217988"/>
          <p14:tracePt t="59581" x="9456738" y="4137025"/>
          <p14:tracePt t="59593" x="9471025" y="4089400"/>
          <p14:tracePt t="59604" x="9471025" y="4021138"/>
          <p14:tracePt t="59615" x="9471025" y="3967163"/>
          <p14:tracePt t="59626" x="9471025" y="3911600"/>
          <p14:tracePt t="59638" x="9456738" y="3851275"/>
          <p14:tracePt t="59649" x="9444038" y="3795713"/>
          <p14:tracePt t="59660" x="9415463" y="3756025"/>
          <p14:tracePt t="59671" x="9375775" y="3694113"/>
          <p14:tracePt t="59682" x="9301163" y="3640138"/>
          <p14:tracePt t="59694" x="9218613" y="3586163"/>
          <p14:tracePt t="59705" x="9090025" y="3509963"/>
          <p14:tracePt t="59727" x="8967788" y="3455988"/>
          <p14:tracePt t="59731" x="8851900" y="3414713"/>
          <p14:tracePt t="59739" x="8709025" y="3375025"/>
          <p14:tracePt t="59753" x="8558213" y="3327400"/>
          <p14:tracePt t="59762" x="8429625" y="3300413"/>
          <p14:tracePt t="59773" x="8301038" y="3271838"/>
          <p14:tracePt t="59783" x="8232775" y="3271838"/>
          <p14:tracePt t="59795" x="8129588" y="3271838"/>
          <p14:tracePt t="59806" x="8062913" y="3286125"/>
          <p14:tracePt t="59817" x="8007350" y="3300413"/>
          <p14:tracePt t="59828" x="7947025" y="3327400"/>
          <p14:tracePt t="59840" x="7891463" y="3360738"/>
          <p14:tracePt t="59851" x="7837488" y="3387725"/>
          <p14:tracePt t="59862" x="7748588" y="3443288"/>
          <p14:tracePt t="59874" x="7667625" y="3497263"/>
          <p14:tracePt t="59886" x="7586663" y="3557588"/>
          <p14:tracePt t="59896" x="7510463" y="3613150"/>
          <p14:tracePt t="59907" x="7456488" y="3681413"/>
          <p14:tracePt t="59920" x="7415213" y="3729038"/>
          <p14:tracePt t="59930" x="7388225" y="3795713"/>
          <p14:tracePt t="59941" x="7354888" y="3863975"/>
          <p14:tracePt t="59953" x="7340600" y="3952875"/>
          <p14:tracePt t="59963" x="7340600" y="4048125"/>
          <p14:tracePt t="59975" x="7340600" y="4122738"/>
          <p14:tracePt t="59987" x="7354888" y="4232275"/>
          <p14:tracePt t="59997" x="7402513" y="4360863"/>
          <p14:tracePt t="60009" x="7443788" y="4491038"/>
          <p14:tracePt t="60021" x="7497763" y="4598988"/>
          <p14:tracePt t="60031" x="7566025" y="4714875"/>
          <p14:tracePt t="60043" x="7626350" y="4783138"/>
          <p14:tracePt t="60054" x="7694613" y="4851400"/>
          <p14:tracePt t="60065" x="7748588" y="4926013"/>
          <p14:tracePt t="60076" x="7837488" y="4979988"/>
          <p14:tracePt t="60088" x="7920038" y="5033963"/>
          <p14:tracePt t="60098" x="8007350" y="5068888"/>
          <p14:tracePt t="60121" x="8062913" y="5081588"/>
          <p14:tracePt t="60122" x="8129588" y="5095875"/>
          <p14:tracePt t="60132" x="8218488" y="5095875"/>
          <p14:tracePt t="60144" x="8313738" y="5095875"/>
          <p14:tracePt t="60155" x="8429625" y="5068888"/>
          <p14:tracePt t="60166" x="8572500" y="5033963"/>
          <p14:tracePt t="60177" x="8682038" y="4994275"/>
          <p14:tracePt t="60189" x="8851900" y="4926013"/>
          <p14:tracePt t="60200" x="9021763" y="4837113"/>
          <p14:tracePt t="60211" x="9205913" y="4741863"/>
          <p14:tracePt t="60222" x="9388475" y="4625975"/>
          <p14:tracePt t="60233" x="9525000" y="4530725"/>
          <p14:tracePt t="60245" x="9599613" y="4443413"/>
          <p14:tracePt t="60256" x="9653588" y="4360863"/>
          <p14:tracePt t="60267" x="9682163" y="4259263"/>
          <p14:tracePt t="60279" x="9694863" y="4191000"/>
          <p14:tracePt t="60290" x="9694863" y="4110038"/>
          <p14:tracePt t="60301" x="9682163" y="4048125"/>
          <p14:tracePt t="60312" x="9667875" y="3979863"/>
          <p14:tracePt t="60324" x="9640888" y="3925888"/>
          <p14:tracePt t="60336" x="9613900" y="3863975"/>
          <p14:tracePt t="60346" x="9586913" y="3810000"/>
          <p14:tracePt t="60357" x="9525000" y="3756025"/>
          <p14:tracePt t="60370" x="9483725" y="3708400"/>
          <p14:tracePt t="60380" x="9415463" y="3652838"/>
          <p14:tracePt t="60391" x="9328150" y="3625850"/>
          <p14:tracePt t="60403" x="9245600" y="3598863"/>
          <p14:tracePt t="60414" x="9117013" y="3571875"/>
          <p14:tracePt t="60425" x="8994775" y="3557588"/>
          <p14:tracePt t="60437" x="8891588" y="3557588"/>
          <p14:tracePt t="60447" x="8736013" y="3571875"/>
          <p14:tracePt t="60459" x="8572500" y="3598863"/>
          <p14:tracePt t="60471" x="8429625" y="3640138"/>
          <p14:tracePt t="60481" x="8272463" y="3694113"/>
          <p14:tracePt t="60493" x="8129588" y="3768725"/>
          <p14:tracePt t="60504" x="8034338" y="3810000"/>
          <p14:tracePt t="60515" x="7905750" y="3890963"/>
          <p14:tracePt t="60527" x="7810500" y="3967163"/>
          <p14:tracePt t="60538" x="7721600" y="4033838"/>
          <p14:tracePt t="60548" x="7653338" y="4089400"/>
          <p14:tracePt t="60560" x="7613650" y="4149725"/>
          <p14:tracePt t="60572" x="7566025" y="4217988"/>
          <p14:tracePt t="60582" x="7524750" y="4292600"/>
          <p14:tracePt t="60594" x="7510463" y="4360863"/>
          <p14:tracePt t="60605" x="7497763" y="4456113"/>
          <p14:tracePt t="60616" x="7497763" y="4545013"/>
          <p14:tracePt t="60627" x="7510463" y="4613275"/>
          <p14:tracePt t="60639" x="7566025" y="4714875"/>
          <p14:tracePt t="60650" x="7640638" y="4824413"/>
          <p14:tracePt t="60662" x="7721600" y="4938713"/>
          <p14:tracePt t="60673" x="7824788" y="5033963"/>
          <p14:tracePt t="60683" x="7905750" y="5110163"/>
          <p14:tracePt t="60695" x="7980363" y="5149850"/>
          <p14:tracePt t="60706" x="8034338" y="5191125"/>
          <p14:tracePt t="60717" x="8089900" y="5218113"/>
          <p14:tracePt t="60729" x="8143875" y="5232400"/>
          <p14:tracePt t="60740" x="8205788" y="5232400"/>
          <p14:tracePt t="60751" x="8259763" y="5253038"/>
          <p14:tracePt t="60762" x="8328025" y="5232400"/>
          <p14:tracePt t="60774" x="8415338" y="5218113"/>
          <p14:tracePt t="60786" x="8510588" y="5191125"/>
          <p14:tracePt t="60796" x="8613775" y="5164138"/>
          <p14:tracePt t="60808" x="8736013" y="5110163"/>
          <p14:tracePt t="60819" x="8837613" y="5068888"/>
          <p14:tracePt t="60830" x="8994775" y="4967288"/>
          <p14:tracePt t="60841" x="9117013" y="4837113"/>
          <p14:tracePt t="60854" x="9232900" y="4700588"/>
          <p14:tracePt t="60863" x="9328150" y="4530725"/>
          <p14:tracePt t="60875" x="9388475" y="4375150"/>
          <p14:tracePt t="60887" x="9402763" y="4259263"/>
          <p14:tracePt t="60897" x="9415463" y="4122738"/>
          <p14:tracePt t="60909" x="9402763" y="4006850"/>
          <p14:tracePt t="60921" x="9388475" y="3911600"/>
          <p14:tracePt t="60931" x="9348788" y="3824288"/>
          <p14:tracePt t="60943" x="9301163" y="3756025"/>
          <p14:tracePt t="60954" x="9259888" y="3694113"/>
          <p14:tracePt t="60964" x="9205913" y="3652838"/>
          <p14:tracePt t="60977" x="9117013" y="3613150"/>
          <p14:tracePt t="60988" x="9048750" y="3586163"/>
          <p14:tracePt t="60998" x="8967788" y="3571875"/>
          <p14:tracePt t="61010" x="8905875" y="3571875"/>
          <p14:tracePt t="61022" x="8810625" y="3571875"/>
          <p14:tracePt t="61032" x="8709025" y="3586163"/>
          <p14:tracePt t="61044" x="8613775" y="3598863"/>
          <p14:tracePt t="61055" x="8497888" y="3640138"/>
          <p14:tracePt t="61066" x="8388350" y="3694113"/>
          <p14:tracePt t="61078" x="8313738" y="3741738"/>
          <p14:tracePt t="61089" x="8232775" y="3795713"/>
          <p14:tracePt t="61100" x="8143875" y="3863975"/>
          <p14:tracePt t="61111" x="8089900" y="3952875"/>
          <p14:tracePt t="61123" x="8048625" y="4021138"/>
          <p14:tracePt t="61134" x="8021638" y="4110038"/>
          <p14:tracePt t="61145" x="8021638" y="4164013"/>
          <p14:tracePt t="61156" x="8021638" y="4232275"/>
          <p14:tracePt t="61178" x="8021638" y="4306888"/>
          <p14:tracePt t="61182" x="8034338" y="4375150"/>
          <p14:tracePt t="61190" x="8075613" y="4443413"/>
          <p14:tracePt t="61204" x="8116888" y="4530725"/>
          <p14:tracePt t="61214" x="8177213" y="4586288"/>
          <p14:tracePt t="61225" x="8245475" y="4673600"/>
          <p14:tracePt t="61236" x="8340725" y="4741863"/>
          <p14:tracePt t="61246" x="8443913" y="4810125"/>
          <p14:tracePt t="61258" x="8539163" y="4851400"/>
          <p14:tracePt t="61269" x="8640763" y="4884738"/>
          <p14:tracePt t="61280" x="8721725" y="4899025"/>
          <p14:tracePt t="61291" x="8824913" y="4911725"/>
          <p14:tracePt t="61303" x="8905875" y="4911725"/>
          <p14:tracePt t="61313" x="9007475" y="4911725"/>
          <p14:tracePt t="61325" x="9090025" y="4911725"/>
          <p14:tracePt t="61338" x="9150350" y="4899025"/>
          <p14:tracePt t="61348" x="9218613" y="4872038"/>
          <p14:tracePt t="61359" x="9272588" y="4837113"/>
          <p14:tracePt t="61371" x="9328150" y="4810125"/>
          <p14:tracePt t="61381" x="9375775" y="4768850"/>
          <p14:tracePt t="61393" x="9415463" y="4729163"/>
          <p14:tracePt t="61404" x="9456738" y="4673600"/>
          <p14:tracePt t="61415" x="9498013" y="4598988"/>
          <p14:tracePt t="61426" x="9525000" y="4503738"/>
          <p14:tracePt t="61438" x="9558338" y="4375150"/>
          <p14:tracePt t="61448" x="9558338" y="4217988"/>
          <p14:tracePt t="61460" x="9572625" y="4048125"/>
          <p14:tracePt t="61472" x="9558338" y="3938588"/>
          <p14:tracePt t="61482" x="9545638" y="3795713"/>
          <p14:tracePt t="61494" x="9525000" y="3681413"/>
          <p14:tracePt t="61506" x="9483725" y="3598863"/>
          <p14:tracePt t="61516" x="9456738" y="3530600"/>
          <p14:tracePt t="61527" x="9429750" y="3497263"/>
          <p14:tracePt t="61539" x="9375775" y="3455988"/>
          <p14:tracePt t="61550" x="9313863" y="3414713"/>
          <p14:tracePt t="61561" x="9245600" y="3387725"/>
          <p14:tracePt t="61573" x="9164638" y="3348038"/>
          <p14:tracePt t="61583" x="9063038" y="3327400"/>
          <p14:tracePt t="61595" x="8994775" y="3313113"/>
          <p14:tracePt t="61606" x="8878888" y="3300413"/>
          <p14:tracePt t="61617" x="8783638" y="3286125"/>
          <p14:tracePt t="61629" x="8667750" y="3286125"/>
          <p14:tracePt t="61640" x="8558213" y="3286125"/>
          <p14:tracePt t="61651" x="8456613" y="3286125"/>
          <p14:tracePt t="61662" x="8402638" y="3300413"/>
          <p14:tracePt t="61674" x="8313738" y="3313113"/>
          <p14:tracePt t="61686" x="8245475" y="3327400"/>
          <p14:tracePt t="61696" x="8191500" y="3360738"/>
          <p14:tracePt t="61707" x="8129588" y="3387725"/>
          <p14:tracePt t="61720" x="8089900" y="3414713"/>
          <p14:tracePt t="61730" x="8062913" y="3443288"/>
          <p14:tracePt t="61741" x="8007350" y="3482975"/>
          <p14:tracePt t="61754" x="7947025" y="3544888"/>
          <p14:tracePt t="61764" x="7891463" y="3613150"/>
          <p14:tracePt t="61776" x="7851775" y="3694113"/>
          <p14:tracePt t="61787" x="7810500" y="3768725"/>
          <p14:tracePt t="61797" x="7783513" y="3851275"/>
          <p14:tracePt t="61809" x="7748588" y="3938588"/>
          <p14:tracePt t="61822" x="7735888" y="4021138"/>
          <p14:tracePt t="61831" x="7721600" y="4110038"/>
          <p14:tracePt t="61843" x="7721600" y="4176713"/>
          <p14:tracePt t="61856" x="7735888" y="4244975"/>
          <p14:tracePt t="61865" x="7762875" y="4333875"/>
          <p14:tracePt t="61877" x="7810500" y="4429125"/>
          <p14:tracePt t="61888" x="7864475" y="4530725"/>
          <p14:tracePt t="61898" x="7932738" y="4598988"/>
          <p14:tracePt t="61910" x="7994650" y="4652963"/>
          <p14:tracePt t="61922" x="8034338" y="4687888"/>
          <p14:tracePt t="61932" x="8075613" y="4700588"/>
          <p14:tracePt t="61944" x="8102600" y="4714875"/>
          <p14:tracePt t="61955" x="8116888" y="4729163"/>
          <p14:tracePt t="61966" x="8129588" y="4729163"/>
          <p14:tracePt t="62078" x="8143875" y="4729163"/>
          <p14:tracePt t="62157" x="8164513" y="4729163"/>
          <p14:tracePt t="62180" x="8177213" y="4729163"/>
          <p14:tracePt t="62192" x="8191500" y="4729163"/>
          <p14:tracePt t="62224" x="8205788" y="4729163"/>
          <p14:tracePt t="62227" x="8218488" y="4714875"/>
          <p14:tracePt t="62237" x="8232775" y="4714875"/>
          <p14:tracePt t="62243" x="8245475" y="4714875"/>
          <p14:tracePt t="62261" x="8259763" y="4714875"/>
          <p14:tracePt t="65208" x="8456613" y="4700588"/>
          <p14:tracePt t="65218" x="8783638" y="4687888"/>
          <p14:tracePt t="65229" x="9191625" y="4673600"/>
          <p14:tracePt t="65240" x="9640888" y="4652963"/>
          <p14:tracePt t="65251" x="9939338" y="4640263"/>
          <p14:tracePt t="65262" x="10375900" y="4613275"/>
          <p14:tracePt t="65273" x="10837863" y="4557713"/>
          <p14:tracePt t="65285" x="11191875" y="4518025"/>
          <p14:tracePt t="65296" x="11742738" y="4414838"/>
          <p14:tracePt t="65511" x="12022138" y="3571875"/>
          <p14:tracePt t="65521" x="11742738" y="3625850"/>
          <p14:tracePt t="65532" x="11456988" y="3708400"/>
          <p14:tracePt t="65544" x="11164888" y="3795713"/>
          <p14:tracePt t="65555" x="10852150" y="3878263"/>
          <p14:tracePt t="65566" x="10653713" y="3938588"/>
          <p14:tracePt t="65578" x="10429875" y="4021138"/>
          <p14:tracePt t="65588" x="10260013" y="4110038"/>
          <p14:tracePt t="65600" x="10117138" y="4176713"/>
          <p14:tracePt t="65611" x="10021888" y="4259263"/>
          <p14:tracePt t="65622" x="9953625" y="4333875"/>
          <p14:tracePt t="65634" x="9891713" y="4375150"/>
          <p14:tracePt t="65645" x="9864725" y="4429125"/>
          <p14:tracePt t="65656" x="9837738" y="4456113"/>
          <p14:tracePt t="65667" x="9825038" y="4491038"/>
          <p14:tracePt t="65679" x="9825038" y="4503738"/>
          <p14:tracePt t="65723" x="9837738" y="4503738"/>
          <p14:tracePt t="65735" x="9864725" y="4491038"/>
          <p14:tracePt t="65746" x="9906000" y="4470400"/>
          <p14:tracePt t="65758" x="9939338" y="4429125"/>
          <p14:tracePt t="65769" x="9967913" y="4402138"/>
          <p14:tracePt t="65780" x="9980613" y="4360863"/>
          <p14:tracePt t="65791" x="9980613" y="4319588"/>
          <p14:tracePt t="65803" x="9967913" y="4259263"/>
          <p14:tracePt t="65814" x="9953625" y="4217988"/>
          <p14:tracePt t="65825" x="9906000" y="4191000"/>
          <p14:tracePt t="65836" x="9879013" y="4176713"/>
          <p14:tracePt t="65847" x="9837738" y="4176713"/>
          <p14:tracePt t="65860" x="9810750" y="4176713"/>
          <p14:tracePt t="65871" x="9783763" y="4191000"/>
          <p14:tracePt t="65882" x="9756775" y="4217988"/>
          <p14:tracePt t="65893" x="9721850" y="4259263"/>
          <p14:tracePt t="65904" x="9694863" y="4319588"/>
          <p14:tracePt t="65916" x="9682163" y="4387850"/>
          <p14:tracePt t="65927" x="9667875" y="4443413"/>
          <p14:tracePt t="65937" x="9682163" y="4503738"/>
          <p14:tracePt t="65949" x="9709150" y="4545013"/>
          <p14:tracePt t="65961" x="9742488" y="4572000"/>
          <p14:tracePt t="65971" x="9783763" y="4598988"/>
          <p14:tracePt t="65982" x="9825038" y="4613275"/>
          <p14:tracePt t="65994" x="9879013" y="4613275"/>
          <p14:tracePt t="66005" x="9967913" y="4598988"/>
          <p14:tracePt t="66017" x="10048875" y="4572000"/>
          <p14:tracePt t="66028" x="10117138" y="4530725"/>
          <p14:tracePt t="66039" x="10191750" y="4470400"/>
          <p14:tracePt t="66050" x="10233025" y="4402138"/>
          <p14:tracePt t="66062" x="10245725" y="4306888"/>
          <p14:tracePt t="66072" x="10245725" y="4205288"/>
          <p14:tracePt t="66084" x="10218738" y="4110038"/>
          <p14:tracePt t="66095" x="10191750" y="4033838"/>
          <p14:tracePt t="66106" x="10137775" y="3967163"/>
          <p14:tracePt t="66118" x="10048875" y="3911600"/>
          <p14:tracePt t="66129" x="9967913" y="3851275"/>
          <p14:tracePt t="66140" x="9864725" y="3810000"/>
          <p14:tracePt t="66152" x="9742488" y="3783013"/>
          <p14:tracePt t="66163" x="9653588" y="3768725"/>
          <p14:tracePt t="66173" x="9572625" y="3783013"/>
          <p14:tracePt t="66185" x="9483725" y="3810000"/>
          <p14:tracePt t="66196" x="9415463" y="3836988"/>
          <p14:tracePt t="66207" x="9348788" y="3911600"/>
          <p14:tracePt t="66219" x="9286875" y="3994150"/>
          <p14:tracePt t="66230" x="9245600" y="4075113"/>
          <p14:tracePt t="66241" x="9232900" y="4191000"/>
          <p14:tracePt t="66253" x="9232900" y="4292600"/>
          <p14:tracePt t="66264" x="9232900" y="4375150"/>
          <p14:tracePt t="66275" x="9272588" y="4443413"/>
          <p14:tracePt t="66286" x="9301163" y="4491038"/>
          <p14:tracePt t="66298" x="9361488" y="4530725"/>
          <p14:tracePt t="66309" x="9444038" y="4545013"/>
          <p14:tracePt t="66320" x="9545638" y="4557713"/>
          <p14:tracePt t="66331" x="9667875" y="4557713"/>
          <p14:tracePt t="66343" x="9810750" y="4530725"/>
          <p14:tracePt t="66354" x="9920288" y="4491038"/>
          <p14:tracePt t="66365" x="10090150" y="4414838"/>
          <p14:tracePt t="66377" x="10245725" y="4333875"/>
          <p14:tracePt t="66387" x="10361613" y="4232275"/>
          <p14:tracePt t="66421" x="10429875" y="4137025"/>
          <p14:tracePt t="66425" x="10456863" y="4048125"/>
          <p14:tracePt t="66434" x="10456863" y="4006850"/>
          <p14:tracePt t="66435" x="10429875" y="3952875"/>
          <p14:tracePt t="66445" x="10388600" y="3911600"/>
          <p14:tracePt t="66456" x="10301288" y="3863975"/>
          <p14:tracePt t="66467" x="10191750" y="3824288"/>
          <p14:tracePt t="66478" x="10034588" y="3810000"/>
          <p14:tracePt t="66489" x="9920288" y="3795713"/>
          <p14:tracePt t="66500" x="9742488" y="3810000"/>
          <p14:tracePt t="66512" x="9586913" y="3836988"/>
          <p14:tracePt t="66522" x="9444038" y="3878263"/>
          <p14:tracePt t="66534" x="9328150" y="3938588"/>
          <p14:tracePt t="66545" x="9259888" y="3994150"/>
          <p14:tracePt t="66556" x="9205913" y="4021138"/>
          <p14:tracePt t="66568" x="9177338" y="4089400"/>
          <p14:tracePt t="66579" x="9150350" y="4149725"/>
          <p14:tracePt t="66590" x="9150350" y="4217988"/>
          <p14:tracePt t="66601" x="9164638" y="4292600"/>
          <p14:tracePt t="66613" x="9191625" y="4348163"/>
          <p14:tracePt t="66623" x="9218613" y="4375150"/>
          <p14:tracePt t="66635" x="9272588" y="4414838"/>
          <p14:tracePt t="66646" x="9328150" y="4443413"/>
          <p14:tracePt t="66657" x="9388475" y="4470400"/>
          <p14:tracePt t="66669" x="9456738" y="4491038"/>
          <p14:tracePt t="66680" x="9483725" y="4491038"/>
          <p14:tracePt t="66691" x="9510713" y="4491038"/>
          <p14:tracePt t="66703" x="9525000" y="4491038"/>
          <p14:tracePt t="66713" x="9545638" y="4491038"/>
          <p14:tracePt t="66963" x="9572625" y="4491038"/>
          <p14:tracePt t="66964" x="9640888" y="4470400"/>
          <p14:tracePt t="66973" x="9709150" y="4456113"/>
          <p14:tracePt t="66984" x="9810750" y="4443413"/>
          <p14:tracePt t="66995" x="9879013" y="4443413"/>
          <p14:tracePt t="67007" x="9939338" y="4443413"/>
          <p14:tracePt t="67017" x="9994900" y="4429125"/>
          <p14:tracePt t="67028" x="10021888" y="4429125"/>
          <p14:tracePt t="67040" x="10034588" y="4429125"/>
          <p14:tracePt t="67051" x="10048875" y="4429125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ea typeface="ＭＳ Ｐゴシック" panose="020B0600070205080204" pitchFamily="34" charset="-128"/>
              </a:rPr>
              <a:t>Uses </a:t>
            </a:r>
            <a:r>
              <a:rPr lang="en-US" altLang="en-US" sz="2000" b="1" dirty="0">
                <a:ea typeface="ＭＳ Ｐゴシック" panose="020B0600070205080204" pitchFamily="34" charset="-128"/>
              </a:rPr>
              <a:t>two</a:t>
            </a:r>
            <a:r>
              <a:rPr lang="en-US" altLang="en-US" sz="2000" dirty="0">
                <a:ea typeface="ＭＳ Ｐゴシック" panose="020B0600070205080204" pitchFamily="34" charset="-128"/>
              </a:rPr>
              <a:t> keys – a public &amp; a private key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ea typeface="ＭＳ Ｐゴシック" panose="020B0600070205080204" pitchFamily="34" charset="-128"/>
              </a:rPr>
              <a:t>Receiver needs to “publish” an encryption key, which is known as the </a:t>
            </a:r>
            <a:r>
              <a:rPr lang="en-US" altLang="en-US" sz="2000" b="1" dirty="0">
                <a:ea typeface="ＭＳ Ｐゴシック" panose="020B0600070205080204" pitchFamily="34" charset="-128"/>
              </a:rPr>
              <a:t>public key</a:t>
            </a:r>
            <a:r>
              <a:rPr lang="en-US" altLang="en-US" sz="2000" dirty="0">
                <a:ea typeface="ＭＳ Ｐゴシック" panose="020B0600070205080204" pitchFamily="34" charset="-128"/>
              </a:rPr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>
                <a:ea typeface="ＭＳ Ｐゴシック" panose="020B0600070205080204" pitchFamily="34" charset="-128"/>
              </a:rPr>
              <a:t>Receiver needs a unique decryption key, which is known as the </a:t>
            </a:r>
            <a:r>
              <a:rPr lang="en-US" altLang="en-US" sz="2000" b="1" dirty="0">
                <a:ea typeface="ＭＳ Ｐゴシック" panose="020B0600070205080204" pitchFamily="34" charset="-128"/>
              </a:rPr>
              <a:t>private key</a:t>
            </a:r>
            <a:r>
              <a:rPr lang="en-US" altLang="en-US" sz="2000" dirty="0">
                <a:ea typeface="ＭＳ Ｐゴシック" panose="020B0600070205080204" pitchFamily="34" charset="-128"/>
              </a:rPr>
              <a:t>.</a:t>
            </a:r>
            <a:endParaRPr lang="en-AU" altLang="en-US" sz="2000" dirty="0">
              <a:ea typeface="ＭＳ Ｐゴシック" panose="020B0600070205080204" pitchFamily="34" charset="-128"/>
            </a:endParaRP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 descr="Public key cryptography workflow.">
            <a:extLst>
              <a:ext uri="{FF2B5EF4-FFF2-40B4-BE49-F238E27FC236}">
                <a16:creationId xmlns:a16="http://schemas.microsoft.com/office/drawing/2014/main" id="{6D4DAFE0-8DE1-94BC-10CE-4127A07CE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2" y="3023748"/>
            <a:ext cx="10288436" cy="3153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782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33"/>
    </mc:Choice>
    <mc:Fallback xmlns="">
      <p:transition spd="slow" advTm="701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  <p:extLst>
    <p:ext uri="{3A86A75C-4F4B-4683-9AE1-C65F6400EC91}">
      <p14:laserTraceLst xmlns:p14="http://schemas.microsoft.com/office/powerpoint/2010/main">
        <p14:tracePtLst>
          <p14:tracePt t="12318" x="10063163" y="4429125"/>
          <p14:tracePt t="12328" x="10090150" y="4443413"/>
          <p14:tracePt t="12338" x="10150475" y="4456113"/>
          <p14:tracePt t="12349" x="10233025" y="4470400"/>
          <p14:tracePt t="12360" x="10301288" y="4491038"/>
          <p14:tracePt t="12370" x="10415588" y="4518025"/>
          <p14:tracePt t="12381" x="10510838" y="4530725"/>
          <p14:tracePt t="12392" x="10587038" y="4545013"/>
          <p14:tracePt t="12402" x="10653713" y="4557713"/>
          <p14:tracePt t="12413" x="10729913" y="4557713"/>
          <p14:tracePt t="12426" x="10769600" y="4557713"/>
          <p14:tracePt t="12436" x="10825163" y="4557713"/>
          <p14:tracePt t="12447" x="10864850" y="4557713"/>
          <p14:tracePt t="12459" x="10891838" y="4557713"/>
          <p14:tracePt t="12470" x="10906125" y="4557713"/>
          <p14:tracePt t="12481" x="10906125" y="4545013"/>
          <p14:tracePt t="12493" x="10926763" y="4530725"/>
          <p14:tracePt t="12503" x="10926763" y="4518025"/>
          <p14:tracePt t="12515" x="10939463" y="4503738"/>
          <p14:tracePt t="12526" x="10953750" y="4470400"/>
          <p14:tracePt t="12537" x="10968038" y="4456113"/>
          <p14:tracePt t="12549" x="10980738" y="4429125"/>
          <p14:tracePt t="12560" x="10980738" y="4414838"/>
          <p14:tracePt t="12660" x="10980738" y="4429125"/>
          <p14:tracePt t="12673" x="10995025" y="4443413"/>
          <p14:tracePt t="12695" x="11007725" y="4470400"/>
          <p14:tracePt t="12699" x="11022013" y="4491038"/>
          <p14:tracePt t="12706" x="11049000" y="4518025"/>
          <p14:tracePt t="12720" x="11075988" y="4530725"/>
          <p14:tracePt t="12729" x="11102975" y="4557713"/>
          <p14:tracePt t="12740" x="11137900" y="4572000"/>
          <p14:tracePt t="12751" x="11191875" y="4598988"/>
          <p14:tracePt t="12762" x="11272838" y="4640263"/>
          <p14:tracePt t="12774" x="11349038" y="4652963"/>
          <p14:tracePt t="12785" x="11430000" y="4673600"/>
          <p14:tracePt t="12796" x="11498263" y="4687888"/>
          <p14:tracePt t="12807" x="11572875" y="4687888"/>
          <p14:tracePt t="12820" x="11626850" y="4673600"/>
          <p14:tracePt t="12830" x="11682413" y="4652963"/>
          <p14:tracePt t="12841" x="11742738" y="4625975"/>
          <p14:tracePt t="12854" x="11769725" y="4598988"/>
          <p14:tracePt t="12864" x="11784013" y="4572000"/>
          <p14:tracePt t="12875" x="11784013" y="4557713"/>
          <p14:tracePt t="12888" x="11769725" y="4545013"/>
          <p14:tracePt t="12897" x="11757025" y="4518025"/>
          <p14:tracePt t="12909" x="11715750" y="4503738"/>
          <p14:tracePt t="12921" x="11668125" y="4503738"/>
          <p14:tracePt t="12931" x="11599863" y="4503738"/>
          <p14:tracePt t="12942" x="11558588" y="4503738"/>
          <p14:tracePt t="12954" x="11498263" y="4545013"/>
          <p14:tracePt t="12965" x="11415713" y="4613275"/>
          <p14:tracePt t="12976" x="11361738" y="4700588"/>
          <p14:tracePt t="12988" x="11320463" y="4795838"/>
          <p14:tracePt t="12999" x="11287125" y="4899025"/>
          <p14:tracePt t="13010" x="11301413" y="4967288"/>
          <p14:tracePt t="13022" x="11320463" y="5033963"/>
          <p14:tracePt t="13032" x="11361738" y="5095875"/>
          <p14:tracePt t="13044" x="11415713" y="5137150"/>
          <p14:tracePt t="13055" x="11456988" y="5149850"/>
          <p14:tracePt t="13066" x="11531600" y="5164138"/>
          <p14:tracePt t="13077" x="11572875" y="5164138"/>
          <p14:tracePt t="13089" x="11626850" y="5164138"/>
          <p14:tracePt t="13100" x="11668125" y="5149850"/>
          <p14:tracePt t="13111" x="11695113" y="5149850"/>
          <p14:tracePt t="13123" x="11695113" y="5137150"/>
          <p14:tracePt t="13133" x="11695113" y="5110163"/>
          <p14:tracePt t="13156" x="11682413" y="5081588"/>
          <p14:tracePt t="13167" x="11668125" y="5068888"/>
          <p14:tracePt t="13178" x="11641138" y="5068888"/>
          <p14:tracePt t="13190" x="11614150" y="5068888"/>
          <p14:tracePt t="13201" x="11587163" y="5095875"/>
          <p14:tracePt t="13212" x="11545888" y="5122863"/>
          <p14:tracePt t="13224" x="11498263" y="5205413"/>
          <p14:tracePt t="13235" x="11456988" y="5307013"/>
          <p14:tracePt t="13246" x="11415713" y="5402263"/>
          <p14:tracePt t="13258" x="11415713" y="5518150"/>
          <p14:tracePt t="13270" x="11430000" y="5599113"/>
          <p14:tracePt t="13280" x="11444288" y="5661025"/>
          <p14:tracePt t="13292" x="11483975" y="5715000"/>
          <p14:tracePt t="13304" x="11545888" y="5768975"/>
          <p14:tracePt t="13315" x="11614150" y="5795963"/>
          <p14:tracePt t="13327" x="11682413" y="5816600"/>
          <p14:tracePt t="13339" x="11742738" y="5816600"/>
          <p14:tracePt t="13348" x="11769725" y="5816600"/>
          <p14:tracePt t="13359" x="11811000" y="5795963"/>
          <p14:tracePt t="13371" x="11837988" y="5783263"/>
          <p14:tracePt t="13381" x="11852275" y="5768975"/>
          <p14:tracePt t="13392" x="11864975" y="5741988"/>
          <p14:tracePt t="13404" x="11864975" y="5715000"/>
          <p14:tracePt t="13415" x="11852275" y="5688013"/>
          <p14:tracePt t="13426" x="11852275" y="5646738"/>
          <p14:tracePt t="13438" x="11837988" y="5634038"/>
          <p14:tracePt t="13448" x="11825288" y="5599113"/>
          <p14:tracePt t="14012" x="11825288" y="5572125"/>
          <p14:tracePt t="14013" x="11837988" y="5572125"/>
          <p14:tracePt t="14022" x="11837988" y="5557838"/>
          <p14:tracePt t="14033" x="11852275" y="5545138"/>
          <p14:tracePt t="14044" x="11852275" y="5518150"/>
          <p14:tracePt t="14056" x="11864975" y="5503863"/>
          <p14:tracePt t="14067" x="11864975" y="5491163"/>
          <p14:tracePt t="14078" x="11864975" y="5476875"/>
          <p14:tracePt t="14090" x="11879263" y="5449888"/>
          <p14:tracePt t="14101" x="11879263" y="5435600"/>
          <p14:tracePt t="14123" x="11879263" y="5414963"/>
          <p14:tracePt t="14146" x="11879263" y="5402263"/>
          <p14:tracePt t="14168" x="11879263" y="5387975"/>
          <p14:tracePt t="14181" x="11864975" y="5387975"/>
          <p14:tracePt t="14191" x="11864975" y="5375275"/>
          <p14:tracePt t="14202" x="11864975" y="5360988"/>
          <p14:tracePt t="14215" x="11864975" y="5348288"/>
          <p14:tracePt t="14225" x="11852275" y="5334000"/>
          <p14:tracePt t="14236" x="11852275" y="5319713"/>
          <p14:tracePt t="14249" x="11852275" y="5307013"/>
          <p14:tracePt t="14258" x="11852275" y="5280025"/>
          <p14:tracePt t="14270" x="11852275" y="5265738"/>
          <p14:tracePt t="14282" x="11837988" y="5253038"/>
          <p14:tracePt t="14292" x="11825288" y="5218113"/>
          <p14:tracePt t="14304" x="11796713" y="5205413"/>
          <p14:tracePt t="14316" x="11757025" y="5191125"/>
          <p14:tracePt t="14326" x="11742738" y="5191125"/>
          <p14:tracePt t="14586" x="11742738" y="5176838"/>
          <p14:tracePt t="14596" x="11742738" y="5191125"/>
          <p14:tracePt t="14607" x="11757025" y="5191125"/>
          <p14:tracePt t="14619" x="11784013" y="5191125"/>
          <p14:tracePt t="14630" x="11796713" y="5176838"/>
          <p14:tracePt t="14641" x="11811000" y="5176838"/>
          <p14:tracePt t="14652" x="11811000" y="5164138"/>
          <p14:tracePt t="14675" x="11825288" y="5149850"/>
          <p14:tracePt t="14686" x="11825288" y="5137150"/>
          <p14:tracePt t="14697" x="11837988" y="5137150"/>
          <p14:tracePt t="14708" x="11837988" y="5122863"/>
          <p14:tracePt t="14720" x="11852275" y="5110163"/>
          <p14:tracePt t="14742" x="11864975" y="5095875"/>
          <p14:tracePt t="14753" x="11864975" y="5081588"/>
          <p14:tracePt t="14765" x="11879263" y="5068888"/>
          <p14:tracePt t="14798" x="11879263" y="5054600"/>
          <p14:tracePt t="14801" x="11891963" y="5033963"/>
          <p14:tracePt t="14810" x="11891963" y="5021263"/>
          <p14:tracePt t="14813" x="11891963" y="4994275"/>
          <p14:tracePt t="14825" x="11912600" y="4994275"/>
          <p14:tracePt t="14833" x="11912600" y="4979988"/>
          <p14:tracePt t="14856" x="11912600" y="4967288"/>
          <p14:tracePt t="14866" x="11926888" y="4953000"/>
          <p14:tracePt t="14878" x="11926888" y="4926013"/>
          <p14:tracePt t="14889" x="11926888" y="4899025"/>
          <p14:tracePt t="14900" x="11926888" y="4851400"/>
          <p14:tracePt t="14912" x="11939588" y="4783138"/>
          <p14:tracePt t="14923" x="11939588" y="4700588"/>
          <p14:tracePt t="14933" x="11926888" y="4586288"/>
          <p14:tracePt t="14945" x="11912600" y="4470400"/>
          <p14:tracePt t="14956" x="11879263" y="4375150"/>
          <p14:tracePt t="14967" x="11837988" y="4292600"/>
          <p14:tracePt t="14979" x="11796713" y="4232275"/>
          <p14:tracePt t="14990" x="11757025" y="4205288"/>
          <p14:tracePt t="15001" x="11715750" y="4191000"/>
          <p14:tracePt t="15013" x="11653838" y="4191000"/>
          <p14:tracePt t="15024" x="11614150" y="4191000"/>
          <p14:tracePt t="15035" x="11545888" y="4217988"/>
          <p14:tracePt t="15046" x="11483975" y="4259263"/>
          <p14:tracePt t="15058" x="11430000" y="4306888"/>
          <p14:tracePt t="15068" x="11376025" y="4360863"/>
          <p14:tracePt t="15081" x="11349038" y="4414838"/>
          <p14:tracePt t="15091" x="11349038" y="4470400"/>
          <p14:tracePt t="15102" x="11376025" y="4518025"/>
          <p14:tracePt t="15114" x="11403013" y="4557713"/>
          <p14:tracePt t="15126" x="11456988" y="4586288"/>
          <p14:tracePt t="15136" x="11531600" y="4598988"/>
          <p14:tracePt t="15148" x="11614150" y="4613275"/>
          <p14:tracePt t="15159" x="11715750" y="4598988"/>
          <p14:tracePt t="15170" x="11769725" y="4586288"/>
          <p14:tracePt t="15181" x="11811000" y="4572000"/>
          <p14:tracePt t="15192" x="11811000" y="4545013"/>
          <p14:tracePt t="15205" x="11796713" y="4503738"/>
          <p14:tracePt t="15215" x="11730038" y="4429125"/>
          <p14:tracePt t="15226" x="11599863" y="4319588"/>
          <p14:tracePt t="15238" x="11415713" y="4191000"/>
          <p14:tracePt t="15248" x="11233150" y="4062413"/>
          <p14:tracePt t="15260" x="10926763" y="3890963"/>
          <p14:tracePt t="15272" x="10510838" y="3694113"/>
          <p14:tracePt t="15282" x="9994900" y="3443288"/>
          <p14:tracePt t="15293" x="9361488" y="3163888"/>
          <p14:tracePt t="15306" x="8626475" y="2782888"/>
          <p14:tracePt t="15316" x="8048625" y="2509838"/>
          <p14:tracePt t="15327" x="7259638" y="2170113"/>
          <p14:tracePt t="15339" x="6551613" y="1905000"/>
          <p14:tracePt t="15350" x="6048375" y="1708150"/>
          <p14:tracePt t="15361" x="5667375" y="1604963"/>
          <p14:tracePt t="15373" x="5395913" y="1538288"/>
          <p14:tracePt t="15383" x="5272088" y="1524000"/>
          <p14:tracePt t="15395" x="5143500" y="1509713"/>
          <p14:tracePt t="15406" x="5075238" y="1509713"/>
          <p14:tracePt t="15417" x="5021263" y="1509713"/>
          <p14:tracePt t="15428" x="5000625" y="1524000"/>
          <p14:tracePt t="15440" x="4986338" y="1538288"/>
          <p14:tracePt t="15451" x="4986338" y="1550988"/>
          <p14:tracePt t="15473" x="4986338" y="1565275"/>
          <p14:tracePt t="15485" x="4986338" y="1577975"/>
          <p14:tracePt t="15496" x="4986338" y="1592263"/>
          <p14:tracePt t="15507" x="5000625" y="1604963"/>
          <p14:tracePt t="15518" x="5000625" y="1625600"/>
          <p14:tracePt t="15530" x="4986338" y="1639888"/>
          <p14:tracePt t="15541" x="4973638" y="1681163"/>
          <p14:tracePt t="15552" x="4959350" y="1735138"/>
          <p14:tracePt t="15564" x="4932363" y="1803400"/>
          <p14:tracePt t="15575" x="4919663" y="1931988"/>
          <p14:tracePt t="15586" x="4919663" y="2033588"/>
          <p14:tracePt t="15598" x="4959350" y="2170113"/>
          <p14:tracePt t="15609" x="5033963" y="2271713"/>
          <p14:tracePt t="15619" x="5116513" y="2339975"/>
          <p14:tracePt t="15631" x="5184775" y="2401888"/>
          <p14:tracePt t="15644" x="5232400" y="2414588"/>
          <p14:tracePt t="15653" x="5286375" y="2428875"/>
          <p14:tracePt t="15665" x="5313363" y="2428875"/>
          <p14:tracePt t="15676" x="5340350" y="2428875"/>
          <p14:tracePt t="15688" x="5354638" y="2428875"/>
          <p14:tracePt t="15856" x="5354638" y="2443163"/>
          <p14:tracePt t="15859" x="5381625" y="2443163"/>
          <p14:tracePt t="15868" x="5414963" y="2455863"/>
          <p14:tracePt t="15878" x="5470525" y="2455863"/>
          <p14:tracePt t="15892" x="5538788" y="2470150"/>
          <p14:tracePt t="15902" x="5640388" y="2470150"/>
          <p14:tracePt t="15914" x="5721350" y="2470150"/>
          <p14:tracePt t="15925" x="5851525" y="2470150"/>
          <p14:tracePt t="15935" x="5973763" y="2470150"/>
          <p14:tracePt t="15947" x="6102350" y="2470150"/>
          <p14:tracePt t="15959" x="6184900" y="2455863"/>
          <p14:tracePt t="15969" x="6259513" y="2455863"/>
          <p14:tracePt t="15981" x="6313488" y="2443163"/>
          <p14:tracePt t="15992" x="6354763" y="2443163"/>
          <p14:tracePt t="16002" x="6381750" y="2443163"/>
          <p14:tracePt t="16014" x="6415088" y="2443163"/>
          <p14:tracePt t="16026" x="6415088" y="2428875"/>
          <p14:tracePt t="16069" x="6381750" y="2443163"/>
          <p14:tracePt t="16082" x="6340475" y="2443163"/>
          <p14:tracePt t="16093" x="6232525" y="2443163"/>
          <p14:tracePt t="16104" x="6116638" y="2443163"/>
          <p14:tracePt t="16116" x="5891213" y="2443163"/>
          <p14:tracePt t="16126" x="5681663" y="2443163"/>
          <p14:tracePt t="16137" x="5470525" y="2443163"/>
          <p14:tracePt t="16149" x="5300663" y="2443163"/>
          <p14:tracePt t="16160" x="5184775" y="2428875"/>
          <p14:tracePt t="16171" x="5129213" y="2428875"/>
          <p14:tracePt t="16183" x="5116513" y="2428875"/>
          <p14:tracePt t="16216" x="5129213" y="2428875"/>
          <p14:tracePt t="16227" x="5157788" y="2428875"/>
          <p14:tracePt t="16238" x="5184775" y="2428875"/>
          <p14:tracePt t="16250" x="5259388" y="2428875"/>
          <p14:tracePt t="16261" x="5367338" y="2443163"/>
          <p14:tracePt t="16272" x="5510213" y="2443163"/>
          <p14:tracePt t="16284" x="5708650" y="2455863"/>
          <p14:tracePt t="16296" x="5864225" y="2455863"/>
          <p14:tracePt t="16307" x="6089650" y="2470150"/>
          <p14:tracePt t="16318" x="6327775" y="2482850"/>
          <p14:tracePt t="16328" x="6524625" y="2497138"/>
          <p14:tracePt t="16341" x="6681788" y="2509838"/>
          <p14:tracePt t="16351" x="6796088" y="2524125"/>
          <p14:tracePt t="16363" x="6837363" y="2524125"/>
          <p14:tracePt t="16375" x="6851650" y="2538413"/>
          <p14:tracePt t="16385" x="6864350" y="2538413"/>
          <p14:tracePt t="16397" x="6851650" y="2538413"/>
          <p14:tracePt t="16408" x="6837363" y="2538413"/>
          <p14:tracePt t="16419" x="6748463" y="2538413"/>
          <p14:tracePt t="16430" x="6653213" y="2524125"/>
          <p14:tracePt t="16442" x="6470650" y="2509838"/>
          <p14:tracePt t="16452" x="6272213" y="2497138"/>
          <p14:tracePt t="16464" x="6062663" y="2497138"/>
          <p14:tracePt t="16475" x="5905500" y="2497138"/>
          <p14:tracePt t="16486" x="5776913" y="2482850"/>
          <p14:tracePt t="16498" x="5721350" y="2482850"/>
          <p14:tracePt t="16509" x="5681663" y="2482850"/>
          <p14:tracePt t="16542" x="5708650" y="2482850"/>
          <p14:tracePt t="16553" x="5762625" y="2482850"/>
          <p14:tracePt t="16565" x="5851525" y="2482850"/>
          <p14:tracePt t="16576" x="6021388" y="2497138"/>
          <p14:tracePt t="16587" x="6218238" y="2509838"/>
          <p14:tracePt t="16600" x="6429375" y="2509838"/>
          <p14:tracePt t="16610" x="6626225" y="2524125"/>
          <p14:tracePt t="16621" x="6748463" y="2524125"/>
          <p14:tracePt t="16633" x="6864350" y="2524125"/>
          <p14:tracePt t="16644" x="6905625" y="2524125"/>
          <p14:tracePt t="16677" x="6878638" y="2524125"/>
          <p14:tracePt t="16688" x="6851650" y="2524125"/>
          <p14:tracePt t="16701" x="6762750" y="2524125"/>
          <p14:tracePt t="16712" x="6681788" y="2509838"/>
          <p14:tracePt t="16724" x="6599238" y="2509838"/>
          <p14:tracePt t="16735" x="6510338" y="2509838"/>
          <p14:tracePt t="16746" x="6470650" y="2509838"/>
          <p14:tracePt t="16758" x="6456363" y="2509838"/>
          <p14:tracePt t="16768" x="6443663" y="2509838"/>
          <p14:tracePt t="17208" x="6483350" y="2509838"/>
          <p14:tracePt t="17218" x="6510338" y="2509838"/>
          <p14:tracePt t="17230" x="6551613" y="2509838"/>
          <p14:tracePt t="17241" x="6626225" y="2524125"/>
          <p14:tracePt t="17252" x="6735763" y="2538413"/>
          <p14:tracePt t="17262" x="6864350" y="2565400"/>
          <p14:tracePt t="17274" x="6959600" y="2586038"/>
          <p14:tracePt t="17286" x="7102475" y="2613025"/>
          <p14:tracePt t="17296" x="7245350" y="2625725"/>
          <p14:tracePt t="17308" x="7367588" y="2652713"/>
          <p14:tracePt t="17319" x="7470775" y="2667000"/>
          <p14:tracePt t="17331" x="7551738" y="2681288"/>
          <p14:tracePt t="17342" x="7613650" y="2693988"/>
          <p14:tracePt t="17353" x="7667625" y="2693988"/>
          <p14:tracePt t="17364" x="7721600" y="2708275"/>
          <p14:tracePt t="17376" x="7748588" y="2720975"/>
          <p14:tracePt t="17387" x="7783513" y="2735263"/>
          <p14:tracePt t="17409" x="7796213" y="2735263"/>
          <p14:tracePt t="17420" x="7783513" y="2735263"/>
          <p14:tracePt t="17431" x="7762875" y="2735263"/>
          <p14:tracePt t="17443" x="7708900" y="2747963"/>
          <p14:tracePt t="17454" x="7613650" y="2747963"/>
          <p14:tracePt t="17465" x="7429500" y="2768600"/>
          <p14:tracePt t="17477" x="7232650" y="2768600"/>
          <p14:tracePt t="17487" x="6905625" y="2795588"/>
          <p14:tracePt t="17499" x="6510338" y="2836863"/>
          <p14:tracePt t="17510" x="6116638" y="2863850"/>
          <p14:tracePt t="17521" x="5762625" y="2905125"/>
          <p14:tracePt t="17533" x="5443538" y="2932113"/>
          <p14:tracePt t="17544" x="5259388" y="2946400"/>
          <p14:tracePt t="17555" x="5075238" y="2967038"/>
          <p14:tracePt t="17567" x="4946650" y="2979738"/>
          <p14:tracePt t="17578" x="4878388" y="2994025"/>
          <p14:tracePt t="17589" x="4837113" y="2994025"/>
          <p14:tracePt t="17600" x="4824413" y="2994025"/>
          <p14:tracePt t="17611" x="4803775" y="2994025"/>
          <p14:tracePt t="17622" x="4789488" y="3006725"/>
          <p14:tracePt t="17634" x="4776788" y="3006725"/>
          <p14:tracePt t="17645" x="4762500" y="3006725"/>
          <p14:tracePt t="17656" x="4735513" y="3006725"/>
          <p14:tracePt t="17668" x="4694238" y="3021013"/>
          <p14:tracePt t="17679" x="4652963" y="3021013"/>
          <p14:tracePt t="17689" x="4592638" y="3021013"/>
          <p14:tracePt t="17701" x="4524375" y="3021013"/>
          <p14:tracePt t="17712" x="4456113" y="3021013"/>
          <p14:tracePt t="17724" x="4395788" y="3021013"/>
          <p14:tracePt t="17735" x="4367213" y="3021013"/>
          <p14:tracePt t="17746" x="4340225" y="3021013"/>
          <p14:tracePt t="17757" x="4327525" y="3021013"/>
          <p14:tracePt t="17791" x="4340225" y="3021013"/>
          <p14:tracePt t="17802" x="4354513" y="3021013"/>
          <p14:tracePt t="17814" x="4395788" y="3021013"/>
          <p14:tracePt t="17825" x="4470400" y="3033713"/>
          <p14:tracePt t="17836" x="4565650" y="3033713"/>
          <p14:tracePt t="17847" x="4694238" y="3033713"/>
          <p14:tracePt t="17860" x="4803775" y="3033713"/>
          <p14:tracePt t="17870" x="5000625" y="3033713"/>
          <p14:tracePt t="17881" x="5218113" y="3033713"/>
          <p14:tracePt t="17894" x="5367338" y="3021013"/>
          <p14:tracePt t="17903" x="5497513" y="3021013"/>
          <p14:tracePt t="17915" x="5578475" y="3021013"/>
          <p14:tracePt t="17937" x="5613400" y="3021013"/>
          <p14:tracePt t="17941" x="5626100" y="3021013"/>
          <p14:tracePt t="17971" x="5613400" y="3021013"/>
          <p14:tracePt t="17974" x="5578475" y="3021013"/>
          <p14:tracePt t="17984" x="5524500" y="3021013"/>
          <p14:tracePt t="17994" x="5414963" y="3021013"/>
          <p14:tracePt t="18006" x="5259388" y="3006725"/>
          <p14:tracePt t="18016" x="5062538" y="2979738"/>
          <p14:tracePt t="18029" x="4851400" y="2967038"/>
          <p14:tracePt t="18039" x="4667250" y="2946400"/>
          <p14:tracePt t="18051" x="4524375" y="2932113"/>
          <p14:tracePt t="18062" x="4470400" y="2932113"/>
          <p14:tracePt t="18072" x="4429125" y="2932113"/>
          <p14:tracePt t="18095" x="4443413" y="2932113"/>
          <p14:tracePt t="18106" x="4456113" y="2919413"/>
          <p14:tracePt t="18118" x="4497388" y="2919413"/>
          <p14:tracePt t="18129" x="4565650" y="2919413"/>
          <p14:tracePt t="18139" x="4667250" y="2932113"/>
          <p14:tracePt t="18152" x="4824413" y="2932113"/>
          <p14:tracePt t="18163" x="5021263" y="2932113"/>
          <p14:tracePt t="18174" x="5245100" y="2932113"/>
          <p14:tracePt t="18185" x="5414963" y="2932113"/>
          <p14:tracePt t="18196" x="5626100" y="2932113"/>
          <p14:tracePt t="18207" x="5776913" y="2946400"/>
          <p14:tracePt t="18219" x="5878513" y="2946400"/>
          <p14:tracePt t="18230" x="5919788" y="2946400"/>
          <p14:tracePt t="18241" x="5932488" y="2946400"/>
          <p14:tracePt t="18264" x="5919788" y="2946400"/>
          <p14:tracePt t="18274" x="5891213" y="2946400"/>
          <p14:tracePt t="18286" x="5810250" y="2946400"/>
          <p14:tracePt t="18297" x="5681663" y="2932113"/>
          <p14:tracePt t="18309" x="5497513" y="2919413"/>
          <p14:tracePt t="18320" x="5340350" y="2919413"/>
          <p14:tracePt t="18331" x="5116513" y="2905125"/>
          <p14:tracePt t="18344" x="4919663" y="2890838"/>
          <p14:tracePt t="18354" x="4721225" y="2878138"/>
          <p14:tracePt t="18366" x="4578350" y="2863850"/>
          <p14:tracePt t="18378" x="4497388" y="2863850"/>
          <p14:tracePt t="18387" x="4470400" y="2863850"/>
          <p14:tracePt t="18432" x="4483100" y="2863850"/>
          <p14:tracePt t="18444" x="4497388" y="2863850"/>
          <p14:tracePt t="18455" x="4551363" y="2863850"/>
          <p14:tracePt t="18466" x="4625975" y="2863850"/>
          <p14:tracePt t="18477" x="4735513" y="2863850"/>
          <p14:tracePt t="18488" x="4878388" y="2878138"/>
          <p14:tracePt t="18500" x="5062538" y="2890838"/>
          <p14:tracePt t="18512" x="5197475" y="2890838"/>
          <p14:tracePt t="18522" x="5381625" y="2905125"/>
          <p14:tracePt t="18534" x="5538788" y="2919413"/>
          <p14:tracePt t="18545" x="5653088" y="2919413"/>
          <p14:tracePt t="18556" x="5708650" y="2932113"/>
          <p14:tracePt t="18569" x="5735638" y="2932113"/>
          <p14:tracePt t="18601" x="5708650" y="2932113"/>
          <p14:tracePt t="18612" x="5667375" y="2932113"/>
          <p14:tracePt t="18623" x="5565775" y="2932113"/>
          <p14:tracePt t="18635" x="5429250" y="2919413"/>
          <p14:tracePt t="18646" x="5286375" y="2919413"/>
          <p14:tracePt t="18657" x="5062538" y="2905125"/>
          <p14:tracePt t="18669" x="4851400" y="2905125"/>
          <p14:tracePt t="18680" x="4640263" y="2905125"/>
          <p14:tracePt t="18691" x="4456113" y="2905125"/>
          <p14:tracePt t="18703" x="4354513" y="2905125"/>
          <p14:tracePt t="18714" x="4271963" y="2905125"/>
          <p14:tracePt t="18724" x="4211638" y="2905125"/>
          <p14:tracePt t="18736" x="4197350" y="2905125"/>
          <p14:tracePt t="18793" x="4211638" y="2905125"/>
          <p14:tracePt t="18803" x="4232275" y="2905125"/>
          <p14:tracePt t="18815" x="4244975" y="2905125"/>
          <p14:tracePt t="18827" x="4271963" y="2905125"/>
          <p14:tracePt t="18837" x="4313238" y="2905125"/>
          <p14:tracePt t="18849" x="4395788" y="2905125"/>
          <p14:tracePt t="18861" x="4497388" y="2905125"/>
          <p14:tracePt t="18871" x="4640263" y="2919413"/>
          <p14:tracePt t="18884" x="4824413" y="2932113"/>
          <p14:tracePt t="18896" x="5033963" y="2946400"/>
          <p14:tracePt t="18906" x="5184775" y="2946400"/>
          <p14:tracePt t="18917" x="5395913" y="2967038"/>
          <p14:tracePt t="18928" x="5578475" y="2979738"/>
          <p14:tracePt t="18939" x="5735638" y="2979738"/>
          <p14:tracePt t="18950" x="5851525" y="2979738"/>
          <p14:tracePt t="18962" x="5891213" y="2979738"/>
          <p14:tracePt t="18984" x="5946775" y="2979738"/>
          <p14:tracePt t="18987" x="5959475" y="2979738"/>
          <p14:tracePt t="35323" x="5959475" y="2994025"/>
          <p14:tracePt t="35324" x="5986463" y="3021013"/>
          <p14:tracePt t="35333" x="6075363" y="3116263"/>
          <p14:tracePt t="35344" x="6157913" y="3217863"/>
          <p14:tracePt t="35356" x="6300788" y="3429000"/>
          <p14:tracePt t="35365" x="6456363" y="3667125"/>
          <p14:tracePt t="35376" x="6551613" y="3824288"/>
          <p14:tracePt t="35388" x="6694488" y="4048125"/>
          <p14:tracePt t="35398" x="6851650" y="4271963"/>
          <p14:tracePt t="35409" x="6959600" y="4429125"/>
          <p14:tracePt t="35421" x="7116763" y="4640263"/>
          <p14:tracePt t="35431" x="7259638" y="4851400"/>
          <p14:tracePt t="35443" x="7340600" y="4967288"/>
          <p14:tracePt t="35454" x="7456488" y="5110163"/>
          <p14:tracePt t="35465" x="7539038" y="5205413"/>
          <p14:tracePt t="35476" x="7599363" y="5265738"/>
          <p14:tracePt t="35488" x="7653338" y="5307013"/>
          <p14:tracePt t="35499" x="7708900" y="5348288"/>
          <p14:tracePt t="35510" x="7748588" y="5348288"/>
          <p14:tracePt t="35533" x="7796213" y="5360988"/>
          <p14:tracePt t="35534" x="7837488" y="5375275"/>
          <p14:tracePt t="35544" x="7864475" y="5375275"/>
          <p14:tracePt t="35555" x="7920038" y="5387975"/>
          <p14:tracePt t="35566" x="7959725" y="5402263"/>
          <p14:tracePt t="35578" x="7994650" y="5414963"/>
          <p14:tracePt t="35589" x="8007350" y="5435600"/>
          <p14:tracePt t="35601" x="8021638" y="5462588"/>
          <p14:tracePt t="35611" x="8021638" y="5491163"/>
          <p14:tracePt t="35623" x="8021638" y="5545138"/>
          <p14:tracePt t="35635" x="8021638" y="5586413"/>
          <p14:tracePt t="35645" x="8021638" y="5634038"/>
          <p14:tracePt t="35657" x="8021638" y="5688013"/>
          <p14:tracePt t="35669" x="8021638" y="5729288"/>
          <p14:tracePt t="35679" x="8034338" y="5768975"/>
          <p14:tracePt t="35690" x="8034338" y="5816600"/>
          <p14:tracePt t="35702" x="8048625" y="5872163"/>
          <p14:tracePt t="35713" x="8062913" y="5899150"/>
          <p14:tracePt t="35724" x="8075613" y="5938838"/>
          <p14:tracePt t="35736" x="8102600" y="5980113"/>
          <p14:tracePt t="35746" x="8116888" y="5994400"/>
          <p14:tracePt t="35780" x="8129588" y="6015038"/>
          <p14:tracePt t="35786" x="8164513" y="6027738"/>
          <p14:tracePt t="35794" x="8177213" y="6027738"/>
          <p14:tracePt t="35797" x="8191500" y="6027738"/>
          <p14:tracePt t="35804" x="8218488" y="6015038"/>
          <p14:tracePt t="35815" x="8259763" y="6015038"/>
          <p14:tracePt t="35826" x="8272463" y="5980113"/>
          <p14:tracePt t="35837" x="8286750" y="5967413"/>
          <p14:tracePt t="35848" x="8301038" y="5953125"/>
          <p14:tracePt t="35859" x="8313738" y="5938838"/>
          <p14:tracePt t="35971" x="8313738" y="5926138"/>
          <p14:tracePt t="35982" x="8286750" y="5911850"/>
          <p14:tracePt t="35993" x="8232775" y="5872163"/>
          <p14:tracePt t="36005" x="8164513" y="5857875"/>
          <p14:tracePt t="36016" x="8089900" y="5843588"/>
          <p14:tracePt t="36027" x="8034338" y="5843588"/>
          <p14:tracePt t="36039" x="7980363" y="5857875"/>
          <p14:tracePt t="36050" x="7920038" y="5872163"/>
          <p14:tracePt t="36062" x="7851775" y="5911850"/>
          <p14:tracePt t="36073" x="7796213" y="5980113"/>
          <p14:tracePt t="36084" x="7762875" y="6069013"/>
          <p14:tracePt t="36095" x="7748588" y="6176963"/>
          <p14:tracePt t="36106" x="7748588" y="6265863"/>
          <p14:tracePt t="36118" x="7796213" y="6375400"/>
          <p14:tracePt t="36130" x="7837488" y="6477000"/>
          <p14:tracePt t="36140" x="7905750" y="6545263"/>
          <p14:tracePt t="36151" x="7994650" y="6605588"/>
          <p14:tracePt t="36164" x="8062913" y="6619875"/>
          <p14:tracePt t="36174" x="8129588" y="6634163"/>
          <p14:tracePt t="36185" x="8218488" y="6634163"/>
          <p14:tracePt t="36198" x="8313738" y="6605588"/>
          <p14:tracePt t="36208" x="8402638" y="6578600"/>
          <p14:tracePt t="36219" x="8497888" y="6518275"/>
          <p14:tracePt t="36231" x="8558213" y="6462713"/>
          <p14:tracePt t="36241" x="8640763" y="6361113"/>
          <p14:tracePt t="36253" x="8682038" y="6265863"/>
          <p14:tracePt t="36264" x="8694738" y="6164263"/>
          <p14:tracePt t="36275" x="8682038" y="6069013"/>
          <p14:tracePt t="36287" x="8640763" y="5980113"/>
          <p14:tracePt t="36298" x="8586788" y="5926138"/>
          <p14:tracePt t="36309" x="8497888" y="5872163"/>
          <p14:tracePt t="36320" x="8415338" y="5830888"/>
          <p14:tracePt t="36332" x="8313738" y="5816600"/>
          <p14:tracePt t="36342" x="8218488" y="5795963"/>
          <p14:tracePt t="36354" x="8089900" y="5816600"/>
          <p14:tracePt t="36365" x="8007350" y="5830888"/>
          <p14:tracePt t="36376" x="7905750" y="5884863"/>
          <p14:tracePt t="36388" x="7837488" y="5926138"/>
          <p14:tracePt t="36399" x="7796213" y="5967413"/>
          <p14:tracePt t="36410" x="7748588" y="6015038"/>
          <p14:tracePt t="36421" x="7735888" y="6042025"/>
          <p14:tracePt t="36433" x="7735888" y="6069013"/>
          <p14:tracePt t="36444" x="7748588" y="6110288"/>
          <p14:tracePt t="36456" x="7762875" y="6137275"/>
          <p14:tracePt t="36467" x="7796213" y="6164263"/>
          <p14:tracePt t="36478" x="7851775" y="6197600"/>
          <p14:tracePt t="36489" x="7905750" y="6211888"/>
          <p14:tracePt t="36501" x="7980363" y="6224588"/>
          <p14:tracePt t="36511" x="8089900" y="6224588"/>
          <p14:tracePt t="36523" x="8205788" y="6211888"/>
          <p14:tracePt t="36534" x="8340725" y="6197600"/>
          <p14:tracePt t="36545" x="8470900" y="6164263"/>
          <p14:tracePt t="36557" x="8572500" y="6137275"/>
          <p14:tracePt t="36568" x="8613775" y="6110288"/>
          <p14:tracePt t="36580" x="8653463" y="6069013"/>
          <p14:tracePt t="36590" x="8667750" y="6042025"/>
          <p14:tracePt t="36602" x="8667750" y="5994400"/>
          <p14:tracePt t="36614" x="8640763" y="5967413"/>
          <p14:tracePt t="36624" x="8572500" y="5911850"/>
          <p14:tracePt t="36635" x="8510588" y="5884863"/>
          <p14:tracePt t="36648" x="8402638" y="5843588"/>
          <p14:tracePt t="36658" x="8272463" y="5816600"/>
          <p14:tracePt t="36669" x="8143875" y="5795963"/>
          <p14:tracePt t="36681" x="8021638" y="5795963"/>
          <p14:tracePt t="36691" x="7891463" y="5816600"/>
          <p14:tracePt t="36703" x="7810500" y="5857875"/>
          <p14:tracePt t="36715" x="7721600" y="5926138"/>
          <p14:tracePt t="36725" x="7640638" y="6027738"/>
          <p14:tracePt t="36736" x="7599363" y="6110288"/>
          <p14:tracePt t="36748" x="7599363" y="6176963"/>
          <p14:tracePt t="36759" x="7599363" y="6238875"/>
          <p14:tracePt t="36770" x="7640638" y="6280150"/>
          <p14:tracePt t="36782" x="7694613" y="6334125"/>
          <p14:tracePt t="36793" x="7810500" y="6375400"/>
          <p14:tracePt t="36815" x="7932738" y="6408738"/>
          <p14:tracePt t="36819" x="8075613" y="6408738"/>
          <p14:tracePt t="36829" x="8177213" y="6408738"/>
          <p14:tracePt t="36840" x="8313738" y="6396038"/>
          <p14:tracePt t="36850" x="8429625" y="6361113"/>
          <p14:tracePt t="36860" x="8497888" y="6319838"/>
          <p14:tracePt t="36871" x="8539163" y="6280150"/>
          <p14:tracePt t="36883" x="8558213" y="6238875"/>
          <p14:tracePt t="36894" x="8539163" y="6211888"/>
          <p14:tracePt t="36905" x="8510588" y="6176963"/>
          <p14:tracePt t="36916" x="8456613" y="6137275"/>
          <p14:tracePt t="36928" x="8361363" y="6110288"/>
          <p14:tracePt t="36939" x="8218488" y="6110288"/>
          <p14:tracePt t="36950" x="8062913" y="6122988"/>
          <p14:tracePt t="36961" x="7905750" y="6164263"/>
          <p14:tracePt t="36972" x="7721600" y="6253163"/>
          <p14:tracePt t="36984" x="7599363" y="6319838"/>
          <p14:tracePt t="36995" x="7551738" y="6361113"/>
          <p14:tracePt t="37006" x="7524750" y="6408738"/>
          <p14:tracePt t="37017" x="7524750" y="6450013"/>
          <p14:tracePt t="37030" x="7524750" y="6462713"/>
          <p14:tracePt t="37040" x="7566025" y="6503988"/>
          <p14:tracePt t="37051" x="7626350" y="6545263"/>
          <p14:tracePt t="37064" x="7708900" y="6578600"/>
          <p14:tracePt t="37074" x="7810500" y="6592888"/>
          <p14:tracePt t="37085" x="7905750" y="6605588"/>
          <p14:tracePt t="37098" x="7959725" y="6605588"/>
          <p14:tracePt t="37108" x="8075613" y="6578600"/>
          <p14:tracePt t="37119" x="8177213" y="6545263"/>
          <p14:tracePt t="37131" x="8259763" y="6503988"/>
          <p14:tracePt t="37141" x="8313738" y="6462713"/>
          <p14:tracePt t="37153" x="8340725" y="6408738"/>
          <p14:tracePt t="37165" x="8361363" y="6348413"/>
          <p14:tracePt t="37175" x="8361363" y="6292850"/>
          <p14:tracePt t="37186" x="8340725" y="6224588"/>
          <p14:tracePt t="37198" x="8301038" y="6149975"/>
          <p14:tracePt t="37209" x="8232775" y="6081713"/>
          <p14:tracePt t="37220" x="8177213" y="6027738"/>
          <p14:tracePt t="37232" x="8089900" y="5994400"/>
          <p14:tracePt t="37243" x="8048625" y="5980113"/>
          <p14:tracePt t="37254" x="8007350" y="5967413"/>
          <p14:tracePt t="37266" x="7980363" y="5967413"/>
          <p14:tracePt t="37276" x="7959725" y="5967413"/>
          <p14:tracePt t="37288" x="7947025" y="5980113"/>
          <p14:tracePt t="37299" x="7920038" y="5980113"/>
          <p14:tracePt t="37310" x="7905750" y="6015038"/>
          <p14:tracePt t="37321" x="7891463" y="6042025"/>
          <p14:tracePt t="37333" x="7891463" y="6081713"/>
          <p14:tracePt t="37344" x="7905750" y="6110288"/>
          <p14:tracePt t="37355" x="7920038" y="6137275"/>
          <p14:tracePt t="37366" x="7932738" y="6149975"/>
          <p14:tracePt t="37377" x="7959725" y="6164263"/>
          <p14:tracePt t="37389" x="7994650" y="6164263"/>
          <p14:tracePt t="37400" x="8034338" y="6164263"/>
          <p14:tracePt t="37411" x="8102600" y="6164263"/>
          <p14:tracePt t="37422" x="8164513" y="6149975"/>
          <p14:tracePt t="37434" x="8218488" y="6122988"/>
          <p14:tracePt t="37445" x="8272463" y="6096000"/>
          <p14:tracePt t="37456" x="8313738" y="6054725"/>
          <p14:tracePt t="37468" x="8340725" y="6015038"/>
          <p14:tracePt t="37480" x="8375650" y="5953125"/>
          <p14:tracePt t="37490" x="8375650" y="5926138"/>
          <p14:tracePt t="37501" x="8361363" y="5899150"/>
          <p14:tracePt t="37514" x="8328025" y="5857875"/>
          <p14:tracePt t="37524" x="8301038" y="5830888"/>
          <p14:tracePt t="37536" x="8245475" y="5816600"/>
          <p14:tracePt t="37548" x="8191500" y="5795963"/>
          <p14:tracePt t="37558" x="8102600" y="5783263"/>
          <p14:tracePt t="37569" x="8007350" y="5783263"/>
          <p14:tracePt t="37581" x="7905750" y="5795963"/>
          <p14:tracePt t="37592" x="7796213" y="5830888"/>
          <p14:tracePt t="37604" x="7681913" y="5884863"/>
          <p14:tracePt t="37615" x="7613650" y="5926138"/>
          <p14:tracePt t="37626" x="7524750" y="6015038"/>
          <p14:tracePt t="37637" x="7470775" y="6096000"/>
          <p14:tracePt t="37649" x="7456488" y="6149975"/>
          <p14:tracePt t="37659" x="7456488" y="6211888"/>
          <p14:tracePt t="37670" x="7483475" y="6253163"/>
          <p14:tracePt t="37682" x="7510463" y="6265863"/>
          <p14:tracePt t="37693" x="7599363" y="6292850"/>
          <p14:tracePt t="37704" x="7721600" y="6319838"/>
          <p14:tracePt t="37716" x="7864475" y="6334125"/>
          <p14:tracePt t="37726" x="8021638" y="6319838"/>
          <p14:tracePt t="37738" x="8143875" y="6307138"/>
          <p14:tracePt t="37749" x="8232775" y="6280150"/>
          <p14:tracePt t="37760" x="8328025" y="6224588"/>
          <p14:tracePt t="37771" x="8388350" y="6164263"/>
          <p14:tracePt t="37783" x="8429625" y="6122988"/>
          <p14:tracePt t="37794" x="8443913" y="6069013"/>
          <p14:tracePt t="37805" x="8443913" y="6027738"/>
          <p14:tracePt t="37817" x="8415338" y="5980113"/>
          <p14:tracePt t="37827" x="8388350" y="5953125"/>
          <p14:tracePt t="37839" x="8361363" y="5926138"/>
          <p14:tracePt t="37861" x="8328025" y="5911850"/>
          <p14:tracePt t="37866" x="8313738" y="5911850"/>
          <p14:tracePt t="37874" x="8301038" y="5911850"/>
          <p14:tracePt t="38110" x="8301038" y="5884863"/>
          <p14:tracePt t="38153" x="8272463" y="5899150"/>
          <p14:tracePt t="38470" x="8259763" y="5899150"/>
          <p14:tracePt t="38502" x="8259763" y="5884863"/>
          <p14:tracePt t="38524" x="8245475" y="5872163"/>
          <p14:tracePt t="38536" x="8232775" y="5857875"/>
          <p14:tracePt t="38548" x="8205788" y="5843588"/>
          <p14:tracePt t="38559" x="8177213" y="5830888"/>
          <p14:tracePt t="38570" x="8164513" y="5795963"/>
          <p14:tracePt t="38582" x="8116888" y="5795963"/>
          <p14:tracePt t="38593" x="8089900" y="5783263"/>
          <p14:tracePt t="38604" x="8062913" y="5783263"/>
          <p14:tracePt t="38615" x="8021638" y="5783263"/>
          <p14:tracePt t="38626" x="7994650" y="5783263"/>
          <p14:tracePt t="38638" x="7947025" y="5795963"/>
          <p14:tracePt t="38649" x="7905750" y="5795963"/>
          <p14:tracePt t="38660" x="7864475" y="5816600"/>
          <p14:tracePt t="38672" x="7837488" y="5830888"/>
          <p14:tracePt t="38683" x="7796213" y="5843588"/>
          <p14:tracePt t="38694" x="7783513" y="5872163"/>
          <p14:tracePt t="38706" x="7762875" y="5899150"/>
          <p14:tracePt t="38716" x="7748588" y="5926138"/>
          <p14:tracePt t="38728" x="7748588" y="5953125"/>
          <p14:tracePt t="38740" x="7748588" y="6015038"/>
          <p14:tracePt t="38750" x="7762875" y="6054725"/>
          <p14:tracePt t="38762" x="7796213" y="6096000"/>
          <p14:tracePt t="38773" x="7824788" y="6122988"/>
          <p14:tracePt t="38784" x="7864475" y="6164263"/>
          <p14:tracePt t="38795" x="7905750" y="6176963"/>
          <p14:tracePt t="38807" x="7994650" y="6224588"/>
          <p14:tracePt t="38818" x="8075613" y="6238875"/>
          <p14:tracePt t="38830" x="8164513" y="6265863"/>
          <p14:tracePt t="38841" x="8259763" y="6265863"/>
          <p14:tracePt t="38851" x="8340725" y="6265863"/>
          <p14:tracePt t="38863" x="8415338" y="6265863"/>
          <p14:tracePt t="38874" x="8483600" y="6253163"/>
          <p14:tracePt t="38885" x="8558213" y="6238875"/>
          <p14:tracePt t="38908" x="8599488" y="6224588"/>
          <p14:tracePt t="38912" x="8640763" y="6197600"/>
          <p14:tracePt t="38920" x="8653463" y="6176963"/>
          <p14:tracePt t="38930" x="8653463" y="6149975"/>
          <p14:tracePt t="38942" x="8653463" y="6122988"/>
          <p14:tracePt t="38952" x="8626475" y="6096000"/>
          <p14:tracePt t="38964" x="8599488" y="6069013"/>
          <p14:tracePt t="38976" x="8524875" y="6015038"/>
          <p14:tracePt t="38986" x="8456613" y="5967413"/>
          <p14:tracePt t="38998" x="8402638" y="5938838"/>
          <p14:tracePt t="39009" x="8313738" y="5899150"/>
          <p14:tracePt t="39020" x="8232775" y="5872163"/>
          <p14:tracePt t="39032" x="8143875" y="5857875"/>
          <p14:tracePt t="39043" x="8062913" y="5843588"/>
          <p14:tracePt t="39054" x="8021638" y="5843588"/>
          <p14:tracePt t="39065" x="7947025" y="5843588"/>
          <p14:tracePt t="39076" x="7891463" y="5843588"/>
          <p14:tracePt t="39087" x="7837488" y="5872163"/>
          <p14:tracePt t="39099" x="7796213" y="5899150"/>
          <p14:tracePt t="39110" x="7748588" y="5938838"/>
          <p14:tracePt t="39122" x="7735888" y="5980113"/>
          <p14:tracePt t="39132" x="7721600" y="6042025"/>
          <p14:tracePt t="39144" x="7721600" y="6081713"/>
          <p14:tracePt t="39156" x="7748588" y="6137275"/>
          <p14:tracePt t="39166" x="7783513" y="6176963"/>
          <p14:tracePt t="39178" x="7824788" y="6224588"/>
          <p14:tracePt t="39190" x="7878763" y="6253163"/>
          <p14:tracePt t="39200" x="7947025" y="6280150"/>
          <p14:tracePt t="39211" x="8048625" y="6292850"/>
          <p14:tracePt t="39223" x="8177213" y="6292850"/>
          <p14:tracePt t="39234" x="8313738" y="6280150"/>
          <p14:tracePt t="39245" x="8429625" y="6265863"/>
          <p14:tracePt t="39257" x="8572500" y="6224588"/>
          <p14:tracePt t="39269" x="8694738" y="6164263"/>
          <p14:tracePt t="39281" x="8796338" y="6110288"/>
          <p14:tracePt t="39292" x="8851900" y="6054725"/>
          <p14:tracePt t="39302" x="8878888" y="5980113"/>
          <p14:tracePt t="39314" x="8878888" y="5938838"/>
          <p14:tracePt t="39324" x="8864600" y="5899150"/>
          <p14:tracePt t="39335" x="8851900" y="5857875"/>
          <p14:tracePt t="39347" x="8810625" y="5830888"/>
          <p14:tracePt t="39358" x="8756650" y="5795963"/>
          <p14:tracePt t="39369" x="8682038" y="5768975"/>
          <p14:tracePt t="39380" x="8626475" y="5756275"/>
          <p14:tracePt t="39392" x="8539163" y="5741988"/>
          <p14:tracePt t="39402" x="8443913" y="5741988"/>
          <p14:tracePt t="39414" x="8328025" y="5741988"/>
          <p14:tracePt t="39426" x="8232775" y="5756275"/>
          <p14:tracePt t="39436" x="8129588" y="5783263"/>
          <p14:tracePt t="39448" x="8062913" y="5795963"/>
          <p14:tracePt t="39459" x="7980363" y="5857875"/>
          <p14:tracePt t="39470" x="7905750" y="5911850"/>
          <p14:tracePt t="39482" x="7851775" y="5967413"/>
          <p14:tracePt t="39493" x="7824788" y="6042025"/>
          <p14:tracePt t="39504" x="7810500" y="6081713"/>
          <p14:tracePt t="39515" x="7810500" y="6137275"/>
          <p14:tracePt t="39526" x="7837488" y="6176963"/>
          <p14:tracePt t="39538" x="7864475" y="6211888"/>
          <p14:tracePt t="39549" x="7905750" y="6253163"/>
          <p14:tracePt t="39560" x="7980363" y="6280150"/>
          <p14:tracePt t="39572" x="8034338" y="6292850"/>
          <p14:tracePt t="39583" x="8129588" y="6307138"/>
          <p14:tracePt t="39594" x="8245475" y="6307138"/>
          <p14:tracePt t="39606" x="8361363" y="6307138"/>
          <p14:tracePt t="39616" x="8456613" y="6292850"/>
          <p14:tracePt t="39628" x="8539163" y="6265863"/>
          <p14:tracePt t="39640" x="8599488" y="6238875"/>
          <p14:tracePt t="39650" x="8640763" y="6211888"/>
          <p14:tracePt t="39662" x="8653463" y="6164263"/>
          <p14:tracePt t="39673" x="8653463" y="6122988"/>
          <p14:tracePt t="39684" x="8626475" y="6096000"/>
          <p14:tracePt t="39695" x="8599488" y="6054725"/>
          <p14:tracePt t="39706" x="8572500" y="6027738"/>
          <p14:tracePt t="39717" x="8497888" y="5994400"/>
          <p14:tracePt t="39729" x="8415338" y="5967413"/>
          <p14:tracePt t="39740" x="8328025" y="5938838"/>
          <p14:tracePt t="39751" x="8245475" y="5926138"/>
          <p14:tracePt t="39763" x="8191500" y="5911850"/>
          <p14:tracePt t="39774" x="8116888" y="5899150"/>
          <p14:tracePt t="39785" x="8062913" y="5899150"/>
          <p14:tracePt t="39797" x="8034338" y="5911850"/>
          <p14:tracePt t="39808" x="8021638" y="5911850"/>
          <p14:tracePt t="39819" x="8007350" y="5926138"/>
          <p14:tracePt t="39831" x="7994650" y="5926138"/>
          <p14:tracePt t="39842" x="7980363" y="5953125"/>
          <p14:tracePt t="39853" x="7980363" y="5994400"/>
          <p14:tracePt t="39864" x="7959725" y="6042025"/>
          <p14:tracePt t="39875" x="7959725" y="6096000"/>
          <p14:tracePt t="39886" x="7947025" y="6137275"/>
          <p14:tracePt t="39898" x="7947025" y="6149975"/>
          <p14:tracePt t="39909" x="7959725" y="6176963"/>
          <p14:tracePt t="39920" x="7959725" y="6197600"/>
          <p14:tracePt t="39931" x="7994650" y="6211888"/>
          <p14:tracePt t="39965" x="8021638" y="6224588"/>
          <p14:tracePt t="39969" x="8048625" y="6238875"/>
          <p14:tracePt t="39976" x="8075613" y="6238875"/>
          <p14:tracePt t="39980" x="8116888" y="6238875"/>
          <p14:tracePt t="39992" x="8164513" y="6238875"/>
          <p14:tracePt t="40000" x="8205788" y="6224588"/>
          <p14:tracePt t="40011" x="8259763" y="6224588"/>
          <p14:tracePt t="40024" x="8301038" y="6197600"/>
          <p14:tracePt t="40034" x="8328025" y="6176963"/>
          <p14:tracePt t="40045" x="8375650" y="6149975"/>
          <p14:tracePt t="40057" x="8415338" y="6110288"/>
          <p14:tracePt t="40067" x="8415338" y="6081713"/>
          <p14:tracePt t="40078" x="8415338" y="6054725"/>
          <p14:tracePt t="40090" x="8415338" y="6027738"/>
          <p14:tracePt t="40100" x="8388350" y="5980113"/>
          <p14:tracePt t="40112" x="8340725" y="5953125"/>
          <p14:tracePt t="40123" x="8286750" y="5926138"/>
          <p14:tracePt t="40134" x="8232775" y="5911850"/>
          <p14:tracePt t="40146" x="8143875" y="5899150"/>
          <p14:tracePt t="40157" x="8089900" y="5899150"/>
          <p14:tracePt t="40167" x="8021638" y="5899150"/>
          <p14:tracePt t="40179" x="7947025" y="5911850"/>
          <p14:tracePt t="40191" x="7878763" y="5953125"/>
          <p14:tracePt t="40201" x="7824788" y="5994400"/>
          <p14:tracePt t="40213" x="7783513" y="6054725"/>
          <p14:tracePt t="40224" x="7748588" y="6096000"/>
          <p14:tracePt t="40235" x="7735888" y="6164263"/>
          <p14:tracePt t="40247" x="7721600" y="6224588"/>
          <p14:tracePt t="40258" x="7735888" y="6265863"/>
          <p14:tracePt t="40269" x="7748588" y="6292850"/>
          <p14:tracePt t="40280" x="7783513" y="6319838"/>
          <p14:tracePt t="40292" x="7810500" y="6334125"/>
          <p14:tracePt t="40303" x="7864475" y="6348413"/>
          <p14:tracePt t="40314" x="7947025" y="6361113"/>
          <p14:tracePt t="40325" x="8034338" y="6375400"/>
          <p14:tracePt t="40336" x="8129588" y="6375400"/>
          <p14:tracePt t="40348" x="8205788" y="6375400"/>
          <p14:tracePt t="40359" x="8286750" y="6361113"/>
          <p14:tracePt t="40370" x="8375650" y="6334125"/>
          <p14:tracePt t="40381" x="8443913" y="6307138"/>
          <p14:tracePt t="40393" x="8470900" y="6292850"/>
          <p14:tracePt t="40404" x="8483600" y="6265863"/>
          <p14:tracePt t="40415" x="8483600" y="6253163"/>
          <p14:tracePt t="40426" x="8483600" y="6238875"/>
          <p14:tracePt t="40439" x="8483600" y="6224588"/>
          <p14:tracePt t="40449" x="8483600" y="6211888"/>
          <p14:tracePt t="45191" x="8572500" y="6137275"/>
          <p14:tracePt t="45218" x="8599488" y="6110288"/>
          <p14:tracePt t="45225" x="8613775" y="6096000"/>
          <p14:tracePt t="45233" x="8613775" y="6069013"/>
          <p14:tracePt t="45245" x="8613775" y="6054725"/>
          <p14:tracePt t="45255" x="8613775" y="6015038"/>
          <p14:tracePt t="45266" x="8613775" y="5953125"/>
          <p14:tracePt t="45275" x="8599488" y="5899150"/>
          <p14:tracePt t="45287" x="8572500" y="5795963"/>
          <p14:tracePt t="45298" x="8510588" y="5688013"/>
          <p14:tracePt t="45309" x="8456613" y="5530850"/>
          <p14:tracePt t="45321" x="8361363" y="5360988"/>
          <p14:tracePt t="45332" x="8259763" y="5218113"/>
          <p14:tracePt t="45343" x="8089900" y="4979988"/>
          <p14:tracePt t="45354" x="7891463" y="4741863"/>
          <p14:tracePt t="45366" x="7653338" y="4456113"/>
          <p14:tracePt t="45376" x="7388225" y="4164013"/>
          <p14:tracePt t="45387" x="7034213" y="3851275"/>
          <p14:tracePt t="45400" x="6762750" y="3640138"/>
          <p14:tracePt t="45410" x="6367463" y="3348038"/>
          <p14:tracePt t="45421" x="5932488" y="3074988"/>
          <p14:tracePt t="45432" x="5524500" y="2878138"/>
          <p14:tracePt t="45444" x="5157788" y="2747963"/>
          <p14:tracePt t="45455" x="4878388" y="2693988"/>
          <p14:tracePt t="45467" x="4708525" y="2667000"/>
          <p14:tracePt t="45478" x="4538663" y="2652713"/>
          <p14:tracePt t="45489" x="4429125" y="2652713"/>
          <p14:tracePt t="45500" x="4340225" y="2667000"/>
          <p14:tracePt t="45512" x="4271963" y="2693988"/>
          <p14:tracePt t="45523" x="4232275" y="2720975"/>
          <p14:tracePt t="45534" x="4211638" y="2735263"/>
          <p14:tracePt t="45546" x="4184650" y="2768600"/>
          <p14:tracePt t="45736" x="4197350" y="2768600"/>
          <p14:tracePt t="45748" x="4244975" y="2782888"/>
          <p14:tracePt t="45759" x="4286250" y="2795588"/>
          <p14:tracePt t="45770" x="4313238" y="2824163"/>
          <p14:tracePt t="45781" x="4354513" y="2863850"/>
          <p14:tracePt t="45792" x="4443413" y="2967038"/>
          <p14:tracePt t="45804" x="4497388" y="3048000"/>
          <p14:tracePt t="45815" x="4625975" y="3244850"/>
          <p14:tracePt t="45826" x="4776788" y="3482975"/>
          <p14:tracePt t="45838" x="4905375" y="3640138"/>
          <p14:tracePt t="45849" x="5102225" y="3851275"/>
          <p14:tracePt t="45860" x="5286375" y="4033838"/>
          <p14:tracePt t="45872" x="5414963" y="4122738"/>
          <p14:tracePt t="45883" x="5578475" y="4217988"/>
          <p14:tracePt t="45895" x="5735638" y="4292600"/>
          <p14:tracePt t="45905" x="5837238" y="4319588"/>
          <p14:tracePt t="45916" x="5932488" y="4348163"/>
          <p14:tracePt t="45929" x="6048375" y="4348163"/>
          <p14:tracePt t="45939" x="6102350" y="4348163"/>
          <p14:tracePt t="45950" x="6157913" y="4348163"/>
          <p14:tracePt t="45963" x="6184900" y="4333875"/>
          <p14:tracePt t="45973" x="6218238" y="4319588"/>
          <p14:tracePt t="45985" x="6232525" y="4306888"/>
          <p14:tracePt t="45997" x="6232525" y="4292600"/>
          <p14:tracePt t="46007" x="6232525" y="4259263"/>
          <p14:tracePt t="46018" x="6232525" y="4244975"/>
          <p14:tracePt t="46030" x="6218238" y="4232275"/>
          <p14:tracePt t="46040" x="6218238" y="4205288"/>
          <p14:tracePt t="46052" x="6205538" y="4176713"/>
          <p14:tracePt t="46066" x="6205538" y="4149725"/>
          <p14:tracePt t="46075" x="6170613" y="4110038"/>
          <p14:tracePt t="46086" x="6157913" y="4062413"/>
          <p14:tracePt t="46098" x="6129338" y="4033838"/>
          <p14:tracePt t="46108" x="6102350" y="4006850"/>
          <p14:tracePt t="46119" x="6075363" y="3967163"/>
          <p14:tracePt t="46131" x="6034088" y="3938588"/>
          <p14:tracePt t="46142" x="5946775" y="3890963"/>
          <p14:tracePt t="46153" x="5864225" y="3851275"/>
          <p14:tracePt t="46165" x="5810250" y="3824288"/>
          <p14:tracePt t="46175" x="5748338" y="3810000"/>
          <p14:tracePt t="46187" x="5721350" y="3795713"/>
          <p14:tracePt t="46198" x="5708650" y="3795713"/>
          <p14:tracePt t="46209" x="5694363" y="3810000"/>
          <p14:tracePt t="46220" x="5681663" y="3824288"/>
          <p14:tracePt t="46253" x="5667375" y="3836988"/>
          <p14:tracePt t="46258" x="5653088" y="3863975"/>
          <p14:tracePt t="46266" x="5640388" y="3890963"/>
          <p14:tracePt t="46273" x="5640388" y="3938588"/>
          <p14:tracePt t="46281" x="5653088" y="3967163"/>
          <p14:tracePt t="46290" x="5667375" y="3994150"/>
          <p14:tracePt t="46300" x="5708650" y="4021138"/>
          <p14:tracePt t="46315" x="5762625" y="4062413"/>
          <p14:tracePt t="46323" x="5851525" y="4075113"/>
          <p14:tracePt t="46334" x="5919788" y="4089400"/>
          <p14:tracePt t="46346" x="6021388" y="4089400"/>
          <p14:tracePt t="46356" x="6116638" y="4075113"/>
          <p14:tracePt t="46367" x="6184900" y="4048125"/>
          <p14:tracePt t="46379" x="6272213" y="3994150"/>
          <p14:tracePt t="46389" x="6340475" y="3925888"/>
          <p14:tracePt t="46400" x="6367463" y="3836988"/>
          <p14:tracePt t="46413" x="6367463" y="3783013"/>
          <p14:tracePt t="46423" x="6340475" y="3729038"/>
          <p14:tracePt t="46434" x="6313488" y="3694113"/>
          <p14:tracePt t="46447" x="6245225" y="3652838"/>
          <p14:tracePt t="46457" x="6157913" y="3613150"/>
          <p14:tracePt t="46468" x="6075363" y="3598863"/>
          <p14:tracePt t="46480" x="5986463" y="3586163"/>
          <p14:tracePt t="46490" x="5919788" y="3598863"/>
          <p14:tracePt t="46502" x="5864225" y="3613150"/>
          <p14:tracePt t="46513" x="5824538" y="3625850"/>
          <p14:tracePt t="46524" x="5776913" y="3667125"/>
          <p14:tracePt t="46535" x="5735638" y="3708400"/>
          <p14:tracePt t="46547" x="5721350" y="3756025"/>
          <p14:tracePt t="46558" x="5721350" y="3783013"/>
          <p14:tracePt t="46569" x="5721350" y="3810000"/>
          <p14:tracePt t="46581" x="5735638" y="3851275"/>
          <p14:tracePt t="46591" x="5776913" y="3878263"/>
          <p14:tracePt t="46603" x="5824538" y="3890963"/>
          <p14:tracePt t="46615" x="5878513" y="3911600"/>
          <p14:tracePt t="46625" x="5919788" y="3911600"/>
          <p14:tracePt t="46636" x="5986463" y="3911600"/>
          <p14:tracePt t="46648" x="6062663" y="3911600"/>
          <p14:tracePt t="46659" x="6129338" y="3890963"/>
          <p14:tracePt t="46670" x="6205538" y="3863975"/>
          <p14:tracePt t="46682" x="6286500" y="3836988"/>
          <p14:tracePt t="46693" x="6313488" y="3795713"/>
          <p14:tracePt t="46704" x="6354763" y="3756025"/>
          <p14:tracePt t="46716" x="6381750" y="3694113"/>
          <p14:tracePt t="46727" x="6381750" y="3652838"/>
          <p14:tracePt t="46738" x="6367463" y="3613150"/>
          <p14:tracePt t="46749" x="6327775" y="3586163"/>
          <p14:tracePt t="46760" x="6272213" y="3557588"/>
          <p14:tracePt t="46772" x="6205538" y="3544888"/>
          <p14:tracePt t="46783" x="6129338" y="3530600"/>
          <p14:tracePt t="46796" x="6089650" y="3530600"/>
          <p14:tracePt t="46805" x="6062663" y="3530600"/>
          <p14:tracePt t="46817" x="6048375" y="3530600"/>
          <p14:tracePt t="46872" x="6048375" y="3544888"/>
          <p14:tracePt t="46884" x="6048375" y="3557588"/>
          <p14:tracePt t="46896" x="6048375" y="3571875"/>
          <p14:tracePt t="46906" x="6048375" y="3586163"/>
          <p14:tracePt t="46918" x="6048375" y="3613150"/>
          <p14:tracePt t="46930" x="6048375" y="3652838"/>
          <p14:tracePt t="46940" x="6034088" y="3708400"/>
          <p14:tracePt t="46951" x="6034088" y="3768725"/>
          <p14:tracePt t="46974" x="6021388" y="3878263"/>
          <p14:tracePt t="46975" x="6007100" y="3994150"/>
          <p14:tracePt t="46985" x="6007100" y="4089400"/>
          <p14:tracePt t="46997" x="6021388" y="4176713"/>
          <p14:tracePt t="47008" x="6021388" y="4244975"/>
          <p14:tracePt t="47019" x="6034088" y="4271963"/>
          <p14:tracePt t="47031" x="6048375" y="4333875"/>
          <p14:tracePt t="47042" x="6062663" y="4375150"/>
          <p14:tracePt t="47053" x="6089650" y="4414838"/>
          <p14:tracePt t="47064" x="6116638" y="4443413"/>
          <p14:tracePt t="47075" x="6143625" y="4470400"/>
          <p14:tracePt t="47087" x="6157913" y="4470400"/>
          <p14:tracePt t="47098" x="6184900" y="4491038"/>
          <p14:tracePt t="47109" x="6205538" y="4491038"/>
          <p14:tracePt t="47120" x="6232525" y="4491038"/>
          <p14:tracePt t="47132" x="6259513" y="4470400"/>
          <p14:tracePt t="47142" x="6272213" y="4470400"/>
          <p14:tracePt t="47154" x="6286500" y="4456113"/>
          <p14:tracePt t="47166" x="6313488" y="4443413"/>
          <p14:tracePt t="47176" x="6313488" y="4429125"/>
          <p14:tracePt t="47188" x="6313488" y="4414838"/>
          <p14:tracePt t="47199" x="6313488" y="4402138"/>
          <p14:tracePt t="47210" x="6313488" y="4387850"/>
          <p14:tracePt t="47222" x="6300788" y="4375150"/>
          <p14:tracePt t="47233" x="6300788" y="4360863"/>
          <p14:tracePt t="47245" x="6286500" y="4348163"/>
          <p14:tracePt t="47255" x="6272213" y="4348163"/>
          <p14:tracePt t="47267" x="6272213" y="4333875"/>
          <p14:tracePt t="47279" x="6259513" y="4333875"/>
          <p14:tracePt t="47300" x="6245225" y="4319588"/>
          <p14:tracePt t="47301" x="6232525" y="4319588"/>
          <p14:tracePt t="47313" x="6218238" y="4306888"/>
          <p14:tracePt t="47322" x="6184900" y="4306888"/>
          <p14:tracePt t="47334" x="6157913" y="4292600"/>
          <p14:tracePt t="47346" x="6129338" y="4292600"/>
          <p14:tracePt t="47356" x="6089650" y="4271963"/>
          <p14:tracePt t="47368" x="6034088" y="4259263"/>
          <p14:tracePt t="47380" x="5986463" y="4259263"/>
          <p14:tracePt t="47390" x="5946775" y="4259263"/>
          <p14:tracePt t="47401" x="5919788" y="4259263"/>
          <p14:tracePt t="47413" x="5891213" y="4259263"/>
          <p14:tracePt t="47424" x="5864225" y="4259263"/>
          <p14:tracePt t="47436" x="5824538" y="4292600"/>
          <p14:tracePt t="47447" x="5776913" y="4333875"/>
          <p14:tracePt t="47458" x="5735638" y="4387850"/>
          <p14:tracePt t="47470" x="5721350" y="4429125"/>
          <p14:tracePt t="47481" x="5708650" y="4491038"/>
          <p14:tracePt t="47492" x="5708650" y="4518025"/>
          <p14:tracePt t="47503" x="5708650" y="4545013"/>
          <p14:tracePt t="47515" x="5721350" y="4572000"/>
          <p14:tracePt t="47526" x="5748338" y="4586288"/>
          <p14:tracePt t="47538" x="5776913" y="4598988"/>
          <p14:tracePt t="47548" x="5851525" y="4613275"/>
          <p14:tracePt t="47559" x="5946775" y="4625975"/>
          <p14:tracePt t="47571" x="6075363" y="4640263"/>
          <p14:tracePt t="47582" x="6205538" y="4640263"/>
          <p14:tracePt t="47593" x="6327775" y="4625975"/>
          <p14:tracePt t="47604" x="6402388" y="4613275"/>
          <p14:tracePt t="47616" x="6470650" y="4598988"/>
          <p14:tracePt t="47627" x="6497638" y="4598988"/>
          <p14:tracePt t="47638" x="6510338" y="4586288"/>
          <p14:tracePt t="47649" x="6510338" y="4572000"/>
          <p14:tracePt t="47660" x="6497638" y="4557713"/>
          <p14:tracePt t="47672" x="6483350" y="4530725"/>
          <p14:tracePt t="47683" x="6443663" y="4503738"/>
          <p14:tracePt t="47695" x="6381750" y="4456113"/>
          <p14:tracePt t="47706" x="6313488" y="4429125"/>
          <p14:tracePt t="47718" x="6259513" y="4414838"/>
          <p14:tracePt t="47730" x="6232525" y="4402138"/>
          <p14:tracePt t="47740" x="6184900" y="4402138"/>
          <p14:tracePt t="47750" x="6157913" y="4402138"/>
          <p14:tracePt t="47763" x="6129338" y="4402138"/>
          <p14:tracePt t="47773" x="6102350" y="4414838"/>
          <p14:tracePt t="47785" x="6075363" y="4443413"/>
          <p14:tracePt t="47797" x="6048375" y="4470400"/>
          <p14:tracePt t="47807" x="6034088" y="4518025"/>
          <p14:tracePt t="47819" x="6021388" y="4557713"/>
          <p14:tracePt t="47831" x="6021388" y="4598988"/>
          <p14:tracePt t="47841" x="6034088" y="4613275"/>
          <p14:tracePt t="47853" x="6062663" y="4640263"/>
          <p14:tracePt t="47864" x="6075363" y="4652963"/>
          <p14:tracePt t="47875" x="6102350" y="4652963"/>
          <p14:tracePt t="47886" x="6157913" y="4673600"/>
          <p14:tracePt t="47898" x="6205538" y="4673600"/>
          <p14:tracePt t="47908" x="6259513" y="4673600"/>
          <p14:tracePt t="47920" x="6286500" y="4673600"/>
          <p14:tracePt t="47931" x="6313488" y="4673600"/>
          <p14:tracePt t="47941" x="6340475" y="4673600"/>
          <p14:tracePt t="47953" x="6367463" y="4652963"/>
          <p14:tracePt t="47965" x="6402388" y="4652963"/>
          <p14:tracePt t="47975" x="6415088" y="4640263"/>
          <p14:tracePt t="47997" x="6429375" y="4625975"/>
          <p14:tracePt t="48009" x="6429375" y="4613275"/>
          <p14:tracePt t="48020" x="6429375" y="4598988"/>
          <p14:tracePt t="48032" x="6415088" y="4586288"/>
          <p14:tracePt t="48043" x="6402388" y="4586288"/>
          <p14:tracePt t="48054" x="6402388" y="4572000"/>
          <p14:tracePt t="48065" x="6381750" y="4572000"/>
          <p14:tracePt t="48077" x="6381750" y="4557713"/>
          <p14:tracePt t="48088" x="6367463" y="4557713"/>
          <p14:tracePt t="48099" x="6354763" y="4557713"/>
          <p14:tracePt t="48121" x="6340475" y="4557713"/>
          <p14:tracePt t="48538" x="6327775" y="4557713"/>
          <p14:tracePt t="48886" x="6340475" y="4557713"/>
          <p14:tracePt t="48897" x="6354763" y="4557713"/>
          <p14:tracePt t="48910" x="6381750" y="4557713"/>
          <p14:tracePt t="48921" x="6415088" y="4557713"/>
          <p14:tracePt t="48932" x="6456363" y="4557713"/>
          <p14:tracePt t="48943" x="6470650" y="4557713"/>
          <p14:tracePt t="48955" x="6497638" y="4557713"/>
          <p14:tracePt t="48966" x="6510338" y="4557713"/>
          <p14:tracePt t="49043" x="6510338" y="4545013"/>
          <p14:tracePt t="49055" x="6483350" y="4545013"/>
          <p14:tracePt t="49066" x="6456363" y="4530725"/>
          <p14:tracePt t="49079" x="6443663" y="4530725"/>
          <p14:tracePt t="49100" x="6429375" y="4530725"/>
          <p14:tracePt t="49111" x="6415088" y="4530725"/>
          <p14:tracePt t="49123" x="6381750" y="4545013"/>
          <p14:tracePt t="49134" x="6367463" y="4557713"/>
          <p14:tracePt t="49148" x="6340475" y="4572000"/>
          <p14:tracePt t="49157" x="6313488" y="4613275"/>
          <p14:tracePt t="49168" x="6286500" y="4673600"/>
          <p14:tracePt t="49182" x="6259513" y="4729163"/>
          <p14:tracePt t="49191" x="6259513" y="4768850"/>
          <p14:tracePt t="49202" x="6259513" y="4810125"/>
          <p14:tracePt t="49214" x="6259513" y="4837113"/>
          <p14:tracePt t="49224" x="6259513" y="4872038"/>
          <p14:tracePt t="49236" x="6259513" y="4911725"/>
          <p14:tracePt t="49247" x="6272213" y="4938713"/>
          <p14:tracePt t="49258" x="6259513" y="4967288"/>
          <p14:tracePt t="49270" x="6245225" y="4967288"/>
          <p14:tracePt t="49585" x="6272213" y="4967288"/>
          <p14:tracePt t="49617" x="6259513" y="4967288"/>
          <p14:tracePt t="49640" x="6245225" y="4979988"/>
          <p14:tracePt t="49651" x="6245225" y="4994275"/>
          <p14:tracePt t="49662" x="6232525" y="5021263"/>
          <p14:tracePt t="49677" x="6184900" y="5068888"/>
          <p14:tracePt t="49685" x="6143625" y="5137150"/>
          <p14:tracePt t="49697" x="6048375" y="5253038"/>
          <p14:tracePt t="49708" x="5905500" y="5435600"/>
          <p14:tracePt t="49719" x="5708650" y="5634038"/>
          <p14:tracePt t="49730" x="5524500" y="5816600"/>
          <p14:tracePt t="49741" x="5354638" y="5938838"/>
          <p14:tracePt t="49755" x="5259388" y="6015038"/>
          <p14:tracePt t="49766" x="5143500" y="6069013"/>
          <p14:tracePt t="49775" x="5048250" y="6110288"/>
          <p14:tracePt t="49790" x="4973638" y="6122988"/>
          <p14:tracePt t="49799" x="4946650" y="6122988"/>
          <p14:tracePt t="49810" x="4919663" y="6122988"/>
          <p14:tracePt t="49822" x="4905375" y="6122988"/>
          <p14:tracePt t="49898" x="4891088" y="6122988"/>
          <p14:tracePt t="49910" x="4864100" y="6137275"/>
          <p14:tracePt t="49922" x="4851400" y="6149975"/>
          <p14:tracePt t="49933" x="4824413" y="6164263"/>
          <p14:tracePt t="49945" x="4803775" y="6176963"/>
          <p14:tracePt t="49956" x="4776788" y="6176963"/>
          <p14:tracePt t="49966" x="4748213" y="6197600"/>
          <p14:tracePt t="49978" x="4735513" y="6197600"/>
          <p14:tracePt t="49989" x="4708525" y="6197600"/>
          <p14:tracePt t="50000" x="4694238" y="6197600"/>
          <p14:tracePt t="50023" x="4681538" y="6197600"/>
          <p14:tracePt t="50034" x="4667250" y="6197600"/>
          <p14:tracePt t="50193" x="4652963" y="6197600"/>
          <p14:tracePt t="50204" x="4640263" y="6197600"/>
          <p14:tracePt t="50215" x="4625975" y="6197600"/>
          <p14:tracePt t="50227" x="4605338" y="6197600"/>
          <p14:tracePt t="50237" x="4592638" y="6197600"/>
          <p14:tracePt t="50248" x="4578350" y="6197600"/>
          <p14:tracePt t="50259" x="4551363" y="6197600"/>
          <p14:tracePt t="50271" x="4538663" y="6197600"/>
          <p14:tracePt t="50281" x="4524375" y="6197600"/>
          <p14:tracePt t="50293" x="4510088" y="6197600"/>
          <p14:tracePt t="50451" x="4524375" y="6197600"/>
          <p14:tracePt t="50484" x="4538663" y="6197600"/>
          <p14:tracePt t="50528" x="4551363" y="6197600"/>
          <p14:tracePt t="50540" x="4565650" y="6197600"/>
          <p14:tracePt t="50553" x="4578350" y="6211888"/>
          <p14:tracePt t="50563" x="4592638" y="6211888"/>
          <p14:tracePt t="50574" x="4625975" y="6211888"/>
          <p14:tracePt t="50587" x="4652963" y="6211888"/>
          <p14:tracePt t="50597" x="4694238" y="6211888"/>
          <p14:tracePt t="50607" x="4748213" y="6211888"/>
          <p14:tracePt t="50620" x="4803775" y="6211888"/>
          <p14:tracePt t="50631" x="4878388" y="6211888"/>
          <p14:tracePt t="50642" x="4932363" y="6211888"/>
          <p14:tracePt t="50653" x="5000625" y="6211888"/>
          <p14:tracePt t="50665" x="5075238" y="6211888"/>
          <p14:tracePt t="50676" x="5157788" y="6211888"/>
          <p14:tracePt t="50687" x="5245100" y="6211888"/>
          <p14:tracePt t="50698" x="5313363" y="6211888"/>
          <p14:tracePt t="50710" x="5381625" y="6224588"/>
          <p14:tracePt t="50720" x="5456238" y="6224588"/>
          <p14:tracePt t="50732" x="5538788" y="6224588"/>
          <p14:tracePt t="50744" x="5626100" y="6238875"/>
          <p14:tracePt t="50754" x="5708650" y="6238875"/>
          <p14:tracePt t="50766" x="5776913" y="6238875"/>
          <p14:tracePt t="50777" x="5837238" y="6238875"/>
          <p14:tracePt t="50789" x="5905500" y="6253163"/>
          <p14:tracePt t="50800" x="5959475" y="6253163"/>
          <p14:tracePt t="50811" x="6021388" y="6253163"/>
          <p14:tracePt t="50821" x="6075363" y="6253163"/>
          <p14:tracePt t="50833" x="6116638" y="6253163"/>
          <p14:tracePt t="50844" x="6143625" y="6253163"/>
          <p14:tracePt t="50855" x="6170613" y="6253163"/>
          <p14:tracePt t="50867" x="6184900" y="6253163"/>
          <p14:tracePt t="50878" x="6205538" y="6253163"/>
          <p14:tracePt t="50889" x="6218238" y="6253163"/>
          <p14:tracePt t="50901" x="6232525" y="6253163"/>
          <p14:tracePt t="50912" x="6245225" y="6253163"/>
          <p14:tracePt t="50922" x="6272213" y="6253163"/>
          <p14:tracePt t="50934" x="6286500" y="6253163"/>
          <p14:tracePt t="50945" x="6327775" y="6253163"/>
          <p14:tracePt t="50956" x="6354763" y="6253163"/>
          <p14:tracePt t="50968" x="6381750" y="6253163"/>
          <p14:tracePt t="50979" x="6415088" y="6265863"/>
          <p14:tracePt t="50990" x="6456363" y="6265863"/>
          <p14:tracePt t="51002" x="6483350" y="6265863"/>
          <p14:tracePt t="51013" x="6524625" y="6265863"/>
          <p14:tracePt t="51024" x="6551613" y="6265863"/>
          <p14:tracePt t="51036" x="6578600" y="6265863"/>
          <p14:tracePt t="51047" x="6613525" y="6280150"/>
          <p14:tracePt t="51058" x="6640513" y="6280150"/>
          <p14:tracePt t="51070" x="6653213" y="6280150"/>
          <p14:tracePt t="51081" x="6681788" y="6280150"/>
          <p14:tracePt t="51091" x="6694488" y="6280150"/>
          <p14:tracePt t="51114" x="6708775" y="6280150"/>
          <p14:tracePt t="51159" x="6721475" y="6280150"/>
          <p14:tracePt t="51306" x="6735763" y="6280150"/>
          <p14:tracePt t="51317" x="6748463" y="6280150"/>
          <p14:tracePt t="51329" x="6777038" y="6280150"/>
          <p14:tracePt t="51339" x="6810375" y="6280150"/>
          <p14:tracePt t="51350" x="6851650" y="6280150"/>
          <p14:tracePt t="51362" x="6878638" y="6280150"/>
          <p14:tracePt t="51373" x="6905625" y="6280150"/>
          <p14:tracePt t="51385" x="6932613" y="6280150"/>
          <p14:tracePt t="51406" x="6973888" y="6280150"/>
          <p14:tracePt t="51409" x="6994525" y="6280150"/>
          <p14:tracePt t="51418" x="7021513" y="6280150"/>
          <p14:tracePt t="51429" x="7048500" y="6280150"/>
          <p14:tracePt t="51442" x="7062788" y="6280150"/>
          <p14:tracePt t="51452" x="7089775" y="6280150"/>
          <p14:tracePt t="51463" x="7116763" y="6280150"/>
          <p14:tracePt t="51475" x="7143750" y="6280150"/>
          <p14:tracePt t="51496" x="7170738" y="6280150"/>
          <p14:tracePt t="51500" x="7205663" y="6265863"/>
          <p14:tracePt t="51510" x="7245350" y="6265863"/>
          <p14:tracePt t="51519" x="7286625" y="6253163"/>
          <p14:tracePt t="51530" x="7340600" y="6224588"/>
          <p14:tracePt t="51543" x="7388225" y="6211888"/>
          <p14:tracePt t="51554" x="7429500" y="6176963"/>
          <p14:tracePt t="51566" x="7456488" y="6149975"/>
          <p14:tracePt t="51577" x="7470775" y="6122988"/>
          <p14:tracePt t="51587" x="7470775" y="6096000"/>
          <p14:tracePt t="51599" x="7470775" y="6081713"/>
          <p14:tracePt t="51610" x="7470775" y="6054725"/>
          <p14:tracePt t="51620" x="7470775" y="6042025"/>
          <p14:tracePt t="51632" x="7470775" y="6015038"/>
          <p14:tracePt t="51643" x="7456488" y="5994400"/>
          <p14:tracePt t="51654" x="7443788" y="5980113"/>
          <p14:tracePt t="51666" x="7429500" y="5967413"/>
          <p14:tracePt t="51678" x="7415213" y="5967413"/>
          <p14:tracePt t="51688" x="7402513" y="5953125"/>
          <p14:tracePt t="51701" x="7367588" y="5953125"/>
          <p14:tracePt t="51711" x="7340600" y="5938838"/>
          <p14:tracePt t="51722" x="7300913" y="5938838"/>
          <p14:tracePt t="51734" x="7272338" y="5926138"/>
          <p14:tracePt t="51745" x="7245350" y="5926138"/>
          <p14:tracePt t="51755" x="7218363" y="5926138"/>
          <p14:tracePt t="51767" x="7191375" y="5938838"/>
          <p14:tracePt t="51778" x="7143750" y="5938838"/>
          <p14:tracePt t="51789" x="7102475" y="5967413"/>
          <p14:tracePt t="51801" x="7062788" y="5994400"/>
          <p14:tracePt t="51812" x="7021513" y="6027738"/>
          <p14:tracePt t="51823" x="6973888" y="6069013"/>
          <p14:tracePt t="51835" x="6946900" y="6096000"/>
          <p14:tracePt t="51846" x="6919913" y="6137275"/>
          <p14:tracePt t="51857" x="6905625" y="6149975"/>
          <p14:tracePt t="51869" x="6905625" y="6176963"/>
          <p14:tracePt t="51879" x="6905625" y="6197600"/>
          <p14:tracePt t="51890" x="6905625" y="6211888"/>
          <p14:tracePt t="51913" x="6919913" y="6224588"/>
          <p14:tracePt t="51925" x="6932613" y="6224588"/>
          <p14:tracePt t="51935" x="6932613" y="6238875"/>
          <p14:tracePt t="51946" x="6946900" y="6238875"/>
          <p14:tracePt t="51959" x="6959600" y="6238875"/>
          <p14:tracePt t="51969" x="6973888" y="6238875"/>
          <p14:tracePt t="51980" x="6994525" y="6238875"/>
          <p14:tracePt t="51993" x="7007225" y="6238875"/>
          <p14:tracePt t="52002" x="7021513" y="6238875"/>
          <p14:tracePt t="52014" x="7034213" y="6238875"/>
          <p14:tracePt t="52026" x="7048500" y="6238875"/>
          <p14:tracePt t="52037" x="7062788" y="6238875"/>
          <p14:tracePt t="52746" x="7075488" y="6224588"/>
          <p14:tracePt t="52767" x="7075488" y="6211888"/>
          <p14:tracePt t="52779" x="7089775" y="6197600"/>
          <p14:tracePt t="52801" x="7102475" y="6197600"/>
          <p14:tracePt t="52813" x="7102475" y="6176963"/>
          <p14:tracePt t="52902" x="7102475" y="6164263"/>
          <p14:tracePt t="52914" x="7102475" y="6149975"/>
          <p14:tracePt t="52926" x="7102475" y="6137275"/>
          <p14:tracePt t="52937" x="7102475" y="6122988"/>
          <p14:tracePt t="52949" x="7089775" y="6096000"/>
          <p14:tracePt t="52960" x="7089775" y="6081713"/>
          <p14:tracePt t="52970" x="7089775" y="6069013"/>
          <p14:tracePt t="52983" x="7089775" y="6054725"/>
          <p14:tracePt t="52993" x="7089775" y="6042025"/>
          <p14:tracePt t="53006" x="7089775" y="6027738"/>
          <p14:tracePt t="53017" x="7089775" y="6015038"/>
          <p14:tracePt t="53060" x="7062788" y="5994400"/>
          <p14:tracePt t="53073" x="7021513" y="5994400"/>
          <p14:tracePt t="53084" x="6994525" y="5994400"/>
          <p14:tracePt t="53975" x="7007225" y="5994400"/>
          <p14:tracePt t="53992" x="7021513" y="5994400"/>
          <p14:tracePt t="53998" x="7034213" y="5994400"/>
          <p14:tracePt t="54094" x="7034213" y="5980113"/>
          <p14:tracePt t="54115" x="7034213" y="5967413"/>
          <p14:tracePt t="54125" x="7048500" y="5938838"/>
          <p14:tracePt t="54137" x="7048500" y="5899150"/>
          <p14:tracePt t="54146" x="7048500" y="5816600"/>
          <p14:tracePt t="54155" x="7062788" y="5700713"/>
          <p14:tracePt t="54168" x="7075488" y="5530850"/>
          <p14:tracePt t="54177" x="7116763" y="5307013"/>
          <p14:tracePt t="54193" x="7158038" y="5021263"/>
          <p14:tracePt t="54200" x="7191375" y="4810125"/>
          <p14:tracePt t="54209" x="7191375" y="4530725"/>
          <p14:tracePt t="54226" x="7191375" y="4319588"/>
          <p14:tracePt t="54235" x="7191375" y="4149725"/>
          <p14:tracePt t="54243" x="7170738" y="4021138"/>
          <p14:tracePt t="54259" x="7170738" y="3925888"/>
          <p14:tracePt t="54269" x="7170738" y="3863975"/>
          <p14:tracePt t="54277" x="7158038" y="3795713"/>
          <p14:tracePt t="54300" x="7143750" y="3756025"/>
          <p14:tracePt t="54303" x="7129463" y="3729038"/>
          <p14:tracePt t="54311" x="7116763" y="3694113"/>
          <p14:tracePt t="54333" x="7102475" y="3681413"/>
          <p14:tracePt t="54336" x="7089775" y="3652838"/>
          <p14:tracePt t="54346" x="7062788" y="3625850"/>
          <p14:tracePt t="54417" x="6626225" y="3348038"/>
          <p14:tracePt t="54442" x="6538913" y="3271838"/>
          <p14:tracePt t="54443" x="6456363" y="3217863"/>
          <p14:tracePt t="54444" x="6367463" y="3149600"/>
          <p14:tracePt t="54458" x="6313488" y="3101975"/>
          <p14:tracePt t="54467" x="6245225" y="3048000"/>
          <p14:tracePt t="54478" x="6205538" y="3006725"/>
          <p14:tracePt t="54490" x="6184900" y="2979738"/>
          <p14:tracePt t="54500" x="6157913" y="2946400"/>
          <p14:tracePt t="54512" x="6157913" y="2932113"/>
          <p14:tracePt t="54524" x="6143625" y="2932113"/>
          <p14:tracePt t="54534" x="6129338" y="2919413"/>
          <p14:tracePt t="54556" x="6116638" y="2919413"/>
          <p14:tracePt t="54568" x="6102350" y="2905125"/>
          <p14:tracePt t="54590" x="6089650" y="2905125"/>
          <p14:tracePt t="54601" x="6075363" y="2905125"/>
          <p14:tracePt t="54646" x="6062663" y="2905125"/>
          <p14:tracePt t="54649" x="6048375" y="2905125"/>
          <p14:tracePt t="54660" x="6034088" y="2919413"/>
          <p14:tracePt t="54662" x="6007100" y="2932113"/>
          <p14:tracePt t="54670" x="5973763" y="2946400"/>
          <p14:tracePt t="54682" x="5946775" y="2967038"/>
          <p14:tracePt t="54693" x="5919788" y="2994025"/>
          <p14:tracePt t="54703" x="5891213" y="3021013"/>
          <p14:tracePt t="54714" x="5851525" y="3048000"/>
          <p14:tracePt t="54726" x="5810250" y="3089275"/>
          <p14:tracePt t="54737" x="5762625" y="3128963"/>
          <p14:tracePt t="54748" x="5708650" y="3176588"/>
          <p14:tracePt t="54763" x="5667375" y="3232150"/>
          <p14:tracePt t="54774" x="5640388" y="3271838"/>
          <p14:tracePt t="54783" x="5613400" y="3300413"/>
          <p14:tracePt t="54794" x="5578475" y="3348038"/>
          <p14:tracePt t="54804" x="5578475" y="3375025"/>
          <p14:tracePt t="54816" x="5578475" y="3402013"/>
          <p14:tracePt t="54827" x="5578475" y="3429000"/>
          <p14:tracePt t="54838" x="5592763" y="3443288"/>
          <p14:tracePt t="54849" x="5613400" y="3455988"/>
          <p14:tracePt t="54861" x="5640388" y="3470275"/>
          <p14:tracePt t="54873" x="5653088" y="3482975"/>
          <p14:tracePt t="54883" x="5681663" y="3482975"/>
          <p14:tracePt t="54894" x="5708650" y="3497263"/>
          <p14:tracePt t="54906" x="5735638" y="3497263"/>
          <p14:tracePt t="54916" x="5776913" y="3497263"/>
          <p14:tracePt t="54928" x="5837238" y="3497263"/>
          <p14:tracePt t="54941" x="5905500" y="3482975"/>
          <p14:tracePt t="54950" x="5986463" y="3470275"/>
          <p14:tracePt t="54962" x="6048375" y="3455988"/>
          <p14:tracePt t="54974" x="6116638" y="3429000"/>
          <p14:tracePt t="54984" x="6170613" y="3387725"/>
          <p14:tracePt t="54996" x="6232525" y="3348038"/>
          <p14:tracePt t="55008" x="6272213" y="3300413"/>
          <p14:tracePt t="55018" x="6313488" y="3244850"/>
          <p14:tracePt t="55029" x="6327775" y="3205163"/>
          <p14:tracePt t="55041" x="6340475" y="3163888"/>
          <p14:tracePt t="55051" x="6340475" y="3128963"/>
          <p14:tracePt t="55063" x="6340475" y="3101975"/>
          <p14:tracePt t="55075" x="6327775" y="3074988"/>
          <p14:tracePt t="55085" x="6313488" y="3062288"/>
          <p14:tracePt t="55097" x="6300788" y="3048000"/>
          <p14:tracePt t="55108" x="6272213" y="3033713"/>
          <p14:tracePt t="55119" x="6259513" y="3033713"/>
          <p14:tracePt t="55130" x="6232525" y="3021013"/>
          <p14:tracePt t="55142" x="6218238" y="3021013"/>
          <p14:tracePt t="55153" x="6184900" y="3021013"/>
          <p14:tracePt t="55164" x="6143625" y="3021013"/>
          <p14:tracePt t="55175" x="6102350" y="3033713"/>
          <p14:tracePt t="55186" x="6062663" y="3048000"/>
          <p14:tracePt t="55198" x="6021388" y="3074988"/>
          <p14:tracePt t="55209" x="5973763" y="3089275"/>
          <p14:tracePt t="55220" x="5959475" y="3116263"/>
          <p14:tracePt t="55231" x="5932488" y="3128963"/>
          <p14:tracePt t="55243" x="5919788" y="3163888"/>
          <p14:tracePt t="55254" x="5919788" y="3190875"/>
          <p14:tracePt t="55265" x="5905500" y="3205163"/>
          <p14:tracePt t="55277" x="5905500" y="3232150"/>
          <p14:tracePt t="55288" x="5905500" y="3244850"/>
          <p14:tracePt t="55299" x="5905500" y="3271838"/>
          <p14:tracePt t="55310" x="5905500" y="3286125"/>
          <p14:tracePt t="55322" x="5905500" y="3300413"/>
          <p14:tracePt t="55333" x="5905500" y="3313113"/>
          <p14:tracePt t="55344" x="5905500" y="3327400"/>
          <p14:tracePt t="55356" x="5905500" y="3348038"/>
          <p14:tracePt t="55377" x="5905500" y="3360738"/>
          <p14:tracePt t="55390" x="5919788" y="3375025"/>
          <p14:tracePt t="55400" x="5919788" y="3387725"/>
          <p14:tracePt t="55423" x="5932488" y="3402013"/>
          <p14:tracePt t="55434" x="5946775" y="3429000"/>
          <p14:tracePt t="55445" x="5959475" y="3443288"/>
          <p14:tracePt t="55457" x="5973763" y="3470275"/>
          <p14:tracePt t="55468" x="5986463" y="3509963"/>
          <p14:tracePt t="55480" x="5986463" y="3544888"/>
          <p14:tracePt t="55491" x="5986463" y="3586163"/>
          <p14:tracePt t="55861" x="5986463" y="3598863"/>
          <p14:tracePt t="55872" x="6007100" y="3598863"/>
          <p14:tracePt t="56015" x="6021388" y="3598863"/>
          <p14:tracePt t="56306" x="6021388" y="3586163"/>
          <p14:tracePt t="56308" x="6007100" y="3586163"/>
          <p14:tracePt t="56316" x="5986463" y="3571875"/>
          <p14:tracePt t="56328" x="5973763" y="3557588"/>
          <p14:tracePt t="56339" x="5959475" y="3544888"/>
          <p14:tracePt t="56348" x="5946775" y="3544888"/>
          <p14:tracePt t="56359" x="5932488" y="3509963"/>
          <p14:tracePt t="56377" x="5919788" y="3482975"/>
          <p14:tracePt t="56386" x="5905500" y="3443288"/>
          <p14:tracePt t="56396" x="5891213" y="3402013"/>
          <p14:tracePt t="56481" x="5824538" y="3128963"/>
          <p14:tracePt t="56499" x="5789613" y="3089275"/>
          <p14:tracePt t="56506" x="5748338" y="3062288"/>
          <p14:tracePt t="56516" x="5708650" y="3033713"/>
          <p14:tracePt t="56528" x="5667375" y="3006725"/>
          <p14:tracePt t="56538" x="5626100" y="2994025"/>
          <p14:tracePt t="56549" x="5551488" y="2967038"/>
          <p14:tracePt t="56559" x="5470525" y="2932113"/>
          <p14:tracePt t="56570" x="5381625" y="2905125"/>
          <p14:tracePt t="56582" x="5286375" y="2878138"/>
          <p14:tracePt t="56593" x="5197475" y="2863850"/>
          <p14:tracePt t="56604" x="5129213" y="2863850"/>
          <p14:tracePt t="56616" x="5062538" y="2863850"/>
          <p14:tracePt t="56628" x="4986338" y="2863850"/>
          <p14:tracePt t="56638" x="4946650" y="2890838"/>
          <p14:tracePt t="56650" x="4905375" y="2919413"/>
          <p14:tracePt t="56662" x="4864100" y="2967038"/>
          <p14:tracePt t="56672" x="4837113" y="3006725"/>
          <p14:tracePt t="56683" x="4824413" y="3048000"/>
          <p14:tracePt t="56695" x="4824413" y="3101975"/>
          <p14:tracePt t="56706" x="4824413" y="3163888"/>
          <p14:tracePt t="56739" x="4837113" y="3205163"/>
          <p14:tracePt t="56743" x="4864100" y="3244850"/>
          <p14:tracePt t="56754" x="4919663" y="3313113"/>
          <p14:tracePt t="56764" x="4959350" y="3360738"/>
          <p14:tracePt t="56775" x="5000625" y="3375025"/>
          <p14:tracePt t="56786" x="5033963" y="3387725"/>
          <p14:tracePt t="56798" x="5048250" y="3387725"/>
          <p14:tracePt t="56807" x="5075238" y="3387725"/>
          <p14:tracePt t="56818" x="5089525" y="3387725"/>
          <p14:tracePt t="56830" x="5102225" y="3387725"/>
          <p14:tracePt t="56840" x="5116513" y="3387725"/>
          <p14:tracePt t="56852" x="5129213" y="3375025"/>
          <p14:tracePt t="56864" x="5143500" y="3375025"/>
          <p14:tracePt t="56874" x="5143500" y="3360738"/>
          <p14:tracePt t="56885" x="5157788" y="3327400"/>
          <p14:tracePt t="56897" x="5157788" y="3313113"/>
          <p14:tracePt t="56908" x="5157788" y="3286125"/>
          <p14:tracePt t="56919" x="5157788" y="3271838"/>
          <p14:tracePt t="56931" x="5157788" y="3244850"/>
          <p14:tracePt t="56941" x="5157788" y="3217863"/>
          <p14:tracePt t="56953" x="5157788" y="3205163"/>
          <p14:tracePt t="56964" x="5157788" y="3190875"/>
          <p14:tracePt t="56975" x="5157788" y="3176588"/>
          <p14:tracePt t="56997" x="5157788" y="3163888"/>
          <p14:tracePt t="57031" x="5157788" y="3149600"/>
          <p14:tracePt t="57391" x="5170488" y="3149600"/>
          <p14:tracePt t="57459" x="5184775" y="3149600"/>
          <p14:tracePt t="57492" x="5197475" y="3149600"/>
          <p14:tracePt t="57515" x="5218113" y="3149600"/>
          <p14:tracePt t="57549" x="5218113" y="3128963"/>
          <p14:tracePt t="57605" x="5218113" y="3116263"/>
          <p14:tracePt t="57628" x="5218113" y="3101975"/>
          <p14:tracePt t="57650" x="5218113" y="3089275"/>
          <p14:tracePt t="57661" x="5218113" y="3074988"/>
          <p14:tracePt t="57674" x="5197475" y="3062288"/>
          <p14:tracePt t="57684" x="5184775" y="3062288"/>
          <p14:tracePt t="57695" x="5170488" y="3048000"/>
          <p14:tracePt t="57707" x="5157788" y="3033713"/>
          <p14:tracePt t="57718" x="5129213" y="3033713"/>
          <p14:tracePt t="57729" x="5129213" y="3021013"/>
          <p14:tracePt t="57741" x="5116513" y="3021013"/>
          <p14:tracePt t="57751" x="5102225" y="3021013"/>
          <p14:tracePt t="57785" x="5089525" y="3021013"/>
          <p14:tracePt t="57786" x="5062538" y="3033713"/>
          <p14:tracePt t="57798" x="5033963" y="3048000"/>
          <p14:tracePt t="57809" x="5021263" y="3062288"/>
          <p14:tracePt t="57819" x="4973638" y="3089275"/>
          <p14:tracePt t="57832" x="4946650" y="3128963"/>
          <p14:tracePt t="57842" x="4919663" y="3176588"/>
          <p14:tracePt t="57853" x="4905375" y="3217863"/>
          <p14:tracePt t="57864" x="4905375" y="3259138"/>
          <p14:tracePt t="57875" x="4905375" y="3271838"/>
          <p14:tracePt t="57887" x="4905375" y="3300413"/>
          <p14:tracePt t="57898" x="4905375" y="3313113"/>
          <p14:tracePt t="57909" x="4919663" y="3327400"/>
          <p14:tracePt t="57920" x="4932363" y="3348038"/>
          <p14:tracePt t="57932" x="4959350" y="3348038"/>
          <p14:tracePt t="57943" x="4973638" y="3360738"/>
          <p14:tracePt t="57954" x="4986338" y="3360738"/>
          <p14:tracePt t="57965" x="5000625" y="3360738"/>
          <p14:tracePt t="57977" x="5021263" y="3360738"/>
          <p14:tracePt t="57989" x="5033963" y="3360738"/>
          <p14:tracePt t="58022" x="5048250" y="3360738"/>
          <p14:tracePt t="58066" x="5048250" y="3348038"/>
          <p14:tracePt t="58078" x="5062538" y="3348038"/>
          <p14:tracePt t="58090" x="5062538" y="3327400"/>
          <p14:tracePt t="58100" x="5062538" y="3313113"/>
          <p14:tracePt t="58112" x="5062538" y="3300413"/>
          <p14:tracePt t="58124" x="5062538" y="3271838"/>
          <p14:tracePt t="58134" x="5062538" y="3259138"/>
          <p14:tracePt t="58146" x="5062538" y="3232150"/>
          <p14:tracePt t="58157" x="5048250" y="3217863"/>
          <p14:tracePt t="58168" x="5048250" y="3205163"/>
          <p14:tracePt t="58179" x="5033963" y="3205163"/>
          <p14:tracePt t="58191" x="5033963" y="3190875"/>
          <p14:tracePt t="58202" x="5021263" y="3190875"/>
          <p14:tracePt t="58235" x="5000625" y="3190875"/>
          <p14:tracePt t="58314" x="4986338" y="3190875"/>
          <p14:tracePt t="59452" x="5000625" y="3190875"/>
          <p14:tracePt t="59452" x="5021263" y="3205163"/>
          <p14:tracePt t="59462" x="5033963" y="3205163"/>
          <p14:tracePt t="59473" x="5048250" y="3205163"/>
          <p14:tracePt t="59484" x="5062538" y="3205163"/>
          <p14:tracePt t="59496" x="5075238" y="3205163"/>
          <p14:tracePt t="59507" x="5089525" y="3205163"/>
          <p14:tracePt t="59519" x="5102225" y="3205163"/>
          <p14:tracePt t="59530" x="5116513" y="3205163"/>
          <p14:tracePt t="59585" x="5129213" y="3205163"/>
          <p14:tracePt t="59619" x="5143500" y="3190875"/>
          <p14:tracePt t="59653" x="5157788" y="3176588"/>
          <p14:tracePt t="59656" x="5157788" y="3163888"/>
          <p14:tracePt t="59665" x="5170488" y="3128963"/>
          <p14:tracePt t="59676" x="5197475" y="3116263"/>
          <p14:tracePt t="59688" x="5197475" y="3089275"/>
          <p14:tracePt t="59698" x="5218113" y="3074988"/>
          <p14:tracePt t="59710" x="5218113" y="3062288"/>
          <p14:tracePt t="59721" x="5218113" y="3048000"/>
          <p14:tracePt t="59732" x="5218113" y="3021013"/>
          <p14:tracePt t="59744" x="5218113" y="3006725"/>
          <p14:tracePt t="59766" x="5218113" y="2994025"/>
          <p14:tracePt t="59777" x="5197475" y="2994025"/>
          <p14:tracePt t="59789" x="5197475" y="2979738"/>
          <p14:tracePt t="59800" x="5184775" y="2979738"/>
          <p14:tracePt t="59811" x="5184775" y="2967038"/>
          <p14:tracePt t="59833" x="5170488" y="2967038"/>
          <p14:tracePt t="59855" x="5157788" y="2967038"/>
          <p14:tracePt t="59890" x="5143500" y="2967038"/>
          <p14:tracePt t="59900" x="5116513" y="2967038"/>
          <p14:tracePt t="59904" x="5102225" y="2979738"/>
          <p14:tracePt t="59913" x="5075238" y="2979738"/>
          <p14:tracePt t="59924" x="5062538" y="2994025"/>
          <p14:tracePt t="59935" x="5033963" y="2994025"/>
          <p14:tracePt t="59946" x="5021263" y="3021013"/>
          <p14:tracePt t="59957" x="5000625" y="3021013"/>
          <p14:tracePt t="59968" x="4973638" y="3048000"/>
          <p14:tracePt t="59979" x="4959350" y="3048000"/>
          <p14:tracePt t="59991" x="4946650" y="3062288"/>
          <p14:tracePt t="60004" x="4932363" y="3089275"/>
          <p14:tracePt t="60014" x="4919663" y="3101975"/>
          <p14:tracePt t="60024" x="4905375" y="3116263"/>
          <p14:tracePt t="60037" x="4891088" y="3128963"/>
          <p14:tracePt t="60047" x="4891088" y="3149600"/>
          <p14:tracePt t="60058" x="4878388" y="3163888"/>
          <p14:tracePt t="60069" x="4878388" y="3176588"/>
          <p14:tracePt t="60080" x="4864100" y="3205163"/>
          <p14:tracePt t="60091" x="4851400" y="3217863"/>
          <p14:tracePt t="60114" x="4837113" y="3232150"/>
          <p14:tracePt t="60193" x="4837113" y="3244850"/>
          <p14:tracePt t="60249" x="4837113" y="3259138"/>
          <p14:tracePt t="60282" x="4851400" y="3259138"/>
          <p14:tracePt t="60305" x="4851400" y="3271838"/>
          <p14:tracePt t="60631" x="4851400" y="3286125"/>
          <p14:tracePt t="60755" x="4851400" y="3300413"/>
          <p14:tracePt t="60767" x="4864100" y="3300413"/>
          <p14:tracePt t="60982" x="4878388" y="3313113"/>
          <p14:tracePt t="60992" x="4891088" y="3313113"/>
          <p14:tracePt t="61003" x="4905375" y="3327400"/>
          <p14:tracePt t="61014" x="4932363" y="3348038"/>
          <p14:tracePt t="61026" x="4959350" y="3360738"/>
          <p14:tracePt t="61038" x="5021263" y="3375025"/>
          <p14:tracePt t="61048" x="5075238" y="3375025"/>
          <p14:tracePt t="61059" x="5116513" y="3387725"/>
          <p14:tracePt t="61071" x="5197475" y="3402013"/>
          <p14:tracePt t="61093" x="5286375" y="3414713"/>
          <p14:tracePt t="61094" x="5395913" y="3429000"/>
          <p14:tracePt t="61104" x="5510213" y="3455988"/>
          <p14:tracePt t="61116" x="5653088" y="3455988"/>
          <p14:tracePt t="61128" x="5748338" y="3470275"/>
          <p14:tracePt t="61138" x="5878513" y="3470275"/>
          <p14:tracePt t="61152" x="6007100" y="3470275"/>
          <p14:tracePt t="61161" x="6116638" y="3455988"/>
          <p14:tracePt t="61172" x="6245225" y="3429000"/>
          <p14:tracePt t="61184" x="6354763" y="3402013"/>
          <p14:tracePt t="61195" x="6443663" y="3375025"/>
          <p14:tracePt t="61207" x="6538913" y="3348038"/>
          <p14:tracePt t="61219" x="6626225" y="3300413"/>
          <p14:tracePt t="61228" x="6694488" y="3271838"/>
          <p14:tracePt t="61240" x="6735763" y="3259138"/>
          <p14:tracePt t="61252" x="6762750" y="3244850"/>
          <p14:tracePt t="61262" x="6796088" y="3232150"/>
          <p14:tracePt t="61274" x="6810375" y="3217863"/>
          <p14:tracePt t="61396" x="6824663" y="3205163"/>
          <p14:tracePt t="61409" x="6851650" y="3190875"/>
          <p14:tracePt t="61420" x="6864350" y="3190875"/>
          <p14:tracePt t="61430" x="6905625" y="3163888"/>
          <p14:tracePt t="61443" x="6932613" y="3149600"/>
          <p14:tracePt t="61453" x="6959600" y="3128963"/>
          <p14:tracePt t="61465" x="6973888" y="3101975"/>
          <p14:tracePt t="61477" x="6994525" y="3089275"/>
          <p14:tracePt t="61488" x="7007225" y="3074988"/>
          <p14:tracePt t="61499" x="7007225" y="3062288"/>
          <p14:tracePt t="61520" x="7007225" y="3048000"/>
          <p14:tracePt t="61554" x="6994525" y="3033713"/>
          <p14:tracePt t="61565" x="6959600" y="3021013"/>
          <p14:tracePt t="61578" x="6946900" y="3021013"/>
          <p14:tracePt t="61589" x="6905625" y="3006725"/>
          <p14:tracePt t="61600" x="6878638" y="3006725"/>
          <p14:tracePt t="61611" x="6837363" y="3006725"/>
          <p14:tracePt t="61622" x="6796088" y="3006725"/>
          <p14:tracePt t="61633" x="6735763" y="3021013"/>
          <p14:tracePt t="61645" x="6694488" y="3033713"/>
          <p14:tracePt t="61657" x="6640513" y="3074988"/>
          <p14:tracePt t="61667" x="6565900" y="3116263"/>
          <p14:tracePt t="61679" x="6510338" y="3176588"/>
          <p14:tracePt t="61691" x="6456363" y="3244850"/>
          <p14:tracePt t="61701" x="6443663" y="3286125"/>
          <p14:tracePt t="61713" x="6429375" y="3327400"/>
          <p14:tracePt t="61724" x="6429375" y="3360738"/>
          <p14:tracePt t="61734" x="6443663" y="3375025"/>
          <p14:tracePt t="61746" x="6443663" y="3387725"/>
          <p14:tracePt t="61757" x="6456363" y="3387725"/>
          <p14:tracePt t="61768" x="6470650" y="3387725"/>
          <p14:tracePt t="61779" x="6483350" y="3402013"/>
          <p14:tracePt t="61791" x="6497638" y="3402013"/>
          <p14:tracePt t="61801" x="6524625" y="3402013"/>
          <p14:tracePt t="61813" x="6551613" y="3402013"/>
          <p14:tracePt t="61824" x="6578600" y="3402013"/>
          <p14:tracePt t="61835" x="6613525" y="3402013"/>
          <p14:tracePt t="61847" x="6653213" y="3387725"/>
          <p14:tracePt t="61859" x="6694488" y="3387725"/>
          <p14:tracePt t="61869" x="6735763" y="3360738"/>
          <p14:tracePt t="61881" x="6762750" y="3348038"/>
          <p14:tracePt t="61892" x="6796088" y="3313113"/>
          <p14:tracePt t="61903" x="6837363" y="3286125"/>
          <p14:tracePt t="61914" x="6864350" y="3244850"/>
          <p14:tracePt t="61925" x="6878638" y="3205163"/>
          <p14:tracePt t="61937" x="6891338" y="3176588"/>
          <p14:tracePt t="61948" x="6891338" y="3149600"/>
          <p14:tracePt t="61959" x="6891338" y="3128963"/>
          <p14:tracePt t="61981" x="6878638" y="3116263"/>
          <p14:tracePt t="61985" x="6851650" y="3101975"/>
          <p14:tracePt t="61993" x="6824663" y="3089275"/>
          <p14:tracePt t="62008" x="6796088" y="3089275"/>
          <p14:tracePt t="62017" x="6748463" y="3089275"/>
          <p14:tracePt t="62028" x="6708775" y="3089275"/>
          <p14:tracePt t="62039" x="6653213" y="3116263"/>
          <p14:tracePt t="62050" x="6578600" y="3163888"/>
          <p14:tracePt t="62061" x="6524625" y="3217863"/>
          <p14:tracePt t="62073" x="6470650" y="3271838"/>
          <p14:tracePt t="62084" x="6443663" y="3327400"/>
          <p14:tracePt t="62096" x="6429375" y="3360738"/>
          <p14:tracePt t="62107" x="6429375" y="3402013"/>
          <p14:tracePt t="62117" x="6443663" y="3414713"/>
          <p14:tracePt t="62129" x="6456363" y="3443288"/>
          <p14:tracePt t="62141" x="6470650" y="3443288"/>
          <p14:tracePt t="62151" x="6483350" y="3455988"/>
          <p14:tracePt t="62162" x="6497638" y="3455988"/>
          <p14:tracePt t="62174" x="6510338" y="3455988"/>
          <p14:tracePt t="62184" x="6524625" y="3455988"/>
          <p14:tracePt t="62207" x="6538913" y="3455988"/>
          <p14:tracePt t="64308" x="6524625" y="3455988"/>
          <p14:tracePt t="64584" x="6538913" y="3455988"/>
          <p14:tracePt t="64585" x="6565900" y="3455988"/>
          <p14:tracePt t="64601" x="6599238" y="3455988"/>
          <p14:tracePt t="64607" x="6613525" y="3455988"/>
          <p14:tracePt t="64616" x="6626225" y="3455988"/>
          <p14:tracePt t="64641" x="6667500" y="3470275"/>
          <p14:tracePt t="64642" x="6694488" y="3482975"/>
          <p14:tracePt t="64650" x="6777038" y="3509963"/>
          <p14:tracePt t="64666" x="6932613" y="3586163"/>
          <p14:tracePt t="64675" x="7158038" y="3708400"/>
          <p14:tracePt t="64684" x="7456488" y="3863975"/>
          <p14:tracePt t="64699" x="7824788" y="4033838"/>
          <p14:tracePt t="64710" x="8116888" y="4191000"/>
          <p14:tracePt t="64718" x="8539163" y="4375150"/>
          <p14:tracePt t="64734" x="8967788" y="4557713"/>
          <p14:tracePt t="64742" x="9361488" y="4714875"/>
          <p14:tracePt t="64753" x="9756775" y="4872038"/>
          <p14:tracePt t="64767" x="10007600" y="4953000"/>
          <p14:tracePt t="64775" x="10272713" y="5033963"/>
          <p14:tracePt t="64784" x="10498138" y="5110163"/>
          <p14:tracePt t="64808" x="10653713" y="5164138"/>
          <p14:tracePt t="64810" x="10783888" y="5205413"/>
          <p14:tracePt t="64819" x="10864850" y="5232400"/>
          <p14:tracePt t="64835" x="10906125" y="5253038"/>
          <p14:tracePt t="64844" x="10953750" y="5265738"/>
          <p14:tracePt t="64855" x="10980738" y="5280025"/>
          <p14:tracePt t="64868" x="10995025" y="5280025"/>
          <p14:tracePt t="64876" x="11007725" y="5280025"/>
          <p14:tracePt t="64909" x="11022013" y="5280025"/>
          <p14:tracePt t="64934" x="11034713" y="5280025"/>
          <p14:tracePt t="64943" x="11090275" y="5307013"/>
          <p14:tracePt t="64961" x="11164888" y="5334000"/>
          <p14:tracePt t="64969" x="11245850" y="5360988"/>
          <p14:tracePt t="64982" x="11361738" y="5414963"/>
          <p14:tracePt t="64992" x="11498263" y="5462588"/>
          <p14:tracePt t="65001" x="11641138" y="5518150"/>
          <p14:tracePt t="65017" x="11769725" y="5572125"/>
          <p14:tracePt t="65024" x="11864975" y="5599113"/>
          <p14:tracePt t="65033" x="11995150" y="5646738"/>
          <p14:tracePt t="65050" x="12076113" y="5688013"/>
          <p14:tracePt t="65144" x="12150725" y="5586413"/>
          <p14:tracePt t="65164" x="12034838" y="5491163"/>
          <p14:tracePt t="65189" x="11912600" y="5387975"/>
          <p14:tracePt t="65190" x="11626850" y="5253038"/>
          <p14:tracePt t="65202" x="11531600" y="5205413"/>
          <p14:tracePt t="65211" x="11456988" y="5191125"/>
          <p14:tracePt t="65222" x="11430000" y="5191125"/>
          <p14:tracePt t="65233" x="11388725" y="5191125"/>
          <p14:tracePt t="65244" x="11376025" y="5191125"/>
          <p14:tracePt t="65255" x="11361738" y="5218113"/>
          <p14:tracePt t="65267" x="11349038" y="5280025"/>
          <p14:tracePt t="65279" x="11334750" y="5319713"/>
          <p14:tracePt t="65289" x="11320463" y="5387975"/>
          <p14:tracePt t="65301" x="11320463" y="5435600"/>
          <p14:tracePt t="65313" x="11334750" y="5476875"/>
          <p14:tracePt t="65323" x="11334750" y="5503863"/>
          <p14:tracePt t="65334" x="11361738" y="5530850"/>
          <p14:tracePt t="65347" x="11376025" y="5545138"/>
          <p14:tracePt t="65357" x="11415713" y="5557838"/>
          <p14:tracePt t="65368" x="11456988" y="5572125"/>
          <p14:tracePt t="65381" x="11483975" y="5586413"/>
          <p14:tracePt t="65390" x="11531600" y="5586413"/>
          <p14:tracePt t="65402" x="11572875" y="5586413"/>
          <p14:tracePt t="65415" x="11614150" y="5586413"/>
          <p14:tracePt t="65425" x="11653838" y="5586413"/>
          <p14:tracePt t="65435" x="11682413" y="5586413"/>
          <p14:tracePt t="65448" x="11715750" y="5572125"/>
          <p14:tracePt t="65458" x="11730038" y="5557838"/>
          <p14:tracePt t="65470" x="11742738" y="5545138"/>
          <p14:tracePt t="65481" x="11742738" y="5518150"/>
          <p14:tracePt t="65492" x="11742738" y="5491163"/>
          <p14:tracePt t="65503" x="11695113" y="5435600"/>
          <p14:tracePt t="65515" x="11653838" y="5375275"/>
          <p14:tracePt t="65526" x="11558588" y="5319713"/>
          <p14:tracePt t="65537" x="11483975" y="5292725"/>
          <p14:tracePt t="65549" x="11403013" y="5253038"/>
          <p14:tracePt t="65559" x="11320463" y="5253038"/>
          <p14:tracePt t="65570" x="11233150" y="5253038"/>
          <p14:tracePt t="65582" x="11177588" y="5253038"/>
          <p14:tracePt t="65593" x="11123613" y="5280025"/>
          <p14:tracePt t="65605" x="11075988" y="5307013"/>
          <p14:tracePt t="65616" x="11034713" y="5375275"/>
          <p14:tracePt t="65627" x="11007725" y="5449888"/>
          <p14:tracePt t="65638" x="11007725" y="5518150"/>
          <p14:tracePt t="65649" x="11022013" y="5572125"/>
          <p14:tracePt t="65660" x="11063288" y="5634038"/>
          <p14:tracePt t="65672" x="11090275" y="5661025"/>
          <p14:tracePt t="65683" x="11150600" y="5688013"/>
          <p14:tracePt t="65694" x="11206163" y="5715000"/>
          <p14:tracePt t="65705" x="11272838" y="5715000"/>
          <p14:tracePt t="65717" x="11334750" y="5729288"/>
          <p14:tracePt t="65728" x="11376025" y="5729288"/>
          <p14:tracePt t="65739" x="11415713" y="5715000"/>
          <p14:tracePt t="65751" x="11456988" y="5700713"/>
          <p14:tracePt t="65763" x="11483975" y="5688013"/>
          <p14:tracePt t="65773" x="11498263" y="5661025"/>
          <p14:tracePt t="65784" x="11498263" y="5599113"/>
          <p14:tracePt t="65797" x="11498263" y="5557838"/>
          <p14:tracePt t="65807" x="11483975" y="5503863"/>
          <p14:tracePt t="65822" x="11471275" y="5476875"/>
          <p14:tracePt t="65833" x="11456988" y="5449888"/>
          <p14:tracePt t="65851" x="11430000" y="5435600"/>
          <p14:tracePt t="65858" x="11403013" y="5414963"/>
          <p14:tracePt t="65866" x="11388725" y="5414963"/>
          <p14:tracePt t="65877" x="11376025" y="5414963"/>
          <p14:tracePt t="65888" x="11349038" y="5414963"/>
          <p14:tracePt t="65899" x="11334750" y="5414963"/>
          <p14:tracePt t="65908" x="11301413" y="5414963"/>
          <p14:tracePt t="65920" x="11272838" y="5449888"/>
          <p14:tracePt t="65931" x="11233150" y="5476875"/>
          <p14:tracePt t="65942" x="11191875" y="5530850"/>
          <p14:tracePt t="65953" x="11164888" y="5586413"/>
          <p14:tracePt t="65965" x="11137900" y="5634038"/>
          <p14:tracePt t="65975" x="11123613" y="5688013"/>
          <p14:tracePt t="65987" x="11123613" y="5715000"/>
          <p14:tracePt t="65999" x="11150600" y="5768975"/>
          <p14:tracePt t="66009" x="11206163" y="5830888"/>
          <p14:tracePt t="66021" x="11287125" y="5872163"/>
          <p14:tracePt t="66032" x="11361738" y="5911850"/>
          <p14:tracePt t="66043" x="11444288" y="5926138"/>
          <p14:tracePt t="66054" x="11483975" y="5938838"/>
          <p14:tracePt t="66066" x="11531600" y="5938838"/>
          <p14:tracePt t="66077" x="11558588" y="5926138"/>
          <p14:tracePt t="66088" x="11572875" y="5911850"/>
          <p14:tracePt t="66100" x="11587163" y="5899150"/>
          <p14:tracePt t="66111" x="11572875" y="5872163"/>
          <p14:tracePt t="66122" x="11545888" y="5830888"/>
          <p14:tracePt t="66133" x="11498263" y="5768975"/>
          <p14:tracePt t="66144" x="11456988" y="5715000"/>
          <p14:tracePt t="66178" x="11415713" y="5688013"/>
          <p14:tracePt t="66182" x="11388725" y="5673725"/>
          <p14:tracePt t="66192" x="11361738" y="5661025"/>
          <p14:tracePt t="66194" x="11349038" y="5661025"/>
          <p14:tracePt t="66201" x="11320463" y="5661025"/>
          <p14:tracePt t="66214" x="11301413" y="5661025"/>
          <p14:tracePt t="66224" x="11301413" y="5673725"/>
          <p14:tracePt t="66234" x="11287125" y="5688013"/>
          <p14:tracePt t="66247" x="11287125" y="5700713"/>
          <p14:tracePt t="66257" x="11287125" y="5729288"/>
          <p14:tracePt t="66268" x="11287125" y="5741988"/>
          <p14:tracePt t="66281" x="11287125" y="5756275"/>
          <p14:tracePt t="66291" x="11272838" y="5756275"/>
          <p14:tracePt t="66302" x="11245850" y="5741988"/>
          <p14:tracePt t="66920" x="11260138" y="5741988"/>
          <p14:tracePt t="66954" x="11272838" y="5741988"/>
          <p14:tracePt t="66965" x="11272838" y="5756275"/>
          <p14:tracePt t="66988" x="11287125" y="5756275"/>
          <p14:tracePt t="66999" x="11301413" y="5768975"/>
          <p14:tracePt t="67010" x="11320463" y="5768975"/>
          <p14:tracePt t="67044" x="11320463" y="5783263"/>
          <p14:tracePt t="67100" x="11320463" y="5795963"/>
          <p14:tracePt t="67123" x="11301413" y="5795963"/>
          <p14:tracePt t="67134" x="11287125" y="5795963"/>
          <p14:tracePt t="67147" x="11260138" y="5795963"/>
          <p14:tracePt t="67157" x="11218863" y="5795963"/>
          <p14:tracePt t="67169" x="11150600" y="5816600"/>
          <p14:tracePt t="67181" x="11075988" y="5816600"/>
          <p14:tracePt t="67191" x="10968038" y="5816600"/>
          <p14:tracePt t="67203" x="10825163" y="5795963"/>
          <p14:tracePt t="67224" x="10641013" y="5795963"/>
          <p14:tracePt t="67229" x="10415588" y="5768975"/>
          <p14:tracePt t="67237" x="10206038" y="5741988"/>
          <p14:tracePt t="67247" x="9906000" y="5673725"/>
          <p14:tracePt t="67259" x="9613900" y="5613400"/>
          <p14:tracePt t="67271" x="9361488" y="5545138"/>
          <p14:tracePt t="67282" x="9150350" y="5503863"/>
          <p14:tracePt t="67292" x="8967788" y="5462588"/>
          <p14:tracePt t="67304" x="8864600" y="5435600"/>
          <p14:tracePt t="67315" x="8736013" y="5402263"/>
          <p14:tracePt t="67326" x="8640763" y="5375275"/>
          <p14:tracePt t="67339" x="8572500" y="5348288"/>
          <p14:tracePt t="67350" x="8524875" y="5334000"/>
          <p14:tracePt t="67360" x="8497888" y="5334000"/>
          <p14:tracePt t="67371" x="8483600" y="5319713"/>
          <p14:tracePt t="67382" x="8470900" y="5319713"/>
          <p14:tracePt t="67393" x="8456613" y="5319713"/>
          <p14:tracePt t="67415" x="8443913" y="5319713"/>
          <p14:tracePt t="67427" x="8429625" y="5319713"/>
          <p14:tracePt t="67439" x="8402638" y="5319713"/>
          <p14:tracePt t="67450" x="8361363" y="5334000"/>
          <p14:tracePt t="67460" x="8328025" y="5334000"/>
          <p14:tracePt t="67472" x="8301038" y="5334000"/>
          <p14:tracePt t="67483" x="8286750" y="5348288"/>
          <p14:tracePt t="67494" x="8259763" y="5348288"/>
          <p14:tracePt t="67505" x="8245475" y="5360988"/>
          <p14:tracePt t="67517" x="8218488" y="5360988"/>
          <p14:tracePt t="67529" x="8205788" y="5360988"/>
          <p14:tracePt t="67562" x="8218488" y="5360988"/>
          <p14:tracePt t="67573" x="8232775" y="5375275"/>
          <p14:tracePt t="67585" x="8259763" y="5375275"/>
          <p14:tracePt t="67596" x="8313738" y="5387975"/>
          <p14:tracePt t="67607" x="8388350" y="5402263"/>
          <p14:tracePt t="67619" x="8456613" y="5414963"/>
          <p14:tracePt t="67631" x="8558213" y="5414963"/>
          <p14:tracePt t="67641" x="8682038" y="5414963"/>
          <p14:tracePt t="67652" x="8824913" y="5402263"/>
          <p14:tracePt t="67664" x="8932863" y="5375275"/>
          <p14:tracePt t="67674" x="9021763" y="5348288"/>
          <p14:tracePt t="67686" x="9048750" y="5334000"/>
          <p14:tracePt t="67697" x="9075738" y="5292725"/>
          <p14:tracePt t="67708" x="9075738" y="5265738"/>
          <p14:tracePt t="67720" x="9048750" y="5218113"/>
          <p14:tracePt t="67731" x="8980488" y="5191125"/>
          <p14:tracePt t="67741" x="8891588" y="5164138"/>
          <p14:tracePt t="67754" x="8694738" y="5110163"/>
          <p14:tracePt t="67765" x="8470900" y="5081588"/>
          <p14:tracePt t="67775" x="8205788" y="5054600"/>
          <p14:tracePt t="67788" x="7947025" y="5054600"/>
          <p14:tracePt t="67799" x="7708900" y="5081588"/>
          <p14:tracePt t="67809" x="7566025" y="5095875"/>
          <p14:tracePt t="67821" x="7415213" y="5137150"/>
          <p14:tracePt t="67833" x="7313613" y="5176838"/>
          <p14:tracePt t="67843" x="7272338" y="5205413"/>
          <p14:tracePt t="67855" x="7259638" y="5253038"/>
          <p14:tracePt t="67866" x="7259638" y="5292725"/>
          <p14:tracePt t="67877" x="7272338" y="5319713"/>
          <p14:tracePt t="67889" x="7327900" y="5360988"/>
          <p14:tracePt t="67900" x="7429500" y="5402263"/>
          <p14:tracePt t="67910" x="7566025" y="5449888"/>
          <p14:tracePt t="67922" x="7721600" y="5476875"/>
          <p14:tracePt t="67934" x="7824788" y="5476875"/>
          <p14:tracePt t="67945" x="7932738" y="5476875"/>
          <p14:tracePt t="67956" x="8007350" y="5476875"/>
          <p14:tracePt t="67967" x="8048625" y="5476875"/>
          <p14:tracePt t="67979" x="8075613" y="5476875"/>
          <p14:tracePt t="67989" x="8089900" y="5462588"/>
          <p14:tracePt t="68327" x="8102600" y="5449888"/>
          <p14:tracePt t="68439" x="8116888" y="5435600"/>
          <p14:tracePt t="68461" x="8129588" y="5414963"/>
          <p14:tracePt t="68473" x="8143875" y="5402263"/>
          <p14:tracePt t="68484" x="8164513" y="5375275"/>
          <p14:tracePt t="68496" x="8191500" y="5348288"/>
          <p14:tracePt t="68508" x="8205788" y="5319713"/>
          <p14:tracePt t="68520" x="8232775" y="5280025"/>
          <p14:tracePt t="68530" x="8272463" y="5218113"/>
          <p14:tracePt t="68541" x="8301038" y="5149850"/>
          <p14:tracePt t="68554" x="8313738" y="5095875"/>
          <p14:tracePt t="68564" x="8328025" y="5006975"/>
          <p14:tracePt t="68576" x="8328025" y="4953000"/>
          <p14:tracePt t="68587" x="8313738" y="4872038"/>
          <p14:tracePt t="68597" x="8286750" y="4768850"/>
          <p14:tracePt t="68609" x="8245475" y="4652963"/>
          <p14:tracePt t="68621" x="8191500" y="4572000"/>
          <p14:tracePt t="68631" x="8129588" y="4491038"/>
          <p14:tracePt t="68643" x="8089900" y="4429125"/>
          <p14:tracePt t="68655" x="8034338" y="4360863"/>
          <p14:tracePt t="68665" x="7980363" y="4306888"/>
          <p14:tracePt t="68677" x="7932738" y="4259263"/>
          <p14:tracePt t="68690" x="7891463" y="4244975"/>
          <p14:tracePt t="68699" x="7878763" y="4232275"/>
          <p14:tracePt t="68711" x="7864475" y="4232275"/>
          <p14:tracePt t="68732" x="7851775" y="4232275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 (cont. pg2)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AU" altLang="en-US" sz="2000" b="1" dirty="0">
                <a:ea typeface="ＭＳ Ｐゴシック" panose="020B0600070205080204" pitchFamily="34" charset="-128"/>
              </a:rPr>
              <a:t>Asymmetric</a:t>
            </a:r>
            <a:r>
              <a:rPr lang="en-AU" altLang="en-US" sz="2000" dirty="0">
                <a:ea typeface="ＭＳ Ｐゴシック" panose="020B0600070205080204" pitchFamily="34" charset="-128"/>
              </a:rPr>
              <a:t> since parties are </a:t>
            </a:r>
            <a:r>
              <a:rPr lang="en-AU" altLang="en-US" sz="2000" b="1" dirty="0">
                <a:ea typeface="ＭＳ Ｐゴシック" panose="020B0600070205080204" pitchFamily="34" charset="-128"/>
              </a:rPr>
              <a:t>not</a:t>
            </a:r>
            <a:r>
              <a:rPr lang="en-AU" altLang="en-US" sz="2000" dirty="0">
                <a:ea typeface="ＭＳ Ｐゴシック" panose="020B0600070205080204" pitchFamily="34" charset="-128"/>
              </a:rPr>
              <a:t> equal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ea typeface="ＭＳ Ｐゴシック" panose="020B0600070205080204" pitchFamily="34" charset="-128"/>
              </a:rPr>
              <a:t>It should not be possible to deduce the plaintext from knowledge of the ciphertext and the public key.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 descr="Public key cryptography workflow.">
            <a:extLst>
              <a:ext uri="{FF2B5EF4-FFF2-40B4-BE49-F238E27FC236}">
                <a16:creationId xmlns:a16="http://schemas.microsoft.com/office/drawing/2014/main" id="{9E61A06A-923E-0A03-514C-08DA85A89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2" y="3023748"/>
            <a:ext cx="10288436" cy="3153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510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10"/>
    </mc:Choice>
    <mc:Fallback xmlns="">
      <p:transition spd="slow" advTm="224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  <p:extLst>
    <p:ext uri="{3A86A75C-4F4B-4683-9AE1-C65F6400EC91}">
      <p14:laserTraceLst xmlns:p14="http://schemas.microsoft.com/office/powerpoint/2010/main">
        <p14:tracePtLst>
          <p14:tracePt t="2103" x="7851775" y="4217988"/>
          <p14:tracePt t="2191" x="7851775" y="4205288"/>
          <p14:tracePt t="2213" x="7851775" y="4191000"/>
          <p14:tracePt t="2236" x="7837488" y="4176713"/>
          <p14:tracePt t="2249" x="7837488" y="4164013"/>
          <p14:tracePt t="2259" x="7810500" y="4149725"/>
          <p14:tracePt t="2270" x="7783513" y="4137025"/>
          <p14:tracePt t="2282" x="7721600" y="4122738"/>
          <p14:tracePt t="2293" x="7626350" y="4089400"/>
          <p14:tracePt t="2305" x="7497763" y="4075113"/>
          <p14:tracePt t="2316" x="7340600" y="4048125"/>
          <p14:tracePt t="2339" x="7075488" y="4021138"/>
          <p14:tracePt t="2349" x="6994525" y="4006850"/>
          <p14:tracePt t="2360" x="6878638" y="4006850"/>
          <p14:tracePt t="2373" x="6810375" y="4006850"/>
          <p14:tracePt t="2383" x="6762750" y="4006850"/>
          <p14:tracePt t="2395" x="6735763" y="4006850"/>
          <p14:tracePt t="2407" x="6721475" y="4021138"/>
          <p14:tracePt t="2461" x="6721475" y="4033838"/>
          <p14:tracePt t="2473" x="6708775" y="4048125"/>
          <p14:tracePt t="2484" x="6708775" y="4062413"/>
          <p14:tracePt t="2506" x="6694488" y="4075113"/>
          <p14:tracePt t="2518" x="6694488" y="4089400"/>
          <p14:tracePt t="2800" x="6694488" y="4075113"/>
          <p14:tracePt t="2811" x="6708775" y="4075113"/>
          <p14:tracePt t="2843" x="6721475" y="4075113"/>
          <p14:tracePt t="2866" x="6735763" y="4075113"/>
          <p14:tracePt t="2889" x="6748463" y="4075113"/>
          <p14:tracePt t="2901" x="6748463" y="4089400"/>
          <p14:tracePt t="2911" x="6762750" y="4089400"/>
          <p14:tracePt t="2956" x="6777038" y="4089400"/>
          <p14:tracePt t="2979" x="6777038" y="4075113"/>
          <p14:tracePt t="3024" x="6796088" y="4075113"/>
          <p14:tracePt t="3069" x="6796088" y="4062413"/>
          <p14:tracePt t="3080" x="6810375" y="4062413"/>
          <p14:tracePt t="3102" x="6810375" y="4048125"/>
          <p14:tracePt t="3147" x="6810375" y="4033838"/>
          <p14:tracePt t="3181" x="6810375" y="4021138"/>
          <p14:tracePt t="3204" x="6824663" y="4006850"/>
          <p14:tracePt t="3237" x="6824663" y="3994150"/>
          <p14:tracePt t="3385" x="6824663" y="3979863"/>
          <p14:tracePt t="3518" x="6824663" y="3967163"/>
          <p14:tracePt t="4240" x="6824663" y="3952875"/>
          <p14:tracePt t="4250" x="6837363" y="3952875"/>
          <p14:tracePt t="4261" x="6837363" y="3938588"/>
          <p14:tracePt t="5297" x="6851650" y="3938588"/>
          <p14:tracePt t="5300" x="6878638" y="3911600"/>
          <p14:tracePt t="5308" x="6905625" y="3878263"/>
          <p14:tracePt t="5319" x="6946900" y="3836988"/>
          <p14:tracePt t="5330" x="6973888" y="3810000"/>
          <p14:tracePt t="5342" x="7007225" y="3768725"/>
          <p14:tracePt t="5353" x="7034213" y="3729038"/>
          <p14:tracePt t="5364" x="7034213" y="3694113"/>
          <p14:tracePt t="5376" x="7048500" y="3652838"/>
          <p14:tracePt t="5387" x="7062788" y="3625850"/>
          <p14:tracePt t="5400" x="7062788" y="3586163"/>
          <p14:tracePt t="5409" x="7062788" y="3544888"/>
          <p14:tracePt t="5420" x="7062788" y="3509963"/>
          <p14:tracePt t="5435" x="7062788" y="3482975"/>
          <p14:tracePt t="5444" x="7048500" y="3470275"/>
          <p14:tracePt t="5455" x="7048500" y="3455988"/>
          <p14:tracePt t="5487" x="7048500" y="3443288"/>
          <p14:tracePt t="5500" x="7034213" y="3429000"/>
          <p14:tracePt t="5532" x="7034213" y="3414713"/>
          <p14:tracePt t="5544" x="7021513" y="3414713"/>
          <p14:tracePt t="5600" x="7021513" y="3402013"/>
          <p14:tracePt t="5611" x="7007225" y="3402013"/>
          <p14:tracePt t="5624" x="7007225" y="3387725"/>
          <p14:tracePt t="5635" x="6994525" y="3375025"/>
          <p14:tracePt t="5646" x="6973888" y="3360738"/>
          <p14:tracePt t="5659" x="6959600" y="3348038"/>
          <p14:tracePt t="5668" x="6932613" y="3313113"/>
          <p14:tracePt t="5680" x="6905625" y="3300413"/>
          <p14:tracePt t="5692" x="6878638" y="3271838"/>
          <p14:tracePt t="5703" x="6837363" y="3259138"/>
          <p14:tracePt t="5712" x="6796088" y="3232150"/>
          <p14:tracePt t="5726" x="6735763" y="3217863"/>
          <p14:tracePt t="5736" x="6681788" y="3217863"/>
          <p14:tracePt t="5757" x="6613525" y="3217863"/>
          <p14:tracePt t="5761" x="6551613" y="3217863"/>
          <p14:tracePt t="5770" x="6443663" y="3217863"/>
          <p14:tracePt t="5784" x="6313488" y="3232150"/>
          <p14:tracePt t="5793" x="6157913" y="3244850"/>
          <p14:tracePt t="5804" x="6021388" y="3271838"/>
          <p14:tracePt t="5816" x="5905500" y="3313113"/>
          <p14:tracePt t="5826" x="5789613" y="3375025"/>
          <p14:tracePt t="5837" x="5721350" y="3443288"/>
          <p14:tracePt t="5849" x="5667375" y="3509963"/>
          <p14:tracePt t="5859" x="5653088" y="3586163"/>
          <p14:tracePt t="5870" x="5640388" y="3652838"/>
          <p14:tracePt t="5883" x="5640388" y="3681413"/>
          <p14:tracePt t="5893" x="5653088" y="3708400"/>
          <p14:tracePt t="5904" x="5681663" y="3729038"/>
          <p14:tracePt t="5917" x="5735638" y="3741738"/>
          <p14:tracePt t="5926" x="5810250" y="3756025"/>
          <p14:tracePt t="5938" x="5891213" y="3756025"/>
          <p14:tracePt t="5950" x="6021388" y="3756025"/>
          <p14:tracePt t="5960" x="6143625" y="3741738"/>
          <p14:tracePt t="5972" x="6286500" y="3729038"/>
          <p14:tracePt t="5984" x="6415088" y="3681413"/>
          <p14:tracePt t="5994" x="6538913" y="3613150"/>
          <p14:tracePt t="6006" x="6626225" y="3557588"/>
          <p14:tracePt t="6017" x="6748463" y="3455988"/>
          <p14:tracePt t="6028" x="6851650" y="3360738"/>
          <p14:tracePt t="6039" x="6905625" y="3271838"/>
          <p14:tracePt t="6051" x="6932613" y="3190875"/>
          <p14:tracePt t="6061" x="6946900" y="3128963"/>
          <p14:tracePt t="6073" x="6932613" y="3062288"/>
          <p14:tracePt t="6085" x="6919913" y="3033713"/>
          <p14:tracePt t="6095" x="6905625" y="2994025"/>
          <p14:tracePt t="6107" x="6878638" y="2967038"/>
          <p14:tracePt t="6118" x="6851650" y="2946400"/>
          <p14:tracePt t="6129" x="6837363" y="2932113"/>
          <p14:tracePt t="6140" x="6810375" y="2919413"/>
          <p14:tracePt t="6152" x="6762750" y="2919413"/>
          <p14:tracePt t="6163" x="6735763" y="2919413"/>
          <p14:tracePt t="6174" x="6681788" y="2932113"/>
          <p14:tracePt t="6185" x="6599238" y="2967038"/>
          <p14:tracePt t="6197" x="6538913" y="2994025"/>
          <p14:tracePt t="6208" x="6456363" y="3062288"/>
          <p14:tracePt t="6220" x="6381750" y="3149600"/>
          <p14:tracePt t="6230" x="6340475" y="3217863"/>
          <p14:tracePt t="6242" x="6327775" y="3300413"/>
          <p14:tracePt t="6253" x="6327775" y="3360738"/>
          <p14:tracePt t="6264" x="6367463" y="3429000"/>
          <p14:tracePt t="6275" x="6429375" y="3482975"/>
          <p14:tracePt t="6287" x="6497638" y="3530600"/>
          <p14:tracePt t="6299" x="6599238" y="3544888"/>
          <p14:tracePt t="6309" x="6694488" y="3544888"/>
          <p14:tracePt t="6320" x="6762750" y="3544888"/>
          <p14:tracePt t="6332" x="6851650" y="3544888"/>
          <p14:tracePt t="6343" x="6932613" y="3509963"/>
          <p14:tracePt t="6354" x="7021513" y="3482975"/>
          <p14:tracePt t="6366" x="7075488" y="3455988"/>
          <p14:tracePt t="6376" x="7116763" y="3402013"/>
          <p14:tracePt t="6388" x="7129463" y="3375025"/>
          <p14:tracePt t="6400" x="7143750" y="3327400"/>
          <p14:tracePt t="6410" x="7143750" y="3286125"/>
          <p14:tracePt t="6422" x="7129463" y="3244850"/>
          <p14:tracePt t="6433" x="7116763" y="3217863"/>
          <p14:tracePt t="6444" x="7102475" y="3205163"/>
          <p14:tracePt t="6456" x="7075488" y="3190875"/>
          <p14:tracePt t="6467" x="7048500" y="3176588"/>
          <p14:tracePt t="6478" x="7007225" y="3176588"/>
          <p14:tracePt t="6489" x="6959600" y="3163888"/>
          <p14:tracePt t="6500" x="6905625" y="3176588"/>
          <p14:tracePt t="6534" x="6864350" y="3176588"/>
          <p14:tracePt t="6537" x="6810375" y="3205163"/>
          <p14:tracePt t="6546" x="6748463" y="3232150"/>
          <p14:tracePt t="6548" x="6708775" y="3259138"/>
          <p14:tracePt t="6557" x="6694488" y="3300413"/>
          <p14:tracePt t="6569" x="6681788" y="3313113"/>
          <p14:tracePt t="6579" x="6681788" y="3348038"/>
          <p14:tracePt t="6590" x="6694488" y="3360738"/>
          <p14:tracePt t="6602" x="6708775" y="3387725"/>
          <p14:tracePt t="6613" x="6748463" y="3402013"/>
          <p14:tracePt t="6625" x="6810375" y="3429000"/>
          <p14:tracePt t="6636" x="6864350" y="3429000"/>
          <p14:tracePt t="6646" x="6959600" y="3443288"/>
          <p14:tracePt t="6658" x="7062788" y="3443288"/>
          <p14:tracePt t="6669" x="7191375" y="3414713"/>
          <p14:tracePt t="6680" x="7286625" y="3402013"/>
          <p14:tracePt t="6691" x="7388225" y="3387725"/>
          <p14:tracePt t="6703" x="7443788" y="3375025"/>
          <p14:tracePt t="6714" x="7470775" y="3360738"/>
          <p14:tracePt t="6725" x="7483475" y="3348038"/>
          <p14:tracePt t="6737" x="7470775" y="3348038"/>
          <p14:tracePt t="6749" x="7456488" y="3313113"/>
          <p14:tracePt t="6759" x="7429500" y="3300413"/>
          <p14:tracePt t="6782" x="7340600" y="3271838"/>
          <p14:tracePt t="6786" x="7232650" y="3259138"/>
          <p14:tracePt t="6794" x="7075488" y="3244850"/>
          <p14:tracePt t="6805" x="6864350" y="3244850"/>
          <p14:tracePt t="6817" x="6653213" y="3244850"/>
          <p14:tracePt t="6826" x="6483350" y="3271838"/>
          <p14:tracePt t="6838" x="6218238" y="3300413"/>
          <p14:tracePt t="6850" x="5946775" y="3327400"/>
          <p14:tracePt t="6860" x="5721350" y="3402013"/>
          <p14:tracePt t="6872" x="5551488" y="3455988"/>
          <p14:tracePt t="6884" x="5456238" y="3509963"/>
          <p14:tracePt t="6894" x="5414963" y="3544888"/>
          <p14:tracePt t="6906" x="5395913" y="3598863"/>
          <p14:tracePt t="6917" x="5395913" y="3625850"/>
          <p14:tracePt t="6928" x="5414963" y="3652838"/>
          <p14:tracePt t="6939" x="5429250" y="3667125"/>
          <p14:tracePt t="6951" x="5443538" y="3667125"/>
          <p14:tracePt t="6961" x="5470525" y="3667125"/>
          <p14:tracePt t="6973" x="5510213" y="3667125"/>
          <p14:tracePt t="6985" x="5565775" y="3652838"/>
          <p14:tracePt t="6995" x="5640388" y="3640138"/>
          <p14:tracePt t="7007" x="5681663" y="3613150"/>
          <p14:tracePt t="7018" x="5708650" y="3586163"/>
          <p14:tracePt t="7029" x="5708650" y="3530600"/>
          <p14:tracePt t="7040" x="5708650" y="3470275"/>
          <p14:tracePt t="7052" x="5667375" y="3414713"/>
          <p14:tracePt t="7063" x="5592763" y="3348038"/>
          <p14:tracePt t="7074" x="5497513" y="3271838"/>
          <p14:tracePt t="7086" x="5414963" y="3217863"/>
          <p14:tracePt t="7097" x="5272088" y="3163888"/>
          <p14:tracePt t="7108" x="5157788" y="3116263"/>
          <p14:tracePt t="7119" x="5075238" y="3089275"/>
          <p14:tracePt t="7130" x="5000625" y="3089275"/>
          <p14:tracePt t="7142" x="4973638" y="3089275"/>
          <p14:tracePt t="7153" x="4959350" y="3089275"/>
          <p14:tracePt t="7164" x="4946650" y="3101975"/>
          <p14:tracePt t="7175" x="4932363" y="3116263"/>
          <p14:tracePt t="7187" x="4932363" y="3163888"/>
          <p14:tracePt t="7199" x="4932363" y="3205163"/>
          <p14:tracePt t="7210" x="4932363" y="3232150"/>
          <p14:tracePt t="7220" x="4946650" y="3271838"/>
          <p14:tracePt t="7233" x="4973638" y="3313113"/>
          <p14:tracePt t="7243" x="5000625" y="3348038"/>
          <p14:tracePt t="7254" x="5033963" y="3360738"/>
          <p14:tracePt t="7267" x="5062538" y="3375025"/>
          <p14:tracePt t="7277" x="5116513" y="3375025"/>
          <p14:tracePt t="7288" x="5170488" y="3375025"/>
          <p14:tracePt t="7300" x="5245100" y="3360738"/>
          <p14:tracePt t="7310" x="5300663" y="3348038"/>
          <p14:tracePt t="7322" x="5340350" y="3313113"/>
          <p14:tracePt t="7333" x="5354638" y="3286125"/>
          <p14:tracePt t="7344" x="5367338" y="3244850"/>
          <p14:tracePt t="7355" x="5367338" y="3217863"/>
          <p14:tracePt t="7367" x="5367338" y="3190875"/>
          <p14:tracePt t="7377" x="5354638" y="3163888"/>
          <p14:tracePt t="7389" x="5327650" y="3149600"/>
          <p14:tracePt t="7401" x="5313363" y="3128963"/>
          <p14:tracePt t="7411" x="5286375" y="3116263"/>
          <p14:tracePt t="7423" x="5259388" y="3101975"/>
          <p14:tracePt t="7435" x="5218113" y="3101975"/>
          <p14:tracePt t="7445" x="5170488" y="3116263"/>
          <p14:tracePt t="7458" x="5143500" y="3128963"/>
          <p14:tracePt t="7468" x="5116513" y="3163888"/>
          <p14:tracePt t="7479" x="5075238" y="3205163"/>
          <p14:tracePt t="7491" x="5048250" y="3244850"/>
          <p14:tracePt t="7502" x="5033963" y="3300413"/>
          <p14:tracePt t="7513" x="5033963" y="3348038"/>
          <p14:tracePt t="7524" x="5048250" y="3375025"/>
          <p14:tracePt t="7535" x="5062538" y="3414713"/>
          <p14:tracePt t="7546" x="5102225" y="3455988"/>
          <p14:tracePt t="7558" x="5143500" y="3470275"/>
          <p14:tracePt t="7580" x="5197475" y="3482975"/>
          <p14:tracePt t="7584" x="5245100" y="3497263"/>
          <p14:tracePt t="7592" x="5272088" y="3497263"/>
          <p14:tracePt t="7605" x="5313363" y="3482975"/>
          <p14:tracePt t="7616" x="5354638" y="3470275"/>
          <p14:tracePt t="7626" x="5395913" y="3443288"/>
          <p14:tracePt t="7637" x="5429250" y="3402013"/>
          <p14:tracePt t="7649" x="5456238" y="3360738"/>
          <p14:tracePt t="7660" x="5470525" y="3300413"/>
          <p14:tracePt t="7671" x="5470525" y="3244850"/>
          <p14:tracePt t="7683" x="5470525" y="3176588"/>
          <p14:tracePt t="7693" x="5456238" y="3116263"/>
          <p14:tracePt t="7704" x="5429250" y="3062288"/>
          <p14:tracePt t="7717" x="5395913" y="3021013"/>
          <p14:tracePt t="7727" x="5354638" y="2979738"/>
          <p14:tracePt t="7739" x="5313363" y="2946400"/>
          <p14:tracePt t="7750" x="5272088" y="2932113"/>
          <p14:tracePt t="7760" x="5232400" y="2919413"/>
          <p14:tracePt t="7772" x="5184775" y="2919413"/>
          <p14:tracePt t="7784" x="5157788" y="2919413"/>
          <p14:tracePt t="7794" x="5089525" y="2946400"/>
          <p14:tracePt t="7806" x="5021263" y="2994025"/>
          <p14:tracePt t="7817" x="4946650" y="3033713"/>
          <p14:tracePt t="7828" x="4878388" y="3101975"/>
          <p14:tracePt t="7839" x="4851400" y="3149600"/>
          <p14:tracePt t="7851" x="4824413" y="3205163"/>
          <p14:tracePt t="7861" x="4803775" y="3271838"/>
          <p14:tracePt t="7873" x="4803775" y="3327400"/>
          <p14:tracePt t="7884" x="4837113" y="3387725"/>
          <p14:tracePt t="7895" x="4864100" y="3429000"/>
          <p14:tracePt t="7907" x="4905375" y="3455988"/>
          <p14:tracePt t="7919" x="4973638" y="3497263"/>
          <p14:tracePt t="7929" x="5062538" y="3530600"/>
          <p14:tracePt t="7941" x="5157788" y="3544888"/>
          <p14:tracePt t="7952" x="5245100" y="3557588"/>
          <p14:tracePt t="7962" x="5313363" y="3557588"/>
          <p14:tracePt t="7974" x="5395913" y="3544888"/>
          <p14:tracePt t="7985" x="5483225" y="3509963"/>
          <p14:tracePt t="7997" x="5565775" y="3482975"/>
          <p14:tracePt t="8008" x="5613400" y="3443288"/>
          <p14:tracePt t="8019" x="5653088" y="3414713"/>
          <p14:tracePt t="8030" x="5653088" y="3402013"/>
          <p14:tracePt t="8041" x="5667375" y="3387725"/>
          <p14:tracePt t="8988" x="5640388" y="3402013"/>
          <p14:tracePt t="8998" x="5592763" y="3402013"/>
          <p14:tracePt t="9009" x="5565775" y="3414713"/>
          <p14:tracePt t="9021" x="5538788" y="3414713"/>
          <p14:tracePt t="9031" x="5483225" y="3429000"/>
          <p14:tracePt t="9043" x="5395913" y="3429000"/>
          <p14:tracePt t="9054" x="5327650" y="3443288"/>
          <p14:tracePt t="9065" x="5184775" y="3482975"/>
          <p14:tracePt t="9077" x="5021263" y="3557588"/>
          <p14:tracePt t="9088" x="4878388" y="3625850"/>
          <p14:tracePt t="9100" x="4652963" y="3756025"/>
          <p14:tracePt t="9110" x="4429125" y="3925888"/>
          <p14:tracePt t="9121" x="4271963" y="4048125"/>
          <p14:tracePt t="9134" x="4062413" y="4292600"/>
          <p14:tracePt t="9145" x="3851275" y="4557713"/>
          <p14:tracePt t="9155" x="3735388" y="4741863"/>
          <p14:tracePt t="9167" x="3578225" y="5006975"/>
          <p14:tracePt t="9178" x="3435350" y="5265738"/>
          <p14:tracePt t="9190" x="3367088" y="5414963"/>
          <p14:tracePt t="9201" x="3300413" y="5613400"/>
          <p14:tracePt t="9212" x="3259138" y="5768975"/>
          <p14:tracePt t="9224" x="3259138" y="5857875"/>
          <p14:tracePt t="9234" x="3271838" y="5953125"/>
          <p14:tracePt t="9245" x="3313113" y="6042025"/>
          <p14:tracePt t="9257" x="3354388" y="6081713"/>
          <p14:tracePt t="9268" x="3435350" y="6137275"/>
          <p14:tracePt t="9279" x="3551238" y="6197600"/>
          <p14:tracePt t="9291" x="3652838" y="6224588"/>
          <p14:tracePt t="9301" x="3830638" y="6265863"/>
          <p14:tracePt t="9314" x="4062413" y="6307138"/>
          <p14:tracePt t="9324" x="4211638" y="6334125"/>
          <p14:tracePt t="9335" x="4470400" y="6361113"/>
          <p14:tracePt t="9347" x="4721225" y="6396038"/>
          <p14:tracePt t="9358" x="4878388" y="6408738"/>
          <p14:tracePt t="9369" x="5116513" y="6435725"/>
          <p14:tracePt t="9381" x="5313363" y="6450013"/>
          <p14:tracePt t="9392" x="5429250" y="6450013"/>
          <p14:tracePt t="9402" x="5592763" y="6462713"/>
          <p14:tracePt t="9415" x="5762625" y="6477000"/>
          <p14:tracePt t="9426" x="5864225" y="6477000"/>
          <p14:tracePt t="9436" x="6034088" y="6477000"/>
          <p14:tracePt t="9448" x="6184900" y="6477000"/>
          <p14:tracePt t="9459" x="6300788" y="6477000"/>
          <p14:tracePt t="9470" x="6470650" y="6462713"/>
          <p14:tracePt t="9482" x="6653213" y="6435725"/>
          <p14:tracePt t="9493" x="6810375" y="6423025"/>
          <p14:tracePt t="9504" x="7007225" y="6375400"/>
          <p14:tracePt t="9516" x="7143750" y="6348413"/>
          <p14:tracePt t="9527" x="7354888" y="6307138"/>
          <p14:tracePt t="9538" x="7524750" y="6253163"/>
          <p14:tracePt t="9549" x="7640638" y="6211888"/>
          <p14:tracePt t="9560" x="7783513" y="6137275"/>
          <p14:tracePt t="9572" x="7878763" y="6081713"/>
          <p14:tracePt t="9584" x="7932738" y="6042025"/>
          <p14:tracePt t="9594" x="7994650" y="5980113"/>
          <p14:tracePt t="9605" x="8021638" y="5926138"/>
          <p14:tracePt t="9617" x="8048625" y="5872163"/>
          <p14:tracePt t="9628" x="8062913" y="5795963"/>
          <p14:tracePt t="9640" x="8048625" y="5700713"/>
          <p14:tracePt t="9650" x="8034338" y="5646738"/>
          <p14:tracePt t="9674" x="8007350" y="5545138"/>
          <p14:tracePt t="9675" x="7947025" y="5462588"/>
          <p14:tracePt t="9685" x="7905750" y="5402263"/>
          <p14:tracePt t="9696" x="7810500" y="5334000"/>
          <p14:tracePt t="9708" x="7694613" y="5280025"/>
          <p14:tracePt t="9719" x="7613650" y="5232400"/>
          <p14:tracePt t="9730" x="7497763" y="5176838"/>
          <p14:tracePt t="9741" x="7367588" y="5137150"/>
          <p14:tracePt t="9752" x="7286625" y="5110163"/>
          <p14:tracePt t="9764" x="7158038" y="5068888"/>
          <p14:tracePt t="9775" x="7021513" y="5021263"/>
          <p14:tracePt t="9785" x="6932613" y="5006975"/>
          <p14:tracePt t="9797" x="6810375" y="4979988"/>
          <p14:tracePt t="9809" x="6667500" y="4953000"/>
          <p14:tracePt t="9819" x="6578600" y="4953000"/>
          <p14:tracePt t="9831" x="6443663" y="4938713"/>
          <p14:tracePt t="9842" x="6300788" y="4938713"/>
          <p14:tracePt t="9853" x="6205538" y="4938713"/>
          <p14:tracePt t="9864" x="6034088" y="4953000"/>
          <p14:tracePt t="9876" x="5837238" y="4979988"/>
          <p14:tracePt t="9886" x="5694363" y="5006975"/>
          <p14:tracePt t="9898" x="5497513" y="5054600"/>
          <p14:tracePt t="9910" x="5313363" y="5095875"/>
          <p14:tracePt t="9920" x="5197475" y="5122863"/>
          <p14:tracePt t="9932" x="5062538" y="5176838"/>
          <p14:tracePt t="9944" x="4973638" y="5218113"/>
          <p14:tracePt t="9954" x="4891088" y="5280025"/>
          <p14:tracePt t="9966" x="4837113" y="5334000"/>
          <p14:tracePt t="9977" x="4824413" y="5360988"/>
          <p14:tracePt t="9987" x="4789488" y="5414963"/>
          <p14:tracePt t="10000" x="4776788" y="5462588"/>
          <p14:tracePt t="10010" x="4776788" y="5503863"/>
          <p14:tracePt t="10022" x="4789488" y="5545138"/>
          <p14:tracePt t="10033" x="4803775" y="5586413"/>
          <p14:tracePt t="10044" x="4837113" y="5634038"/>
          <p14:tracePt t="10056" x="4864100" y="5661025"/>
          <p14:tracePt t="10067" x="4905375" y="5700713"/>
          <p14:tracePt t="10078" x="4946650" y="5715000"/>
          <p14:tracePt t="10090" x="4986338" y="5741988"/>
          <p14:tracePt t="10100" x="5048250" y="5768975"/>
          <p14:tracePt t="10113" x="5102225" y="5783263"/>
          <p14:tracePt t="10124" x="5184775" y="5816600"/>
          <p14:tracePt t="10134" x="5300663" y="5857875"/>
          <p14:tracePt t="10146" x="5381625" y="5872163"/>
          <p14:tracePt t="10158" x="5538788" y="5911850"/>
          <p14:tracePt t="10168" x="5708650" y="5938838"/>
          <p14:tracePt t="10180" x="5864225" y="5953125"/>
          <p14:tracePt t="10191" x="6089650" y="5980113"/>
          <p14:tracePt t="10201" x="6340475" y="6015038"/>
          <p14:tracePt t="10213" x="6510338" y="6027738"/>
          <p14:tracePt t="10224" x="6777038" y="6054725"/>
          <p14:tracePt t="10235" x="7062788" y="6069013"/>
          <p14:tracePt t="10247" x="7259638" y="6069013"/>
          <p14:tracePt t="10258" x="7539038" y="6069013"/>
          <p14:tracePt t="10269" x="7837488" y="6054725"/>
          <p14:tracePt t="10280" x="8034338" y="6027738"/>
          <p14:tracePt t="10292" x="8328025" y="5967413"/>
          <p14:tracePt t="10303" x="8613775" y="5899150"/>
          <p14:tracePt t="10315" x="8796338" y="5843588"/>
          <p14:tracePt t="10326" x="9063038" y="5729288"/>
          <p14:tracePt t="10336" x="9313863" y="5586413"/>
          <p14:tracePt t="10348" x="9456738" y="5462588"/>
          <p14:tracePt t="10359" x="9640888" y="5280025"/>
          <p14:tracePt t="10370" x="9721850" y="5137150"/>
          <p14:tracePt t="10382" x="9796463" y="4911725"/>
          <p14:tracePt t="10393" x="9796463" y="4700588"/>
          <p14:tracePt t="10404" x="9783763" y="4572000"/>
          <p14:tracePt t="10415" x="9742488" y="4402138"/>
          <p14:tracePt t="10427" x="9653588" y="4259263"/>
          <p14:tracePt t="10438" x="9586913" y="4149725"/>
          <p14:tracePt t="10449" x="9444038" y="4006850"/>
          <p14:tracePt t="10461" x="9286875" y="3878263"/>
          <p14:tracePt t="10471" x="9164638" y="3783013"/>
          <p14:tracePt t="10483" x="8953500" y="3667125"/>
          <p14:tracePt t="10494" x="8709025" y="3544888"/>
          <p14:tracePt t="10506" x="8524875" y="3470275"/>
          <p14:tracePt t="10517" x="8245475" y="3360738"/>
          <p14:tracePt t="10528" x="7932738" y="3259138"/>
          <p14:tracePt t="10540" x="7708900" y="3205163"/>
          <p14:tracePt t="10550" x="7388225" y="3128963"/>
          <p14:tracePt t="10562" x="7102475" y="3074988"/>
          <p14:tracePt t="10574" x="6919913" y="3062288"/>
          <p14:tracePt t="10584" x="6667500" y="3033713"/>
          <p14:tracePt t="10595" x="6429375" y="3021013"/>
          <p14:tracePt t="10608" x="6286500" y="3021013"/>
          <p14:tracePt t="10618" x="6089650" y="3021013"/>
          <p14:tracePt t="10629" x="5919788" y="3021013"/>
          <p14:tracePt t="10641" x="5824538" y="3021013"/>
          <p14:tracePt t="10652" x="5640388" y="3021013"/>
          <p14:tracePt t="10663" x="5483225" y="3033713"/>
          <p14:tracePt t="10675" x="5381625" y="3033713"/>
          <p14:tracePt t="10685" x="5259388" y="3033713"/>
          <p14:tracePt t="10697" x="5129213" y="3033713"/>
          <p14:tracePt t="10730" x="5062538" y="3048000"/>
          <p14:tracePt t="10734" x="4973638" y="3048000"/>
          <p14:tracePt t="10742" x="4891088" y="3048000"/>
          <p14:tracePt t="10743" x="4824413" y="3062288"/>
          <p14:tracePt t="10753" x="4735513" y="3074988"/>
          <p14:tracePt t="10766" x="4652963" y="3089275"/>
          <p14:tracePt t="10777" x="4578350" y="3101975"/>
          <p14:tracePt t="10787" x="4497388" y="3116263"/>
          <p14:tracePt t="10799" x="4443413" y="3128963"/>
          <p14:tracePt t="10810" x="4340225" y="3163888"/>
          <p14:tracePt t="10820" x="4244975" y="3190875"/>
          <p14:tracePt t="10832" x="4170363" y="3217863"/>
          <p14:tracePt t="10844" x="4062413" y="3259138"/>
          <p14:tracePt t="10854" x="3946525" y="3313113"/>
          <p14:tracePt t="10866" x="3878263" y="3360738"/>
          <p14:tracePt t="10877" x="3789363" y="3414713"/>
          <p14:tracePt t="10888" x="3708400" y="3482975"/>
          <p14:tracePt t="10900" x="3667125" y="3530600"/>
          <p14:tracePt t="10910" x="3605213" y="3613150"/>
          <p14:tracePt t="10922" x="3565525" y="3681413"/>
          <p14:tracePt t="10933" x="3538538" y="3741738"/>
          <p14:tracePt t="10944" x="3509963" y="3810000"/>
          <p14:tracePt t="10955" x="3482975" y="3878263"/>
          <p14:tracePt t="10966" x="3455988" y="3925888"/>
          <p14:tracePt t="10978" x="3422650" y="4006850"/>
          <p14:tracePt t="10990" x="3408363" y="4062413"/>
          <p14:tracePt t="11001" x="3395663" y="4122738"/>
          <p14:tracePt t="11012" x="3381375" y="4176713"/>
          <p14:tracePt t="11024" x="3367088" y="4244975"/>
          <p14:tracePt t="11034" x="3367088" y="4292600"/>
          <p14:tracePt t="11045" x="3354388" y="4348163"/>
          <p14:tracePt t="11058" x="3354388" y="4402138"/>
          <p14:tracePt t="11068" x="3367088" y="4443413"/>
          <p14:tracePt t="11080" x="3367088" y="4503738"/>
          <p14:tracePt t="11091" x="3395663" y="4557713"/>
          <p14:tracePt t="11102" x="3408363" y="4598988"/>
          <p14:tracePt t="11113" x="3422650" y="4652963"/>
          <p14:tracePt t="11125" x="3455988" y="4714875"/>
          <p14:tracePt t="11136" x="3482975" y="4756150"/>
          <p14:tracePt t="11147" x="3538538" y="4824413"/>
          <p14:tracePt t="11169" x="3619500" y="4899025"/>
          <p14:tracePt t="11174" x="3681413" y="4953000"/>
          <p14:tracePt t="11182" x="3803650" y="5054600"/>
          <p14:tracePt t="11192" x="3890963" y="5095875"/>
          <p14:tracePt t="11204" x="4000500" y="5164138"/>
          <p14:tracePt t="11216" x="4129088" y="5218113"/>
          <p14:tracePt t="11227" x="4197350" y="5265738"/>
          <p14:tracePt t="11237" x="4300538" y="5307013"/>
          <p14:tracePt t="11248" x="4367213" y="5348288"/>
          <p14:tracePt t="11259" x="4429125" y="5375275"/>
          <p14:tracePt t="11270" x="4497388" y="5414963"/>
          <p14:tracePt t="11283" x="4565650" y="5462588"/>
          <p14:tracePt t="11294" x="4625975" y="5491163"/>
          <p14:tracePt t="11304" x="4694238" y="5518150"/>
          <p14:tracePt t="11315" x="4762500" y="5545138"/>
          <p14:tracePt t="11327" x="4803775" y="5572125"/>
          <p14:tracePt t="11338" x="4878388" y="5599113"/>
          <p14:tracePt t="11350" x="4932363" y="5613400"/>
          <p14:tracePt t="11361" x="4986338" y="5634038"/>
          <p14:tracePt t="11372" x="5062538" y="5661025"/>
          <p14:tracePt t="11383" x="5157788" y="5688013"/>
          <p14:tracePt t="11394" x="5218113" y="5700713"/>
          <p14:tracePt t="11406" x="5313363" y="5715000"/>
          <p14:tracePt t="11417" x="5443538" y="5729288"/>
          <p14:tracePt t="11428" x="5524500" y="5741988"/>
          <p14:tracePt t="11440" x="5694363" y="5756275"/>
          <p14:tracePt t="11450" x="5905500" y="5756275"/>
          <p14:tracePt t="11462" x="6062663" y="5768975"/>
          <p14:tracePt t="11474" x="6313488" y="5768975"/>
          <p14:tracePt t="11484" x="6565900" y="5768975"/>
          <p14:tracePt t="11495" x="6735763" y="5768975"/>
          <p14:tracePt t="11508" x="6973888" y="5756275"/>
          <p14:tracePt t="11518" x="7205663" y="5741988"/>
          <p14:tracePt t="11529" x="7354888" y="5729288"/>
          <p14:tracePt t="11541" x="7551738" y="5700713"/>
          <p14:tracePt t="11551" x="7735888" y="5661025"/>
          <p14:tracePt t="11563" x="7864475" y="5613400"/>
          <p14:tracePt t="11575" x="8021638" y="5557838"/>
          <p14:tracePt t="11585" x="8129588" y="5503863"/>
          <p14:tracePt t="11597" x="8286750" y="5414963"/>
          <p14:tracePt t="11608" x="8415338" y="5319713"/>
          <p14:tracePt t="11619" x="8483600" y="5253038"/>
          <p14:tracePt t="11631" x="8586788" y="5137150"/>
          <p14:tracePt t="11642" x="8653463" y="5006975"/>
          <p14:tracePt t="11653" x="8694738" y="4926013"/>
          <p14:tracePt t="11665" x="8769350" y="4756150"/>
          <p14:tracePt t="11676" x="8824913" y="4572000"/>
          <p14:tracePt t="11687" x="8837613" y="4443413"/>
          <p14:tracePt t="11699" x="8864600" y="4292600"/>
          <p14:tracePt t="11710" x="8864600" y="4137025"/>
          <p14:tracePt t="11720" x="8864600" y="4062413"/>
          <p14:tracePt t="11732" x="8851900" y="3967163"/>
          <p14:tracePt t="11743" x="8810625" y="3863975"/>
          <p14:tracePt t="11754" x="8769350" y="3795713"/>
          <p14:tracePt t="11776" x="8694738" y="3708400"/>
          <p14:tracePt t="11781" x="8599488" y="3613150"/>
          <p14:tracePt t="11789" x="8524875" y="3557588"/>
          <p14:tracePt t="11801" x="8388350" y="3482975"/>
          <p14:tracePt t="11811" x="8232775" y="3414713"/>
          <p14:tracePt t="11822" x="8116888" y="3387725"/>
          <p14:tracePt t="11833" x="7947025" y="3327400"/>
          <p14:tracePt t="11844" x="7783513" y="3286125"/>
          <p14:tracePt t="11856" x="7667625" y="3271838"/>
          <p14:tracePt t="11867" x="7483475" y="3232150"/>
          <p14:tracePt t="11878" x="7313613" y="3190875"/>
          <p14:tracePt t="11890" x="7191375" y="3176588"/>
          <p14:tracePt t="11900" x="7007225" y="3149600"/>
          <p14:tracePt t="11912" x="6824663" y="3116263"/>
          <p14:tracePt t="11924" x="6681788" y="3101975"/>
          <p14:tracePt t="11934" x="6497638" y="3089275"/>
          <p14:tracePt t="11946" x="6327775" y="3062288"/>
          <p14:tracePt t="11958" x="6205538" y="3062288"/>
          <p14:tracePt t="11968" x="6034088" y="3048000"/>
          <p14:tracePt t="11979" x="5878513" y="3033713"/>
          <p14:tracePt t="11992" x="5762625" y="3033713"/>
          <p14:tracePt t="12001" x="5613400" y="3033713"/>
          <p14:tracePt t="12013" x="5497513" y="3033713"/>
          <p14:tracePt t="12025" x="5354638" y="3033713"/>
          <p14:tracePt t="12035" x="5218113" y="3048000"/>
          <p14:tracePt t="12048" x="5129213" y="3048000"/>
          <p14:tracePt t="12059" x="5021263" y="3062288"/>
          <p14:tracePt t="12069" x="4891088" y="3074988"/>
          <p14:tracePt t="12081" x="4803775" y="3101975"/>
          <p14:tracePt t="12092" x="4681538" y="3128963"/>
          <p14:tracePt t="12103" x="4538663" y="3176588"/>
          <p14:tracePt t="12115" x="4443413" y="3217863"/>
          <p14:tracePt t="12126" x="4286250" y="3271838"/>
          <p14:tracePt t="12137" x="4157663" y="3360738"/>
          <p14:tracePt t="12148" x="4075113" y="3402013"/>
          <p14:tracePt t="12159" x="3959225" y="3470275"/>
          <p14:tracePt t="12170" x="3878263" y="3530600"/>
          <p14:tracePt t="12182" x="3816350" y="3586163"/>
          <p14:tracePt t="12194" x="3762375" y="3640138"/>
          <p14:tracePt t="12204" x="3721100" y="3694113"/>
          <p14:tracePt t="12215" x="3708400" y="3729038"/>
          <p14:tracePt t="12227" x="3681413" y="3783013"/>
          <p14:tracePt t="12238" x="3667125" y="3810000"/>
          <p14:tracePt t="12249" x="3652838" y="3836988"/>
          <p14:tracePt t="12261" x="3633788" y="3878263"/>
          <p14:tracePt t="12272" x="3619500" y="3911600"/>
          <p14:tracePt t="12283" x="3619500" y="3938588"/>
          <p14:tracePt t="12294" x="3619500" y="3967163"/>
          <p14:tracePt t="12305" x="3619500" y="3994150"/>
          <p14:tracePt t="12317" x="3619500" y="4021138"/>
          <p14:tracePt t="12328" x="3619500" y="4048125"/>
          <p14:tracePt t="12340" x="3619500" y="4075113"/>
          <p14:tracePt t="12350" x="3619500" y="4110038"/>
          <p14:tracePt t="12362" x="3619500" y="4149725"/>
          <p14:tracePt t="12374" x="3619500" y="4164013"/>
          <p14:tracePt t="12384" x="3619500" y="4191000"/>
          <p14:tracePt t="12395" x="3619500" y="4217988"/>
          <p14:tracePt t="12408" x="3633788" y="4244975"/>
          <p14:tracePt t="12418" x="3652838" y="4271963"/>
          <p14:tracePt t="12430" x="3667125" y="4306888"/>
          <p14:tracePt t="12441" x="3681413" y="4333875"/>
          <p14:tracePt t="12452" x="3708400" y="4348163"/>
          <p14:tracePt t="12463" x="3735388" y="4375150"/>
          <p14:tracePt t="12475" x="3776663" y="4387850"/>
          <p14:tracePt t="12485" x="3863975" y="4414838"/>
          <p14:tracePt t="12497" x="4027488" y="4443413"/>
          <p14:tracePt t="12509" x="4184650" y="4456113"/>
          <p14:tracePt t="12519" x="4456113" y="4470400"/>
          <p14:tracePt t="12530" x="4762500" y="4470400"/>
          <p14:tracePt t="12542" x="4986338" y="4456113"/>
          <p14:tracePt t="12553" x="5340350" y="4414838"/>
          <p14:tracePt t="12564" x="5681663" y="4360863"/>
          <p14:tracePt t="12576" x="5864225" y="4319588"/>
          <p14:tracePt t="12586" x="6007100" y="4271963"/>
          <p14:tracePt t="13014" x="6021388" y="4271963"/>
          <p14:tracePt t="13070" x="6034088" y="4271963"/>
          <p14:tracePt t="13093" x="6048375" y="4259263"/>
          <p14:tracePt t="13104" x="6062663" y="4259263"/>
          <p14:tracePt t="13116" x="6075363" y="4259263"/>
          <p14:tracePt t="13138" x="6075363" y="4244975"/>
          <p14:tracePt t="13216" x="6089650" y="4244975"/>
          <p14:tracePt t="13250" x="6089650" y="4232275"/>
          <p14:tracePt t="13801" x="6089650" y="4217988"/>
          <p14:tracePt t="14151" x="6089650" y="4205288"/>
          <p14:tracePt t="14184" x="6089650" y="4191000"/>
          <p14:tracePt t="14217" x="6089650" y="4176713"/>
          <p14:tracePt t="14230" x="6075363" y="4176713"/>
          <p14:tracePt t="14251" x="6062663" y="4176713"/>
          <p14:tracePt t="14263" x="6034088" y="4164013"/>
          <p14:tracePt t="14274" x="5946775" y="4164013"/>
          <p14:tracePt t="14285" x="5776913" y="4176713"/>
          <p14:tracePt t="14296" x="5497513" y="4232275"/>
          <p14:tracePt t="14309" x="5062538" y="4348163"/>
          <p14:tracePt t="14321" x="4510088" y="4470400"/>
          <p14:tracePt t="14331" x="4027488" y="4586288"/>
          <p14:tracePt t="14342" x="3381375" y="4714875"/>
          <p14:tracePt t="14354" x="2735263" y="4795838"/>
          <p14:tracePt t="14364" x="2143125" y="4872038"/>
          <p14:tracePt t="14376" x="1693863" y="4938713"/>
          <p14:tracePt t="14388" x="1408113" y="4994275"/>
          <p14:tracePt t="14398" x="1169988" y="5068888"/>
          <p14:tracePt t="14410" x="1014413" y="5122863"/>
          <p14:tracePt t="14421" x="946150" y="5149850"/>
          <p14:tracePt t="14431" x="919163" y="5176838"/>
          <p14:tracePt t="14443" x="904875" y="5191125"/>
          <p14:tracePt t="14455" x="890588" y="5205413"/>
          <p14:tracePt t="14467" x="890588" y="5218113"/>
          <p14:tracePt t="14478" x="890588" y="5232400"/>
          <p14:tracePt t="14657" x="904875" y="5232400"/>
          <p14:tracePt t="14667" x="931863" y="5232400"/>
          <p14:tracePt t="14680" x="973138" y="5253038"/>
          <p14:tracePt t="14691" x="1068388" y="5265738"/>
          <p14:tracePt t="14701" x="1169988" y="5292725"/>
          <p14:tracePt t="14714" x="1366838" y="5319713"/>
          <p14:tracePt t="14725" x="1660525" y="5360988"/>
          <p14:tracePt t="14735" x="2014538" y="5402263"/>
          <p14:tracePt t="14747" x="2408238" y="5435600"/>
          <p14:tracePt t="14758" x="2776538" y="5476875"/>
          <p14:tracePt t="14769" x="3041650" y="5518150"/>
          <p14:tracePt t="14781" x="3381375" y="5557838"/>
          <p14:tracePt t="14791" x="3681413" y="5599113"/>
          <p14:tracePt t="14803" x="3959225" y="5646738"/>
          <p14:tracePt t="14815" x="4184650" y="5688013"/>
          <p14:tracePt t="14826" x="4340225" y="5700713"/>
          <p14:tracePt t="14837" x="4538663" y="5729288"/>
          <p14:tracePt t="14849" x="4735513" y="5756275"/>
          <p14:tracePt t="14860" x="4919663" y="5783263"/>
          <p14:tracePt t="14873" x="5116513" y="5816600"/>
          <p14:tracePt t="14883" x="5313363" y="5830888"/>
          <p14:tracePt t="14894" x="5470525" y="5857875"/>
          <p14:tracePt t="14926" x="5708650" y="5884863"/>
          <p14:tracePt t="14930" x="5973763" y="5899150"/>
          <p14:tracePt t="14940" x="6613525" y="5938838"/>
          <p14:tracePt t="14950" x="6878638" y="5953125"/>
          <p14:tracePt t="14961" x="7245350" y="5980113"/>
          <p14:tracePt t="14973" x="7613650" y="6015038"/>
          <p14:tracePt t="14983" x="7891463" y="6027738"/>
          <p14:tracePt t="14994" x="8143875" y="6027738"/>
          <p14:tracePt t="15006" x="8340725" y="6027738"/>
          <p14:tracePt t="15017" x="8456613" y="6027738"/>
          <p14:tracePt t="15028" x="8572500" y="6027738"/>
          <p14:tracePt t="15039" x="8640763" y="6027738"/>
          <p14:tracePt t="15050" x="8682038" y="6027738"/>
          <p14:tracePt t="15061" x="8709025" y="6027738"/>
          <p14:tracePt t="15073" x="8721725" y="6027738"/>
          <p14:tracePt t="15106" x="8709025" y="5994400"/>
          <p14:tracePt t="15118" x="8682038" y="5980113"/>
          <p14:tracePt t="15770" x="8694738" y="5980113"/>
          <p14:tracePt t="15861" x="8709025" y="5980113"/>
          <p14:tracePt t="15883" x="8709025" y="5994400"/>
          <p14:tracePt t="15895" x="8721725" y="5994400"/>
          <p14:tracePt t="16040" x="8721725" y="5980113"/>
          <p14:tracePt t="16875" x="8736013" y="5994400"/>
          <p14:tracePt t="16906" x="8756650" y="5994400"/>
          <p14:tracePt t="17189" x="8756650" y="6015038"/>
          <p14:tracePt t="17458" x="8769350" y="6015038"/>
          <p14:tracePt t="17470" x="8783638" y="6015038"/>
          <p14:tracePt t="17480" x="8796338" y="6015038"/>
          <p14:tracePt t="17492" x="8810625" y="6015038"/>
          <p14:tracePt t="17514" x="8824913" y="6015038"/>
          <p14:tracePt t="18628" x="8837613" y="6015038"/>
          <p14:tracePt t="19597" x="8837613" y="5994400"/>
          <p14:tracePt t="19607" x="8851900" y="5994400"/>
          <p14:tracePt t="20720" x="8851900" y="5980113"/>
          <p14:tracePt t="20980" x="8864600" y="5980113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 (cont. pg3)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ea typeface="ＭＳ Ｐゴシック" panose="020B0600070205080204" pitchFamily="34" charset="-128"/>
              </a:rPr>
              <a:t>Pros: </a:t>
            </a:r>
            <a:r>
              <a:rPr lang="en-US" altLang="en-US" sz="2400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No need for a secure channel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ea typeface="ＭＳ Ｐゴシック" panose="020B0600070205080204" pitchFamily="34" charset="-128"/>
              </a:rPr>
              <a:t>Cons: </a:t>
            </a:r>
            <a:r>
              <a:rPr lang="en-US" altLang="en-US" sz="24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HIGH</a:t>
            </a:r>
            <a:r>
              <a:rPr lang="en-US" altLang="en-US" sz="2400" dirty="0">
                <a:ea typeface="ＭＳ Ｐゴシック" panose="020B0600070205080204" pitchFamily="34" charset="-128"/>
              </a:rPr>
              <a:t> computation overhead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 descr="Public key cryptography workflow.">
            <a:extLst>
              <a:ext uri="{FF2B5EF4-FFF2-40B4-BE49-F238E27FC236}">
                <a16:creationId xmlns:a16="http://schemas.microsoft.com/office/drawing/2014/main" id="{6972361E-0DBD-F63A-D777-EA0C59E2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2" y="2848984"/>
            <a:ext cx="10288436" cy="3153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910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60"/>
    </mc:Choice>
    <mc:Fallback xmlns="">
      <p:transition spd="slow" advTm="377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2163" x="8864600" y="5967413"/>
          <p14:tracePt t="2164" x="8878888" y="5967413"/>
          <p14:tracePt t="2176" x="8878888" y="5953125"/>
          <p14:tracePt t="2185" x="8878888" y="5926138"/>
          <p14:tracePt t="2196" x="8878888" y="5884863"/>
          <p14:tracePt t="2209" x="8891588" y="5795963"/>
          <p14:tracePt t="2218" x="8905875" y="5700713"/>
          <p14:tracePt t="2230" x="8920163" y="5586413"/>
          <p14:tracePt t="2244" x="8932863" y="5402263"/>
          <p14:tracePt t="2253" x="8967788" y="5176838"/>
          <p14:tracePt t="2264" x="8980488" y="4911725"/>
          <p14:tracePt t="2276" x="8980488" y="4652963"/>
          <p14:tracePt t="2285" x="8967788" y="4402138"/>
          <p14:tracePt t="2297" x="8953500" y="4232275"/>
          <p14:tracePt t="2309" x="8920163" y="4021138"/>
          <p14:tracePt t="2319" x="8891588" y="3836988"/>
          <p14:tracePt t="2331" x="8851900" y="3708400"/>
          <p14:tracePt t="2343" x="8824913" y="3625850"/>
          <p14:tracePt t="2353" x="8796338" y="3586163"/>
          <p14:tracePt t="2365" x="8783638" y="3544888"/>
          <p14:tracePt t="2377" x="8756650" y="3509963"/>
          <p14:tracePt t="2387" x="8736013" y="3497263"/>
          <p14:tracePt t="2399" x="8721725" y="3497263"/>
          <p14:tracePt t="2410" x="8709025" y="3497263"/>
          <p14:tracePt t="2421" x="8694738" y="3497263"/>
          <p14:tracePt t="2433" x="8682038" y="3497263"/>
          <p14:tracePt t="2444" x="8640763" y="3482975"/>
          <p14:tracePt t="2454" x="8586788" y="3482975"/>
          <p14:tracePt t="2466" x="8524875" y="3482975"/>
          <p14:tracePt t="2478" x="8429625" y="3470275"/>
          <p14:tracePt t="2488" x="8340725" y="3455988"/>
          <p14:tracePt t="2500" x="8191500" y="3429000"/>
          <p14:tracePt t="2512" x="7994650" y="3402013"/>
          <p14:tracePt t="2522" x="7783513" y="3360738"/>
          <p14:tracePt t="2533" x="7566025" y="3313113"/>
          <p14:tracePt t="2545" x="7367588" y="3271838"/>
          <p14:tracePt t="2557" x="7218363" y="3244850"/>
          <p14:tracePt t="2568" x="7048500" y="3217863"/>
          <p14:tracePt t="2579" x="6919913" y="3190875"/>
          <p14:tracePt t="2591" x="6810375" y="3163888"/>
          <p14:tracePt t="2602" x="6708775" y="3149600"/>
          <p14:tracePt t="2613" x="6653213" y="3128963"/>
          <p14:tracePt t="2625" x="6599238" y="3128963"/>
          <p14:tracePt t="2634" x="6565900" y="3116263"/>
          <p14:tracePt t="2646" x="6538913" y="3116263"/>
          <p14:tracePt t="2691" x="6538913" y="3128963"/>
          <p14:tracePt t="2713" x="6538913" y="3149600"/>
          <p14:tracePt t="2725" x="6538913" y="3176588"/>
          <p14:tracePt t="2735" x="6538913" y="3190875"/>
          <p14:tracePt t="2747" x="6538913" y="3217863"/>
          <p14:tracePt t="2759" x="6538913" y="3244850"/>
          <p14:tracePt t="3073" x="6551613" y="3244850"/>
          <p14:tracePt t="3095" x="6565900" y="3244850"/>
          <p14:tracePt t="3098" x="6599238" y="3244850"/>
          <p14:tracePt t="3109" x="6613525" y="3244850"/>
          <p14:tracePt t="3119" x="6640513" y="3244850"/>
          <p14:tracePt t="3130" x="6667500" y="3244850"/>
          <p14:tracePt t="3141" x="6681788" y="3244850"/>
          <p14:tracePt t="3152" x="6708775" y="3244850"/>
          <p14:tracePt t="3174" x="6721475" y="3232150"/>
          <p14:tracePt t="3208" x="6735763" y="3232150"/>
          <p14:tracePt t="3264" x="6735763" y="3217863"/>
          <p14:tracePt t="3275" x="6748463" y="3217863"/>
          <p14:tracePt t="3286" x="6748463" y="3205163"/>
          <p14:tracePt t="3309" x="6748463" y="3190875"/>
          <p14:tracePt t="3320" x="6735763" y="3176588"/>
          <p14:tracePt t="3332" x="6735763" y="3163888"/>
          <p14:tracePt t="3354" x="6721475" y="3128963"/>
          <p14:tracePt t="3365" x="6708775" y="3116263"/>
          <p14:tracePt t="3377" x="6681788" y="3101975"/>
          <p14:tracePt t="3388" x="6640513" y="3074988"/>
          <p14:tracePt t="3400" x="6578600" y="3048000"/>
          <p14:tracePt t="3412" x="6483350" y="3006725"/>
          <p14:tracePt t="3423" x="6327775" y="2946400"/>
          <p14:tracePt t="3433" x="6157913" y="2890838"/>
          <p14:tracePt t="3445" x="5891213" y="2795588"/>
          <p14:tracePt t="3456" x="5524500" y="2681288"/>
          <p14:tracePt t="3467" x="5129213" y="2551113"/>
          <p14:tracePt t="3478" x="4708525" y="2428875"/>
          <p14:tracePt t="3490" x="4408488" y="2339975"/>
          <p14:tracePt t="3500" x="4000500" y="2205038"/>
          <p14:tracePt t="3512" x="3605213" y="2074863"/>
          <p14:tracePt t="3524" x="3271838" y="1973263"/>
          <p14:tracePt t="3534" x="2973388" y="1890713"/>
          <p14:tracePt t="3546" x="2747963" y="1824038"/>
          <p14:tracePt t="3558" x="2633663" y="1789113"/>
          <p14:tracePt t="3568" x="2524125" y="1747838"/>
          <p14:tracePt t="3580" x="2449513" y="1735138"/>
          <p14:tracePt t="3592" x="2408238" y="1720850"/>
          <p14:tracePt t="3602" x="2395538" y="1720850"/>
          <p14:tracePt t="3614" x="2381250" y="1720850"/>
          <p14:tracePt t="3702" x="2366963" y="1720850"/>
          <p14:tracePt t="3715" x="2354263" y="1720850"/>
          <p14:tracePt t="3725" x="2327275" y="1720850"/>
          <p14:tracePt t="3736" x="2286000" y="1735138"/>
          <p14:tracePt t="3748" x="2224088" y="1762125"/>
          <p14:tracePt t="3759" x="2157413" y="1803400"/>
          <p14:tracePt t="3772" x="2116138" y="1851025"/>
          <p14:tracePt t="3782" x="2054225" y="1878013"/>
          <p14:tracePt t="3793" x="2027238" y="1890713"/>
          <p14:tracePt t="3806" x="2014538" y="1905000"/>
          <p14:tracePt t="3816" x="2000250" y="1919288"/>
          <p14:tracePt t="3827" x="1985963" y="1931988"/>
          <p14:tracePt t="3838" x="1973263" y="1931988"/>
          <p14:tracePt t="3849" x="1958975" y="1946275"/>
          <p14:tracePt t="3860" x="1946275" y="1946275"/>
          <p14:tracePt t="3883" x="1931988" y="1958975"/>
          <p14:tracePt t="3894" x="1905000" y="1958975"/>
          <p14:tracePt t="3905" x="1878013" y="1973263"/>
          <p14:tracePt t="3916" x="1843088" y="1985963"/>
          <p14:tracePt t="3929" x="1830388" y="1985963"/>
          <p14:tracePt t="3939" x="1803400" y="2006600"/>
          <p14:tracePt t="3951" x="1776413" y="2020888"/>
          <p14:tracePt t="3963" x="1762125" y="2033588"/>
          <p14:tracePt t="3984" x="1762125" y="2047875"/>
          <p14:tracePt t="4040" x="1762125" y="2062163"/>
          <p14:tracePt t="4043" x="1776413" y="2062163"/>
          <p14:tracePt t="4054" x="1789113" y="2062163"/>
          <p14:tracePt t="4063" x="1803400" y="2062163"/>
          <p14:tracePt t="4076" x="1830388" y="2062163"/>
          <p14:tracePt t="4086" x="1843088" y="2062163"/>
          <p14:tracePt t="4097" x="1878013" y="2062163"/>
          <p14:tracePt t="4108" x="1890713" y="2062163"/>
          <p14:tracePt t="4120" x="1905000" y="2062163"/>
          <p14:tracePt t="4131" x="1919288" y="2062163"/>
          <p14:tracePt t="4433" x="1931988" y="2062163"/>
          <p14:tracePt t="4648" x="1946275" y="2062163"/>
          <p14:tracePt t="4703" x="1958975" y="2062163"/>
          <p14:tracePt t="4715" x="1958975" y="2074863"/>
          <p14:tracePt t="4737" x="1973263" y="2074863"/>
          <p14:tracePt t="4760" x="1985963" y="2074863"/>
          <p14:tracePt t="4773" x="2000250" y="2074863"/>
          <p14:tracePt t="4784" x="2014538" y="2074863"/>
          <p14:tracePt t="4794" x="2027238" y="2074863"/>
          <p14:tracePt t="4808" x="2041525" y="2074863"/>
          <p14:tracePt t="4817" x="2074863" y="2074863"/>
          <p14:tracePt t="4828" x="2089150" y="2074863"/>
          <p14:tracePt t="4841" x="2116138" y="2089150"/>
          <p14:tracePt t="4851" x="2128838" y="2089150"/>
          <p14:tracePt t="4861" x="2143125" y="2089150"/>
          <p14:tracePt t="4874" x="2157413" y="2089150"/>
          <p14:tracePt t="4884" x="2170113" y="2089150"/>
          <p14:tracePt t="4906" x="2184400" y="2089150"/>
          <p14:tracePt t="4929" x="2197100" y="2089150"/>
          <p14:tracePt t="5234" x="2224088" y="2089150"/>
          <p14:tracePt t="5256" x="2238375" y="2101850"/>
          <p14:tracePt t="5267" x="2252663" y="2101850"/>
          <p14:tracePt t="5278" x="2286000" y="2101850"/>
          <p14:tracePt t="5289" x="2300288" y="2101850"/>
          <p14:tracePt t="5311" x="2312988" y="2101850"/>
          <p14:tracePt t="5323" x="2327275" y="2101850"/>
          <p14:tracePt t="5345" x="2339975" y="2101850"/>
          <p14:tracePt t="5977" x="2339975" y="2116138"/>
          <p14:tracePt t="5988" x="2339975" y="2128838"/>
          <p14:tracePt t="6099" x="2354263" y="2128838"/>
          <p14:tracePt t="6110" x="2354263" y="2116138"/>
          <p14:tracePt t="6133" x="2366963" y="2116138"/>
          <p14:tracePt t="6155" x="2381250" y="2116138"/>
          <p14:tracePt t="6178" x="2395538" y="2116138"/>
          <p14:tracePt t="6200" x="2408238" y="2116138"/>
          <p14:tracePt t="6245" x="2422525" y="2116138"/>
          <p14:tracePt t="6357" x="2422525" y="2128838"/>
          <p14:tracePt t="6369" x="2435225" y="2128838"/>
          <p14:tracePt t="6391" x="2449513" y="2143125"/>
          <p14:tracePt t="6403" x="2470150" y="2143125"/>
          <p14:tracePt t="6414" x="2497138" y="2157413"/>
          <p14:tracePt t="6425" x="2524125" y="2157413"/>
          <p14:tracePt t="6437" x="2538413" y="2170113"/>
          <p14:tracePt t="6448" x="2565400" y="2170113"/>
          <p14:tracePt t="6460" x="2592388" y="2170113"/>
          <p14:tracePt t="6472" x="2605088" y="2170113"/>
          <p14:tracePt t="6482" x="2619375" y="2170113"/>
          <p14:tracePt t="6493" x="2633663" y="2170113"/>
          <p14:tracePt t="6505" x="2646363" y="2170113"/>
          <p14:tracePt t="7428" x="2667000" y="2170113"/>
          <p14:tracePt t="8596" x="2667000" y="2157413"/>
          <p14:tracePt t="8619" x="2681288" y="2157413"/>
          <p14:tracePt t="12356" x="2693988" y="2157413"/>
          <p14:tracePt t="12365" x="2708275" y="2157413"/>
          <p14:tracePt t="12558" x="2708275" y="2170113"/>
          <p14:tracePt t="12635" x="2708275" y="2157413"/>
          <p14:tracePt t="12794" x="2735263" y="2170113"/>
          <p14:tracePt t="12804" x="2762250" y="2170113"/>
          <p14:tracePt t="12815" x="2803525" y="2184400"/>
          <p14:tracePt t="12828" x="2863850" y="2205038"/>
          <p14:tracePt t="12838" x="2932113" y="2217738"/>
          <p14:tracePt t="12849" x="2986088" y="2244725"/>
          <p14:tracePt t="12861" x="3014663" y="2244725"/>
          <p14:tracePt t="12872" x="3062288" y="2259013"/>
          <p14:tracePt t="12883" x="3101975" y="2271713"/>
          <p14:tracePt t="12895" x="3116263" y="2271713"/>
          <p14:tracePt t="12906" x="3128963" y="2271713"/>
          <p14:tracePt t="12917" x="3143250" y="2271713"/>
          <p14:tracePt t="13029" x="3157538" y="2271713"/>
          <p14:tracePt t="14278" x="3143250" y="2271713"/>
          <p14:tracePt t="14290" x="3128963" y="2271713"/>
          <p14:tracePt t="14301" x="3101975" y="2271713"/>
          <p14:tracePt t="14312" x="3089275" y="2271713"/>
          <p14:tracePt t="14323" x="3074988" y="2271713"/>
          <p14:tracePt t="14965" x="3089275" y="2271713"/>
          <p14:tracePt t="15009" x="3101975" y="2271713"/>
          <p14:tracePt t="15031" x="3116263" y="2286000"/>
          <p14:tracePt t="15043" x="3128963" y="2286000"/>
          <p14:tracePt t="15076" x="3128963" y="2300288"/>
          <p14:tracePt t="15088" x="3143250" y="2300288"/>
          <p14:tracePt t="15933" x="3157538" y="2300288"/>
          <p14:tracePt t="16156" x="3143250" y="2312988"/>
          <p14:tracePt t="16170" x="3128963" y="2327275"/>
          <p14:tracePt t="16179" x="3089275" y="2366963"/>
          <p14:tracePt t="16190" x="3014663" y="2455863"/>
          <p14:tracePt t="16202" x="2946400" y="2538413"/>
          <p14:tracePt t="16213" x="2905125" y="2598738"/>
          <p14:tracePt t="16224" x="2843213" y="2667000"/>
          <p14:tracePt t="16237" x="2803525" y="2735263"/>
          <p14:tracePt t="16247" x="2762250" y="2782888"/>
          <p14:tracePt t="16259" x="2720975" y="2824163"/>
          <p14:tracePt t="16271" x="2693988" y="2836863"/>
          <p14:tracePt t="16282" x="2681288" y="2851150"/>
          <p14:tracePt t="16293" x="2667000" y="2851150"/>
          <p14:tracePt t="16305" x="2646363" y="2851150"/>
          <p14:tracePt t="16314" x="2633663" y="2851150"/>
          <p14:tracePt t="16326" x="2619375" y="2851150"/>
          <p14:tracePt t="16348" x="2592388" y="2851150"/>
          <p14:tracePt t="16359" x="2565400" y="2863850"/>
          <p14:tracePt t="16372" x="2538413" y="2863850"/>
          <p14:tracePt t="16382" x="2509838" y="2863850"/>
          <p14:tracePt t="16394" x="2482850" y="2878138"/>
          <p14:tracePt t="16406" x="2449513" y="2878138"/>
          <p14:tracePt t="16415" x="2408238" y="2890838"/>
          <p14:tracePt t="16427" x="2381250" y="2890838"/>
          <p14:tracePt t="16439" x="2354263" y="2905125"/>
          <p14:tracePt t="16449" x="2327275" y="2905125"/>
          <p14:tracePt t="16561" x="2339975" y="2905125"/>
          <p14:tracePt t="16573" x="2354263" y="2905125"/>
          <p14:tracePt t="16595" x="2366963" y="2905125"/>
          <p14:tracePt t="16617" x="2381250" y="2890838"/>
          <p14:tracePt t="16621" x="2395538" y="2890838"/>
          <p14:tracePt t="16629" x="2408238" y="2890838"/>
          <p14:tracePt t="16641" x="2435225" y="2905125"/>
          <p14:tracePt t="16653" x="2470150" y="2905125"/>
          <p14:tracePt t="16664" x="2509838" y="2905125"/>
          <p14:tracePt t="16675" x="2565400" y="2905125"/>
          <p14:tracePt t="16686" x="2633663" y="2919413"/>
          <p14:tracePt t="16698" x="2720975" y="2919413"/>
          <p14:tracePt t="16709" x="2803525" y="2919413"/>
          <p14:tracePt t="16719" x="2905125" y="2919413"/>
          <p14:tracePt t="16730" x="3014663" y="2919413"/>
          <p14:tracePt t="16743" x="3128963" y="2919413"/>
          <p14:tracePt t="16753" x="3259138" y="2932113"/>
          <p14:tracePt t="16765" x="3367088" y="2932113"/>
          <p14:tracePt t="16777" x="3470275" y="2932113"/>
          <p14:tracePt t="16787" x="3605213" y="2932113"/>
          <p14:tracePt t="16798" x="3735388" y="2932113"/>
          <p14:tracePt t="16810" x="3863975" y="2919413"/>
          <p14:tracePt t="16820" x="3986213" y="2919413"/>
          <p14:tracePt t="16832" x="4089400" y="2905125"/>
          <p14:tracePt t="16844" x="4232275" y="2905125"/>
          <p14:tracePt t="16854" x="4367213" y="2905125"/>
          <p14:tracePt t="16866" x="4497388" y="2905125"/>
          <p14:tracePt t="16877" x="4605338" y="2905125"/>
          <p14:tracePt t="16888" x="4721225" y="2905125"/>
          <p14:tracePt t="16900" x="4789488" y="2919413"/>
          <p14:tracePt t="16911" x="4905375" y="2919413"/>
          <p14:tracePt t="16921" x="5021263" y="2919413"/>
          <p14:tracePt t="16934" x="5157788" y="2919413"/>
          <p14:tracePt t="16945" x="5300663" y="2919413"/>
          <p14:tracePt t="16955" x="5414963" y="2919413"/>
          <p14:tracePt t="16967" x="5578475" y="2919413"/>
          <p14:tracePt t="16978" x="5748338" y="2905125"/>
          <p14:tracePt t="16989" x="5891213" y="2890838"/>
          <p14:tracePt t="17002" x="6021388" y="2863850"/>
          <p14:tracePt t="17012" x="6116638" y="2851150"/>
          <p14:tracePt t="17023" x="6184900" y="2824163"/>
          <p14:tracePt t="17034" x="6245225" y="2795588"/>
          <p14:tracePt t="17046" x="6272213" y="2747963"/>
          <p14:tracePt t="17057" x="6286500" y="2720975"/>
          <p14:tracePt t="17069" x="6272213" y="2681288"/>
          <p14:tracePt t="17080" x="6232525" y="2625725"/>
          <p14:tracePt t="17090" x="6157913" y="2565400"/>
          <p14:tracePt t="17102" x="6021388" y="2482850"/>
          <p14:tracePt t="17113" x="5824538" y="2401888"/>
          <p14:tracePt t="17124" x="5578475" y="2327275"/>
          <p14:tracePt t="17135" x="5300663" y="2259013"/>
          <p14:tracePt t="17147" x="5089525" y="2205038"/>
          <p14:tracePt t="17159" x="4762500" y="2128838"/>
          <p14:tracePt t="17169" x="4429125" y="2074863"/>
          <p14:tracePt t="17180" x="4129088" y="2033588"/>
          <p14:tracePt t="17193" x="3830638" y="1985963"/>
          <p14:tracePt t="17203" x="3565525" y="1973263"/>
          <p14:tracePt t="17214" x="3395663" y="1958975"/>
          <p14:tracePt t="17227" x="3197225" y="1958975"/>
          <p14:tracePt t="17236" x="3027363" y="1958975"/>
          <p14:tracePt t="17248" x="2905125" y="1973263"/>
          <p14:tracePt t="17260" x="2789238" y="1985963"/>
          <p14:tracePt t="17270" x="2708275" y="2006600"/>
          <p14:tracePt t="17282" x="2605088" y="2020888"/>
          <p14:tracePt t="17294" x="2509838" y="2033588"/>
          <p14:tracePt t="17304" x="2408238" y="2047875"/>
          <p14:tracePt t="17317" x="2327275" y="2074863"/>
          <p14:tracePt t="17327" x="2238375" y="2089150"/>
          <p14:tracePt t="17338" x="2184400" y="2101850"/>
          <p14:tracePt t="17350" x="2128838" y="2128838"/>
          <p14:tracePt t="17361" x="2074863" y="2157413"/>
          <p14:tracePt t="17372" x="2014538" y="2184400"/>
          <p14:tracePt t="17384" x="1973263" y="2217738"/>
          <p14:tracePt t="17395" x="1946275" y="2232025"/>
          <p14:tracePt t="17405" x="1905000" y="2259013"/>
          <p14:tracePt t="17417" x="1878013" y="2286000"/>
          <p14:tracePt t="17428" x="1878013" y="2312988"/>
          <p14:tracePt t="17439" x="1857375" y="2354263"/>
          <p14:tracePt t="17451" x="1857375" y="2387600"/>
          <p14:tracePt t="17462" x="1857375" y="2414588"/>
          <p14:tracePt t="17473" x="1878013" y="2455863"/>
          <p14:tracePt t="17484" x="1905000" y="2497138"/>
          <p14:tracePt t="17496" x="1946275" y="2538413"/>
          <p14:tracePt t="17507" x="1985963" y="2586038"/>
          <p14:tracePt t="17519" x="2027238" y="2613025"/>
          <p14:tracePt t="17529" x="2074863" y="2652713"/>
          <p14:tracePt t="17540" x="2116138" y="2693988"/>
          <p14:tracePt t="17552" x="2170113" y="2735263"/>
          <p14:tracePt t="17563" x="2211388" y="2782888"/>
          <p14:tracePt t="17574" x="2271713" y="2809875"/>
          <p14:tracePt t="17586" x="2327275" y="2836863"/>
          <p14:tracePt t="17608" x="2395538" y="2863850"/>
          <p14:tracePt t="17612" x="2482850" y="2905125"/>
          <p14:tracePt t="17619" x="2578100" y="2932113"/>
          <p14:tracePt t="17631" x="2708275" y="2967038"/>
          <p14:tracePt t="17644" x="2803525" y="2994025"/>
          <p14:tracePt t="17664" x="2946400" y="3021013"/>
          <p14:tracePt t="17677" x="3074988" y="3048000"/>
          <p14:tracePt t="17677" x="3211513" y="3074988"/>
          <p14:tracePt t="17688" x="3354388" y="3089275"/>
          <p14:tracePt t="17699" x="3509963" y="3101975"/>
          <p14:tracePt t="17711" x="3619500" y="3116263"/>
          <p14:tracePt t="17722" x="3789363" y="3116263"/>
          <p14:tracePt t="17733" x="3986213" y="3116263"/>
          <p14:tracePt t="17746" x="4197350" y="3116263"/>
          <p14:tracePt t="17755" x="4395788" y="3101975"/>
          <p14:tracePt t="17767" x="4551363" y="3116263"/>
          <p14:tracePt t="17779" x="4735513" y="3116263"/>
          <p14:tracePt t="17788" x="4919663" y="3116263"/>
          <p14:tracePt t="17800" x="5075238" y="3116263"/>
          <p14:tracePt t="17811" x="5197475" y="3101975"/>
          <p14:tracePt t="17821" x="5327650" y="3089275"/>
          <p14:tracePt t="17834" x="5395913" y="3074988"/>
          <p14:tracePt t="17845" x="5497513" y="3062288"/>
          <p14:tracePt t="17856" x="5578475" y="3033713"/>
          <p14:tracePt t="17868" x="5653088" y="3006725"/>
          <p14:tracePt t="17879" x="5721350" y="2967038"/>
          <p14:tracePt t="17889" x="5776913" y="2932113"/>
          <p14:tracePt t="17901" x="5837238" y="2905125"/>
          <p14:tracePt t="17912" x="5878513" y="2851150"/>
          <p14:tracePt t="17923" x="5905500" y="2809875"/>
          <p14:tracePt t="17935" x="5919788" y="2747963"/>
          <p14:tracePt t="17946" x="5932488" y="2693988"/>
          <p14:tracePt t="17957" x="5932488" y="2667000"/>
          <p14:tracePt t="17968" x="5919788" y="2613025"/>
          <p14:tracePt t="17979" x="5905500" y="2565400"/>
          <p14:tracePt t="17991" x="5878513" y="2524125"/>
          <p14:tracePt t="18002" x="5837238" y="2470150"/>
          <p14:tracePt t="18013" x="5776913" y="2443163"/>
          <p14:tracePt t="18025" x="5681663" y="2401888"/>
          <p14:tracePt t="18036" x="5551488" y="2354263"/>
          <p14:tracePt t="18047" x="5414963" y="2312988"/>
          <p14:tracePt t="18059" x="5218113" y="2271713"/>
          <p14:tracePt t="18069" x="5000625" y="2232025"/>
          <p14:tracePt t="18081" x="4824413" y="2205038"/>
          <p14:tracePt t="18093" x="4578350" y="2157413"/>
          <p14:tracePt t="18103" x="4340225" y="2128838"/>
          <p14:tracePt t="18114" x="4089400" y="2101850"/>
          <p14:tracePt t="18127" x="3830638" y="2062163"/>
          <p14:tracePt t="18136" x="3652838" y="2047875"/>
          <p14:tracePt t="18148" x="3408363" y="2020888"/>
          <p14:tracePt t="18160" x="3197225" y="2006600"/>
          <p14:tracePt t="18170" x="2986088" y="1985963"/>
          <p14:tracePt t="18182" x="2776538" y="1985963"/>
          <p14:tracePt t="18194" x="2592388" y="1985963"/>
          <p14:tracePt t="18204" x="2470150" y="2006600"/>
          <p14:tracePt t="18216" x="2327275" y="2033588"/>
          <p14:tracePt t="18227" x="2211388" y="2062163"/>
          <p14:tracePt t="18238" x="2116138" y="2089150"/>
          <p14:tracePt t="18250" x="2027238" y="2128838"/>
          <p14:tracePt t="18261" x="1973263" y="2157413"/>
          <p14:tracePt t="18272" x="1905000" y="2205038"/>
          <p14:tracePt t="18284" x="1843088" y="2259013"/>
          <p14:tracePt t="18296" x="1803400" y="2300288"/>
          <p14:tracePt t="18306" x="1776413" y="2339975"/>
          <p14:tracePt t="18318" x="1762125" y="2414588"/>
          <p14:tracePt t="18328" x="1747838" y="2455863"/>
          <p14:tracePt t="18339" x="1747838" y="2524125"/>
          <p14:tracePt t="18351" x="1762125" y="2586038"/>
          <p14:tracePt t="18362" x="1789113" y="2652713"/>
          <p14:tracePt t="18373" x="1830388" y="2708275"/>
          <p14:tracePt t="18384" x="1857375" y="2747963"/>
          <p14:tracePt t="18396" x="1931988" y="2809875"/>
          <p14:tracePt t="18407" x="2014538" y="2863850"/>
          <p14:tracePt t="18418" x="2116138" y="2905125"/>
          <p14:tracePt t="18430" x="2211388" y="2967038"/>
          <p14:tracePt t="18440" x="2312988" y="2994025"/>
          <p14:tracePt t="18452" x="2381250" y="3021013"/>
          <p14:tracePt t="18463" x="2482850" y="3048000"/>
          <p14:tracePt t="18474" x="2578100" y="3062288"/>
          <p14:tracePt t="18485" x="2708275" y="3074988"/>
          <p14:tracePt t="18497" x="2863850" y="3101975"/>
          <p14:tracePt t="18509" x="3000375" y="3101975"/>
          <p14:tracePt t="18519" x="3211513" y="3128963"/>
          <p14:tracePt t="18531" x="3422650" y="3128963"/>
          <p14:tracePt t="18543" x="3633788" y="3149600"/>
          <p14:tracePt t="18553" x="3878263" y="3163888"/>
          <p14:tracePt t="18564" x="4102100" y="3163888"/>
          <p14:tracePt t="18577" x="4244975" y="3163888"/>
          <p14:tracePt t="18587" x="4456113" y="3176588"/>
          <p14:tracePt t="18598" x="4625975" y="3176588"/>
          <p14:tracePt t="18610" x="4762500" y="3176588"/>
          <p14:tracePt t="18620" x="4891088" y="3190875"/>
          <p14:tracePt t="18632" x="4946650" y="3190875"/>
          <p14:tracePt t="18643" x="5021263" y="3190875"/>
          <p14:tracePt t="18654" x="5062538" y="3176588"/>
          <p14:tracePt t="18666" x="5089525" y="3176588"/>
          <p14:tracePt t="18677" x="5116513" y="3176588"/>
          <p14:tracePt t="18688" x="5129213" y="3176588"/>
          <p14:tracePt t="18722" x="5143500" y="3176588"/>
          <p14:tracePt t="18734" x="5129213" y="3176588"/>
          <p14:tracePt t="18745" x="5116513" y="3176588"/>
          <p14:tracePt t="18755" x="5075238" y="3163888"/>
          <p14:tracePt t="18767" x="5021263" y="3163888"/>
          <p14:tracePt t="18779" x="4986338" y="3149600"/>
          <p14:tracePt t="19780" x="5000625" y="3149600"/>
          <p14:tracePt t="19824" x="5021263" y="3149600"/>
          <p14:tracePt t="19925" x="5033963" y="3149600"/>
          <p14:tracePt t="19981" x="5048250" y="3149600"/>
          <p14:tracePt t="20015" x="5062538" y="3149600"/>
          <p14:tracePt t="20163" x="5048250" y="3149600"/>
          <p14:tracePt t="20185" x="5033963" y="3176588"/>
          <p14:tracePt t="20195" x="5021263" y="3205163"/>
          <p14:tracePt t="20207" x="5000625" y="3286125"/>
          <p14:tracePt t="20218" x="4986338" y="3402013"/>
          <p14:tracePt t="20230" x="4959350" y="3625850"/>
          <p14:tracePt t="20242" x="4919663" y="3925888"/>
          <p14:tracePt t="20252" x="4919663" y="4217988"/>
          <p14:tracePt t="20263" x="4919663" y="4456113"/>
          <p14:tracePt t="20274" x="4919663" y="4598988"/>
          <p14:tracePt t="20286" x="4932363" y="4783138"/>
          <p14:tracePt t="20296" x="4932363" y="4926013"/>
          <p14:tracePt t="20308" x="4932363" y="5021263"/>
          <p14:tracePt t="20320" x="4932363" y="5110163"/>
          <p14:tracePt t="20333" x="4932363" y="5149850"/>
          <p14:tracePt t="20342" x="4932363" y="5176838"/>
          <p14:tracePt t="20364" x="4919663" y="5176838"/>
          <p14:tracePt t="20724" x="4932363" y="5176838"/>
          <p14:tracePt t="20779" x="4946650" y="5176838"/>
          <p14:tracePt t="20796" x="4959350" y="5176838"/>
          <p14:tracePt t="20988" x="4986338" y="5149850"/>
          <p14:tracePt t="20990" x="4986338" y="5122863"/>
          <p14:tracePt t="21004" x="5000625" y="5095875"/>
          <p14:tracePt t="21015" x="5000625" y="5033963"/>
          <p14:tracePt t="21023" x="4986338" y="4953000"/>
          <p14:tracePt t="21034" x="4959350" y="4837113"/>
          <p14:tracePt t="21043" x="4891088" y="4673600"/>
          <p14:tracePt t="21056" x="4824413" y="4545013"/>
          <p14:tracePt t="21066" x="4708525" y="4387850"/>
          <p14:tracePt t="21075" x="4578350" y="4232275"/>
          <p14:tracePt t="21090" x="4429125" y="4110038"/>
          <p14:tracePt t="21101" x="4271963" y="3994150"/>
          <p14:tracePt t="21110" x="4116388" y="3925888"/>
          <p14:tracePt t="21122" x="3986213" y="3878263"/>
          <p14:tracePt t="21131" x="3830638" y="3851275"/>
          <p14:tracePt t="21148" x="3708400" y="3836988"/>
          <p14:tracePt t="21156" x="3592513" y="3836988"/>
          <p14:tracePt t="21165" x="3497263" y="3863975"/>
          <p14:tracePt t="21179" x="3435350" y="3911600"/>
          <p14:tracePt t="21193" x="3367088" y="3967163"/>
          <p14:tracePt t="21198" x="3313113" y="4048125"/>
          <p14:tracePt t="21215" x="3286125" y="4137025"/>
          <p14:tracePt t="21223" x="3271838" y="4205288"/>
          <p14:tracePt t="21237" x="3259138" y="4259263"/>
          <p14:tracePt t="21246" x="3259138" y="4306888"/>
          <p14:tracePt t="21258" x="3259138" y="4348163"/>
          <p14:tracePt t="21323" x="3354388" y="4429125"/>
          <p14:tracePt t="21346" x="3455988" y="4414838"/>
          <p14:tracePt t="21356" x="3497263" y="4402138"/>
          <p14:tracePt t="21366" x="3509963" y="4402138"/>
          <p14:tracePt t="21377" x="3524250" y="4387850"/>
          <p14:tracePt t="21388" x="3538538" y="4387850"/>
          <p14:tracePt t="21444" x="3538538" y="4402138"/>
          <p14:tracePt t="21455" x="3538538" y="4429125"/>
          <p14:tracePt t="21466" x="3538538" y="4470400"/>
          <p14:tracePt t="21479" x="3538538" y="4530725"/>
          <p14:tracePt t="21489" x="3551238" y="4572000"/>
          <p14:tracePt t="21501" x="3551238" y="4640263"/>
          <p14:tracePt t="21513" x="3578225" y="4714875"/>
          <p14:tracePt t="21523" x="3605213" y="4795838"/>
          <p14:tracePt t="21534" x="3652838" y="4872038"/>
          <p14:tracePt t="21547" x="3681413" y="4911725"/>
          <p14:tracePt t="21557" x="3708400" y="4953000"/>
          <p14:tracePt t="21568" x="3748088" y="4979988"/>
          <p14:tracePt t="21581" x="3789363" y="4994275"/>
          <p14:tracePt t="21591" x="3816350" y="5006975"/>
          <p14:tracePt t="21602" x="3863975" y="5006975"/>
          <p14:tracePt t="21614" x="3905250" y="5006975"/>
          <p14:tracePt t="21624" x="3959225" y="4994275"/>
          <p14:tracePt t="21636" x="4027488" y="4967288"/>
          <p14:tracePt t="21647" x="4102100" y="4926013"/>
          <p14:tracePt t="21658" x="4157663" y="4872038"/>
          <p14:tracePt t="21669" x="4197350" y="4824413"/>
          <p14:tracePt t="21681" x="4232275" y="4795838"/>
          <p14:tracePt t="21692" x="4232275" y="4756150"/>
          <p14:tracePt t="21703" x="4232275" y="4729163"/>
          <p14:tracePt t="21715" x="4211638" y="4729163"/>
          <p14:tracePt t="21725" x="4197350" y="4714875"/>
          <p14:tracePt t="21738" x="4170363" y="4714875"/>
          <p14:tracePt t="21749" x="4143375" y="4714875"/>
          <p14:tracePt t="21759" x="4129088" y="4714875"/>
          <p14:tracePt t="21771" x="4102100" y="4741863"/>
          <p14:tracePt t="21782" x="4089400" y="4783138"/>
          <p14:tracePt t="21793" x="4089400" y="4837113"/>
          <p14:tracePt t="21804" x="4102100" y="4884738"/>
          <p14:tracePt t="21816" x="4157663" y="4953000"/>
          <p14:tracePt t="21827" x="4232275" y="5006975"/>
          <p14:tracePt t="21838" x="4327525" y="5068888"/>
          <p14:tracePt t="21860" x="4497388" y="5122863"/>
          <p14:tracePt t="21866" x="4667250" y="5164138"/>
          <p14:tracePt t="21873" x="4959350" y="5205413"/>
          <p14:tracePt t="21885" x="5354638" y="5265738"/>
          <p14:tracePt t="21894" x="5810250" y="5319713"/>
          <p14:tracePt t="21905" x="6402388" y="5375275"/>
          <p14:tracePt t="21917" x="7007225" y="5402263"/>
          <p14:tracePt t="21929" x="7443788" y="5435600"/>
          <p14:tracePt t="21939" x="7980363" y="5435600"/>
          <p14:tracePt t="21950" x="8429625" y="5414963"/>
          <p14:tracePt t="21963" x="8810625" y="5387975"/>
          <p14:tracePt t="21973" x="9090025" y="5348288"/>
          <p14:tracePt t="21984" x="9232900" y="5307013"/>
          <p14:tracePt t="21997" x="9361488" y="5265738"/>
          <p14:tracePt t="22007" x="9415463" y="5218113"/>
          <p14:tracePt t="22018" x="9444038" y="5191125"/>
          <p14:tracePt t="22030" x="9444038" y="5176838"/>
          <p14:tracePt t="22040" x="9444038" y="5149850"/>
          <p14:tracePt t="22052" x="9429750" y="5137150"/>
          <p14:tracePt t="22064" x="9402763" y="5122863"/>
          <p14:tracePt t="22074" x="9361488" y="5110163"/>
          <p14:tracePt t="22086" x="9301163" y="5081588"/>
          <p14:tracePt t="22097" x="9232900" y="5068888"/>
          <p14:tracePt t="22108" x="9177338" y="5068888"/>
          <p14:tracePt t="22119" x="9117013" y="5054600"/>
          <p14:tracePt t="22131" x="9034463" y="5033963"/>
          <p14:tracePt t="22142" x="8980488" y="5021263"/>
          <p14:tracePt t="22153" x="8905875" y="5006975"/>
          <p14:tracePt t="22165" x="8878888" y="4994275"/>
          <p14:tracePt t="22175" x="8864600" y="4994275"/>
          <p14:tracePt t="22187" x="8851900" y="4994275"/>
          <p14:tracePt t="22198" x="8824913" y="4994275"/>
          <p14:tracePt t="22209" x="8810625" y="5006975"/>
          <p14:tracePt t="22221" x="8783638" y="5021263"/>
          <p14:tracePt t="22232" x="8756650" y="5033963"/>
          <p14:tracePt t="22243" x="8694738" y="5081588"/>
          <p14:tracePt t="22254" x="8653463" y="5110163"/>
          <p14:tracePt t="22266" x="8613775" y="5137150"/>
          <p14:tracePt t="22277" x="8586788" y="5149850"/>
          <p14:tracePt t="22288" x="8572500" y="5164138"/>
          <p14:tracePt t="22299" x="8558213" y="5164138"/>
          <p14:tracePt t="22401" x="8539163" y="5164138"/>
          <p14:tracePt t="22412" x="8524875" y="5164138"/>
          <p14:tracePt t="22423" x="8497888" y="5176838"/>
          <p14:tracePt t="22434" x="8429625" y="5218113"/>
          <p14:tracePt t="22445" x="8361363" y="5265738"/>
          <p14:tracePt t="22457" x="8259763" y="5307013"/>
          <p14:tracePt t="22468" x="8164513" y="5360988"/>
          <p14:tracePt t="22479" x="8075613" y="5387975"/>
          <p14:tracePt t="22490" x="7994650" y="5449888"/>
          <p14:tracePt t="22501" x="7891463" y="5503863"/>
          <p14:tracePt t="22513" x="7810500" y="5557838"/>
          <p14:tracePt t="22524" x="7708900" y="5613400"/>
          <p14:tracePt t="22535" x="7613650" y="5661025"/>
          <p14:tracePt t="22547" x="7524750" y="5688013"/>
          <p14:tracePt t="22908" x="7510463" y="5673725"/>
          <p14:tracePt t="22918" x="7497763" y="5661025"/>
          <p14:tracePt t="22929" x="7470775" y="5646738"/>
          <p14:tracePt t="22940" x="7443788" y="5634038"/>
          <p14:tracePt t="22951" x="7415213" y="5599113"/>
          <p14:tracePt t="22964" x="7367588" y="5599113"/>
          <p14:tracePt t="22975" x="7327900" y="5586413"/>
          <p14:tracePt t="22985" x="7259638" y="5557838"/>
          <p14:tracePt t="22997" x="7170738" y="5545138"/>
          <p14:tracePt t="23008" x="7062788" y="5530850"/>
          <p14:tracePt t="23019" x="6959600" y="5530850"/>
          <p14:tracePt t="23030" x="6796088" y="5518150"/>
          <p14:tracePt t="23042" x="6613525" y="5503863"/>
          <p14:tracePt t="23053" x="6340475" y="5491163"/>
          <p14:tracePt t="23064" x="6075363" y="5476875"/>
          <p14:tracePt t="23075" x="5776913" y="5462588"/>
          <p14:tracePt t="23087" x="5578475" y="5449888"/>
          <p14:tracePt t="23098" x="5340350" y="5449888"/>
          <p14:tracePt t="23109" x="5143500" y="5449888"/>
          <p14:tracePt t="23122" x="4986338" y="5462588"/>
          <p14:tracePt t="23132" x="4864100" y="5462588"/>
          <p14:tracePt t="23143" x="4776788" y="5476875"/>
          <p14:tracePt t="23155" x="4708525" y="5503863"/>
          <p14:tracePt t="23165" x="4652963" y="5518150"/>
          <p14:tracePt t="23177" x="4605338" y="5545138"/>
          <p14:tracePt t="23189" x="4592638" y="5572125"/>
          <p14:tracePt t="23199" x="4578350" y="5613400"/>
          <p14:tracePt t="23211" x="4578350" y="5634038"/>
          <p14:tracePt t="23223" x="4578350" y="5661025"/>
          <p14:tracePt t="23233" x="4578350" y="5688013"/>
          <p14:tracePt t="23245" x="4605338" y="5700713"/>
          <p14:tracePt t="23257" x="4640263" y="5715000"/>
          <p14:tracePt t="23267" x="4681538" y="5729288"/>
          <p14:tracePt t="23280" x="4748213" y="5741988"/>
          <p14:tracePt t="23294" x="4851400" y="5741988"/>
          <p14:tracePt t="23302" x="4932363" y="5741988"/>
          <p14:tracePt t="23314" x="5021263" y="5729288"/>
          <p14:tracePt t="23325" x="5089525" y="5715000"/>
          <p14:tracePt t="23335" x="5143500" y="5700713"/>
          <p14:tracePt t="23347" x="5197475" y="5688013"/>
          <p14:tracePt t="23358" x="5232400" y="5673725"/>
          <p14:tracePt t="23368" x="5259388" y="5673725"/>
          <p14:tracePt t="23379" x="5259388" y="5661025"/>
          <p14:tracePt t="23401" x="5245100" y="5646738"/>
          <p14:tracePt t="23413" x="5232400" y="5634038"/>
          <p14:tracePt t="23425" x="5184775" y="5599113"/>
          <p14:tracePt t="23435" x="5116513" y="5586413"/>
          <p14:tracePt t="23447" x="5033963" y="5557838"/>
          <p14:tracePt t="23458" x="4959350" y="5545138"/>
          <p14:tracePt t="23469" x="4851400" y="5530850"/>
          <p14:tracePt t="23481" x="4735513" y="5518150"/>
          <p14:tracePt t="23492" x="4605338" y="5518150"/>
          <p14:tracePt t="23503" x="4483100" y="5530850"/>
          <p14:tracePt t="23514" x="4395788" y="5545138"/>
          <p14:tracePt t="23526" x="4300538" y="5586413"/>
          <p14:tracePt t="23536" x="4211638" y="5634038"/>
          <p14:tracePt t="23548" x="4157663" y="5673725"/>
          <p14:tracePt t="23559" x="4129088" y="5700713"/>
          <p14:tracePt t="23571" x="4089400" y="5729288"/>
          <p14:tracePt t="23582" x="4075113" y="5756275"/>
          <p14:tracePt t="23593" x="4062413" y="5768975"/>
          <p14:tracePt t="23605" x="4062413" y="5795963"/>
          <p14:tracePt t="23615" x="4062413" y="5816600"/>
          <p14:tracePt t="23627" x="4062413" y="5830888"/>
          <p14:tracePt t="23649" x="4075113" y="5830888"/>
          <p14:tracePt t="23672" x="4089400" y="5830888"/>
          <p14:tracePt t="23694" x="4102100" y="5830888"/>
          <p14:tracePt t="23739" x="4089400" y="5816600"/>
          <p14:tracePt t="23750" x="4075113" y="5816600"/>
          <p14:tracePt t="23762" x="4062413" y="5830888"/>
          <p14:tracePt t="23773" x="4027488" y="5830888"/>
          <p14:tracePt t="23784" x="3986213" y="5830888"/>
          <p14:tracePt t="23796" x="3932238" y="5843588"/>
          <p14:tracePt t="23807" x="3905250" y="5872163"/>
          <p14:tracePt t="23818" x="3863975" y="5884863"/>
          <p14:tracePt t="23830" x="3851275" y="5911850"/>
          <p14:tracePt t="23841" x="3816350" y="5926138"/>
          <p14:tracePt t="23852" x="3803650" y="5953125"/>
          <p14:tracePt t="23864" x="3803650" y="5967413"/>
          <p14:tracePt t="23875" x="3803650" y="5980113"/>
          <p14:tracePt t="23885" x="3803650" y="5994400"/>
          <p14:tracePt t="23897" x="3816350" y="6015038"/>
          <p14:tracePt t="23908" x="3830638" y="6027738"/>
          <p14:tracePt t="23919" x="3851275" y="6027738"/>
          <p14:tracePt t="23931" x="3863975" y="6042025"/>
          <p14:tracePt t="23964" x="3890963" y="6042025"/>
          <p14:tracePt t="23967" x="3919538" y="6054725"/>
          <p14:tracePt t="23975" x="4000500" y="6069013"/>
          <p14:tracePt t="23982" x="4116388" y="6081713"/>
          <p14:tracePt t="23991" x="4286250" y="6110288"/>
          <p14:tracePt t="24000" x="4538663" y="6137275"/>
          <p14:tracePt t="24009" x="4776788" y="6164263"/>
          <p14:tracePt t="24024" x="5170488" y="6211888"/>
          <p14:tracePt t="24033" x="5667375" y="6238875"/>
          <p14:tracePt t="24045" x="6232525" y="6253163"/>
          <p14:tracePt t="24056" x="6796088" y="6265863"/>
          <p14:tracePt t="24066" x="7402513" y="6253163"/>
          <p14:tracePt t="24077" x="7783513" y="6253163"/>
          <p14:tracePt t="24089" x="8286750" y="6211888"/>
          <p14:tracePt t="24099" x="8653463" y="6164263"/>
          <p14:tracePt t="24110" x="8980488" y="6096000"/>
          <p14:tracePt t="24123" x="9205913" y="6042025"/>
          <p14:tracePt t="24133" x="9328150" y="5994400"/>
          <p14:tracePt t="24144" x="9444038" y="5938838"/>
          <p14:tracePt t="24156" x="9498013" y="5899150"/>
          <p14:tracePt t="24167" x="9545638" y="5843588"/>
          <p14:tracePt t="24179" x="9558338" y="5795963"/>
          <p14:tracePt t="24190" x="9558338" y="5756275"/>
          <p14:tracePt t="24201" x="9525000" y="5729288"/>
          <p14:tracePt t="24212" x="9483725" y="5673725"/>
          <p14:tracePt t="24224" x="9429750" y="5646738"/>
          <p14:tracePt t="24234" x="9375775" y="5599113"/>
          <p14:tracePt t="24246" x="9301163" y="5572125"/>
          <p14:tracePt t="24257" x="9259888" y="5572125"/>
          <p14:tracePt t="24268" x="9191625" y="5557838"/>
          <p14:tracePt t="24280" x="9117013" y="5557838"/>
          <p14:tracePt t="24291" x="9021763" y="5572125"/>
          <p14:tracePt t="24302" x="8905875" y="5599113"/>
          <p14:tracePt t="24314" x="8756650" y="5673725"/>
          <p14:tracePt t="24325" x="8626475" y="5741988"/>
          <p14:tracePt t="24336" x="8443913" y="5843588"/>
          <p14:tracePt t="24347" x="8286750" y="5926138"/>
          <p14:tracePt t="24358" x="8129588" y="5994400"/>
          <p14:tracePt t="24369" x="8034338" y="6069013"/>
          <p14:tracePt t="24381" x="7980363" y="6110288"/>
          <p14:tracePt t="24392" x="7932738" y="6149975"/>
          <p14:tracePt t="24403" x="7920038" y="6197600"/>
          <p14:tracePt t="24414" x="7920038" y="6224588"/>
          <p14:tracePt t="24426" x="7920038" y="6238875"/>
          <p14:tracePt t="24437" x="7932738" y="6253163"/>
          <p14:tracePt t="24459" x="7947025" y="6253163"/>
          <p14:tracePt t="24471" x="7980363" y="6253163"/>
          <p14:tracePt t="24482" x="7994650" y="6253163"/>
          <p14:tracePt t="24493" x="8021638" y="6238875"/>
          <p14:tracePt t="24505" x="8048625" y="6238875"/>
          <p14:tracePt t="24515" x="8075613" y="6238875"/>
          <p14:tracePt t="24527" x="8102600" y="6224588"/>
          <p14:tracePt t="24539" x="8116888" y="6224588"/>
          <p14:tracePt t="24549" x="8129588" y="6211888"/>
          <p14:tracePt t="24561" x="8129588" y="6197600"/>
          <p14:tracePt t="24583" x="8129588" y="6176963"/>
          <p14:tracePt t="24595" x="8116888" y="6164263"/>
          <p14:tracePt t="24606" x="8102600" y="6164263"/>
          <p14:tracePt t="24617" x="8075613" y="6164263"/>
          <p14:tracePt t="24628" x="8048625" y="6164263"/>
          <p14:tracePt t="24639" x="8021638" y="6176963"/>
          <p14:tracePt t="24650" x="7947025" y="6176963"/>
          <p14:tracePt t="24663" x="7878763" y="6224588"/>
          <p14:tracePt t="24674" x="7783513" y="6280150"/>
          <p14:tracePt t="24684" x="7694613" y="6334125"/>
          <p14:tracePt t="24697" x="7653338" y="6375400"/>
          <p14:tracePt t="24708" x="7626350" y="6408738"/>
          <p14:tracePt t="24718" x="7599363" y="6423025"/>
          <p14:tracePt t="24730" x="7599363" y="6435725"/>
          <p14:tracePt t="24751" x="7599363" y="6450013"/>
          <p14:tracePt t="24764" x="7613650" y="6450013"/>
          <p14:tracePt t="24785" x="7599363" y="6435725"/>
          <p14:tracePt t="24797" x="7586663" y="6423025"/>
          <p14:tracePt t="25145" x="7599363" y="6423025"/>
          <p14:tracePt t="25168" x="7599363" y="6408738"/>
          <p14:tracePt t="25179" x="7613650" y="6408738"/>
          <p14:tracePt t="25190" x="7626350" y="6408738"/>
          <p14:tracePt t="25202" x="7626350" y="6396038"/>
          <p14:tracePt t="25213" x="7640638" y="6396038"/>
          <p14:tracePt t="25224" x="7640638" y="6375400"/>
          <p14:tracePt t="25236" x="7640638" y="6361113"/>
          <p14:tracePt t="25247" x="7626350" y="6348413"/>
          <p14:tracePt t="25258" x="7613650" y="6348413"/>
          <p14:tracePt t="25270" x="7599363" y="6334125"/>
          <p14:tracePt t="25281" x="7551738" y="6319838"/>
          <p14:tracePt t="25292" x="7497763" y="6307138"/>
          <p14:tracePt t="25303" x="7402513" y="6292850"/>
          <p14:tracePt t="25315" x="7245350" y="6265863"/>
          <p14:tracePt t="25337" x="7102475" y="6253163"/>
          <p14:tracePt t="25340" x="6851650" y="6224588"/>
          <p14:tracePt t="25349" x="6538913" y="6176963"/>
          <p14:tracePt t="25363" x="6170613" y="6149975"/>
          <p14:tracePt t="25372" x="5776913" y="6122988"/>
          <p14:tracePt t="25383" x="5395913" y="6096000"/>
          <p14:tracePt t="25394" x="5129213" y="6081713"/>
          <p14:tracePt t="25404" x="4803775" y="6042025"/>
          <p14:tracePt t="25416" x="4538663" y="6015038"/>
          <p14:tracePt t="25427" x="4340225" y="5980113"/>
          <p14:tracePt t="25438" x="4197350" y="5953125"/>
          <p14:tracePt t="25451" x="4129088" y="5953125"/>
          <p14:tracePt t="25461" x="4089400" y="5938838"/>
          <p14:tracePt t="25472" x="4062413" y="5938838"/>
          <p14:tracePt t="25584" x="4048125" y="5938838"/>
          <p14:tracePt t="25606" x="4027488" y="5926138"/>
          <p14:tracePt t="25629" x="4014788" y="5926138"/>
          <p14:tracePt t="25640" x="4014788" y="5911850"/>
          <p14:tracePt t="25663" x="4014788" y="5899150"/>
          <p14:tracePt t="25674" x="4000500" y="5884863"/>
          <p14:tracePt t="25686" x="4000500" y="5872163"/>
          <p14:tracePt t="25697" x="3986213" y="5857875"/>
          <p14:tracePt t="25709" x="3959225" y="5830888"/>
          <p14:tracePt t="25720" x="3932238" y="5795963"/>
          <p14:tracePt t="25732" x="3890963" y="5783263"/>
          <p14:tracePt t="25744" x="3851275" y="5756275"/>
          <p14:tracePt t="25753" x="3776663" y="5741988"/>
          <p14:tracePt t="25766" x="3721100" y="5729288"/>
          <p14:tracePt t="25776" x="3592513" y="5700713"/>
          <p14:tracePt t="25788" x="3422650" y="5700713"/>
          <p14:tracePt t="25799" x="3211513" y="5715000"/>
          <p14:tracePt t="25809" x="3014663" y="5756275"/>
          <p14:tracePt t="25822" x="2890838" y="5783263"/>
          <p14:tracePt t="25833" x="2747963" y="5816600"/>
          <p14:tracePt t="25843" x="2646363" y="5857875"/>
          <p14:tracePt t="25855" x="2592388" y="5899150"/>
          <p14:tracePt t="25866" x="2578100" y="5938838"/>
          <p14:tracePt t="25877" x="2565400" y="5980113"/>
          <p14:tracePt t="25889" x="2565400" y="6015038"/>
          <p14:tracePt t="25900" x="2578100" y="6054725"/>
          <p14:tracePt t="25910" x="2592388" y="6081713"/>
          <p14:tracePt t="25922" x="2619375" y="6110288"/>
          <p14:tracePt t="25933" x="2646363" y="6137275"/>
          <p14:tracePt t="25944" x="2681288" y="6149975"/>
          <p14:tracePt t="25956" x="2708275" y="6164263"/>
          <p14:tracePt t="25967" x="2735263" y="6176963"/>
          <p14:tracePt t="25978" x="2762250" y="6197600"/>
          <p14:tracePt t="25990" x="2803525" y="6211888"/>
          <p14:tracePt t="26001" x="2830513" y="6211888"/>
          <p14:tracePt t="26012" x="2843213" y="6211888"/>
          <p14:tracePt t="26024" x="2878138" y="6211888"/>
          <p14:tracePt t="26035" x="2905125" y="6224588"/>
          <p14:tracePt t="26057" x="2932113" y="6224588"/>
          <p14:tracePt t="26060" x="2959100" y="6224588"/>
          <p14:tracePt t="26069" x="2973388" y="6224588"/>
          <p14:tracePt t="26082" x="2986088" y="6224588"/>
          <p14:tracePt t="26091" x="3014663" y="6224588"/>
          <p14:tracePt t="26102" x="3041650" y="6224588"/>
          <p14:tracePt t="26113" x="3089275" y="6224588"/>
          <p14:tracePt t="26124" x="3143250" y="6211888"/>
          <p14:tracePt t="26136" x="3184525" y="6211888"/>
          <p14:tracePt t="26147" x="3238500" y="6211888"/>
          <p14:tracePt t="26158" x="3327400" y="6197600"/>
          <p14:tracePt t="26169" x="3395663" y="6176963"/>
          <p14:tracePt t="26181" x="3497263" y="6164263"/>
          <p14:tracePt t="26192" x="3578225" y="6149975"/>
          <p14:tracePt t="26203" x="3681413" y="6122988"/>
          <p14:tracePt t="26215" x="3762375" y="6096000"/>
          <p14:tracePt t="26225" x="3830638" y="6069013"/>
          <p14:tracePt t="26237" x="3890963" y="6054725"/>
          <p14:tracePt t="26249" x="3905250" y="6054725"/>
          <p14:tracePt t="26259" x="3919538" y="6042025"/>
          <p14:tracePt t="26360" x="3932238" y="6042025"/>
          <p14:tracePt t="26372" x="3946525" y="6042025"/>
          <p14:tracePt t="26383" x="3959225" y="6042025"/>
          <p14:tracePt t="26395" x="3973513" y="6042025"/>
          <p14:tracePt t="26405" x="3986213" y="6042025"/>
          <p14:tracePt t="26417" x="4014788" y="6042025"/>
          <p14:tracePt t="26428" x="4062413" y="6042025"/>
          <p14:tracePt t="26439" x="4089400" y="6054725"/>
          <p14:tracePt t="26451" x="4157663" y="6069013"/>
          <p14:tracePt t="26462" x="4259263" y="6081713"/>
          <p14:tracePt t="26473" x="4381500" y="6096000"/>
          <p14:tracePt t="26485" x="4565650" y="6137275"/>
          <p14:tracePt t="26496" x="4776788" y="6164263"/>
          <p14:tracePt t="26508" x="4973638" y="6197600"/>
          <p14:tracePt t="26518" x="5272088" y="6238875"/>
          <p14:tracePt t="26529" x="5578475" y="6280150"/>
          <p14:tracePt t="26541" x="5946775" y="6307138"/>
          <p14:tracePt t="26552" x="6286500" y="6334125"/>
          <p14:tracePt t="26563" x="6538913" y="6348413"/>
          <p14:tracePt t="26575" x="6878638" y="6361113"/>
          <p14:tracePt t="26585" x="7191375" y="6361113"/>
          <p14:tracePt t="26597" x="7456488" y="6361113"/>
          <p14:tracePt t="26609" x="7653338" y="6348413"/>
          <p14:tracePt t="26619" x="7783513" y="6348413"/>
          <p14:tracePt t="26631" x="7891463" y="6348413"/>
          <p14:tracePt t="26643" x="7959725" y="6348413"/>
          <p14:tracePt t="26653" x="8034338" y="6334125"/>
          <p14:tracePt t="26665" x="8075613" y="6334125"/>
          <p14:tracePt t="26676" x="8116888" y="6319838"/>
          <p14:tracePt t="26686" x="8143875" y="6319838"/>
          <p14:tracePt t="26698" x="8191500" y="6307138"/>
          <p14:tracePt t="26709" x="8218488" y="6292850"/>
          <p14:tracePt t="26721" x="8245475" y="6265863"/>
          <p14:tracePt t="26732" x="8259763" y="6253163"/>
          <p14:tracePt t="26744" x="8286750" y="6238875"/>
          <p14:tracePt t="26754" x="8301038" y="6224588"/>
          <p14:tracePt t="26766" x="8301038" y="6197600"/>
          <p14:tracePt t="26777" x="8301038" y="6164263"/>
          <p14:tracePt t="26788" x="8313738" y="6137275"/>
          <p14:tracePt t="26800" x="8313738" y="6122988"/>
          <p14:tracePt t="26811" x="8313738" y="6096000"/>
          <p14:tracePt t="26822" x="8313738" y="6081713"/>
          <p14:tracePt t="26833" x="8313738" y="6069013"/>
          <p14:tracePt t="26844" x="8301038" y="6027738"/>
          <p14:tracePt t="26855" x="8272463" y="5994400"/>
          <p14:tracePt t="26867" x="8259763" y="5980113"/>
          <p14:tracePt t="26878" x="8218488" y="5953125"/>
          <p14:tracePt t="26889" x="8177213" y="5926138"/>
          <p14:tracePt t="26901" x="8116888" y="5926138"/>
          <p14:tracePt t="26912" x="8062913" y="5911850"/>
          <p14:tracePt t="26923" x="7994650" y="5911850"/>
          <p14:tracePt t="26934" x="7905750" y="5938838"/>
          <p14:tracePt t="26946" x="7783513" y="5994400"/>
          <p14:tracePt t="26958" x="7653338" y="6081713"/>
          <p14:tracePt t="26968" x="7566025" y="6176963"/>
          <p14:tracePt t="26979" x="7524750" y="6265863"/>
          <p14:tracePt t="26991" x="7524750" y="6307138"/>
          <p14:tracePt t="27002" x="7524750" y="6334125"/>
          <p14:tracePt t="27013" x="7539038" y="6361113"/>
          <p14:tracePt t="27026" x="7566025" y="6375400"/>
          <p14:tracePt t="27036" x="7613650" y="6408738"/>
          <p14:tracePt t="27048" x="7667625" y="6423025"/>
          <p14:tracePt t="27059" x="7708900" y="6423025"/>
          <p14:tracePt t="27069" x="7783513" y="6423025"/>
          <p14:tracePt t="27080" x="7837488" y="6423025"/>
          <p14:tracePt t="27103" x="7878763" y="6423025"/>
          <p14:tracePt t="27106" x="7920038" y="6423025"/>
          <p14:tracePt t="27115" x="7947025" y="6408738"/>
          <p14:tracePt t="27128" x="7980363" y="6396038"/>
          <p14:tracePt t="27138" x="7994650" y="6375400"/>
          <p14:tracePt t="27149" x="8021638" y="6361113"/>
          <p14:tracePt t="28084" x="8048625" y="6361113"/>
          <p14:tracePt t="28095" x="8102600" y="6361113"/>
          <p14:tracePt t="28106" x="8164513" y="6348413"/>
          <p14:tracePt t="28117" x="8286750" y="6334125"/>
          <p14:tracePt t="28127" x="8415338" y="6319838"/>
          <p14:tracePt t="28160" x="8497888" y="6292850"/>
          <p14:tracePt t="28164" x="8626475" y="6253163"/>
          <p14:tracePt t="28172" x="8709025" y="6211888"/>
          <p14:tracePt t="28178" x="8756650" y="6164263"/>
          <p14:tracePt t="28187" x="8810625" y="6110288"/>
          <p14:tracePt t="28197" x="8837613" y="6054725"/>
          <p14:tracePt t="28206" x="8851900" y="6027738"/>
          <p14:tracePt t="28220" x="8864600" y="5967413"/>
          <p14:tracePt t="28229" x="8864600" y="5911850"/>
          <p14:tracePt t="28240" x="8864600" y="5884863"/>
          <p14:tracePt t="28252" x="8864600" y="5843588"/>
          <p14:tracePt t="28262" x="8851900" y="5816600"/>
          <p14:tracePt t="28273" x="8851900" y="5783263"/>
          <p14:tracePt t="28285" x="8824913" y="5768975"/>
          <p14:tracePt t="28296" x="8796338" y="5756275"/>
          <p14:tracePt t="28307" x="8756650" y="5729288"/>
          <p14:tracePt t="28319" x="8694738" y="5715000"/>
          <p14:tracePt t="28329" x="8640763" y="5700713"/>
          <p14:tracePt t="28340" x="8586788" y="5700713"/>
          <p14:tracePt t="28353" x="8524875" y="5700713"/>
          <p14:tracePt t="28363" x="8483600" y="5700713"/>
          <p14:tracePt t="28374" x="8429625" y="5700713"/>
          <p14:tracePt t="28386" x="8375650" y="5715000"/>
          <p14:tracePt t="28397" x="8340725" y="5729288"/>
          <p14:tracePt t="28408" x="8313738" y="5741988"/>
          <p14:tracePt t="28420" x="8286750" y="5768975"/>
          <p14:tracePt t="28430" x="8272463" y="5783263"/>
          <p14:tracePt t="28442" x="8272463" y="5816600"/>
          <p14:tracePt t="28453" x="8259763" y="5857875"/>
          <p14:tracePt t="28464" x="8259763" y="5872163"/>
          <p14:tracePt t="28476" x="8259763" y="5884863"/>
          <p14:tracePt t="28488" x="8259763" y="5899150"/>
          <p14:tracePt t="28498" x="8272463" y="5899150"/>
          <p14:tracePt t="28509" x="8272463" y="5911850"/>
          <p14:tracePt t="29039" x="8286750" y="5911850"/>
          <p14:tracePt t="29049" x="8313738" y="5911850"/>
          <p14:tracePt t="29054" x="8361363" y="5899150"/>
          <p14:tracePt t="29061" x="8402638" y="5899150"/>
          <p14:tracePt t="29072" x="8456613" y="5884863"/>
          <p14:tracePt t="29083" x="8510588" y="5857875"/>
          <p14:tracePt t="29095" x="8558213" y="5843588"/>
          <p14:tracePt t="29106" x="8613775" y="5795963"/>
          <p14:tracePt t="29117" x="8653463" y="5756275"/>
          <p14:tracePt t="29128" x="8682038" y="5715000"/>
          <p14:tracePt t="29139" x="8709025" y="5688013"/>
          <p14:tracePt t="29150" x="8721725" y="5661025"/>
          <p14:tracePt t="29162" x="8736013" y="5634038"/>
          <p14:tracePt t="29173" x="8756650" y="5586413"/>
          <p14:tracePt t="29206" x="8756650" y="5557838"/>
          <p14:tracePt t="29210" x="8769350" y="5518150"/>
          <p14:tracePt t="29219" x="8769350" y="5491163"/>
          <p14:tracePt t="29222" x="8769350" y="5462588"/>
          <p14:tracePt t="29230" x="8769350" y="5435600"/>
          <p14:tracePt t="29244" x="8769350" y="5402263"/>
          <p14:tracePt t="29253" x="8769350" y="5375275"/>
          <p14:tracePt t="29263" x="8769350" y="5360988"/>
          <p14:tracePt t="29276" x="8769350" y="5348288"/>
          <p14:tracePt t="29285" x="8756650" y="5334000"/>
          <p14:tracePt t="29298" x="8756650" y="5319713"/>
          <p14:tracePt t="29309" x="8736013" y="5307013"/>
          <p14:tracePt t="29319" x="8721725" y="5307013"/>
          <p14:tracePt t="29331" x="8709025" y="5292725"/>
          <p14:tracePt t="29342" x="8694738" y="5280025"/>
          <p14:tracePt t="29353" x="8653463" y="5265738"/>
          <p14:tracePt t="29365" x="8613775" y="5253038"/>
          <p14:tracePt t="29376" x="8558213" y="5232400"/>
          <p14:tracePt t="29387" x="8497888" y="5218113"/>
          <p14:tracePt t="29398" x="8456613" y="5218113"/>
          <p14:tracePt t="29410" x="8402638" y="5218113"/>
          <p14:tracePt t="29420" x="8361363" y="5218113"/>
          <p14:tracePt t="29432" x="8313738" y="5218113"/>
          <p14:tracePt t="29443" x="8272463" y="5218113"/>
          <p14:tracePt t="29454" x="8245475" y="5232400"/>
          <p14:tracePt t="29466" x="8218488" y="5232400"/>
          <p14:tracePt t="29477" x="8177213" y="5253038"/>
          <p14:tracePt t="29488" x="8143875" y="5265738"/>
          <p14:tracePt t="29499" x="8116888" y="5292725"/>
          <p14:tracePt t="29511" x="8089900" y="5319713"/>
          <p14:tracePt t="29522" x="8075613" y="5334000"/>
          <p14:tracePt t="29533" x="8048625" y="5375275"/>
          <p14:tracePt t="29545" x="8034338" y="5402263"/>
          <p14:tracePt t="29556" x="8021638" y="5414963"/>
          <p14:tracePt t="29567" x="8021638" y="5435600"/>
          <p14:tracePt t="29578" x="8007350" y="5435600"/>
          <p14:tracePt t="29600" x="8007350" y="5449888"/>
          <p14:tracePt t="30007" x="8021638" y="5491163"/>
          <p14:tracePt t="30017" x="8021638" y="5503863"/>
          <p14:tracePt t="30028" x="8021638" y="5518150"/>
          <p14:tracePt t="30039" x="8034338" y="5557838"/>
          <p14:tracePt t="30051" x="8048625" y="5586413"/>
          <p14:tracePt t="30062" x="8062913" y="5634038"/>
          <p14:tracePt t="30073" x="8075613" y="5661025"/>
          <p14:tracePt t="30085" x="8089900" y="5688013"/>
          <p14:tracePt t="30096" x="8102600" y="5700713"/>
          <p14:tracePt t="30107" x="8102600" y="5729288"/>
          <p14:tracePt t="30118" x="8116888" y="5729288"/>
          <p14:tracePt t="30129" x="8116888" y="5741988"/>
          <p14:tracePt t="30455" x="8102600" y="5741988"/>
          <p14:tracePt t="30467" x="8089900" y="5741988"/>
          <p14:tracePt t="30759" x="8102600" y="5715000"/>
          <p14:tracePt t="30771" x="8102600" y="5700713"/>
          <p14:tracePt t="30782" x="8102600" y="5688013"/>
          <p14:tracePt t="30794" x="8089900" y="5661025"/>
          <p14:tracePt t="30806" x="8062913" y="5613400"/>
          <p14:tracePt t="30816" x="8007350" y="5572125"/>
          <p14:tracePt t="30827" x="7932738" y="5491163"/>
          <p14:tracePt t="30840" x="7837488" y="5402263"/>
          <p14:tracePt t="30852" x="7599363" y="5205413"/>
          <p14:tracePt t="30862" x="7245350" y="4953000"/>
          <p14:tracePt t="30872" x="6777038" y="4625975"/>
          <p14:tracePt t="30884" x="6232525" y="4259263"/>
          <p14:tracePt t="30894" x="5776913" y="3994150"/>
          <p14:tracePt t="30905" x="5102225" y="3598863"/>
          <p14:tracePt t="30918" x="4497388" y="3259138"/>
          <p14:tracePt t="30928" x="3946525" y="2946400"/>
          <p14:tracePt t="30940" x="3497263" y="2681288"/>
          <p14:tracePt t="30952" x="3143250" y="2482850"/>
          <p14:tracePt t="30962" x="2946400" y="2366963"/>
          <p14:tracePt t="30974" x="2735263" y="2259013"/>
          <p14:tracePt t="30986" x="2551113" y="2184400"/>
          <p14:tracePt t="30996" x="2470150" y="2170113"/>
          <p14:tracePt t="31277" x="2497138" y="2170113"/>
          <p14:tracePt t="31299" x="2538413" y="2170113"/>
          <p14:tracePt t="31302" x="2578100" y="2170113"/>
          <p14:tracePt t="31311" x="2619375" y="2184400"/>
          <p14:tracePt t="31323" x="2646363" y="2205038"/>
          <p14:tracePt t="31333" x="2667000" y="2205038"/>
          <p14:tracePt t="31344" x="2681288" y="2205038"/>
          <p14:tracePt t="31367" x="2693988" y="2217738"/>
          <p14:tracePt t="31380" x="2693988" y="2244725"/>
          <p14:tracePt t="31390" x="2693988" y="2271713"/>
          <p14:tracePt t="31400" x="2681288" y="2327275"/>
          <p14:tracePt t="31413" x="2681288" y="2387600"/>
          <p14:tracePt t="31423" x="2667000" y="2428875"/>
          <p14:tracePt t="31434" x="2633663" y="2482850"/>
          <p14:tracePt t="31446" x="2605088" y="2538413"/>
          <p14:tracePt t="31457" x="2578100" y="2598738"/>
          <p14:tracePt t="31468" x="2538413" y="2652713"/>
          <p14:tracePt t="31480" x="2524125" y="2681288"/>
          <p14:tracePt t="31491" x="2482850" y="2735263"/>
          <p14:tracePt t="31502" x="2449513" y="2768600"/>
          <p14:tracePt t="31514" x="2435225" y="2795588"/>
          <p14:tracePt t="31525" x="2408238" y="2809875"/>
          <p14:tracePt t="31535" x="2395538" y="2809875"/>
          <p14:tracePt t="31547" x="2381250" y="2824163"/>
          <p14:tracePt t="31569" x="2366963" y="2836863"/>
          <p14:tracePt t="31580" x="2354263" y="2836863"/>
          <p14:tracePt t="31625" x="2339975" y="2836863"/>
          <p14:tracePt t="31648" x="2327275" y="2851150"/>
          <p14:tracePt t="31659" x="2312988" y="2851150"/>
          <p14:tracePt t="31671" x="2300288" y="2851150"/>
          <p14:tracePt t="31682" x="2286000" y="2863850"/>
          <p14:tracePt t="31694" x="2252663" y="2878138"/>
          <p14:tracePt t="31705" x="2238375" y="2890838"/>
          <p14:tracePt t="31716" x="2224088" y="2890838"/>
          <p14:tracePt t="31727" x="2211388" y="2905125"/>
          <p14:tracePt t="31794" x="2224088" y="2905125"/>
          <p14:tracePt t="31806" x="2238375" y="2905125"/>
          <p14:tracePt t="31817" x="2271713" y="2905125"/>
          <p14:tracePt t="31828" x="2300288" y="2890838"/>
          <p14:tracePt t="31840" x="2354263" y="2890838"/>
          <p14:tracePt t="31850" x="2408238" y="2890838"/>
          <p14:tracePt t="31862" x="2509838" y="2905125"/>
          <p14:tracePt t="31874" x="2619375" y="2905125"/>
          <p14:tracePt t="31884" x="2747963" y="2905125"/>
          <p14:tracePt t="31896" x="2890838" y="2905125"/>
          <p14:tracePt t="31907" x="2986088" y="2919413"/>
          <p14:tracePt t="31918" x="3128963" y="2932113"/>
          <p14:tracePt t="31930" x="3259138" y="2932113"/>
          <p14:tracePt t="31941" x="3381375" y="2932113"/>
          <p14:tracePt t="31952" x="3497263" y="2932113"/>
          <p14:tracePt t="31964" x="3605213" y="2932113"/>
          <p14:tracePt t="31975" x="3681413" y="2946400"/>
          <p14:tracePt t="31985" x="3762375" y="2946400"/>
          <p14:tracePt t="31998" x="3851275" y="2946400"/>
          <p14:tracePt t="32009" x="3919538" y="2946400"/>
          <p14:tracePt t="32019" x="3973513" y="2946400"/>
          <p14:tracePt t="32031" x="4014788" y="2946400"/>
          <p14:tracePt t="32042" x="4075113" y="2932113"/>
          <p14:tracePt t="32053" x="4116388" y="2932113"/>
          <p14:tracePt t="32065" x="4157663" y="2932113"/>
          <p14:tracePt t="32076" x="4184650" y="2932113"/>
          <p14:tracePt t="32087" x="4232275" y="2946400"/>
          <p14:tracePt t="32098" x="4271963" y="2946400"/>
          <p14:tracePt t="32110" x="4327525" y="2946400"/>
          <p14:tracePt t="32121" x="4381500" y="2946400"/>
          <p14:tracePt t="32132" x="4456113" y="2946400"/>
          <p14:tracePt t="32143" x="4538663" y="2967038"/>
          <p14:tracePt t="32156" x="4592638" y="2967038"/>
          <p14:tracePt t="32165" x="4708525" y="2967038"/>
          <p14:tracePt t="32177" x="4824413" y="2967038"/>
          <p14:tracePt t="32189" x="4946650" y="2979738"/>
          <p14:tracePt t="32200" x="5075238" y="2979738"/>
          <p14:tracePt t="32211" x="5218113" y="2994025"/>
          <p14:tracePt t="32223" x="5300663" y="2994025"/>
          <p14:tracePt t="32233" x="5395913" y="2994025"/>
          <p14:tracePt t="32244" x="5497513" y="2994025"/>
          <p14:tracePt t="32256" x="5565775" y="2994025"/>
          <p14:tracePt t="32267" x="5640388" y="2994025"/>
          <p14:tracePt t="32279" x="5681663" y="2994025"/>
          <p14:tracePt t="32290" x="5721350" y="2994025"/>
          <p14:tracePt t="32300" x="5748338" y="2994025"/>
          <p14:tracePt t="32312" x="5789613" y="2994025"/>
          <p14:tracePt t="32324" x="5824538" y="2994025"/>
          <p14:tracePt t="32346" x="5864225" y="2994025"/>
          <p14:tracePt t="32349" x="5891213" y="2994025"/>
          <p14:tracePt t="32357" x="5905500" y="2994025"/>
          <p14:tracePt t="32370" x="5932488" y="2994025"/>
          <p14:tracePt t="32381" x="5959475" y="2994025"/>
          <p14:tracePt t="32391" x="5986463" y="2994025"/>
          <p14:tracePt t="32402" x="6007100" y="2994025"/>
          <p14:tracePt t="32414" x="6034088" y="2994025"/>
          <p14:tracePt t="32425" x="6048375" y="2994025"/>
          <p14:tracePt t="32435" x="6062663" y="2979738"/>
          <p14:tracePt t="32447" x="6075363" y="2979738"/>
          <p14:tracePt t="32469" x="6075363" y="2967038"/>
          <p14:tracePt t="32491" x="6075363" y="2946400"/>
          <p14:tracePt t="32503" x="6075363" y="2932113"/>
          <p14:tracePt t="32514" x="6075363" y="2905125"/>
          <p14:tracePt t="32527" x="6075363" y="2878138"/>
          <p14:tracePt t="32538" x="6075363" y="2836863"/>
          <p14:tracePt t="32548" x="6075363" y="2795588"/>
          <p14:tracePt t="32560" x="6075363" y="2747963"/>
          <p14:tracePt t="32572" x="6075363" y="2693988"/>
          <p14:tracePt t="32582" x="6075363" y="2652713"/>
          <p14:tracePt t="32593" x="6075363" y="2613025"/>
          <p14:tracePt t="32606" x="6089650" y="2565400"/>
          <p14:tracePt t="32615" x="6089650" y="2538413"/>
          <p14:tracePt t="32627" x="6089650" y="2509838"/>
          <p14:tracePt t="32640" x="6089650" y="2482850"/>
          <p14:tracePt t="32649" x="6089650" y="2470150"/>
          <p14:tracePt t="32661" x="6075363" y="2470150"/>
          <p14:tracePt t="32673" x="6075363" y="2455863"/>
          <p14:tracePt t="32739" x="6048375" y="2455863"/>
          <p14:tracePt t="32751" x="5959475" y="2455863"/>
          <p14:tracePt t="32762" x="5824538" y="2455863"/>
          <p14:tracePt t="32773" x="5667375" y="2470150"/>
          <p14:tracePt t="32784" x="5395913" y="2482850"/>
          <p14:tracePt t="32795" x="5116513" y="2497138"/>
          <p14:tracePt t="32807" x="4803775" y="2497138"/>
          <p14:tracePt t="32818" x="4524375" y="2497138"/>
          <p14:tracePt t="32829" x="4286250" y="2497138"/>
          <p14:tracePt t="32841" x="4116388" y="2482850"/>
          <p14:tracePt t="32852" x="3919538" y="2470150"/>
          <p14:tracePt t="32864" x="3735388" y="2443163"/>
          <p14:tracePt t="32875" x="3578225" y="2428875"/>
          <p14:tracePt t="32886" x="3422650" y="2428875"/>
          <p14:tracePt t="32897" x="3340100" y="2414588"/>
          <p14:tracePt t="32909" x="3211513" y="2414588"/>
          <p14:tracePt t="32919" x="3074988" y="2401888"/>
          <p14:tracePt t="32931" x="2959100" y="2401888"/>
          <p14:tracePt t="32942" x="2830513" y="2387600"/>
          <p14:tracePt t="32953" x="2747963" y="2387600"/>
          <p14:tracePt t="32964" x="2633663" y="2366963"/>
          <p14:tracePt t="32976" x="2509838" y="2354263"/>
          <p14:tracePt t="32987" x="2408238" y="2327275"/>
          <p14:tracePt t="32998" x="2327275" y="2312988"/>
          <p14:tracePt t="33010" x="2252663" y="2312988"/>
          <p14:tracePt t="33022" x="2211388" y="2300288"/>
          <p14:tracePt t="33032" x="2170113" y="2300288"/>
          <p14:tracePt t="33043" x="2143125" y="2300288"/>
          <p14:tracePt t="33056" x="2116138" y="2300288"/>
          <p14:tracePt t="33065" x="2101850" y="2300288"/>
          <p14:tracePt t="33077" x="2074863" y="2300288"/>
          <p14:tracePt t="33089" x="2054225" y="2300288"/>
          <p14:tracePt t="33110" x="2041525" y="2300288"/>
          <p14:tracePt t="33200" x="2041525" y="2312988"/>
          <p14:tracePt t="33212" x="2041525" y="2339975"/>
          <p14:tracePt t="33223" x="2041525" y="2387600"/>
          <p14:tracePt t="33234" x="2041525" y="2455863"/>
          <p14:tracePt t="33246" x="2027238" y="2524125"/>
          <p14:tracePt t="33257" x="2027238" y="2613025"/>
          <p14:tracePt t="33268" x="2027238" y="2667000"/>
          <p14:tracePt t="33279" x="2027238" y="2747963"/>
          <p14:tracePt t="33290" x="2014538" y="2809875"/>
          <p14:tracePt t="33302" x="2014538" y="2851150"/>
          <p14:tracePt t="33313" x="2014538" y="2878138"/>
          <p14:tracePt t="33324" x="2014538" y="2905125"/>
          <p14:tracePt t="33336" x="2014538" y="2919413"/>
          <p14:tracePt t="33347" x="2014538" y="2932113"/>
          <p14:tracePt t="33426" x="2027238" y="2932113"/>
          <p14:tracePt t="33437" x="2041525" y="2932113"/>
          <p14:tracePt t="33448" x="2054225" y="2932113"/>
          <p14:tracePt t="33460" x="2101850" y="2932113"/>
          <p14:tracePt t="33471" x="2128838" y="2932113"/>
          <p14:tracePt t="33482" x="2184400" y="2946400"/>
          <p14:tracePt t="33493" x="2252663" y="2946400"/>
          <p14:tracePt t="33504" x="2339975" y="2967038"/>
          <p14:tracePt t="33516" x="2408238" y="2967038"/>
          <p14:tracePt t="33528" x="2524125" y="2979738"/>
          <p14:tracePt t="33538" x="2667000" y="2979738"/>
          <p14:tracePt t="33549" x="2816225" y="2994025"/>
          <p14:tracePt t="33561" x="2973388" y="2994025"/>
          <p14:tracePt t="33572" x="3089275" y="2994025"/>
          <p14:tracePt t="33583" x="3224213" y="2994025"/>
          <p14:tracePt t="33595" x="3354388" y="2994025"/>
          <p14:tracePt t="33606" x="3470275" y="2994025"/>
          <p14:tracePt t="33617" x="3565525" y="2994025"/>
          <p14:tracePt t="33629" x="3652838" y="2994025"/>
          <p14:tracePt t="33639" x="3708400" y="2994025"/>
          <p14:tracePt t="33652" x="3803650" y="2979738"/>
          <p14:tracePt t="33663" x="3890963" y="2979738"/>
          <p14:tracePt t="33673" x="3986213" y="2967038"/>
          <p14:tracePt t="33685" x="4089400" y="2967038"/>
          <p14:tracePt t="33696" x="4157663" y="2967038"/>
          <p14:tracePt t="33707" x="4244975" y="2967038"/>
          <p14:tracePt t="33718" x="4340225" y="2979738"/>
          <p14:tracePt t="33730" x="4408488" y="2979738"/>
          <p14:tracePt t="33741" x="4497388" y="2979738"/>
          <p14:tracePt t="33753" x="4551363" y="2994025"/>
          <p14:tracePt t="33764" x="4625975" y="2994025"/>
          <p14:tracePt t="33774" x="4681538" y="2994025"/>
          <p14:tracePt t="33786" x="4735513" y="2994025"/>
          <p14:tracePt t="33797" x="4803775" y="2994025"/>
          <p14:tracePt t="33808" x="4878388" y="2994025"/>
          <p14:tracePt t="33819" x="4932363" y="2994025"/>
          <p14:tracePt t="33831" x="4986338" y="2994025"/>
          <p14:tracePt t="33842" x="5062538" y="3006725"/>
          <p14:tracePt t="33854" x="5116513" y="3021013"/>
          <p14:tracePt t="33865" x="5184775" y="3021013"/>
          <p14:tracePt t="33876" x="5218113" y="3033713"/>
          <p14:tracePt t="33888" x="5272088" y="3033713"/>
          <p14:tracePt t="33899" x="5327650" y="3048000"/>
          <p14:tracePt t="33909" x="5367338" y="3048000"/>
          <p14:tracePt t="33921" x="5443538" y="3062288"/>
          <p14:tracePt t="33933" x="5497513" y="3074988"/>
          <p14:tracePt t="33943" x="5538788" y="3074988"/>
          <p14:tracePt t="33954" x="5578475" y="3074988"/>
          <p14:tracePt t="33965" x="5613400" y="3074988"/>
          <p14:tracePt t="33977" x="5653088" y="3074988"/>
          <p14:tracePt t="33988" x="5694363" y="3074988"/>
          <p14:tracePt t="34000" x="5708650" y="3074988"/>
          <p14:tracePt t="34012" x="5735638" y="3074988"/>
          <p14:tracePt t="34022" x="5748338" y="3074988"/>
          <p14:tracePt t="34033" x="5762625" y="3074988"/>
          <p14:tracePt t="34046" x="5776913" y="3074988"/>
          <p14:tracePt t="34066" x="5789613" y="3074988"/>
          <p14:tracePt t="34089" x="5810250" y="3074988"/>
          <p14:tracePt t="34101" x="5824538" y="3074988"/>
          <p14:tracePt t="34112" x="5851525" y="3074988"/>
          <p14:tracePt t="34123" x="5864225" y="3074988"/>
          <p14:tracePt t="34135" x="5891213" y="3074988"/>
          <p14:tracePt t="34146" x="5905500" y="3074988"/>
          <p14:tracePt t="34157" x="5932488" y="3074988"/>
          <p14:tracePt t="34168" x="5959475" y="3074988"/>
          <p14:tracePt t="34180" x="5973763" y="3062288"/>
          <p14:tracePt t="34191" x="5986463" y="3062288"/>
          <p14:tracePt t="34213" x="6007100" y="3048000"/>
          <p14:tracePt t="34224" x="6021388" y="3048000"/>
          <p14:tracePt t="34236" x="6021388" y="3033713"/>
          <p14:tracePt t="34247" x="6034088" y="3021013"/>
          <p14:tracePt t="34258" x="6048375" y="2994025"/>
          <p14:tracePt t="34270" x="6062663" y="2967038"/>
          <p14:tracePt t="34280" x="6075363" y="2932113"/>
          <p14:tracePt t="34293" x="6089650" y="2905125"/>
          <p14:tracePt t="34304" x="6102350" y="2878138"/>
          <p14:tracePt t="34314" x="6116638" y="2836863"/>
          <p14:tracePt t="34326" x="6129338" y="2795588"/>
          <p14:tracePt t="34338" x="6143625" y="2747963"/>
          <p14:tracePt t="34349" x="6157913" y="2708275"/>
          <p14:tracePt t="34360" x="6157913" y="2681288"/>
          <p14:tracePt t="34371" x="6170613" y="2652713"/>
          <p14:tracePt t="34382" x="6170613" y="2625725"/>
          <p14:tracePt t="34393" x="6170613" y="2598738"/>
          <p14:tracePt t="34405" x="6184900" y="2565400"/>
          <p14:tracePt t="34416" x="6184900" y="2551113"/>
          <p14:tracePt t="34449" x="6184900" y="2524125"/>
          <p14:tracePt t="34463" x="6184900" y="2509838"/>
          <p14:tracePt t="34472" x="6184900" y="2497138"/>
          <p14:tracePt t="34495" x="6184900" y="2482850"/>
          <p14:tracePt t="34539" x="6184900" y="2470150"/>
          <p14:tracePt t="34606" x="6170613" y="2470150"/>
          <p14:tracePt t="34629" x="6143625" y="2470150"/>
          <p14:tracePt t="34641" x="6102350" y="2470150"/>
          <p14:tracePt t="34653" x="6034088" y="2470150"/>
          <p14:tracePt t="34664" x="5919788" y="2470150"/>
          <p14:tracePt t="34674" x="5837238" y="2470150"/>
          <p14:tracePt t="34687" x="5708650" y="2470150"/>
          <p14:tracePt t="34698" x="5613400" y="2470150"/>
          <p14:tracePt t="34708" x="5510213" y="2470150"/>
          <p14:tracePt t="34720" x="5429250" y="2455863"/>
          <p14:tracePt t="34731" x="5340350" y="2443163"/>
          <p14:tracePt t="34742" x="5300663" y="2443163"/>
          <p14:tracePt t="34754" x="5232400" y="2428875"/>
          <p14:tracePt t="34765" x="5170488" y="2414588"/>
          <p14:tracePt t="34776" x="5089525" y="2401888"/>
          <p14:tracePt t="34788" x="5021263" y="2387600"/>
          <p14:tracePt t="34798" x="4959350" y="2366963"/>
          <p14:tracePt t="34810" x="4891088" y="2354263"/>
          <p14:tracePt t="34821" x="4803775" y="2354263"/>
          <p14:tracePt t="34832" x="4748213" y="2339975"/>
          <p14:tracePt t="34843" x="4694238" y="2339975"/>
          <p14:tracePt t="34855" x="4640263" y="2327275"/>
          <p14:tracePt t="34866" x="4592638" y="2327275"/>
          <p14:tracePt t="34878" x="4538663" y="2312988"/>
          <p14:tracePt t="34889" x="4497388" y="2312988"/>
          <p14:tracePt t="34900" x="4443413" y="2312988"/>
          <p14:tracePt t="34911" x="4395788" y="2312988"/>
          <p14:tracePt t="34922" x="4367213" y="2312988"/>
          <p14:tracePt t="34933" x="4327525" y="2312988"/>
          <p14:tracePt t="34945" x="4286250" y="2312988"/>
          <p14:tracePt t="34955" x="4244975" y="2312988"/>
          <p14:tracePt t="34967" x="4184650" y="2312988"/>
          <p14:tracePt t="34979" x="4143375" y="2312988"/>
          <p14:tracePt t="34989" x="4075113" y="2312988"/>
          <p14:tracePt t="35001" x="4014788" y="2312988"/>
          <p14:tracePt t="35013" x="3946525" y="2312988"/>
          <p14:tracePt t="35023" x="3878263" y="2312988"/>
          <p14:tracePt t="35035" x="3803650" y="2312988"/>
          <p14:tracePt t="35046" x="3748088" y="2312988"/>
          <p14:tracePt t="35057" x="3667125" y="2312988"/>
          <p14:tracePt t="35068" x="3592513" y="2300288"/>
          <p14:tracePt t="35080" x="3524250" y="2300288"/>
          <p14:tracePt t="35091" x="3455988" y="2300288"/>
          <p14:tracePt t="35102" x="3395663" y="2300288"/>
          <p14:tracePt t="35114" x="3340100" y="2300288"/>
          <p14:tracePt t="35124" x="3300413" y="2300288"/>
          <p14:tracePt t="35136" x="3271838" y="2300288"/>
          <p14:tracePt t="35147" x="3238500" y="2300288"/>
          <p14:tracePt t="35158" x="3224213" y="2300288"/>
          <p14:tracePt t="35203" x="3211513" y="2300288"/>
          <p14:tracePt t="35225" x="3197225" y="2300288"/>
          <p14:tracePt t="35237" x="3184525" y="2300288"/>
          <p14:tracePt t="35248" x="3143250" y="2300288"/>
          <p14:tracePt t="35259" x="3101975" y="2300288"/>
          <p14:tracePt t="35271" x="3027363" y="2300288"/>
          <p14:tracePt t="35282" x="2959100" y="2300288"/>
          <p14:tracePt t="35293" x="2919413" y="2312988"/>
          <p14:tracePt t="35305" x="2843213" y="2312988"/>
          <p14:tracePt t="35317" x="2762250" y="2312988"/>
          <p14:tracePt t="35328" x="2693988" y="2312988"/>
          <p14:tracePt t="35338" x="2633663" y="2312988"/>
          <p14:tracePt t="35350" x="2605088" y="2312988"/>
          <p14:tracePt t="35362" x="2565400" y="2312988"/>
          <p14:tracePt t="35372" x="2551113" y="2312988"/>
          <p14:tracePt t="35383" x="2538413" y="2312988"/>
          <p14:tracePt t="35395" x="2524125" y="2312988"/>
          <p14:tracePt t="35405" x="2509838" y="2312988"/>
          <p14:tracePt t="35417" x="2497138" y="2312988"/>
          <p14:tracePt t="35429" x="2482850" y="2312988"/>
          <p14:tracePt t="35439" x="2470150" y="2312988"/>
          <p14:tracePt t="35451" x="2449513" y="2312988"/>
          <p14:tracePt t="35463" x="2435225" y="2312988"/>
          <p14:tracePt t="35497" x="2422525" y="2312988"/>
          <p14:tracePt t="35507" x="2408238" y="2312988"/>
          <p14:tracePt t="35508" x="2395538" y="2312988"/>
          <p14:tracePt t="35519" x="2366963" y="2312988"/>
          <p14:tracePt t="35530" x="2354263" y="2312988"/>
          <p14:tracePt t="35541" x="2327275" y="2327275"/>
          <p14:tracePt t="35553" x="2312988" y="2327275"/>
          <p14:tracePt t="35563" x="2300288" y="2339975"/>
          <p14:tracePt t="35574" x="2286000" y="2354263"/>
          <p14:tracePt t="35587" x="2271713" y="2387600"/>
          <p14:tracePt t="35598" x="2252663" y="2414588"/>
          <p14:tracePt t="35608" x="2238375" y="2443163"/>
          <p14:tracePt t="35621" x="2238375" y="2497138"/>
          <p14:tracePt t="35631" x="2238375" y="2586038"/>
          <p14:tracePt t="35642" x="2238375" y="2652713"/>
          <p14:tracePt t="35654" x="2238375" y="2693988"/>
          <p14:tracePt t="35665" x="2238375" y="2735263"/>
          <p14:tracePt t="35676" x="2238375" y="2768600"/>
          <p14:tracePt t="35687" x="2238375" y="2782888"/>
          <p14:tracePt t="35698" x="2238375" y="2795588"/>
          <p14:tracePt t="35709" x="2238375" y="2809875"/>
          <p14:tracePt t="35732" x="2238375" y="2824163"/>
          <p14:tracePt t="35911" x="2252663" y="2824163"/>
          <p14:tracePt t="35923" x="2271713" y="2824163"/>
          <p14:tracePt t="35935" x="2286000" y="2836863"/>
          <p14:tracePt t="35947" x="2312988" y="2836863"/>
          <p14:tracePt t="35957" x="2327275" y="2851150"/>
          <p14:tracePt t="35970" x="2366963" y="2851150"/>
          <p14:tracePt t="35980" x="2422525" y="2863850"/>
          <p14:tracePt t="35991" x="2482850" y="2878138"/>
          <p14:tracePt t="36003" x="2565400" y="2890838"/>
          <p14:tracePt t="36013" x="2681288" y="2905125"/>
          <p14:tracePt t="36026" x="2776538" y="2919413"/>
          <p14:tracePt t="36037" x="2905125" y="2932113"/>
          <p14:tracePt t="36048" x="3027363" y="2946400"/>
          <p14:tracePt t="36060" x="3157538" y="2967038"/>
          <p14:tracePt t="36070" x="3259138" y="2979738"/>
          <p14:tracePt t="36082" x="3327400" y="2994025"/>
          <p14:tracePt t="36094" x="3395663" y="2994025"/>
          <p14:tracePt t="36104" x="3482975" y="3006725"/>
          <p14:tracePt t="36116" x="3524250" y="3006725"/>
          <p14:tracePt t="36127" x="3565525" y="3021013"/>
          <p14:tracePt t="36137" x="3605213" y="3021013"/>
          <p14:tracePt t="36149" x="3619500" y="3021013"/>
          <p14:tracePt t="36160" x="3652838" y="3021013"/>
          <p14:tracePt t="36171" x="3667125" y="3021013"/>
          <p14:tracePt t="36193" x="3681413" y="3021013"/>
          <p14:tracePt t="36226" x="3694113" y="3021013"/>
          <p14:tracePt t="36260" x="3708400" y="3021013"/>
          <p14:tracePt t="36283" x="3721100" y="3021013"/>
          <p14:tracePt t="36305" x="3735388" y="3033713"/>
          <p14:tracePt t="36395" x="3748088" y="3033713"/>
          <p14:tracePt t="36406" x="3762375" y="3033713"/>
          <p14:tracePt t="36419" x="3789363" y="3021013"/>
          <p14:tracePt t="36429" x="3816350" y="3021013"/>
          <p14:tracePt t="36441" x="3851275" y="3021013"/>
          <p14:tracePt t="36453" x="3890963" y="3021013"/>
          <p14:tracePt t="36465" x="3932238" y="3021013"/>
          <p14:tracePt t="36474" x="3986213" y="3021013"/>
          <p14:tracePt t="36485" x="4062413" y="3021013"/>
          <p14:tracePt t="36497" x="4116388" y="3033713"/>
          <p14:tracePt t="36509" x="4170363" y="3033713"/>
          <p14:tracePt t="36519" x="4244975" y="3033713"/>
          <p14:tracePt t="36542" x="4313238" y="3033713"/>
          <p14:tracePt t="36545" x="4395788" y="3033713"/>
          <p14:tracePt t="36555" x="4483100" y="3033713"/>
          <p14:tracePt t="36566" x="4565650" y="3033713"/>
          <p14:tracePt t="36577" x="4652963" y="3048000"/>
          <p14:tracePt t="36589" x="4748213" y="3048000"/>
          <p14:tracePt t="36599" x="4837113" y="3048000"/>
          <p14:tracePt t="36611" x="4919663" y="3048000"/>
          <p14:tracePt t="36622" x="4986338" y="3048000"/>
          <p14:tracePt t="36632" x="5033963" y="3048000"/>
          <p14:tracePt t="36644" x="5089525" y="3048000"/>
          <p14:tracePt t="36655" x="5116513" y="3048000"/>
          <p14:tracePt t="36665" x="5129213" y="3048000"/>
          <p14:tracePt t="36677" x="5143500" y="3048000"/>
          <p14:tracePt t="36689" x="5157788" y="3048000"/>
          <p14:tracePt t="36699" x="5170488" y="3048000"/>
          <p14:tracePt t="36721" x="5184775" y="3048000"/>
          <p14:tracePt t="36733" x="5197475" y="3048000"/>
          <p14:tracePt t="36755" x="5170488" y="3033713"/>
          <p14:tracePt t="37128" x="5184775" y="3033713"/>
          <p14:tracePt t="37149" x="5184775" y="3048000"/>
          <p14:tracePt t="37162" x="5197475" y="3048000"/>
          <p14:tracePt t="37183" x="5218113" y="3048000"/>
          <p14:tracePt t="37194" x="5232400" y="3048000"/>
          <p14:tracePt t="37207" x="5245100" y="3048000"/>
          <p14:tracePt t="37217" x="5259388" y="3048000"/>
          <p14:tracePt t="37250" x="5272088" y="3048000"/>
          <p14:tracePt t="37273" x="5286375" y="3048000"/>
          <p14:tracePt t="37295" x="5300663" y="3048000"/>
          <p14:tracePt t="37307" x="5313363" y="3048000"/>
          <p14:tracePt t="37330" x="5327650" y="3048000"/>
          <p14:tracePt t="37341" x="5340350" y="3048000"/>
          <p14:tracePt t="37385" x="5354638" y="30480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8046-1495-85C9-FD77-DBB6DEAD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Public Key Cryptography vs Private Key Cryptography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AE6198C-CA66-9D9D-0252-28B229B145F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88575614"/>
                  </p:ext>
                </p:extLst>
              </p:nvPr>
            </p:nvGraphicFramePr>
            <p:xfrm>
              <a:off x="838200" y="883920"/>
              <a:ext cx="10515597" cy="597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1441">
                      <a:extLst>
                        <a:ext uri="{9D8B030D-6E8A-4147-A177-3AD203B41FA5}">
                          <a16:colId xmlns:a16="http://schemas.microsoft.com/office/drawing/2014/main" val="2894855303"/>
                        </a:ext>
                      </a:extLst>
                    </a:gridCol>
                    <a:gridCol w="3827078">
                      <a:extLst>
                        <a:ext uri="{9D8B030D-6E8A-4147-A177-3AD203B41FA5}">
                          <a16:colId xmlns:a16="http://schemas.microsoft.com/office/drawing/2014/main" val="643480217"/>
                        </a:ext>
                      </a:extLst>
                    </a:gridCol>
                    <a:gridCol w="3827078">
                      <a:extLst>
                        <a:ext uri="{9D8B030D-6E8A-4147-A177-3AD203B41FA5}">
                          <a16:colId xmlns:a16="http://schemas.microsoft.com/office/drawing/2014/main" val="2846542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Aspect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Private Key Cryptography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Public Key Cryptography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774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Keys used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Same secret key for encryption and decryption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Public key for encryption or verification, private key for decryption or signing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7284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Key 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Secret key must be shared securely in advance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Public key can be openly distributed; private key is kept secret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3951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Main challenge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Secure key exchange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Trust in public key authenticity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55476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Usually much faster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Usually slower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196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Typical use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Bulk data encryption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Key exchange, digital signatures, authentication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529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Scalability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Harder to manage for many users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Easier to scale in large networks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2367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Number of keys for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 users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About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shared keys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Each user keeps one public/private key pair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9670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Confidentiality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Both parties must know the same secret key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Anyone can encrypt with the public key, only the private key holder can decrypt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1842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Authentication 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Usually needs MAC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Supports digital signatures directly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3976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AES, 3-DES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RSA, </a:t>
                          </a:r>
                          <a:r>
                            <a:rPr lang="en-US" dirty="0" err="1"/>
                            <a:t>ElGamal</a:t>
                          </a:r>
                          <a:r>
                            <a:rPr lang="en-US" dirty="0"/>
                            <a:t>, ECC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523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AE6198C-CA66-9D9D-0252-28B229B145F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88575614"/>
                  </p:ext>
                </p:extLst>
              </p:nvPr>
            </p:nvGraphicFramePr>
            <p:xfrm>
              <a:off x="838200" y="883920"/>
              <a:ext cx="10515597" cy="597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1441">
                      <a:extLst>
                        <a:ext uri="{9D8B030D-6E8A-4147-A177-3AD203B41FA5}">
                          <a16:colId xmlns:a16="http://schemas.microsoft.com/office/drawing/2014/main" val="2894855303"/>
                        </a:ext>
                      </a:extLst>
                    </a:gridCol>
                    <a:gridCol w="3827078">
                      <a:extLst>
                        <a:ext uri="{9D8B030D-6E8A-4147-A177-3AD203B41FA5}">
                          <a16:colId xmlns:a16="http://schemas.microsoft.com/office/drawing/2014/main" val="643480217"/>
                        </a:ext>
                      </a:extLst>
                    </a:gridCol>
                    <a:gridCol w="3827078">
                      <a:extLst>
                        <a:ext uri="{9D8B030D-6E8A-4147-A177-3AD203B41FA5}">
                          <a16:colId xmlns:a16="http://schemas.microsoft.com/office/drawing/2014/main" val="2846542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Aspect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Private Key Cryptography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Public Key Cryptography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77424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Keys used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Same secret key for encryption and decryption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Public key for encryption or verification, private key for decryption or signing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72840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Key 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Secret key must be shared securely in advance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Public key can be openly distributed; private key is kept secret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3951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Main challenge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Secure key exchange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Trust in public key authenticity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55476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Usually much faster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Usually slower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19685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Typical use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Bulk data encryption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Key exchange, digital signatures, authentication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529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Scalability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Harder to manage for many users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Easier to scale in large networks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23674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44" t="-584000" r="-269333" b="-2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834" t="-584000" r="-100662" b="-27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Each user keeps one public/private key pair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967097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Confidentiality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Both parties must know the same secret key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Anyone can encrypt with the public key, only the private key holder can decrypt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18426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Authentication 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Usually needs MAC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Supports digital signatures directly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3976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AES, 3-DES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RSA, </a:t>
                          </a:r>
                          <a:r>
                            <a:rPr lang="en-US" dirty="0" err="1"/>
                            <a:t>ElGamal</a:t>
                          </a:r>
                          <a:r>
                            <a:rPr lang="en-US" dirty="0"/>
                            <a:t>, ECC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523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283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64BF-3663-2028-680F-490BA590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Public Key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04329-F24C-F503-BC18-2897DD27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1. Secure key exchange</a:t>
            </a:r>
            <a:endParaRPr lang="en-US" sz="2400" dirty="0"/>
          </a:p>
          <a:p>
            <a:r>
              <a:rPr lang="en-US" sz="2400" dirty="0"/>
              <a:t>Used to establish a shared secret over an insecure channel</a:t>
            </a:r>
          </a:p>
          <a:p>
            <a:r>
              <a:rPr lang="en-US" sz="2400" dirty="0"/>
              <a:t>Then symmetric encryption is used for actual data transmission</a:t>
            </a:r>
          </a:p>
          <a:p>
            <a:pPr marL="0" indent="0">
              <a:buNone/>
            </a:pPr>
            <a:r>
              <a:rPr lang="en-US" sz="2400" b="1" dirty="0"/>
              <a:t>2. Encryption for confidentiality</a:t>
            </a:r>
            <a:endParaRPr lang="en-US" sz="2400" dirty="0"/>
          </a:p>
          <a:p>
            <a:r>
              <a:rPr lang="en-US" sz="2400" dirty="0"/>
              <a:t>Anyone can encrypt using the recipient’s public key</a:t>
            </a:r>
          </a:p>
          <a:p>
            <a:r>
              <a:rPr lang="en-US" sz="2400" dirty="0"/>
              <a:t>Only the recipient can decrypt using the private key</a:t>
            </a:r>
          </a:p>
          <a:p>
            <a:pPr marL="0" indent="0">
              <a:buNone/>
            </a:pPr>
            <a:r>
              <a:rPr lang="en-US" sz="2400" b="1" dirty="0"/>
              <a:t>3. Digital signatures</a:t>
            </a:r>
            <a:endParaRPr lang="en-US" sz="2400" dirty="0"/>
          </a:p>
          <a:p>
            <a:r>
              <a:rPr lang="en-US" sz="2400" dirty="0"/>
              <a:t>Sender signs with private key</a:t>
            </a:r>
          </a:p>
          <a:p>
            <a:r>
              <a:rPr lang="en-US" sz="2400" dirty="0"/>
              <a:t>Others verify with public key</a:t>
            </a:r>
          </a:p>
          <a:p>
            <a:r>
              <a:rPr lang="en-US" sz="2400" dirty="0"/>
              <a:t>Provides authenticity and integrity</a:t>
            </a:r>
          </a:p>
          <a:p>
            <a:pPr marL="0" indent="0">
              <a:buNone/>
            </a:pPr>
            <a:r>
              <a:rPr lang="en-US" sz="2400" b="1" dirty="0"/>
              <a:t>4. Authentication</a:t>
            </a:r>
            <a:endParaRPr lang="en-US" sz="2400" dirty="0"/>
          </a:p>
          <a:p>
            <a:r>
              <a:rPr lang="en-US" sz="2400" dirty="0"/>
              <a:t>Confirms the identity of a user, server, or device</a:t>
            </a:r>
          </a:p>
          <a:p>
            <a:r>
              <a:rPr lang="en-US" sz="2400" dirty="0"/>
              <a:t>Common in certificates and login protocols</a:t>
            </a:r>
          </a:p>
          <a:p>
            <a:pPr marL="0" indent="0">
              <a:buNone/>
            </a:pPr>
            <a:r>
              <a:rPr lang="en-US" sz="2400" b="1" dirty="0"/>
              <a:t>5. Public key infrastructure (PKI)</a:t>
            </a:r>
            <a:endParaRPr lang="en-US" sz="2400" dirty="0"/>
          </a:p>
          <a:p>
            <a:r>
              <a:rPr lang="en-US" sz="2400" dirty="0"/>
              <a:t>Supports digital certificates</a:t>
            </a:r>
          </a:p>
          <a:p>
            <a:r>
              <a:rPr lang="en-US" sz="2400" dirty="0"/>
              <a:t>Binds public keys to identities</a:t>
            </a:r>
          </a:p>
          <a:p>
            <a:pPr marL="0" indent="0">
              <a:buNone/>
            </a:pPr>
            <a:r>
              <a:rPr lang="en-US" sz="2400" b="1" dirty="0"/>
              <a:t>6. Secure Internet communication</a:t>
            </a:r>
            <a:endParaRPr lang="en-US" sz="2400" dirty="0"/>
          </a:p>
          <a:p>
            <a:r>
              <a:rPr lang="en-US" sz="2400" dirty="0"/>
              <a:t>Used in TLS/HTTPS, email security, VPNs, and software signing</a:t>
            </a:r>
          </a:p>
        </p:txBody>
      </p:sp>
    </p:spTree>
    <p:extLst>
      <p:ext uri="{BB962C8B-B14F-4D97-AF65-F5344CB8AC3E}">
        <p14:creationId xmlns:p14="http://schemas.microsoft.com/office/powerpoint/2010/main" val="212471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8E9E-3E88-62EB-208E-FB0BBA0F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One-Way Trapdoor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373C-26CC-7CEB-6511-E70F968A4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one-way trapdoor function is a function that is:</a:t>
            </a:r>
          </a:p>
          <a:p>
            <a:pPr lvl="1"/>
            <a:r>
              <a:rPr lang="en-US" b="1" dirty="0"/>
              <a:t>easy to compute</a:t>
            </a:r>
            <a:r>
              <a:rPr lang="en-US" dirty="0"/>
              <a:t> in the forward direction</a:t>
            </a:r>
          </a:p>
          <a:p>
            <a:pPr lvl="1"/>
            <a:r>
              <a:rPr lang="en-US" b="1" dirty="0"/>
              <a:t>hard to invert</a:t>
            </a:r>
            <a:r>
              <a:rPr lang="en-US" dirty="0"/>
              <a:t> without special information</a:t>
            </a:r>
          </a:p>
          <a:p>
            <a:pPr lvl="1"/>
            <a:r>
              <a:rPr lang="en-US" b="1" dirty="0"/>
              <a:t>easy to invert</a:t>
            </a:r>
            <a:r>
              <a:rPr lang="en-US" dirty="0"/>
              <a:t> if the trapdoor information is known</a:t>
            </a:r>
          </a:p>
          <a:p>
            <a:r>
              <a:rPr lang="en-US" b="1" dirty="0">
                <a:solidFill>
                  <a:srgbClr val="FF0000"/>
                </a:solidFill>
              </a:rPr>
              <a:t>It is the core idea behind public key cryptography.</a:t>
            </a:r>
          </a:p>
          <a:p>
            <a:pPr lvl="1"/>
            <a:r>
              <a:rPr lang="en-US" dirty="0"/>
              <a:t>Public key defines the forward computation</a:t>
            </a:r>
          </a:p>
          <a:p>
            <a:pPr lvl="1"/>
            <a:r>
              <a:rPr lang="en-US" dirty="0"/>
              <a:t>Private key is the trapdoor</a:t>
            </a:r>
          </a:p>
          <a:p>
            <a:pPr lvl="1"/>
            <a:r>
              <a:rPr lang="en-US" dirty="0"/>
              <a:t>Anyone can apply the function</a:t>
            </a:r>
          </a:p>
          <a:p>
            <a:pPr lvl="1"/>
            <a:r>
              <a:rPr lang="en-US" dirty="0"/>
              <a:t>Only the private key holder can efficiently reverse it</a:t>
            </a:r>
          </a:p>
          <a:p>
            <a:r>
              <a:rPr lang="en-US" dirty="0"/>
              <a:t>A trap-door one-way function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with k is the key, such that</a:t>
            </a:r>
          </a:p>
          <a:p>
            <a:pPr lvl="1"/>
            <a:r>
              <a:rPr lang="en-US" dirty="0"/>
              <a:t>Y = </a:t>
            </a:r>
            <a:r>
              <a:rPr lang="en-US" dirty="0" err="1"/>
              <a:t>f</a:t>
            </a:r>
            <a:r>
              <a:rPr lang="en-US" sz="2880" baseline="-25000" dirty="0" err="1">
                <a:cs typeface="ＭＳ Ｐゴシック" pitchFamily="-84" charset="-128"/>
              </a:rPr>
              <a:t>k</a:t>
            </a:r>
            <a:r>
              <a:rPr lang="en-US" dirty="0"/>
              <a:t>(X) easy, if k and X are known</a:t>
            </a:r>
          </a:p>
          <a:p>
            <a:pPr lvl="1"/>
            <a:r>
              <a:rPr lang="en-US" dirty="0"/>
              <a:t>X = </a:t>
            </a:r>
            <a:r>
              <a:rPr lang="en-US" dirty="0" err="1"/>
              <a:t>f</a:t>
            </a:r>
            <a:r>
              <a:rPr lang="en-US" sz="2880" baseline="-25000" dirty="0" err="1">
                <a:cs typeface="ＭＳ Ｐゴシック" pitchFamily="-84" charset="-128"/>
              </a:rPr>
              <a:t>k</a:t>
            </a:r>
            <a:r>
              <a:rPr lang="en-US" baseline="30000" dirty="0"/>
              <a:t>–1</a:t>
            </a:r>
            <a:r>
              <a:rPr lang="en-US" dirty="0"/>
              <a:t>(Y) easy, if k and Y are known</a:t>
            </a:r>
          </a:p>
          <a:p>
            <a:pPr lvl="1"/>
            <a:r>
              <a:rPr lang="en-US" dirty="0"/>
              <a:t>X = </a:t>
            </a:r>
            <a:r>
              <a:rPr lang="en-US" dirty="0" err="1"/>
              <a:t>f</a:t>
            </a:r>
            <a:r>
              <a:rPr lang="en-US" sz="2880" baseline="-25000" dirty="0" err="1">
                <a:cs typeface="ＭＳ Ｐゴシック" pitchFamily="-84" charset="-128"/>
              </a:rPr>
              <a:t>k</a:t>
            </a:r>
            <a:r>
              <a:rPr lang="en-US" sz="2560" baseline="30000" dirty="0"/>
              <a:t>–1</a:t>
            </a:r>
            <a:r>
              <a:rPr lang="en-US" dirty="0"/>
              <a:t>(Y) infeasible, if Y known but k not known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06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47E8-A1A3-4CC5-A296-F23689F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876C-5180-4584-A132-D81599E1A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cs typeface="Arial" panose="020B0604020202020204" pitchFamily="34" charset="0"/>
              </a:rPr>
              <a:t>The </a:t>
            </a:r>
            <a:r>
              <a:rPr lang="en-GB" altLang="en-US" b="1" dirty="0">
                <a:solidFill>
                  <a:schemeClr val="accent1"/>
                </a:solidFill>
                <a:cs typeface="Arial" panose="020B0604020202020204" pitchFamily="34" charset="0"/>
              </a:rPr>
              <a:t>RSA</a:t>
            </a:r>
            <a:r>
              <a:rPr lang="en-GB" altLang="en-US" b="1" dirty="0">
                <a:cs typeface="Arial" panose="020B0604020202020204" pitchFamily="34" charset="0"/>
              </a:rPr>
              <a:t> </a:t>
            </a:r>
            <a:r>
              <a:rPr lang="en-GB" altLang="en-US" dirty="0">
                <a:cs typeface="Arial" panose="020B0604020202020204" pitchFamily="34" charset="0"/>
              </a:rPr>
              <a:t>public key encryption algorithm was the first practical implementation of public key encryption.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cs typeface="Arial" panose="020B0604020202020204" pitchFamily="34" charset="0"/>
              </a:rPr>
              <a:t>It remains the most used public key encryption algorithm today. </a:t>
            </a:r>
          </a:p>
          <a:p>
            <a:pPr>
              <a:spcBef>
                <a:spcPct val="50000"/>
              </a:spcBef>
            </a:pPr>
            <a:endParaRPr lang="en-GB" altLang="en-US" dirty="0"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GB" alt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71C52-5FCD-40E2-9207-5572CEF4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9</a:t>
            </a:fld>
            <a:endParaRPr lang="en-US"/>
          </a:p>
        </p:txBody>
      </p:sp>
      <p:grpSp>
        <p:nvGrpSpPr>
          <p:cNvPr id="8" name="Group 7" descr="Detailed information of an email with security protocol.&#10;">
            <a:extLst>
              <a:ext uri="{FF2B5EF4-FFF2-40B4-BE49-F238E27FC236}">
                <a16:creationId xmlns:a16="http://schemas.microsoft.com/office/drawing/2014/main" id="{4551AFC4-C0D2-4678-864C-F182D1F99279}"/>
              </a:ext>
            </a:extLst>
          </p:cNvPr>
          <p:cNvGrpSpPr/>
          <p:nvPr/>
        </p:nvGrpSpPr>
        <p:grpSpPr>
          <a:xfrm>
            <a:off x="3695929" y="3371244"/>
            <a:ext cx="4861102" cy="2419954"/>
            <a:chOff x="3695929" y="3371244"/>
            <a:chExt cx="4861102" cy="2419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DC5128E-D914-47AC-B5BA-78FB465A156B}"/>
                </a:ext>
              </a:extLst>
            </p:cNvPr>
            <p:cNvGrpSpPr/>
            <p:nvPr/>
          </p:nvGrpSpPr>
          <p:grpSpPr>
            <a:xfrm>
              <a:off x="3695929" y="3610097"/>
              <a:ext cx="4861102" cy="2181101"/>
              <a:chOff x="3686283" y="3105600"/>
              <a:chExt cx="4861102" cy="218110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7463787-149D-4A94-A8F7-9465876369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77190"/>
              <a:stretch/>
            </p:blipFill>
            <p:spPr>
              <a:xfrm>
                <a:off x="3686283" y="3105600"/>
                <a:ext cx="1074903" cy="2181101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3658EDC-F2FB-4F11-A144-06E5C4E532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Blur radius="6"/>
                        </a14:imgEffect>
                      </a14:imgLayer>
                    </a14:imgProps>
                  </a:ext>
                </a:extLst>
              </a:blip>
              <a:srcRect l="21879" b="44333"/>
              <a:stretch/>
            </p:blipFill>
            <p:spPr>
              <a:xfrm>
                <a:off x="4865917" y="3105601"/>
                <a:ext cx="3681468" cy="1214152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1DB6FC4-510F-4FA5-900C-ABE834DF21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1413" t="54969" r="464"/>
              <a:stretch/>
            </p:blipFill>
            <p:spPr>
              <a:xfrm>
                <a:off x="4865917" y="4304525"/>
                <a:ext cx="3681468" cy="982176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90FEB3-270E-47BC-A002-93CF62615B02}"/>
                </a:ext>
              </a:extLst>
            </p:cNvPr>
            <p:cNvSpPr txBox="1"/>
            <p:nvPr/>
          </p:nvSpPr>
          <p:spPr>
            <a:xfrm>
              <a:off x="4511871" y="3371244"/>
              <a:ext cx="322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Detailed information of an email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6FAC88-11E2-4104-99D3-49BEB8757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1697" y="5370786"/>
            <a:ext cx="3405351" cy="27326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B73F225-C337-404D-B21D-1838D962F986}"/>
              </a:ext>
            </a:extLst>
          </p:cNvPr>
          <p:cNvSpPr/>
          <p:nvPr/>
        </p:nvSpPr>
        <p:spPr>
          <a:xfrm>
            <a:off x="8450317" y="4428282"/>
            <a:ext cx="2375338" cy="1082566"/>
          </a:xfrm>
          <a:prstGeom prst="wedgeEllipseCallout">
            <a:avLst>
              <a:gd name="adj1" fmla="val -58238"/>
              <a:gd name="adj2" fmla="val 498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RSA is used in the TLS protocol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275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618"/>
    </mc:Choice>
    <mc:Fallback xmlns="">
      <p:transition spd="slow" advTm="726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47E8-A1A3-4CC5-A296-F23689F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876C-5180-4584-A132-D81599E1A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GB" altLang="en-US" sz="2400" dirty="0">
                <a:cs typeface="Arial" panose="020B0604020202020204" pitchFamily="34" charset="0"/>
              </a:rPr>
              <a:t>It is named after the three researchers </a:t>
            </a:r>
            <a:r>
              <a:rPr lang="en-GB" altLang="en-US" sz="2400" u="sng" dirty="0">
                <a:cs typeface="Arial" panose="020B0604020202020204" pitchFamily="34" charset="0"/>
              </a:rPr>
              <a:t>Ron </a:t>
            </a:r>
            <a:r>
              <a:rPr lang="en-GB" altLang="en-US" sz="2000" b="1" u="sng" dirty="0">
                <a:solidFill>
                  <a:schemeClr val="accent1"/>
                </a:solidFill>
                <a:cs typeface="Arial" panose="020B0604020202020204" pitchFamily="34" charset="0"/>
              </a:rPr>
              <a:t>R</a:t>
            </a:r>
            <a:r>
              <a:rPr lang="en-GB" altLang="en-US" sz="2400" u="sng" dirty="0">
                <a:cs typeface="Arial" panose="020B0604020202020204" pitchFamily="34" charset="0"/>
              </a:rPr>
              <a:t>ivest</a:t>
            </a:r>
            <a:r>
              <a:rPr lang="en-GB" altLang="en-US" sz="2400" dirty="0">
                <a:cs typeface="Arial" panose="020B0604020202020204" pitchFamily="34" charset="0"/>
              </a:rPr>
              <a:t>, </a:t>
            </a:r>
            <a:r>
              <a:rPr lang="en-GB" altLang="en-US" sz="2400" u="sng" dirty="0">
                <a:cs typeface="Arial" panose="020B0604020202020204" pitchFamily="34" charset="0"/>
              </a:rPr>
              <a:t>Adi </a:t>
            </a:r>
            <a:r>
              <a:rPr lang="en-GB" altLang="en-US" sz="2000" b="1" u="sng" dirty="0">
                <a:solidFill>
                  <a:schemeClr val="accent1"/>
                </a:solidFill>
                <a:cs typeface="Arial" panose="020B0604020202020204" pitchFamily="34" charset="0"/>
              </a:rPr>
              <a:t>S</a:t>
            </a:r>
            <a:r>
              <a:rPr lang="en-GB" altLang="en-US" sz="2400" u="sng" dirty="0">
                <a:cs typeface="Arial" panose="020B0604020202020204" pitchFamily="34" charset="0"/>
              </a:rPr>
              <a:t>hamir </a:t>
            </a:r>
            <a:r>
              <a:rPr lang="en-GB" altLang="en-US" sz="2400" dirty="0">
                <a:cs typeface="Arial" panose="020B0604020202020204" pitchFamily="34" charset="0"/>
              </a:rPr>
              <a:t>and </a:t>
            </a:r>
            <a:r>
              <a:rPr lang="en-GB" altLang="en-US" sz="2400" u="sng" dirty="0">
                <a:cs typeface="Arial" panose="020B0604020202020204" pitchFamily="34" charset="0"/>
              </a:rPr>
              <a:t>Leonard </a:t>
            </a:r>
            <a:r>
              <a:rPr lang="en-GB" altLang="en-US" sz="2000" b="1" u="sng" dirty="0">
                <a:solidFill>
                  <a:schemeClr val="accent1"/>
                </a:solidFill>
                <a:cs typeface="Arial" panose="020B0604020202020204" pitchFamily="34" charset="0"/>
              </a:rPr>
              <a:t>A</a:t>
            </a:r>
            <a:r>
              <a:rPr lang="en-GB" altLang="en-US" sz="2400" u="sng" dirty="0">
                <a:cs typeface="Arial" panose="020B0604020202020204" pitchFamily="34" charset="0"/>
              </a:rPr>
              <a:t>dleman </a:t>
            </a:r>
            <a:r>
              <a:rPr lang="en-GB" altLang="en-US" sz="2400" dirty="0">
                <a:cs typeface="Arial" panose="020B0604020202020204" pitchFamily="34" charset="0"/>
              </a:rPr>
              <a:t>in 1977 at MIT.</a:t>
            </a:r>
          </a:p>
          <a:p>
            <a:r>
              <a:rPr lang="en-AU" sz="2400" dirty="0"/>
              <a:t>Is a cipher in which the plaintext and ciphertext are integers between 0 and </a:t>
            </a:r>
            <a:r>
              <a:rPr lang="en-AU" sz="2400" i="1" dirty="0"/>
              <a:t>n – </a:t>
            </a:r>
            <a:r>
              <a:rPr lang="en-AU" sz="2400" dirty="0"/>
              <a:t>1 for some </a:t>
            </a:r>
            <a:r>
              <a:rPr lang="en-AU" sz="2400" i="1" dirty="0"/>
              <a:t>n</a:t>
            </a:r>
          </a:p>
          <a:p>
            <a:pPr lvl="1"/>
            <a:r>
              <a:rPr lang="en-AU" sz="2400" dirty="0"/>
              <a:t>A typical size for </a:t>
            </a:r>
            <a:r>
              <a:rPr lang="en-AU" sz="2400" i="1" dirty="0"/>
              <a:t>n </a:t>
            </a:r>
            <a:r>
              <a:rPr lang="en-AU" sz="2400" dirty="0"/>
              <a:t>is 1024 bits, or 309 decimal digits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endParaRPr lang="en-GB" altLang="en-US" sz="2400" dirty="0"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GB" altLang="en-US" sz="2400" dirty="0"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GB" altLang="en-US" sz="24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71C52-5FCD-40E2-9207-5572CEF4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10</a:t>
            </a:fld>
            <a:endParaRPr lang="en-US"/>
          </a:p>
        </p:txBody>
      </p:sp>
      <p:pic>
        <p:nvPicPr>
          <p:cNvPr id="4098" name="Picture 2" descr="Professor portrait - Ron Rivest.">
            <a:extLst>
              <a:ext uri="{FF2B5EF4-FFF2-40B4-BE49-F238E27FC236}">
                <a16:creationId xmlns:a16="http://schemas.microsoft.com/office/drawing/2014/main" id="{12940539-6ABD-4F63-B6A3-78EF06895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155" y="4149080"/>
            <a:ext cx="210312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di Shamir, 2004 IACR Fellow">
            <a:extLst>
              <a:ext uri="{FF2B5EF4-FFF2-40B4-BE49-F238E27FC236}">
                <a16:creationId xmlns:a16="http://schemas.microsoft.com/office/drawing/2014/main" id="{CC958940-52C3-4B80-842D-82A1A0077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4149080"/>
            <a:ext cx="210312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eonard Adleman - Wikipedia">
            <a:extLst>
              <a:ext uri="{FF2B5EF4-FFF2-40B4-BE49-F238E27FC236}">
                <a16:creationId xmlns:a16="http://schemas.microsoft.com/office/drawing/2014/main" id="{CB96D19A-A4C5-4BDC-9C8D-B1D38DFF1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8"/>
          <a:stretch/>
        </p:blipFill>
        <p:spPr bwMode="auto">
          <a:xfrm>
            <a:off x="8630677" y="4149080"/>
            <a:ext cx="152269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719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09"/>
    </mc:Choice>
    <mc:Fallback xmlns="">
      <p:transition spd="slow" advTm="403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B482-2E55-47E7-A5A7-6D610F15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RSA Steps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1ABCDBF-16AE-4CFC-A3C8-A79F76B8A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39022" y="3244054"/>
            <a:ext cx="1952085" cy="1301065"/>
            <a:chOff x="1096963" y="2944066"/>
            <a:chExt cx="3143249" cy="209497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1DAC32A-650C-491E-B9ED-B52E5D45BE64}"/>
                </a:ext>
              </a:extLst>
            </p:cNvPr>
            <p:cNvSpPr/>
            <p:nvPr/>
          </p:nvSpPr>
          <p:spPr>
            <a:xfrm>
              <a:off x="1096963" y="2944066"/>
              <a:ext cx="2828924" cy="1796367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84B8D96-ADB1-47DA-A33D-C0ED1AB56587}"/>
                </a:ext>
              </a:extLst>
            </p:cNvPr>
            <p:cNvSpPr/>
            <p:nvPr/>
          </p:nvSpPr>
          <p:spPr>
            <a:xfrm>
              <a:off x="1411288" y="3242675"/>
              <a:ext cx="2828924" cy="1796367"/>
            </a:xfrm>
            <a:custGeom>
              <a:avLst/>
              <a:gdLst>
                <a:gd name="connsiteX0" fmla="*/ 0 w 2828924"/>
                <a:gd name="connsiteY0" fmla="*/ 179637 h 1796367"/>
                <a:gd name="connsiteX1" fmla="*/ 179637 w 2828924"/>
                <a:gd name="connsiteY1" fmla="*/ 0 h 1796367"/>
                <a:gd name="connsiteX2" fmla="*/ 2649287 w 2828924"/>
                <a:gd name="connsiteY2" fmla="*/ 0 h 1796367"/>
                <a:gd name="connsiteX3" fmla="*/ 2828924 w 2828924"/>
                <a:gd name="connsiteY3" fmla="*/ 179637 h 1796367"/>
                <a:gd name="connsiteX4" fmla="*/ 2828924 w 2828924"/>
                <a:gd name="connsiteY4" fmla="*/ 1616730 h 1796367"/>
                <a:gd name="connsiteX5" fmla="*/ 2649287 w 2828924"/>
                <a:gd name="connsiteY5" fmla="*/ 1796367 h 1796367"/>
                <a:gd name="connsiteX6" fmla="*/ 179637 w 2828924"/>
                <a:gd name="connsiteY6" fmla="*/ 1796367 h 1796367"/>
                <a:gd name="connsiteX7" fmla="*/ 0 w 2828924"/>
                <a:gd name="connsiteY7" fmla="*/ 1616730 h 1796367"/>
                <a:gd name="connsiteX8" fmla="*/ 0 w 2828924"/>
                <a:gd name="connsiteY8" fmla="*/ 179637 h 1796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8924" h="1796367">
                  <a:moveTo>
                    <a:pt x="0" y="179637"/>
                  </a:moveTo>
                  <a:cubicBezTo>
                    <a:pt x="0" y="80426"/>
                    <a:pt x="80426" y="0"/>
                    <a:pt x="179637" y="0"/>
                  </a:cubicBezTo>
                  <a:lnTo>
                    <a:pt x="2649287" y="0"/>
                  </a:lnTo>
                  <a:cubicBezTo>
                    <a:pt x="2748498" y="0"/>
                    <a:pt x="2828924" y="80426"/>
                    <a:pt x="2828924" y="179637"/>
                  </a:cubicBezTo>
                  <a:lnTo>
                    <a:pt x="2828924" y="1616730"/>
                  </a:lnTo>
                  <a:cubicBezTo>
                    <a:pt x="2828924" y="1715941"/>
                    <a:pt x="2748498" y="1796367"/>
                    <a:pt x="2649287" y="1796367"/>
                  </a:cubicBezTo>
                  <a:lnTo>
                    <a:pt x="179637" y="1796367"/>
                  </a:lnTo>
                  <a:cubicBezTo>
                    <a:pt x="80426" y="1796367"/>
                    <a:pt x="0" y="1715941"/>
                    <a:pt x="0" y="1616730"/>
                  </a:cubicBezTo>
                  <a:lnTo>
                    <a:pt x="0" y="179637"/>
                  </a:lnTo>
                  <a:close/>
                </a:path>
              </a:pathLst>
            </a:cu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2634" tIns="212634" rIns="212634" bIns="21263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Key generation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F4DF35-F948-46EE-AE93-DFAA81F71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28358" y="3228533"/>
            <a:ext cx="1998660" cy="1332107"/>
            <a:chOff x="4554537" y="2944066"/>
            <a:chExt cx="3143249" cy="209497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0FAFC3D-7AD1-4AA7-B9FD-A5354C01D6E3}"/>
                </a:ext>
              </a:extLst>
            </p:cNvPr>
            <p:cNvSpPr/>
            <p:nvPr/>
          </p:nvSpPr>
          <p:spPr>
            <a:xfrm>
              <a:off x="4554537" y="2944066"/>
              <a:ext cx="2828924" cy="179636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3C3E08-A386-4CF4-BD1F-E262B8FA6371}"/>
                </a:ext>
              </a:extLst>
            </p:cNvPr>
            <p:cNvSpPr/>
            <p:nvPr/>
          </p:nvSpPr>
          <p:spPr>
            <a:xfrm>
              <a:off x="4868862" y="3242675"/>
              <a:ext cx="2828924" cy="1796367"/>
            </a:xfrm>
            <a:custGeom>
              <a:avLst/>
              <a:gdLst>
                <a:gd name="connsiteX0" fmla="*/ 0 w 2828924"/>
                <a:gd name="connsiteY0" fmla="*/ 179637 h 1796367"/>
                <a:gd name="connsiteX1" fmla="*/ 179637 w 2828924"/>
                <a:gd name="connsiteY1" fmla="*/ 0 h 1796367"/>
                <a:gd name="connsiteX2" fmla="*/ 2649287 w 2828924"/>
                <a:gd name="connsiteY2" fmla="*/ 0 h 1796367"/>
                <a:gd name="connsiteX3" fmla="*/ 2828924 w 2828924"/>
                <a:gd name="connsiteY3" fmla="*/ 179637 h 1796367"/>
                <a:gd name="connsiteX4" fmla="*/ 2828924 w 2828924"/>
                <a:gd name="connsiteY4" fmla="*/ 1616730 h 1796367"/>
                <a:gd name="connsiteX5" fmla="*/ 2649287 w 2828924"/>
                <a:gd name="connsiteY5" fmla="*/ 1796367 h 1796367"/>
                <a:gd name="connsiteX6" fmla="*/ 179637 w 2828924"/>
                <a:gd name="connsiteY6" fmla="*/ 1796367 h 1796367"/>
                <a:gd name="connsiteX7" fmla="*/ 0 w 2828924"/>
                <a:gd name="connsiteY7" fmla="*/ 1616730 h 1796367"/>
                <a:gd name="connsiteX8" fmla="*/ 0 w 2828924"/>
                <a:gd name="connsiteY8" fmla="*/ 179637 h 1796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8924" h="1796367">
                  <a:moveTo>
                    <a:pt x="0" y="179637"/>
                  </a:moveTo>
                  <a:cubicBezTo>
                    <a:pt x="0" y="80426"/>
                    <a:pt x="80426" y="0"/>
                    <a:pt x="179637" y="0"/>
                  </a:cubicBezTo>
                  <a:lnTo>
                    <a:pt x="2649287" y="0"/>
                  </a:lnTo>
                  <a:cubicBezTo>
                    <a:pt x="2748498" y="0"/>
                    <a:pt x="2828924" y="80426"/>
                    <a:pt x="2828924" y="179637"/>
                  </a:cubicBezTo>
                  <a:lnTo>
                    <a:pt x="2828924" y="1616730"/>
                  </a:lnTo>
                  <a:cubicBezTo>
                    <a:pt x="2828924" y="1715941"/>
                    <a:pt x="2748498" y="1796367"/>
                    <a:pt x="2649287" y="1796367"/>
                  </a:cubicBezTo>
                  <a:lnTo>
                    <a:pt x="179637" y="1796367"/>
                  </a:lnTo>
                  <a:cubicBezTo>
                    <a:pt x="80426" y="1796367"/>
                    <a:pt x="0" y="1715941"/>
                    <a:pt x="0" y="1616730"/>
                  </a:cubicBezTo>
                  <a:lnTo>
                    <a:pt x="0" y="17963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2634" tIns="212634" rIns="212634" bIns="21263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Encryption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2E4F19A-0322-40C3-896F-863722DD9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64269" y="3228533"/>
            <a:ext cx="1998660" cy="1332107"/>
            <a:chOff x="8012112" y="2944066"/>
            <a:chExt cx="3143250" cy="209497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22335CC-D2F4-4E8B-8E90-7A4C6A5FDEE3}"/>
                </a:ext>
              </a:extLst>
            </p:cNvPr>
            <p:cNvSpPr/>
            <p:nvPr/>
          </p:nvSpPr>
          <p:spPr>
            <a:xfrm>
              <a:off x="8012112" y="2944066"/>
              <a:ext cx="2828924" cy="1796367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FFE8E78-51BB-414F-9687-589E651AF092}"/>
                </a:ext>
              </a:extLst>
            </p:cNvPr>
            <p:cNvSpPr/>
            <p:nvPr/>
          </p:nvSpPr>
          <p:spPr>
            <a:xfrm>
              <a:off x="8326438" y="3242675"/>
              <a:ext cx="2828924" cy="1796367"/>
            </a:xfrm>
            <a:custGeom>
              <a:avLst/>
              <a:gdLst>
                <a:gd name="connsiteX0" fmla="*/ 0 w 2828924"/>
                <a:gd name="connsiteY0" fmla="*/ 179637 h 1796367"/>
                <a:gd name="connsiteX1" fmla="*/ 179637 w 2828924"/>
                <a:gd name="connsiteY1" fmla="*/ 0 h 1796367"/>
                <a:gd name="connsiteX2" fmla="*/ 2649287 w 2828924"/>
                <a:gd name="connsiteY2" fmla="*/ 0 h 1796367"/>
                <a:gd name="connsiteX3" fmla="*/ 2828924 w 2828924"/>
                <a:gd name="connsiteY3" fmla="*/ 179637 h 1796367"/>
                <a:gd name="connsiteX4" fmla="*/ 2828924 w 2828924"/>
                <a:gd name="connsiteY4" fmla="*/ 1616730 h 1796367"/>
                <a:gd name="connsiteX5" fmla="*/ 2649287 w 2828924"/>
                <a:gd name="connsiteY5" fmla="*/ 1796367 h 1796367"/>
                <a:gd name="connsiteX6" fmla="*/ 179637 w 2828924"/>
                <a:gd name="connsiteY6" fmla="*/ 1796367 h 1796367"/>
                <a:gd name="connsiteX7" fmla="*/ 0 w 2828924"/>
                <a:gd name="connsiteY7" fmla="*/ 1616730 h 1796367"/>
                <a:gd name="connsiteX8" fmla="*/ 0 w 2828924"/>
                <a:gd name="connsiteY8" fmla="*/ 179637 h 1796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8924" h="1796367">
                  <a:moveTo>
                    <a:pt x="0" y="179637"/>
                  </a:moveTo>
                  <a:cubicBezTo>
                    <a:pt x="0" y="80426"/>
                    <a:pt x="80426" y="0"/>
                    <a:pt x="179637" y="0"/>
                  </a:cubicBezTo>
                  <a:lnTo>
                    <a:pt x="2649287" y="0"/>
                  </a:lnTo>
                  <a:cubicBezTo>
                    <a:pt x="2748498" y="0"/>
                    <a:pt x="2828924" y="80426"/>
                    <a:pt x="2828924" y="179637"/>
                  </a:cubicBezTo>
                  <a:lnTo>
                    <a:pt x="2828924" y="1616730"/>
                  </a:lnTo>
                  <a:cubicBezTo>
                    <a:pt x="2828924" y="1715941"/>
                    <a:pt x="2748498" y="1796367"/>
                    <a:pt x="2649287" y="1796367"/>
                  </a:cubicBezTo>
                  <a:lnTo>
                    <a:pt x="179637" y="1796367"/>
                  </a:lnTo>
                  <a:cubicBezTo>
                    <a:pt x="80426" y="1796367"/>
                    <a:pt x="0" y="1715941"/>
                    <a:pt x="0" y="1616730"/>
                  </a:cubicBezTo>
                  <a:lnTo>
                    <a:pt x="0" y="179637"/>
                  </a:lnTo>
                  <a:close/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2634" tIns="212634" rIns="212634" bIns="212634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Decryption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A383F1-B9A1-4E13-8359-6B1C5CC4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969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48"/>
    </mc:Choice>
    <mc:Fallback xmlns="">
      <p:transition spd="slow" advTm="156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D214-F97D-4017-AD28-D591B149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Generation (page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D1CAB-E2F9-473A-859F-24502737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12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FA98F4-5749-4679-B986-F740F46E4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3352" y="2151761"/>
            <a:ext cx="6425556" cy="3263767"/>
            <a:chOff x="221779" y="2054467"/>
            <a:chExt cx="5996203" cy="326376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BF9DA7-14B3-45CB-8832-9B5BCDD2938F}"/>
                </a:ext>
              </a:extLst>
            </p:cNvPr>
            <p:cNvSpPr/>
            <p:nvPr/>
          </p:nvSpPr>
          <p:spPr>
            <a:xfrm>
              <a:off x="221779" y="2054467"/>
              <a:ext cx="5764174" cy="3263767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427D3F-6075-4709-BB63-68BEF8FF2563}"/>
                    </a:ext>
                  </a:extLst>
                </p:cNvPr>
                <p:cNvSpPr txBox="1"/>
                <p:nvPr/>
              </p:nvSpPr>
              <p:spPr>
                <a:xfrm>
                  <a:off x="245065" y="2054468"/>
                  <a:ext cx="5972917" cy="3142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Key Generation</a:t>
                  </a:r>
                  <a:br>
                    <a:rPr lang="en-US" b="1" dirty="0"/>
                  </a:br>
                  <a:r>
                    <a:rPr lang="en-US" b="1" dirty="0"/>
                    <a:t>Output</a:t>
                  </a:r>
                  <a:r>
                    <a:rPr lang="en-US" dirty="0"/>
                    <a:t>: public key: </a:t>
                  </a:r>
                  <a:r>
                    <a:rPr lang="en-US" i="1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pub</a:t>
                  </a:r>
                  <a:r>
                    <a:rPr lang="en-US" i="1" dirty="0"/>
                    <a:t> </a:t>
                  </a:r>
                  <a:r>
                    <a:rPr lang="en-US" dirty="0"/>
                    <a:t>= (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dirty="0"/>
                    <a:t>,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dirty="0"/>
                    <a:t>) and private key: </a:t>
                  </a:r>
                  <a:r>
                    <a:rPr lang="en-US" i="1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pr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br>
                    <a:rPr lang="en-US" dirty="0"/>
                  </a:br>
                  <a:r>
                    <a:rPr lang="en-US" dirty="0"/>
                    <a:t>1. Choose two large primes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</a:t>
                  </a:r>
                  <a:r>
                    <a:rPr lang="en-US" dirty="0"/>
                    <a:t>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2. Compute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 err="1"/>
                    <a:t>·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3. Compute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= 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/>
                    <a:t>−1)(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−1).</a:t>
                  </a:r>
                  <a:br>
                    <a:rPr lang="en-US" dirty="0"/>
                  </a:br>
                  <a:r>
                    <a:rPr lang="en-US" dirty="0"/>
                    <a:t>4. Select the public exponent 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i="1" dirty="0"/>
                    <a:t> </a:t>
                  </a:r>
                  <a:r>
                    <a:rPr lang="en-US" dirty="0"/>
                    <a:t>∈ {1,2,...,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−1} such that </a:t>
                  </a:r>
                  <a:r>
                    <a:rPr lang="en-US" dirty="0" err="1"/>
                    <a:t>gcd</a:t>
                  </a:r>
                  <a:r>
                    <a:rPr lang="en-US" dirty="0"/>
                    <a:t>(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dirty="0"/>
                    <a:t>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) = 1. </a:t>
                  </a:r>
                </a:p>
                <a:p>
                  <a:r>
                    <a:rPr lang="en-US" dirty="0"/>
                    <a:t>5. Compute the private key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i="1" dirty="0"/>
                    <a:t> </a:t>
                  </a:r>
                  <a:r>
                    <a:rPr lang="en-US" dirty="0"/>
                    <a:t>such that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dirty="0"/>
                    <a:t>·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i="1" dirty="0"/>
                    <a:t> </a:t>
                  </a:r>
                  <a:r>
                    <a:rPr lang="en-US" dirty="0"/>
                    <a:t>≡ 1 mod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</a:t>
                  </a:r>
                </a:p>
                <a:p>
                  <a:endParaRPr lang="en-US" dirty="0"/>
                </a:p>
                <a:p>
                  <a:r>
                    <a:rPr lang="en-US" b="1" dirty="0"/>
                    <a:t>Remark: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512</m:t>
                          </m:r>
                        </m:sup>
                      </m:sSup>
                    </m:oMath>
                  </a14:m>
                  <a:r>
                    <a:rPr lang="en-US" dirty="0"/>
                    <a:t> and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1024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427D3F-6075-4709-BB63-68BEF8FF25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65" y="2054468"/>
                  <a:ext cx="5972917" cy="3142399"/>
                </a:xfrm>
                <a:prstGeom prst="rect">
                  <a:avLst/>
                </a:prstGeom>
                <a:blipFill>
                  <a:blip r:embed="rId5"/>
                  <a:stretch>
                    <a:fillRect l="-792" t="-806" b="-24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B11727-02B9-40B0-BEC6-651CB5E86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1002" y="4101336"/>
            <a:ext cx="1898405" cy="33778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1B44ED-E267-4FF9-BF37-F3A74769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715" y="3841954"/>
            <a:ext cx="1556860" cy="25938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D9F01-A99B-4EB2-8283-9995797A4B47}"/>
              </a:ext>
            </a:extLst>
          </p:cNvPr>
          <p:cNvSpPr/>
          <p:nvPr/>
        </p:nvSpPr>
        <p:spPr>
          <a:xfrm>
            <a:off x="7180023" y="2074587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1.choose </a:t>
            </a:r>
            <a:r>
              <a:rPr lang="en-US" i="1" dirty="0">
                <a:solidFill>
                  <a:srgbClr val="FF0000"/>
                </a:solidFill>
                <a:latin typeface="Times" pitchFamily="2" charset="0"/>
              </a:rPr>
              <a:t>p</a:t>
            </a:r>
            <a:r>
              <a:rPr lang="en-US" i="1" dirty="0">
                <a:latin typeface="Times" pitchFamily="2" charset="0"/>
              </a:rPr>
              <a:t> = 11</a:t>
            </a:r>
            <a:r>
              <a:rPr lang="zh-CN" altLang="en-US" i="1" dirty="0">
                <a:latin typeface="Times" pitchFamily="2" charset="0"/>
              </a:rPr>
              <a:t> </a:t>
            </a:r>
            <a:r>
              <a:rPr lang="en-US" dirty="0">
                <a:latin typeface="Times" pitchFamily="2" charset="0"/>
              </a:rPr>
              <a:t>and</a:t>
            </a:r>
            <a:r>
              <a:rPr lang="zh-CN" altLang="en-US" dirty="0">
                <a:latin typeface="Times" pitchFamily="2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" pitchFamily="2" charset="0"/>
              </a:rPr>
              <a:t>q</a:t>
            </a:r>
            <a:r>
              <a:rPr lang="en-US" i="1" dirty="0">
                <a:latin typeface="Times" pitchFamily="2" charset="0"/>
              </a:rPr>
              <a:t> = 17</a:t>
            </a:r>
            <a:r>
              <a:rPr lang="zh-CN" altLang="en-US" i="1" dirty="0">
                <a:latin typeface="Times" pitchFamily="2" charset="0"/>
              </a:rPr>
              <a:t> </a:t>
            </a:r>
            <a:br>
              <a:rPr lang="en-US" dirty="0">
                <a:latin typeface="Times" pitchFamily="2" charset="0"/>
              </a:rPr>
            </a:br>
            <a:endParaRPr lang="en-US" baseline="30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481941-E3FC-45F9-A998-91E6D7689EC8}"/>
              </a:ext>
            </a:extLst>
          </p:cNvPr>
          <p:cNvSpPr/>
          <p:nvPr/>
        </p:nvSpPr>
        <p:spPr>
          <a:xfrm>
            <a:off x="7180023" y="2395155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2.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i="1" dirty="0">
                <a:latin typeface="Times" pitchFamily="2" charset="0"/>
              </a:rPr>
              <a:t> </a:t>
            </a:r>
            <a:r>
              <a:rPr lang="en-US" dirty="0">
                <a:latin typeface="CMR10"/>
              </a:rPr>
              <a:t>= </a:t>
            </a:r>
            <a:r>
              <a:rPr lang="en-US" i="1" dirty="0">
                <a:latin typeface="Times" pitchFamily="2" charset="0"/>
              </a:rPr>
              <a:t>p </a:t>
            </a:r>
            <a:r>
              <a:rPr lang="en-US" dirty="0">
                <a:latin typeface="CMSY10"/>
              </a:rPr>
              <a:t>· </a:t>
            </a:r>
            <a:r>
              <a:rPr lang="en-US" i="1" dirty="0">
                <a:latin typeface="Times" pitchFamily="2" charset="0"/>
              </a:rPr>
              <a:t>q =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" pitchFamily="2" charset="0"/>
              </a:rPr>
              <a:t>187</a:t>
            </a:r>
            <a:br>
              <a:rPr lang="en-US" dirty="0">
                <a:latin typeface="Times" pitchFamily="2" charset="0"/>
              </a:rPr>
            </a:br>
            <a:endParaRPr lang="en-US" baseline="30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E9C056-916C-45B7-90CF-CF43433A571C}"/>
              </a:ext>
            </a:extLst>
          </p:cNvPr>
          <p:cNvSpPr/>
          <p:nvPr/>
        </p:nvSpPr>
        <p:spPr>
          <a:xfrm>
            <a:off x="7180023" y="267466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3. </a:t>
            </a:r>
            <a:r>
              <a:rPr lang="el-GR" dirty="0">
                <a:solidFill>
                  <a:srgbClr val="7030A0"/>
                </a:solidFill>
                <a:latin typeface="Times" pitchFamily="2" charset="0"/>
              </a:rPr>
              <a:t>Φ(</a:t>
            </a:r>
            <a:r>
              <a:rPr lang="en-US" dirty="0">
                <a:solidFill>
                  <a:srgbClr val="7030A0"/>
                </a:solidFill>
                <a:latin typeface="Times" pitchFamily="2" charset="0"/>
              </a:rPr>
              <a:t>n)</a:t>
            </a:r>
            <a:r>
              <a:rPr lang="en-US" dirty="0">
                <a:latin typeface="Times" pitchFamily="2" charset="0"/>
              </a:rPr>
              <a:t> = (p−1)(q−1) = </a:t>
            </a:r>
            <a:r>
              <a:rPr lang="en-US" dirty="0">
                <a:solidFill>
                  <a:srgbClr val="7030A0"/>
                </a:solidFill>
                <a:latin typeface="Times" pitchFamily="2" charset="0"/>
              </a:rPr>
              <a:t>160</a:t>
            </a:r>
            <a:r>
              <a:rPr lang="en-US" dirty="0">
                <a:latin typeface="Times" pitchFamily="2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94BE2D-2D11-415B-9BFF-9779C01D5FC4}"/>
              </a:ext>
            </a:extLst>
          </p:cNvPr>
          <p:cNvSpPr/>
          <p:nvPr/>
        </p:nvSpPr>
        <p:spPr>
          <a:xfrm>
            <a:off x="7180023" y="2998451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4. choose </a:t>
            </a:r>
            <a:r>
              <a:rPr lang="en-US" i="1" dirty="0">
                <a:solidFill>
                  <a:srgbClr val="0070C0"/>
                </a:solidFill>
                <a:latin typeface="Times" pitchFamily="2" charset="0"/>
              </a:rPr>
              <a:t>e = 7</a:t>
            </a:r>
            <a:br>
              <a:rPr lang="en-US" dirty="0">
                <a:latin typeface="Times" pitchFamily="2" charset="0"/>
              </a:rPr>
            </a:br>
            <a:endParaRPr lang="en-US" baseline="30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B774C3-38F1-4080-8D3F-E0AD7A06B85C}"/>
              </a:ext>
            </a:extLst>
          </p:cNvPr>
          <p:cNvSpPr/>
          <p:nvPr/>
        </p:nvSpPr>
        <p:spPr>
          <a:xfrm>
            <a:off x="7195350" y="3305350"/>
            <a:ext cx="43232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" pitchFamily="2" charset="0"/>
              </a:rPr>
              <a:t>5.</a:t>
            </a:r>
            <a:r>
              <a:rPr lang="zh-CN" altLang="en-US" dirty="0">
                <a:latin typeface="Times" pitchFamily="2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Times" pitchFamily="2" charset="0"/>
              </a:rPr>
              <a:t>160</a:t>
            </a:r>
            <a:r>
              <a:rPr lang="en-US" altLang="zh-CN" i="1" dirty="0">
                <a:latin typeface="Times" pitchFamily="2" charset="0"/>
              </a:rPr>
              <a:t>k</a:t>
            </a:r>
            <a:r>
              <a:rPr lang="en-US" altLang="zh-CN" dirty="0">
                <a:latin typeface="Times" pitchFamily="2" charset="0"/>
              </a:rPr>
              <a:t>+1=161,321,481</a:t>
            </a:r>
          </a:p>
          <a:p>
            <a:r>
              <a:rPr lang="en-US" altLang="zh-CN" dirty="0">
                <a:latin typeface="Times" pitchFamily="2" charset="0"/>
              </a:rPr>
              <a:t>    161 is divisible by 7, giving 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d</a:t>
            </a:r>
            <a:r>
              <a:rPr lang="en-US" altLang="zh-CN" i="1" dirty="0">
                <a:latin typeface="Times" pitchFamily="2" charset="0"/>
              </a:rPr>
              <a:t>=161/7=</a:t>
            </a:r>
            <a:r>
              <a:rPr lang="en-US" altLang="zh-CN" i="1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23</a:t>
            </a:r>
          </a:p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     d </a:t>
            </a:r>
            <a:r>
              <a:rPr lang="en-US" dirty="0">
                <a:latin typeface="CMSY10"/>
              </a:rPr>
              <a:t>≡</a:t>
            </a:r>
            <a:r>
              <a:rPr lang="en-US" i="1" dirty="0">
                <a:solidFill>
                  <a:srgbClr val="0070C0"/>
                </a:solidFill>
                <a:latin typeface="Times" pitchFamily="2" charset="0"/>
              </a:rPr>
              <a:t>e</a:t>
            </a:r>
            <a:r>
              <a:rPr lang="en-US" i="1" baseline="30000" dirty="0">
                <a:latin typeface="Times" pitchFamily="2" charset="0"/>
              </a:rPr>
              <a:t>-1</a:t>
            </a:r>
            <a:r>
              <a:rPr lang="en-US" dirty="0">
                <a:latin typeface="CMSY10"/>
              </a:rPr>
              <a:t> ≡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imes" pitchFamily="2" charset="0"/>
              </a:rPr>
              <a:t>23</a:t>
            </a:r>
            <a:r>
              <a:rPr lang="en-US" i="1" dirty="0">
                <a:solidFill>
                  <a:srgbClr val="0070C0"/>
                </a:solidFill>
                <a:latin typeface="Times" pitchFamily="2" charset="0"/>
              </a:rPr>
              <a:t> </a:t>
            </a:r>
            <a:r>
              <a:rPr lang="en-US" i="1" dirty="0">
                <a:latin typeface="Times" pitchFamily="2" charset="0"/>
              </a:rPr>
              <a:t>mod </a:t>
            </a:r>
            <a:r>
              <a:rPr lang="en-US" i="1" dirty="0">
                <a:solidFill>
                  <a:srgbClr val="7030A0"/>
                </a:solidFill>
                <a:latin typeface="Times" pitchFamily="2" charset="0"/>
              </a:rPr>
              <a:t>160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4AA320-A0FD-4974-90FC-C5DA97D5EBBB}"/>
              </a:ext>
            </a:extLst>
          </p:cNvPr>
          <p:cNvSpPr/>
          <p:nvPr/>
        </p:nvSpPr>
        <p:spPr>
          <a:xfrm>
            <a:off x="7195350" y="5386811"/>
            <a:ext cx="4151586" cy="864713"/>
          </a:xfrm>
          <a:prstGeom prst="rect">
            <a:avLst/>
          </a:prstGeom>
          <a:solidFill>
            <a:srgbClr val="0070C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b="1" dirty="0"/>
              <a:t>Extended Euclidean Algorithm (EEA)</a:t>
            </a:r>
            <a:r>
              <a:rPr lang="en-US" dirty="0"/>
              <a:t> can be used to calculate </a:t>
            </a:r>
            <a:r>
              <a:rPr lang="en-US" b="1" i="1" dirty="0">
                <a:solidFill>
                  <a:srgbClr val="FFFF00"/>
                </a:solidFill>
              </a:rPr>
              <a:t>modular inverse</a:t>
            </a:r>
            <a:r>
              <a:rPr lang="en-US" dirty="0"/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BF27D2-527C-4A6E-82D2-145ACE73EBC7}"/>
              </a:ext>
            </a:extLst>
          </p:cNvPr>
          <p:cNvSpPr/>
          <p:nvPr/>
        </p:nvSpPr>
        <p:spPr>
          <a:xfrm>
            <a:off x="7195350" y="4313838"/>
            <a:ext cx="4151586" cy="864713"/>
          </a:xfrm>
          <a:prstGeom prst="rect">
            <a:avLst/>
          </a:prstGeom>
          <a:solidFill>
            <a:srgbClr val="0070C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b="1" dirty="0"/>
              <a:t>Euclidean Algorithm</a:t>
            </a:r>
            <a:r>
              <a:rPr lang="en-US" dirty="0"/>
              <a:t> can be used to calculate </a:t>
            </a:r>
            <a:r>
              <a:rPr lang="en-US" b="1" i="1" dirty="0">
                <a:solidFill>
                  <a:srgbClr val="FFFF00"/>
                </a:solidFill>
              </a:rPr>
              <a:t>greatest common divisor (</a:t>
            </a:r>
            <a:r>
              <a:rPr lang="en-US" b="1" i="1" dirty="0" err="1">
                <a:solidFill>
                  <a:srgbClr val="FFFF00"/>
                </a:solidFill>
              </a:rPr>
              <a:t>gcd</a:t>
            </a:r>
            <a:r>
              <a:rPr lang="en-US" b="1" i="1" dirty="0">
                <a:solidFill>
                  <a:srgbClr val="FFFF00"/>
                </a:solidFill>
              </a:rPr>
              <a:t>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FE675-626C-458C-8B47-64459BA5AD9C}"/>
              </a:ext>
            </a:extLst>
          </p:cNvPr>
          <p:cNvSpPr txBox="1"/>
          <p:nvPr/>
        </p:nvSpPr>
        <p:spPr>
          <a:xfrm>
            <a:off x="94593" y="5980386"/>
            <a:ext cx="5972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Ref: </a:t>
            </a:r>
            <a:r>
              <a:rPr lang="en-US" sz="1600" b="1" i="1" dirty="0"/>
              <a:t>Euclidean Algorithm</a:t>
            </a:r>
            <a:r>
              <a:rPr lang="en-US" sz="1600" i="1" dirty="0"/>
              <a:t> </a:t>
            </a:r>
            <a:r>
              <a:rPr lang="en-US" sz="1600" i="1" dirty="0">
                <a:hlinkClick r:id="rId6"/>
              </a:rPr>
              <a:t>https://www.di-mgt.com.au/euclidean.html</a:t>
            </a:r>
            <a:r>
              <a:rPr lang="en-US" sz="1600" i="1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3809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2186"/>
    </mc:Choice>
    <mc:Fallback xmlns="">
      <p:transition spd="slow" advTm="862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5" grpId="0"/>
      <p:bldP spid="16" grpId="0"/>
      <p:bldP spid="18" grpId="0" animBg="1"/>
      <p:bldP spid="20" grpId="0" animBg="1"/>
      <p:bldP spid="21" grpId="0"/>
    </p:bldLst>
  </p:timing>
  <p:extLst>
    <p:ext uri="{3A86A75C-4F4B-4683-9AE1-C65F6400EC91}">
      <p14:laserTraceLst xmlns:p14="http://schemas.microsoft.com/office/powerpoint/2010/main">
        <p14:tracePtLst>
          <p14:tracePt t="266325" x="4211638" y="6789738"/>
          <p14:tracePt t="266335" x="4313238" y="6673850"/>
          <p14:tracePt t="266346" x="4456113" y="6518275"/>
          <p14:tracePt t="266362" x="4592638" y="6348413"/>
          <p14:tracePt t="266369" x="4708525" y="6176963"/>
          <p14:tracePt t="266381" x="4789488" y="6069013"/>
          <p14:tracePt t="266398" x="4878388" y="5899150"/>
          <p14:tracePt t="266410" x="4946650" y="5741988"/>
          <p14:tracePt t="266416" x="5021263" y="5572125"/>
          <p14:tracePt t="266441" x="5075238" y="5319713"/>
          <p14:tracePt t="266463" x="5089525" y="5068888"/>
          <p14:tracePt t="266471" x="5089525" y="4979988"/>
          <p14:tracePt t="266481" x="5075238" y="4884738"/>
          <p14:tracePt t="266500" x="5048250" y="4795838"/>
          <p14:tracePt t="266510" x="5033963" y="4741863"/>
          <p14:tracePt t="266536" x="5000625" y="4673600"/>
          <p14:tracePt t="266548" x="4986338" y="4640263"/>
          <p14:tracePt t="266551" x="4973638" y="4613275"/>
          <p14:tracePt t="266587" x="4973638" y="4545013"/>
          <p14:tracePt t="266601" x="4973638" y="4530725"/>
          <p14:tracePt t="266609" x="4959350" y="4503738"/>
          <p14:tracePt t="266619" x="4959350" y="4491038"/>
          <p14:tracePt t="266634" x="4946650" y="4456113"/>
          <p14:tracePt t="266644" x="4946650" y="4443413"/>
          <p14:tracePt t="266673" x="4932363" y="4429125"/>
          <p14:tracePt t="266676" x="4905375" y="4402138"/>
          <p14:tracePt t="266688" x="4891088" y="4402138"/>
          <p14:tracePt t="266711" x="4824413" y="4387850"/>
          <p14:tracePt t="266712" x="4748213" y="4375150"/>
          <p14:tracePt t="266875" x="4762500" y="4387850"/>
          <p14:tracePt t="266896" x="4735513" y="4375150"/>
          <p14:tracePt t="266908" x="4694238" y="4360863"/>
          <p14:tracePt t="266920" x="4652963" y="4348163"/>
          <p14:tracePt t="266932" x="4605338" y="4319588"/>
          <p14:tracePt t="266953" x="4524375" y="4271963"/>
          <p14:tracePt t="266956" x="4456113" y="4232275"/>
          <p14:tracePt t="266966" x="4381500" y="4191000"/>
          <p14:tracePt t="266991" x="4300538" y="4137025"/>
          <p14:tracePt t="267025" x="4259263" y="4089400"/>
          <p14:tracePt t="267122" x="4259263" y="4110038"/>
          <p14:tracePt t="267148" x="4259263" y="4122738"/>
          <p14:tracePt t="267157" x="4271963" y="4149725"/>
          <p14:tracePt t="267168" x="4271963" y="4164013"/>
          <p14:tracePt t="267188" x="4286250" y="4176713"/>
          <p14:tracePt t="267196" x="4286250" y="4191000"/>
          <p14:tracePt t="267205" x="4286250" y="4205288"/>
          <p14:tracePt t="267237" x="4300538" y="4217988"/>
          <p14:tracePt t="267249" x="4313238" y="4232275"/>
          <p14:tracePt t="267266" x="4327525" y="4232275"/>
          <p14:tracePt t="267290" x="4340225" y="4232275"/>
          <p14:tracePt t="267291" x="4381500" y="4232275"/>
          <p14:tracePt t="267303" x="4395788" y="4232275"/>
          <p14:tracePt t="267323" x="4408488" y="4232275"/>
          <p14:tracePt t="267329" x="4429125" y="4217988"/>
          <p14:tracePt t="267339" x="4443413" y="4205288"/>
          <p14:tracePt t="267363" x="4443413" y="4176713"/>
          <p14:tracePt t="267373" x="4443413" y="4164013"/>
          <p14:tracePt t="267382" x="4443413" y="4149725"/>
          <p14:tracePt t="267406" x="4443413" y="4137025"/>
          <p14:tracePt t="267407" x="4429125" y="4122738"/>
          <p14:tracePt t="267420" x="4429125" y="4110038"/>
          <p14:tracePt t="267432" x="4408488" y="4110038"/>
          <p14:tracePt t="267440" x="4395788" y="4110038"/>
          <p14:tracePt t="267473" x="4354513" y="4089400"/>
          <p14:tracePt t="267483" x="4340225" y="4110038"/>
          <p14:tracePt t="267500" x="4327525" y="4110038"/>
          <p14:tracePt t="267509" x="4313238" y="4122738"/>
          <p14:tracePt t="267529" x="4313238" y="4137025"/>
          <p14:tracePt t="267532" x="4300538" y="4149725"/>
          <p14:tracePt t="267552" x="4286250" y="4191000"/>
          <p14:tracePt t="267576" x="4286250" y="4217988"/>
          <p14:tracePt t="267585" x="4286250" y="4232275"/>
          <p14:tracePt t="267604" x="4300538" y="4244975"/>
          <p14:tracePt t="267613" x="4300538" y="4259263"/>
          <p14:tracePt t="267621" x="4313238" y="4259263"/>
          <p14:tracePt t="267636" x="4327525" y="4271963"/>
          <p14:tracePt t="267647" x="4340225" y="4271963"/>
          <p14:tracePt t="267662" x="4354513" y="4271963"/>
          <p14:tracePt t="267664" x="4367213" y="4292600"/>
          <p14:tracePt t="267675" x="4381500" y="4292600"/>
          <p14:tracePt t="267687" x="4395788" y="4292600"/>
          <p14:tracePt t="267710" x="4408488" y="4292600"/>
          <p14:tracePt t="267742" x="4429125" y="4292600"/>
          <p14:tracePt t="267764" x="4443413" y="4271963"/>
          <p14:tracePt t="267774" x="4456113" y="4271963"/>
          <p14:tracePt t="267798" x="4483100" y="4292600"/>
          <p14:tracePt t="267820" x="4524375" y="4292600"/>
          <p14:tracePt t="267821" x="4565650" y="4306888"/>
          <p14:tracePt t="267832" x="4625975" y="4319588"/>
          <p14:tracePt t="267847" x="4708525" y="4348163"/>
          <p14:tracePt t="267876" x="4878388" y="4387850"/>
          <p14:tracePt t="267879" x="4946650" y="4402138"/>
          <p14:tracePt t="267898" x="5033963" y="4414838"/>
          <p14:tracePt t="267900" x="5102225" y="4429125"/>
          <p14:tracePt t="267916" x="5184775" y="4443413"/>
          <p14:tracePt t="267929" x="5259388" y="4443413"/>
          <p14:tracePt t="267936" x="5313363" y="4443413"/>
          <p14:tracePt t="267951" x="5395913" y="4443413"/>
          <p14:tracePt t="267959" x="5470525" y="4443413"/>
          <p14:tracePt t="267970" x="5538788" y="4443413"/>
          <p14:tracePt t="267982" x="5592763" y="4443413"/>
          <p14:tracePt t="268002" x="5748338" y="4414838"/>
          <p14:tracePt t="268026" x="5878513" y="4402138"/>
          <p14:tracePt t="268052" x="5932488" y="4387850"/>
          <p14:tracePt t="268054" x="5986463" y="4375150"/>
          <p14:tracePt t="268056" x="6034088" y="4375150"/>
          <p14:tracePt t="268068" x="6062663" y="4360863"/>
          <p14:tracePt t="268084" x="6102350" y="4360863"/>
          <p14:tracePt t="268093" x="6116638" y="4360863"/>
          <p14:tracePt t="268111" x="6129338" y="4348163"/>
          <p14:tracePt t="268120" x="6143625" y="4348163"/>
          <p14:tracePt t="268137" x="6143625" y="4333875"/>
          <p14:tracePt t="268139" x="6143625" y="4319588"/>
          <p14:tracePt t="268149" x="6143625" y="4306888"/>
          <p14:tracePt t="268158" x="6143625" y="4292600"/>
          <p14:tracePt t="268174" x="6129338" y="4271963"/>
          <p14:tracePt t="268183" x="6102350" y="4244975"/>
          <p14:tracePt t="268218" x="5946775" y="4149725"/>
          <p14:tracePt t="268250" x="5735638" y="4062413"/>
          <p14:tracePt t="268252" x="5626100" y="4033838"/>
          <p14:tracePt t="268283" x="5414963" y="4006850"/>
          <p14:tracePt t="268284" x="5286375" y="4006850"/>
          <p14:tracePt t="268293" x="5157788" y="4006850"/>
          <p14:tracePt t="268306" x="5062538" y="4006850"/>
          <p14:tracePt t="268317" x="4946650" y="4021138"/>
          <p14:tracePt t="268338" x="4837113" y="4048125"/>
          <p14:tracePt t="268340" x="4748213" y="4075113"/>
          <p14:tracePt t="268368" x="4592638" y="4137025"/>
          <p14:tracePt t="268387" x="4524375" y="4164013"/>
          <p14:tracePt t="268389" x="4470400" y="4191000"/>
          <p14:tracePt t="268406" x="4443413" y="4217988"/>
          <p14:tracePt t="268407" x="4408488" y="4232275"/>
          <p14:tracePt t="268437" x="4381500" y="4244975"/>
          <p14:tracePt t="268473" x="4367213" y="4259263"/>
          <p14:tracePt t="268595" x="4354513" y="4259263"/>
          <p14:tracePt t="268630" x="4340225" y="4259263"/>
          <p14:tracePt t="268632" x="4327525" y="4271963"/>
          <p14:tracePt t="268645" x="4313238" y="4292600"/>
          <p14:tracePt t="268646" x="4300538" y="4306888"/>
          <p14:tracePt t="268653" x="4271963" y="4319588"/>
          <p14:tracePt t="268670" x="4271963" y="4333875"/>
          <p14:tracePt t="268678" x="4259263" y="4333875"/>
          <p14:tracePt t="268690" x="4259263" y="4348163"/>
          <p14:tracePt t="268712" x="4259263" y="4360863"/>
          <p14:tracePt t="268775" x="4271963" y="4360863"/>
          <p14:tracePt t="268809" x="4286250" y="4360863"/>
          <p14:tracePt t="268832" x="4300538" y="4360863"/>
          <p14:tracePt t="268844" x="4313238" y="4360863"/>
          <p14:tracePt t="268862" x="4327525" y="4360863"/>
          <p14:tracePt t="268872" x="4354513" y="4375150"/>
          <p14:tracePt t="268881" x="4367213" y="4375150"/>
          <p14:tracePt t="268894" x="4381500" y="4375150"/>
          <p14:tracePt t="268907" x="4395788" y="4375150"/>
          <p14:tracePt t="268919" x="4429125" y="4360863"/>
          <p14:tracePt t="268928" x="4443413" y="4360863"/>
          <p14:tracePt t="268942" x="4456113" y="4360863"/>
          <p14:tracePt t="268965" x="4470400" y="4360863"/>
          <p14:tracePt t="268968" x="4483100" y="4348163"/>
          <p14:tracePt t="268971" x="4497388" y="4333875"/>
          <p14:tracePt t="268995" x="4524375" y="4292600"/>
          <p14:tracePt t="269007" x="4538663" y="4259263"/>
          <p14:tracePt t="269027" x="4551363" y="4205288"/>
          <p14:tracePt t="269045" x="4551363" y="4176713"/>
          <p14:tracePt t="269047" x="4551363" y="4149725"/>
          <p14:tracePt t="269059" x="4551363" y="4137025"/>
          <p14:tracePt t="269068" x="4551363" y="4122738"/>
          <p14:tracePt t="269085" x="4551363" y="4110038"/>
          <p14:tracePt t="269095" x="4551363" y="4089400"/>
          <p14:tracePt t="269106" x="4538663" y="4075113"/>
          <p14:tracePt t="269133" x="4510088" y="4048125"/>
          <p14:tracePt t="269142" x="4483100" y="4048125"/>
          <p14:tracePt t="269151" x="4456113" y="4033838"/>
          <p14:tracePt t="269178" x="4381500" y="4033838"/>
          <p14:tracePt t="269188" x="4354513" y="4033838"/>
          <p14:tracePt t="269197" x="4327525" y="4033838"/>
          <p14:tracePt t="269213" x="4300538" y="4033838"/>
          <p14:tracePt t="269222" x="4271963" y="4062413"/>
          <p14:tracePt t="269240" x="4244975" y="4075113"/>
          <p14:tracePt t="269242" x="4232275" y="4089400"/>
          <p14:tracePt t="269284" x="4197350" y="4191000"/>
          <p14:tracePt t="269287" x="4197350" y="4217988"/>
          <p14:tracePt t="269297" x="4197350" y="4244975"/>
          <p14:tracePt t="269310" x="4197350" y="4271963"/>
          <p14:tracePt t="269322" x="4197350" y="4306888"/>
          <p14:tracePt t="269333" x="4211638" y="4319588"/>
          <p14:tracePt t="269349" x="4211638" y="4333875"/>
          <p14:tracePt t="269354" x="4232275" y="4333875"/>
          <p14:tracePt t="269364" x="4244975" y="4348163"/>
          <p14:tracePt t="269380" x="4259263" y="4348163"/>
          <p14:tracePt t="269392" x="4271963" y="4348163"/>
          <p14:tracePt t="269399" x="4300538" y="4348163"/>
          <p14:tracePt t="269416" x="4313238" y="4348163"/>
          <p14:tracePt t="269430" x="4354513" y="4348163"/>
          <p14:tracePt t="269443" x="4408488" y="4333875"/>
          <p14:tracePt t="269467" x="4483100" y="4306888"/>
          <p14:tracePt t="269484" x="4497388" y="4292600"/>
          <p14:tracePt t="269493" x="4524375" y="4271963"/>
          <p14:tracePt t="269506" x="4538663" y="4244975"/>
          <p14:tracePt t="269508" x="4538663" y="4217988"/>
          <p14:tracePt t="269529" x="4538663" y="4191000"/>
          <p14:tracePt t="269530" x="4538663" y="4164013"/>
          <p14:tracePt t="269542" x="4538663" y="4137025"/>
          <p14:tracePt t="269554" x="4524375" y="4110038"/>
          <p14:tracePt t="269564" x="4497388" y="4089400"/>
          <p14:tracePt t="269579" x="4483100" y="4075113"/>
          <p14:tracePt t="269608" x="4456113" y="4062413"/>
          <p14:tracePt t="269610" x="4443413" y="4062413"/>
          <p14:tracePt t="269632" x="4429125" y="4062413"/>
          <p14:tracePt t="269643" x="4408488" y="4075113"/>
          <p14:tracePt t="269678" x="4395788" y="4089400"/>
          <p14:tracePt t="269679" x="4367213" y="4122738"/>
          <p14:tracePt t="269691" x="4313238" y="4164013"/>
          <p14:tracePt t="269701" x="4300538" y="4191000"/>
          <p14:tracePt t="269715" x="4271963" y="4217988"/>
          <p14:tracePt t="269735" x="4271963" y="4244975"/>
          <p14:tracePt t="269744" x="4259263" y="4271963"/>
          <p14:tracePt t="269745" x="4259263" y="4306888"/>
          <p14:tracePt t="269757" x="4259263" y="4333875"/>
          <p14:tracePt t="269767" x="4271963" y="4333875"/>
          <p14:tracePt t="269794" x="4300538" y="4360863"/>
          <p14:tracePt t="269807" x="4313238" y="4360863"/>
          <p14:tracePt t="269815" x="4327525" y="4375150"/>
          <p14:tracePt t="269831" x="4354513" y="4375150"/>
          <p14:tracePt t="269838" x="4367213" y="4375150"/>
          <p14:tracePt t="269847" x="4395788" y="4375150"/>
          <p14:tracePt t="269888" x="4497388" y="4319588"/>
          <p14:tracePt t="269902" x="4524375" y="4292600"/>
          <p14:tracePt t="269906" x="4538663" y="4271963"/>
          <p14:tracePt t="269918" x="4538663" y="4244975"/>
          <p14:tracePt t="269933" x="4551363" y="4232275"/>
          <p14:tracePt t="269941" x="4551363" y="4205288"/>
          <p14:tracePt t="269951" x="4538663" y="4191000"/>
          <p14:tracePt t="269971" x="4538663" y="4176713"/>
          <p14:tracePt t="269972" x="4524375" y="4164013"/>
          <p14:tracePt t="269997" x="4483100" y="4149725"/>
          <p14:tracePt t="270013" x="4470400" y="4137025"/>
          <p14:tracePt t="270014" x="4456113" y="4137025"/>
          <p14:tracePt t="270047" x="4443413" y="4137025"/>
          <p14:tracePt t="270048" x="4408488" y="4149725"/>
          <p14:tracePt t="270059" x="4381500" y="4164013"/>
          <p14:tracePt t="270074" x="4367213" y="4191000"/>
          <p14:tracePt t="270104" x="4327525" y="4244975"/>
          <p14:tracePt t="270106" x="4327525" y="4271963"/>
          <p14:tracePt t="270127" x="4327525" y="4292600"/>
          <p14:tracePt t="270129" x="4327525" y="4306888"/>
          <p14:tracePt t="270143" x="4340225" y="4319588"/>
          <p14:tracePt t="270156" x="4354513" y="4333875"/>
          <p14:tracePt t="270166" x="4381500" y="4348163"/>
          <p14:tracePt t="270199" x="4456113" y="4360863"/>
          <p14:tracePt t="270210" x="4497388" y="4360863"/>
          <p14:tracePt t="270224" x="4538663" y="4360863"/>
          <p14:tracePt t="270231" x="4565650" y="4348163"/>
          <p14:tracePt t="270246" x="4592638" y="4348163"/>
          <p14:tracePt t="270256" x="4605338" y="4333875"/>
          <p14:tracePt t="270265" x="4640263" y="4306888"/>
          <p14:tracePt t="270280" x="4640263" y="4292600"/>
          <p14:tracePt t="270301" x="4640263" y="4259263"/>
          <p14:tracePt t="270304" x="4625975" y="4232275"/>
          <p14:tracePt t="270313" x="4592638" y="4205288"/>
          <p14:tracePt t="270329" x="4524375" y="4137025"/>
          <p14:tracePt t="270363" x="4443413" y="4110038"/>
          <p14:tracePt t="270365" x="4408488" y="4089400"/>
          <p14:tracePt t="270390" x="4367213" y="4089400"/>
          <p14:tracePt t="270411" x="4354513" y="4110038"/>
          <p14:tracePt t="270423" x="4340225" y="4137025"/>
          <p14:tracePt t="270447" x="4327525" y="4176713"/>
          <p14:tracePt t="270456" x="4313238" y="4217988"/>
          <p14:tracePt t="270483" x="4313238" y="4244975"/>
          <p14:tracePt t="270489" x="4313238" y="4259263"/>
          <p14:tracePt t="270498" x="4313238" y="4271963"/>
          <p14:tracePt t="270524" x="4313238" y="4292600"/>
          <p14:tracePt t="270531" x="4313238" y="4306888"/>
          <p14:tracePt t="270558" x="4313238" y="4319588"/>
          <p14:tracePt t="270577" x="4313238" y="4333875"/>
          <p14:tracePt t="270610" x="4313238" y="4348163"/>
          <p14:tracePt t="270656" x="4313238" y="4360863"/>
          <p14:tracePt t="270677" x="4313238" y="4375150"/>
          <p14:tracePt t="270693" x="4327525" y="4375150"/>
          <p14:tracePt t="270706" x="4327525" y="4387850"/>
          <p14:tracePt t="270728" x="4327525" y="4414838"/>
          <p14:tracePt t="270738" x="4327525" y="4429125"/>
          <p14:tracePt t="270767" x="4327525" y="4456113"/>
          <p14:tracePt t="270782" x="4327525" y="4470400"/>
          <p14:tracePt t="270791" x="4340225" y="4491038"/>
          <p14:tracePt t="270793" x="4340225" y="4503738"/>
          <p14:tracePt t="270815" x="4367213" y="4518025"/>
          <p14:tracePt t="270825" x="4381500" y="4518025"/>
          <p14:tracePt t="270836" x="4395788" y="4518025"/>
          <p14:tracePt t="270871" x="4429125" y="4518025"/>
          <p14:tracePt t="270873" x="4456113" y="4518025"/>
          <p14:tracePt t="270890" x="4483100" y="4518025"/>
          <p14:tracePt t="270893" x="4510088" y="4518025"/>
          <p14:tracePt t="270909" x="4538663" y="4518025"/>
          <p14:tracePt t="270917" x="4578350" y="4518025"/>
          <p14:tracePt t="270926" x="4605338" y="4518025"/>
          <p14:tracePt t="270943" x="4640263" y="4518025"/>
          <p14:tracePt t="270951" x="4667250" y="4518025"/>
          <p14:tracePt t="270963" x="4694238" y="4503738"/>
          <p14:tracePt t="270975" x="4708525" y="4503738"/>
          <p14:tracePt t="270994" x="4748213" y="4491038"/>
          <p14:tracePt t="271020" x="4776788" y="4456113"/>
          <p14:tracePt t="271044" x="4803775" y="4443413"/>
          <p14:tracePt t="271046" x="4824413" y="4414838"/>
          <p14:tracePt t="271056" x="4837113" y="4402138"/>
          <p14:tracePt t="271078" x="4851400" y="4348163"/>
          <p14:tracePt t="271089" x="4851400" y="4333875"/>
          <p14:tracePt t="271108" x="4851400" y="4306888"/>
          <p14:tracePt t="271110" x="4851400" y="4271963"/>
          <p14:tracePt t="271123" x="4851400" y="4259263"/>
          <p14:tracePt t="271135" x="4851400" y="4232275"/>
          <p14:tracePt t="271143" x="4851400" y="4217988"/>
          <p14:tracePt t="271160" x="4851400" y="4205288"/>
          <p14:tracePt t="271162" x="4837113" y="4191000"/>
          <p14:tracePt t="271195" x="4837113" y="4176713"/>
          <p14:tracePt t="271218" x="4824413" y="4176713"/>
          <p14:tracePt t="271275" x="4803775" y="4176713"/>
          <p14:tracePt t="271298" x="4789488" y="4176713"/>
          <p14:tracePt t="271323" x="4776788" y="4176713"/>
          <p14:tracePt t="271364" x="4762500" y="4176713"/>
          <p14:tracePt t="271442" x="4748213" y="4176713"/>
          <p14:tracePt t="271466" x="4735513" y="4176713"/>
          <p14:tracePt t="271476" x="4721225" y="4176713"/>
          <p14:tracePt t="271490" x="4708525" y="4191000"/>
          <p14:tracePt t="271500" x="4694238" y="4191000"/>
          <p14:tracePt t="271514" x="4694238" y="4205288"/>
          <p14:tracePt t="271529" x="4681538" y="4205288"/>
          <p14:tracePt t="271539" x="4681538" y="4232275"/>
          <p14:tracePt t="271547" x="4667250" y="4244975"/>
          <p14:tracePt t="271559" x="4667250" y="4259263"/>
          <p14:tracePt t="271578" x="4667250" y="4271963"/>
          <p14:tracePt t="271590" x="4667250" y="4306888"/>
          <p14:tracePt t="271600" x="4681538" y="4319588"/>
          <p14:tracePt t="271615" x="4694238" y="4333875"/>
          <p14:tracePt t="271648" x="4735513" y="4348163"/>
          <p14:tracePt t="271680" x="4748213" y="4348163"/>
          <p14:tracePt t="271681" x="4762500" y="4348163"/>
          <p14:tracePt t="271693" x="4789488" y="4348163"/>
          <p14:tracePt t="271714" x="4803775" y="4348163"/>
          <p14:tracePt t="271716" x="4851400" y="4348163"/>
          <p14:tracePt t="271726" x="4864100" y="4333875"/>
          <p14:tracePt t="271743" x="4891088" y="4319588"/>
          <p14:tracePt t="271765" x="4891088" y="4306888"/>
          <p14:tracePt t="271774" x="4905375" y="4259263"/>
          <p14:tracePt t="271800" x="4891088" y="4217988"/>
          <p14:tracePt t="271817" x="4878388" y="4205288"/>
          <p14:tracePt t="271841" x="4837113" y="4176713"/>
          <p14:tracePt t="271855" x="4803775" y="4176713"/>
          <p14:tracePt t="271863" x="4776788" y="4176713"/>
          <p14:tracePt t="271880" x="4762500" y="4176713"/>
          <p14:tracePt t="271882" x="4748213" y="4176713"/>
          <p14:tracePt t="271893" x="4735513" y="4176713"/>
          <p14:tracePt t="271912" x="4708525" y="4191000"/>
          <p14:tracePt t="271922" x="4694238" y="4205288"/>
          <p14:tracePt t="271937" x="4681538" y="4232275"/>
          <p14:tracePt t="271938" x="4681538" y="4244975"/>
          <p14:tracePt t="271962" x="4667250" y="4292600"/>
          <p14:tracePt t="271974" x="4667250" y="4306888"/>
          <p14:tracePt t="271983" x="4667250" y="4319588"/>
          <p14:tracePt t="271995" x="4667250" y="4333875"/>
          <p14:tracePt t="272007" x="4681538" y="4348163"/>
          <p14:tracePt t="272028" x="4694238" y="4360863"/>
          <p14:tracePt t="272042" x="4708525" y="4360863"/>
          <p14:tracePt t="272056" x="4721225" y="4360863"/>
          <p14:tracePt t="272081" x="4776788" y="4360863"/>
          <p14:tracePt t="272086" x="4789488" y="4360863"/>
          <p14:tracePt t="272095" x="4824413" y="4360863"/>
          <p14:tracePt t="272111" x="4851400" y="4360863"/>
          <p14:tracePt t="272129" x="4878388" y="4360863"/>
          <p14:tracePt t="272141" x="4878388" y="4348163"/>
          <p14:tracePt t="272151" x="4891088" y="4333875"/>
          <p14:tracePt t="272165" x="4891088" y="4306888"/>
          <p14:tracePt t="272177" x="4891088" y="4292600"/>
          <p14:tracePt t="272204" x="4891088" y="4217988"/>
          <p14:tracePt t="272212" x="4878388" y="4191000"/>
          <p14:tracePt t="272229" x="4864100" y="4176713"/>
          <p14:tracePt t="272231" x="4837113" y="4164013"/>
          <p14:tracePt t="272261" x="4789488" y="4137025"/>
          <p14:tracePt t="272278" x="4762500" y="4122738"/>
          <p14:tracePt t="272279" x="4748213" y="4122738"/>
          <p14:tracePt t="272290" x="4735513" y="4122738"/>
          <p14:tracePt t="272300" x="4721225" y="4122738"/>
          <p14:tracePt t="272329" x="4708525" y="4137025"/>
          <p14:tracePt t="272339" x="4694238" y="4164013"/>
          <p14:tracePt t="272350" x="4667250" y="4191000"/>
          <p14:tracePt t="272382" x="4652963" y="4232275"/>
          <p14:tracePt t="272385" x="4625975" y="4292600"/>
          <p14:tracePt t="272395" x="4605338" y="4306888"/>
          <p14:tracePt t="272407" x="4605338" y="4333875"/>
          <p14:tracePt t="272414" x="4605338" y="4348163"/>
          <p14:tracePt t="272428" x="4625975" y="4360863"/>
          <p14:tracePt t="272440" x="4640263" y="4375150"/>
          <p14:tracePt t="272455" x="4652963" y="4387850"/>
          <p14:tracePt t="272457" x="4667250" y="4387850"/>
          <p14:tracePt t="272476" x="4694238" y="4387850"/>
          <p14:tracePt t="272477" x="4721225" y="4387850"/>
          <p14:tracePt t="272490" x="4748213" y="4387850"/>
          <p14:tracePt t="272500" x="4776788" y="4387850"/>
          <p14:tracePt t="272516" x="4803775" y="4387850"/>
          <p14:tracePt t="272525" x="4824413" y="4375150"/>
          <p14:tracePt t="272535" x="4837113" y="4375150"/>
          <p14:tracePt t="272561" x="4851400" y="4348163"/>
          <p14:tracePt t="272572" x="4851400" y="4333875"/>
          <p14:tracePt t="272581" x="4837113" y="4319588"/>
          <p14:tracePt t="272600" x="4824413" y="4292600"/>
          <p14:tracePt t="272604" x="4803775" y="4271963"/>
          <p14:tracePt t="272639" x="4762500" y="4244975"/>
          <p14:tracePt t="272640" x="4735513" y="4232275"/>
          <p14:tracePt t="272667" x="4694238" y="4217988"/>
          <p14:tracePt t="272676" x="4667250" y="4217988"/>
          <p14:tracePt t="272689" x="4652963" y="4217988"/>
          <p14:tracePt t="272696" x="4640263" y="4217988"/>
          <p14:tracePt t="272711" x="4625975" y="4217988"/>
          <p14:tracePt t="272718" x="4605338" y="4232275"/>
          <p14:tracePt t="272740" x="4578350" y="4259263"/>
          <p14:tracePt t="272759" x="4578350" y="4306888"/>
          <p14:tracePt t="272773" x="4578350" y="4319588"/>
          <p14:tracePt t="272785" x="4578350" y="4348163"/>
          <p14:tracePt t="272801" x="4592638" y="4348163"/>
          <p14:tracePt t="272815" x="4605338" y="4360863"/>
          <p14:tracePt t="272817" x="4640263" y="4375150"/>
          <p14:tracePt t="272843" x="4681538" y="4375150"/>
          <p14:tracePt t="272878" x="4748213" y="4375150"/>
          <p14:tracePt t="272889" x="4789488" y="4375150"/>
          <p14:tracePt t="272898" x="4837113" y="4348163"/>
          <p14:tracePt t="272911" x="4851400" y="4319588"/>
          <p14:tracePt t="272929" x="4864100" y="4271963"/>
          <p14:tracePt t="272961" x="4824413" y="4205288"/>
          <p14:tracePt t="272973" x="4803775" y="4176713"/>
          <p14:tracePt t="272996" x="4776788" y="4176713"/>
          <p14:tracePt t="272998" x="4748213" y="4164013"/>
          <p14:tracePt t="273012" x="4721225" y="4164013"/>
          <p14:tracePt t="273024" x="4708525" y="4164013"/>
          <p14:tracePt t="273036" x="4681538" y="4164013"/>
          <p14:tracePt t="273045" x="4667250" y="4164013"/>
          <p14:tracePt t="273062" x="4652963" y="4176713"/>
          <p14:tracePt t="273074" x="4640263" y="4176713"/>
          <p14:tracePt t="273096" x="4640263" y="4191000"/>
          <p14:tracePt t="273098" x="4625975" y="4205288"/>
          <p14:tracePt t="273107" x="4625975" y="4217988"/>
          <p14:tracePt t="273134" x="4625975" y="4232275"/>
          <p14:tracePt t="273321" x="4625975" y="4244975"/>
          <p14:tracePt t="273322" x="4625975" y="4259263"/>
          <p14:tracePt t="273331" x="4625975" y="4292600"/>
          <p14:tracePt t="273343" x="4640263" y="4319588"/>
          <p14:tracePt t="273358" x="4652963" y="4333875"/>
          <p14:tracePt t="273367" x="4667250" y="4360863"/>
          <p14:tracePt t="273382" x="4694238" y="4387850"/>
          <p14:tracePt t="273399" x="4721225" y="4402138"/>
          <p14:tracePt t="273400" x="4748213" y="4414838"/>
          <p14:tracePt t="273432" x="4789488" y="4429125"/>
          <p14:tracePt t="273433" x="4837113" y="4443413"/>
          <p14:tracePt t="273435" x="4891088" y="4443413"/>
          <p14:tracePt t="273446" x="4932363" y="4443413"/>
          <p14:tracePt t="273466" x="5000625" y="4443413"/>
          <p14:tracePt t="273468" x="5089525" y="4443413"/>
          <p14:tracePt t="273479" x="5157788" y="4443413"/>
          <p14:tracePt t="273493" x="5218113" y="4443413"/>
          <p14:tracePt t="273526" x="5367338" y="4414838"/>
          <p14:tracePt t="273527" x="5429250" y="4414838"/>
          <p14:tracePt t="273547" x="5483225" y="4402138"/>
          <p14:tracePt t="273549" x="5510213" y="4387850"/>
          <p14:tracePt t="273565" x="5538788" y="4387850"/>
          <p14:tracePt t="273572" x="5551488" y="4375150"/>
          <p14:tracePt t="273584" x="5565775" y="4375150"/>
          <p14:tracePt t="273599" x="5565775" y="4360863"/>
          <p14:tracePt t="273691" x="5551488" y="4360863"/>
          <p14:tracePt t="273702" x="5538788" y="4360863"/>
          <p14:tracePt t="273715" x="5524500" y="4360863"/>
          <p14:tracePt t="273727" x="5510213" y="4360863"/>
          <p14:tracePt t="273738" x="5483225" y="4360863"/>
          <p14:tracePt t="273754" x="5456238" y="4360863"/>
          <p14:tracePt t="273763" x="5429250" y="4360863"/>
          <p14:tracePt t="273773" x="5414963" y="4360863"/>
          <p14:tracePt t="273800" x="5367338" y="4360863"/>
          <p14:tracePt t="273811" x="5354638" y="4360863"/>
          <p14:tracePt t="273818" x="5340350" y="4360863"/>
          <p14:tracePt t="273835" x="5327650" y="4360863"/>
          <p14:tracePt t="273843" x="5313363" y="4360863"/>
          <p14:tracePt t="273877" x="5300663" y="4375150"/>
          <p14:tracePt t="273888" x="5286375" y="4375150"/>
          <p14:tracePt t="273908" x="5272088" y="4375150"/>
          <p14:tracePt t="274040" x="5286375" y="4375150"/>
          <p14:tracePt t="274051" x="5300663" y="4375150"/>
          <p14:tracePt t="274063" x="5313363" y="4375150"/>
          <p14:tracePt t="274078" x="5340350" y="4375150"/>
          <p14:tracePt t="274087" x="5367338" y="4375150"/>
          <p14:tracePt t="274098" x="5414963" y="4375150"/>
          <p14:tracePt t="274118" x="5443538" y="4375150"/>
          <p14:tracePt t="274125" x="5483225" y="4375150"/>
          <p14:tracePt t="274134" x="5524500" y="4375150"/>
          <p14:tracePt t="274143" x="5578475" y="4375150"/>
          <p14:tracePt t="274166" x="5653088" y="4375150"/>
          <p14:tracePt t="274178" x="5694363" y="4375150"/>
          <p14:tracePt t="274188" x="5735638" y="4375150"/>
          <p14:tracePt t="274210" x="5762625" y="4375150"/>
          <p14:tracePt t="274211" x="5789613" y="4375150"/>
          <p14:tracePt t="274221" x="5837238" y="4375150"/>
          <p14:tracePt t="274232" x="5864225" y="4375150"/>
          <p14:tracePt t="274252" x="5878513" y="4375150"/>
          <p14:tracePt t="274259" x="5891213" y="4375150"/>
          <p14:tracePt t="274267" x="5905500" y="4375150"/>
          <p14:tracePt t="274366" x="5891213" y="4375150"/>
          <p14:tracePt t="274380" x="5864225" y="4375150"/>
          <p14:tracePt t="274392" x="5824538" y="4375150"/>
          <p14:tracePt t="274402" x="5762625" y="4375150"/>
          <p14:tracePt t="274416" x="5694363" y="4387850"/>
          <p14:tracePt t="274427" x="5640388" y="4387850"/>
          <p14:tracePt t="274436" x="5592763" y="4387850"/>
          <p14:tracePt t="274448" x="5551488" y="4387850"/>
          <p14:tracePt t="274468" x="5524500" y="4387850"/>
          <p14:tracePt t="274535" x="5538788" y="4387850"/>
          <p14:tracePt t="274547" x="5551488" y="4387850"/>
          <p14:tracePt t="274563" x="5592763" y="4402138"/>
          <p14:tracePt t="274571" x="5653088" y="4402138"/>
          <p14:tracePt t="274582" x="5708650" y="4402138"/>
          <p14:tracePt t="274600" x="5810250" y="4402138"/>
          <p14:tracePt t="274609" x="5878513" y="4402138"/>
          <p14:tracePt t="274619" x="5959475" y="4402138"/>
          <p14:tracePt t="274627" x="6007100" y="4402138"/>
          <p14:tracePt t="274650" x="6075363" y="4387850"/>
          <p14:tracePt t="274662" x="6089650" y="4387850"/>
          <p14:tracePt t="274672" x="6102350" y="4387850"/>
          <p14:tracePt t="274749" x="6089650" y="4387850"/>
          <p14:tracePt t="274760" x="6075363" y="4387850"/>
          <p14:tracePt t="274772" x="6048375" y="4387850"/>
          <p14:tracePt t="274784" x="6007100" y="4387850"/>
          <p14:tracePt t="274795" x="5959475" y="4402138"/>
          <p14:tracePt t="274816" x="5891213" y="4402138"/>
          <p14:tracePt t="274822" x="5851525" y="4402138"/>
          <p14:tracePt t="274832" x="5810250" y="4402138"/>
          <p14:tracePt t="274841" x="5789613" y="4402138"/>
          <p14:tracePt t="274867" x="5776913" y="4402138"/>
          <p14:tracePt t="274940" x="5789613" y="4402138"/>
          <p14:tracePt t="274945" x="5810250" y="4402138"/>
          <p14:tracePt t="274954" x="5837238" y="4402138"/>
          <p14:tracePt t="274965" x="5878513" y="4402138"/>
          <p14:tracePt t="274980" x="5919788" y="4402138"/>
          <p14:tracePt t="274988" x="5973763" y="4402138"/>
          <p14:tracePt t="274998" x="6021388" y="4402138"/>
          <p14:tracePt t="275021" x="6089650" y="4402138"/>
          <p14:tracePt t="275075" x="6075363" y="4402138"/>
          <p14:tracePt t="275087" x="6048375" y="4402138"/>
          <p14:tracePt t="275101" x="6007100" y="4402138"/>
          <p14:tracePt t="275112" x="5959475" y="4402138"/>
          <p14:tracePt t="275121" x="5905500" y="4402138"/>
          <p14:tracePt t="275137" x="5851525" y="4402138"/>
          <p14:tracePt t="275146" x="5824538" y="4402138"/>
          <p14:tracePt t="275156" x="5789613" y="4402138"/>
          <p14:tracePt t="275192" x="5776913" y="4402138"/>
          <p14:tracePt t="275245" x="5789613" y="4402138"/>
          <p14:tracePt t="275255" x="5824538" y="4402138"/>
          <p14:tracePt t="275268" x="5878513" y="4402138"/>
          <p14:tracePt t="275279" x="5932488" y="4402138"/>
          <p14:tracePt t="275290" x="6007100" y="4402138"/>
          <p14:tracePt t="275309" x="6075363" y="4402138"/>
          <p14:tracePt t="275317" x="6129338" y="4402138"/>
          <p14:tracePt t="275326" x="6170613" y="4402138"/>
          <p14:tracePt t="275353" x="6184900" y="4402138"/>
          <p14:tracePt t="275392" x="6170613" y="4402138"/>
          <p14:tracePt t="275403" x="6129338" y="4402138"/>
          <p14:tracePt t="275414" x="6075363" y="4402138"/>
          <p14:tracePt t="275433" x="6021388" y="4402138"/>
          <p14:tracePt t="275439" x="5919788" y="4402138"/>
          <p14:tracePt t="275450" x="5824538" y="4414838"/>
          <p14:tracePt t="275463" x="5748338" y="4414838"/>
          <p14:tracePt t="275483" x="5694363" y="4414838"/>
          <p14:tracePt t="275527" x="5708650" y="4414838"/>
          <p14:tracePt t="275538" x="5721350" y="4414838"/>
          <p14:tracePt t="275549" x="5748338" y="4414838"/>
          <p14:tracePt t="275566" x="5810250" y="4414838"/>
          <p14:tracePt t="275577" x="5864225" y="4414838"/>
          <p14:tracePt t="275586" x="5959475" y="4414838"/>
          <p14:tracePt t="275603" x="6048375" y="4414838"/>
          <p14:tracePt t="275605" x="6129338" y="4414838"/>
          <p14:tracePt t="275617" x="6184900" y="4414838"/>
          <p14:tracePt t="275637" x="6218238" y="4414838"/>
          <p14:tracePt t="275639" x="6232525" y="4414838"/>
          <p14:tracePt t="275677" x="6218238" y="4414838"/>
          <p14:tracePt t="275685" x="6170613" y="4402138"/>
          <p14:tracePt t="275696" x="6102350" y="4402138"/>
          <p14:tracePt t="275719" x="6048375" y="4402138"/>
          <p14:tracePt t="275721" x="5973763" y="4402138"/>
          <p14:tracePt t="275729" x="5905500" y="4402138"/>
          <p14:tracePt t="275740" x="5878513" y="4402138"/>
          <p14:tracePt t="275755" x="5864225" y="4402138"/>
          <p14:tracePt t="275787" x="5878513" y="4402138"/>
          <p14:tracePt t="275797" x="5891213" y="4402138"/>
          <p14:tracePt t="275812" x="5905500" y="4402138"/>
          <p14:tracePt t="275822" x="5919788" y="4402138"/>
          <p14:tracePt t="275838" x="5946775" y="4402138"/>
          <p14:tracePt t="275846" x="5973763" y="4414838"/>
          <p14:tracePt t="275861" x="5986463" y="4414838"/>
          <p14:tracePt t="275883" x="6007100" y="4414838"/>
          <p14:tracePt t="275885" x="5986463" y="4414838"/>
          <p14:tracePt t="276189" x="6007100" y="4429125"/>
          <p14:tracePt t="276200" x="6021388" y="4456113"/>
          <p14:tracePt t="276215" x="6034088" y="4491038"/>
          <p14:tracePt t="276228" x="6034088" y="4530725"/>
          <p14:tracePt t="276235" x="6034088" y="4572000"/>
          <p14:tracePt t="276257" x="6034088" y="4652963"/>
          <p14:tracePt t="276258" x="6048375" y="4729163"/>
          <p14:tracePt t="276269" x="6048375" y="4872038"/>
          <p14:tracePt t="276280" x="6062663" y="5033963"/>
          <p14:tracePt t="276292" x="6062663" y="5164138"/>
          <p14:tracePt t="276308" x="6075363" y="5375275"/>
          <p14:tracePt t="276318" x="6102350" y="5572125"/>
          <p14:tracePt t="276327" x="6102350" y="5700713"/>
          <p14:tracePt t="276344" x="6116638" y="5884863"/>
          <p14:tracePt t="276354" x="6116638" y="5967413"/>
          <p14:tracePt t="276362" x="6116638" y="6081713"/>
          <p14:tracePt t="276386" x="6116638" y="6176963"/>
          <p14:tracePt t="276395" x="6116638" y="6224588"/>
          <p14:tracePt t="276407" x="6116638" y="6253163"/>
          <p14:tracePt t="276416" x="6116638" y="6265863"/>
          <p14:tracePt t="276442" x="6129338" y="6292850"/>
          <p14:tracePt t="276460" x="6129338" y="6307138"/>
          <p14:tracePt t="276478" x="6143625" y="6334125"/>
          <p14:tracePt t="276494" x="6157913" y="6361113"/>
          <p14:tracePt t="276497" x="6184900" y="6423025"/>
          <p14:tracePt t="276526" x="6232525" y="6557963"/>
          <p14:tracePt t="276539" x="6245225" y="6646863"/>
          <p14:tracePt t="276541" x="6259513" y="6700838"/>
          <p14:tracePt t="276552" x="6286500" y="6804025"/>
          <p14:tracePt t="277108" x="0" y="0"/>
        </p14:tracePtLst>
        <p14:tracePtLst>
          <p14:tracePt t="751010" x="4062413" y="6634163"/>
          <p14:tracePt t="751022" x="4075113" y="6307138"/>
          <p14:tracePt t="751037" x="4089400" y="6015038"/>
          <p14:tracePt t="751044" x="4075113" y="5503863"/>
          <p14:tracePt t="751056" x="4062413" y="4979988"/>
          <p14:tracePt t="751074" x="4027488" y="4470400"/>
          <p14:tracePt t="751085" x="3986213" y="4122738"/>
          <p14:tracePt t="751091" x="3919538" y="3694113"/>
          <p14:tracePt t="751102" x="3830638" y="3327400"/>
          <p14:tracePt t="751141" x="3551238" y="2625725"/>
          <p14:tracePt t="751151" x="3455988" y="2497138"/>
          <p14:tracePt t="751168" x="3327400" y="2366963"/>
          <p14:tracePt t="751192" x="3271838" y="2339975"/>
          <p14:tracePt t="751202" x="3238500" y="2339975"/>
          <p14:tracePt t="751213" x="3224213" y="2339975"/>
          <p14:tracePt t="751225" x="3197225" y="2339975"/>
          <p14:tracePt t="751243" x="3157538" y="2354263"/>
          <p14:tracePt t="751252" x="3128963" y="2387600"/>
          <p14:tracePt t="751276" x="3027363" y="2482850"/>
          <p14:tracePt t="751292" x="2932113" y="2586038"/>
          <p14:tracePt t="751303" x="2878138" y="2613025"/>
          <p14:tracePt t="751321" x="2816225" y="2625725"/>
          <p14:tracePt t="751342" x="2776538" y="2640013"/>
          <p14:tracePt t="751343" x="2720975" y="2640013"/>
          <p14:tracePt t="751355" x="2667000" y="2625725"/>
          <p14:tracePt t="751365" x="2592388" y="2598738"/>
          <p14:tracePt t="751395" x="2354263" y="2443163"/>
          <p14:tracePt t="751405" x="2286000" y="2414588"/>
          <p14:tracePt t="751418" x="2211388" y="2366963"/>
          <p14:tracePt t="751429" x="2143125" y="2354263"/>
          <p14:tracePt t="751443" x="2089150" y="2354263"/>
          <p14:tracePt t="751452" x="2054225" y="2354263"/>
          <p14:tracePt t="751461" x="2014538" y="2387600"/>
          <p14:tracePt t="751477" x="1973263" y="2428875"/>
          <p14:tracePt t="751487" x="1958975" y="2497138"/>
          <p14:tracePt t="751529" x="1931988" y="2768600"/>
          <p14:tracePt t="751540" x="1931988" y="2809875"/>
          <p14:tracePt t="751557" x="1931988" y="2851150"/>
          <p14:tracePt t="751567" x="1931988" y="2863850"/>
          <p14:tracePt t="751575" x="1931988" y="2878138"/>
          <p14:tracePt t="751586" x="1931988" y="2890838"/>
          <p14:tracePt t="751611" x="1946275" y="2890838"/>
          <p14:tracePt t="751641" x="1958975" y="2890838"/>
          <p14:tracePt t="751708" x="1973263" y="2905125"/>
          <p14:tracePt t="751729" x="1985963" y="2919413"/>
          <p14:tracePt t="751742" x="2000250" y="2919413"/>
          <p14:tracePt t="751753" x="2014538" y="2932113"/>
          <p14:tracePt t="751775" x="2041525" y="2946400"/>
          <p14:tracePt t="751777" x="2089150" y="2979738"/>
          <p14:tracePt t="751788" x="2116138" y="3006725"/>
          <p14:tracePt t="751809" x="2184400" y="3033713"/>
          <p14:tracePt t="751810" x="2238375" y="3048000"/>
          <p14:tracePt t="751838" x="2381250" y="3074988"/>
          <p14:tracePt t="751857" x="2470150" y="3089275"/>
          <p14:tracePt t="751859" x="2578100" y="3101975"/>
          <p14:tracePt t="751869" x="2681288" y="3101975"/>
          <p14:tracePt t="751878" x="2816225" y="3116263"/>
          <p14:tracePt t="751893" x="3000375" y="3116263"/>
          <p14:tracePt t="751904" x="3184525" y="3116263"/>
          <p14:tracePt t="751912" x="3313113" y="3128963"/>
          <p14:tracePt t="751925" x="3455988" y="3149600"/>
          <p14:tracePt t="751945" x="3551238" y="3149600"/>
          <p14:tracePt t="751947" x="3605213" y="3163888"/>
          <p14:tracePt t="751957" x="3667125" y="3176588"/>
          <p14:tracePt t="751980" x="3721100" y="3190875"/>
          <p14:tracePt t="751996" x="3735388" y="3190875"/>
          <p14:tracePt t="752006" x="3748088" y="3205163"/>
          <p14:tracePt t="752027" x="3776663" y="3217863"/>
          <p14:tracePt t="752043" x="3789363" y="3232150"/>
          <p14:tracePt t="752051" x="3863975" y="3271838"/>
          <p14:tracePt t="752077" x="4089400" y="3414713"/>
          <p14:tracePt t="752079" x="4313238" y="3586163"/>
          <p14:tracePt t="752091" x="4565650" y="3783013"/>
          <p14:tracePt t="752109" x="4837113" y="4021138"/>
          <p14:tracePt t="752120" x="5021263" y="4191000"/>
          <p14:tracePt t="752145" x="5483225" y="4687888"/>
          <p14:tracePt t="752161" x="5681663" y="4938713"/>
          <p14:tracePt t="752162" x="5810250" y="5137150"/>
          <p14:tracePt t="752170" x="5946775" y="5375275"/>
          <p14:tracePt t="752196" x="6129338" y="5741988"/>
          <p14:tracePt t="752214" x="6205538" y="5899150"/>
          <p14:tracePt t="752219" x="6259513" y="6015038"/>
          <p14:tracePt t="752229" x="6313488" y="6110288"/>
          <p14:tracePt t="752242" x="6340475" y="6164263"/>
          <p14:tracePt t="752258" x="6381750" y="6238875"/>
          <p14:tracePt t="752260" x="6429375" y="6307138"/>
          <p14:tracePt t="752292" x="6510338" y="6375400"/>
          <p14:tracePt t="752293" x="6578600" y="6435725"/>
          <p14:tracePt t="752294" x="6735763" y="6518275"/>
          <p14:tracePt t="752305" x="6905625" y="6605588"/>
          <p14:tracePt t="752324" x="7062788" y="6673850"/>
          <p14:tracePt t="752330" x="7232650" y="6729413"/>
          <p14:tracePt t="752339" x="7388225" y="6777038"/>
          <p14:tracePt t="752362" x="7510463" y="6804025"/>
          <p14:tracePt t="752375" x="7599363" y="6816725"/>
          <p14:tracePt t="752377" x="7681913" y="6831013"/>
          <p14:tracePt t="753492" x="0" y="0"/>
        </p14:tracePtLst>
        <p14:tracePtLst>
          <p14:tracePt t="755882" x="4062413" y="6673850"/>
          <p14:tracePt t="755896" x="4184650" y="6375400"/>
          <p14:tracePt t="755904" x="4327525" y="6015038"/>
          <p14:tracePt t="755915" x="4470400" y="5661025"/>
          <p14:tracePt t="755936" x="4578350" y="5387975"/>
          <p14:tracePt t="755943" x="4694238" y="5068888"/>
          <p14:tracePt t="755951" x="4789488" y="4810125"/>
          <p14:tracePt t="755961" x="4864100" y="4598988"/>
          <p14:tracePt t="755990" x="4946650" y="4387850"/>
          <p14:tracePt t="755998" x="4959350" y="4333875"/>
          <p14:tracePt t="756005" x="4959350" y="4292600"/>
          <p14:tracePt t="756043" x="4946650" y="4205288"/>
          <p14:tracePt t="756052" x="4946650" y="4191000"/>
          <p14:tracePt t="756062" x="4932363" y="4191000"/>
          <p14:tracePt t="756091" x="4919663" y="4164013"/>
          <p14:tracePt t="756099" x="4905375" y="4149725"/>
          <p14:tracePt t="756139" x="4851400" y="4075113"/>
          <p14:tracePt t="756140" x="4625975" y="3890963"/>
          <p14:tracePt t="756152" x="4381500" y="3756025"/>
          <p14:tracePt t="756169" x="4129088" y="3598863"/>
          <p14:tracePt t="756177" x="3946525" y="3497263"/>
          <p14:tracePt t="756200" x="3435350" y="3300413"/>
          <p14:tracePt t="756224" x="3089275" y="3217863"/>
          <p14:tracePt t="756232" x="2946400" y="3217863"/>
          <p14:tracePt t="756242" x="2830513" y="3232150"/>
          <p14:tracePt t="756270" x="2720975" y="3313113"/>
          <p14:tracePt t="756287" x="2693988" y="3375025"/>
          <p14:tracePt t="756289" x="2693988" y="3429000"/>
          <p14:tracePt t="756300" x="2708275" y="3470275"/>
          <p14:tracePt t="756327" x="2843213" y="3613150"/>
          <p14:tracePt t="756341" x="2959100" y="3652838"/>
          <p14:tracePt t="756351" x="3062288" y="3667125"/>
          <p14:tracePt t="756355" x="3259138" y="3667125"/>
          <p14:tracePt t="756373" x="3524250" y="3640138"/>
          <p14:tracePt t="756381" x="3735388" y="3586163"/>
          <p14:tracePt t="756389" x="4000500" y="3482975"/>
          <p14:tracePt t="756400" x="4197350" y="3375025"/>
          <p14:tracePt t="756423" x="4300538" y="3259138"/>
          <p14:tracePt t="756425" x="4327525" y="3205163"/>
          <p14:tracePt t="756454" x="4211638" y="3006725"/>
          <p14:tracePt t="756456" x="3986213" y="2851150"/>
          <p14:tracePt t="756468" x="3721100" y="2735263"/>
          <p14:tracePt t="756483" x="3271838" y="2565400"/>
          <p14:tracePt t="756507" x="2470150" y="2401888"/>
          <p14:tracePt t="756519" x="2157413" y="2354263"/>
          <p14:tracePt t="756527" x="1747838" y="2354263"/>
          <p14:tracePt t="756544" x="1565275" y="2387600"/>
          <p14:tracePt t="756552" x="1408113" y="2455863"/>
          <p14:tracePt t="756590" x="1354138" y="2524125"/>
          <p14:tracePt t="756592" x="1449388" y="2824163"/>
          <p14:tracePt t="756609" x="1604963" y="2979738"/>
          <p14:tracePt t="756623" x="1830388" y="3101975"/>
          <p14:tracePt t="756625" x="2027238" y="3163888"/>
          <p14:tracePt t="756643" x="2354263" y="3190875"/>
          <p14:tracePt t="756658" x="2605088" y="3190875"/>
          <p14:tracePt t="756659" x="2932113" y="3163888"/>
          <p14:tracePt t="756670" x="3116263" y="3128963"/>
          <p14:tracePt t="756680" x="3286125" y="3062288"/>
          <p14:tracePt t="756705" x="3395663" y="2979738"/>
          <p14:tracePt t="756716" x="3395663" y="2919413"/>
          <p14:tracePt t="756740" x="3300413" y="2809875"/>
          <p14:tracePt t="756750" x="3128963" y="2708275"/>
          <p14:tracePt t="756760" x="2946400" y="2652713"/>
          <p14:tracePt t="756782" x="2381250" y="2551113"/>
          <p14:tracePt t="756793" x="2054225" y="2538413"/>
          <p14:tracePt t="756818" x="1604963" y="2565400"/>
          <p14:tracePt t="756839" x="1435100" y="2598738"/>
          <p14:tracePt t="756840" x="1366838" y="2640013"/>
          <p14:tracePt t="756850" x="1300163" y="2681288"/>
          <p14:tracePt t="756871" x="1285875" y="2708275"/>
          <p14:tracePt t="756873" x="1265238" y="2735263"/>
          <p14:tracePt t="756900" x="1265238" y="2795588"/>
          <p14:tracePt t="756911" x="1300163" y="2824163"/>
          <p14:tracePt t="756927" x="1327150" y="2836863"/>
          <p14:tracePt t="756931" x="1366838" y="2863850"/>
          <p14:tracePt t="756955" x="1422400" y="2863850"/>
          <p14:tracePt t="756957" x="1524000" y="2878138"/>
          <p14:tracePt t="756964" x="1604963" y="2878138"/>
          <p14:tracePt t="756973" x="1681163" y="2878138"/>
          <p14:tracePt t="756987" x="1762125" y="2878138"/>
          <p14:tracePt t="756998" x="1803400" y="2863850"/>
          <p14:tracePt t="757007" x="1816100" y="2863850"/>
          <p14:tracePt t="757040" x="1816100" y="2851150"/>
          <p14:tracePt t="757069" x="1803400" y="2851150"/>
          <p14:tracePt t="757163" x="1816100" y="2851150"/>
          <p14:tracePt t="757174" x="1843088" y="2878138"/>
          <p14:tracePt t="757186" x="1857375" y="2890838"/>
          <p14:tracePt t="757200" x="1905000" y="2919413"/>
          <p14:tracePt t="757209" x="1946275" y="2932113"/>
          <p14:tracePt t="757221" x="1985963" y="2946400"/>
          <p14:tracePt t="757240" x="2041525" y="2967038"/>
          <p14:tracePt t="757249" x="2116138" y="2979738"/>
          <p14:tracePt t="757268" x="2211388" y="2994025"/>
          <p14:tracePt t="757297" x="2300288" y="3006725"/>
          <p14:tracePt t="757312" x="2327275" y="3006725"/>
          <p14:tracePt t="757316" x="2339975" y="3006725"/>
          <p14:tracePt t="757325" x="2354263" y="3006725"/>
          <p14:tracePt t="757342" x="2366963" y="3006725"/>
          <p14:tracePt t="757349" x="2395538" y="3006725"/>
          <p14:tracePt t="757360" x="2408238" y="3006725"/>
          <p14:tracePt t="757370" x="2449513" y="2994025"/>
          <p14:tracePt t="757383" x="2482850" y="2994025"/>
          <p14:tracePt t="757397" x="2509838" y="2994025"/>
          <p14:tracePt t="757406" x="2538413" y="2979738"/>
          <p14:tracePt t="757420" x="2551113" y="2967038"/>
          <p14:tracePt t="757452" x="2565400" y="2932113"/>
          <p14:tracePt t="757470" x="2565400" y="2919413"/>
          <p14:tracePt t="757471" x="2565400" y="2905125"/>
          <p14:tracePt t="757483" x="2551113" y="2890838"/>
          <p14:tracePt t="757496" x="2538413" y="2890838"/>
          <p14:tracePt t="757506" x="2509838" y="2878138"/>
          <p14:tracePt t="757525" x="2470150" y="2863850"/>
          <p14:tracePt t="757527" x="2422525" y="2851150"/>
          <p14:tracePt t="757554" x="2327275" y="2863850"/>
          <p14:tracePt t="757577" x="2271713" y="2878138"/>
          <p14:tracePt t="757585" x="2252663" y="2890838"/>
          <p14:tracePt t="757598" x="2238375" y="2905125"/>
          <p14:tracePt t="757619" x="2271713" y="2967038"/>
          <p14:tracePt t="757638" x="2312988" y="2994025"/>
          <p14:tracePt t="757639" x="2354263" y="3021013"/>
          <p14:tracePt t="757649" x="2449513" y="3033713"/>
          <p14:tracePt t="757672" x="2578100" y="3062288"/>
          <p14:tracePt t="757673" x="2747963" y="3062288"/>
          <p14:tracePt t="757685" x="2863850" y="3062288"/>
          <p14:tracePt t="757694" x="3062288" y="3048000"/>
          <p14:tracePt t="757707" x="3224213" y="3021013"/>
          <p14:tracePt t="757723" x="3340100" y="3006725"/>
          <p14:tracePt t="757733" x="3470275" y="2967038"/>
          <p14:tracePt t="757758" x="3605213" y="2919413"/>
          <p14:tracePt t="757764" x="3619500" y="2905125"/>
          <p14:tracePt t="757789" x="3633788" y="2890838"/>
          <p14:tracePt t="757807" x="3619500" y="2890838"/>
          <p14:tracePt t="757824" x="3605213" y="2890838"/>
          <p14:tracePt t="757841" x="3578225" y="2890838"/>
          <p14:tracePt t="757843" x="3551238" y="2890838"/>
          <p14:tracePt t="757852" x="3538538" y="2890838"/>
          <p14:tracePt t="757864" x="3524250" y="2890838"/>
          <p14:tracePt t="757890" x="3524250" y="2905125"/>
          <p14:tracePt t="757908" x="3538538" y="2919413"/>
          <p14:tracePt t="757926" x="3578225" y="2932113"/>
          <p14:tracePt t="757936" x="3619500" y="2946400"/>
          <p14:tracePt t="757966" x="3694113" y="2946400"/>
          <p14:tracePt t="757969" x="3803650" y="2946400"/>
          <p14:tracePt t="757976" x="3878263" y="2946400"/>
          <p14:tracePt t="757991" x="3919538" y="2932113"/>
          <p14:tracePt t="758004" x="3946525" y="2919413"/>
          <p14:tracePt t="758020" x="3959225" y="2905125"/>
          <p14:tracePt t="758021" x="3946525" y="2890838"/>
          <p14:tracePt t="758055" x="3890963" y="2836863"/>
          <p14:tracePt t="758056" x="3830638" y="2809875"/>
          <p14:tracePt t="758069" x="3735388" y="2782888"/>
          <p14:tracePt t="758093" x="3497263" y="2735263"/>
          <p14:tracePt t="758108" x="3408363" y="2735263"/>
          <p14:tracePt t="758110" x="3327400" y="2747963"/>
          <p14:tracePt t="758122" x="3259138" y="2768600"/>
          <p14:tracePt t="758137" x="3224213" y="2782888"/>
          <p14:tracePt t="758157" x="3170238" y="2851150"/>
          <p14:tracePt t="758167" x="3157538" y="2878138"/>
          <p14:tracePt t="758188" x="3170238" y="2932113"/>
          <p14:tracePt t="758223" x="3224213" y="3006725"/>
          <p14:tracePt t="758234" x="3271838" y="3006725"/>
          <p14:tracePt t="758252" x="3313113" y="3021013"/>
          <p14:tracePt t="758261" x="3367088" y="3021013"/>
          <p14:tracePt t="758278" x="3422650" y="3021013"/>
          <p14:tracePt t="758282" x="3482975" y="3021013"/>
          <p14:tracePt t="758290" x="3538538" y="3021013"/>
          <p14:tracePt t="758323" x="3578225" y="3006725"/>
          <p14:tracePt t="758325" x="3619500" y="2994025"/>
          <p14:tracePt t="758336" x="3652838" y="2979738"/>
          <p14:tracePt t="758337" x="3667125" y="2979738"/>
          <p14:tracePt t="758356" x="3681413" y="2979738"/>
          <p14:tracePt t="758368" x="3667125" y="2979738"/>
          <p14:tracePt t="758381" x="3667125" y="2967038"/>
          <p14:tracePt t="758393" x="3652838" y="2967038"/>
          <p14:tracePt t="758410" x="3619500" y="2967038"/>
          <p14:tracePt t="758418" x="3605213" y="2967038"/>
          <p14:tracePt t="758426" x="3592513" y="2967038"/>
          <p14:tracePt t="758456" x="3551238" y="2979738"/>
          <p14:tracePt t="758465" x="3538538" y="2979738"/>
          <p14:tracePt t="758473" x="3524250" y="2979738"/>
          <p14:tracePt t="758510" x="3524250" y="2994025"/>
          <p14:tracePt t="758537" x="3538538" y="2994025"/>
          <p14:tracePt t="758570" x="3524250" y="2979738"/>
          <p14:tracePt t="758806" x="3509963" y="2979738"/>
          <p14:tracePt t="758817" x="3482975" y="2979738"/>
          <p14:tracePt t="758828" x="3455988" y="2979738"/>
          <p14:tracePt t="758841" x="3422650" y="2979738"/>
          <p14:tracePt t="758852" x="3381375" y="2979738"/>
          <p14:tracePt t="758863" x="3340100" y="2979738"/>
          <p14:tracePt t="758883" x="3327400" y="2979738"/>
          <p14:tracePt t="758888" x="3300413" y="2994025"/>
          <p14:tracePt t="758898" x="3286125" y="2994025"/>
          <p14:tracePt t="758914" x="3271838" y="3006725"/>
          <p14:tracePt t="758924" x="3259138" y="3006725"/>
          <p14:tracePt t="758932" x="3259138" y="3021013"/>
          <p14:tracePt t="759075" x="3271838" y="3021013"/>
          <p14:tracePt t="759091" x="3286125" y="3021013"/>
          <p14:tracePt t="759100" x="3327400" y="3021013"/>
          <p14:tracePt t="759111" x="3381375" y="3021013"/>
          <p14:tracePt t="759133" x="3524250" y="3033713"/>
          <p14:tracePt t="759145" x="3633788" y="3021013"/>
          <p14:tracePt t="759163" x="3721100" y="3021013"/>
          <p14:tracePt t="759173" x="3830638" y="3006725"/>
          <p14:tracePt t="759181" x="3905250" y="3006725"/>
          <p14:tracePt t="759190" x="3959225" y="2994025"/>
          <p14:tracePt t="759218" x="3973513" y="2994025"/>
          <p14:tracePt t="759369" x="3986213" y="2994025"/>
          <p14:tracePt t="759383" x="4014788" y="3006725"/>
          <p14:tracePt t="759395" x="4027488" y="3006725"/>
          <p14:tracePt t="759492" x="4000500" y="3006725"/>
          <p14:tracePt t="759503" x="3959225" y="3006725"/>
          <p14:tracePt t="759514" x="3890963" y="3021013"/>
          <p14:tracePt t="759531" x="3762375" y="3048000"/>
          <p14:tracePt t="759539" x="3667125" y="3074988"/>
          <p14:tracePt t="759550" x="3455988" y="3149600"/>
          <p14:tracePt t="759572" x="3224213" y="3217863"/>
          <p14:tracePt t="759573" x="3062288" y="3259138"/>
          <p14:tracePt t="759584" x="2816225" y="3313113"/>
          <p14:tracePt t="759600" x="2592388" y="3360738"/>
          <p14:tracePt t="759612" x="2395538" y="3387725"/>
          <p14:tracePt t="759621" x="2271713" y="3387725"/>
          <p14:tracePt t="759629" x="2116138" y="3402013"/>
          <p14:tracePt t="759655" x="1946275" y="3387725"/>
          <p14:tracePt t="759662" x="1905000" y="3387725"/>
          <p14:tracePt t="759685" x="1878013" y="3387725"/>
          <p14:tracePt t="759796" x="1857375" y="3387725"/>
          <p14:tracePt t="759807" x="1843088" y="3387725"/>
          <p14:tracePt t="759819" x="1843088" y="3402013"/>
          <p14:tracePt t="759832" x="1830388" y="3402013"/>
          <p14:tracePt t="759854" x="1816100" y="3402013"/>
          <p14:tracePt t="759866" x="1789113" y="3402013"/>
          <p14:tracePt t="759884" x="1762125" y="3387725"/>
          <p14:tracePt t="759893" x="1720850" y="3387725"/>
          <p14:tracePt t="759900" x="1646238" y="3375025"/>
          <p14:tracePt t="759921" x="1592263" y="3360738"/>
          <p14:tracePt t="759924" x="1524000" y="3360738"/>
          <p14:tracePt t="759935" x="1462088" y="3348038"/>
          <p14:tracePt t="759969" x="1354138" y="3300413"/>
          <p14:tracePt t="759980" x="1339850" y="3300413"/>
          <p14:tracePt t="759997" x="1327150" y="3286125"/>
          <p14:tracePt t="760099" x="1339850" y="3286125"/>
          <p14:tracePt t="760111" x="1366838" y="3286125"/>
          <p14:tracePt t="760122" x="1395413" y="3300413"/>
          <p14:tracePt t="760135" x="1435100" y="3300413"/>
          <p14:tracePt t="760146" x="1482725" y="3313113"/>
          <p14:tracePt t="760157" x="1524000" y="3313113"/>
          <p14:tracePt t="760172" x="1577975" y="3313113"/>
          <p14:tracePt t="760180" x="1619250" y="3313113"/>
          <p14:tracePt t="760194" x="1681163" y="3327400"/>
          <p14:tracePt t="760207" x="1735138" y="3327400"/>
          <p14:tracePt t="760218" x="1789113" y="3327400"/>
          <p14:tracePt t="760229" x="1830388" y="3313113"/>
          <p14:tracePt t="760243" x="1857375" y="3313113"/>
          <p14:tracePt t="760251" x="1919288" y="3300413"/>
          <p14:tracePt t="760265" x="1958975" y="3286125"/>
          <p14:tracePt t="760293" x="2101850" y="3286125"/>
          <p14:tracePt t="760303" x="2157413" y="3286125"/>
          <p14:tracePt t="760320" x="2211388" y="3286125"/>
          <p14:tracePt t="760329" x="2286000" y="3286125"/>
          <p14:tracePt t="760348" x="2366963" y="3271838"/>
          <p14:tracePt t="760350" x="2422525" y="3271838"/>
          <p14:tracePt t="760364" x="2470150" y="3271838"/>
          <p14:tracePt t="760376" x="2509838" y="3271838"/>
          <p14:tracePt t="760401" x="2538413" y="3259138"/>
          <p14:tracePt t="760418" x="2551113" y="3244850"/>
          <p14:tracePt t="760429" x="2551113" y="3217863"/>
          <p14:tracePt t="760463" x="2509838" y="3190875"/>
          <p14:tracePt t="760472" x="2482850" y="3163888"/>
          <p14:tracePt t="760473" x="2435225" y="3149600"/>
          <p14:tracePt t="760486" x="2381250" y="3128963"/>
          <p14:tracePt t="760503" x="2312988" y="3116263"/>
          <p14:tracePt t="760512" x="2238375" y="3101975"/>
          <p14:tracePt t="760523" x="2170113" y="3101975"/>
          <p14:tracePt t="760530" x="2116138" y="3101975"/>
          <p14:tracePt t="760552" x="1973263" y="3101975"/>
          <p14:tracePt t="760562" x="1919288" y="3116263"/>
          <p14:tracePt t="760574" x="1857375" y="3116263"/>
          <p14:tracePt t="760595" x="1803400" y="3149600"/>
          <p14:tracePt t="760596" x="1747838" y="3163888"/>
          <p14:tracePt t="760607" x="1720850" y="3176588"/>
          <p14:tracePt t="760635" x="1646238" y="3217863"/>
          <p14:tracePt t="760645" x="1619250" y="3244850"/>
          <p14:tracePt t="760668" x="1604963" y="3271838"/>
          <p14:tracePt t="760678" x="1604963" y="3286125"/>
          <p14:tracePt t="760699" x="1633538" y="3300413"/>
          <p14:tracePt t="760720" x="1646238" y="3313113"/>
          <p14:tracePt t="760722" x="1681163" y="3327400"/>
          <p14:tracePt t="760732" x="1708150" y="3348038"/>
          <p14:tracePt t="760754" x="1747838" y="3360738"/>
          <p14:tracePt t="760755" x="1803400" y="3360738"/>
          <p14:tracePt t="760766" x="1890713" y="3375025"/>
          <p14:tracePt t="760791" x="2027238" y="3375025"/>
          <p14:tracePt t="760808" x="2128838" y="3375025"/>
          <p14:tracePt t="760816" x="2211388" y="3375025"/>
          <p14:tracePt t="760824" x="2312988" y="3348038"/>
          <p14:tracePt t="760847" x="2497138" y="3300413"/>
          <p14:tracePt t="760857" x="2551113" y="3286125"/>
          <p14:tracePt t="760867" x="2592388" y="3259138"/>
          <p14:tracePt t="760880" x="2605088" y="3232150"/>
          <p14:tracePt t="760898" x="2619375" y="3205163"/>
          <p14:tracePt t="760900" x="2605088" y="3190875"/>
          <p14:tracePt t="760912" x="2592388" y="3176588"/>
          <p14:tracePt t="760923" x="2538413" y="3149600"/>
          <p14:tracePt t="760935" x="2470150" y="3101975"/>
          <p14:tracePt t="760953" x="2327275" y="3074988"/>
          <p14:tracePt t="760962" x="2184400" y="3048000"/>
          <p14:tracePt t="760984" x="1958975" y="3006725"/>
          <p14:tracePt t="761018" x="1776413" y="3021013"/>
          <p14:tracePt t="761019" x="1720850" y="3048000"/>
          <p14:tracePt t="761030" x="1693863" y="3062288"/>
          <p14:tracePt t="761056" x="1660525" y="3074988"/>
          <p14:tracePt t="761065" x="1633538" y="3128963"/>
          <p14:tracePt t="761074" x="1633538" y="3163888"/>
          <p14:tracePt t="761090" x="1633538" y="3190875"/>
          <p14:tracePt t="761099" x="1633538" y="3217863"/>
          <p14:tracePt t="761105" x="1633538" y="3232150"/>
          <p14:tracePt t="761116" x="1633538" y="3244850"/>
          <p14:tracePt t="761125" x="1646238" y="3259138"/>
          <p14:tracePt t="761150" x="1720850" y="3271838"/>
          <p14:tracePt t="761175" x="1857375" y="3300413"/>
          <p14:tracePt t="761185" x="1931988" y="3300413"/>
          <p14:tracePt t="761204" x="2041525" y="3286125"/>
          <p14:tracePt t="761207" x="2197100" y="3271838"/>
          <p14:tracePt t="761220" x="2327275" y="3244850"/>
          <p14:tracePt t="761257" x="2482850" y="3149600"/>
          <p14:tracePt t="761269" x="2482850" y="3128963"/>
          <p14:tracePt t="761271" x="2470150" y="3101975"/>
          <p14:tracePt t="761290" x="2435225" y="3074988"/>
          <p14:tracePt t="761306" x="2366963" y="3033713"/>
          <p14:tracePt t="761311" x="2286000" y="3006725"/>
          <p14:tracePt t="761332" x="2157413" y="2979738"/>
          <p14:tracePt t="761335" x="2027238" y="2967038"/>
          <p14:tracePt t="761349" x="1905000" y="2967038"/>
          <p14:tracePt t="761350" x="1816100" y="2967038"/>
          <p14:tracePt t="761364" x="1735138" y="2979738"/>
          <p14:tracePt t="761376" x="1681163" y="3006725"/>
          <p14:tracePt t="761389" x="1633538" y="3033713"/>
          <p14:tracePt t="761412" x="1619250" y="3048000"/>
          <p14:tracePt t="761413" x="1619250" y="3074988"/>
          <p14:tracePt t="761424" x="1619250" y="3116263"/>
          <p14:tracePt t="761437" x="1619250" y="3149600"/>
          <p14:tracePt t="761445" x="1646238" y="3176588"/>
          <p14:tracePt t="761463" x="1708150" y="3232150"/>
          <p14:tracePt t="761484" x="1789113" y="3271838"/>
          <p14:tracePt t="761517" x="1931988" y="3271838"/>
          <p14:tracePt t="761519" x="2000250" y="3271838"/>
          <p14:tracePt t="761529" x="2089150" y="3271838"/>
          <p14:tracePt t="761541" x="2157413" y="3259138"/>
          <p14:tracePt t="761554" x="2211388" y="3244850"/>
          <p14:tracePt t="761569" x="2252663" y="3217863"/>
          <p14:tracePt t="761596" x="2300288" y="3190875"/>
          <p14:tracePt t="761599" x="2300288" y="3176588"/>
          <p14:tracePt t="761620" x="2300288" y="3163888"/>
          <p14:tracePt t="761623" x="2286000" y="3128963"/>
          <p14:tracePt t="761638" x="2252663" y="3128963"/>
          <p14:tracePt t="761649" x="2224088" y="3116263"/>
          <p14:tracePt t="761669" x="2184400" y="3101975"/>
          <p14:tracePt t="761672" x="2128838" y="3101975"/>
          <p14:tracePt t="761686" x="2101850" y="3101975"/>
          <p14:tracePt t="761687" x="2041525" y="3101975"/>
          <p14:tracePt t="761712" x="1973263" y="3101975"/>
          <p14:tracePt t="761721" x="1958975" y="3101975"/>
          <p14:tracePt t="761746" x="1946275" y="3116263"/>
          <p14:tracePt t="761757" x="1946275" y="3128963"/>
          <p14:tracePt t="761766" x="1946275" y="3149600"/>
          <p14:tracePt t="761784" x="1946275" y="3163888"/>
          <p14:tracePt t="761802" x="1958975" y="3176588"/>
          <p14:tracePt t="761814" x="1973263" y="3176588"/>
          <p14:tracePt t="761832" x="2000250" y="3190875"/>
          <p14:tracePt t="761834" x="2041525" y="3190875"/>
          <p14:tracePt t="761859" x="2128838" y="3205163"/>
          <p14:tracePt t="761869" x="2184400" y="3205163"/>
          <p14:tracePt t="761888" x="2252663" y="3217863"/>
          <p14:tracePt t="761890" x="2312988" y="3217863"/>
          <p14:tracePt t="761905" x="2366963" y="3217863"/>
          <p14:tracePt t="761918" x="2395538" y="3217863"/>
          <p14:tracePt t="761947" x="2366963" y="3217863"/>
          <p14:tracePt t="761966" x="2327275" y="3205163"/>
          <p14:tracePt t="761974" x="2300288" y="3205163"/>
          <p14:tracePt t="762216" x="2312988" y="3205163"/>
          <p14:tracePt t="762248" x="2327275" y="3205163"/>
          <p14:tracePt t="762261" x="2339975" y="3217863"/>
          <p14:tracePt t="762282" x="2354263" y="3217863"/>
          <p14:tracePt t="762294" x="2354263" y="3232150"/>
          <p14:tracePt t="762306" x="2366963" y="3232150"/>
          <p14:tracePt t="762331" x="2381250" y="3232150"/>
          <p14:tracePt t="762342" x="2381250" y="3244850"/>
          <p14:tracePt t="762352" x="2395538" y="3244850"/>
          <p14:tracePt t="762369" x="2395538" y="3259138"/>
          <p14:tracePt t="762378" x="2408238" y="3259138"/>
          <p14:tracePt t="762387" x="2408238" y="3271838"/>
          <p14:tracePt t="762397" x="2422525" y="3271838"/>
          <p14:tracePt t="762416" x="2435225" y="3286125"/>
          <p14:tracePt t="762418" x="2449513" y="3300413"/>
          <p14:tracePt t="762442" x="2497138" y="3313113"/>
          <p14:tracePt t="762453" x="2509838" y="3327400"/>
          <p14:tracePt t="762469" x="2524125" y="3327400"/>
          <p14:tracePt t="762479" x="2538413" y="3327400"/>
          <p14:tracePt t="762619" x="2538413" y="3313113"/>
          <p14:tracePt t="762643" x="2551113" y="3313113"/>
          <p14:tracePt t="762654" x="2551113" y="3300413"/>
          <p14:tracePt t="762711" x="2524125" y="3300413"/>
          <p14:tracePt t="762722" x="2482850" y="3300413"/>
          <p14:tracePt t="762734" x="2449513" y="3286125"/>
          <p14:tracePt t="762749" x="2395538" y="3286125"/>
          <p14:tracePt t="762760" x="2339975" y="3286125"/>
          <p14:tracePt t="762768" x="2286000" y="3286125"/>
          <p14:tracePt t="762779" x="2224088" y="3286125"/>
          <p14:tracePt t="762802" x="2128838" y="3271838"/>
          <p14:tracePt t="762812" x="2101850" y="3271838"/>
          <p14:tracePt t="762823" x="2074863" y="3271838"/>
          <p14:tracePt t="762844" x="2054225" y="3271838"/>
          <p14:tracePt t="762846" x="2041525" y="3271838"/>
          <p14:tracePt t="762857" x="2027238" y="3271838"/>
          <p14:tracePt t="762868" x="2000250" y="3271838"/>
          <p14:tracePt t="762888" x="1973263" y="3271838"/>
          <p14:tracePt t="762893" x="1958975" y="3271838"/>
          <p14:tracePt t="762904" x="1919288" y="3271838"/>
          <p14:tracePt t="762932" x="1830388" y="3271838"/>
          <p14:tracePt t="762937" x="1803400" y="3271838"/>
          <p14:tracePt t="762953" x="1762125" y="3271838"/>
          <p14:tracePt t="762962" x="1720850" y="3286125"/>
          <p14:tracePt t="762981" x="1693863" y="3286125"/>
          <p14:tracePt t="762983" x="1660525" y="3286125"/>
          <p14:tracePt t="762995" x="1646238" y="3286125"/>
          <p14:tracePt t="763007" x="1633538" y="3300413"/>
          <p14:tracePt t="763019" x="1619250" y="3300413"/>
          <p14:tracePt t="763031" x="1604963" y="3313113"/>
          <p14:tracePt t="763059" x="1592263" y="3348038"/>
          <p14:tracePt t="763060" x="1577975" y="3348038"/>
          <p14:tracePt t="763071" x="1565275" y="3375025"/>
          <p14:tracePt t="763085" x="1565275" y="3387725"/>
          <p14:tracePt t="763100" x="1550988" y="3402013"/>
          <p14:tracePt t="763112" x="1550988" y="3414713"/>
          <p14:tracePt t="763118" x="1538288" y="3429000"/>
          <p14:tracePt t="763137" x="1538288" y="3455988"/>
          <p14:tracePt t="763138" x="1538288" y="3470275"/>
          <p14:tracePt t="763150" x="1538288" y="3482975"/>
          <p14:tracePt t="763166" x="1538288" y="3497263"/>
          <p14:tracePt t="763185" x="1550988" y="3509963"/>
          <p14:tracePt t="763195" x="1565275" y="3530600"/>
          <p14:tracePt t="763234" x="1604963" y="3557588"/>
          <p14:tracePt t="763244" x="1633538" y="3571875"/>
          <p14:tracePt t="763268" x="1708150" y="3598863"/>
          <p14:tracePt t="763279" x="1735138" y="3598863"/>
          <p14:tracePt t="763294" x="1762125" y="3613150"/>
          <p14:tracePt t="763302" x="1803400" y="3613150"/>
          <p14:tracePt t="763318" x="1857375" y="3625850"/>
          <p14:tracePt t="763340" x="1905000" y="3640138"/>
          <p14:tracePt t="763351" x="1931988" y="3640138"/>
          <p14:tracePt t="763356" x="1958975" y="3640138"/>
          <p14:tracePt t="763371" x="2000250" y="3640138"/>
          <p14:tracePt t="763379" x="2041525" y="3652838"/>
          <p14:tracePt t="763388" x="2128838" y="3652838"/>
          <p14:tracePt t="763410" x="2184400" y="3652838"/>
          <p14:tracePt t="763412" x="2286000" y="3667125"/>
          <p14:tracePt t="763421" x="2395538" y="3667125"/>
          <p14:tracePt t="763431" x="2470150" y="3681413"/>
          <p14:tracePt t="763449" x="2592388" y="3681413"/>
          <p14:tracePt t="763462" x="2708275" y="3681413"/>
          <p14:tracePt t="763464" x="2830513" y="3681413"/>
          <p14:tracePt t="763478" x="2919413" y="3694113"/>
          <p14:tracePt t="763490" x="3014663" y="3694113"/>
          <p14:tracePt t="763501" x="3116263" y="3694113"/>
          <p14:tracePt t="763516" x="3197225" y="3694113"/>
          <p14:tracePt t="763528" x="3259138" y="3694113"/>
          <p14:tracePt t="763537" x="3327400" y="3681413"/>
          <p14:tracePt t="763566" x="3395663" y="3681413"/>
          <p14:tracePt t="763567" x="3435350" y="3681413"/>
          <p14:tracePt t="763579" x="3538538" y="3667125"/>
          <p14:tracePt t="763591" x="3565525" y="3667125"/>
          <p14:tracePt t="763600" x="3592513" y="3652838"/>
          <p14:tracePt t="763620" x="3619500" y="3652838"/>
          <p14:tracePt t="763628" x="3633788" y="3640138"/>
          <p14:tracePt t="763649" x="3652838" y="3640138"/>
          <p14:tracePt t="763650" x="3667125" y="3625850"/>
          <p14:tracePt t="763683" x="3721100" y="3598863"/>
          <p14:tracePt t="763694" x="3735388" y="3586163"/>
          <p14:tracePt t="763714" x="3789363" y="3557588"/>
          <p14:tracePt t="763735" x="3803650" y="3544888"/>
          <p14:tracePt t="763736" x="3816350" y="3509963"/>
          <p14:tracePt t="763746" x="3851275" y="3497263"/>
          <p14:tracePt t="763763" x="3851275" y="3470275"/>
          <p14:tracePt t="763770" x="3863975" y="3470275"/>
          <p14:tracePt t="763780" x="3863975" y="3455988"/>
          <p14:tracePt t="763797" x="3863975" y="3429000"/>
          <p14:tracePt t="763819" x="3830638" y="3402013"/>
          <p14:tracePt t="763829" x="3803650" y="3387725"/>
          <p14:tracePt t="763853" x="3694113" y="3348038"/>
          <p14:tracePt t="763870" x="3605213" y="3327400"/>
          <p14:tracePt t="763872" x="3509963" y="3313113"/>
          <p14:tracePt t="763904" x="3313113" y="3286125"/>
          <p14:tracePt t="763906" x="3184525" y="3286125"/>
          <p14:tracePt t="763917" x="3074988" y="3271838"/>
          <p14:tracePt t="763938" x="2986088" y="3271838"/>
          <p14:tracePt t="763942" x="2905125" y="3271838"/>
          <p14:tracePt t="763948" x="2830513" y="3271838"/>
          <p14:tracePt t="763965" x="2762250" y="3271838"/>
          <p14:tracePt t="763979" x="2720975" y="3271838"/>
          <p14:tracePt t="763983" x="2667000" y="3271838"/>
          <p14:tracePt t="763993" x="2605088" y="3271838"/>
          <p14:tracePt t="764022" x="2509838" y="3271838"/>
          <p14:tracePt t="764030" x="2435225" y="3271838"/>
          <p14:tracePt t="764048" x="2366963" y="3271838"/>
          <p14:tracePt t="764050" x="2300288" y="3271838"/>
          <p14:tracePt t="764065" x="2224088" y="3271838"/>
          <p14:tracePt t="764072" x="2170113" y="3286125"/>
          <p14:tracePt t="764084" x="2101850" y="3286125"/>
          <p14:tracePt t="764117" x="2014538" y="3286125"/>
          <p14:tracePt t="764119" x="1973263" y="3286125"/>
          <p14:tracePt t="764129" x="1931988" y="3286125"/>
          <p14:tracePt t="764151" x="1905000" y="3300413"/>
          <p14:tracePt t="764154" x="1878013" y="3300413"/>
          <p14:tracePt t="764161" x="1830388" y="3300413"/>
          <p14:tracePt t="764180" x="1803400" y="3313113"/>
          <p14:tracePt t="764195" x="1776413" y="3313113"/>
          <p14:tracePt t="764196" x="1747838" y="3327400"/>
          <p14:tracePt t="764207" x="1720850" y="3348038"/>
          <p14:tracePt t="764235" x="1693863" y="3360738"/>
          <p14:tracePt t="764246" x="1660525" y="3375025"/>
          <p14:tracePt t="764264" x="1633538" y="3387725"/>
          <p14:tracePt t="764284" x="1633538" y="3402013"/>
          <p14:tracePt t="764285" x="1619250" y="3402013"/>
          <p14:tracePt t="764298" x="1619250" y="3414713"/>
          <p14:tracePt t="764321" x="1619250" y="3429000"/>
          <p14:tracePt t="764332" x="1619250" y="3443288"/>
          <p14:tracePt t="764356" x="1619250" y="3455988"/>
          <p14:tracePt t="764368" x="1619250" y="3470275"/>
          <p14:tracePt t="764376" x="1633538" y="3497263"/>
          <p14:tracePt t="764402" x="1660525" y="3544888"/>
          <p14:tracePt t="764412" x="1693863" y="3557588"/>
          <p14:tracePt t="764437" x="1735138" y="3586163"/>
          <p14:tracePt t="764443" x="1762125" y="3598863"/>
          <p14:tracePt t="764469" x="1803400" y="3613150"/>
          <p14:tracePt t="764479" x="1843088" y="3625850"/>
          <p14:tracePt t="764521" x="1973263" y="3625850"/>
          <p14:tracePt t="764522" x="2027238" y="3640138"/>
          <p14:tracePt t="764533" x="2089150" y="3640138"/>
          <p14:tracePt t="764550" x="2143125" y="3640138"/>
          <p14:tracePt t="764560" x="2211388" y="3640138"/>
          <p14:tracePt t="764568" x="2286000" y="3640138"/>
          <p14:tracePt t="764579" x="2366963" y="3640138"/>
          <p14:tracePt t="764613" x="2422525" y="3640138"/>
          <p14:tracePt t="764614" x="2524125" y="3640138"/>
          <p14:tracePt t="764625" x="2619375" y="3640138"/>
          <p14:tracePt t="764626" x="2720975" y="3640138"/>
          <p14:tracePt t="764637" x="2789238" y="3640138"/>
          <p14:tracePt t="764648" x="2890838" y="3625850"/>
          <p14:tracePt t="764666" x="2973388" y="3625850"/>
          <p14:tracePt t="764673" x="3041650" y="3625850"/>
          <p14:tracePt t="764684" x="3116263" y="3613150"/>
          <p14:tracePt t="764698" x="3184525" y="3613150"/>
          <p14:tracePt t="764707" x="3238500" y="3598863"/>
          <p14:tracePt t="764727" x="3286125" y="3598863"/>
          <p14:tracePt t="764730" x="3327400" y="3586163"/>
          <p14:tracePt t="764745" x="3367088" y="3586163"/>
          <p14:tracePt t="764752" x="3408363" y="3571875"/>
          <p14:tracePt t="764776" x="3482975" y="3557588"/>
          <p14:tracePt t="764786" x="3509963" y="3544888"/>
          <p14:tracePt t="764801" x="3538538" y="3544888"/>
          <p14:tracePt t="764810" x="3565525" y="3530600"/>
          <p14:tracePt t="764829" x="3605213" y="3497263"/>
          <p14:tracePt t="764840" x="3619500" y="3482975"/>
          <p14:tracePt t="764862" x="3633788" y="3470275"/>
          <p14:tracePt t="764863" x="3652838" y="3455988"/>
          <p14:tracePt t="764886" x="3667125" y="3429000"/>
          <p14:tracePt t="764908" x="3633788" y="3402013"/>
          <p14:tracePt t="764918" x="3605213" y="3387725"/>
          <p14:tracePt t="764928" x="3565525" y="3360738"/>
          <p14:tracePt t="764940" x="3482975" y="3327400"/>
          <p14:tracePt t="764954" x="3367088" y="3286125"/>
          <p14:tracePt t="764964" x="3271838" y="3259138"/>
          <p14:tracePt t="764985" x="2986088" y="3205163"/>
          <p14:tracePt t="765002" x="2830513" y="3176588"/>
          <p14:tracePt t="765010" x="2720975" y="3149600"/>
          <p14:tracePt t="765037" x="2435225" y="3116263"/>
          <p14:tracePt t="765043" x="2339975" y="3116263"/>
          <p14:tracePt t="765052" x="2224088" y="3116263"/>
          <p14:tracePt t="765067" x="2143125" y="3116263"/>
          <p14:tracePt t="765080" x="2074863" y="3128963"/>
          <p14:tracePt t="765088" x="2014538" y="3128963"/>
          <p14:tracePt t="765129" x="1843088" y="3190875"/>
          <p14:tracePt t="765131" x="1803400" y="3217863"/>
          <p14:tracePt t="765143" x="1747838" y="3232150"/>
          <p14:tracePt t="765163" x="1660525" y="3271838"/>
          <p14:tracePt t="765183" x="1619250" y="3286125"/>
          <p14:tracePt t="765193" x="1604963" y="3300413"/>
          <p14:tracePt t="765202" x="1592263" y="3300413"/>
          <p14:tracePt t="765221" x="1577975" y="3313113"/>
          <p14:tracePt t="765230" x="1565275" y="3313113"/>
          <p14:tracePt t="765250" x="1565275" y="3327400"/>
          <p14:tracePt t="765257" x="1565275" y="3348038"/>
          <p14:tracePt t="765268" x="1550988" y="3348038"/>
          <p14:tracePt t="765277" x="1550988" y="3360738"/>
          <p14:tracePt t="765304" x="1550988" y="3402013"/>
          <p14:tracePt t="765314" x="1550988" y="3414713"/>
          <p14:tracePt t="765323" x="1550988" y="3443288"/>
          <p14:tracePt t="765359" x="1565275" y="3544888"/>
          <p14:tracePt t="765369" x="1592263" y="3586163"/>
          <p14:tracePt t="765388" x="1619250" y="3613150"/>
          <p14:tracePt t="765401" x="1660525" y="3652838"/>
          <p14:tracePt t="765402" x="1720850" y="3681413"/>
          <p14:tracePt t="765430" x="1843088" y="3741738"/>
          <p14:tracePt t="765452" x="2014538" y="3783013"/>
          <p14:tracePt t="765465" x="2101850" y="3795713"/>
          <p14:tracePt t="765466" x="2197100" y="3795713"/>
          <p14:tracePt t="765478" x="2300288" y="3810000"/>
          <p14:tracePt t="765496" x="2366963" y="3810000"/>
          <p14:tracePt t="765506" x="2422525" y="3810000"/>
          <p14:tracePt t="765521" x="2470150" y="3810000"/>
          <p14:tracePt t="765528" x="2482850" y="3795713"/>
          <p14:tracePt t="765537" x="2470150" y="3795713"/>
          <p14:tracePt t="765780" x="2482850" y="3795713"/>
          <p14:tracePt t="765815" x="2497138" y="3783013"/>
          <p14:tracePt t="765850" x="2509838" y="3768725"/>
          <p14:tracePt t="765876" x="2524125" y="3768725"/>
          <p14:tracePt t="765885" x="2524125" y="3756025"/>
          <p14:tracePt t="765895" x="2538413" y="3756025"/>
          <p14:tracePt t="765914" x="2551113" y="3756025"/>
          <p14:tracePt t="765921" x="2551113" y="3741738"/>
          <p14:tracePt t="765931" x="2565400" y="3741738"/>
          <p14:tracePt t="765941" x="2565400" y="3729038"/>
          <p14:tracePt t="765966" x="2592388" y="3708400"/>
          <p14:tracePt t="765985" x="2605088" y="3694113"/>
          <p14:tracePt t="766009" x="2619375" y="3681413"/>
          <p14:tracePt t="766031" x="2633663" y="3667125"/>
          <p14:tracePt t="766052" x="2646363" y="3652838"/>
          <p14:tracePt t="766084" x="2667000" y="3652838"/>
          <p14:tracePt t="766114" x="2667000" y="3640138"/>
          <p14:tracePt t="766226" x="2667000" y="3625850"/>
          <p14:tracePt t="766252" x="2681288" y="3625850"/>
          <p14:tracePt t="766281" x="2681288" y="3613150"/>
          <p14:tracePt t="766344" x="2681288" y="3598863"/>
          <p14:tracePt t="766660" x="2693988" y="3598863"/>
          <p14:tracePt t="766705" x="2708275" y="3586163"/>
          <p14:tracePt t="766716" x="2720975" y="3586163"/>
          <p14:tracePt t="766738" x="2735263" y="3586163"/>
          <p14:tracePt t="766749" x="2735263" y="3571875"/>
          <p14:tracePt t="766760" x="2747963" y="3571875"/>
          <p14:tracePt t="766786" x="2762250" y="3571875"/>
          <p14:tracePt t="766807" x="2762250" y="3557588"/>
          <p14:tracePt t="766832" x="2776538" y="3557588"/>
          <p14:tracePt t="767569" x="2789238" y="3557588"/>
          <p14:tracePt t="767581" x="2803525" y="3557588"/>
          <p14:tracePt t="767618" x="2816225" y="3557588"/>
          <p14:tracePt t="767907" x="2830513" y="3557588"/>
          <p14:tracePt t="767930" x="2843213" y="3557588"/>
          <p14:tracePt t="767942" x="2863850" y="3557588"/>
          <p14:tracePt t="767978" x="2863850" y="3544888"/>
          <p14:tracePt t="767996" x="2878138" y="3544888"/>
          <p14:tracePt t="768168" x="2878138" y="3557588"/>
          <p14:tracePt t="768191" x="2878138" y="3571875"/>
          <p14:tracePt t="768201" x="2878138" y="3586163"/>
          <p14:tracePt t="768226" x="2863850" y="3598863"/>
          <p14:tracePt t="768238" x="2816225" y="3613150"/>
          <p14:tracePt t="768250" x="2776538" y="3613150"/>
          <p14:tracePt t="768538" x="2789238" y="3613150"/>
          <p14:tracePt t="768549" x="2803525" y="3613150"/>
          <p14:tracePt t="768561" x="2816225" y="3625850"/>
          <p14:tracePt t="768584" x="2830513" y="3625850"/>
          <p14:tracePt t="768607" x="2830513" y="3640138"/>
          <p14:tracePt t="768630" x="2830513" y="3652838"/>
          <p14:tracePt t="768640" x="2843213" y="3652838"/>
          <p14:tracePt t="768651" x="2843213" y="3667125"/>
          <p14:tracePt t="768662" x="2863850" y="3681413"/>
          <p14:tracePt t="768678" x="2863850" y="3694113"/>
          <p14:tracePt t="768688" x="2890838" y="3708400"/>
          <p14:tracePt t="768713" x="2932113" y="3741738"/>
          <p14:tracePt t="768722" x="2946400" y="3756025"/>
          <p14:tracePt t="768731" x="2973388" y="3756025"/>
          <p14:tracePt t="768749" x="2973388" y="3768725"/>
          <p14:tracePt t="768759" x="2986088" y="3768725"/>
          <p14:tracePt t="768832" x="2973388" y="3768725"/>
          <p14:tracePt t="768843" x="2946400" y="3768725"/>
          <p14:tracePt t="768859" x="2905125" y="3783013"/>
          <p14:tracePt t="768871" x="2816225" y="3783013"/>
          <p14:tracePt t="768879" x="2708275" y="3783013"/>
          <p14:tracePt t="768896" x="2619375" y="3783013"/>
          <p14:tracePt t="768904" x="2482850" y="3783013"/>
          <p14:tracePt t="768912" x="2354263" y="3783013"/>
          <p14:tracePt t="768924" x="2252663" y="3783013"/>
          <p14:tracePt t="768946" x="2089150" y="3783013"/>
          <p14:tracePt t="768955" x="2027238" y="3783013"/>
          <p14:tracePt t="768966" x="2000250" y="3783013"/>
          <p14:tracePt t="768978" x="1973263" y="3783013"/>
          <p14:tracePt t="768996" x="1946275" y="3783013"/>
          <p14:tracePt t="769012" x="1931988" y="3783013"/>
          <p14:tracePt t="769074" x="1931988" y="3795713"/>
          <p14:tracePt t="769144" x="1946275" y="3795713"/>
          <p14:tracePt t="769156" x="1958975" y="3795713"/>
          <p14:tracePt t="769172" x="1973263" y="3795713"/>
          <p14:tracePt t="769180" x="2014538" y="3810000"/>
          <p14:tracePt t="769192" x="2054225" y="3810000"/>
          <p14:tracePt t="769214" x="2116138" y="3824288"/>
          <p14:tracePt t="769215" x="2143125" y="3824288"/>
          <p14:tracePt t="769225" x="2197100" y="3824288"/>
          <p14:tracePt t="769242" x="2238375" y="3824288"/>
          <p14:tracePt t="769253" x="2271713" y="3824288"/>
          <p14:tracePt t="769260" x="2286000" y="3824288"/>
          <p14:tracePt t="769269" x="2312988" y="3824288"/>
          <p14:tracePt t="769298" x="2339975" y="3824288"/>
          <p14:tracePt t="769306" x="2354263" y="3824288"/>
          <p14:tracePt t="769315" x="2381250" y="3824288"/>
          <p14:tracePt t="769345" x="2435225" y="3824288"/>
          <p14:tracePt t="769354" x="2482850" y="3824288"/>
          <p14:tracePt t="769363" x="2524125" y="3824288"/>
          <p14:tracePt t="769382" x="2578100" y="3824288"/>
          <p14:tracePt t="769386" x="2605088" y="3824288"/>
          <p14:tracePt t="769392" x="2646363" y="3824288"/>
          <p14:tracePt t="769409" x="2681288" y="3824288"/>
          <p14:tracePt t="769420" x="2693988" y="3824288"/>
          <p14:tracePt t="769430" x="2708275" y="3824288"/>
          <p14:tracePt t="769450" x="2693988" y="3824288"/>
          <p14:tracePt t="769462" x="2646363" y="3824288"/>
          <p14:tracePt t="769787" x="2667000" y="3824288"/>
          <p14:tracePt t="769798" x="2646363" y="3824288"/>
          <p14:tracePt t="769854" x="2633663" y="3824288"/>
          <p14:tracePt t="769866" x="2619375" y="3824288"/>
          <p14:tracePt t="769866" x="2619375" y="3836988"/>
          <p14:tracePt t="769880" x="2592388" y="3836988"/>
          <p14:tracePt t="769891" x="2565400" y="3836988"/>
          <p14:tracePt t="769900" x="2551113" y="3836988"/>
          <p14:tracePt t="769919" x="2538413" y="3836988"/>
          <p14:tracePt t="769924" x="2524125" y="3836988"/>
          <p14:tracePt t="769947" x="2509838" y="3836988"/>
          <p14:tracePt t="770033" x="2524125" y="3836988"/>
          <p14:tracePt t="770060" x="2538413" y="3836988"/>
          <p14:tracePt t="770068" x="2551113" y="3836988"/>
          <p14:tracePt t="770080" x="2578100" y="3836988"/>
          <p14:tracePt t="770097" x="2605088" y="3836988"/>
          <p14:tracePt t="770105" x="2633663" y="3836988"/>
          <p14:tracePt t="770117" x="2667000" y="3836988"/>
          <p14:tracePt t="770125" x="2693988" y="3836988"/>
          <p14:tracePt t="770149" x="2747963" y="3836988"/>
          <p14:tracePt t="770160" x="2762250" y="3836988"/>
          <p14:tracePt t="770169" x="2776538" y="3836988"/>
          <p14:tracePt t="770194" x="2789238" y="3836988"/>
          <p14:tracePt t="770215" x="2803525" y="3836988"/>
          <p14:tracePt t="770249" x="2816225" y="3836988"/>
          <p14:tracePt t="770259" x="2830513" y="3836988"/>
          <p14:tracePt t="770280" x="2843213" y="3851275"/>
          <p14:tracePt t="770287" x="2863850" y="3851275"/>
          <p14:tracePt t="770304" x="2878138" y="3851275"/>
          <p14:tracePt t="770308" x="2890838" y="3851275"/>
          <p14:tracePt t="770316" x="2905125" y="3851275"/>
          <p14:tracePt t="770451" x="2890838" y="3851275"/>
          <p14:tracePt t="770463" x="2863850" y="3851275"/>
          <p14:tracePt t="770479" x="2803525" y="3863975"/>
          <p14:tracePt t="770665" x="2816225" y="3863975"/>
          <p14:tracePt t="770676" x="2843213" y="3863975"/>
          <p14:tracePt t="770685" x="2863850" y="3863975"/>
          <p14:tracePt t="770697" x="2878138" y="3863975"/>
          <p14:tracePt t="770709" x="2890838" y="3878263"/>
          <p14:tracePt t="770732" x="2905125" y="3878263"/>
          <p14:tracePt t="770765" x="2919413" y="3878263"/>
          <p14:tracePt t="770799" x="2932113" y="3878263"/>
          <p14:tracePt t="770823" x="2946400" y="3878263"/>
          <p14:tracePt t="770840" x="2959100" y="3878263"/>
          <p14:tracePt t="770848" x="2986088" y="3878263"/>
          <p14:tracePt t="770861" x="3000375" y="3878263"/>
          <p14:tracePt t="770879" x="3027363" y="3878263"/>
          <p14:tracePt t="770909" x="3089275" y="3890963"/>
          <p14:tracePt t="770918" x="3128963" y="3890963"/>
          <p14:tracePt t="770928" x="3143250" y="3890963"/>
          <p14:tracePt t="770959" x="3157538" y="3890963"/>
          <p14:tracePt t="771080" x="3170238" y="3890963"/>
          <p14:tracePt t="771092" x="3184525" y="3890963"/>
          <p14:tracePt t="771108" x="3197225" y="3890963"/>
          <p14:tracePt t="771120" x="3211513" y="3890963"/>
          <p14:tracePt t="771128" x="3238500" y="3911600"/>
          <p14:tracePt t="771145" x="3271838" y="3911600"/>
          <p14:tracePt t="771153" x="3313113" y="3911600"/>
          <p14:tracePt t="771162" x="3354388" y="3911600"/>
          <p14:tracePt t="771173" x="3408363" y="3911600"/>
          <p14:tracePt t="771193" x="3524250" y="3890963"/>
          <p14:tracePt t="771205" x="3578225" y="3890963"/>
          <p14:tracePt t="771217" x="3619500" y="3890963"/>
          <p14:tracePt t="771228" x="3652838" y="3890963"/>
          <p14:tracePt t="771247" x="3681413" y="3890963"/>
          <p14:tracePt t="771252" x="3708400" y="3890963"/>
          <p14:tracePt t="771276" x="3721100" y="3890963"/>
          <p14:tracePt t="771340" x="3735388" y="3890963"/>
          <p14:tracePt t="771358" x="3748088" y="3890963"/>
          <p14:tracePt t="771365" x="3762375" y="3878263"/>
          <p14:tracePt t="771378" x="3776663" y="3878263"/>
          <p14:tracePt t="771395" x="3816350" y="3878263"/>
          <p14:tracePt t="771410" x="3830638" y="3878263"/>
          <p14:tracePt t="771418" x="3851275" y="3878263"/>
          <p14:tracePt t="771453" x="3863975" y="3878263"/>
          <p14:tracePt t="771476" x="3878263" y="3878263"/>
          <p14:tracePt t="771495" x="3890963" y="3878263"/>
          <p14:tracePt t="771497" x="3905250" y="3878263"/>
          <p14:tracePt t="771508" x="3932238" y="3878263"/>
          <p14:tracePt t="771529" x="3973513" y="3878263"/>
          <p14:tracePt t="771531" x="4027488" y="3878263"/>
          <p14:tracePt t="771543" x="4102100" y="3878263"/>
          <p14:tracePt t="771559" x="4170363" y="3878263"/>
          <p14:tracePt t="771569" x="4300538" y="3878263"/>
          <p14:tracePt t="771577" x="4443413" y="3878263"/>
          <p14:tracePt t="771620" x="4776788" y="3878263"/>
          <p14:tracePt t="771622" x="4864100" y="3878263"/>
          <p14:tracePt t="771637" x="4946650" y="3878263"/>
          <p14:tracePt t="771646" x="4986338" y="3878263"/>
          <p14:tracePt t="771660" x="5033963" y="3863975"/>
          <p14:tracePt t="771670" x="5075238" y="3863975"/>
          <p14:tracePt t="771678" x="5089525" y="3851275"/>
          <p14:tracePt t="771692" x="5116513" y="3851275"/>
          <p14:tracePt t="771702" x="5129213" y="3836988"/>
          <p14:tracePt t="771711" x="5143500" y="3824288"/>
          <p14:tracePt t="771727" x="5157788" y="3824288"/>
          <p14:tracePt t="771741" x="5157788" y="3810000"/>
          <p14:tracePt t="771749" x="5157788" y="3795713"/>
          <p14:tracePt t="771759" x="5157788" y="3783013"/>
          <p14:tracePt t="771769" x="5157788" y="3768725"/>
          <p14:tracePt t="771790" x="5143500" y="3729038"/>
          <p14:tracePt t="771805" x="5129213" y="3694113"/>
          <p14:tracePt t="771827" x="5048250" y="3640138"/>
          <p14:tracePt t="771840" x="4973638" y="3598863"/>
          <p14:tracePt t="771865" x="4824413" y="3557588"/>
          <p14:tracePt t="771878" x="4735513" y="3530600"/>
          <p14:tracePt t="771881" x="4681538" y="3530600"/>
          <p14:tracePt t="771903" x="4538663" y="3509963"/>
          <p14:tracePt t="771913" x="4483100" y="3509963"/>
          <p14:tracePt t="771927" x="4443413" y="3509963"/>
          <p14:tracePt t="771948" x="4395788" y="3509963"/>
          <p14:tracePt t="771958" x="4354513" y="3530600"/>
          <p14:tracePt t="771960" x="4300538" y="3544888"/>
          <p14:tracePt t="771971" x="4271963" y="3557588"/>
          <p14:tracePt t="771991" x="4211638" y="3571875"/>
          <p14:tracePt t="771993" x="4170363" y="3598863"/>
          <p14:tracePt t="772026" x="4027488" y="3667125"/>
          <p14:tracePt t="772058" x="3973513" y="3708400"/>
          <p14:tracePt t="772059" x="3946525" y="3729038"/>
          <p14:tracePt t="772090" x="3919538" y="3756025"/>
          <p14:tracePt t="772097" x="3919538" y="3768725"/>
          <p14:tracePt t="772106" x="3919538" y="3783013"/>
          <p14:tracePt t="772117" x="3919538" y="3795713"/>
          <p14:tracePt t="772144" x="3919538" y="3824288"/>
          <p14:tracePt t="772154" x="3932238" y="3836988"/>
          <p14:tracePt t="772163" x="3946525" y="3851275"/>
          <p14:tracePt t="772185" x="3959225" y="3851275"/>
          <p14:tracePt t="772187" x="3986213" y="3863975"/>
          <p14:tracePt t="772195" x="4027488" y="3878263"/>
          <p14:tracePt t="772224" x="4102100" y="3911600"/>
          <p14:tracePt t="772240" x="4170363" y="3911600"/>
          <p14:tracePt t="772241" x="4259263" y="3925888"/>
          <p14:tracePt t="772255" x="4313238" y="3938588"/>
          <p14:tracePt t="772265" x="4429125" y="3952875"/>
          <p14:tracePt t="772280" x="4524375" y="3967163"/>
          <p14:tracePt t="772304" x="4721225" y="3967163"/>
          <p14:tracePt t="772311" x="4837113" y="3967163"/>
          <p14:tracePt t="772326" x="4919663" y="3952875"/>
          <p14:tracePt t="772336" x="5000625" y="3938588"/>
          <p14:tracePt t="772358" x="5048250" y="3925888"/>
          <p14:tracePt t="772373" x="5129213" y="3836988"/>
          <p14:tracePt t="772397" x="5157788" y="3768725"/>
          <p14:tracePt t="772399" x="5157788" y="3741738"/>
          <p14:tracePt t="772413" x="5143500" y="3694113"/>
          <p14:tracePt t="772434" x="5102225" y="3640138"/>
          <p14:tracePt t="772444" x="5048250" y="3598863"/>
          <p14:tracePt t="772461" x="4959350" y="3571875"/>
          <p14:tracePt t="772470" x="4864100" y="3544888"/>
          <p14:tracePt t="772492" x="4625975" y="3509963"/>
          <p14:tracePt t="772525" x="4443413" y="3497263"/>
          <p14:tracePt t="772527" x="4354513" y="3497263"/>
          <p14:tracePt t="772538" x="4271963" y="3497263"/>
          <p14:tracePt t="772547" x="4197350" y="3509963"/>
          <p14:tracePt t="772563" x="4102100" y="3509963"/>
          <p14:tracePt t="772571" x="4014788" y="3544888"/>
          <p14:tracePt t="772598" x="3905250" y="3586163"/>
          <p14:tracePt t="772605" x="3863975" y="3613150"/>
          <p14:tracePt t="772619" x="3830638" y="3640138"/>
          <p14:tracePt t="772639" x="3816350" y="3667125"/>
          <p14:tracePt t="772641" x="3803650" y="3694113"/>
          <p14:tracePt t="772658" x="3803650" y="3729038"/>
          <p14:tracePt t="772659" x="3789363" y="3768725"/>
          <p14:tracePt t="772671" x="3803650" y="3783013"/>
          <p14:tracePt t="772679" x="3803650" y="3810000"/>
          <p14:tracePt t="772695" x="3830638" y="3836988"/>
          <p14:tracePt t="772706" x="3863975" y="3863975"/>
          <p14:tracePt t="772725" x="3932238" y="3911600"/>
          <p14:tracePt t="772753" x="4014788" y="3938588"/>
          <p14:tracePt t="772765" x="4089400" y="3938588"/>
          <p14:tracePt t="772775" x="4157663" y="3952875"/>
          <p14:tracePt t="772792" x="4232275" y="3952875"/>
          <p14:tracePt t="772793" x="4286250" y="3967163"/>
          <p14:tracePt t="772804" x="4367213" y="3967163"/>
          <p14:tracePt t="772814" x="4443413" y="3952875"/>
          <p14:tracePt t="772851" x="4640263" y="3878263"/>
          <p14:tracePt t="772870" x="4681538" y="3851275"/>
          <p14:tracePt t="772873" x="4708525" y="3824288"/>
          <p14:tracePt t="772881" x="4721225" y="3795713"/>
          <p14:tracePt t="772896" x="4721225" y="3783013"/>
          <p14:tracePt t="772906" x="4721225" y="3756025"/>
          <p14:tracePt t="772921" x="4708525" y="3741738"/>
          <p14:tracePt t="772931" x="4667250" y="3708400"/>
          <p14:tracePt t="772949" x="4497388" y="3640138"/>
          <p14:tracePt t="772959" x="4408488" y="3625850"/>
          <p14:tracePt t="772976" x="4286250" y="3613150"/>
          <p14:tracePt t="772994" x="4143375" y="3598863"/>
          <p14:tracePt t="772995" x="4048125" y="3598863"/>
          <p14:tracePt t="773012" x="3919538" y="3598863"/>
          <p14:tracePt t="773019" x="3803650" y="3613150"/>
          <p14:tracePt t="773042" x="3681413" y="3652838"/>
          <p14:tracePt t="773061" x="3619500" y="3729038"/>
          <p14:tracePt t="773073" x="3605213" y="3756025"/>
          <p14:tracePt t="773092" x="3605213" y="3783013"/>
          <p14:tracePt t="773124" x="3619500" y="3810000"/>
          <p14:tracePt t="773126" x="3652838" y="3851275"/>
          <p14:tracePt t="773129" x="3681413" y="3878263"/>
          <p14:tracePt t="773188" x="3959225" y="3967163"/>
          <p14:tracePt t="773189" x="4089400" y="3979863"/>
          <p14:tracePt t="773198" x="4211638" y="3979863"/>
          <p14:tracePt t="773207" x="4327525" y="3994150"/>
          <p14:tracePt t="773224" x="4443413" y="3979863"/>
          <p14:tracePt t="773237" x="4538663" y="3967163"/>
          <p14:tracePt t="773245" x="4592638" y="3952875"/>
          <p14:tracePt t="773258" x="4652963" y="3938588"/>
          <p14:tracePt t="773291" x="4694238" y="3878263"/>
          <p14:tracePt t="773292" x="4694238" y="3863975"/>
          <p14:tracePt t="773305" x="4694238" y="3851275"/>
          <p14:tracePt t="773318" x="4681538" y="3824288"/>
          <p14:tracePt t="773326" x="4640263" y="3795713"/>
          <p14:tracePt t="773342" x="4592638" y="3783013"/>
          <p14:tracePt t="773343" x="4510088" y="3756025"/>
          <p14:tracePt t="773375" x="4300538" y="3729038"/>
          <p14:tracePt t="773376" x="4211638" y="3729038"/>
          <p14:tracePt t="773394" x="4116388" y="3729038"/>
          <p14:tracePt t="773405" x="4000500" y="3729038"/>
          <p14:tracePt t="773412" x="3932238" y="3741738"/>
          <p14:tracePt t="773426" x="3851275" y="3756025"/>
          <p14:tracePt t="773459" x="3721100" y="3836988"/>
          <p14:tracePt t="773470" x="3721100" y="3863975"/>
          <p14:tracePt t="773487" x="3721100" y="3878263"/>
          <p14:tracePt t="773489" x="3721100" y="3890963"/>
          <p14:tracePt t="773511" x="3762375" y="3938588"/>
          <p14:tracePt t="773523" x="3803650" y="3952875"/>
          <p14:tracePt t="773534" x="3830638" y="3952875"/>
          <p14:tracePt t="773546" x="3890963" y="3967163"/>
          <p14:tracePt t="773562" x="3973513" y="3967163"/>
          <p14:tracePt t="773572" x="4048125" y="3967163"/>
          <p14:tracePt t="773580" x="4116388" y="3967163"/>
          <p14:tracePt t="773598" x="4197350" y="3952875"/>
          <p14:tracePt t="773609" x="4271963" y="3938588"/>
          <p14:tracePt t="773637" x="4313238" y="3925888"/>
          <p14:tracePt t="773640" x="4354513" y="3890963"/>
          <p14:tracePt t="773658" x="4367213" y="3810000"/>
          <p14:tracePt t="773672" x="4340225" y="3768725"/>
          <p14:tracePt t="773681" x="4300538" y="3729038"/>
          <p14:tracePt t="773694" x="4232275" y="3681413"/>
          <p14:tracePt t="773728" x="4000500" y="3613150"/>
          <p14:tracePt t="773737" x="3946525" y="3598863"/>
          <p14:tracePt t="773756" x="3863975" y="3598863"/>
          <p14:tracePt t="773779" x="3708400" y="3613150"/>
          <p14:tracePt t="773784" x="3652838" y="3625850"/>
          <p14:tracePt t="773793" x="3605213" y="3652838"/>
          <p14:tracePt t="773815" x="3578225" y="3694113"/>
          <p14:tracePt t="773819" x="3565525" y="3729038"/>
          <p14:tracePt t="773841" x="3565525" y="3756025"/>
          <p14:tracePt t="773842" x="3565525" y="3783013"/>
          <p14:tracePt t="773853" x="3578225" y="3810000"/>
          <p14:tracePt t="773881" x="3605213" y="3836988"/>
          <p14:tracePt t="774185" x="3565525" y="3836988"/>
          <p14:tracePt t="774198" x="3497263" y="3836988"/>
          <p14:tracePt t="774209" x="3408363" y="3836988"/>
          <p14:tracePt t="774221" x="3259138" y="3851275"/>
          <p14:tracePt t="774231" x="3074988" y="3878263"/>
          <p14:tracePt t="774253" x="2830513" y="3911600"/>
          <p14:tracePt t="774254" x="2619375" y="3925888"/>
          <p14:tracePt t="774265" x="2327275" y="3967163"/>
          <p14:tracePt t="774276" x="2027238" y="4006850"/>
          <p14:tracePt t="774287" x="1747838" y="4033838"/>
          <p14:tracePt t="774305" x="1550988" y="4048125"/>
          <p14:tracePt t="774312" x="1366838" y="4062413"/>
          <p14:tracePt t="774324" x="1223963" y="4075113"/>
          <p14:tracePt t="774338" x="1169988" y="4075113"/>
          <p14:tracePt t="774356" x="1116013" y="4089400"/>
          <p14:tracePt t="774358" x="1101725" y="4089400"/>
          <p14:tracePt t="774371" x="1089025" y="4089400"/>
          <p14:tracePt t="774415" x="1068388" y="4110038"/>
          <p14:tracePt t="774423" x="1054100" y="4110038"/>
          <p14:tracePt t="774449" x="1041400" y="4110038"/>
          <p14:tracePt t="774457" x="1027113" y="4122738"/>
          <p14:tracePt t="774470" x="1014413" y="4122738"/>
          <p14:tracePt t="774480" x="1014413" y="4137025"/>
          <p14:tracePt t="774504" x="985838" y="4149725"/>
          <p14:tracePt t="774514" x="973138" y="4176713"/>
          <p14:tracePt t="774538" x="958850" y="4205288"/>
          <p14:tracePt t="774565" x="973138" y="4217988"/>
          <p14:tracePt t="774586" x="985838" y="4217988"/>
          <p14:tracePt t="774587" x="1000125" y="4232275"/>
          <p14:tracePt t="774595" x="1027113" y="4232275"/>
          <p14:tracePt t="774605" x="1068388" y="4232275"/>
          <p14:tracePt t="774616" x="1116013" y="4232275"/>
          <p14:tracePt t="774625" x="1157288" y="4217988"/>
          <p14:tracePt t="774643" x="1211263" y="4205288"/>
          <p14:tracePt t="774663" x="1265238" y="4176713"/>
          <p14:tracePt t="774665" x="1300163" y="4164013"/>
          <p14:tracePt t="774692" x="1300163" y="4137025"/>
          <p14:tracePt t="774699" x="1300163" y="4062413"/>
          <p14:tracePt t="774707" x="1265238" y="4033838"/>
          <p14:tracePt t="774727" x="1196975" y="3994150"/>
          <p14:tracePt t="774729" x="1116013" y="3938588"/>
          <p14:tracePt t="774752" x="919163" y="3878263"/>
          <p14:tracePt t="774764" x="815975" y="3878263"/>
          <p14:tracePt t="774773" x="747713" y="3878263"/>
          <p14:tracePt t="774783" x="673100" y="3878263"/>
          <p14:tracePt t="774804" x="646113" y="3890963"/>
          <p14:tracePt t="774806" x="604838" y="3925888"/>
          <p14:tracePt t="774832" x="577850" y="3952875"/>
          <p14:tracePt t="774833" x="577850" y="3979863"/>
          <p14:tracePt t="774864" x="577850" y="4033838"/>
          <p14:tracePt t="774865" x="592138" y="4062413"/>
          <p14:tracePt t="774874" x="604838" y="4075113"/>
          <p14:tracePt t="774895" x="708025" y="4110038"/>
          <p14:tracePt t="774917" x="776288" y="4122738"/>
          <p14:tracePt t="774930" x="985838" y="4137025"/>
          <p14:tracePt t="774940" x="1116013" y="4122738"/>
          <p14:tracePt t="774955" x="1184275" y="4110038"/>
          <p14:tracePt t="774980" x="1265238" y="4048125"/>
          <p14:tracePt t="774990" x="1285875" y="4033838"/>
          <p14:tracePt t="775011" x="1265238" y="4006850"/>
          <p14:tracePt t="775013" x="1252538" y="3994150"/>
          <p14:tracePt t="775034" x="1169988" y="3938588"/>
          <p14:tracePt t="775057" x="1027113" y="3890963"/>
          <p14:tracePt t="775069" x="946150" y="3878263"/>
          <p14:tracePt t="775099" x="842963" y="3890963"/>
          <p14:tracePt t="775119" x="788988" y="3911600"/>
          <p14:tracePt t="775120" x="747713" y="3938588"/>
          <p14:tracePt t="775131" x="747713" y="3967163"/>
          <p14:tracePt t="775148" x="747713" y="3994150"/>
          <p14:tracePt t="775157" x="762000" y="4021138"/>
          <p14:tracePt t="775173" x="776288" y="4033838"/>
          <p14:tracePt t="775191" x="815975" y="4048125"/>
          <p14:tracePt t="775200" x="842963" y="4062413"/>
          <p14:tracePt t="775202" x="890588" y="4062413"/>
          <p14:tracePt t="775215" x="973138" y="4075113"/>
          <p14:tracePt t="775231" x="1068388" y="4075113"/>
          <p14:tracePt t="775233" x="1184275" y="4075113"/>
          <p14:tracePt t="775251" x="1265238" y="4062413"/>
          <p14:tracePt t="775267" x="1354138" y="4048125"/>
          <p14:tracePt t="775269" x="1422400" y="4021138"/>
          <p14:tracePt t="775302" x="1482725" y="3967163"/>
          <p14:tracePt t="775335" x="1422400" y="3911600"/>
          <p14:tracePt t="775346" x="1381125" y="3890963"/>
          <p14:tracePt t="775367" x="1327150" y="3863975"/>
          <p14:tracePt t="775369" x="1285875" y="3851275"/>
          <p14:tracePt t="775386" x="1223963" y="3836988"/>
          <p14:tracePt t="775394" x="1169988" y="3836988"/>
          <p14:tracePt t="775418" x="1128713" y="3836988"/>
          <p14:tracePt t="775421" x="1101725" y="3836988"/>
          <p14:tracePt t="775428" x="1068388" y="3836988"/>
          <p14:tracePt t="775435" x="1041400" y="3851275"/>
          <p14:tracePt t="775451" x="1027113" y="3863975"/>
          <p14:tracePt t="775491" x="1000125" y="3938588"/>
          <p14:tracePt t="775503" x="1000125" y="3979863"/>
          <p14:tracePt t="775514" x="1014413" y="3994150"/>
          <p14:tracePt t="775531" x="1041400" y="4021138"/>
          <p14:tracePt t="775551" x="1068388" y="4033838"/>
          <p14:tracePt t="775553" x="1128713" y="4048125"/>
          <p14:tracePt t="775564" x="1196975" y="4048125"/>
          <p14:tracePt t="775586" x="1265238" y="4062413"/>
          <p14:tracePt t="775587" x="1366838" y="4062413"/>
          <p14:tracePt t="775597" x="1482725" y="4062413"/>
          <p14:tracePt t="775605" x="1592263" y="4048125"/>
          <p14:tracePt t="775620" x="1646238" y="4033838"/>
          <p14:tracePt t="775653" x="1803400" y="3967163"/>
          <p14:tracePt t="775670" x="1816100" y="3952875"/>
          <p14:tracePt t="775671" x="1830388" y="3938588"/>
          <p14:tracePt t="775699" x="1830388" y="3925888"/>
          <p14:tracePt t="775702" x="1830388" y="3911600"/>
          <p14:tracePt t="775708" x="1816100" y="3890963"/>
          <p14:tracePt t="775727" x="1803400" y="3878263"/>
          <p14:tracePt t="775754" x="1776413" y="3863975"/>
          <p14:tracePt t="775764" x="1747838" y="3863975"/>
          <p14:tracePt t="775788" x="1660525" y="3836988"/>
          <p14:tracePt t="775798" x="1577975" y="3836988"/>
          <p14:tracePt t="775807" x="1482725" y="3824288"/>
          <p14:tracePt t="775826" x="1395413" y="3824288"/>
          <p14:tracePt t="775835" x="1300163" y="3836988"/>
          <p14:tracePt t="775867" x="1089025" y="3878263"/>
          <p14:tracePt t="775875" x="1041400" y="3911600"/>
          <p14:tracePt t="775891" x="1014413" y="3925888"/>
          <p14:tracePt t="775912" x="1000125" y="3952875"/>
          <p14:tracePt t="775934" x="1000125" y="3979863"/>
          <p14:tracePt t="775936" x="1000125" y="3994150"/>
          <p14:tracePt t="775947" x="1000125" y="4006850"/>
          <p14:tracePt t="775958" x="1014413" y="4006850"/>
          <p14:tracePt t="775971" x="1027113" y="4021138"/>
          <p14:tracePt t="775980" x="1041400" y="4033838"/>
          <p14:tracePt t="776019" x="1101725" y="4048125"/>
          <p14:tracePt t="776021" x="1128713" y="4048125"/>
          <p14:tracePt t="776032" x="1157288" y="4048125"/>
          <p14:tracePt t="776047" x="1169988" y="4048125"/>
          <p14:tracePt t="776056" x="1196975" y="4048125"/>
          <p14:tracePt t="776081" x="1223963" y="4048125"/>
          <p14:tracePt t="776102" x="1238250" y="4033838"/>
          <p14:tracePt t="776121" x="1252538" y="4033838"/>
          <p14:tracePt t="776151" x="1252538" y="4021138"/>
          <p14:tracePt t="776162" x="1265238" y="4021138"/>
          <p14:tracePt t="776184" x="1265238" y="4006850"/>
          <p14:tracePt t="776232" x="1265238" y="3994150"/>
          <p14:tracePt t="776256" x="1265238" y="3979863"/>
          <p14:tracePt t="776267" x="1252538" y="3979863"/>
          <p14:tracePt t="776284" x="1252538" y="3967163"/>
          <p14:tracePt t="776295" x="1238250" y="3952875"/>
          <p14:tracePt t="776321" x="1223963" y="3938588"/>
          <p14:tracePt t="776336" x="1223963" y="3925888"/>
          <p14:tracePt t="776382" x="1211263" y="3925888"/>
          <p14:tracePt t="776594" x="1223963" y="3925888"/>
          <p14:tracePt t="776639" x="1238250" y="3925888"/>
          <p14:tracePt t="776794" x="1223963" y="3911600"/>
          <p14:tracePt t="776805" x="1196975" y="3911600"/>
          <p14:tracePt t="776817" x="1169988" y="3911600"/>
          <p14:tracePt t="776833" x="1143000" y="3890963"/>
          <p14:tracePt t="776842" x="1101725" y="3890963"/>
          <p14:tracePt t="776858" x="1089025" y="3890963"/>
          <p14:tracePt t="776867" x="1054100" y="3890963"/>
          <p14:tracePt t="776874" x="1027113" y="3890963"/>
          <p14:tracePt t="776886" x="1014413" y="3890963"/>
          <p14:tracePt t="776916" x="1000125" y="3890963"/>
          <p14:tracePt t="776922" x="985838" y="3911600"/>
          <p14:tracePt t="776964" x="958850" y="3938588"/>
          <p14:tracePt t="776965" x="958850" y="3952875"/>
          <p14:tracePt t="776976" x="958850" y="3967163"/>
          <p14:tracePt t="777098" x="973138" y="3967163"/>
          <p14:tracePt t="777123" x="985838" y="3967163"/>
          <p14:tracePt t="777133" x="1000125" y="3967163"/>
          <p14:tracePt t="777144" x="1014413" y="3967163"/>
          <p14:tracePt t="777167" x="1027113" y="3967163"/>
          <p14:tracePt t="777200" x="1041400" y="3967163"/>
          <p14:tracePt t="777213" x="1054100" y="3967163"/>
          <p14:tracePt t="777235" x="1068388" y="3967163"/>
          <p14:tracePt t="777248" x="1089025" y="3967163"/>
          <p14:tracePt t="777259" x="1089025" y="3979863"/>
          <p14:tracePt t="777271" x="1101725" y="3979863"/>
          <p14:tracePt t="777296" x="1128713" y="3979863"/>
          <p14:tracePt t="777308" x="1143000" y="3979863"/>
          <p14:tracePt t="777335" x="1143000" y="3994150"/>
          <p14:tracePt t="777336" x="1157288" y="3994150"/>
          <p14:tracePt t="777364" x="1169988" y="4006850"/>
          <p14:tracePt t="777395" x="1184275" y="4021138"/>
          <p14:tracePt t="777410" x="1196975" y="4021138"/>
          <p14:tracePt t="777418" x="1211263" y="4021138"/>
          <p14:tracePt t="777451" x="1223963" y="4021138"/>
          <p14:tracePt t="777474" x="1238250" y="4021138"/>
          <p14:tracePt t="777852" x="1252538" y="4021138"/>
          <p14:tracePt t="777887" x="1265238" y="4021138"/>
          <p14:tracePt t="778257" x="1285875" y="4033838"/>
          <p14:tracePt t="778268" x="1312863" y="4033838"/>
          <p14:tracePt t="778283" x="1327150" y="4033838"/>
          <p14:tracePt t="778292" x="1354138" y="4033838"/>
          <p14:tracePt t="778303" x="1381125" y="4033838"/>
          <p14:tracePt t="778325" x="1408113" y="4033838"/>
          <p14:tracePt t="778326" x="1435100" y="4033838"/>
          <p14:tracePt t="778337" x="1462088" y="4033838"/>
          <p14:tracePt t="778348" x="1509713" y="4033838"/>
          <p14:tracePt t="778361" x="1565275" y="4033838"/>
          <p14:tracePt t="778376" x="1604963" y="4048125"/>
          <p14:tracePt t="778387" x="1681163" y="4048125"/>
          <p14:tracePt t="778394" x="1735138" y="4048125"/>
          <p14:tracePt t="778414" x="1776413" y="4048125"/>
          <p14:tracePt t="778421" x="1816100" y="4048125"/>
          <p14:tracePt t="778440" x="1843088" y="4048125"/>
          <p14:tracePt t="778442" x="1878013" y="4048125"/>
          <p14:tracePt t="778456" x="1890713" y="4048125"/>
          <p14:tracePt t="778462" x="1905000" y="4048125"/>
          <p14:tracePt t="778517" x="1919288" y="4048125"/>
          <p14:tracePt t="779969" x="1931988" y="4048125"/>
          <p14:tracePt t="779979" x="1946275" y="4048125"/>
          <p14:tracePt t="779995" x="1973263" y="4062413"/>
          <p14:tracePt t="780007" x="2000250" y="4075113"/>
          <p14:tracePt t="780027" x="2041525" y="4089400"/>
          <p14:tracePt t="780027" x="2074863" y="4110038"/>
          <p14:tracePt t="780037" x="2089150" y="4110038"/>
          <p14:tracePt t="780340" x="2101850" y="4110038"/>
          <p14:tracePt t="780355" x="2116138" y="4122738"/>
          <p14:tracePt t="780364" x="2116138" y="4137025"/>
          <p14:tracePt t="780378" x="2128838" y="4149725"/>
          <p14:tracePt t="780385" x="2128838" y="4164013"/>
          <p14:tracePt t="780399" x="2143125" y="4176713"/>
          <p14:tracePt t="780414" x="2157413" y="4191000"/>
          <p14:tracePt t="780426" x="2157413" y="4205288"/>
          <p14:tracePt t="780434" x="2170113" y="4217988"/>
          <p14:tracePt t="780453" x="2184400" y="4232275"/>
          <p14:tracePt t="780465" x="2197100" y="4244975"/>
          <p14:tracePt t="780484" x="2211388" y="4244975"/>
          <p14:tracePt t="780486" x="2224088" y="4259263"/>
          <p14:tracePt t="780497" x="2238375" y="4259263"/>
          <p14:tracePt t="780510" x="2271713" y="4271963"/>
          <p14:tracePt t="780525" x="2312988" y="4271963"/>
          <p14:tracePt t="780531" x="2354263" y="4292600"/>
          <p14:tracePt t="780548" x="2422525" y="4292600"/>
          <p14:tracePt t="780558" x="2497138" y="4306888"/>
          <p14:tracePt t="780575" x="2565400" y="4319588"/>
          <p14:tracePt t="780576" x="2646363" y="4319588"/>
          <p14:tracePt t="780609" x="2905125" y="4348163"/>
          <p14:tracePt t="780621" x="2986088" y="4348163"/>
          <p14:tracePt t="780632" x="3074988" y="4348163"/>
          <p14:tracePt t="780644" x="3157538" y="4348163"/>
          <p14:tracePt t="780662" x="3211513" y="4348163"/>
          <p14:tracePt t="780670" x="3300413" y="4348163"/>
          <p14:tracePt t="780677" x="3367088" y="4348163"/>
          <p14:tracePt t="780719" x="3565525" y="4348163"/>
          <p14:tracePt t="780731" x="3619500" y="4348163"/>
          <p14:tracePt t="780741" x="3652838" y="4360863"/>
          <p14:tracePt t="780758" x="3667125" y="4360863"/>
          <p14:tracePt t="780759" x="3633788" y="4360863"/>
          <p14:tracePt t="781002" x="3667125" y="4360863"/>
          <p14:tracePt t="781013" x="3681413" y="4375150"/>
          <p14:tracePt t="781024" x="3708400" y="4375150"/>
          <p14:tracePt t="781037" x="3735388" y="4375150"/>
          <p14:tracePt t="781048" x="3748088" y="4375150"/>
          <p14:tracePt t="781059" x="3776663" y="4375150"/>
          <p14:tracePt t="781074" x="3803650" y="4375150"/>
          <p14:tracePt t="781084" x="3830638" y="4387850"/>
          <p14:tracePt t="781101" x="3863975" y="4387850"/>
          <p14:tracePt t="781113" x="3890963" y="4402138"/>
          <p14:tracePt t="781121" x="3946525" y="4402138"/>
          <p14:tracePt t="781129" x="3973513" y="4402138"/>
          <p14:tracePt t="781156" x="4062413" y="4414838"/>
          <p14:tracePt t="781166" x="4102100" y="4414838"/>
          <p14:tracePt t="781185" x="4143375" y="4414838"/>
          <p14:tracePt t="781186" x="4170363" y="4429125"/>
          <p14:tracePt t="781200" x="4197350" y="4429125"/>
          <p14:tracePt t="781209" x="4232275" y="4429125"/>
          <p14:tracePt t="781222" x="4271963" y="4429125"/>
          <p14:tracePt t="781236" x="4313238" y="4443413"/>
          <p14:tracePt t="781247" x="4327525" y="4443413"/>
          <p14:tracePt t="781289" x="4443413" y="4443413"/>
          <p14:tracePt t="781292" x="4470400" y="4443413"/>
          <p14:tracePt t="781299" x="4510088" y="4456113"/>
          <p14:tracePt t="781308" x="4565650" y="4456113"/>
          <p14:tracePt t="781321" x="4605338" y="4456113"/>
          <p14:tracePt t="781333" x="4681538" y="4456113"/>
          <p14:tracePt t="781341" x="4721225" y="4456113"/>
          <p14:tracePt t="781380" x="4878388" y="4456113"/>
          <p14:tracePt t="781388" x="5000625" y="4456113"/>
          <p14:tracePt t="781397" x="5048250" y="4456113"/>
          <p14:tracePt t="781423" x="5129213" y="4456113"/>
          <p14:tracePt t="781431" x="5170488" y="4456113"/>
          <p14:tracePt t="781442" x="5184775" y="4456113"/>
          <p14:tracePt t="781471" x="5232400" y="4443413"/>
          <p14:tracePt t="781481" x="5245100" y="4443413"/>
          <p14:tracePt t="781490" x="5272088" y="4443413"/>
          <p14:tracePt t="781521" x="5327650" y="4429125"/>
          <p14:tracePt t="781523" x="5367338" y="4414838"/>
          <p14:tracePt t="781534" x="5395913" y="4402138"/>
          <p14:tracePt t="781556" x="5470525" y="4375150"/>
          <p14:tracePt t="781567" x="5510213" y="4360863"/>
          <p14:tracePt t="781588" x="5551488" y="4348163"/>
          <p14:tracePt t="781590" x="5578475" y="4333875"/>
          <p14:tracePt t="781606" x="5613400" y="4319588"/>
          <p14:tracePt t="781636" x="5613400" y="4259263"/>
          <p14:tracePt t="781647" x="5613400" y="4232275"/>
          <p14:tracePt t="781656" x="5578475" y="4217988"/>
          <p14:tracePt t="781667" x="5551488" y="4191000"/>
          <p14:tracePt t="781688" x="5497513" y="4164013"/>
          <p14:tracePt t="781690" x="5414963" y="4137025"/>
          <p14:tracePt t="781721" x="5259388" y="4089400"/>
          <p14:tracePt t="781741" x="5157788" y="4075113"/>
          <p14:tracePt t="781751" x="5062538" y="4075113"/>
          <p14:tracePt t="781755" x="4986338" y="4062413"/>
          <p14:tracePt t="781764" x="4905375" y="4062413"/>
          <p14:tracePt t="781782" x="4748213" y="4075113"/>
          <p14:tracePt t="781811" x="4694238" y="4110038"/>
          <p14:tracePt t="781825" x="4667250" y="4137025"/>
          <p14:tracePt t="781829" x="4652963" y="4164013"/>
          <p14:tracePt t="781839" x="4640263" y="4191000"/>
          <p14:tracePt t="781854" x="4625975" y="4232275"/>
          <p14:tracePt t="781865" x="4625975" y="4259263"/>
          <p14:tracePt t="781873" x="4605338" y="4292600"/>
          <p14:tracePt t="781905" x="4605338" y="4348163"/>
          <p14:tracePt t="781914" x="4625975" y="4360863"/>
          <p14:tracePt t="781925" x="4625975" y="4387850"/>
          <p14:tracePt t="781937" x="4652963" y="4402138"/>
          <p14:tracePt t="781961" x="4667250" y="4414838"/>
          <p14:tracePt t="781986" x="4721225" y="4443413"/>
          <p14:tracePt t="781987" x="4748213" y="4456113"/>
          <p14:tracePt t="781998" x="4762500" y="4456113"/>
          <p14:tracePt t="782015" x="4803775" y="4470400"/>
          <p14:tracePt t="782017" x="4837113" y="4470400"/>
          <p14:tracePt t="782031" x="4891088" y="4470400"/>
          <p14:tracePt t="782043" x="4919663" y="4470400"/>
          <p14:tracePt t="782052" x="4973638" y="4470400"/>
          <p14:tracePt t="782072" x="5075238" y="4456113"/>
          <p14:tracePt t="782084" x="5116513" y="4443413"/>
          <p14:tracePt t="782127" x="5143500" y="4443413"/>
          <p14:tracePt t="782133" x="5075238" y="4414838"/>
          <p14:tracePt t="782319" x="5089525" y="4414838"/>
          <p14:tracePt t="782330" x="5075238" y="4414838"/>
          <p14:tracePt t="782341" x="5062538" y="4414838"/>
          <p14:tracePt t="782353" x="5021263" y="4414838"/>
          <p14:tracePt t="782365" x="4959350" y="4402138"/>
          <p14:tracePt t="782376" x="4919663" y="4402138"/>
          <p14:tracePt t="782396" x="4891088" y="4402138"/>
          <p14:tracePt t="782403" x="4864100" y="4387850"/>
          <p14:tracePt t="782414" x="4837113" y="4387850"/>
          <p14:tracePt t="782434" x="4824413" y="4402138"/>
          <p14:tracePt t="782443" x="4803775" y="4402138"/>
          <p14:tracePt t="782512" x="4789488" y="4402138"/>
          <p14:tracePt t="782545" x="4776788" y="4402138"/>
          <p14:tracePt t="782566" x="4762500" y="4402138"/>
          <p14:tracePt t="782579" x="4748213" y="4402138"/>
          <p14:tracePt t="782602" x="4735513" y="4402138"/>
          <p14:tracePt t="782630" x="4721225" y="4402138"/>
          <p14:tracePt t="782647" x="4708525" y="4402138"/>
          <p14:tracePt t="782657" x="4694238" y="4402138"/>
          <p14:tracePt t="782681" x="4681538" y="4402138"/>
          <p14:tracePt t="782702" x="4667250" y="4402138"/>
          <p14:tracePt t="782736" x="4652963" y="4402138"/>
          <p14:tracePt t="782814" x="4667250" y="4402138"/>
          <p14:tracePt t="782826" x="4681538" y="4402138"/>
          <p14:tracePt t="782837" x="4708525" y="4402138"/>
          <p14:tracePt t="782855" x="4735513" y="4402138"/>
          <p14:tracePt t="782860" x="4776788" y="4402138"/>
          <p14:tracePt t="782871" x="4803775" y="4402138"/>
          <p14:tracePt t="782883" x="4824413" y="4387850"/>
          <p14:tracePt t="782900" x="4837113" y="4387850"/>
          <p14:tracePt t="782938" x="4824413" y="4387850"/>
          <p14:tracePt t="782950" x="4803775" y="4387850"/>
          <p14:tracePt t="782965" x="4776788" y="4387850"/>
          <p14:tracePt t="782977" x="4748213" y="4387850"/>
          <p14:tracePt t="782984" x="4708525" y="4387850"/>
          <p14:tracePt t="783016" x="4667250" y="4387850"/>
          <p14:tracePt t="783017" x="4605338" y="4387850"/>
          <p14:tracePt t="783029" x="4592638" y="4387850"/>
          <p14:tracePt t="783075" x="4605338" y="4387850"/>
          <p14:tracePt t="783084" x="4625975" y="4387850"/>
          <p14:tracePt t="783097" x="4640263" y="4387850"/>
          <p14:tracePt t="783113" x="4652963" y="4387850"/>
          <p14:tracePt t="783125" x="4681538" y="4387850"/>
          <p14:tracePt t="783133" x="4694238" y="4387850"/>
          <p14:tracePt t="783153" x="4735513" y="4402138"/>
          <p14:tracePt t="783197" x="4721225" y="4402138"/>
          <p14:tracePt t="783209" x="4694238" y="4402138"/>
          <p14:tracePt t="783221" x="4667250" y="4402138"/>
          <p14:tracePt t="783234" x="4640263" y="4402138"/>
          <p14:tracePt t="783244" x="4605338" y="4387850"/>
          <p14:tracePt t="783264" x="4578350" y="4387850"/>
          <p14:tracePt t="783276" x="4565650" y="4387850"/>
          <p14:tracePt t="783314" x="4578350" y="4387850"/>
          <p14:tracePt t="783325" x="4605338" y="4402138"/>
          <p14:tracePt t="783334" x="4625975" y="4402138"/>
          <p14:tracePt t="783353" x="4652963" y="4402138"/>
          <p14:tracePt t="783354" x="4667250" y="4402138"/>
          <p14:tracePt t="783366" x="4694238" y="4402138"/>
          <p14:tracePt t="783432" x="4681538" y="4402138"/>
          <p14:tracePt t="783510" x="4694238" y="4402138"/>
          <p14:tracePt t="783533" x="4708525" y="4402138"/>
          <p14:tracePt t="783828" x="4721225" y="4402138"/>
          <p14:tracePt t="783837" x="4735513" y="4414838"/>
          <p14:tracePt t="783848" x="4762500" y="4414838"/>
          <p14:tracePt t="783863" x="4803775" y="4414838"/>
          <p14:tracePt t="783872" x="4851400" y="4414838"/>
          <p14:tracePt t="783883" x="4919663" y="4414838"/>
          <p14:tracePt t="783895" x="4986338" y="4429125"/>
          <p14:tracePt t="783912" x="5048250" y="4429125"/>
          <p14:tracePt t="783920" x="5129213" y="4429125"/>
          <p14:tracePt t="783929" x="5197475" y="4429125"/>
          <p14:tracePt t="783951" x="5327650" y="4429125"/>
          <p14:tracePt t="783971" x="5395913" y="4429125"/>
          <p14:tracePt t="783978" x="5470525" y="4429125"/>
          <p14:tracePt t="783988" x="5524500" y="4429125"/>
          <p14:tracePt t="784004" x="5565775" y="4414838"/>
          <p14:tracePt t="784016" x="5613400" y="4414838"/>
          <p14:tracePt t="784033" x="5640388" y="4414838"/>
          <p14:tracePt t="784035" x="5667375" y="4414838"/>
          <p14:tracePt t="784044" x="5694363" y="4414838"/>
          <p14:tracePt t="784056" x="5735638" y="4414838"/>
          <p14:tracePt t="784067" x="5762625" y="4414838"/>
          <p14:tracePt t="784080" x="5776913" y="4414838"/>
          <p14:tracePt t="784114" x="5878513" y="4414838"/>
          <p14:tracePt t="784123" x="5905500" y="4414838"/>
          <p14:tracePt t="784134" x="5946775" y="4414838"/>
          <p14:tracePt t="784144" x="5973763" y="4414838"/>
          <p14:tracePt t="784160" x="6007100" y="4414838"/>
          <p14:tracePt t="784169" x="6034088" y="4414838"/>
          <p14:tracePt t="784177" x="6048375" y="4414838"/>
          <p14:tracePt t="784206" x="6062663" y="4414838"/>
          <p14:tracePt t="784276" x="6048375" y="4414838"/>
          <p14:tracePt t="784287" x="6034088" y="4414838"/>
          <p14:tracePt t="784302" x="6021388" y="4414838"/>
          <p14:tracePt t="784311" x="6007100" y="4414838"/>
          <p14:tracePt t="784322" x="5986463" y="4414838"/>
          <p14:tracePt t="784342" x="5973763" y="4414838"/>
          <p14:tracePt t="784380" x="5986463" y="4414838"/>
          <p14:tracePt t="784390" x="6021388" y="4414838"/>
          <p14:tracePt t="784403" x="6048375" y="4414838"/>
          <p14:tracePt t="784425" x="6116638" y="4414838"/>
          <p14:tracePt t="784436" x="6143625" y="4414838"/>
          <p14:tracePt t="784458" x="6157913" y="4414838"/>
          <p14:tracePt t="784481" x="6143625" y="4414838"/>
          <p14:tracePt t="784492" x="6102350" y="4414838"/>
          <p14:tracePt t="784502" x="6062663" y="4414838"/>
          <p14:tracePt t="784536" x="6021388" y="4414838"/>
          <p14:tracePt t="784538" x="5973763" y="4414838"/>
          <p14:tracePt t="784551" x="5905500" y="4414838"/>
          <p14:tracePt t="784559" x="5891213" y="4414838"/>
          <p14:tracePt t="784569" x="5878513" y="4414838"/>
          <p14:tracePt t="784615" x="5891213" y="4414838"/>
          <p14:tracePt t="784626" x="5919788" y="4414838"/>
          <p14:tracePt t="784640" x="5959475" y="4414838"/>
          <p14:tracePt t="784650" x="5986463" y="4414838"/>
          <p14:tracePt t="784672" x="6021388" y="4414838"/>
          <p14:tracePt t="784675" x="6062663" y="4414838"/>
          <p14:tracePt t="784682" x="6075363" y="4414838"/>
          <p14:tracePt t="784693" x="6075363" y="4429125"/>
          <p14:tracePt t="784727" x="6062663" y="4429125"/>
          <p14:tracePt t="784738" x="6021388" y="4414838"/>
          <p14:tracePt t="784759" x="5959475" y="4414838"/>
          <p14:tracePt t="784764" x="5905500" y="4414838"/>
          <p14:tracePt t="784773" x="5864225" y="4414838"/>
          <p14:tracePt t="784788" x="5810250" y="4414838"/>
          <p14:tracePt t="784799" x="5776913" y="4414838"/>
          <p14:tracePt t="784807" x="5748338" y="4414838"/>
          <p14:tracePt t="784851" x="5776913" y="4414838"/>
          <p14:tracePt t="784863" x="5810250" y="4429125"/>
          <p14:tracePt t="784874" x="5864225" y="4429125"/>
          <p14:tracePt t="784894" x="5932488" y="4443413"/>
          <p14:tracePt t="784903" x="5986463" y="4443413"/>
          <p14:tracePt t="784920" x="6062663" y="4443413"/>
          <p14:tracePt t="784922" x="6102350" y="4443413"/>
          <p14:tracePt t="784936" x="6129338" y="4443413"/>
          <p14:tracePt t="784944" x="6143625" y="4443413"/>
          <p14:tracePt t="784966" x="6116638" y="4443413"/>
          <p14:tracePt t="784976" x="6062663" y="4443413"/>
          <p14:tracePt t="784986" x="6007100" y="4443413"/>
          <p14:tracePt t="785000" x="5919788" y="4443413"/>
          <p14:tracePt t="785020" x="5851525" y="4429125"/>
          <p14:tracePt t="785021" x="5789613" y="4429125"/>
          <p14:tracePt t="785034" x="5748338" y="4429125"/>
          <p14:tracePt t="785042" x="5721350" y="4429125"/>
          <p14:tracePt t="785077" x="5735638" y="4429125"/>
          <p14:tracePt t="785087" x="5776913" y="4443413"/>
          <p14:tracePt t="785116" x="5878513" y="4456113"/>
          <p14:tracePt t="785132" x="5932488" y="4456113"/>
          <p14:tracePt t="785133" x="5986463" y="4456113"/>
          <p14:tracePt t="785143" x="6021388" y="4456113"/>
          <p14:tracePt t="785160" x="6048375" y="4456113"/>
          <p14:tracePt t="785200" x="6007100" y="4443413"/>
          <p14:tracePt t="785211" x="5946775" y="4443413"/>
          <p14:tracePt t="785226" x="5919788" y="4443413"/>
          <p14:tracePt t="785234" x="5878513" y="4443413"/>
          <p14:tracePt t="785245" x="5864225" y="4443413"/>
          <p14:tracePt t="785291" x="5878513" y="4443413"/>
          <p14:tracePt t="785305" x="5905500" y="4443413"/>
          <p14:tracePt t="785324" x="5959475" y="4443413"/>
          <p14:tracePt t="785335" x="5973763" y="4443413"/>
          <p14:tracePt t="785347" x="5986463" y="4443413"/>
          <p14:tracePt t="785401" x="5973763" y="4456113"/>
          <p14:tracePt t="785418" x="5932488" y="4456113"/>
          <p14:tracePt t="785426" x="5864225" y="4456113"/>
          <p14:tracePt t="785436" x="5789613" y="4470400"/>
          <p14:tracePt t="785458" x="5653088" y="4503738"/>
          <p14:tracePt t="785460" x="5483225" y="4530725"/>
          <p14:tracePt t="785470" x="5354638" y="4557713"/>
          <p14:tracePt t="785492" x="5197475" y="4572000"/>
          <p14:tracePt t="785493" x="5062538" y="4598988"/>
          <p14:tracePt t="785522" x="4878388" y="4598988"/>
          <p14:tracePt t="785537" x="4824413" y="4598988"/>
          <p14:tracePt t="785539" x="4776788" y="4598988"/>
          <p14:tracePt t="785549" x="4762500" y="4598988"/>
          <p14:tracePt t="785585" x="4735513" y="4598988"/>
          <p14:tracePt t="785593" x="4735513" y="4586288"/>
          <p14:tracePt t="785605" x="4721225" y="4586288"/>
          <p14:tracePt t="785626" x="4708525" y="4586288"/>
          <p14:tracePt t="785627" x="4694238" y="4572000"/>
          <p14:tracePt t="785639" x="4681538" y="4572000"/>
          <p14:tracePt t="785653" x="4667250" y="4572000"/>
          <p14:tracePt t="785665" x="4640263" y="4572000"/>
          <p14:tracePt t="785674" x="4605338" y="4557713"/>
          <p14:tracePt t="785684" x="4578350" y="4557713"/>
          <p14:tracePt t="785709" x="4497388" y="4545013"/>
          <p14:tracePt t="785719" x="4470400" y="4530725"/>
          <p14:tracePt t="785743" x="4381500" y="4503738"/>
          <p14:tracePt t="785756" x="4354513" y="4491038"/>
          <p14:tracePt t="785766" x="4327525" y="4491038"/>
          <p14:tracePt t="785787" x="4327525" y="4470400"/>
          <p14:tracePt t="785798" x="4327525" y="4456113"/>
          <p14:tracePt t="785808" x="4340225" y="4443413"/>
          <p14:tracePt t="785818" x="4354513" y="4414838"/>
          <p14:tracePt t="785840" x="4381500" y="4402138"/>
          <p14:tracePt t="785841" x="4395788" y="4387850"/>
          <p14:tracePt t="785874" x="4470400" y="4348163"/>
          <p14:tracePt t="785875" x="4483100" y="4319588"/>
          <p14:tracePt t="785905" x="4524375" y="4306888"/>
          <p14:tracePt t="785921" x="4524375" y="4271963"/>
          <p14:tracePt t="785922" x="4524375" y="4259263"/>
          <p14:tracePt t="785932" x="4524375" y="4244975"/>
          <p14:tracePt t="785943" x="4524375" y="4232275"/>
          <p14:tracePt t="785960" x="4524375" y="4217988"/>
          <p14:tracePt t="785968" x="4510088" y="4191000"/>
          <p14:tracePt t="785978" x="4483100" y="4176713"/>
          <p14:tracePt t="786006" x="4443413" y="4137025"/>
          <p14:tracePt t="786015" x="4429125" y="4137025"/>
          <p14:tracePt t="786042" x="4395788" y="4122738"/>
          <p14:tracePt t="786047" x="4367213" y="4122738"/>
          <p14:tracePt t="786070" x="4354513" y="4122738"/>
          <p14:tracePt t="786081" x="4354513" y="4137025"/>
          <p14:tracePt t="786089" x="4340225" y="4137025"/>
          <p14:tracePt t="786100" x="4313238" y="4164013"/>
          <p14:tracePt t="786126" x="4271963" y="4205288"/>
          <p14:tracePt t="786136" x="4244975" y="4232275"/>
          <p14:tracePt t="786160" x="4232275" y="4306888"/>
          <p14:tracePt t="786177" x="4232275" y="4319588"/>
          <p14:tracePt t="786187" x="4232275" y="4348163"/>
          <p14:tracePt t="786194" x="4232275" y="4375150"/>
          <p14:tracePt t="786223" x="4271963" y="4414838"/>
          <p14:tracePt t="786225" x="4300538" y="4429125"/>
          <p14:tracePt t="786237" x="4327525" y="4443413"/>
          <p14:tracePt t="786257" x="4395788" y="4456113"/>
          <p14:tracePt t="786269" x="4429125" y="4456113"/>
          <p14:tracePt t="786285" x="4470400" y="4456113"/>
          <p14:tracePt t="786315" x="4524375" y="4414838"/>
          <p14:tracePt t="786332" x="4524375" y="4375150"/>
          <p14:tracePt t="786341" x="4524375" y="4348163"/>
          <p14:tracePt t="786359" x="4524375" y="4271963"/>
          <p14:tracePt t="786361" x="4497388" y="4205288"/>
          <p14:tracePt t="786375" x="4470400" y="4137025"/>
          <p14:tracePt t="786386" x="4443413" y="4089400"/>
          <p14:tracePt t="786404" x="4354513" y="4006850"/>
          <p14:tracePt t="786417" x="4340225" y="3994150"/>
          <p14:tracePt t="786441" x="4313238" y="3979863"/>
          <p14:tracePt t="786486" x="4300538" y="3994150"/>
          <p14:tracePt t="786499" x="4300538" y="4006850"/>
          <p14:tracePt t="786508" x="4286250" y="4033838"/>
          <p14:tracePt t="786526" x="4259263" y="4075113"/>
          <p14:tracePt t="786527" x="4244975" y="4122738"/>
          <p14:tracePt t="786555" x="4232275" y="4191000"/>
          <p14:tracePt t="786588" x="4244975" y="4244975"/>
          <p14:tracePt t="786590" x="4259263" y="4259263"/>
          <p14:tracePt t="786598" x="4286250" y="4271963"/>
          <p14:tracePt t="786622" x="4300538" y="4292600"/>
          <p14:tracePt t="786651" x="4367213" y="4292600"/>
          <p14:tracePt t="786654" x="4395788" y="4292600"/>
          <p14:tracePt t="786671" x="4429125" y="4292600"/>
          <p14:tracePt t="786681" x="4470400" y="4271963"/>
          <p14:tracePt t="786689" x="4497388" y="4259263"/>
          <p14:tracePt t="786708" x="4524375" y="4232275"/>
          <p14:tracePt t="786719" x="4524375" y="4217988"/>
          <p14:tracePt t="786738" x="4524375" y="4164013"/>
          <p14:tracePt t="786752" x="4524375" y="4149725"/>
          <p14:tracePt t="786759" x="4497388" y="4122738"/>
          <p14:tracePt t="786789" x="4408488" y="4075113"/>
          <p14:tracePt t="786791" x="4367213" y="4062413"/>
          <p14:tracePt t="786802" x="4327525" y="4062413"/>
          <p14:tracePt t="786825" x="4286250" y="4075113"/>
          <p14:tracePt t="786834" x="4271963" y="4075113"/>
          <p14:tracePt t="786843" x="4259263" y="4089400"/>
          <p14:tracePt t="786871" x="4244975" y="4149725"/>
          <p14:tracePt t="786887" x="4232275" y="4191000"/>
          <p14:tracePt t="786888" x="4232275" y="4232275"/>
          <p14:tracePt t="786912" x="4244975" y="4306888"/>
          <p14:tracePt t="786923" x="4271963" y="4348163"/>
          <p14:tracePt t="786939" x="4300538" y="4375150"/>
          <p14:tracePt t="786950" x="4327525" y="4387850"/>
          <p14:tracePt t="786969" x="4381500" y="4402138"/>
          <p14:tracePt t="786989" x="4429125" y="4402138"/>
          <p14:tracePt t="787000" x="4456113" y="4402138"/>
          <p14:tracePt t="787011" x="4470400" y="4387850"/>
          <p14:tracePt t="787027" x="4497388" y="4375150"/>
          <p14:tracePt t="787047" x="4510088" y="4348163"/>
          <p14:tracePt t="787049" x="4510088" y="4306888"/>
          <p14:tracePt t="787073" x="4510088" y="4259263"/>
          <p14:tracePt t="787074" x="4510088" y="4217988"/>
          <p14:tracePt t="787084" x="4510088" y="4176713"/>
          <p14:tracePt t="787093" x="4497388" y="4149725"/>
          <p14:tracePt t="787104" x="4483100" y="4137025"/>
          <p14:tracePt t="787125" x="4470400" y="4122738"/>
          <p14:tracePt t="787135" x="4470400" y="4110038"/>
          <p14:tracePt t="787158" x="4456113" y="4110038"/>
          <p14:tracePt t="787160" x="4443413" y="4110038"/>
          <p14:tracePt t="787168" x="4443413" y="4122738"/>
          <p14:tracePt t="787187" x="4408488" y="4137025"/>
          <p14:tracePt t="787202" x="4381500" y="4164013"/>
          <p14:tracePt t="787203" x="4354513" y="4191000"/>
          <p14:tracePt t="787240" x="4259263" y="4292600"/>
          <p14:tracePt t="787250" x="4232275" y="4319588"/>
          <p14:tracePt t="787269" x="4211638" y="4348163"/>
          <p14:tracePt t="787271" x="4184650" y="4375150"/>
          <p14:tracePt t="787289" x="4157663" y="4387850"/>
          <p14:tracePt t="787297" x="4102100" y="4429125"/>
          <p14:tracePt t="787322" x="3959225" y="4491038"/>
          <p14:tracePt t="787331" x="3905250" y="4503738"/>
          <p14:tracePt t="787340" x="3803650" y="4518025"/>
          <p14:tracePt t="787384" x="3565525" y="4518025"/>
          <p14:tracePt t="787386" x="3497263" y="4518025"/>
          <p14:tracePt t="787400" x="3455988" y="4518025"/>
          <p14:tracePt t="787409" x="3422650" y="4518025"/>
          <p14:tracePt t="787424" x="3408363" y="4503738"/>
          <p14:tracePt t="787432" x="3395663" y="4503738"/>
          <p14:tracePt t="787440" x="3395663" y="4491038"/>
          <p14:tracePt t="787459" x="3381375" y="4491038"/>
          <p14:tracePt t="787467" x="3367088" y="4470400"/>
          <p14:tracePt t="787477" x="3354388" y="4470400"/>
          <p14:tracePt t="787504" x="3327400" y="4456113"/>
          <p14:tracePt t="787508" x="3300413" y="4456113"/>
          <p14:tracePt t="787522" x="3271838" y="4456113"/>
          <p14:tracePt t="787533" x="3259138" y="4456113"/>
          <p14:tracePt t="787542" x="3238500" y="4456113"/>
          <p14:tracePt t="787572" x="3211513" y="4470400"/>
          <p14:tracePt t="787575" x="3197225" y="4470400"/>
          <p14:tracePt t="787585" x="3184525" y="4491038"/>
          <p14:tracePt t="787600" x="3157538" y="4491038"/>
          <p14:tracePt t="787610" x="3128963" y="4491038"/>
          <p14:tracePt t="787620" x="3074988" y="4491038"/>
          <p14:tracePt t="787630" x="2986088" y="4491038"/>
          <p14:tracePt t="787657" x="2762250" y="4470400"/>
          <p14:tracePt t="787676" x="2605088" y="4456113"/>
          <p14:tracePt t="787678" x="2449513" y="4443413"/>
          <p14:tracePt t="787702" x="2211388" y="4414838"/>
          <p14:tracePt t="787710" x="2101850" y="4402138"/>
          <p14:tracePt t="787720" x="2014538" y="4402138"/>
          <p14:tracePt t="787742" x="1958975" y="4387850"/>
          <p14:tracePt t="787744" x="1919288" y="4387850"/>
          <p14:tracePt t="787755" x="1905000" y="4387850"/>
          <p14:tracePt t="787770" x="1890713" y="4387850"/>
          <p14:tracePt t="787783" x="1878013" y="4387850"/>
          <p14:tracePt t="787865" x="1857375" y="4387850"/>
          <p14:tracePt t="787887" x="1843088" y="4402138"/>
          <p14:tracePt t="787902" x="1830388" y="4402138"/>
          <p14:tracePt t="787911" x="1830388" y="4414838"/>
          <p14:tracePt t="787922" x="1830388" y="4429125"/>
          <p14:tracePt t="787944" x="1830388" y="4443413"/>
          <p14:tracePt t="787971" x="1830388" y="4456113"/>
          <p14:tracePt t="787980" x="1843088" y="4456113"/>
          <p14:tracePt t="788018" x="1843088" y="4470400"/>
          <p14:tracePt t="788052" x="1857375" y="4456113"/>
          <p14:tracePt t="788070" x="1878013" y="4456113"/>
          <p14:tracePt t="788084" x="1890713" y="4443413"/>
          <p14:tracePt t="788095" x="1905000" y="4414838"/>
          <p14:tracePt t="788104" x="1919288" y="4402138"/>
          <p14:tracePt t="788135" x="1958975" y="4387850"/>
          <p14:tracePt t="788136" x="1985963" y="4375150"/>
          <p14:tracePt t="788160" x="2027238" y="4387850"/>
          <p14:tracePt t="788192" x="2074863" y="4402138"/>
          <p14:tracePt t="788194" x="2089150" y="4414838"/>
          <p14:tracePt t="788221" x="2128838" y="4443413"/>
          <p14:tracePt t="788232" x="2143125" y="4443413"/>
          <p14:tracePt t="788257" x="2157413" y="4443413"/>
          <p14:tracePt t="788305" x="2170113" y="4443413"/>
          <p14:tracePt t="788316" x="2184400" y="4429125"/>
          <p14:tracePt t="788328" x="2211388" y="4414838"/>
          <p14:tracePt t="788352" x="2238375" y="4402138"/>
          <p14:tracePt t="788354" x="2271713" y="4402138"/>
          <p14:tracePt t="788368" x="2300288" y="4402138"/>
          <p14:tracePt t="788387" x="2327275" y="4402138"/>
          <p14:tracePt t="788388" x="2354263" y="4402138"/>
          <p14:tracePt t="788399" x="2381250" y="4402138"/>
          <p14:tracePt t="788407" x="2395538" y="4414838"/>
          <p14:tracePt t="788424" x="2422525" y="4429125"/>
          <p14:tracePt t="788434" x="2435225" y="4429125"/>
          <p14:tracePt t="788451" x="2449513" y="4443413"/>
          <p14:tracePt t="788453" x="2470150" y="4443413"/>
          <p14:tracePt t="788481" x="2497138" y="4456113"/>
          <p14:tracePt t="788494" x="2509838" y="4456113"/>
          <p14:tracePt t="788504" x="2524125" y="4443413"/>
          <p14:tracePt t="788521" x="2538413" y="4443413"/>
          <p14:tracePt t="788522" x="2565400" y="4429125"/>
          <p14:tracePt t="788533" x="2592388" y="4414838"/>
          <p14:tracePt t="788548" x="2619375" y="4402138"/>
          <p14:tracePt t="788578" x="2681288" y="4387850"/>
          <p14:tracePt t="788605" x="2693988" y="4402138"/>
          <p14:tracePt t="788621" x="2693988" y="4414838"/>
          <p14:tracePt t="788630" x="2708275" y="4429125"/>
          <p14:tracePt t="788655" x="2720975" y="4443413"/>
          <p14:tracePt t="788666" x="2735263" y="4443413"/>
          <p14:tracePt t="788691" x="2747963" y="4443413"/>
          <p14:tracePt t="788699" x="2762250" y="4443413"/>
          <p14:tracePt t="788737" x="2789238" y="4429125"/>
          <p14:tracePt t="788749" x="2830513" y="4414838"/>
          <p14:tracePt t="788758" x="2843213" y="4402138"/>
          <p14:tracePt t="788779" x="2863850" y="4402138"/>
          <p14:tracePt t="788822" x="2863850" y="4414838"/>
          <p14:tracePt t="788834" x="2878138" y="4414838"/>
          <p14:tracePt t="788845" x="2878138" y="4429125"/>
          <p14:tracePt t="788859" x="2890838" y="4429125"/>
          <p14:tracePt t="788892" x="2905125" y="4429125"/>
          <p14:tracePt t="788919" x="2919413" y="4429125"/>
          <p14:tracePt t="788927" x="2932113" y="4414838"/>
          <p14:tracePt t="788938" x="2946400" y="4414838"/>
          <p14:tracePt t="788948" x="2973388" y="4402138"/>
          <p14:tracePt t="788974" x="3014663" y="4402138"/>
          <p14:tracePt t="788984" x="3027363" y="4402138"/>
          <p14:tracePt t="788992" x="3041650" y="4402138"/>
          <p14:tracePt t="789004" x="3062288" y="4402138"/>
          <p14:tracePt t="789026" x="3089275" y="4414838"/>
          <p14:tracePt t="789036" x="3116263" y="4414838"/>
          <p14:tracePt t="789047" x="3128963" y="4429125"/>
          <p14:tracePt t="789074" x="3170238" y="4429125"/>
          <p14:tracePt t="789084" x="3184525" y="4429125"/>
          <p14:tracePt t="789093" x="3224213" y="4429125"/>
          <p14:tracePt t="789111" x="3259138" y="4414838"/>
          <p14:tracePt t="789123" x="3286125" y="4414838"/>
          <p14:tracePt t="789136" x="3327400" y="4402138"/>
          <p14:tracePt t="789138" x="3367088" y="4387850"/>
          <p14:tracePt t="789151" x="3408363" y="4375150"/>
          <p14:tracePt t="789184" x="3482975" y="4306888"/>
          <p14:tracePt t="789194" x="3482975" y="4271963"/>
          <p14:tracePt t="789217" x="3482975" y="4259263"/>
          <p14:tracePt t="789219" x="3482975" y="4232275"/>
          <p14:tracePt t="789235" x="3482975" y="4217988"/>
          <p14:tracePt t="789242" x="3470275" y="4205288"/>
          <p14:tracePt t="789252" x="3470275" y="4191000"/>
          <p14:tracePt t="789263" x="3435350" y="4176713"/>
          <p14:tracePt t="789291" x="3395663" y="4164013"/>
          <p14:tracePt t="789300" x="3381375" y="4164013"/>
          <p14:tracePt t="789309" x="3340100" y="4164013"/>
          <p14:tracePt t="789338" x="3300413" y="4164013"/>
          <p14:tracePt t="789341" x="3286125" y="4164013"/>
          <p14:tracePt t="789352" x="3271838" y="4176713"/>
          <p14:tracePt t="789371" x="3238500" y="4191000"/>
          <p14:tracePt t="789378" x="3238500" y="4205288"/>
          <p14:tracePt t="789397" x="3224213" y="4232275"/>
          <p14:tracePt t="789398" x="3211513" y="4244975"/>
          <p14:tracePt t="789408" x="3197225" y="4271963"/>
          <p14:tracePt t="789421" x="3197225" y="4292600"/>
          <p14:tracePt t="789433" x="3197225" y="4306888"/>
          <p14:tracePt t="789444" x="3211513" y="4319588"/>
          <p14:tracePt t="789455" x="3224213" y="4333875"/>
          <p14:tracePt t="789493" x="3286125" y="4348163"/>
          <p14:tracePt t="789508" x="3300413" y="4348163"/>
          <p14:tracePt t="789509" x="3327400" y="4348163"/>
          <p14:tracePt t="789523" x="3354388" y="4348163"/>
          <p14:tracePt t="789533" x="3367088" y="4348163"/>
          <p14:tracePt t="789543" x="3381375" y="4348163"/>
          <p14:tracePt t="789578" x="3395663" y="4306888"/>
          <p14:tracePt t="789594" x="3395663" y="4292600"/>
          <p14:tracePt t="789606" x="3381375" y="4271963"/>
          <p14:tracePt t="789622" x="3340100" y="4217988"/>
          <p14:tracePt t="789635" x="3300413" y="4205288"/>
          <p14:tracePt t="789644" x="3286125" y="4191000"/>
          <p14:tracePt t="789658" x="3271838" y="4191000"/>
          <p14:tracePt t="791914" x="3300413" y="4191000"/>
          <p14:tracePt t="791926" x="3340100" y="4191000"/>
          <p14:tracePt t="791938" x="3367088" y="4191000"/>
          <p14:tracePt t="791950" x="3455988" y="4191000"/>
          <p14:tracePt t="791962" x="3509963" y="4191000"/>
          <p14:tracePt t="791985" x="3708400" y="4176713"/>
          <p14:tracePt t="791996" x="3789363" y="4164013"/>
          <p14:tracePt t="792016" x="3919538" y="4137025"/>
          <p14:tracePt t="792018" x="4000500" y="4089400"/>
          <p14:tracePt t="792033" x="4170363" y="4006850"/>
          <p14:tracePt t="792065" x="4625975" y="3640138"/>
          <p14:tracePt t="792075" x="4721225" y="3530600"/>
          <p14:tracePt t="792097" x="4824413" y="3375025"/>
          <p14:tracePt t="792098" x="4878388" y="3271838"/>
          <p14:tracePt t="792118" x="4919663" y="3149600"/>
          <p14:tracePt t="792119" x="4946650" y="3006725"/>
          <p14:tracePt t="792148" x="4946650" y="2795588"/>
          <p14:tracePt t="792156" x="4932363" y="2720975"/>
          <p14:tracePt t="792177" x="4878388" y="2598738"/>
          <p14:tracePt t="792188" x="4851400" y="2586038"/>
          <p14:tracePt t="792213" x="4803775" y="2551113"/>
          <p14:tracePt t="792214" x="4762500" y="2538413"/>
          <p14:tracePt t="792231" x="4708525" y="2524125"/>
          <p14:tracePt t="792233" x="4681538" y="2524125"/>
          <p14:tracePt t="792261" x="4510088" y="2524125"/>
          <p14:tracePt t="792269" x="4443413" y="2524125"/>
          <p14:tracePt t="792284" x="4313238" y="2524125"/>
          <p14:tracePt t="792292" x="4211638" y="2524125"/>
          <p14:tracePt t="792301" x="4075113" y="2524125"/>
          <p14:tracePt t="792319" x="3932238" y="2524125"/>
          <p14:tracePt t="792322" x="3851275" y="2538413"/>
          <p14:tracePt t="792333" x="3721100" y="2551113"/>
          <p14:tracePt t="792362" x="3551238" y="2565400"/>
          <p14:tracePt t="792370" x="3497263" y="2598738"/>
          <p14:tracePt t="792402" x="3286125" y="2667000"/>
          <p14:tracePt t="792412" x="3197225" y="2720975"/>
          <p14:tracePt t="792429" x="3128963" y="2768600"/>
          <p14:tracePt t="792459" x="3041650" y="2851150"/>
          <p14:tracePt t="792461" x="2932113" y="3006725"/>
          <p14:tracePt t="792479" x="2878138" y="3101975"/>
          <p14:tracePt t="792480" x="2843213" y="3163888"/>
          <p14:tracePt t="792499" x="2816225" y="3259138"/>
          <p14:tracePt t="792509" x="2803525" y="3313113"/>
          <p14:tracePt t="792517" x="2776538" y="3402013"/>
          <p14:tracePt t="792536" x="2747963" y="3470275"/>
          <p14:tracePt t="792537" x="2735263" y="3530600"/>
          <p14:tracePt t="792567" x="2720975" y="3640138"/>
          <p14:tracePt t="792568" x="2720975" y="3694113"/>
          <p14:tracePt t="792598" x="2720975" y="3810000"/>
          <p14:tracePt t="792604" x="2720975" y="3878263"/>
          <p14:tracePt t="792617" x="2735263" y="3938588"/>
          <p14:tracePt t="792629" x="2747963" y="3994150"/>
          <p14:tracePt t="792651" x="2789238" y="4089400"/>
          <p14:tracePt t="792662" x="2816225" y="4149725"/>
          <p14:tracePt t="792684" x="2890838" y="4244975"/>
          <p14:tracePt t="792700" x="2932113" y="4271963"/>
          <p14:tracePt t="792709" x="2986088" y="4306888"/>
          <p14:tracePt t="792728" x="3116263" y="4333875"/>
          <p14:tracePt t="792757" x="3300413" y="4360863"/>
          <p14:tracePt t="792770" x="3408363" y="4360863"/>
          <p14:tracePt t="792772" x="3509963" y="4360863"/>
          <p14:tracePt t="792783" x="3667125" y="4348163"/>
          <p14:tracePt t="792800" x="3830638" y="4333875"/>
          <p14:tracePt t="792811" x="3946525" y="4306888"/>
          <p14:tracePt t="792823" x="4102100" y="4244975"/>
          <p14:tracePt t="792856" x="4470400" y="3952875"/>
          <p14:tracePt t="792869" x="4524375" y="3851275"/>
          <p14:tracePt t="792880" x="4592638" y="3694113"/>
          <p14:tracePt t="792886" x="4605338" y="3598863"/>
          <p14:tracePt t="792904" x="4625975" y="3429000"/>
          <p14:tracePt t="792918" x="4605338" y="3327400"/>
          <p14:tracePt t="792920" x="4551363" y="3176588"/>
          <p14:tracePt t="792957" x="4259263" y="2809875"/>
          <p14:tracePt t="792966" x="4157663" y="2720975"/>
          <p14:tracePt t="792979" x="4000500" y="2640013"/>
          <p14:tracePt t="792987" x="3905250" y="2598738"/>
          <p14:tracePt t="793005" x="3762375" y="2551113"/>
          <p14:tracePt t="793010" x="3633788" y="2538413"/>
          <p14:tracePt t="793031" x="3551238" y="2524125"/>
          <p14:tracePt t="793032" x="3435350" y="2538413"/>
          <p14:tracePt t="793044" x="3367088" y="2538413"/>
          <p14:tracePt t="793057" x="3271838" y="2565400"/>
          <p14:tracePt t="793067" x="3157538" y="2613025"/>
          <p14:tracePt t="793085" x="3089275" y="2652713"/>
          <p14:tracePt t="793087" x="2959100" y="2735263"/>
          <p14:tracePt t="793117" x="2747963" y="2919413"/>
          <p14:tracePt t="793119" x="2667000" y="3021013"/>
          <p14:tracePt t="793149" x="2509838" y="3286125"/>
          <p14:tracePt t="793160" x="2470150" y="3387725"/>
          <p14:tracePt t="793177" x="2435225" y="3509963"/>
          <p14:tracePt t="793178" x="2422525" y="3586163"/>
          <p14:tracePt t="793202" x="2422525" y="3768725"/>
          <p14:tracePt t="793211" x="2422525" y="3810000"/>
          <p14:tracePt t="793221" x="2422525" y="3851275"/>
          <p14:tracePt t="793234" x="2435225" y="3863975"/>
          <p14:tracePt t="793251" x="2435225" y="3890963"/>
          <p14:tracePt t="793261" x="2449513" y="3911600"/>
          <p14:tracePt t="793287" x="2470150" y="3925888"/>
          <p14:tracePt t="793291" x="2470150" y="3938588"/>
          <p14:tracePt t="793301" x="2482850" y="3938588"/>
          <p14:tracePt t="793328" x="2497138" y="3952875"/>
          <p14:tracePt t="793336" x="2509838" y="3952875"/>
          <p14:tracePt t="794009" x="2497138" y="3967163"/>
          <p14:tracePt t="794021" x="2470150" y="3967163"/>
          <p14:tracePt t="794032" x="2422525" y="3967163"/>
          <p14:tracePt t="794048" x="2408238" y="3967163"/>
          <p14:tracePt t="795166" x="2422525" y="3967163"/>
          <p14:tracePt t="795177" x="2435225" y="3967163"/>
          <p14:tracePt t="795189" x="2449513" y="3967163"/>
          <p14:tracePt t="795201" x="2470150" y="3967163"/>
          <p14:tracePt t="795346" x="2449513" y="3967163"/>
          <p14:tracePt t="795460" x="2435225" y="3967163"/>
          <p14:tracePt t="800599" x="2422525" y="3979863"/>
          <p14:tracePt t="800611" x="2354263" y="3979863"/>
          <p14:tracePt t="800625" x="2286000" y="3979863"/>
          <p14:tracePt t="800633" x="2157413" y="3979863"/>
          <p14:tracePt t="800645" x="2041525" y="3979863"/>
          <p14:tracePt t="800656" x="1890713" y="3967163"/>
          <p14:tracePt t="800699" x="1565275" y="3967163"/>
          <p14:tracePt t="800704" x="1497013" y="3967163"/>
          <p14:tracePt t="800712" x="1408113" y="3979863"/>
          <p14:tracePt t="800765" x="1184275" y="4006850"/>
          <p14:tracePt t="800773" x="1128713" y="4006850"/>
          <p14:tracePt t="800780" x="1089025" y="4021138"/>
          <p14:tracePt t="800833" x="973138" y="4021138"/>
          <p14:tracePt t="800849" x="958850" y="4021138"/>
          <p14:tracePt t="800881" x="958850" y="4033838"/>
          <p14:tracePt t="800903" x="946150" y="4033838"/>
          <p14:tracePt t="800927" x="931863" y="4033838"/>
          <p14:tracePt t="800939" x="919163" y="4033838"/>
          <p14:tracePt t="801186" x="931863" y="4033838"/>
          <p14:tracePt t="801196" x="946150" y="4033838"/>
          <p14:tracePt t="801207" x="973138" y="4033838"/>
          <p14:tracePt t="801220" x="985838" y="4033838"/>
          <p14:tracePt t="801230" x="1014413" y="4033838"/>
          <p14:tracePt t="801253" x="1027113" y="4033838"/>
          <p14:tracePt t="801276" x="1041400" y="4021138"/>
          <p14:tracePt t="801287" x="1054100" y="4021138"/>
          <p14:tracePt t="801310" x="1068388" y="4021138"/>
          <p14:tracePt t="801311" x="1089025" y="4021138"/>
          <p14:tracePt t="801322" x="1101725" y="4021138"/>
          <p14:tracePt t="801353" x="1128713" y="4021138"/>
          <p14:tracePt t="801361" x="1143000" y="4021138"/>
          <p14:tracePt t="801398" x="1169988" y="4021138"/>
          <p14:tracePt t="801399" x="1184275" y="4021138"/>
          <p14:tracePt t="801411" x="1196975" y="4006850"/>
          <p14:tracePt t="801434" x="1211263" y="4006850"/>
          <p14:tracePt t="801436" x="1223963" y="4006850"/>
          <p14:tracePt t="801458" x="1252538" y="3994150"/>
          <p14:tracePt t="801468" x="1265238" y="3979863"/>
          <p14:tracePt t="801480" x="1300163" y="3979863"/>
          <p14:tracePt t="801497" x="1312863" y="3967163"/>
          <p14:tracePt t="801509" x="1327150" y="3967163"/>
          <p14:tracePt t="801516" x="1339850" y="3952875"/>
          <p14:tracePt t="801646" x="1327150" y="3938588"/>
          <p14:tracePt t="801659" x="1312863" y="3938588"/>
          <p14:tracePt t="801673" x="1300163" y="3938588"/>
          <p14:tracePt t="801682" x="1285875" y="3938588"/>
          <p14:tracePt t="801702" x="1265238" y="3938588"/>
          <p14:tracePt t="801703" x="1252538" y="3938588"/>
          <p14:tracePt t="801715" x="1252538" y="3925888"/>
          <p14:tracePt t="801731" x="1238250" y="3925888"/>
          <p14:tracePt t="801749" x="1223963" y="3925888"/>
          <p14:tracePt t="801760" x="1211263" y="3925888"/>
          <p14:tracePt t="801782" x="1184275" y="3925888"/>
          <p14:tracePt t="801795" x="1169988" y="3925888"/>
          <p14:tracePt t="801806" x="1157288" y="3925888"/>
          <p14:tracePt t="801835" x="1143000" y="3925888"/>
          <p14:tracePt t="801850" x="1128713" y="3925888"/>
          <p14:tracePt t="801972" x="1116013" y="3925888"/>
          <p14:tracePt t="801983" x="1101725" y="3911600"/>
          <p14:tracePt t="802009" x="1089025" y="3911600"/>
          <p14:tracePt t="802018" x="1068388" y="3911600"/>
          <p14:tracePt t="802030" x="1054100" y="3911600"/>
          <p14:tracePt t="802048" x="1041400" y="3911600"/>
          <p14:tracePt t="802054" x="1027113" y="3911600"/>
          <p14:tracePt t="802064" x="1014413" y="3911600"/>
          <p14:tracePt t="802086" x="1000125" y="3911600"/>
          <p14:tracePt t="802110" x="985838" y="3911600"/>
          <p14:tracePt t="802132" x="973138" y="3911600"/>
          <p14:tracePt t="802149" x="958850" y="3911600"/>
          <p14:tracePt t="802158" x="946150" y="3911600"/>
          <p14:tracePt t="802166" x="931863" y="3911600"/>
          <p14:tracePt t="802184" x="919163" y="3911600"/>
          <p14:tracePt t="802192" x="890588" y="3911600"/>
          <p14:tracePt t="802200" x="871538" y="3911600"/>
          <p14:tracePt t="802210" x="842963" y="3911600"/>
          <p14:tracePt t="802235" x="803275" y="3911600"/>
          <p14:tracePt t="802245" x="762000" y="3911600"/>
          <p14:tracePt t="802255" x="735013" y="3890963"/>
          <p14:tracePt t="802283" x="693738" y="3890963"/>
          <p14:tracePt t="802293" x="673100" y="3911600"/>
          <p14:tracePt t="802319" x="633413" y="3911600"/>
          <p14:tracePt t="802324" x="619125" y="3925888"/>
          <p14:tracePt t="802351" x="604838" y="3925888"/>
          <p14:tracePt t="802362" x="577850" y="3952875"/>
          <p14:tracePt t="802383" x="565150" y="3952875"/>
          <p14:tracePt t="802385" x="550863" y="3967163"/>
          <p14:tracePt t="802404" x="523875" y="3979863"/>
          <p14:tracePt t="802415" x="523875" y="3994150"/>
          <p14:tracePt t="802450" x="509588" y="4006850"/>
          <p14:tracePt t="802461" x="509588" y="4021138"/>
          <p14:tracePt t="802497" x="509588" y="4033838"/>
          <p14:tracePt t="802514" x="523875" y="4048125"/>
          <p14:tracePt t="802535" x="538163" y="4062413"/>
          <p14:tracePt t="802547" x="538163" y="4075113"/>
          <p14:tracePt t="802560" x="550863" y="4075113"/>
          <p14:tracePt t="802578" x="565150" y="4089400"/>
          <p14:tracePt t="802585" x="577850" y="4089400"/>
          <p14:tracePt t="802594" x="592138" y="4110038"/>
          <p14:tracePt t="802615" x="604838" y="4110038"/>
          <p14:tracePt t="802633" x="619125" y="4122738"/>
          <p14:tracePt t="802642" x="633413" y="4122738"/>
          <p14:tracePt t="802650" x="646113" y="4122738"/>
          <p14:tracePt t="802665" x="673100" y="4122738"/>
          <p14:tracePt t="802691" x="735013" y="4137025"/>
          <p14:tracePt t="802702" x="776288" y="4137025"/>
          <p14:tracePt t="802712" x="815975" y="4137025"/>
          <p14:tracePt t="802739" x="904875" y="4137025"/>
          <p14:tracePt t="802742" x="958850" y="4137025"/>
          <p14:tracePt t="802750" x="1014413" y="4137025"/>
          <p14:tracePt t="802769" x="1054100" y="4137025"/>
          <p14:tracePt t="802777" x="1089025" y="4137025"/>
          <p14:tracePt t="802785" x="1128713" y="4137025"/>
          <p14:tracePt t="802799" x="1169988" y="4137025"/>
          <p14:tracePt t="802810" x="1196975" y="4137025"/>
          <p14:tracePt t="802824" x="1223963" y="4137025"/>
          <p14:tracePt t="802832" x="1252538" y="4137025"/>
          <p14:tracePt t="802849" x="1300163" y="4137025"/>
          <p14:tracePt t="802854" x="1327150" y="4137025"/>
          <p14:tracePt t="802879" x="1395413" y="4122738"/>
          <p14:tracePt t="802899" x="1462088" y="4110038"/>
          <p14:tracePt t="802933" x="1592263" y="4075113"/>
          <p14:tracePt t="802965" x="1681163" y="4048125"/>
          <p14:tracePt t="802978" x="1708150" y="4048125"/>
          <p14:tracePt t="802992" x="1720850" y="4033838"/>
          <p14:tracePt t="803001" x="1735138" y="4033838"/>
          <p14:tracePt t="803020" x="1747838" y="4021138"/>
          <p14:tracePt t="803021" x="1762125" y="4021138"/>
          <p14:tracePt t="803032" x="1776413" y="4006850"/>
          <p14:tracePt t="803051" x="1789113" y="3994150"/>
          <p14:tracePt t="803082" x="1803400" y="3979863"/>
          <p14:tracePt t="803083" x="1816100" y="3952875"/>
          <p14:tracePt t="803099" x="1830388" y="3938588"/>
          <p14:tracePt t="803132" x="1830388" y="3911600"/>
          <p14:tracePt t="803133" x="1830388" y="3890963"/>
          <p14:tracePt t="803144" x="1816100" y="3878263"/>
          <p14:tracePt t="803166" x="1803400" y="3863975"/>
          <p14:tracePt t="803180" x="1789113" y="3863975"/>
          <p14:tracePt t="803192" x="1776413" y="3851275"/>
          <p14:tracePt t="803203" x="1747838" y="3851275"/>
          <p14:tracePt t="803220" x="1708150" y="3836988"/>
          <p14:tracePt t="803227" x="1660525" y="3824288"/>
          <p14:tracePt t="803260" x="1550988" y="3795713"/>
          <p14:tracePt t="803263" x="1482725" y="3795713"/>
          <p14:tracePt t="803270" x="1435100" y="3795713"/>
          <p14:tracePt t="803284" x="1381125" y="3783013"/>
          <p14:tracePt t="803294" x="1312863" y="3783013"/>
          <p14:tracePt t="803312" x="1252538" y="3783013"/>
          <p14:tracePt t="803313" x="1211263" y="3783013"/>
          <p14:tracePt t="803326" x="1157288" y="3783013"/>
          <p14:tracePt t="803338" x="1116013" y="3783013"/>
          <p14:tracePt t="803349" x="1068388" y="3783013"/>
          <p14:tracePt t="803367" x="1027113" y="3795713"/>
          <p14:tracePt t="803376" x="985838" y="3795713"/>
          <p14:tracePt t="803390" x="946150" y="3795713"/>
          <p14:tracePt t="803417" x="830263" y="3824288"/>
          <p14:tracePt t="803427" x="803275" y="3824288"/>
          <p14:tracePt t="803436" x="776288" y="3824288"/>
          <p14:tracePt t="803449" x="747713" y="3824288"/>
          <p14:tracePt t="803474" x="693738" y="3836988"/>
          <p14:tracePt t="803487" x="660400" y="3836988"/>
          <p14:tracePt t="803499" x="633413" y="3836988"/>
          <p14:tracePt t="803520" x="604838" y="3836988"/>
          <p14:tracePt t="803522" x="577850" y="3851275"/>
          <p14:tracePt t="803532" x="565150" y="3851275"/>
          <p14:tracePt t="803548" x="523875" y="3863975"/>
          <p14:tracePt t="803560" x="509588" y="3863975"/>
          <p14:tracePt t="803573" x="496888" y="3878263"/>
          <p14:tracePt t="803584" x="496888" y="3890963"/>
          <p14:tracePt t="803604" x="476250" y="3911600"/>
          <p14:tracePt t="803624" x="476250" y="3925888"/>
          <p14:tracePt t="803645" x="476250" y="3938588"/>
          <p14:tracePt t="803653" x="496888" y="3938588"/>
          <p14:tracePt t="803662" x="496888" y="3952875"/>
          <p14:tracePt t="803674" x="509588" y="3967163"/>
          <p14:tracePt t="803696" x="523875" y="3979863"/>
          <p14:tracePt t="803732" x="592138" y="4021138"/>
          <p14:tracePt t="803747" x="619125" y="4021138"/>
          <p14:tracePt t="803758" x="633413" y="4033838"/>
          <p14:tracePt t="803771" x="660400" y="4033838"/>
          <p14:tracePt t="803779" x="693738" y="4048125"/>
          <p14:tracePt t="803800" x="747713" y="4062413"/>
          <p14:tracePt t="803810" x="776288" y="4062413"/>
          <p14:tracePt t="803830" x="803275" y="4062413"/>
          <p14:tracePt t="803832" x="842963" y="4062413"/>
          <p14:tracePt t="803843" x="871538" y="4075113"/>
          <p14:tracePt t="803863" x="919163" y="4075113"/>
          <p14:tracePt t="803864" x="946150" y="4075113"/>
          <p14:tracePt t="803878" x="985838" y="4075113"/>
          <p14:tracePt t="803887" x="1014413" y="4075113"/>
          <p14:tracePt t="803898" x="1041400" y="4075113"/>
          <p14:tracePt t="803910" x="1068388" y="4075113"/>
          <p14:tracePt t="803930" x="1116013" y="4075113"/>
          <p14:tracePt t="803943" x="1143000" y="4075113"/>
          <p14:tracePt t="803955" x="1169988" y="4075113"/>
          <p14:tracePt t="803966" x="1196975" y="4075113"/>
          <p14:tracePt t="803981" x="1223963" y="4075113"/>
          <p14:tracePt t="803993" x="1252538" y="4075113"/>
          <p14:tracePt t="804004" x="1285875" y="4075113"/>
          <p14:tracePt t="804014" x="1312863" y="4075113"/>
          <p14:tracePt t="804030" x="1339850" y="4075113"/>
          <p14:tracePt t="804041" x="1366838" y="4075113"/>
          <p14:tracePt t="804049" x="1395413" y="4075113"/>
          <p14:tracePt t="804060" x="1408113" y="4062413"/>
          <p14:tracePt t="804080" x="1482725" y="4062413"/>
          <p14:tracePt t="804109" x="1550988" y="4048125"/>
          <p14:tracePt t="804111" x="1577975" y="4048125"/>
          <p14:tracePt t="804130" x="1619250" y="4033838"/>
          <p14:tracePt t="804152" x="1660525" y="4033838"/>
          <p14:tracePt t="804161" x="1693863" y="4021138"/>
          <p14:tracePt t="804186" x="1720850" y="4006850"/>
          <p14:tracePt t="804212" x="1735138" y="3979863"/>
          <p14:tracePt t="804215" x="1735138" y="3967163"/>
          <p14:tracePt t="804238" x="1735138" y="3952875"/>
          <p14:tracePt t="804254" x="1735138" y="3938588"/>
          <p14:tracePt t="804265" x="1720850" y="3925888"/>
          <p14:tracePt t="804275" x="1708150" y="3925888"/>
          <p14:tracePt t="804298" x="1646238" y="3890963"/>
          <p14:tracePt t="804310" x="1619250" y="3878263"/>
          <p14:tracePt t="804335" x="1482725" y="3863975"/>
          <p14:tracePt t="804337" x="1422400" y="3863975"/>
          <p14:tracePt t="804367" x="1265238" y="3851275"/>
          <p14:tracePt t="804390" x="1196975" y="3851275"/>
          <p14:tracePt t="804394" x="1143000" y="3851275"/>
          <p14:tracePt t="804395" x="1068388" y="3851275"/>
          <p14:tracePt t="804414" x="1014413" y="3851275"/>
          <p14:tracePt t="804416" x="985838" y="3851275"/>
          <p14:tracePt t="804426" x="958850" y="3851275"/>
          <p14:tracePt t="804460" x="919163" y="3863975"/>
          <p14:tracePt t="804462" x="890588" y="3863975"/>
          <p14:tracePt t="804474" x="815975" y="3878263"/>
          <p14:tracePt t="804485" x="788988" y="3890963"/>
          <p14:tracePt t="804497" x="762000" y="3890963"/>
          <p14:tracePt t="804509" x="735013" y="3911600"/>
          <p14:tracePt t="804521" x="720725" y="3911600"/>
          <p14:tracePt t="804532" x="693738" y="3911600"/>
          <p14:tracePt t="804547" x="693738" y="3925888"/>
          <p14:tracePt t="804554" x="673100" y="3925888"/>
          <p14:tracePt t="804581" x="673100" y="3938588"/>
          <p14:tracePt t="804587" x="660400" y="3952875"/>
          <p14:tracePt t="804609" x="660400" y="3967163"/>
          <p14:tracePt t="804620" x="660400" y="3979863"/>
          <p14:tracePt t="804632" x="673100" y="3994150"/>
          <p14:tracePt t="804657" x="708025" y="4048125"/>
          <p14:tracePt t="804680" x="747713" y="4089400"/>
          <p14:tracePt t="804692" x="788988" y="4110038"/>
          <p14:tracePt t="804708" x="830263" y="4137025"/>
          <p14:tracePt t="804711" x="857250" y="4149725"/>
          <p14:tracePt t="804732" x="931863" y="4164013"/>
          <p14:tracePt t="804743" x="973138" y="4164013"/>
          <p14:tracePt t="804752" x="1000125" y="4164013"/>
          <p14:tracePt t="804765" x="1027113" y="4164013"/>
          <p14:tracePt t="804777" x="1068388" y="4164013"/>
          <p14:tracePt t="804786" x="1101725" y="4164013"/>
          <p14:tracePt t="804798" x="1143000" y="4164013"/>
          <p14:tracePt t="804812" x="1196975" y="4164013"/>
          <p14:tracePt t="804820" x="1265238" y="4164013"/>
          <p14:tracePt t="804833" x="1327150" y="4164013"/>
          <p14:tracePt t="804843" x="1408113" y="4164013"/>
          <p14:tracePt t="804863" x="1497013" y="4164013"/>
          <p14:tracePt t="804865" x="1577975" y="4164013"/>
          <p14:tracePt t="804877" x="1646238" y="4149725"/>
          <p14:tracePt t="804895" x="1708150" y="4149725"/>
          <p14:tracePt t="804905" x="1776413" y="4137025"/>
          <p14:tracePt t="804935" x="1816100" y="4137025"/>
          <p14:tracePt t="804937" x="1905000" y="4110038"/>
          <p14:tracePt t="804951" x="1931988" y="4089400"/>
          <p14:tracePt t="804978" x="1958975" y="4089400"/>
          <p14:tracePt t="804981" x="1973263" y="4062413"/>
          <p14:tracePt t="804998" x="1973263" y="4048125"/>
          <p14:tracePt t="805000" x="1973263" y="4033838"/>
          <p14:tracePt t="805011" x="1958975" y="4021138"/>
          <p14:tracePt t="805027" x="1946275" y="3994150"/>
          <p14:tracePt t="805055" x="1919288" y="3967163"/>
          <p14:tracePt t="805062" x="1905000" y="3952875"/>
          <p14:tracePt t="805088" x="1843088" y="3911600"/>
          <p14:tracePt t="805117" x="1830388" y="3890963"/>
          <p14:tracePt t="805121" x="1776413" y="3878263"/>
          <p14:tracePt t="805150" x="1762125" y="3863975"/>
          <p14:tracePt t="805153" x="1720850" y="3851275"/>
          <p14:tracePt t="805165" x="1693863" y="3851275"/>
          <p14:tracePt t="805181" x="1681163" y="3851275"/>
          <p14:tracePt t="805182" x="1646238" y="3851275"/>
          <p14:tracePt t="805194" x="1619250" y="3851275"/>
          <p14:tracePt t="805203" x="1592263" y="3851275"/>
          <p14:tracePt t="805214" x="1550988" y="3851275"/>
          <p14:tracePt t="805232" x="1509713" y="3851275"/>
          <p14:tracePt t="805241" x="1449388" y="3851275"/>
          <p14:tracePt t="805250" x="1408113" y="3851275"/>
          <p14:tracePt t="805269" x="1354138" y="3851275"/>
          <p14:tracePt t="805271" x="1312863" y="3851275"/>
          <p14:tracePt t="805283" x="1265238" y="3851275"/>
          <p14:tracePt t="805297" x="1223963" y="3851275"/>
          <p14:tracePt t="805312" x="1184275" y="3863975"/>
          <p14:tracePt t="805319" x="1157288" y="3863975"/>
          <p14:tracePt t="805327" x="1128713" y="3878263"/>
          <p14:tracePt t="805368" x="1041400" y="3911600"/>
          <p14:tracePt t="805377" x="1027113" y="3925888"/>
          <p14:tracePt t="805401" x="985838" y="3967163"/>
          <p14:tracePt t="805408" x="985838" y="3979863"/>
          <p14:tracePt t="805431" x="985838" y="3994150"/>
          <p14:tracePt t="805442" x="985838" y="4006850"/>
          <p14:tracePt t="805451" x="985838" y="4021138"/>
          <p14:tracePt t="805481" x="1000125" y="4033838"/>
          <p14:tracePt t="805509" x="1014413" y="4033838"/>
          <p14:tracePt t="805519" x="1041400" y="4048125"/>
          <p14:tracePt t="805534" x="1054100" y="4048125"/>
          <p14:tracePt t="805543" x="1068388" y="4048125"/>
          <p14:tracePt t="805552" x="1101725" y="4048125"/>
          <p14:tracePt t="805567" x="1128713" y="4048125"/>
          <p14:tracePt t="805577" x="1143000" y="4048125"/>
          <p14:tracePt t="805586" x="1157288" y="4048125"/>
          <p14:tracePt t="805621" x="1196975" y="4048125"/>
          <p14:tracePt t="805632" x="1223963" y="4048125"/>
          <p14:tracePt t="805641" x="1252538" y="4048125"/>
          <p14:tracePt t="805666" x="1312863" y="4021138"/>
          <p14:tracePt t="805677" x="1339850" y="4021138"/>
          <p14:tracePt t="805687" x="1381125" y="3994150"/>
          <p14:tracePt t="805704" x="1408113" y="3979863"/>
          <p14:tracePt t="805714" x="1435100" y="3967163"/>
          <p14:tracePt t="805743" x="1482725" y="3925888"/>
          <p14:tracePt t="805784" x="1482725" y="3911600"/>
          <p14:tracePt t="805791" x="1482725" y="3890963"/>
          <p14:tracePt t="805810" x="1462088" y="3878263"/>
          <p14:tracePt t="805832" x="1449388" y="3863975"/>
          <p14:tracePt t="805869" x="1422400" y="3824288"/>
          <p14:tracePt t="805878" x="1395413" y="3810000"/>
          <p14:tracePt t="805898" x="1366838" y="3795713"/>
          <p14:tracePt t="805928" x="1354138" y="3795713"/>
          <p14:tracePt t="805930" x="1312863" y="3783013"/>
          <p14:tracePt t="805946" x="1300163" y="3783013"/>
          <p14:tracePt t="805947" x="1285875" y="3783013"/>
          <p14:tracePt t="805969" x="1252538" y="3783013"/>
          <p14:tracePt t="805985" x="1238250" y="3783013"/>
          <p14:tracePt t="805991" x="1223963" y="3795713"/>
          <p14:tracePt t="806002" x="1211263" y="3810000"/>
          <p14:tracePt t="806032" x="1169988" y="3836988"/>
          <p14:tracePt t="806041" x="1143000" y="3851275"/>
          <p14:tracePt t="806065" x="1128713" y="3878263"/>
          <p14:tracePt t="806081" x="1116013" y="3878263"/>
          <p14:tracePt t="806082" x="1116013" y="3890963"/>
          <p14:tracePt t="806093" x="1101725" y="3890963"/>
          <p14:tracePt t="806104" x="1101725" y="3911600"/>
          <p14:tracePt t="806132" x="1101725" y="3925888"/>
          <p14:tracePt t="806171" x="1101725" y="3938588"/>
          <p14:tracePt t="806182" x="1116013" y="3938588"/>
          <p14:tracePt t="806216" x="1116013" y="3952875"/>
          <p14:tracePt t="806228" x="1128713" y="3952875"/>
          <p14:tracePt t="806271" x="1143000" y="3952875"/>
          <p14:tracePt t="806294" x="1157288" y="3952875"/>
          <p14:tracePt t="806304" x="1169988" y="3952875"/>
          <p14:tracePt t="806317" x="1184275" y="3952875"/>
          <p14:tracePt t="806333" x="1211263" y="3952875"/>
          <p14:tracePt t="806343" x="1223963" y="3952875"/>
          <p14:tracePt t="806354" x="1238250" y="3952875"/>
          <p14:tracePt t="806364" x="1265238" y="3952875"/>
          <p14:tracePt t="806384" x="1300163" y="3952875"/>
          <p14:tracePt t="806395" x="1312863" y="3952875"/>
          <p14:tracePt t="806405" x="1327150" y="3938588"/>
          <p14:tracePt t="806419" x="1339850" y="3938588"/>
          <p14:tracePt t="806435" x="1354138" y="3938588"/>
          <p14:tracePt t="806484" x="1366838" y="3938588"/>
          <p14:tracePt t="806551" x="1381125" y="3938588"/>
          <p14:tracePt t="806563" x="1395413" y="3938588"/>
          <p14:tracePt t="806588" x="1408113" y="3938588"/>
          <p14:tracePt t="806598" x="1422400" y="3938588"/>
          <p14:tracePt t="806621" x="1435100" y="3938588"/>
          <p14:tracePt t="806634" x="1449388" y="3938588"/>
          <p14:tracePt t="806644" x="1449388" y="3925888"/>
          <p14:tracePt t="806654" x="1462088" y="3925888"/>
          <p14:tracePt t="806666" x="1482725" y="3925888"/>
          <p14:tracePt t="806688" x="1497013" y="3925888"/>
          <p14:tracePt t="806711" x="1509713" y="3925888"/>
          <p14:tracePt t="806732" x="1524000" y="3925888"/>
          <p14:tracePt t="806755" x="1538288" y="3925888"/>
          <p14:tracePt t="806821" x="1550988" y="3925888"/>
          <p14:tracePt t="812921" x="1550988" y="3911600"/>
          <p14:tracePt t="812954" x="1550988" y="3890963"/>
          <p14:tracePt t="812963" x="1538288" y="3890963"/>
          <p14:tracePt t="812975" x="1538288" y="3878263"/>
          <p14:tracePt t="812986" x="1524000" y="3878263"/>
          <p14:tracePt t="812997" x="1497013" y="3878263"/>
          <p14:tracePt t="813036" x="1422400" y="3863975"/>
          <p14:tracePt t="813063" x="1381125" y="3863975"/>
          <p14:tracePt t="813070" x="1366838" y="3863975"/>
          <p14:tracePt t="813127" x="1312863" y="3863975"/>
          <p14:tracePt t="813136" x="1285875" y="3863975"/>
          <p14:tracePt t="813144" x="1265238" y="3863975"/>
          <p14:tracePt t="813156" x="1252538" y="3863975"/>
          <p14:tracePt t="813194" x="1196975" y="3890963"/>
          <p14:tracePt t="813204" x="1184275" y="3911600"/>
          <p14:tracePt t="813246" x="1143000" y="3925888"/>
          <p14:tracePt t="813247" x="1143000" y="3938588"/>
          <p14:tracePt t="813257" x="1128713" y="3938588"/>
          <p14:tracePt t="813358" x="1128713" y="3952875"/>
          <p14:tracePt t="813392" x="1128713" y="3967163"/>
          <p14:tracePt t="813416" x="1128713" y="3979863"/>
          <p14:tracePt t="813441" x="1128713" y="3994150"/>
          <p14:tracePt t="813461" x="1128713" y="4006850"/>
          <p14:tracePt t="813479" x="1143000" y="4006850"/>
          <p14:tracePt t="813504" x="1157288" y="4006850"/>
          <p14:tracePt t="813526" x="1157288" y="4021138"/>
          <p14:tracePt t="813528" x="1169988" y="4021138"/>
          <p14:tracePt t="813550" x="1184275" y="4021138"/>
          <p14:tracePt t="813573" x="1196975" y="4021138"/>
          <p14:tracePt t="813593" x="1211263" y="4021138"/>
          <p14:tracePt t="813603" x="1223963" y="4021138"/>
          <p14:tracePt t="813610" x="1238250" y="4021138"/>
          <p14:tracePt t="813619" x="1252538" y="4021138"/>
          <p14:tracePt t="813647" x="1285875" y="4021138"/>
          <p14:tracePt t="813657" x="1300163" y="4021138"/>
          <p14:tracePt t="813665" x="1312863" y="4021138"/>
          <p14:tracePt t="813696" x="1327150" y="4021138"/>
          <p14:tracePt t="813797" x="1339850" y="4021138"/>
          <p14:tracePt t="814112" x="1354138" y="4021138"/>
          <p14:tracePt t="814133" x="1354138" y="4006850"/>
          <p14:tracePt t="814146" x="1366838" y="4006850"/>
          <p14:tracePt t="814174" x="1381125" y="4006850"/>
          <p14:tracePt t="814191" x="1395413" y="4006850"/>
          <p14:tracePt t="814202" x="1408113" y="3994150"/>
          <p14:tracePt t="814225" x="1422400" y="3994150"/>
          <p14:tracePt t="814236" x="1435100" y="3979863"/>
          <p14:tracePt t="814256" x="1449388" y="3979863"/>
          <p14:tracePt t="814263" x="1462088" y="3979863"/>
          <p14:tracePt t="814274" x="1482725" y="3967163"/>
          <p14:tracePt t="814285" x="1497013" y="3967163"/>
          <p14:tracePt t="814309" x="1509713" y="3952875"/>
          <p14:tracePt t="814319" x="1524000" y="3952875"/>
          <p14:tracePt t="814328" x="1538288" y="3938588"/>
          <p14:tracePt t="814360" x="1550988" y="3925888"/>
          <p14:tracePt t="814362" x="1565275" y="3911600"/>
          <p14:tracePt t="814393" x="1577975" y="3890963"/>
          <p14:tracePt t="814421" x="1577975" y="3878263"/>
          <p14:tracePt t="814494" x="1565275" y="3878263"/>
          <p14:tracePt t="814517" x="1550988" y="3878263"/>
          <p14:tracePt t="814530" x="1538288" y="3863975"/>
          <p14:tracePt t="814545" x="1524000" y="3863975"/>
          <p14:tracePt t="814553" x="1497013" y="3851275"/>
          <p14:tracePt t="814563" x="1482725" y="3851275"/>
          <p14:tracePt t="814582" x="1449388" y="3851275"/>
          <p14:tracePt t="814588" x="1435100" y="3836988"/>
          <p14:tracePt t="814597" x="1422400" y="3836988"/>
          <p14:tracePt t="814613" x="1408113" y="3836988"/>
          <p14:tracePt t="814635" x="1395413" y="3836988"/>
          <p14:tracePt t="814672" x="1381125" y="3836988"/>
          <p14:tracePt t="814689" x="1366838" y="3836988"/>
          <p14:tracePt t="814721" x="1354138" y="3836988"/>
          <p14:tracePt t="814745" x="1339850" y="3836988"/>
          <p14:tracePt t="814756" x="1327150" y="3836988"/>
          <p14:tracePt t="814771" x="1312863" y="3836988"/>
          <p14:tracePt t="814780" x="1300163" y="3836988"/>
          <p14:tracePt t="814801" x="1285875" y="3836988"/>
          <p14:tracePt t="814824" x="1265238" y="3836988"/>
          <p14:tracePt t="814836" x="1252538" y="3836988"/>
          <p14:tracePt t="814847" x="1238250" y="3836988"/>
          <p14:tracePt t="814875" x="1223963" y="3836988"/>
          <p14:tracePt t="814884" x="1223963" y="3851275"/>
          <p14:tracePt t="814892" x="1211263" y="3851275"/>
          <p14:tracePt t="814928" x="1184275" y="3863975"/>
          <p14:tracePt t="814951" x="1169988" y="3863975"/>
          <p14:tracePt t="814960" x="1143000" y="3890963"/>
          <p14:tracePt t="814979" x="1128713" y="3911600"/>
          <p14:tracePt t="814994" x="1128713" y="3925888"/>
          <p14:tracePt t="815018" x="1116013" y="3952875"/>
          <p14:tracePt t="815028" x="1101725" y="3967163"/>
          <p14:tracePt t="815050" x="1101725" y="3979863"/>
          <p14:tracePt t="815090" x="1116013" y="3994150"/>
          <p14:tracePt t="815124" x="1128713" y="3994150"/>
          <p14:tracePt t="815152" x="1143000" y="3994150"/>
          <p14:tracePt t="815159" x="1157288" y="3994150"/>
          <p14:tracePt t="815171" x="1169988" y="3994150"/>
          <p14:tracePt t="815186" x="1184275" y="3994150"/>
          <p14:tracePt t="815195" x="1196975" y="3994150"/>
          <p14:tracePt t="815208" x="1223963" y="3994150"/>
          <p14:tracePt t="815218" x="1238250" y="3994150"/>
          <p14:tracePt t="815241" x="1285875" y="3994150"/>
          <p14:tracePt t="815253" x="1300163" y="3994150"/>
          <p14:tracePt t="815263" x="1312863" y="3994150"/>
          <p14:tracePt t="815289" x="1339850" y="3994150"/>
          <p14:tracePt t="815300" x="1354138" y="3979863"/>
          <p14:tracePt t="815319" x="1366838" y="3979863"/>
          <p14:tracePt t="815342" x="1381125" y="3967163"/>
          <p14:tracePt t="815355" x="1395413" y="3952875"/>
          <p14:tracePt t="815393" x="1408113" y="3911600"/>
          <p14:tracePt t="815409" x="1408113" y="3890963"/>
          <p14:tracePt t="815430" x="1408113" y="3878263"/>
          <p14:tracePt t="815444" x="1395413" y="3878263"/>
          <p14:tracePt t="815475" x="1381125" y="3863975"/>
          <p14:tracePt t="815477" x="1354138" y="3863975"/>
          <p14:tracePt t="815486" x="1327150" y="3863975"/>
          <p14:tracePt t="815496" x="1300163" y="3863975"/>
          <p14:tracePt t="815512" x="1265238" y="3863975"/>
          <p14:tracePt t="815521" x="1238250" y="3851275"/>
          <p14:tracePt t="815531" x="1211263" y="3851275"/>
          <p14:tracePt t="815560" x="1169988" y="3851275"/>
          <p14:tracePt t="815566" x="1157288" y="3851275"/>
          <p14:tracePt t="815575" x="1143000" y="3851275"/>
          <p14:tracePt t="815610" x="1116013" y="3851275"/>
          <p14:tracePt t="815620" x="1101725" y="3851275"/>
          <p14:tracePt t="815631" x="1089025" y="3863975"/>
          <p14:tracePt t="815656" x="1041400" y="3878263"/>
          <p14:tracePt t="815668" x="1014413" y="3878263"/>
          <p14:tracePt t="815676" x="1000125" y="3890963"/>
          <p14:tracePt t="815695" x="985838" y="3890963"/>
          <p14:tracePt t="815702" x="958850" y="3911600"/>
          <p14:tracePt t="815726" x="946150" y="3911600"/>
          <p14:tracePt t="815755" x="931863" y="3911600"/>
          <p14:tracePt t="815786" x="931863" y="3925888"/>
          <p14:tracePt t="815793" x="919163" y="3925888"/>
          <p14:tracePt t="815812" x="904875" y="3938588"/>
          <p14:tracePt t="815836" x="904875" y="3952875"/>
          <p14:tracePt t="815856" x="890588" y="3967163"/>
          <p14:tracePt t="815859" x="890588" y="3979863"/>
          <p14:tracePt t="815879" x="890588" y="3994150"/>
          <p14:tracePt t="815894" x="904875" y="4006850"/>
          <p14:tracePt t="815908" x="904875" y="4021138"/>
          <p14:tracePt t="815916" x="919163" y="4033838"/>
          <p14:tracePt t="815945" x="931863" y="4048125"/>
          <p14:tracePt t="815956" x="946150" y="4062413"/>
          <p14:tracePt t="815958" x="958850" y="4062413"/>
          <p14:tracePt t="815993" x="958850" y="4075113"/>
          <p14:tracePt t="815994" x="973138" y="4075113"/>
          <p14:tracePt t="816027" x="985838" y="4075113"/>
          <p14:tracePt t="816038" x="1000125" y="4075113"/>
          <p14:tracePt t="816056" x="1014413" y="4075113"/>
          <p14:tracePt t="816062" x="1041400" y="4075113"/>
          <p14:tracePt t="816074" x="1089025" y="4075113"/>
          <p14:tracePt t="816093" x="1101725" y="4075113"/>
          <p14:tracePt t="816095" x="1143000" y="4075113"/>
          <p14:tracePt t="816103" x="1169988" y="4075113"/>
          <p14:tracePt t="816123" x="1196975" y="4075113"/>
          <p14:tracePt t="816135" x="1223963" y="4062413"/>
          <p14:tracePt t="816141" x="1238250" y="4062413"/>
          <p14:tracePt t="816149" x="1265238" y="4062413"/>
          <p14:tracePt t="816176" x="1300163" y="4062413"/>
          <p14:tracePt t="816185" x="1327150" y="4048125"/>
          <p14:tracePt t="816194" x="1339850" y="4033838"/>
          <p14:tracePt t="816227" x="1381125" y="4021138"/>
          <p14:tracePt t="816229" x="1395413" y="4006850"/>
          <p14:tracePt t="816255" x="1422400" y="3979863"/>
          <p14:tracePt t="816275" x="1422400" y="3952875"/>
          <p14:tracePt t="816295" x="1422400" y="3938588"/>
          <p14:tracePt t="816323" x="1422400" y="3925888"/>
          <p14:tracePt t="816341" x="1408113" y="3911600"/>
          <p14:tracePt t="816362" x="1395413" y="3911600"/>
          <p14:tracePt t="816363" x="1381125" y="3890963"/>
          <p14:tracePt t="816376" x="1366838" y="3890963"/>
          <p14:tracePt t="816385" x="1339850" y="3878263"/>
          <p14:tracePt t="816407" x="1312863" y="3878263"/>
          <p14:tracePt t="816409" x="1265238" y="3878263"/>
          <p14:tracePt t="816419" x="1238250" y="3878263"/>
          <p14:tracePt t="816442" x="1211263" y="3863975"/>
          <p14:tracePt t="816443" x="1169988" y="3863975"/>
          <p14:tracePt t="816453" x="1157288" y="3863975"/>
          <p14:tracePt t="816470" x="1116013" y="3863975"/>
          <p14:tracePt t="816479" x="1089025" y="3863975"/>
          <p14:tracePt t="816488" x="1054100" y="3863975"/>
          <p14:tracePt t="816497" x="1041400" y="3863975"/>
          <p14:tracePt t="816527" x="1000125" y="3878263"/>
          <p14:tracePt t="816536" x="973138" y="3878263"/>
          <p14:tracePt t="816545" x="958850" y="3890963"/>
          <p14:tracePt t="816574" x="931863" y="3925888"/>
          <p14:tracePt t="816576" x="919163" y="3938588"/>
          <p14:tracePt t="816611" x="890588" y="3979863"/>
          <p14:tracePt t="816612" x="890588" y="3994150"/>
          <p14:tracePt t="816638" x="890588" y="4006850"/>
          <p14:tracePt t="816646" x="890588" y="4021138"/>
          <p14:tracePt t="816657" x="890588" y="4033838"/>
          <p14:tracePt t="816667" x="890588" y="4048125"/>
          <p14:tracePt t="816691" x="919163" y="4062413"/>
          <p14:tracePt t="816703" x="931863" y="4062413"/>
          <p14:tracePt t="816712" x="946150" y="4062413"/>
          <p14:tracePt t="816729" x="958850" y="4062413"/>
          <p14:tracePt t="816738" x="973138" y="4062413"/>
          <p14:tracePt t="816747" x="985838" y="4075113"/>
          <p14:tracePt t="816773" x="1027113" y="4075113"/>
          <p14:tracePt t="816787" x="1054100" y="4075113"/>
          <p14:tracePt t="816794" x="1068388" y="4075113"/>
          <p14:tracePt t="816805" x="1101725" y="4062413"/>
          <p14:tracePt t="816819" x="1128713" y="4062413"/>
          <p14:tracePt t="816839" x="1157288" y="4062413"/>
          <p14:tracePt t="816840" x="1169988" y="4062413"/>
          <p14:tracePt t="816852" x="1196975" y="4062413"/>
          <p14:tracePt t="816861" x="1211263" y="4062413"/>
          <p14:tracePt t="816871" x="1238250" y="4062413"/>
          <p14:tracePt t="816888" x="1252538" y="4048125"/>
          <p14:tracePt t="816908" x="1265238" y="4048125"/>
          <p14:tracePt t="816910" x="1285875" y="4033838"/>
          <p14:tracePt t="816926" x="1300163" y="4033838"/>
          <p14:tracePt t="816991" x="1300163" y="4021138"/>
          <p14:tracePt t="817117" x="1300163" y="4006850"/>
          <p14:tracePt t="817283" x="1285875" y="4006850"/>
          <p14:tracePt t="817398" x="1265238" y="4006850"/>
          <p14:tracePt t="819097" x="1252538" y="4006850"/>
          <p14:tracePt t="819141" x="1238250" y="4006850"/>
          <p14:tracePt t="819153" x="1223963" y="4006850"/>
          <p14:tracePt t="819230" x="1223963" y="4021138"/>
          <p14:tracePt t="819286" x="1238250" y="4021138"/>
          <p14:tracePt t="819344" x="1252538" y="4021138"/>
          <p14:tracePt t="819377" x="1265238" y="4021138"/>
          <p14:tracePt t="819390" x="1285875" y="4021138"/>
          <p14:tracePt t="819407" x="1285875" y="4006850"/>
          <p14:tracePt t="819417" x="1300163" y="4006850"/>
          <p14:tracePt t="819428" x="1312863" y="3994150"/>
          <p14:tracePt t="819446" x="1327150" y="3979863"/>
          <p14:tracePt t="819472" x="1339850" y="3967163"/>
          <p14:tracePt t="819508" x="1339850" y="3952875"/>
          <p14:tracePt t="819542" x="1339850" y="3938588"/>
          <p14:tracePt t="819574" x="1312863" y="3925888"/>
          <p14:tracePt t="819585" x="1300163" y="3925888"/>
          <p14:tracePt t="819594" x="1265238" y="3925888"/>
          <p14:tracePt t="819613" x="1252538" y="3925888"/>
          <p14:tracePt t="819616" x="1223963" y="3925888"/>
          <p14:tracePt t="819625" x="1211263" y="3911600"/>
          <p14:tracePt t="819658" x="1184275" y="3911600"/>
          <p14:tracePt t="819660" x="1157288" y="3925888"/>
          <p14:tracePt t="819670" x="1143000" y="3925888"/>
          <p14:tracePt t="819688" x="1116013" y="3938588"/>
          <p14:tracePt t="819699" x="1101725" y="3952875"/>
          <p14:tracePt t="819723" x="1068388" y="3979863"/>
          <p14:tracePt t="819739" x="1068388" y="3994150"/>
          <p14:tracePt t="819740" x="1068388" y="4006850"/>
          <p14:tracePt t="819759" x="1089025" y="4021138"/>
          <p14:tracePt t="819791" x="1101725" y="4021138"/>
          <p14:tracePt t="819800" x="1116013" y="4033838"/>
          <p14:tracePt t="819827" x="1128713" y="4033838"/>
          <p14:tracePt t="819829" x="1143000" y="4021138"/>
          <p14:tracePt t="819838" x="1157288" y="4021138"/>
          <p14:tracePt t="819857" x="1169988" y="4021138"/>
          <p14:tracePt t="819870" x="1184275" y="4021138"/>
          <p14:tracePt t="819872" x="1196975" y="4021138"/>
          <p14:tracePt t="819884" x="1196975" y="4006850"/>
          <p14:tracePt t="819911" x="1211263" y="3994150"/>
          <p14:tracePt t="819921" x="1211263" y="3979863"/>
          <p14:tracePt t="819929" x="1211263" y="3967163"/>
          <p14:tracePt t="819954" x="1196975" y="3952875"/>
          <p14:tracePt t="819963" x="1196975" y="3938588"/>
          <p14:tracePt t="819994" x="1169988" y="3925888"/>
          <p14:tracePt t="820004" x="1157288" y="3925888"/>
          <p14:tracePt t="820010" x="1143000" y="3925888"/>
          <p14:tracePt t="820020" x="1128713" y="3925888"/>
          <p14:tracePt t="820033" x="1116013" y="3925888"/>
          <p14:tracePt t="820060" x="1101725" y="3925888"/>
          <p14:tracePt t="820070" x="1054100" y="3938588"/>
          <p14:tracePt t="820079" x="1041400" y="3938588"/>
          <p14:tracePt t="820091" x="1014413" y="3952875"/>
          <p14:tracePt t="820110" x="985838" y="3979863"/>
          <p14:tracePt t="820138" x="985838" y="3994150"/>
          <p14:tracePt t="820159" x="985838" y="4006850"/>
          <p14:tracePt t="820190" x="1014413" y="4021138"/>
          <p14:tracePt t="820203" x="1041400" y="4021138"/>
          <p14:tracePt t="820211" x="1054100" y="4021138"/>
          <p14:tracePt t="820226" x="1068388" y="4021138"/>
          <p14:tracePt t="820244" x="1089025" y="4021138"/>
          <p14:tracePt t="820469" x="1068388" y="4021138"/>
          <p14:tracePt t="820478" x="1054100" y="4021138"/>
          <p14:tracePt t="820490" x="1027113" y="4021138"/>
          <p14:tracePt t="820505" x="1014413" y="4021138"/>
          <p14:tracePt t="820514" x="985838" y="4021138"/>
          <p14:tracePt t="820525" x="973138" y="4021138"/>
          <p14:tracePt t="820548" x="958850" y="4021138"/>
          <p14:tracePt t="820570" x="946150" y="4021138"/>
          <p14:tracePt t="820795" x="958850" y="4021138"/>
          <p14:tracePt t="820816" x="973138" y="4021138"/>
          <p14:tracePt t="820828" x="985838" y="4021138"/>
          <p14:tracePt t="820906" x="1000125" y="4021138"/>
          <p14:tracePt t="820918" x="1000125" y="4006850"/>
          <p14:tracePt t="820953" x="985838" y="3994150"/>
          <p14:tracePt t="820975" x="973138" y="3994150"/>
          <p14:tracePt t="820987" x="958850" y="3994150"/>
          <p14:tracePt t="821008" x="958850" y="3979863"/>
          <p14:tracePt t="821010" x="946150" y="3979863"/>
          <p14:tracePt t="821038" x="931863" y="3979863"/>
          <p14:tracePt t="821057" x="931863" y="3994150"/>
          <p14:tracePt t="821078" x="904875" y="3994150"/>
          <p14:tracePt t="821088" x="890588" y="4006850"/>
          <p14:tracePt t="821111" x="871538" y="4021138"/>
          <p14:tracePt t="821144" x="871538" y="4033838"/>
          <p14:tracePt t="821234" x="890588" y="4033838"/>
          <p14:tracePt t="821235" x="904875" y="4033838"/>
          <p14:tracePt t="821245" x="919163" y="4033838"/>
          <p14:tracePt t="821258" x="946150" y="4033838"/>
          <p14:tracePt t="821272" x="973138" y="4021138"/>
          <p14:tracePt t="821288" x="985838" y="4021138"/>
          <p14:tracePt t="821291" x="1014413" y="4006850"/>
          <p14:tracePt t="821304" x="1027113" y="3994150"/>
          <p14:tracePt t="821324" x="1068388" y="3967163"/>
          <p14:tracePt t="821346" x="1089025" y="3952875"/>
          <p14:tracePt t="821358" x="1101725" y="3938588"/>
          <p14:tracePt t="821369" x="1116013" y="3911600"/>
          <p14:tracePt t="821393" x="1116013" y="3890963"/>
          <p14:tracePt t="821404" x="1128713" y="3878263"/>
          <p14:tracePt t="821525" x="1116013" y="3890963"/>
          <p14:tracePt t="821536" x="1116013" y="3911600"/>
          <p14:tracePt t="821553" x="1101725" y="3938588"/>
          <p14:tracePt t="821562" x="1101725" y="3952875"/>
          <p14:tracePt t="821572" x="1101725" y="3967163"/>
          <p14:tracePt t="821597" x="1089025" y="3979863"/>
          <p14:tracePt t="821599" x="1089025" y="3994150"/>
          <p14:tracePt t="821609" x="1089025" y="4006850"/>
          <p14:tracePt t="821625" x="1089025" y="4033838"/>
          <p14:tracePt t="821639" x="1068388" y="4048125"/>
          <p14:tracePt t="821772" x="1089025" y="4048125"/>
          <p14:tracePt t="821806" x="1101725" y="4048125"/>
          <p14:tracePt t="821820" x="1101725" y="4033838"/>
          <p14:tracePt t="821830" x="1101725" y="4021138"/>
          <p14:tracePt t="821841" x="1116013" y="4021138"/>
          <p14:tracePt t="821860" x="1116013" y="4006850"/>
          <p14:tracePt t="821870" x="1116013" y="3994150"/>
          <p14:tracePt t="821887" x="1116013" y="3979863"/>
          <p14:tracePt t="821922" x="1116013" y="3967163"/>
          <p14:tracePt t="822067" x="1101725" y="3967163"/>
          <p14:tracePt t="822076" x="1089025" y="3979863"/>
          <p14:tracePt t="822098" x="1068388" y="3994150"/>
          <p14:tracePt t="822123" x="1068388" y="4006850"/>
          <p14:tracePt t="822144" x="1068388" y="4021138"/>
          <p14:tracePt t="822156" x="1089025" y="4021138"/>
          <p14:tracePt t="822179" x="1101725" y="4021138"/>
          <p14:tracePt t="822180" x="1101725" y="4033838"/>
          <p14:tracePt t="822190" x="1116013" y="4033838"/>
          <p14:tracePt t="822213" x="1128713" y="4033838"/>
          <p14:tracePt t="822247" x="1128713" y="4021138"/>
          <p14:tracePt t="822258" x="1143000" y="4021138"/>
          <p14:tracePt t="822281" x="1143000" y="4006850"/>
          <p14:tracePt t="822292" x="1157288" y="3994150"/>
          <p14:tracePt t="822314" x="1157288" y="3979863"/>
          <p14:tracePt t="822372" x="1157288" y="3967163"/>
          <p14:tracePt t="822537" x="1169988" y="3967163"/>
          <p14:tracePt t="822561" x="1184275" y="3967163"/>
          <p14:tracePt t="822589" x="1196975" y="3967163"/>
          <p14:tracePt t="822598" x="1211263" y="3967163"/>
          <p14:tracePt t="822607" x="1223963" y="3967163"/>
          <p14:tracePt t="822624" x="1238250" y="3967163"/>
          <p14:tracePt t="822633" x="1252538" y="3952875"/>
          <p14:tracePt t="822643" x="1265238" y="3952875"/>
          <p14:tracePt t="822683" x="1300163" y="3938588"/>
          <p14:tracePt t="822699" x="1312863" y="3925888"/>
          <p14:tracePt t="822931" x="1300163" y="3938588"/>
          <p14:tracePt t="822955" x="1285875" y="3952875"/>
          <p14:tracePt t="822977" x="1285875" y="3967163"/>
          <p14:tracePt t="822990" x="1265238" y="3979863"/>
          <p14:tracePt t="823000" x="1265238" y="3994150"/>
          <p14:tracePt t="823019" x="1265238" y="4006850"/>
          <p14:tracePt t="823026" x="1265238" y="4021138"/>
          <p14:tracePt t="823036" x="1252538" y="4033838"/>
          <p14:tracePt t="823045" x="1265238" y="4048125"/>
          <p14:tracePt t="823091" x="1265238" y="4062413"/>
          <p14:tracePt t="823201" x="1265238" y="4048125"/>
          <p14:tracePt t="823235" x="1285875" y="4048125"/>
          <p14:tracePt t="824034" x="1300163" y="4048125"/>
          <p14:tracePt t="828368" x="1312863" y="4048125"/>
          <p14:tracePt t="828376" x="1327150" y="4048125"/>
          <p14:tracePt t="828387" x="1354138" y="4033838"/>
          <p14:tracePt t="828399" x="1381125" y="4033838"/>
          <p14:tracePt t="828410" x="1422400" y="4033838"/>
          <p14:tracePt t="828421" x="1435100" y="4033838"/>
          <p14:tracePt t="828459" x="1497013" y="4033838"/>
          <p14:tracePt t="828469" x="1509713" y="4033838"/>
          <p14:tracePt t="828478" x="1524000" y="4021138"/>
          <p14:tracePt t="828530" x="1550988" y="4006850"/>
          <p14:tracePt t="828548" x="1565275" y="3994150"/>
          <p14:tracePt t="828579" x="1550988" y="3979863"/>
          <p14:tracePt t="828613" x="1538288" y="3967163"/>
          <p14:tracePt t="828625" x="1524000" y="3967163"/>
          <p14:tracePt t="828644" x="1497013" y="3952875"/>
          <p14:tracePt t="828659" x="1462088" y="3938588"/>
          <p14:tracePt t="828660" x="1435100" y="3938588"/>
          <p14:tracePt t="828698" x="1354138" y="3911600"/>
          <p14:tracePt t="828740" x="1300163" y="3911600"/>
          <p14:tracePt t="828771" x="1285875" y="3911600"/>
          <p14:tracePt t="828793" x="1265238" y="3911600"/>
          <p14:tracePt t="828805" x="1252538" y="3911600"/>
          <p14:tracePt t="828817" x="1223963" y="3911600"/>
          <p14:tracePt t="828828" x="1211263" y="3925888"/>
          <p14:tracePt t="828844" x="1196975" y="3925888"/>
          <p14:tracePt t="828855" x="1184275" y="3925888"/>
          <p14:tracePt t="828868" x="1169988" y="3938588"/>
          <p14:tracePt t="828880" x="1157288" y="3938588"/>
          <p14:tracePt t="828907" x="1157288" y="3952875"/>
          <p14:tracePt t="828942" x="1157288" y="3979863"/>
          <p14:tracePt t="828954" x="1157288" y="3994150"/>
          <p14:tracePt t="828964" x="1169988" y="4006850"/>
          <p14:tracePt t="828982" x="1184275" y="4021138"/>
          <p14:tracePt t="829025" x="1196975" y="4033838"/>
          <p14:tracePt t="829026" x="1265238" y="4048125"/>
          <p14:tracePt t="829057" x="1285875" y="4048125"/>
          <p14:tracePt t="829058" x="1312863" y="4048125"/>
          <p14:tracePt t="829081" x="1339850" y="4048125"/>
          <p14:tracePt t="829099" x="1354138" y="4048125"/>
          <p14:tracePt t="829110" x="1366838" y="4033838"/>
          <p14:tracePt t="829131" x="1381125" y="4021138"/>
          <p14:tracePt t="829165" x="1395413" y="4006850"/>
          <p14:tracePt t="829171" x="1395413" y="3994150"/>
          <p14:tracePt t="829181" x="1395413" y="3979863"/>
          <p14:tracePt t="829194" x="1395413" y="3967163"/>
          <p14:tracePt t="829206" x="1381125" y="3952875"/>
          <p14:tracePt t="829216" x="1366838" y="3952875"/>
          <p14:tracePt t="829223" x="1366838" y="3938588"/>
          <p14:tracePt t="829245" x="1339850" y="3938588"/>
          <p14:tracePt t="829284" x="1327150" y="3938588"/>
          <p14:tracePt t="829344" x="1312863" y="3938588"/>
          <p14:tracePt t="829355" x="1312863" y="3952875"/>
          <p14:tracePt t="829366" x="1300163" y="3952875"/>
          <p14:tracePt t="829379" x="1300163" y="3967163"/>
          <p14:tracePt t="829412" x="1300163" y="3979863"/>
          <p14:tracePt t="829440" x="1312863" y="3994150"/>
          <p14:tracePt t="829458" x="1327150" y="3994150"/>
          <p14:tracePt t="829482" x="1339850" y="3994150"/>
          <p14:tracePt t="829512" x="1354138" y="3994150"/>
          <p14:tracePt t="829570" x="1354138" y="3979863"/>
          <p14:tracePt t="829626" x="1354138" y="3967163"/>
          <p14:tracePt t="829628" x="1339850" y="3952875"/>
          <p14:tracePt t="829639" x="1327150" y="3952875"/>
          <p14:tracePt t="829650" x="1312863" y="3938588"/>
          <p14:tracePt t="829673" x="1300163" y="3938588"/>
          <p14:tracePt t="829717" x="1285875" y="3938588"/>
          <p14:tracePt t="829739" x="1265238" y="3952875"/>
          <p14:tracePt t="829784" x="1252538" y="3952875"/>
          <p14:tracePt t="829831" x="1252538" y="3967163"/>
          <p14:tracePt t="829841" x="1265238" y="3967163"/>
          <p14:tracePt t="829863" x="1285875" y="3967163"/>
          <p14:tracePt t="829873" x="1285875" y="3979863"/>
          <p14:tracePt t="829892" x="1300163" y="3979863"/>
          <p14:tracePt t="829903" x="1327150" y="3979863"/>
          <p14:tracePt t="829911" x="1339850" y="3979863"/>
          <p14:tracePt t="829932" x="1354138" y="3979863"/>
          <p14:tracePt t="829942" x="1366838" y="3979863"/>
          <p14:tracePt t="831303" x="1381125" y="3979863"/>
          <p14:tracePt t="831313" x="1381125" y="3967163"/>
          <p14:tracePt t="831324" x="1381125" y="3952875"/>
          <p14:tracePt t="831359" x="1381125" y="3938588"/>
          <p14:tracePt t="831393" x="1366838" y="3938588"/>
          <p14:tracePt t="831408" x="1339850" y="3925888"/>
          <p14:tracePt t="831416" x="1327150" y="3925888"/>
          <p14:tracePt t="831430" x="1300163" y="3925888"/>
          <p14:tracePt t="831441" x="1285875" y="3925888"/>
          <p14:tracePt t="831450" x="1252538" y="3925888"/>
          <p14:tracePt t="831467" x="1238250" y="3925888"/>
          <p14:tracePt t="831475" x="1223963" y="3938588"/>
          <p14:tracePt t="831516" x="1211263" y="3938588"/>
          <p14:tracePt t="831517" x="1196975" y="3938588"/>
          <p14:tracePt t="831528" x="1196975" y="3952875"/>
          <p14:tracePt t="831553" x="1184275" y="3967163"/>
          <p14:tracePt t="831565" x="1184275" y="3979863"/>
          <p14:tracePt t="831579" x="1169988" y="3979863"/>
          <p14:tracePt t="831586" x="1169988" y="3994150"/>
          <p14:tracePt t="831607" x="1184275" y="4006850"/>
          <p14:tracePt t="831649" x="1196975" y="4006850"/>
          <p14:tracePt t="831657" x="1211263" y="4021138"/>
          <p14:tracePt t="831667" x="1223963" y="4021138"/>
          <p14:tracePt t="831686" x="1252538" y="4021138"/>
          <p14:tracePt t="831725" x="1265238" y="4021138"/>
          <p14:tracePt t="831732" x="1285875" y="4021138"/>
          <p14:tracePt t="832156" x="1300163" y="4021138"/>
          <p14:tracePt t="832178" x="1312863" y="4021138"/>
          <p14:tracePt t="832193" x="1312863" y="4006850"/>
          <p14:tracePt t="832202" x="1327150" y="4006850"/>
          <p14:tracePt t="832237" x="1339850" y="4006850"/>
          <p14:tracePt t="832385" x="1354138" y="4006850"/>
          <p14:tracePt t="832405" x="1354138" y="4021138"/>
          <p14:tracePt t="832421" x="1366838" y="4021138"/>
          <p14:tracePt t="832461" x="1381125" y="4021138"/>
          <p14:tracePt t="832698" x="1354138" y="4021138"/>
          <p14:tracePt t="832707" x="1327150" y="4021138"/>
          <p14:tracePt t="832719" x="1300163" y="4021138"/>
          <p14:tracePt t="832730" x="1252538" y="4021138"/>
          <p14:tracePt t="832744" x="1211263" y="4021138"/>
          <p14:tracePt t="832772" x="1143000" y="4021138"/>
          <p14:tracePt t="832773" x="1068388" y="4021138"/>
          <p14:tracePt t="832779" x="1014413" y="4006850"/>
          <p14:tracePt t="832790" x="946150" y="4006850"/>
          <p14:tracePt t="832808" x="904875" y="3994150"/>
          <p14:tracePt t="832811" x="857250" y="3994150"/>
          <p14:tracePt t="832821" x="842963" y="3994150"/>
          <p14:tracePt t="832839" x="830263" y="3994150"/>
          <p14:tracePt t="833012" x="815975" y="3994150"/>
          <p14:tracePt t="833023" x="815975" y="3979863"/>
          <p14:tracePt t="833039" x="803275" y="3979863"/>
          <p14:tracePt t="833046" x="788988" y="3967163"/>
          <p14:tracePt t="833058" x="776288" y="3967163"/>
          <p14:tracePt t="833075" x="762000" y="3952875"/>
          <p14:tracePt t="833082" x="720725" y="3938588"/>
          <p14:tracePt t="833109" x="660400" y="3925888"/>
          <p14:tracePt t="833139" x="604838" y="3925888"/>
          <p14:tracePt t="833170" x="592138" y="3925888"/>
          <p14:tracePt t="833194" x="592138" y="3938588"/>
          <p14:tracePt t="833226" x="592138" y="3952875"/>
          <p14:tracePt t="833239" x="604838" y="3952875"/>
          <p14:tracePt t="833260" x="619125" y="3952875"/>
          <p14:tracePt t="833272" x="633413" y="3952875"/>
          <p14:tracePt t="833289" x="660400" y="3952875"/>
          <p14:tracePt t="833301" x="708025" y="3952875"/>
          <p14:tracePt t="833308" x="735013" y="3952875"/>
          <p14:tracePt t="833324" x="776288" y="3952875"/>
          <p14:tracePt t="833334" x="815975" y="3952875"/>
          <p14:tracePt t="833343" x="871538" y="3952875"/>
          <p14:tracePt t="833358" x="946150" y="3952875"/>
          <p14:tracePt t="833371" x="1000125" y="3952875"/>
          <p14:tracePt t="833372" x="1068388" y="3952875"/>
          <p14:tracePt t="833385" x="1143000" y="3952875"/>
          <p14:tracePt t="833396" x="1211263" y="3952875"/>
          <p14:tracePt t="833407" x="1285875" y="3967163"/>
          <p14:tracePt t="833423" x="1366838" y="3967163"/>
          <p14:tracePt t="833453" x="1550988" y="3979863"/>
          <p14:tracePt t="833469" x="1592263" y="3979863"/>
          <p14:tracePt t="833477" x="1604963" y="3994150"/>
          <p14:tracePt t="833509" x="1646238" y="3994150"/>
          <p14:tracePt t="833510" x="1660525" y="3994150"/>
          <p14:tracePt t="833530" x="1660525" y="3979863"/>
          <p14:tracePt t="833569" x="1681163" y="3979863"/>
          <p14:tracePt t="833675" x="1693863" y="3979863"/>
          <p14:tracePt t="833689" x="1708150" y="3979863"/>
          <p14:tracePt t="833701" x="1720850" y="3979863"/>
          <p14:tracePt t="833709" x="1735138" y="3979863"/>
          <p14:tracePt t="833725" x="1747838" y="3979863"/>
          <p14:tracePt t="833736" x="1762125" y="3979863"/>
          <p14:tracePt t="833744" x="1776413" y="3979863"/>
          <p14:tracePt t="834003" x="1789113" y="3979863"/>
          <p14:tracePt t="834126" x="1776413" y="3979863"/>
          <p14:tracePt t="834138" x="1747838" y="3979863"/>
          <p14:tracePt t="834599" x="1762125" y="3979863"/>
          <p14:tracePt t="834620" x="1776413" y="3979863"/>
          <p14:tracePt t="834655" x="1789113" y="3979863"/>
          <p14:tracePt t="834834" x="1803400" y="3979863"/>
          <p14:tracePt t="834869" x="1803400" y="3967163"/>
          <p14:tracePt t="834870" x="1816100" y="3967163"/>
          <p14:tracePt t="834882" x="1830388" y="3938588"/>
          <p14:tracePt t="834883" x="1843088" y="3911600"/>
          <p14:tracePt t="834891" x="1878013" y="3836988"/>
          <p14:tracePt t="834905" x="1919288" y="3783013"/>
          <p14:tracePt t="834916" x="1973263" y="3667125"/>
          <p14:tracePt t="834941" x="2054225" y="3429000"/>
          <p14:tracePt t="834950" x="2101850" y="3300413"/>
          <p14:tracePt t="834959" x="2143125" y="3190875"/>
          <p14:tracePt t="834994" x="2184400" y="2994025"/>
          <p14:tracePt t="835004" x="2197100" y="2932113"/>
          <p14:tracePt t="835018" x="2197100" y="2878138"/>
          <p14:tracePt t="835028" x="2197100" y="2851150"/>
          <p14:tracePt t="835044" x="2197100" y="2809875"/>
          <p14:tracePt t="835052" x="2197100" y="2768600"/>
          <p14:tracePt t="835061" x="2197100" y="2720975"/>
          <p14:tracePt t="835073" x="2197100" y="2693988"/>
          <p14:tracePt t="835085" x="2197100" y="2652713"/>
          <p14:tracePt t="835094" x="2197100" y="2625725"/>
          <p14:tracePt t="835106" x="2197100" y="2598738"/>
          <p14:tracePt t="835129" x="2197100" y="2551113"/>
          <p14:tracePt t="835132" x="2197100" y="2509838"/>
          <p14:tracePt t="835157" x="2197100" y="2455863"/>
          <p14:tracePt t="835159" x="2197100" y="2428875"/>
          <p14:tracePt t="835167" x="2197100" y="2366963"/>
          <p14:tracePt t="835174" x="2197100" y="2312988"/>
          <p14:tracePt t="835189" x="2197100" y="2271713"/>
          <p14:tracePt t="835203" x="2197100" y="2232025"/>
          <p14:tracePt t="835208" x="2197100" y="2184400"/>
          <p14:tracePt t="835218" x="2197100" y="2143125"/>
          <p14:tracePt t="835243" x="2197100" y="2089150"/>
          <p14:tracePt t="835254" x="2197100" y="2062163"/>
          <p14:tracePt t="835264" x="2184400" y="2033588"/>
          <p14:tracePt t="835287" x="2157413" y="1985963"/>
          <p14:tracePt t="835305" x="2143125" y="1958975"/>
          <p14:tracePt t="835327" x="2128838" y="1946275"/>
          <p14:tracePt t="835329" x="2101850" y="1919288"/>
          <p14:tracePt t="835337" x="2074863" y="1905000"/>
          <p14:tracePt t="835350" x="2041525" y="1878013"/>
          <p14:tracePt t="835354" x="2014538" y="1863725"/>
          <p14:tracePt t="835379" x="1985963" y="1836738"/>
          <p14:tracePt t="835391" x="1973263" y="1836738"/>
          <p14:tracePt t="835403" x="1931988" y="1803400"/>
          <p14:tracePt t="835413" x="1857375" y="1762125"/>
          <p14:tracePt t="835432" x="1776413" y="1708150"/>
          <p14:tracePt t="835434" x="1720850" y="1666875"/>
          <p14:tracePt t="835455" x="1550988" y="1565275"/>
          <p14:tracePt t="835476" x="1422400" y="1538288"/>
          <p14:tracePt t="835487" x="1366838" y="1538288"/>
          <p14:tracePt t="835498" x="1327150" y="1538288"/>
          <p14:tracePt t="835511" x="1300163" y="1538288"/>
          <p14:tracePt t="835525" x="1252538" y="1550988"/>
          <p14:tracePt t="835535" x="1211263" y="1592263"/>
          <p14:tracePt t="835559" x="1143000" y="1681163"/>
          <p14:tracePt t="835568" x="1116013" y="1762125"/>
          <p14:tracePt t="835578" x="1068388" y="1851025"/>
          <p14:tracePt t="835595" x="1054100" y="1931988"/>
          <p14:tracePt t="835615" x="1041400" y="2006600"/>
          <p14:tracePt t="835617" x="1041400" y="2074863"/>
          <p14:tracePt t="835627" x="1068388" y="2143125"/>
          <p14:tracePt t="835639" x="1089025" y="2170113"/>
          <p14:tracePt t="835655" x="1116013" y="2217738"/>
          <p14:tracePt t="835661" x="1169988" y="2259013"/>
          <p14:tracePt t="835674" x="1223963" y="2286000"/>
          <p14:tracePt t="835696" x="1395413" y="2312988"/>
          <p14:tracePt t="835707" x="1538288" y="2327275"/>
          <p14:tracePt t="835736" x="1919288" y="2286000"/>
          <p14:tracePt t="835746" x="2054225" y="2244725"/>
          <p14:tracePt t="835762" x="2143125" y="2217738"/>
          <p14:tracePt t="835776" x="2224088" y="2157413"/>
          <p14:tracePt t="835796" x="2286000" y="2101850"/>
          <p14:tracePt t="835797" x="2327275" y="2047875"/>
          <p14:tracePt t="835821" x="2354263" y="1890713"/>
          <p14:tracePt t="835834" x="2339975" y="1776413"/>
          <p14:tracePt t="835842" x="2312988" y="1666875"/>
          <p14:tracePt t="835858" x="2238375" y="1524000"/>
          <p14:tracePt t="835859" x="2143125" y="1395413"/>
          <p14:tracePt t="835890" x="1973263" y="1223963"/>
          <p14:tracePt t="835924" x="1878013" y="1169988"/>
          <p14:tracePt t="835934" x="1803400" y="1128713"/>
          <p14:tracePt t="835935" x="1720850" y="1116013"/>
          <p14:tracePt t="835954" x="1592263" y="1101725"/>
          <p14:tracePt t="835956" x="1509713" y="1116013"/>
          <p14:tracePt t="835972" x="1449388" y="1128713"/>
          <p14:tracePt t="835973" x="1366838" y="1143000"/>
          <p14:tracePt t="836004" x="1211263" y="1211263"/>
          <p14:tracePt t="836006" x="1157288" y="1244600"/>
          <p14:tracePt t="836019" x="1101725" y="1271588"/>
          <p14:tracePt t="836033" x="1054100" y="1300163"/>
          <p14:tracePt t="836044" x="1014413" y="1327150"/>
          <p14:tracePt t="836058" x="1000125" y="1339850"/>
          <p14:tracePt t="836066" x="985838" y="1366838"/>
          <p14:tracePt t="836076" x="973138" y="1395413"/>
          <p14:tracePt t="836106" x="973138" y="1470025"/>
          <p14:tracePt t="836119" x="985838" y="1509713"/>
          <p14:tracePt t="836141" x="1000125" y="1538288"/>
          <p14:tracePt t="836143" x="1041400" y="1577975"/>
          <p14:tracePt t="836153" x="1089025" y="1625600"/>
          <p14:tracePt t="836173" x="1143000" y="1666875"/>
          <p14:tracePt t="836175" x="1184275" y="1693863"/>
          <p14:tracePt t="836204" x="1354138" y="1735138"/>
          <p14:tracePt t="836223" x="1422400" y="1735138"/>
          <p14:tracePt t="836224" x="1524000" y="1735138"/>
          <p14:tracePt t="836235" x="1604963" y="1735138"/>
          <p14:tracePt t="836243" x="1681163" y="1735138"/>
          <p14:tracePt t="836260" x="1720850" y="1720850"/>
          <p14:tracePt t="836268" x="1776413" y="1708150"/>
          <p14:tracePt t="836277" x="1803400" y="1693863"/>
          <p14:tracePt t="836296" x="1830388" y="1666875"/>
          <p14:tracePt t="836307" x="1878013" y="1625600"/>
          <p14:tracePt t="836309" x="1919288" y="1577975"/>
          <p14:tracePt t="836340" x="1958975" y="1470025"/>
          <p14:tracePt t="836356" x="1958975" y="1408113"/>
          <p14:tracePt t="836358" x="1958975" y="1354138"/>
          <p14:tracePt t="836369" x="1931988" y="1312863"/>
          <p14:tracePt t="836378" x="1919288" y="1271588"/>
          <p14:tracePt t="836406" x="1803400" y="1184275"/>
          <p14:tracePt t="836416" x="1747838" y="1157288"/>
          <p14:tracePt t="836427" x="1660525" y="1143000"/>
          <p14:tracePt t="836440" x="1592263" y="1116013"/>
          <p14:tracePt t="836462" x="1509713" y="1116013"/>
          <p14:tracePt t="836470" x="1449388" y="1116013"/>
          <p14:tracePt t="836484" x="1300163" y="1143000"/>
          <p14:tracePt t="836494" x="1238250" y="1169988"/>
          <p14:tracePt t="836506" x="1196975" y="1196975"/>
          <p14:tracePt t="836524" x="1143000" y="1244600"/>
          <p14:tracePt t="836526" x="1116013" y="1285875"/>
          <p14:tracePt t="836535" x="1089025" y="1312863"/>
          <p14:tracePt t="836557" x="1041400" y="1395413"/>
          <p14:tracePt t="836568" x="1027113" y="1443038"/>
          <p14:tracePt t="836590" x="1041400" y="1509713"/>
          <p14:tracePt t="836610" x="1041400" y="1550988"/>
          <p14:tracePt t="836618" x="1054100" y="1592263"/>
          <p14:tracePt t="836628" x="1068388" y="1625600"/>
          <p14:tracePt t="836657" x="1116013" y="1708150"/>
          <p14:tracePt t="836658" x="1128713" y="1735138"/>
          <p14:tracePt t="836679" x="1143000" y="1762125"/>
          <p14:tracePt t="836690" x="1157288" y="1789113"/>
          <p14:tracePt t="836699" x="1184275" y="1803400"/>
          <p14:tracePt t="836710" x="1196975" y="1836738"/>
          <p14:tracePt t="836719" x="1238250" y="1863725"/>
          <p14:tracePt t="836730" x="1265238" y="1878013"/>
          <p14:tracePt t="836746" x="1327150" y="1905000"/>
          <p14:tracePt t="836751" x="1354138" y="1919288"/>
          <p14:tracePt t="836767" x="1395413" y="1931988"/>
          <p14:tracePt t="836775" x="1449388" y="1931988"/>
          <p14:tracePt t="836791" x="1497013" y="1946275"/>
          <p14:tracePt t="836800" x="1550988" y="1946275"/>
          <p14:tracePt t="836808" x="1604963" y="1946275"/>
          <p14:tracePt t="836821" x="1681163" y="1946275"/>
          <p14:tracePt t="836829" x="1720850" y="1946275"/>
          <p14:tracePt t="836852" x="1762125" y="1946275"/>
          <p14:tracePt t="836854" x="1816100" y="1931988"/>
          <p14:tracePt t="836868" x="1857375" y="1919288"/>
          <p14:tracePt t="836874" x="1905000" y="1905000"/>
          <p14:tracePt t="836890" x="1958975" y="1878013"/>
          <p14:tracePt t="836901" x="2027238" y="1851025"/>
          <p14:tracePt t="836909" x="2074863" y="1824038"/>
          <p14:tracePt t="836925" x="2143125" y="1762125"/>
          <p14:tracePt t="836952" x="2197100" y="1693863"/>
          <p14:tracePt t="836953" x="2238375" y="1604963"/>
          <p14:tracePt t="836971" x="2327275" y="1422400"/>
          <p14:tracePt t="836973" x="2339975" y="1339850"/>
          <p14:tracePt t="837002" x="2339975" y="1244600"/>
          <p14:tracePt t="837009" x="2327275" y="1196975"/>
          <p14:tracePt t="837031" x="2300288" y="1169988"/>
          <p14:tracePt t="837032" x="2286000" y="1157288"/>
          <p14:tracePt t="837043" x="2252663" y="1143000"/>
          <p14:tracePt t="837059" x="2211388" y="1128713"/>
          <p14:tracePt t="837067" x="2184400" y="1116013"/>
          <p14:tracePt t="837076" x="2143125" y="1116013"/>
          <p14:tracePt t="837086" x="2101850" y="1116013"/>
          <p14:tracePt t="837109" x="2054225" y="1116013"/>
          <p14:tracePt t="837110" x="2014538" y="1128713"/>
          <p14:tracePt t="837120" x="1958975" y="1143000"/>
          <p14:tracePt t="837138" x="1890713" y="1157288"/>
          <p14:tracePt t="837148" x="1830388" y="1169988"/>
          <p14:tracePt t="837157" x="1789113" y="1196975"/>
          <p14:tracePt t="837176" x="1708150" y="1244600"/>
          <p14:tracePt t="837194" x="1681163" y="1258888"/>
          <p14:tracePt t="837201" x="1646238" y="1285875"/>
          <p14:tracePt t="837224" x="1633538" y="1312863"/>
          <p14:tracePt t="837228" x="1604963" y="1354138"/>
          <p14:tracePt t="837236" x="1592263" y="1395413"/>
          <p14:tracePt t="837260" x="1577975" y="1497013"/>
          <p14:tracePt t="837267" x="1577975" y="1565275"/>
          <p14:tracePt t="837290" x="1592263" y="1708150"/>
          <p14:tracePt t="837310" x="1604963" y="1762125"/>
          <p14:tracePt t="837311" x="1604963" y="1803400"/>
          <p14:tracePt t="837321" x="1619250" y="1851025"/>
          <p14:tracePt t="837335" x="1633538" y="1890713"/>
          <p14:tracePt t="837360" x="1681163" y="1946275"/>
          <p14:tracePt t="837369" x="1708150" y="1973263"/>
          <p14:tracePt t="837379" x="1747838" y="1985963"/>
          <p14:tracePt t="837399" x="1776413" y="2020888"/>
          <p14:tracePt t="837401" x="1816100" y="2020888"/>
          <p14:tracePt t="837411" x="1890713" y="2033588"/>
          <p14:tracePt t="837449" x="2089150" y="2047875"/>
          <p14:tracePt t="837467" x="2157413" y="2033588"/>
          <p14:tracePt t="837468" x="2238375" y="2020888"/>
          <p14:tracePt t="837487" x="2300288" y="2006600"/>
          <p14:tracePt t="837495" x="2381250" y="1958975"/>
          <p14:tracePt t="837507" x="2470150" y="1905000"/>
          <p14:tracePt t="837527" x="2565400" y="1789113"/>
          <p14:tracePt t="837537" x="2592388" y="1735138"/>
          <p14:tracePt t="837554" x="2592388" y="1666875"/>
          <p14:tracePt t="837562" x="2592388" y="1625600"/>
          <p14:tracePt t="837570" x="2565400" y="1550988"/>
          <p14:tracePt t="837581" x="2524125" y="1497013"/>
          <p14:tracePt t="837613" x="2422525" y="1395413"/>
          <p14:tracePt t="837616" x="2354263" y="1354138"/>
          <p14:tracePt t="837641" x="2252663" y="1327150"/>
          <p14:tracePt t="837654" x="2224088" y="1312863"/>
          <p14:tracePt t="837671" x="2197100" y="1312863"/>
          <p14:tracePt t="837672" x="2170113" y="1312863"/>
          <p14:tracePt t="837685" x="2157413" y="1327150"/>
          <p14:tracePt t="837695" x="2128838" y="1339850"/>
          <p14:tracePt t="837711" x="2089150" y="1354138"/>
          <p14:tracePt t="837730" x="1985963" y="1422400"/>
          <p14:tracePt t="837739" x="1931988" y="1482725"/>
          <p14:tracePt t="837757" x="1857375" y="1538288"/>
          <p14:tracePt t="837761" x="1816100" y="1565275"/>
          <p14:tracePt t="837779" x="1762125" y="1625600"/>
          <p14:tracePt t="837810" x="1720850" y="1666875"/>
          <p14:tracePt t="837818" x="1660525" y="1747838"/>
          <p14:tracePt t="837819" x="1646238" y="1789113"/>
          <p14:tracePt t="837845" x="1633538" y="1863725"/>
          <p14:tracePt t="837877" x="1660525" y="1973263"/>
          <p14:tracePt t="837887" x="1681163" y="2006600"/>
          <p14:tracePt t="837895" x="1708150" y="2047875"/>
          <p14:tracePt t="837915" x="1747838" y="2074863"/>
          <p14:tracePt t="837923" x="1776413" y="2089150"/>
          <p14:tracePt t="837942" x="1857375" y="2116138"/>
          <p14:tracePt t="837952" x="1919288" y="2116138"/>
          <p14:tracePt t="837963" x="1958975" y="2116138"/>
          <p14:tracePt t="837978" x="2014538" y="2101850"/>
          <p14:tracePt t="837987" x="2074863" y="2089150"/>
          <p14:tracePt t="838023" x="2238375" y="2006600"/>
          <p14:tracePt t="838034" x="2300288" y="1946275"/>
          <p14:tracePt t="838051" x="2354263" y="1878013"/>
          <p14:tracePt t="838053" x="2381250" y="1803400"/>
          <p14:tracePt t="838072" x="2408238" y="1720850"/>
          <p14:tracePt t="838083" x="2422525" y="1639888"/>
          <p14:tracePt t="838094" x="2435225" y="1577975"/>
          <p14:tracePt t="838102" x="2422525" y="1497013"/>
          <p14:tracePt t="838126" x="2339975" y="1354138"/>
          <p14:tracePt t="838136" x="2286000" y="1312863"/>
          <p14:tracePt t="838156" x="2054225" y="1211263"/>
          <p14:tracePt t="838188" x="1843088" y="1184275"/>
          <p14:tracePt t="838190" x="1735138" y="1184275"/>
          <p14:tracePt t="838203" x="1633538" y="1184275"/>
          <p14:tracePt t="838212" x="1565275" y="1196975"/>
          <p14:tracePt t="838222" x="1497013" y="1211263"/>
          <p14:tracePt t="838239" x="1422400" y="1258888"/>
          <p14:tracePt t="838262" x="1366838" y="1300163"/>
          <p14:tracePt t="838264" x="1327150" y="1327150"/>
          <p14:tracePt t="838278" x="1265238" y="1381125"/>
          <p14:tracePt t="838289" x="1223963" y="1443038"/>
          <p14:tracePt t="838301" x="1184275" y="1497013"/>
          <p14:tracePt t="838303" x="1169988" y="1538288"/>
          <p14:tracePt t="838316" x="1157288" y="1592263"/>
          <p14:tracePt t="838327" x="1143000" y="1652588"/>
          <p14:tracePt t="838339" x="1143000" y="1693863"/>
          <p14:tracePt t="838350" x="1143000" y="1735138"/>
          <p14:tracePt t="838360" x="1143000" y="1776413"/>
          <p14:tracePt t="838378" x="1157288" y="1824038"/>
          <p14:tracePt t="838379" x="1169988" y="1851025"/>
          <p14:tracePt t="838390" x="1196975" y="1878013"/>
          <p14:tracePt t="838413" x="1211263" y="1905000"/>
          <p14:tracePt t="838416" x="1238250" y="1919288"/>
          <p14:tracePt t="838438" x="1312863" y="1946275"/>
          <p14:tracePt t="838459" x="1422400" y="1958975"/>
          <p14:tracePt t="838469" x="1497013" y="1958975"/>
          <p14:tracePt t="838481" x="1577975" y="1958975"/>
          <p14:tracePt t="838516" x="1747838" y="1931988"/>
          <p14:tracePt t="838518" x="1830388" y="1931988"/>
          <p14:tracePt t="838538" x="1946275" y="1905000"/>
          <p14:tracePt t="838555" x="1985963" y="1890713"/>
          <p14:tracePt t="838568" x="2014538" y="1878013"/>
          <p14:tracePt t="838577" x="2041525" y="1863725"/>
          <p14:tracePt t="838589" x="2041525" y="1851025"/>
          <p14:tracePt t="838596" x="1985963" y="1824038"/>
          <p14:tracePt t="839018" x="2000250" y="1824038"/>
          <p14:tracePt t="839067" x="2014538" y="1824038"/>
          <p14:tracePt t="839078" x="2027238" y="1824038"/>
          <p14:tracePt t="839105" x="2041525" y="1824038"/>
          <p14:tracePt t="839113" x="2054225" y="1824038"/>
          <p14:tracePt t="839336" x="2054225" y="1836738"/>
          <p14:tracePt t="839383" x="2054225" y="1851025"/>
          <p14:tracePt t="839413" x="2054225" y="1863725"/>
          <p14:tracePt t="839425" x="2054225" y="1878013"/>
          <p14:tracePt t="839436" x="2054225" y="1890713"/>
          <p14:tracePt t="839457" x="2054225" y="1905000"/>
          <p14:tracePt t="839459" x="2054225" y="1919288"/>
          <p14:tracePt t="839470" x="2041525" y="1946275"/>
          <p14:tracePt t="839481" x="2041525" y="1985963"/>
          <p14:tracePt t="839493" x="2041525" y="2020888"/>
          <p14:tracePt t="839510" x="2041525" y="2062163"/>
          <p14:tracePt t="839520" x="2041525" y="2116138"/>
          <p14:tracePt t="839528" x="2027238" y="2170113"/>
          <p14:tracePt t="839556" x="2027238" y="2300288"/>
          <p14:tracePt t="839566" x="2027238" y="2401888"/>
          <p14:tracePt t="839575" x="2027238" y="2497138"/>
          <p14:tracePt t="839594" x="2041525" y="2586038"/>
          <p14:tracePt t="839595" x="2041525" y="2693988"/>
          <p14:tracePt t="839606" x="2054225" y="2824163"/>
          <p14:tracePt t="839627" x="2074863" y="2919413"/>
          <p14:tracePt t="839630" x="2089150" y="3048000"/>
          <p14:tracePt t="839660" x="2157413" y="3327400"/>
          <p14:tracePt t="839674" x="2197100" y="3429000"/>
          <p14:tracePt t="839675" x="2238375" y="3571875"/>
          <p14:tracePt t="839686" x="2300288" y="3681413"/>
          <p14:tracePt t="839708" x="2354263" y="3783013"/>
          <p14:tracePt t="839710" x="2395538" y="3851275"/>
          <p14:tracePt t="839737" x="2524125" y="4033838"/>
          <p14:tracePt t="839756" x="2578100" y="4110038"/>
          <p14:tracePt t="839757" x="2633663" y="4176713"/>
          <p14:tracePt t="839767" x="2681288" y="4232275"/>
          <p14:tracePt t="839789" x="2776538" y="4319588"/>
          <p14:tracePt t="839800" x="2816225" y="4348163"/>
          <p14:tracePt t="839818" x="2863850" y="4375150"/>
          <p14:tracePt t="839821" x="2890838" y="4402138"/>
          <p14:tracePt t="839841" x="2946400" y="4414838"/>
          <p14:tracePt t="839843" x="2986088" y="4443413"/>
          <p14:tracePt t="839853" x="3027363" y="4443413"/>
          <p14:tracePt t="839869" x="3062288" y="4456113"/>
          <p14:tracePt t="839883" x="3101975" y="4456113"/>
          <p14:tracePt t="839889" x="3128963" y="4456113"/>
          <p14:tracePt t="839898" x="3143250" y="4456113"/>
          <p14:tracePt t="839926" x="3170238" y="4456113"/>
          <p14:tracePt t="839935" x="3184525" y="4470400"/>
          <p14:tracePt t="839975" x="3184525" y="4491038"/>
          <p14:tracePt t="839976" x="3197225" y="4518025"/>
          <p14:tracePt t="839988" x="3211513" y="4530725"/>
          <p14:tracePt t="840006" x="3238500" y="4572000"/>
          <p14:tracePt t="840022" x="3300413" y="4625975"/>
          <p14:tracePt t="840023" x="3327400" y="4652963"/>
          <p14:tracePt t="840035" x="3381375" y="4687888"/>
          <p14:tracePt t="840059" x="3408363" y="4700588"/>
          <p14:tracePt t="840069" x="3470275" y="4700588"/>
          <p14:tracePt t="840086" x="3497263" y="4700588"/>
          <p14:tracePt t="840115" x="3509963" y="4687888"/>
          <p14:tracePt t="840124" x="3524250" y="4673600"/>
          <p14:tracePt t="840141" x="3538538" y="4640263"/>
          <p14:tracePt t="840150" x="3551238" y="4625975"/>
          <p14:tracePt t="840173" x="3633788" y="4598988"/>
          <p14:tracePt t="840191" x="3735388" y="4586288"/>
          <p14:tracePt t="840203" x="3789363" y="4586288"/>
          <p14:tracePt t="840215" x="3863975" y="4586288"/>
          <p14:tracePt t="840224" x="3932238" y="4598988"/>
          <p14:tracePt t="840241" x="3986213" y="4598988"/>
          <p14:tracePt t="840251" x="4075113" y="4598988"/>
          <p14:tracePt t="840259" x="4157663" y="4598988"/>
          <p14:tracePt t="840271" x="4232275" y="4598988"/>
          <p14:tracePt t="840291" x="4408488" y="4586288"/>
          <p14:tracePt t="840303" x="4497388" y="4586288"/>
          <p14:tracePt t="840316" x="4565650" y="4572000"/>
          <p14:tracePt t="840341" x="4681538" y="4557713"/>
          <p14:tracePt t="840354" x="4721225" y="4557713"/>
          <p14:tracePt t="840362" x="4748213" y="4557713"/>
          <p14:tracePt t="840380" x="4762500" y="4557713"/>
          <p14:tracePt t="840384" x="4776788" y="4545013"/>
          <p14:tracePt t="840415" x="4789488" y="4545013"/>
          <p14:tracePt t="840437" x="4789488" y="4530725"/>
          <p14:tracePt t="840460" x="4803775" y="4530725"/>
          <p14:tracePt t="840471" x="4803775" y="4518025"/>
          <p14:tracePt t="840483" x="4803775" y="4503738"/>
          <p14:tracePt t="840494" x="4803775" y="4470400"/>
          <p14:tracePt t="840510" x="4824413" y="4456113"/>
          <p14:tracePt t="840522" x="4824413" y="4429125"/>
          <p14:tracePt t="840543" x="4824413" y="4375150"/>
          <p14:tracePt t="840553" x="4824413" y="4348163"/>
          <p14:tracePt t="840562" x="4803775" y="4319588"/>
          <p14:tracePt t="840577" x="4789488" y="4306888"/>
          <p14:tracePt t="840620" x="4708525" y="4232275"/>
          <p14:tracePt t="840638" x="4681538" y="4217988"/>
          <p14:tracePt t="840646" x="4667250" y="4205288"/>
          <p14:tracePt t="840662" x="4652963" y="4191000"/>
          <p14:tracePt t="840670" x="4625975" y="4191000"/>
          <p14:tracePt t="840679" x="4605338" y="4176713"/>
          <p14:tracePt t="840701" x="4592638" y="4176713"/>
          <p14:tracePt t="840703" x="4578350" y="4164013"/>
          <p14:tracePt t="840722" x="4565650" y="4164013"/>
          <p14:tracePt t="840735" x="4551363" y="4164013"/>
          <p14:tracePt t="840744" x="4551363" y="4176713"/>
          <p14:tracePt t="840757" x="4538663" y="4176713"/>
          <p14:tracePt t="840768" x="4524375" y="4176713"/>
          <p14:tracePt t="840776" x="4497388" y="4176713"/>
          <p14:tracePt t="840787" x="4483100" y="4191000"/>
          <p14:tracePt t="840805" x="4470400" y="4191000"/>
          <p14:tracePt t="840828" x="4443413" y="4205288"/>
          <p14:tracePt t="840830" x="4429125" y="4205288"/>
          <p14:tracePt t="840833" x="4408488" y="4217988"/>
          <p14:tracePt t="840856" x="4395788" y="4232275"/>
          <p14:tracePt t="840876" x="4381500" y="4244975"/>
          <p14:tracePt t="840889" x="4381500" y="4259263"/>
          <p14:tracePt t="840913" x="4381500" y="4292600"/>
          <p14:tracePt t="840921" x="4381500" y="4306888"/>
          <p14:tracePt t="840941" x="4381500" y="4319588"/>
          <p14:tracePt t="840950" x="4381500" y="4348163"/>
          <p14:tracePt t="840959" x="4381500" y="4360863"/>
          <p14:tracePt t="840973" x="4395788" y="4360863"/>
          <p14:tracePt t="840985" x="4395788" y="4375150"/>
          <p14:tracePt t="840994" x="4408488" y="4387850"/>
          <p14:tracePt t="841013" x="4429125" y="4402138"/>
          <p14:tracePt t="841015" x="4443413" y="4402138"/>
          <p14:tracePt t="841040" x="4456113" y="4414838"/>
          <p14:tracePt t="841042" x="4470400" y="4414838"/>
          <p14:tracePt t="841051" x="4483100" y="4429125"/>
          <p14:tracePt t="841068" x="4510088" y="4429125"/>
          <p14:tracePt t="841089" x="4538663" y="4429125"/>
          <p14:tracePt t="841090" x="4551363" y="4429125"/>
          <p14:tracePt t="841102" x="4592638" y="4429125"/>
          <p14:tracePt t="841124" x="4625975" y="4414838"/>
          <p14:tracePt t="841126" x="4667250" y="4402138"/>
          <p14:tracePt t="841158" x="4694238" y="4387850"/>
          <p14:tracePt t="841159" x="4735513" y="4360863"/>
          <p14:tracePt t="841169" x="4762500" y="4333875"/>
          <p14:tracePt t="841171" x="4776788" y="4306888"/>
          <p14:tracePt t="841189" x="4776788" y="4259263"/>
          <p14:tracePt t="841212" x="4776788" y="4232275"/>
          <p14:tracePt t="841221" x="4762500" y="4217988"/>
          <p14:tracePt t="841233" x="4748213" y="4205288"/>
          <p14:tracePt t="841242" x="4721225" y="4191000"/>
          <p14:tracePt t="841256" x="4708525" y="4191000"/>
          <p14:tracePt t="841274" x="4681538" y="4191000"/>
          <p14:tracePt t="841275" x="4667250" y="4191000"/>
          <p14:tracePt t="841285" x="4652963" y="4191000"/>
          <p14:tracePt t="841320" x="4640263" y="4232275"/>
          <p14:tracePt t="841338" x="4625975" y="4244975"/>
          <p14:tracePt t="841361" x="4625975" y="4271963"/>
          <p14:tracePt t="841362" x="4640263" y="4333875"/>
          <p14:tracePt t="841374" x="4652963" y="4348163"/>
          <p14:tracePt t="841385" x="4667250" y="4360863"/>
          <p14:tracePt t="841406" x="4721225" y="4375150"/>
          <p14:tracePt t="841418" x="4748213" y="4375150"/>
          <p14:tracePt t="841429" x="4776788" y="4375150"/>
          <p14:tracePt t="841445" x="4803775" y="4360863"/>
          <p14:tracePt t="841454" x="4837113" y="4348163"/>
          <p14:tracePt t="841491" x="4878388" y="4292600"/>
          <p14:tracePt t="841492" x="4878388" y="4259263"/>
          <p14:tracePt t="841500" x="4878388" y="4232275"/>
          <p14:tracePt t="841508" x="4878388" y="4205288"/>
          <p14:tracePt t="841523" x="4864100" y="4176713"/>
          <p14:tracePt t="841532" x="4851400" y="4176713"/>
          <p14:tracePt t="841541" x="4837113" y="4164013"/>
          <p14:tracePt t="841576" x="4762500" y="4164013"/>
          <p14:tracePt t="841585" x="4748213" y="4176713"/>
          <p14:tracePt t="841605" x="4735513" y="4191000"/>
          <p14:tracePt t="841623" x="4721225" y="4217988"/>
          <p14:tracePt t="841625" x="4708525" y="4244975"/>
          <p14:tracePt t="841657" x="4721225" y="4306888"/>
          <p14:tracePt t="841667" x="4735513" y="4306888"/>
          <p14:tracePt t="841675" x="4748213" y="4319588"/>
          <p14:tracePt t="841688" x="4776788" y="4319588"/>
          <p14:tracePt t="841709" x="4851400" y="4319588"/>
          <p14:tracePt t="841720" x="4878388" y="4306888"/>
          <p14:tracePt t="841742" x="4905375" y="4292600"/>
          <p14:tracePt t="841744" x="4919663" y="4271963"/>
          <p14:tracePt t="841754" x="4932363" y="4244975"/>
          <p14:tracePt t="841783" x="4919663" y="4205288"/>
          <p14:tracePt t="841792" x="4905375" y="4176713"/>
          <p14:tracePt t="841821" x="4878388" y="4164013"/>
          <p14:tracePt t="841822" x="4864100" y="4149725"/>
          <p14:tracePt t="841841" x="4824413" y="4149725"/>
          <p14:tracePt t="841850" x="4789488" y="4149725"/>
          <p14:tracePt t="841858" x="4762500" y="4164013"/>
          <p14:tracePt t="841874" x="4735513" y="4164013"/>
          <p14:tracePt t="841884" x="4708525" y="4191000"/>
          <p14:tracePt t="841906" x="4667250" y="4244975"/>
          <p14:tracePt t="841920" x="4652963" y="4271963"/>
          <p14:tracePt t="841955" x="4652963" y="4292600"/>
          <p14:tracePt t="841956" x="4694238" y="4319588"/>
          <p14:tracePt t="841968" x="4721225" y="4319588"/>
          <p14:tracePt t="841984" x="4748213" y="4319588"/>
          <p14:tracePt t="841992" x="4776788" y="4306888"/>
          <p14:tracePt t="842008" x="4803775" y="4292600"/>
          <p14:tracePt t="842036" x="4837113" y="4259263"/>
          <p14:tracePt t="842038" x="4837113" y="4232275"/>
          <p14:tracePt t="842056" x="4824413" y="4205288"/>
          <p14:tracePt t="842057" x="4803775" y="4191000"/>
          <p14:tracePt t="842069" x="4762500" y="4176713"/>
          <p14:tracePt t="842086" x="4708525" y="4176713"/>
          <p14:tracePt t="842095" x="4640263" y="4176713"/>
          <p14:tracePt t="842112" x="4592638" y="4176713"/>
          <p14:tracePt t="842120" x="4551363" y="4191000"/>
          <p14:tracePt t="842141" x="4524375" y="4217988"/>
          <p14:tracePt t="842142" x="4510088" y="4244975"/>
          <p14:tracePt t="842172" x="4510088" y="4292600"/>
          <p14:tracePt t="842195" x="4524375" y="4306888"/>
          <p14:tracePt t="842205" x="4538663" y="4319588"/>
          <p14:tracePt t="842207" x="4551363" y="4319588"/>
          <p14:tracePt t="842230" x="4565650" y="4319588"/>
          <p14:tracePt t="842250" x="4578350" y="4319588"/>
          <p14:tracePt t="842274" x="4605338" y="4319588"/>
          <p14:tracePt t="842285" x="4625975" y="4319588"/>
          <p14:tracePt t="842295" x="4640263" y="4319588"/>
          <p14:tracePt t="842310" x="4667250" y="4319588"/>
          <p14:tracePt t="842320" x="4694238" y="4319588"/>
          <p14:tracePt t="842328" x="4721225" y="4319588"/>
          <p14:tracePt t="842360" x="4748213" y="4319588"/>
          <p14:tracePt t="842362" x="4721225" y="4319588"/>
          <p14:tracePt t="842744" x="4721225" y="4306888"/>
          <p14:tracePt t="842767" x="4735513" y="4306888"/>
          <p14:tracePt t="842777" x="4748213" y="4292600"/>
          <p14:tracePt t="842804" x="4748213" y="4271963"/>
          <p14:tracePt t="842814" x="4748213" y="4244975"/>
          <p14:tracePt t="842823" x="4735513" y="4217988"/>
          <p14:tracePt t="842835" x="4721225" y="4191000"/>
          <p14:tracePt t="842855" x="4708525" y="4164013"/>
          <p14:tracePt t="842857" x="4681538" y="4149725"/>
          <p14:tracePt t="842888" x="4652963" y="4122738"/>
          <p14:tracePt t="842890" x="4605338" y="4122738"/>
          <p14:tracePt t="842891" x="4578350" y="4110038"/>
          <p14:tracePt t="842903" x="4551363" y="4122738"/>
          <p14:tracePt t="842920" x="4538663" y="4137025"/>
          <p14:tracePt t="842947" x="4510088" y="4164013"/>
          <p14:tracePt t="842949" x="4483100" y="4217988"/>
          <p14:tracePt t="842970" x="4483100" y="4244975"/>
          <p14:tracePt t="842972" x="4497388" y="4271963"/>
          <p14:tracePt t="842983" x="4510088" y="4306888"/>
          <p14:tracePt t="843005" x="4524375" y="4319588"/>
          <p14:tracePt t="843007" x="4565650" y="4333875"/>
          <p14:tracePt t="843016" x="4592638" y="4348163"/>
          <p14:tracePt t="843038" x="4667250" y="4348163"/>
          <p14:tracePt t="843051" x="4681538" y="4333875"/>
          <p14:tracePt t="843070" x="4694238" y="4319588"/>
          <p14:tracePt t="843072" x="4708525" y="4306888"/>
          <p14:tracePt t="843091" x="4708525" y="4292600"/>
          <p14:tracePt t="843092" x="4708525" y="4271963"/>
          <p14:tracePt t="843104" x="4694238" y="4244975"/>
          <p14:tracePt t="843125" x="4681538" y="4232275"/>
          <p14:tracePt t="843126" x="4667250" y="4232275"/>
          <p14:tracePt t="843171" x="4652963" y="4232275"/>
          <p14:tracePt t="843200" x="4652963" y="4244975"/>
          <p14:tracePt t="843216" x="4652963" y="4259263"/>
          <p14:tracePt t="843237" x="4667250" y="4271963"/>
          <p14:tracePt t="843254" x="4694238" y="4319588"/>
          <p14:tracePt t="843266" x="4735513" y="4333875"/>
          <p14:tracePt t="843287" x="4891088" y="4375150"/>
          <p14:tracePt t="843322" x="5286375" y="4414838"/>
          <p14:tracePt t="843332" x="5443538" y="4414838"/>
          <p14:tracePt t="843341" x="5578475" y="4429125"/>
          <p14:tracePt t="843358" x="5708650" y="4429125"/>
          <p14:tracePt t="843375" x="5762625" y="4414838"/>
          <p14:tracePt t="843376" x="5824538" y="4414838"/>
          <p14:tracePt t="843386" x="5851525" y="4414838"/>
          <p14:tracePt t="843400" x="5878513" y="4414838"/>
          <p14:tracePt t="843422" x="5891213" y="4414838"/>
          <p14:tracePt t="843575" x="5905500" y="4414838"/>
          <p14:tracePt t="843654" x="5891213" y="4414838"/>
          <p14:tracePt t="843665" x="5851525" y="4414838"/>
          <p14:tracePt t="843676" x="5824538" y="4414838"/>
          <p14:tracePt t="843689" x="5789613" y="4414838"/>
          <p14:tracePt t="843699" x="5776913" y="4414838"/>
          <p14:tracePt t="843746" x="5789613" y="4414838"/>
          <p14:tracePt t="843757" x="5851525" y="4414838"/>
          <p14:tracePt t="843767" x="5905500" y="4429125"/>
          <p14:tracePt t="843782" x="6021388" y="4443413"/>
          <p14:tracePt t="843798" x="6116638" y="4443413"/>
          <p14:tracePt t="843813" x="6232525" y="4456113"/>
          <p14:tracePt t="843815" x="6300788" y="4456113"/>
          <p14:tracePt t="843824" x="6367463" y="4456113"/>
          <p14:tracePt t="843842" x="6402388" y="4456113"/>
          <p14:tracePt t="843869" x="6381750" y="4456113"/>
          <p14:tracePt t="843879" x="6354763" y="4456113"/>
          <p14:tracePt t="843900" x="6313488" y="4456113"/>
          <p14:tracePt t="843909" x="6259513" y="4456113"/>
          <p14:tracePt t="843917" x="6184900" y="4456113"/>
          <p14:tracePt t="843942" x="6062663" y="4456113"/>
          <p14:tracePt t="843949" x="6007100" y="4456113"/>
          <p14:tracePt t="843965" x="5973763" y="4456113"/>
          <p14:tracePt t="843976" x="5959475" y="4456113"/>
          <p14:tracePt t="844015" x="5986463" y="4456113"/>
          <p14:tracePt t="844027" x="6021388" y="4456113"/>
          <p14:tracePt t="844037" x="6062663" y="4456113"/>
          <p14:tracePt t="844050" x="6102350" y="4456113"/>
          <p14:tracePt t="844063" x="6170613" y="4456113"/>
          <p14:tracePt t="844073" x="6245225" y="4470400"/>
          <p14:tracePt t="844099" x="6313488" y="4470400"/>
          <p14:tracePt t="844140" x="6286500" y="4456113"/>
          <p14:tracePt t="844150" x="6245225" y="4456113"/>
          <p14:tracePt t="844165" x="6205538" y="4456113"/>
          <p14:tracePt t="844174" x="6170613" y="4456113"/>
          <p14:tracePt t="844184" x="6143625" y="4456113"/>
          <p14:tracePt t="844215" x="6129338" y="4456113"/>
          <p14:tracePt t="844264" x="6143625" y="4456113"/>
          <p14:tracePt t="844274" x="6143625" y="4470400"/>
          <p14:tracePt t="844296" x="6157913" y="4470400"/>
          <p14:tracePt t="844319" x="6170613" y="4470400"/>
          <p14:tracePt t="844947" x="6157913" y="4470400"/>
          <p14:tracePt t="844958" x="6143625" y="4470400"/>
          <p14:tracePt t="844972" x="6116638" y="4470400"/>
          <p14:tracePt t="844982" x="6062663" y="4470400"/>
          <p14:tracePt t="844993" x="6007100" y="4470400"/>
          <p14:tracePt t="845005" x="5905500" y="4491038"/>
          <p14:tracePt t="845020" x="5748338" y="4503738"/>
          <p14:tracePt t="845045" x="5613400" y="4503738"/>
          <p14:tracePt t="845046" x="5395913" y="4518025"/>
          <p14:tracePt t="845054" x="5157788" y="4518025"/>
          <p14:tracePt t="845064" x="4946650" y="4518025"/>
          <p14:tracePt t="845075" x="4789488" y="4518025"/>
          <p14:tracePt t="845086" x="4640263" y="4503738"/>
          <p14:tracePt t="845099" x="4524375" y="4503738"/>
          <p14:tracePt t="845117" x="4456113" y="4491038"/>
          <p14:tracePt t="845119" x="4429125" y="4491038"/>
          <p14:tracePt t="845130" x="4395788" y="4491038"/>
          <p14:tracePt t="845229" x="4395788" y="4470400"/>
          <p14:tracePt t="845275" x="4381500" y="4470400"/>
          <p14:tracePt t="845363" x="4381500" y="4456113"/>
          <p14:tracePt t="845367" x="4367213" y="4456113"/>
          <p14:tracePt t="845381" x="4354513" y="4443413"/>
          <p14:tracePt t="845391" x="4340225" y="4429125"/>
          <p14:tracePt t="845416" x="4327525" y="4429125"/>
          <p14:tracePt t="845425" x="4313238" y="4414838"/>
          <p14:tracePt t="845466" x="4300538" y="4414838"/>
          <p14:tracePt t="845600" x="4313238" y="4414838"/>
          <p14:tracePt t="845611" x="4313238" y="4429125"/>
          <p14:tracePt t="845628" x="4327525" y="4429125"/>
          <p14:tracePt t="845635" x="4327525" y="4443413"/>
          <p14:tracePt t="845646" x="4340225" y="4443413"/>
          <p14:tracePt t="845669" x="4354513" y="4443413"/>
          <p14:tracePt t="845670" x="4367213" y="4456113"/>
          <p14:tracePt t="845681" x="4381500" y="4456113"/>
          <p14:tracePt t="845692" x="4395788" y="4456113"/>
          <p14:tracePt t="845727" x="4408488" y="4456113"/>
          <p14:tracePt t="845752" x="4408488" y="4443413"/>
          <p14:tracePt t="845768" x="4429125" y="4443413"/>
          <p14:tracePt t="845770" x="4443413" y="4429125"/>
          <p14:tracePt t="845797" x="4456113" y="4414838"/>
          <p14:tracePt t="845807" x="4470400" y="4402138"/>
          <p14:tracePt t="845831" x="4483100" y="4375150"/>
          <p14:tracePt t="845833" x="4497388" y="4360863"/>
          <p14:tracePt t="845862" x="4524375" y="4319588"/>
          <p14:tracePt t="845864" x="4524375" y="4306888"/>
          <p14:tracePt t="845887" x="4538663" y="4259263"/>
          <p14:tracePt t="845898" x="4538663" y="4244975"/>
          <p14:tracePt t="845921" x="4538663" y="4205288"/>
          <p14:tracePt t="845934" x="4538663" y="4191000"/>
          <p14:tracePt t="845952" x="4551363" y="4176713"/>
          <p14:tracePt t="845967" x="4551363" y="4164013"/>
          <p14:tracePt t="845983" x="4538663" y="4164013"/>
          <p14:tracePt t="846011" x="4538663" y="4149725"/>
          <p14:tracePt t="846037" x="4524375" y="4137025"/>
          <p14:tracePt t="846046" x="4510088" y="4137025"/>
          <p14:tracePt t="846056" x="4510088" y="4122738"/>
          <p14:tracePt t="846065" x="4483100" y="4122738"/>
          <p14:tracePt t="846085" x="4470400" y="4110038"/>
          <p14:tracePt t="846087" x="4443413" y="4110038"/>
          <p14:tracePt t="846098" x="4429125" y="4110038"/>
          <p14:tracePt t="846118" x="4395788" y="4110038"/>
          <p14:tracePt t="846131" x="4381500" y="4110038"/>
          <p14:tracePt t="846178" x="4367213" y="4110038"/>
          <p14:tracePt t="846200" x="4354513" y="4110038"/>
          <p14:tracePt t="846214" x="4354513" y="4122738"/>
          <p14:tracePt t="846222" x="4340225" y="4122738"/>
          <p14:tracePt t="846235" x="4327525" y="4137025"/>
          <p14:tracePt t="846246" x="4313238" y="4149725"/>
          <p14:tracePt t="846270" x="4313238" y="4164013"/>
          <p14:tracePt t="846282" x="4300538" y="4164013"/>
          <p14:tracePt t="846290" x="4300538" y="4176713"/>
          <p14:tracePt t="846321" x="4300538" y="4191000"/>
          <p14:tracePt t="846533" x="4300538" y="4205288"/>
          <p14:tracePt t="846546" x="4286250" y="4205288"/>
          <p14:tracePt t="846557" x="4259263" y="4205288"/>
          <p14:tracePt t="846568" x="4197350" y="4205288"/>
          <p14:tracePt t="846591" x="4014788" y="4191000"/>
          <p14:tracePt t="846602" x="3830638" y="4176713"/>
          <p14:tracePt t="846615" x="3619500" y="4164013"/>
          <p14:tracePt t="846625" x="3395663" y="4137025"/>
          <p14:tracePt t="846641" x="3027363" y="4089400"/>
          <p14:tracePt t="846651" x="2619375" y="4021138"/>
          <p14:tracePt t="846660" x="2327275" y="3979863"/>
          <p14:tracePt t="846677" x="1946275" y="3938588"/>
          <p14:tracePt t="846685" x="1633538" y="3890963"/>
          <p14:tracePt t="846693" x="1422400" y="3863975"/>
          <p14:tracePt t="846704" x="1327150" y="3863975"/>
          <p14:tracePt t="846714" x="1223963" y="3851275"/>
          <p14:tracePt t="846739" x="1143000" y="3851275"/>
          <p14:tracePt t="846752" x="1128713" y="3851275"/>
          <p14:tracePt t="846766" x="1116013" y="3851275"/>
          <p14:tracePt t="846796" x="1101725" y="3851275"/>
          <p14:tracePt t="846807" x="1089025" y="3863975"/>
          <p14:tracePt t="846828" x="1068388" y="3863975"/>
          <p14:tracePt t="846840" x="1068388" y="3878263"/>
          <p14:tracePt t="846861" x="1054100" y="3890963"/>
          <p14:tracePt t="846869" x="1041400" y="3911600"/>
          <p14:tracePt t="846894" x="1027113" y="3925888"/>
          <p14:tracePt t="846901" x="985838" y="3979863"/>
          <p14:tracePt t="846929" x="946150" y="4006850"/>
          <p14:tracePt t="846934" x="904875" y="4021138"/>
          <p14:tracePt t="846959" x="815975" y="4048125"/>
          <p14:tracePt t="846988" x="762000" y="4048125"/>
          <p14:tracePt t="846992" x="693738" y="4048125"/>
          <p14:tracePt t="847002" x="660400" y="4048125"/>
          <p14:tracePt t="847012" x="633413" y="4048125"/>
          <p14:tracePt t="847028" x="604838" y="4048125"/>
          <p14:tracePt t="847037" x="592138" y="4048125"/>
          <p14:tracePt t="847043" x="565150" y="4048125"/>
          <p14:tracePt t="847062" x="550863" y="4048125"/>
          <p14:tracePt t="847066" x="538163" y="4062413"/>
          <p14:tracePt t="847075" x="523875" y="4062413"/>
          <p14:tracePt t="847087" x="509588" y="4062413"/>
          <p14:tracePt t="847186" x="523875" y="4062413"/>
          <p14:tracePt t="847202" x="550863" y="4062413"/>
          <p14:tracePt t="847211" x="577850" y="4062413"/>
          <p14:tracePt t="847222" x="633413" y="4075113"/>
          <p14:tracePt t="847242" x="673100" y="4075113"/>
          <p14:tracePt t="847249" x="762000" y="4089400"/>
          <p14:tracePt t="847258" x="842963" y="4110038"/>
          <p14:tracePt t="847278" x="1027113" y="4110038"/>
          <p14:tracePt t="847290" x="1143000" y="4122738"/>
          <p14:tracePt t="847303" x="1252538" y="4122738"/>
          <p14:tracePt t="847312" x="1354138" y="4137025"/>
          <p14:tracePt t="847328" x="1482725" y="4137025"/>
          <p14:tracePt t="847334" x="1604963" y="4137025"/>
          <p14:tracePt t="847345" x="1735138" y="4137025"/>
          <p14:tracePt t="847359" x="1816100" y="4137025"/>
          <p14:tracePt t="847371" x="1919288" y="4137025"/>
          <p14:tracePt t="847379" x="2000250" y="4137025"/>
          <p14:tracePt t="847423" x="2157413" y="4137025"/>
          <p14:tracePt t="847455" x="2170113" y="4137025"/>
          <p14:tracePt t="847490" x="2143125" y="4137025"/>
          <p14:tracePt t="847502" x="2101850" y="4137025"/>
          <p14:tracePt t="847518" x="2027238" y="4137025"/>
          <p14:tracePt t="847526" x="1919288" y="4137025"/>
          <p14:tracePt t="847537" x="1762125" y="4137025"/>
          <p14:tracePt t="847560" x="1577975" y="4137025"/>
          <p14:tracePt t="847561" x="1422400" y="4137025"/>
          <p14:tracePt t="847571" x="1223963" y="4137025"/>
          <p14:tracePt t="847588" x="1014413" y="4122738"/>
          <p14:tracePt t="847599" x="830263" y="4122738"/>
          <p14:tracePt t="847607" x="735013" y="4110038"/>
          <p14:tracePt t="847618" x="633413" y="4110038"/>
          <p14:tracePt t="847642" x="538163" y="4110038"/>
          <p14:tracePt t="847652" x="509588" y="4110038"/>
          <p14:tracePt t="847664" x="496888" y="4110038"/>
          <p14:tracePt t="847751" x="509588" y="4110038"/>
          <p14:tracePt t="847761" x="523875" y="4110038"/>
          <p14:tracePt t="847773" x="577850" y="4110038"/>
          <p14:tracePt t="847792" x="646113" y="4110038"/>
          <p14:tracePt t="847799" x="735013" y="4110038"/>
          <p14:tracePt t="847808" x="830263" y="4110038"/>
          <p14:tracePt t="847817" x="985838" y="4110038"/>
          <p14:tracePt t="847840" x="1300163" y="4122738"/>
          <p14:tracePt t="847853" x="1482725" y="4122738"/>
          <p14:tracePt t="847862" x="1619250" y="4122738"/>
          <p14:tracePt t="847884" x="1720850" y="4122738"/>
          <p14:tracePt t="847885" x="1762125" y="4122738"/>
          <p14:tracePt t="847896" x="1789113" y="4122738"/>
          <p14:tracePt t="847907" x="1803400" y="4122738"/>
          <p14:tracePt t="847953" x="1789113" y="4122738"/>
          <p14:tracePt t="847969" x="1776413" y="4122738"/>
          <p14:tracePt t="847977" x="1735138" y="4122738"/>
          <p14:tracePt t="847988" x="1693863" y="4122738"/>
          <p14:tracePt t="848000" x="1604963" y="4122738"/>
          <p14:tracePt t="848010" x="1524000" y="4122738"/>
          <p14:tracePt t="848028" x="1381125" y="4122738"/>
          <p14:tracePt t="848034" x="1252538" y="4122738"/>
          <p14:tracePt t="848043" x="1116013" y="4122738"/>
          <p14:tracePt t="848058" x="1027113" y="4122738"/>
          <p14:tracePt t="848070" x="946150" y="4122738"/>
          <p14:tracePt t="848076" x="871538" y="4110038"/>
          <p14:tracePt t="848110" x="815975" y="4110038"/>
          <p14:tracePt t="848199" x="830263" y="4110038"/>
          <p14:tracePt t="848210" x="857250" y="4110038"/>
          <p14:tracePt t="848221" x="904875" y="4110038"/>
          <p14:tracePt t="848237" x="973138" y="4110038"/>
          <p14:tracePt t="848245" x="1054100" y="4110038"/>
          <p14:tracePt t="848257" x="1128713" y="4122738"/>
          <p14:tracePt t="848278" x="1252538" y="4122738"/>
          <p14:tracePt t="848280" x="1381125" y="4122738"/>
          <p14:tracePt t="848291" x="1482725" y="4137025"/>
          <p14:tracePt t="848308" x="1619250" y="4137025"/>
          <p14:tracePt t="848318" x="1720850" y="4137025"/>
          <p14:tracePt t="848325" x="1803400" y="4137025"/>
          <p14:tracePt t="848336" x="1843088" y="4137025"/>
          <p14:tracePt t="848360" x="1919288" y="4137025"/>
          <p14:tracePt t="848369" x="1931988" y="4137025"/>
          <p14:tracePt t="848457" x="1919288" y="4137025"/>
          <p14:tracePt t="848469" x="1878013" y="4137025"/>
          <p14:tracePt t="848494" x="1803400" y="4137025"/>
          <p14:tracePt t="848495" x="1747838" y="4137025"/>
          <p14:tracePt t="848504" x="1633538" y="4137025"/>
          <p14:tracePt t="848522" x="1509713" y="4137025"/>
          <p14:tracePt t="848529" x="1366838" y="4137025"/>
          <p14:tracePt t="848540" x="1265238" y="4137025"/>
          <p14:tracePt t="848560" x="1169988" y="4137025"/>
          <p14:tracePt t="848565" x="1116013" y="4137025"/>
          <p14:tracePt t="848571" x="1089025" y="4137025"/>
          <p14:tracePt t="848616" x="1101725" y="4137025"/>
          <p14:tracePt t="848630" x="1101725" y="4122738"/>
          <p14:tracePt t="848641" x="1128713" y="4122738"/>
          <p14:tracePt t="848656" x="1157288" y="4122738"/>
          <p14:tracePt t="848666" x="1196975" y="4122738"/>
          <p14:tracePt t="848675" x="1285875" y="4122738"/>
          <p14:tracePt t="848694" x="1395413" y="4137025"/>
          <p14:tracePt t="848696" x="1497013" y="4137025"/>
          <p14:tracePt t="848707" x="1633538" y="4137025"/>
          <p14:tracePt t="848722" x="1762125" y="4137025"/>
          <p14:tracePt t="848735" x="1857375" y="4137025"/>
          <p14:tracePt t="848742" x="1919288" y="4137025"/>
          <p14:tracePt t="848751" x="1958975" y="4137025"/>
          <p14:tracePt t="848776" x="2000250" y="4137025"/>
          <p14:tracePt t="849933" x="2014538" y="4137025"/>
          <p14:tracePt t="849944" x="2027238" y="4137025"/>
          <p14:tracePt t="849958" x="2041525" y="4137025"/>
          <p14:tracePt t="849967" x="2054225" y="4137025"/>
          <p14:tracePt t="849978" x="2101850" y="4122738"/>
          <p14:tracePt t="849997" x="2128838" y="4122738"/>
          <p14:tracePt t="850005" x="2184400" y="4122738"/>
          <p14:tracePt t="850012" x="2224088" y="4122738"/>
          <p14:tracePt t="850023" x="2312988" y="4122738"/>
          <p14:tracePt t="850046" x="2551113" y="4122738"/>
          <p14:tracePt t="850076" x="2830513" y="4110038"/>
          <p14:tracePt t="850083" x="3062288" y="4122738"/>
          <p14:tracePt t="850092" x="3238500" y="4137025"/>
          <p14:tracePt t="850104" x="3470275" y="4149725"/>
          <p14:tracePt t="850133" x="3830638" y="4176713"/>
          <p14:tracePt t="850140" x="3905250" y="4191000"/>
          <p14:tracePt t="850159" x="3946525" y="4191000"/>
          <p14:tracePt t="850162" x="3946525" y="4205288"/>
          <p14:tracePt t="850471" x="3959225" y="4205288"/>
          <p14:tracePt t="850482" x="3973513" y="4205288"/>
          <p14:tracePt t="850494" x="4000500" y="4205288"/>
          <p14:tracePt t="850505" x="4027488" y="4205288"/>
          <p14:tracePt t="850530" x="4062413" y="4205288"/>
          <p14:tracePt t="850531" x="4089400" y="4205288"/>
          <p14:tracePt t="850540" x="4129088" y="4205288"/>
          <p14:tracePt t="850553" x="4143375" y="4205288"/>
          <p14:tracePt t="850569" x="4157663" y="4205288"/>
          <p14:tracePt t="850602" x="4170363" y="4205288"/>
          <p14:tracePt t="850696" x="4184650" y="4205288"/>
          <p14:tracePt t="850708" x="4197350" y="4205288"/>
          <p14:tracePt t="850719" x="4211638" y="4205288"/>
          <p14:tracePt t="850732" x="4244975" y="4205288"/>
          <p14:tracePt t="850742" x="4259263" y="4205288"/>
          <p14:tracePt t="850754" x="4271963" y="4205288"/>
          <p14:tracePt t="850775" x="4286250" y="4205288"/>
          <p14:tracePt t="850776" x="4300538" y="4205288"/>
          <p14:tracePt t="850833" x="4313238" y="4205288"/>
          <p14:tracePt t="850854" x="4313238" y="4191000"/>
          <p14:tracePt t="850868" x="4327525" y="4191000"/>
          <p14:tracePt t="850878" x="4340225" y="4191000"/>
          <p14:tracePt t="850907" x="4354513" y="4191000"/>
          <p14:tracePt t="850917" x="4367213" y="4191000"/>
          <p14:tracePt t="850925" x="4367213" y="4176713"/>
          <p14:tracePt t="850943" x="4381500" y="4176713"/>
          <p14:tracePt t="850948" x="4395788" y="4164013"/>
          <p14:tracePt t="850990" x="4395788" y="4149725"/>
          <p14:tracePt t="851025" x="4395788" y="4137025"/>
          <p14:tracePt t="851050" x="4381500" y="4122738"/>
          <p14:tracePt t="851075" x="4381500" y="4110038"/>
          <p14:tracePt t="851082" x="4367213" y="4110038"/>
          <p14:tracePt t="851159" x="4354513" y="4110038"/>
          <p14:tracePt t="851185" x="4340225" y="4122738"/>
          <p14:tracePt t="851205" x="4327525" y="4149725"/>
          <p14:tracePt t="851226" x="4313238" y="4164013"/>
          <p14:tracePt t="851227" x="4313238" y="4176713"/>
          <p14:tracePt t="851238" x="4300538" y="4191000"/>
          <p14:tracePt t="851254" x="4286250" y="4205288"/>
          <p14:tracePt t="851286" x="4300538" y="4259263"/>
          <p14:tracePt t="851307" x="4300538" y="4271963"/>
          <p14:tracePt t="851318" x="4313238" y="4292600"/>
          <p14:tracePt t="851328" x="4313238" y="4306888"/>
          <p14:tracePt t="851351" x="4327525" y="4319588"/>
          <p14:tracePt t="851354" x="4340225" y="4333875"/>
          <p14:tracePt t="851368" x="4354513" y="4333875"/>
          <p14:tracePt t="851377" x="4367213" y="4333875"/>
          <p14:tracePt t="851394" x="4381500" y="4333875"/>
          <p14:tracePt t="851407" x="4395788" y="4333875"/>
          <p14:tracePt t="851438" x="4408488" y="4333875"/>
          <p14:tracePt t="851445" x="4429125" y="4319588"/>
          <p14:tracePt t="851456" x="4443413" y="4319588"/>
          <p14:tracePt t="851475" x="4470400" y="4292600"/>
          <p14:tracePt t="851477" x="4483100" y="4271963"/>
          <p14:tracePt t="851488" x="4510088" y="4259263"/>
          <p14:tracePt t="851515" x="4551363" y="4205288"/>
          <p14:tracePt t="851542" x="4565650" y="4149725"/>
          <p14:tracePt t="851545" x="4565650" y="4137025"/>
          <p14:tracePt t="851557" x="4565650" y="4122738"/>
          <p14:tracePt t="851575" x="4565650" y="4110038"/>
          <p14:tracePt t="851587" x="4565650" y="4089400"/>
          <p14:tracePt t="851607" x="4551363" y="4089400"/>
          <p14:tracePt t="851624" x="4538663" y="4075113"/>
          <p14:tracePt t="851655" x="4510088" y="4075113"/>
          <p14:tracePt t="851657" x="4456113" y="4062413"/>
          <p14:tracePt t="851668" x="4429125" y="4062413"/>
          <p14:tracePt t="851678" x="4395788" y="4062413"/>
          <p14:tracePt t="851689" x="4367213" y="4062413"/>
          <p14:tracePt t="851708" x="4354513" y="4075113"/>
          <p14:tracePt t="851711" x="4340225" y="4075113"/>
          <p14:tracePt t="851724" x="4327525" y="4089400"/>
          <p14:tracePt t="851738" x="4313238" y="4122738"/>
          <p14:tracePt t="851767" x="4300538" y="4205288"/>
          <p14:tracePt t="851779" x="4300538" y="4232275"/>
          <p14:tracePt t="851794" x="4313238" y="4259263"/>
          <p14:tracePt t="851805" x="4327525" y="4292600"/>
          <p14:tracePt t="851842" x="4367213" y="4348163"/>
          <p14:tracePt t="851853" x="4381500" y="4360863"/>
          <p14:tracePt t="851868" x="4408488" y="4360863"/>
          <p14:tracePt t="851870" x="4443413" y="4375150"/>
          <p14:tracePt t="851886" x="4456113" y="4375150"/>
          <p14:tracePt t="851894" x="4483100" y="4375150"/>
          <p14:tracePt t="851906" x="4510088" y="4360863"/>
          <p14:tracePt t="851925" x="4551363" y="4348163"/>
          <p14:tracePt t="851936" x="4565650" y="4333875"/>
          <p14:tracePt t="851957" x="4578350" y="4306888"/>
          <p14:tracePt t="851959" x="4592638" y="4271963"/>
          <p14:tracePt t="851974" x="4592638" y="4244975"/>
          <p14:tracePt t="851983" x="4592638" y="4205288"/>
          <p14:tracePt t="852005" x="4592638" y="4176713"/>
          <p14:tracePt t="852007" x="4578350" y="4149725"/>
          <p14:tracePt t="852017" x="4565650" y="4137025"/>
          <p14:tracePt t="852040" x="4524375" y="4110038"/>
          <p14:tracePt t="852072" x="4470400" y="4089400"/>
          <p14:tracePt t="852089" x="4443413" y="4110038"/>
          <p14:tracePt t="852099" x="4429125" y="4110038"/>
          <p14:tracePt t="852114" x="4395788" y="4137025"/>
          <p14:tracePt t="852115" x="4354513" y="4164013"/>
          <p14:tracePt t="852129" x="4340225" y="4191000"/>
          <p14:tracePt t="852142" x="4313238" y="4217988"/>
          <p14:tracePt t="852165" x="4300538" y="4259263"/>
          <p14:tracePt t="852177" x="4300538" y="4271963"/>
          <p14:tracePt t="852192" x="4313238" y="4292600"/>
          <p14:tracePt t="852200" x="4327525" y="4319588"/>
          <p14:tracePt t="852225" x="4395788" y="4348163"/>
          <p14:tracePt t="852232" x="4443413" y="4348163"/>
          <p14:tracePt t="852252" x="4497388" y="4348163"/>
          <p14:tracePt t="852272" x="4538663" y="4333875"/>
          <p14:tracePt t="852273" x="4565650" y="4319588"/>
          <p14:tracePt t="852303" x="4592638" y="4271963"/>
          <p14:tracePt t="852311" x="4592638" y="4259263"/>
          <p14:tracePt t="852318" x="4592638" y="4232275"/>
          <p14:tracePt t="852334" x="4578350" y="4205288"/>
          <p14:tracePt t="852359" x="4538663" y="4164013"/>
          <p14:tracePt t="852368" x="4497388" y="4149725"/>
          <p14:tracePt t="852390" x="4443413" y="4137025"/>
          <p14:tracePt t="852408" x="4395788" y="4137025"/>
          <p14:tracePt t="852411" x="4381500" y="4149725"/>
          <p14:tracePt t="852423" x="4340225" y="4164013"/>
          <p14:tracePt t="852442" x="4327525" y="4176713"/>
          <p14:tracePt t="852443" x="4300538" y="4205288"/>
          <p14:tracePt t="852472" x="4271963" y="4259263"/>
          <p14:tracePt t="852504" x="4271963" y="4292600"/>
          <p14:tracePt t="852505" x="4286250" y="4333875"/>
          <p14:tracePt t="852527" x="4286250" y="4348163"/>
          <p14:tracePt t="852538" x="4313238" y="4360863"/>
          <p14:tracePt t="852541" x="4327525" y="4360863"/>
          <p14:tracePt t="852542" x="4354513" y="4360863"/>
          <p14:tracePt t="852554" x="4381500" y="4360863"/>
          <p14:tracePt t="852571" x="4429125" y="4360863"/>
          <p14:tracePt t="852582" x="4456113" y="4360863"/>
          <p14:tracePt t="852591" x="4483100" y="4348163"/>
          <p14:tracePt t="852600" x="4510088" y="4333875"/>
          <p14:tracePt t="852626" x="4551363" y="4292600"/>
          <p14:tracePt t="852635" x="4551363" y="4244975"/>
          <p14:tracePt t="852654" x="4551363" y="4232275"/>
          <p14:tracePt t="852656" x="4538663" y="4205288"/>
          <p14:tracePt t="852674" x="4524375" y="4191000"/>
          <p14:tracePt t="852690" x="4510088" y="4176713"/>
          <p14:tracePt t="852692" x="4483100" y="4149725"/>
          <p14:tracePt t="852710" x="4456113" y="4149725"/>
          <p14:tracePt t="852711" x="4429125" y="4149725"/>
          <p14:tracePt t="852725" x="4408488" y="4149725"/>
          <p14:tracePt t="852734" x="4395788" y="4149725"/>
          <p14:tracePt t="852745" x="4381500" y="4149725"/>
          <p14:tracePt t="852765" x="4354513" y="4164013"/>
          <p14:tracePt t="852772" x="4340225" y="4191000"/>
          <p14:tracePt t="852809" x="4300538" y="4259263"/>
          <p14:tracePt t="852816" x="4300538" y="4292600"/>
          <p14:tracePt t="852824" x="4300538" y="4319588"/>
          <p14:tracePt t="852838" x="4313238" y="4348163"/>
          <p14:tracePt t="852849" x="4327525" y="4360863"/>
          <p14:tracePt t="852892" x="4408488" y="4387850"/>
          <p14:tracePt t="852894" x="4443413" y="4387850"/>
          <p14:tracePt t="852904" x="4470400" y="4387850"/>
          <p14:tracePt t="852921" x="4497388" y="4375150"/>
          <p14:tracePt t="852932" x="4524375" y="4360863"/>
          <p14:tracePt t="852941" x="4538663" y="4348163"/>
          <p14:tracePt t="852973" x="4592638" y="4259263"/>
          <p14:tracePt t="852996" x="4592638" y="4191000"/>
          <p14:tracePt t="853007" x="4592638" y="4149725"/>
          <p14:tracePt t="853018" x="4578350" y="4122738"/>
          <p14:tracePt t="853027" x="4565650" y="4089400"/>
          <p14:tracePt t="853043" x="4538663" y="4075113"/>
          <p14:tracePt t="853058" x="4497388" y="4062413"/>
          <p14:tracePt t="853066" x="4470400" y="4048125"/>
          <p14:tracePt t="853092" x="4367213" y="4048125"/>
          <p14:tracePt t="853094" x="4340225" y="4048125"/>
          <p14:tracePt t="853105" x="4313238" y="4062413"/>
          <p14:tracePt t="853124" x="4271963" y="4089400"/>
          <p14:tracePt t="853155" x="4232275" y="4137025"/>
          <p14:tracePt t="853159" x="4184650" y="4217988"/>
          <p14:tracePt t="853188" x="4170363" y="4271963"/>
          <p14:tracePt t="853191" x="4170363" y="4333875"/>
          <p14:tracePt t="853223" x="4184650" y="4375150"/>
          <p14:tracePt t="853233" x="4197350" y="4387850"/>
          <p14:tracePt t="853260" x="4211638" y="4387850"/>
          <p14:tracePt t="854096" x="4232275" y="4387850"/>
          <p14:tracePt t="854105" x="4259263" y="4375150"/>
          <p14:tracePt t="854117" x="4286250" y="4375150"/>
          <p14:tracePt t="854128" x="4300538" y="4360863"/>
          <p14:tracePt t="854141" x="4327525" y="4348163"/>
          <p14:tracePt t="854153" x="4354513" y="4333875"/>
          <p14:tracePt t="854166" x="4367213" y="4319588"/>
          <p14:tracePt t="854175" x="4381500" y="4306888"/>
          <p14:tracePt t="854191" x="4395788" y="4292600"/>
          <p14:tracePt t="854201" x="4429125" y="4259263"/>
          <p14:tracePt t="854226" x="4456113" y="4205288"/>
          <p14:tracePt t="854234" x="4470400" y="4191000"/>
          <p14:tracePt t="854263" x="4497388" y="4149725"/>
          <p14:tracePt t="854290" x="4497388" y="4122738"/>
          <p14:tracePt t="854292" x="4510088" y="4089400"/>
          <p14:tracePt t="854306" x="4510088" y="4075113"/>
          <p14:tracePt t="854322" x="4497388" y="4075113"/>
          <p14:tracePt t="854323" x="4497388" y="4062413"/>
          <p14:tracePt t="854335" x="4483100" y="4048125"/>
          <p14:tracePt t="854344" x="4470400" y="4048125"/>
          <p14:tracePt t="854358" x="4443413" y="4033838"/>
          <p14:tracePt t="854388" x="4381500" y="4033838"/>
          <p14:tracePt t="854389" x="4340225" y="4033838"/>
          <p14:tracePt t="854404" x="4313238" y="4048125"/>
          <p14:tracePt t="854420" x="4286250" y="4062413"/>
          <p14:tracePt t="854421" x="4259263" y="4075113"/>
          <p14:tracePt t="854439" x="4232275" y="4089400"/>
          <p14:tracePt t="854463" x="4211638" y="4149725"/>
          <p14:tracePt t="854475" x="4211638" y="4191000"/>
          <p14:tracePt t="854495" x="4232275" y="4232275"/>
          <p14:tracePt t="854497" x="4259263" y="4271963"/>
          <p14:tracePt t="854510" x="4286250" y="4306888"/>
          <p14:tracePt t="854512" x="4313238" y="4333875"/>
          <p14:tracePt t="854533" x="4354513" y="4348163"/>
          <p14:tracePt t="854535" x="4367213" y="4360863"/>
          <p14:tracePt t="854556" x="4429125" y="4360863"/>
          <p14:tracePt t="854568" x="4456113" y="4348163"/>
          <p14:tracePt t="854585" x="4470400" y="4348163"/>
          <p14:tracePt t="854594" x="4497388" y="4333875"/>
          <p14:tracePt t="854608" x="4510088" y="4306888"/>
          <p14:tracePt t="854637" x="4524375" y="4232275"/>
          <p14:tracePt t="854639" x="4538663" y="4205288"/>
          <p14:tracePt t="854655" x="4524375" y="4164013"/>
          <p14:tracePt t="854668" x="4524375" y="4137025"/>
          <p14:tracePt t="854669" x="4510088" y="4122738"/>
          <p14:tracePt t="854688" x="4497388" y="4110038"/>
          <p14:tracePt t="854695" x="4483100" y="4110038"/>
          <p14:tracePt t="854716" x="4456113" y="4110038"/>
          <p14:tracePt t="854726" x="4443413" y="4122738"/>
          <p14:tracePt t="854740" x="4429125" y="4122738"/>
          <p14:tracePt t="854751" x="4395788" y="4149725"/>
          <p14:tracePt t="854768" x="4381500" y="4176713"/>
          <p14:tracePt t="854794" x="4340225" y="4205288"/>
          <p14:tracePt t="854796" x="4327525" y="4232275"/>
          <p14:tracePt t="854819" x="4300538" y="4306888"/>
          <p14:tracePt t="854820" x="4300538" y="4319588"/>
          <p14:tracePt t="854844" x="4340225" y="4375150"/>
          <p14:tracePt t="854873" x="4381500" y="4402138"/>
          <p14:tracePt t="854876" x="4497388" y="4414838"/>
          <p14:tracePt t="854888" x="4551363" y="4414838"/>
          <p14:tracePt t="854905" x="4592638" y="4414838"/>
          <p14:tracePt t="854907" x="4625975" y="4402138"/>
          <p14:tracePt t="854917" x="4640263" y="4387850"/>
          <p14:tracePt t="854944" x="4652963" y="4348163"/>
          <p14:tracePt t="854953" x="4652963" y="4306888"/>
          <p14:tracePt t="854962" x="4640263" y="4244975"/>
          <p14:tracePt t="854980" x="4592638" y="4205288"/>
          <p14:tracePt t="855009" x="4565650" y="4176713"/>
          <p14:tracePt t="855011" x="4483100" y="4122738"/>
          <p14:tracePt t="855027" x="4443413" y="4110038"/>
          <p14:tracePt t="855028" x="4408488" y="4110038"/>
          <p14:tracePt t="855055" x="4354513" y="4122738"/>
          <p14:tracePt t="855066" x="4327525" y="4137025"/>
          <p14:tracePt t="855088" x="4271963" y="4205288"/>
          <p14:tracePt t="855113" x="4244975" y="4271963"/>
          <p14:tracePt t="855123" x="4244975" y="4319588"/>
          <p14:tracePt t="855133" x="4244975" y="4348163"/>
          <p14:tracePt t="855143" x="4259263" y="4375150"/>
          <p14:tracePt t="855159" x="4286250" y="4387850"/>
          <p14:tracePt t="855169" x="4313238" y="4402138"/>
          <p14:tracePt t="855191" x="4381500" y="4402138"/>
          <p14:tracePt t="855203" x="4429125" y="4402138"/>
          <p14:tracePt t="855212" x="4470400" y="4402138"/>
          <p14:tracePt t="855222" x="4510088" y="4387850"/>
          <p14:tracePt t="855244" x="4565650" y="4333875"/>
          <p14:tracePt t="855254" x="4578350" y="4306888"/>
          <p14:tracePt t="855284" x="4578350" y="4217988"/>
          <p14:tracePt t="855292" x="4565650" y="4191000"/>
          <p14:tracePt t="855308" x="4538663" y="4164013"/>
          <p14:tracePt t="855310" x="4524375" y="4149725"/>
          <p14:tracePt t="855322" x="4497388" y="4137025"/>
          <p14:tracePt t="855362" x="4395788" y="4122738"/>
          <p14:tracePt t="855373" x="4354513" y="4122738"/>
          <p14:tracePt t="855387" x="4327525" y="4137025"/>
          <p14:tracePt t="855390" x="4300538" y="4149725"/>
          <p14:tracePt t="855401" x="4271963" y="4191000"/>
          <p14:tracePt t="855422" x="4244975" y="4232275"/>
          <p14:tracePt t="855423" x="4232275" y="4271963"/>
          <p14:tracePt t="855456" x="4232275" y="4333875"/>
          <p14:tracePt t="855458" x="4244975" y="4375150"/>
          <p14:tracePt t="855469" x="4259263" y="4387850"/>
          <p14:tracePt t="855485" x="4286250" y="4414838"/>
          <p14:tracePt t="855506" x="4327525" y="4429125"/>
          <p14:tracePt t="855508" x="4354513" y="4429125"/>
          <p14:tracePt t="855518" x="4381500" y="4429125"/>
          <p14:tracePt t="855526" x="4429125" y="4429125"/>
          <p14:tracePt t="855539" x="4456113" y="4414838"/>
          <p14:tracePt t="855550" x="4497388" y="4402138"/>
          <p14:tracePt t="855577" x="4538663" y="4348163"/>
          <p14:tracePt t="855592" x="4551363" y="4306888"/>
          <p14:tracePt t="855594" x="4551363" y="4271963"/>
          <p14:tracePt t="855604" x="4538663" y="4232275"/>
          <p14:tracePt t="855627" x="4510088" y="4176713"/>
          <p14:tracePt t="855655" x="4443413" y="4137025"/>
          <p14:tracePt t="855674" x="4408488" y="4137025"/>
          <p14:tracePt t="855675" x="4367213" y="4137025"/>
          <p14:tracePt t="855686" x="4354513" y="4137025"/>
          <p14:tracePt t="855693" x="4327525" y="4149725"/>
          <p14:tracePt t="855729" x="4271963" y="4244975"/>
          <p14:tracePt t="855746" x="4259263" y="4292600"/>
          <p14:tracePt t="855757" x="4244975" y="4333875"/>
          <p14:tracePt t="855772" x="4259263" y="4360863"/>
          <p14:tracePt t="855773" x="4271963" y="4387850"/>
          <p14:tracePt t="855786" x="4313238" y="4414838"/>
          <p14:tracePt t="855807" x="4354513" y="4429125"/>
          <p14:tracePt t="855808" x="4395788" y="4443413"/>
          <p14:tracePt t="855837" x="4456113" y="4443413"/>
          <p14:tracePt t="855839" x="4510088" y="4443413"/>
          <p14:tracePt t="855840" x="4538663" y="4443413"/>
          <p14:tracePt t="855851" x="4565650" y="4429125"/>
          <p14:tracePt t="855866" x="4578350" y="4402138"/>
          <p14:tracePt t="855892" x="4592638" y="4348163"/>
          <p14:tracePt t="855901" x="4578350" y="4306888"/>
          <p14:tracePt t="855918" x="4551363" y="4232275"/>
          <p14:tracePt t="855944" x="4497388" y="4191000"/>
          <p14:tracePt t="855974" x="4456113" y="4176713"/>
          <p14:tracePt t="855977" x="4395788" y="4176713"/>
          <p14:tracePt t="855989" x="4367213" y="4176713"/>
          <p14:tracePt t="856007" x="4354513" y="4176713"/>
          <p14:tracePt t="856008" x="4327525" y="4191000"/>
          <p14:tracePt t="856021" x="4313238" y="4205288"/>
          <p14:tracePt t="856034" x="4286250" y="4232275"/>
          <p14:tracePt t="856063" x="4271963" y="4292600"/>
          <p14:tracePt t="856066" x="4271963" y="4319588"/>
          <p14:tracePt t="856084" x="4271963" y="4333875"/>
          <p14:tracePt t="856091" x="4286250" y="4333875"/>
          <p14:tracePt t="856109" x="4313238" y="4348163"/>
          <p14:tracePt t="856111" x="4340225" y="4348163"/>
          <p14:tracePt t="856122" x="4381500" y="4348163"/>
          <p14:tracePt t="856136" x="4395788" y="4333875"/>
          <p14:tracePt t="856149" x="4443413" y="4333875"/>
          <p14:tracePt t="856160" x="4470400" y="4306888"/>
          <p14:tracePt t="856171" x="4483100" y="4292600"/>
          <p14:tracePt t="856192" x="4497388" y="4232275"/>
          <p14:tracePt t="856222" x="4483100" y="4164013"/>
          <p14:tracePt t="856235" x="4470400" y="4137025"/>
          <p14:tracePt t="856255" x="4456113" y="4122738"/>
          <p14:tracePt t="856257" x="4429125" y="4110038"/>
          <p14:tracePt t="856272" x="4381500" y="4110038"/>
          <p14:tracePt t="856284" x="4354513" y="4110038"/>
          <p14:tracePt t="856293" x="4340225" y="4110038"/>
          <p14:tracePt t="856305" x="4313238" y="4110038"/>
          <p14:tracePt t="856325" x="4286250" y="4110038"/>
          <p14:tracePt t="856335" x="4271963" y="4122738"/>
          <p14:tracePt t="856345" x="4259263" y="4137025"/>
          <p14:tracePt t="856387" x="4232275" y="4164013"/>
          <p14:tracePt t="856389" x="4197350" y="4191000"/>
          <p14:tracePt t="856391" x="4197350" y="4205288"/>
          <p14:tracePt t="856420" x="4211638" y="4232275"/>
          <p14:tracePt t="856439" x="4244975" y="4244975"/>
          <p14:tracePt t="856440" x="4271963" y="4244975"/>
          <p14:tracePt t="856450" x="4300538" y="4259263"/>
          <p14:tracePt t="856463" x="4327525" y="4259263"/>
          <p14:tracePt t="856476" x="4354513" y="4259263"/>
          <p14:tracePt t="856484" x="4381500" y="4259263"/>
          <p14:tracePt t="856493" x="4395788" y="4259263"/>
          <p14:tracePt t="856525" x="4408488" y="4244975"/>
          <p14:tracePt t="856527" x="4429125" y="4232275"/>
          <p14:tracePt t="856558" x="4429125" y="4217988"/>
          <p14:tracePt t="856571" x="4429125" y="4205288"/>
          <p14:tracePt t="856784" x="4443413" y="4205288"/>
          <p14:tracePt t="856785" x="4456113" y="4191000"/>
          <p14:tracePt t="856794" x="4483100" y="4191000"/>
          <p14:tracePt t="856805" x="4524375" y="4176713"/>
          <p14:tracePt t="856818" x="4551363" y="4149725"/>
          <p14:tracePt t="856828" x="4592638" y="4137025"/>
          <p14:tracePt t="856843" x="4625975" y="4110038"/>
          <p14:tracePt t="856863" x="4652963" y="4048125"/>
          <p14:tracePt t="856893" x="4652963" y="4021138"/>
          <p14:tracePt t="856895" x="4652963" y="3994150"/>
          <p14:tracePt t="856896" x="4652963" y="3979863"/>
          <p14:tracePt t="856907" x="4640263" y="3952875"/>
          <p14:tracePt t="856926" x="4625975" y="3938588"/>
          <p14:tracePt t="856934" x="4625975" y="3925888"/>
          <p14:tracePt t="856944" x="4605338" y="3911600"/>
          <p14:tracePt t="856959" x="4592638" y="3911600"/>
          <p14:tracePt t="856979" x="4578350" y="3911600"/>
          <p14:tracePt t="856990" x="4565650" y="3911600"/>
          <p14:tracePt t="856999" x="4551363" y="3911600"/>
          <p14:tracePt t="857010" x="4524375" y="3911600"/>
          <p14:tracePt t="857032" x="4456113" y="3952875"/>
          <p14:tracePt t="857043" x="4395788" y="3979863"/>
          <p14:tracePt t="857062" x="4327525" y="4033838"/>
          <p14:tracePt t="857078" x="4271963" y="4089400"/>
          <p14:tracePt t="857079" x="4211638" y="4164013"/>
          <p14:tracePt t="857113" x="4157663" y="4271963"/>
          <p14:tracePt t="857114" x="4143375" y="4333875"/>
          <p14:tracePt t="857124" x="4143375" y="4375150"/>
          <p14:tracePt t="857134" x="4157663" y="4414838"/>
          <p14:tracePt t="857151" x="4184650" y="4443413"/>
          <p14:tracePt t="857160" x="4211638" y="4470400"/>
          <p14:tracePt t="857197" x="4300538" y="4518025"/>
          <p14:tracePt t="857198" x="4327525" y="4518025"/>
          <p14:tracePt t="857200" x="4367213" y="4518025"/>
          <p14:tracePt t="857211" x="4395788" y="4518025"/>
          <p14:tracePt t="857226" x="4408488" y="4518025"/>
          <p14:tracePt t="857238" x="4429125" y="4503738"/>
          <p14:tracePt t="857247" x="4456113" y="4503738"/>
          <p14:tracePt t="857257" x="4470400" y="4470400"/>
          <p14:tracePt t="857282" x="4497388" y="4429125"/>
          <p14:tracePt t="857310" x="4524375" y="4387850"/>
          <p14:tracePt t="857329" x="4538663" y="4375150"/>
          <p14:tracePt t="857331" x="4551363" y="4348163"/>
          <p14:tracePt t="857341" x="4551363" y="4319588"/>
          <p14:tracePt t="857362" x="4551363" y="4292600"/>
          <p14:tracePt t="857374" x="4551363" y="4259263"/>
          <p14:tracePt t="857382" x="4538663" y="4232275"/>
          <p14:tracePt t="857394" x="4538663" y="4217988"/>
          <p14:tracePt t="857415" x="4524375" y="4191000"/>
          <p14:tracePt t="857426" x="4510088" y="4176713"/>
          <p14:tracePt t="857449" x="4497388" y="4149725"/>
          <p14:tracePt t="857464" x="4470400" y="4137025"/>
          <p14:tracePt t="857474" x="4456113" y="4122738"/>
          <p14:tracePt t="857498" x="4408488" y="4110038"/>
          <p14:tracePt t="857529" x="4327525" y="4110038"/>
          <p14:tracePt t="857540" x="4300538" y="4110038"/>
          <p14:tracePt t="857550" x="4271963" y="4122738"/>
          <p14:tracePt t="857561" x="4232275" y="4149725"/>
          <p14:tracePt t="857582" x="4184650" y="4191000"/>
          <p14:tracePt t="857583" x="4143375" y="4259263"/>
          <p14:tracePt t="857611" x="4075113" y="4360863"/>
          <p14:tracePt t="857628" x="4062413" y="4443413"/>
          <p14:tracePt t="857639" x="4062413" y="4470400"/>
          <p14:tracePt t="857651" x="4075113" y="4503738"/>
          <p14:tracePt t="857662" x="4089400" y="4530725"/>
          <p14:tracePt t="857679" x="4102100" y="4545013"/>
          <p14:tracePt t="857689" x="4116388" y="4557713"/>
          <p14:tracePt t="857714" x="4170363" y="4572000"/>
          <p14:tracePt t="857721" x="4184650" y="4586288"/>
          <p14:tracePt t="857746" x="4232275" y="4586288"/>
          <p14:tracePt t="857755" x="4244975" y="4586288"/>
          <p14:tracePt t="857763" x="4259263" y="4586288"/>
          <p14:tracePt t="857975" x="4271963" y="4586288"/>
          <p14:tracePt t="858470" x="4271963" y="457200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156D-2732-480E-A467-F43204CB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Generation (page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E00E8-491B-451C-9763-CF8429EC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3CF0A-703D-4DF2-A623-4DB408197CFB}"/>
              </a:ext>
            </a:extLst>
          </p:cNvPr>
          <p:cNvSpPr txBox="1"/>
          <p:nvPr/>
        </p:nvSpPr>
        <p:spPr>
          <a:xfrm>
            <a:off x="6433852" y="2028497"/>
            <a:ext cx="5537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is </a:t>
            </a:r>
            <a:r>
              <a:rPr lang="el-GR" sz="2000" dirty="0">
                <a:solidFill>
                  <a:srgbClr val="7030A0"/>
                </a:solidFill>
              </a:rPr>
              <a:t>Φ(</a:t>
            </a:r>
            <a:r>
              <a:rPr lang="en-US" sz="2000" i="1" dirty="0">
                <a:solidFill>
                  <a:srgbClr val="7030A0"/>
                </a:solidFill>
              </a:rPr>
              <a:t>n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  <a:r>
              <a:rPr lang="en-US" sz="2000" dirty="0"/>
              <a:t>? Why we use it in key generation?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E54BB4-EE31-4DE6-BEED-8F76FB76E590}"/>
                  </a:ext>
                </a:extLst>
              </p:cNvPr>
              <p:cNvSpPr/>
              <p:nvPr/>
            </p:nvSpPr>
            <p:spPr>
              <a:xfrm>
                <a:off x="6680243" y="2428607"/>
                <a:ext cx="5044648" cy="111042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Euler’s Phi Function:</a:t>
                </a:r>
              </a:p>
              <a:p>
                <a:pPr algn="ctr"/>
                <a:r>
                  <a:rPr lang="en-US" i="1" dirty="0"/>
                  <a:t>The number of integers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={0,1,2,…,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i="1" dirty="0"/>
                  <a:t> relatively prime to n is denoted by Φ(n).</a:t>
                </a:r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E54BB4-EE31-4DE6-BEED-8F76FB76E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243" y="2428607"/>
                <a:ext cx="5044648" cy="11104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FDB816-A593-4FA1-85BC-11D2B0BF1E82}"/>
                  </a:ext>
                </a:extLst>
              </p:cNvPr>
              <p:cNvSpPr txBox="1"/>
              <p:nvPr/>
            </p:nvSpPr>
            <p:spPr>
              <a:xfrm>
                <a:off x="6568966" y="3841954"/>
                <a:ext cx="51559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n=6, what is </a:t>
                </a:r>
                <a:r>
                  <a:rPr lang="el-GR" dirty="0"/>
                  <a:t>Φ(</a:t>
                </a:r>
                <a:r>
                  <a:rPr lang="en-US" dirty="0"/>
                  <a:t>n)?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={0,1,2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,3,4,5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FDB816-A593-4FA1-85BC-11D2B0BF1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66" y="3841954"/>
                <a:ext cx="5155925" cy="646331"/>
              </a:xfrm>
              <a:prstGeom prst="rect">
                <a:avLst/>
              </a:prstGeom>
              <a:blipFill>
                <a:blip r:embed="rId6"/>
                <a:stretch>
                  <a:fillRect l="-1065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43EC54E-89E0-4964-A4E9-161B520677DF}"/>
              </a:ext>
            </a:extLst>
          </p:cNvPr>
          <p:cNvSpPr txBox="1"/>
          <p:nvPr/>
        </p:nvSpPr>
        <p:spPr>
          <a:xfrm>
            <a:off x="6821214" y="4519448"/>
            <a:ext cx="4204138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dirty="0" err="1"/>
              <a:t>gcd</a:t>
            </a:r>
            <a:r>
              <a:rPr lang="en-US" dirty="0"/>
              <a:t>(0,6)=6 </a:t>
            </a:r>
          </a:p>
          <a:p>
            <a:r>
              <a:rPr lang="en-US" dirty="0" err="1"/>
              <a:t>gcd</a:t>
            </a:r>
            <a:r>
              <a:rPr lang="en-US" dirty="0"/>
              <a:t>(1,6)=</a:t>
            </a:r>
          </a:p>
          <a:p>
            <a:r>
              <a:rPr lang="en-US" dirty="0" err="1"/>
              <a:t>gcd</a:t>
            </a:r>
            <a:r>
              <a:rPr lang="en-US" dirty="0"/>
              <a:t>(2,6)= </a:t>
            </a:r>
          </a:p>
          <a:p>
            <a:r>
              <a:rPr lang="en-US" dirty="0" err="1"/>
              <a:t>gcd</a:t>
            </a:r>
            <a:r>
              <a:rPr lang="en-US" dirty="0"/>
              <a:t>(3,6)= </a:t>
            </a:r>
          </a:p>
          <a:p>
            <a:r>
              <a:rPr lang="en-US" dirty="0" err="1"/>
              <a:t>gcd</a:t>
            </a:r>
            <a:r>
              <a:rPr lang="en-US" dirty="0"/>
              <a:t>(4,6)=</a:t>
            </a:r>
          </a:p>
          <a:p>
            <a:r>
              <a:rPr lang="en-US" dirty="0" err="1"/>
              <a:t>gcd</a:t>
            </a:r>
            <a:r>
              <a:rPr lang="en-US" dirty="0"/>
              <a:t>(5,6)=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7403797-9FE9-4650-A1EE-A9363EF18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93148" y="5153797"/>
            <a:ext cx="809296" cy="280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670C3-B21E-4256-B97D-02E49F82FA88}"/>
              </a:ext>
            </a:extLst>
          </p:cNvPr>
          <p:cNvSpPr txBox="1"/>
          <p:nvPr/>
        </p:nvSpPr>
        <p:spPr>
          <a:xfrm>
            <a:off x="9707768" y="4488285"/>
            <a:ext cx="2309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numbers are relatively prime to 6, namely 1 and 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phi function takes the value 2, i.e., </a:t>
            </a:r>
            <a:r>
              <a:rPr lang="en-US" b="1" dirty="0">
                <a:solidFill>
                  <a:srgbClr val="FF0000"/>
                </a:solidFill>
              </a:rPr>
              <a:t>Φ(6) = 2</a:t>
            </a:r>
            <a:r>
              <a:rPr lang="en-US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E0388E-6AD3-46AD-BCFC-A43793CF6210}"/>
              </a:ext>
            </a:extLst>
          </p:cNvPr>
          <p:cNvSpPr txBox="1"/>
          <p:nvPr/>
        </p:nvSpPr>
        <p:spPr>
          <a:xfrm>
            <a:off x="80704" y="6082440"/>
            <a:ext cx="680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Ref: </a:t>
            </a:r>
            <a:r>
              <a:rPr lang="en-US" sz="1200" b="1" i="1" dirty="0"/>
              <a:t>Euler’s Phi Function </a:t>
            </a:r>
            <a:r>
              <a:rPr lang="en-US" sz="1200" i="1" dirty="0">
                <a:hlinkClick r:id="rId7"/>
              </a:rPr>
              <a:t>https://www.whitman.edu/mathematics/higher_math_online/section03.08.html</a:t>
            </a:r>
            <a:r>
              <a:rPr lang="en-US" sz="1200" i="1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40F606-5469-4FD5-9794-AB3A0EE4D504}"/>
              </a:ext>
            </a:extLst>
          </p:cNvPr>
          <p:cNvSpPr txBox="1"/>
          <p:nvPr/>
        </p:nvSpPr>
        <p:spPr>
          <a:xfrm>
            <a:off x="7780278" y="4517345"/>
            <a:ext cx="836002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 </a:t>
            </a:r>
          </a:p>
          <a:p>
            <a:r>
              <a:rPr lang="en-US" dirty="0"/>
              <a:t>3 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D23418-49BC-46B6-814A-038552CA7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1214" y="4834759"/>
            <a:ext cx="1177158" cy="288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354EB2-15BE-46A3-A644-488BAEAD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1214" y="5924163"/>
            <a:ext cx="1177158" cy="288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526224-C830-CF47-A62F-44C1FA15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3352" y="2151761"/>
            <a:ext cx="6425556" cy="3263767"/>
            <a:chOff x="221779" y="2054467"/>
            <a:chExt cx="5996203" cy="326376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E04B8D-AC4F-3C44-B18D-B0A0B9081A82}"/>
                </a:ext>
              </a:extLst>
            </p:cNvPr>
            <p:cNvSpPr/>
            <p:nvPr/>
          </p:nvSpPr>
          <p:spPr>
            <a:xfrm>
              <a:off x="221779" y="2054467"/>
              <a:ext cx="5764174" cy="3263767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9691207-92AE-C14F-BD70-572540828DCB}"/>
                    </a:ext>
                  </a:extLst>
                </p:cNvPr>
                <p:cNvSpPr txBox="1"/>
                <p:nvPr/>
              </p:nvSpPr>
              <p:spPr>
                <a:xfrm>
                  <a:off x="245065" y="2054468"/>
                  <a:ext cx="5972917" cy="3142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Key Generation</a:t>
                  </a:r>
                  <a:br>
                    <a:rPr lang="en-US" b="1" dirty="0"/>
                  </a:br>
                  <a:r>
                    <a:rPr lang="en-US" b="1" dirty="0"/>
                    <a:t>Output</a:t>
                  </a:r>
                  <a:r>
                    <a:rPr lang="en-US" dirty="0"/>
                    <a:t>: public key: </a:t>
                  </a:r>
                  <a:r>
                    <a:rPr lang="en-US" i="1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pub</a:t>
                  </a:r>
                  <a:r>
                    <a:rPr lang="en-US" i="1" dirty="0"/>
                    <a:t> </a:t>
                  </a:r>
                  <a:r>
                    <a:rPr lang="en-US" dirty="0"/>
                    <a:t>= (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dirty="0"/>
                    <a:t>,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dirty="0"/>
                    <a:t>) and private key: </a:t>
                  </a:r>
                  <a:r>
                    <a:rPr lang="en-US" i="1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pr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br>
                    <a:rPr lang="en-US" dirty="0"/>
                  </a:br>
                  <a:r>
                    <a:rPr lang="en-US" dirty="0"/>
                    <a:t>1. Choose two large primes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</a:t>
                  </a:r>
                  <a:r>
                    <a:rPr lang="en-US" dirty="0"/>
                    <a:t>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2. Compute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 err="1"/>
                    <a:t>·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3. Compute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= 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/>
                    <a:t>−1)(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−1).</a:t>
                  </a:r>
                  <a:br>
                    <a:rPr lang="en-US" dirty="0"/>
                  </a:br>
                  <a:r>
                    <a:rPr lang="en-US" dirty="0"/>
                    <a:t>4. Select the public exponent 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i="1" dirty="0"/>
                    <a:t> </a:t>
                  </a:r>
                  <a:r>
                    <a:rPr lang="en-US" dirty="0"/>
                    <a:t>∈ {1,2,...,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−1} such that </a:t>
                  </a:r>
                  <a:r>
                    <a:rPr lang="en-US" dirty="0" err="1"/>
                    <a:t>gcd</a:t>
                  </a:r>
                  <a:r>
                    <a:rPr lang="en-US" dirty="0"/>
                    <a:t>(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dirty="0"/>
                    <a:t>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) = 1. </a:t>
                  </a:r>
                </a:p>
                <a:p>
                  <a:r>
                    <a:rPr lang="en-US" dirty="0"/>
                    <a:t>5. Compute the private key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i="1" dirty="0"/>
                    <a:t> </a:t>
                  </a:r>
                  <a:r>
                    <a:rPr lang="en-US" dirty="0"/>
                    <a:t>such that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dirty="0"/>
                    <a:t>·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i="1" dirty="0"/>
                    <a:t> </a:t>
                  </a:r>
                  <a:r>
                    <a:rPr lang="en-US" dirty="0"/>
                    <a:t>≡ 1 mod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</a:t>
                  </a:r>
                </a:p>
                <a:p>
                  <a:endParaRPr lang="en-US" dirty="0"/>
                </a:p>
                <a:p>
                  <a:r>
                    <a:rPr lang="en-US" b="1" dirty="0"/>
                    <a:t>Remark: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512</m:t>
                          </m:r>
                        </m:sup>
                      </m:sSup>
                    </m:oMath>
                  </a14:m>
                  <a:r>
                    <a:rPr lang="en-US" dirty="0"/>
                    <a:t> and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1024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9691207-92AE-C14F-BD70-572540828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65" y="2054468"/>
                  <a:ext cx="5972917" cy="3142399"/>
                </a:xfrm>
                <a:prstGeom prst="rect">
                  <a:avLst/>
                </a:prstGeom>
                <a:blipFill>
                  <a:blip r:embed="rId8"/>
                  <a:stretch>
                    <a:fillRect l="-792" t="-806" b="-24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27F87006-2BA0-614A-9C0D-11A5DDAF2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1002" y="4101336"/>
            <a:ext cx="1898405" cy="33778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7">
            <a:extLst>
              <a:ext uri="{FF2B5EF4-FFF2-40B4-BE49-F238E27FC236}">
                <a16:creationId xmlns:a16="http://schemas.microsoft.com/office/drawing/2014/main" id="{8F49D62C-D7DE-294E-8284-A3541C4A1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715" y="3841954"/>
            <a:ext cx="1556860" cy="25938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712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89"/>
    </mc:Choice>
    <mc:Fallback xmlns="">
      <p:transition spd="slow" advTm="98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build="p"/>
      <p:bldP spid="14" grpId="0" uiExpand="1" build="p"/>
      <p:bldP spid="15" grpId="0" animBg="1"/>
      <p:bldP spid="16" grpId="0" uiExpand="1" build="p"/>
      <p:bldP spid="17" grpId="0"/>
      <p:bldP spid="18" grpId="0" uiExpand="1" build="p"/>
      <p:bldP spid="3" grpId="0" animBg="1"/>
      <p:bldP spid="19" grpId="0" animBg="1"/>
    </p:bldLst>
  </p:timing>
  <p:extLst>
    <p:ext uri="{3A86A75C-4F4B-4683-9AE1-C65F6400EC91}">
      <p14:laserTraceLst xmlns:p14="http://schemas.microsoft.com/office/powerpoint/2010/main">
        <p14:tracePtLst>
          <p14:tracePt t="8355" x="4789488" y="4348163"/>
          <p14:tracePt t="8366" x="5062538" y="4217988"/>
          <p14:tracePt t="8376" x="5300663" y="4110038"/>
          <p14:tracePt t="8389" x="5456238" y="4021138"/>
          <p14:tracePt t="8400" x="5681663" y="3911600"/>
          <p14:tracePt t="8410" x="5837238" y="3851275"/>
          <p14:tracePt t="8424" x="6089650" y="3795713"/>
          <p14:tracePt t="8434" x="6300788" y="3768725"/>
          <p14:tracePt t="8445" x="6429375" y="3768725"/>
          <p14:tracePt t="8452" x="6565900" y="3768725"/>
          <p14:tracePt t="8473" x="6708775" y="3795713"/>
          <p14:tracePt t="8487" x="6748463" y="3824288"/>
          <p14:tracePt t="8505" x="6777038" y="3836988"/>
          <p14:tracePt t="8506" x="6796088" y="3863975"/>
          <p14:tracePt t="8524" x="6810375" y="3890963"/>
          <p14:tracePt t="8545" x="6824663" y="3911600"/>
          <p14:tracePt t="8553" x="6837363" y="3925888"/>
          <p14:tracePt t="8554" x="6851650" y="3938588"/>
          <p14:tracePt t="8580" x="6919913" y="3952875"/>
          <p14:tracePt t="8586" x="7007225" y="3952875"/>
          <p14:tracePt t="8612" x="7191375" y="3938588"/>
          <p14:tracePt t="8622" x="7300913" y="3925888"/>
          <p14:tracePt t="8642" x="7443788" y="3863975"/>
          <p14:tracePt t="8655" x="7483475" y="3836988"/>
          <p14:tracePt t="8680" x="7551738" y="3783013"/>
          <p14:tracePt t="8693" x="7566025" y="3756025"/>
          <p14:tracePt t="8716" x="7586663" y="3741738"/>
          <p14:tracePt t="8718" x="7586663" y="3729038"/>
          <p14:tracePt t="8911" x="7640638" y="3708400"/>
          <p14:tracePt t="8921" x="7681913" y="3708400"/>
          <p14:tracePt t="8936" x="7708900" y="3708400"/>
          <p14:tracePt t="8945" x="7721600" y="3708400"/>
          <p14:tracePt t="8955" x="7735888" y="3708400"/>
          <p14:tracePt t="8975" x="7748588" y="3708400"/>
          <p14:tracePt t="8980" x="7762875" y="3708400"/>
          <p14:tracePt t="9005" x="7783513" y="3708400"/>
          <p14:tracePt t="9016" x="7762875" y="3729038"/>
          <p14:tracePt t="9024" x="7721600" y="3729038"/>
          <p14:tracePt t="9395" x="7735888" y="3729038"/>
          <p14:tracePt t="9404" x="7762875" y="3708400"/>
          <p14:tracePt t="9408" x="7796213" y="3694113"/>
          <p14:tracePt t="9422" x="7824788" y="3694113"/>
          <p14:tracePt t="9423" x="7837488" y="3681413"/>
          <p14:tracePt t="9434" x="7864475" y="3667125"/>
          <p14:tracePt t="9443" x="7878763" y="3667125"/>
          <p14:tracePt t="9451" x="7905750" y="3640138"/>
          <p14:tracePt t="9471" x="7932738" y="3625850"/>
          <p14:tracePt t="9473" x="7959725" y="3598863"/>
          <p14:tracePt t="9484" x="7994650" y="3586163"/>
          <p14:tracePt t="9507" x="8034338" y="3482975"/>
          <p14:tracePt t="9517" x="8048625" y="3429000"/>
          <p14:tracePt t="9536" x="8075613" y="3327400"/>
          <p14:tracePt t="9551" x="8102600" y="3259138"/>
          <p14:tracePt t="9552" x="8116888" y="3149600"/>
          <p14:tracePt t="9574" x="8129588" y="2979738"/>
          <p14:tracePt t="9591" x="8129588" y="2878138"/>
          <p14:tracePt t="9601" x="8129588" y="2836863"/>
          <p14:tracePt t="9609" x="8116888" y="2782888"/>
          <p14:tracePt t="9619" x="8102600" y="2747963"/>
          <p14:tracePt t="9641" x="8089900" y="2720975"/>
          <p14:tracePt t="9653" x="8062913" y="2708275"/>
          <p14:tracePt t="9670" x="8048625" y="2708275"/>
          <p14:tracePt t="9688" x="8034338" y="2708275"/>
          <p14:tracePt t="9689" x="8021638" y="2708275"/>
          <p14:tracePt t="9700" x="8007350" y="2708275"/>
          <p14:tracePt t="9709" x="7994650" y="2708275"/>
          <p14:tracePt t="9722" x="7980363" y="2708275"/>
          <p14:tracePt t="9739" x="7959725" y="2720975"/>
          <p14:tracePt t="9749" x="7947025" y="2720975"/>
          <p14:tracePt t="9757" x="7947025" y="2735263"/>
          <p14:tracePt t="9775" x="7947025" y="2747963"/>
          <p14:tracePt t="9789" x="7947025" y="2768600"/>
          <p14:tracePt t="9810" x="7959725" y="2782888"/>
          <p14:tracePt t="9824" x="8007350" y="2795588"/>
          <p14:tracePt t="9838" x="8062913" y="2809875"/>
          <p14:tracePt t="9852" x="8102600" y="2824163"/>
          <p14:tracePt t="9860" x="8191500" y="2824163"/>
          <p14:tracePt t="9890" x="8328025" y="2809875"/>
          <p14:tracePt t="9892" x="8375650" y="2795588"/>
          <p14:tracePt t="9908" x="8415338" y="2768600"/>
          <p14:tracePt t="9936" x="8443913" y="2735263"/>
          <p14:tracePt t="9939" x="8470900" y="2667000"/>
          <p14:tracePt t="9949" x="8470900" y="2640013"/>
          <p14:tracePt t="9957" x="8470900" y="2598738"/>
          <p14:tracePt t="9970" x="8456613" y="2565400"/>
          <p14:tracePt t="9982" x="8429625" y="2538413"/>
          <p14:tracePt t="10008" x="8361363" y="2482850"/>
          <p14:tracePt t="10025" x="8301038" y="2470150"/>
          <p14:tracePt t="10036" x="8259763" y="2455863"/>
          <p14:tracePt t="10055" x="8232775" y="2455863"/>
          <p14:tracePt t="10064" x="8191500" y="2470150"/>
          <p14:tracePt t="10088" x="8062913" y="2497138"/>
          <p14:tracePt t="10109" x="8034338" y="2509838"/>
          <p14:tracePt t="10111" x="7994650" y="2538413"/>
          <p14:tracePt t="10119" x="7980363" y="2551113"/>
          <p14:tracePt t="10141" x="7980363" y="2565400"/>
          <p14:tracePt t="10150" x="7994650" y="2565400"/>
          <p14:tracePt t="10160" x="8021638" y="2586038"/>
          <p14:tracePt t="10176" x="8048625" y="2586038"/>
          <p14:tracePt t="10192" x="8075613" y="2586038"/>
          <p14:tracePt t="10193" x="8116888" y="2586038"/>
          <p14:tracePt t="10204" x="8164513" y="2586038"/>
          <p14:tracePt t="10217" x="8177213" y="2586038"/>
          <p14:tracePt t="10250" x="8129588" y="2586038"/>
          <p14:tracePt t="10598" x="8143875" y="2586038"/>
          <p14:tracePt t="10720" x="8164513" y="2586038"/>
          <p14:tracePt t="10743" x="8177213" y="2586038"/>
          <p14:tracePt t="10780" x="8191500" y="2586038"/>
          <p14:tracePt t="10878" x="8205788" y="2586038"/>
          <p14:tracePt t="10889" x="8205788" y="2598738"/>
          <p14:tracePt t="10914" x="8205788" y="2613025"/>
          <p14:tracePt t="10924" x="8218488" y="2613025"/>
          <p14:tracePt t="10936" x="8232775" y="2625725"/>
          <p14:tracePt t="10954" x="8245475" y="2640013"/>
          <p14:tracePt t="10964" x="8259763" y="2640013"/>
          <p14:tracePt t="10972" x="8272463" y="2652713"/>
          <p14:tracePt t="10982" x="8313738" y="2652713"/>
          <p14:tracePt t="11003" x="8388350" y="2652713"/>
          <p14:tracePt t="11014" x="8429625" y="2652713"/>
          <p14:tracePt t="11025" x="8470900" y="2652713"/>
          <p14:tracePt t="11045" x="8510588" y="2652713"/>
          <p14:tracePt t="11050" x="8558213" y="2667000"/>
          <p14:tracePt t="11059" x="8586788" y="2667000"/>
          <p14:tracePt t="11085" x="8626475" y="2667000"/>
          <p14:tracePt t="11104" x="8640763" y="2667000"/>
          <p14:tracePt t="11127" x="8626475" y="2667000"/>
          <p14:tracePt t="11165" x="8626475" y="2681288"/>
          <p14:tracePt t="11184" x="8640763" y="2681288"/>
          <p14:tracePt t="11205" x="8667750" y="2693988"/>
          <p14:tracePt t="11217" x="8694738" y="2693988"/>
          <p14:tracePt t="11238" x="8736013" y="2693988"/>
          <p14:tracePt t="11240" x="8796338" y="2708275"/>
          <p14:tracePt t="11250" x="8824913" y="2708275"/>
          <p14:tracePt t="11270" x="8851900" y="2708275"/>
          <p14:tracePt t="11278" x="8864600" y="2708275"/>
          <p14:tracePt t="11586" x="8878888" y="2720975"/>
          <p14:tracePt t="11611" x="8891588" y="2735263"/>
          <p14:tracePt t="11621" x="8878888" y="2747963"/>
          <p14:tracePt t="11646" x="8851900" y="2768600"/>
          <p14:tracePt t="11657" x="8837613" y="2768600"/>
          <p14:tracePt t="11667" x="8796338" y="2782888"/>
          <p14:tracePt t="11688" x="8756650" y="2782888"/>
          <p14:tracePt t="11690" x="8709025" y="2782888"/>
          <p14:tracePt t="11701" x="8682038" y="2782888"/>
          <p14:tracePt t="11712" x="8653463" y="2782888"/>
          <p14:tracePt t="11729" x="8613775" y="2782888"/>
          <p14:tracePt t="11738" x="8599488" y="2782888"/>
          <p14:tracePt t="11747" x="8586788" y="2795588"/>
          <p14:tracePt t="11765" x="8572500" y="2795588"/>
          <p14:tracePt t="11770" x="8558213" y="2795588"/>
          <p14:tracePt t="11791" x="8539163" y="2809875"/>
          <p14:tracePt t="11880" x="8558213" y="2809875"/>
          <p14:tracePt t="11892" x="8572500" y="2824163"/>
          <p14:tracePt t="11915" x="8586788" y="2824163"/>
          <p14:tracePt t="11926" x="8613775" y="2824163"/>
          <p14:tracePt t="11943" x="8626475" y="2824163"/>
          <p14:tracePt t="11951" x="8653463" y="2824163"/>
          <p14:tracePt t="11962" x="8682038" y="2824163"/>
          <p14:tracePt t="11981" x="8694738" y="2824163"/>
          <p14:tracePt t="12115" x="8709025" y="2824163"/>
          <p14:tracePt t="12126" x="8721725" y="2824163"/>
          <p14:tracePt t="12141" x="8756650" y="2824163"/>
          <p14:tracePt t="12150" x="8769350" y="2824163"/>
          <p14:tracePt t="12162" x="8810625" y="2824163"/>
          <p14:tracePt t="12184" x="8851900" y="2824163"/>
          <p14:tracePt t="12185" x="8891588" y="2824163"/>
          <p14:tracePt t="12196" x="8953500" y="2824163"/>
          <p14:tracePt t="12206" x="8994775" y="2836863"/>
          <p14:tracePt t="12226" x="9063038" y="2836863"/>
          <p14:tracePt t="12233" x="9102725" y="2836863"/>
          <p14:tracePt t="12242" x="9150350" y="2851150"/>
          <p14:tracePt t="12268" x="9232900" y="2851150"/>
          <p14:tracePt t="12278" x="9245600" y="2851150"/>
          <p14:tracePt t="12286" x="9272588" y="2851150"/>
          <p14:tracePt t="12303" x="9286875" y="2851150"/>
          <p14:tracePt t="12332" x="9301163" y="2851150"/>
          <p14:tracePt t="12364" x="9313863" y="2851150"/>
          <p14:tracePt t="12375" x="9328150" y="2851150"/>
          <p14:tracePt t="12388" x="9348788" y="2851150"/>
          <p14:tracePt t="12412" x="9375775" y="2851150"/>
          <p14:tracePt t="12421" x="9402763" y="2851150"/>
          <p14:tracePt t="12442" x="9429750" y="2851150"/>
          <p14:tracePt t="12444" x="9456738" y="2851150"/>
          <p14:tracePt t="12454" x="9483725" y="2851150"/>
          <p14:tracePt t="12466" x="9510713" y="2851150"/>
          <p14:tracePt t="12483" x="9525000" y="2851150"/>
          <p14:tracePt t="12489" x="9558338" y="2851150"/>
          <p14:tracePt t="12505" x="9572625" y="2851150"/>
          <p14:tracePt t="12532" x="9586913" y="2851150"/>
          <p14:tracePt t="12548" x="9613900" y="2851150"/>
          <p14:tracePt t="12585" x="9626600" y="2851150"/>
          <p14:tracePt t="12594" x="9640888" y="2851150"/>
          <p14:tracePt t="12603" x="9653588" y="2851150"/>
          <p14:tracePt t="12617" x="9682163" y="2851150"/>
          <p14:tracePt t="12629" x="9709150" y="2851150"/>
          <p14:tracePt t="12638" x="9742488" y="2851150"/>
          <p14:tracePt t="12647" x="9769475" y="2851150"/>
          <p14:tracePt t="12665" x="9783763" y="2851150"/>
          <p14:tracePt t="12677" x="9796463" y="2851150"/>
          <p14:tracePt t="12685" x="9810750" y="2851150"/>
          <p14:tracePt t="13714" x="9640888" y="2851150"/>
          <p14:tracePt t="13724" x="9483725" y="2851150"/>
          <p14:tracePt t="13735" x="9348788" y="2851150"/>
          <p14:tracePt t="13749" x="9090025" y="2863850"/>
          <p14:tracePt t="13759" x="8810625" y="2905125"/>
          <p14:tracePt t="13770" x="8599488" y="2919413"/>
          <p14:tracePt t="13781" x="8328025" y="2967038"/>
          <p14:tracePt t="13796" x="8191500" y="2967038"/>
          <p14:tracePt t="13805" x="8048625" y="2967038"/>
          <p14:tracePt t="13816" x="7947025" y="2979738"/>
          <p14:tracePt t="13843" x="7762875" y="2979738"/>
          <p14:tracePt t="13853" x="7694613" y="2994025"/>
          <p14:tracePt t="13861" x="7599363" y="3006725"/>
          <p14:tracePt t="13879" x="7539038" y="3006725"/>
          <p14:tracePt t="13885" x="7470775" y="3021013"/>
          <p14:tracePt t="13894" x="7415213" y="3033713"/>
          <p14:tracePt t="13914" x="7388225" y="3048000"/>
          <p14:tracePt t="13931" x="7354888" y="3062288"/>
          <p14:tracePt t="13957" x="7327900" y="3089275"/>
          <p14:tracePt t="13973" x="7313613" y="3101975"/>
          <p14:tracePt t="13997" x="7300913" y="3101975"/>
          <p14:tracePt t="14073" x="7286625" y="3101975"/>
          <p14:tracePt t="14151" x="7272338" y="3101975"/>
          <p14:tracePt t="14163" x="7245350" y="3116263"/>
          <p14:tracePt t="14174" x="7232650" y="3116263"/>
          <p14:tracePt t="14188" x="7191375" y="3128963"/>
          <p14:tracePt t="14198" x="7158038" y="3149600"/>
          <p14:tracePt t="14209" x="7116763" y="3163888"/>
          <p14:tracePt t="14229" x="7102475" y="3163888"/>
          <p14:tracePt t="14234" x="7089775" y="3163888"/>
          <p14:tracePt t="14243" x="7075488" y="3163888"/>
          <p14:tracePt t="14259" x="7062788" y="3163888"/>
          <p14:tracePt t="14423" x="7075488" y="3163888"/>
          <p14:tracePt t="14434" x="7089775" y="3163888"/>
          <p14:tracePt t="14444" x="7102475" y="3163888"/>
          <p14:tracePt t="14457" x="7116763" y="3163888"/>
          <p14:tracePt t="14468" x="7143750" y="3163888"/>
          <p14:tracePt t="14483" x="7205663" y="3163888"/>
          <p14:tracePt t="14493" x="7272338" y="3149600"/>
          <p14:tracePt t="14502" x="7327900" y="3149600"/>
          <p14:tracePt t="14513" x="7415213" y="3149600"/>
          <p14:tracePt t="14536" x="7599363" y="3149600"/>
          <p14:tracePt t="14548" x="7681913" y="3149600"/>
          <p14:tracePt t="14558" x="7796213" y="3149600"/>
          <p14:tracePt t="14569" x="7891463" y="3128963"/>
          <p14:tracePt t="14587" x="7959725" y="3128963"/>
          <p14:tracePt t="14597" x="8062913" y="3128963"/>
          <p14:tracePt t="14634" x="8245475" y="3128963"/>
          <p14:tracePt t="14644" x="8415338" y="3128963"/>
          <p14:tracePt t="14651" x="8497888" y="3128963"/>
          <p14:tracePt t="14671" x="8586788" y="3149600"/>
          <p14:tracePt t="14673" x="8640763" y="3149600"/>
          <p14:tracePt t="14682" x="8709025" y="3149600"/>
          <p14:tracePt t="14699" x="8769350" y="3149600"/>
          <p14:tracePt t="14712" x="8796338" y="3149600"/>
          <p14:tracePt t="14717" x="8837613" y="3149600"/>
          <p14:tracePt t="14726" x="8864600" y="3149600"/>
          <p14:tracePt t="14755" x="8920163" y="3149600"/>
          <p14:tracePt t="14762" x="8953500" y="3149600"/>
          <p14:tracePt t="14771" x="8967788" y="3149600"/>
          <p14:tracePt t="14803" x="9007475" y="3149600"/>
          <p14:tracePt t="14811" x="9034463" y="3149600"/>
          <p14:tracePt t="14821" x="9048750" y="3149600"/>
          <p14:tracePt t="14839" x="9063038" y="3149600"/>
          <p14:tracePt t="14895" x="9034463" y="3149600"/>
          <p14:tracePt t="14913" x="8994775" y="3149600"/>
          <p14:tracePt t="14922" x="8932863" y="3149600"/>
          <p14:tracePt t="14930" x="8851900" y="3163888"/>
          <p14:tracePt t="14952" x="8736013" y="3163888"/>
          <p14:tracePt t="14954" x="8653463" y="3163888"/>
          <p14:tracePt t="14964" x="8497888" y="3176588"/>
          <p14:tracePt t="14974" x="8361363" y="3176588"/>
          <p14:tracePt t="15001" x="8102600" y="3190875"/>
          <p14:tracePt t="15011" x="7980363" y="3190875"/>
          <p14:tracePt t="15019" x="7864475" y="3190875"/>
          <p14:tracePt t="15032" x="7796213" y="3190875"/>
          <p14:tracePt t="15052" x="7721600" y="3190875"/>
          <p14:tracePt t="15054" x="7667625" y="3190875"/>
          <p14:tracePt t="15064" x="7626350" y="3190875"/>
          <p14:tracePt t="15088" x="7586663" y="3190875"/>
          <p14:tracePt t="15099" x="7566025" y="3190875"/>
          <p14:tracePt t="15115" x="7551738" y="3190875"/>
          <p14:tracePt t="15128" x="7539038" y="3190875"/>
          <p14:tracePt t="15143" x="7524750" y="3190875"/>
          <p14:tracePt t="15188" x="7510463" y="3190875"/>
          <p14:tracePt t="15201" x="7497763" y="3190875"/>
          <p14:tracePt t="15219" x="7483475" y="3190875"/>
          <p14:tracePt t="15227" x="7456488" y="3190875"/>
          <p14:tracePt t="15235" x="7443788" y="3190875"/>
          <p14:tracePt t="15252" x="7429500" y="3190875"/>
          <p14:tracePt t="15257" x="7415213" y="3190875"/>
          <p14:tracePt t="15303" x="7402513" y="3190875"/>
          <p14:tracePt t="15324" x="7388225" y="3190875"/>
          <p14:tracePt t="15335" x="7367588" y="3190875"/>
          <p14:tracePt t="15351" x="7354888" y="3190875"/>
          <p14:tracePt t="15362" x="7340600" y="3190875"/>
          <p14:tracePt t="15371" x="7327900" y="3190875"/>
          <p14:tracePt t="15389" x="7300913" y="3190875"/>
          <p14:tracePt t="15390" x="7286625" y="3190875"/>
          <p14:tracePt t="15402" x="7259638" y="3176588"/>
          <p14:tracePt t="15420" x="7245350" y="3176588"/>
          <p14:tracePt t="15428" x="7232650" y="3176588"/>
          <p14:tracePt t="15436" x="7205663" y="3176588"/>
          <p14:tracePt t="15450" x="7191375" y="3176588"/>
          <p14:tracePt t="15461" x="7170738" y="3176588"/>
          <p14:tracePt t="15480" x="7158038" y="3176588"/>
          <p14:tracePt t="15715" x="7170738" y="3176588"/>
          <p14:tracePt t="15941" x="7191375" y="3176588"/>
          <p14:tracePt t="15976" x="7205663" y="3176588"/>
          <p14:tracePt t="15997" x="7218363" y="3176588"/>
          <p14:tracePt t="16030" x="7232650" y="3176588"/>
          <p14:tracePt t="16044" x="7245350" y="3176588"/>
          <p14:tracePt t="16057" x="7259638" y="3176588"/>
          <p14:tracePt t="16066" x="7272338" y="3176588"/>
          <p14:tracePt t="16078" x="7300913" y="3176588"/>
          <p14:tracePt t="16090" x="7327900" y="3176588"/>
          <p14:tracePt t="16101" x="7354888" y="3176588"/>
          <p14:tracePt t="16111" x="7415213" y="3176588"/>
          <p14:tracePt t="16131" x="7470775" y="3176588"/>
          <p14:tracePt t="16141" x="7524750" y="3176588"/>
          <p14:tracePt t="16148" x="7586663" y="3176588"/>
          <p14:tracePt t="16167" x="7653338" y="3176588"/>
          <p14:tracePt t="16169" x="7721600" y="3176588"/>
          <p14:tracePt t="16179" x="7762875" y="3176588"/>
          <p14:tracePt t="16195" x="7824788" y="3176588"/>
          <p14:tracePt t="16213" x="7864475" y="3176588"/>
          <p14:tracePt t="16215" x="7878763" y="3176588"/>
          <p14:tracePt t="16223" x="7905750" y="3176588"/>
          <p14:tracePt t="16234" x="7920038" y="3176588"/>
          <p14:tracePt t="16248" x="7932738" y="3176588"/>
          <p14:tracePt t="16263" x="7947025" y="3176588"/>
          <p14:tracePt t="16274" x="7959725" y="3176588"/>
          <p14:tracePt t="16283" x="7980363" y="3176588"/>
          <p14:tracePt t="16294" x="7994650" y="3176588"/>
          <p14:tracePt t="16312" x="8034338" y="3176588"/>
          <p14:tracePt t="16326" x="8062913" y="3176588"/>
          <p14:tracePt t="16340" x="8075613" y="3176588"/>
          <p14:tracePt t="16350" x="8089900" y="3176588"/>
          <p14:tracePt t="16363" x="8102600" y="3176588"/>
          <p14:tracePt t="16374" x="8116888" y="3176588"/>
          <p14:tracePt t="16412" x="8129588" y="3176588"/>
          <p14:tracePt t="16428" x="8143875" y="3176588"/>
          <p14:tracePt t="16439" x="8164513" y="3176588"/>
          <p14:tracePt t="16463" x="8205788" y="3176588"/>
          <p14:tracePt t="16474" x="8232775" y="3176588"/>
          <p14:tracePt t="16482" x="8259763" y="3176588"/>
          <p14:tracePt t="16493" x="8286750" y="3190875"/>
          <p14:tracePt t="16512" x="8301038" y="3190875"/>
          <p14:tracePt t="16524" x="8340725" y="3190875"/>
          <p14:tracePt t="16536" x="8375650" y="3190875"/>
          <p14:tracePt t="16544" x="8402638" y="3190875"/>
          <p14:tracePt t="16563" x="8456613" y="3190875"/>
          <p14:tracePt t="16575" x="8470900" y="3190875"/>
          <p14:tracePt t="16584" x="8483600" y="3190875"/>
          <p14:tracePt t="16595" x="8497888" y="3190875"/>
          <p14:tracePt t="16613" x="8510588" y="3190875"/>
          <p14:tracePt t="17326" x="8539163" y="3190875"/>
          <p14:tracePt t="17335" x="8572500" y="3190875"/>
          <p14:tracePt t="17347" x="8599488" y="3176588"/>
          <p14:tracePt t="17362" x="8626475" y="3176588"/>
          <p14:tracePt t="17370" x="8682038" y="3176588"/>
          <p14:tracePt t="17382" x="8709025" y="3163888"/>
          <p14:tracePt t="17402" x="8756650" y="3163888"/>
          <p14:tracePt t="17408" x="8769350" y="3163888"/>
          <p14:tracePt t="17417" x="8810625" y="3163888"/>
          <p14:tracePt t="17427" x="8837613" y="3163888"/>
          <p14:tracePt t="17454" x="8891588" y="3163888"/>
          <p14:tracePt t="17464" x="8932863" y="3163888"/>
          <p14:tracePt t="17473" x="8967788" y="3163888"/>
          <p14:tracePt t="17490" x="8994775" y="3163888"/>
          <p14:tracePt t="17499" x="9034463" y="3163888"/>
          <p14:tracePt t="17507" x="9090025" y="3163888"/>
          <p14:tracePt t="17522" x="9150350" y="3163888"/>
          <p14:tracePt t="17533" x="9177338" y="3163888"/>
          <p14:tracePt t="17553" x="9245600" y="3149600"/>
          <p14:tracePt t="17565" x="9259888" y="3149600"/>
          <p14:tracePt t="17989" x="9259888" y="3128963"/>
          <p14:tracePt t="18014" x="9272588" y="3128963"/>
          <p14:tracePt t="18023" x="9301163" y="3128963"/>
          <p14:tracePt t="18049" x="9328150" y="3128963"/>
          <p14:tracePt t="18068" x="9348788" y="3128963"/>
          <p14:tracePt t="18081" x="9361488" y="3128963"/>
          <p14:tracePt t="18135" x="9375775" y="3128963"/>
          <p14:tracePt t="18160" x="9388475" y="3128963"/>
          <p14:tracePt t="18170" x="9402763" y="3128963"/>
          <p14:tracePt t="18183" x="9415463" y="3128963"/>
          <p14:tracePt t="18195" x="9444038" y="3128963"/>
          <p14:tracePt t="18205" x="9471025" y="3128963"/>
          <p14:tracePt t="18219" x="9498013" y="3128963"/>
          <p14:tracePt t="18229" x="9545638" y="3128963"/>
          <p14:tracePt t="18237" x="9586913" y="3128963"/>
          <p14:tracePt t="18266" x="9613900" y="3128963"/>
          <p14:tracePt t="18267" x="9653588" y="3128963"/>
          <p14:tracePt t="18277" x="9682163" y="3128963"/>
          <p14:tracePt t="18285" x="9709150" y="3128963"/>
          <p14:tracePt t="18296" x="9721850" y="3128963"/>
          <p14:tracePt t="18316" x="9756775" y="3128963"/>
          <p14:tracePt t="18563" x="9783763" y="3128963"/>
          <p14:tracePt t="18584" x="9796463" y="3128963"/>
          <p14:tracePt t="18595" x="9825038" y="3128963"/>
          <p14:tracePt t="18607" x="9837738" y="3128963"/>
          <p14:tracePt t="18620" x="9852025" y="3128963"/>
          <p14:tracePt t="18641" x="9864725" y="3128963"/>
          <p14:tracePt t="18643" x="9879013" y="3128963"/>
          <p14:tracePt t="18653" x="9906000" y="3128963"/>
          <p14:tracePt t="18665" x="9939338" y="3128963"/>
          <p14:tracePt t="18676" x="9953625" y="3128963"/>
          <p14:tracePt t="18701" x="9953625" y="3116263"/>
          <p14:tracePt t="19158" x="9953625" y="3101975"/>
          <p14:tracePt t="19169" x="9953625" y="3089275"/>
          <p14:tracePt t="19180" x="9953625" y="3074988"/>
          <p14:tracePt t="19193" x="9939338" y="3048000"/>
          <p14:tracePt t="19205" x="9906000" y="3021013"/>
          <p14:tracePt t="19215" x="9864725" y="2994025"/>
          <p14:tracePt t="19232" x="9810750" y="2979738"/>
          <p14:tracePt t="19241" x="9756775" y="2967038"/>
          <p14:tracePt t="19257" x="9709150" y="2967038"/>
          <p14:tracePt t="19269" x="9653588" y="2967038"/>
          <p14:tracePt t="19276" x="9613900" y="2967038"/>
          <p14:tracePt t="19294" x="9586913" y="2967038"/>
          <p14:tracePt t="19296" x="9558338" y="2967038"/>
          <p14:tracePt t="19306" x="9545638" y="2967038"/>
          <p14:tracePt t="19324" x="9525000" y="2979738"/>
          <p14:tracePt t="19332" x="9510713" y="3006725"/>
          <p14:tracePt t="19351" x="9510713" y="3074988"/>
          <p14:tracePt t="19364" x="9510713" y="3101975"/>
          <p14:tracePt t="19375" x="9545638" y="3149600"/>
          <p14:tracePt t="19389" x="9599613" y="3163888"/>
          <p14:tracePt t="19405" x="9694863" y="3205163"/>
          <p14:tracePt t="19409" x="9825038" y="3232150"/>
          <p14:tracePt t="19425" x="9939338" y="3244850"/>
          <p14:tracePt t="19459" x="10075863" y="3244850"/>
          <p14:tracePt t="19460" x="10334625" y="3232150"/>
          <p14:tracePt t="19470" x="10402888" y="3217863"/>
          <p14:tracePt t="19478" x="10471150" y="3190875"/>
          <p14:tracePt t="19490" x="10498138" y="3163888"/>
          <p14:tracePt t="19509" x="10510838" y="3089275"/>
          <p14:tracePt t="19534" x="10444163" y="2979738"/>
          <p14:tracePt t="19543" x="10375900" y="2932113"/>
          <p14:tracePt t="19559" x="10233025" y="2890838"/>
          <p14:tracePt t="19570" x="10090150" y="2863850"/>
          <p14:tracePt t="19590" x="9920288" y="2851150"/>
          <p14:tracePt t="19592" x="9810750" y="2851150"/>
          <p14:tracePt t="19604" x="9682163" y="2863850"/>
          <p14:tracePt t="19624" x="9558338" y="2919413"/>
          <p14:tracePt t="19639" x="9545638" y="2967038"/>
          <p14:tracePt t="19647" x="9545638" y="2994025"/>
          <p14:tracePt t="19667" x="9613900" y="3048000"/>
          <p14:tracePt t="19677" x="9694863" y="3062288"/>
          <p14:tracePt t="19695" x="9825038" y="3074988"/>
          <p14:tracePt t="19705" x="9967913" y="3089275"/>
          <p14:tracePt t="19725" x="10063163" y="3089275"/>
          <p14:tracePt t="19726" x="10206038" y="3089275"/>
          <p14:tracePt t="19737" x="10313988" y="3074988"/>
          <p14:tracePt t="19755" x="10388600" y="3062288"/>
          <p14:tracePt t="19758" x="10471150" y="3033713"/>
          <p14:tracePt t="19773" x="10510838" y="2994025"/>
          <p14:tracePt t="19800" x="10545763" y="2946400"/>
          <p14:tracePt t="19811" x="10531475" y="2932113"/>
          <p14:tracePt t="19813" x="10498138" y="2919413"/>
          <p14:tracePt t="19840" x="10388600" y="2890838"/>
          <p14:tracePt t="19859" x="10301288" y="2878138"/>
          <p14:tracePt t="19870" x="10206038" y="2878138"/>
          <p14:tracePt t="19872" x="10137775" y="2890838"/>
          <p14:tracePt t="19890" x="10048875" y="2905125"/>
          <p14:tracePt t="19891" x="9994900" y="2932113"/>
          <p14:tracePt t="19916" x="9967913" y="2979738"/>
          <p14:tracePt t="19928" x="9967913" y="2994025"/>
          <p14:tracePt t="19948" x="9980613" y="3006725"/>
          <p14:tracePt t="19949" x="10007600" y="3021013"/>
          <p14:tracePt t="19959" x="10075863" y="3033713"/>
          <p14:tracePt t="19975" x="10164763" y="3048000"/>
          <p14:tracePt t="19987" x="10245725" y="3048000"/>
          <p14:tracePt t="19995" x="10334625" y="3048000"/>
          <p14:tracePt t="20010" x="10429875" y="3048000"/>
          <p14:tracePt t="20020" x="10510838" y="3033713"/>
          <p14:tracePt t="20030" x="10572750" y="3021013"/>
          <p14:tracePt t="20048" x="10626725" y="2967038"/>
          <p14:tracePt t="20079" x="10641013" y="2932113"/>
          <p14:tracePt t="20090" x="10626725" y="2905125"/>
          <p14:tracePt t="20092" x="10614025" y="2878138"/>
          <p14:tracePt t="20093" x="10587038" y="2863850"/>
          <p14:tracePt t="20124" x="10498138" y="2836863"/>
          <p14:tracePt t="20126" x="10444163" y="2836863"/>
          <p14:tracePt t="20149" x="10388600" y="2836863"/>
          <p14:tracePt t="20155" x="10348913" y="2836863"/>
          <p14:tracePt t="20164" x="10301288" y="2836863"/>
          <p14:tracePt t="20175" x="10260013" y="2863850"/>
          <p14:tracePt t="20186" x="10233025" y="2878138"/>
          <p14:tracePt t="20209" x="10206038" y="2919413"/>
          <p14:tracePt t="20222" x="10206038" y="2932113"/>
          <p14:tracePt t="20232" x="10218738" y="2946400"/>
          <p14:tracePt t="20254" x="10245725" y="2967038"/>
          <p14:tracePt t="20273" x="10272713" y="2967038"/>
          <p14:tracePt t="20275" x="10313988" y="2979738"/>
          <p14:tracePt t="20290" x="10375900" y="2979738"/>
          <p14:tracePt t="20316" x="10483850" y="2967038"/>
          <p14:tracePt t="20324" x="10510838" y="2946400"/>
          <p14:tracePt t="20345" x="10558463" y="2905125"/>
          <p14:tracePt t="20354" x="10558463" y="2890838"/>
          <p14:tracePt t="20364" x="10545763" y="2863850"/>
          <p14:tracePt t="20394" x="10498138" y="2851150"/>
          <p14:tracePt t="20398" x="10444163" y="2824163"/>
          <p14:tracePt t="20400" x="10402888" y="2824163"/>
          <p14:tracePt t="20414" x="10334625" y="2809875"/>
          <p14:tracePt t="20430" x="10260013" y="2809875"/>
          <p14:tracePt t="20432" x="10191750" y="2809875"/>
          <p14:tracePt t="20445" x="10150475" y="2809875"/>
          <p14:tracePt t="20459" x="10090150" y="2836863"/>
          <p14:tracePt t="20470" x="10048875" y="2851150"/>
          <p14:tracePt t="20489" x="10021888" y="2890838"/>
          <p14:tracePt t="20504" x="10021888" y="2905125"/>
          <p14:tracePt t="20513" x="10021888" y="2919413"/>
          <p14:tracePt t="20543" x="10034588" y="2932113"/>
          <p14:tracePt t="20544" x="10063163" y="2946400"/>
          <p14:tracePt t="20556" x="10090150" y="2946400"/>
          <p14:tracePt t="20572" x="10137775" y="2967038"/>
          <p14:tracePt t="20597" x="10245725" y="2967038"/>
          <p14:tracePt t="20605" x="10301288" y="2967038"/>
          <p14:tracePt t="20614" x="10361613" y="2967038"/>
          <p14:tracePt t="20623" x="10415588" y="2967038"/>
          <p14:tracePt t="20644" x="10456863" y="2967038"/>
          <p14:tracePt t="20647" x="10483850" y="2946400"/>
          <p14:tracePt t="20655" x="10498138" y="2932113"/>
          <p14:tracePt t="20675" x="10498138" y="2919413"/>
          <p14:tracePt t="20691" x="10483850" y="2905125"/>
          <p14:tracePt t="20701" x="10471150" y="2878138"/>
          <p14:tracePt t="20731" x="10375900" y="2863850"/>
          <p14:tracePt t="20739" x="10287000" y="2851150"/>
          <p14:tracePt t="20761" x="10102850" y="2851150"/>
          <p14:tracePt t="20779" x="9939338" y="2905125"/>
          <p14:tracePt t="20790" x="9864725" y="2932113"/>
          <p14:tracePt t="20804" x="9852025" y="2967038"/>
          <p14:tracePt t="20826" x="9837738" y="3006725"/>
          <p14:tracePt t="20838" x="9852025" y="3006725"/>
          <p14:tracePt t="20847" x="9864725" y="3021013"/>
          <p14:tracePt t="20865" x="9906000" y="3033713"/>
          <p14:tracePt t="20872" x="9980613" y="3033713"/>
          <p14:tracePt t="20880" x="10034588" y="3048000"/>
          <p14:tracePt t="20896" x="10117138" y="3048000"/>
          <p14:tracePt t="20914" x="10206038" y="3033713"/>
          <p14:tracePt t="20915" x="10272713" y="3021013"/>
          <p14:tracePt t="20939" x="10375900" y="2994025"/>
          <p14:tracePt t="20959" x="10402888" y="2946400"/>
          <p14:tracePt t="20971" x="10402888" y="2932113"/>
          <p14:tracePt t="20982" x="10375900" y="2932113"/>
          <p14:tracePt t="21001" x="10348913" y="2919413"/>
          <p14:tracePt t="21008" x="10287000" y="2905125"/>
          <p14:tracePt t="21022" x="10218738" y="2905125"/>
          <p14:tracePt t="21044" x="10137775" y="2905125"/>
          <p14:tracePt t="21046" x="10048875" y="2919413"/>
          <p14:tracePt t="21055" x="10007600" y="2919413"/>
          <p14:tracePt t="21063" x="9953625" y="2946400"/>
          <p14:tracePt t="21080" x="9939338" y="2967038"/>
          <p14:tracePt t="21090" x="9939338" y="2979738"/>
          <p14:tracePt t="21124" x="9967913" y="3006725"/>
          <p14:tracePt t="21140" x="9980613" y="3006725"/>
          <p14:tracePt t="21142" x="10021888" y="3021013"/>
          <p14:tracePt t="21154" x="10063163" y="3021013"/>
          <p14:tracePt t="21171" x="10102850" y="3033713"/>
          <p14:tracePt t="21173" x="10137775" y="3033713"/>
          <p14:tracePt t="21191" x="10164763" y="3033713"/>
          <p14:tracePt t="21199" x="10191750" y="3033713"/>
          <p14:tracePt t="21210" x="10206038" y="3021013"/>
          <p14:tracePt t="21223" x="10218738" y="3021013"/>
          <p14:tracePt t="21243" x="10218738" y="3006725"/>
          <p14:tracePt t="21254" x="10206038" y="2994025"/>
          <p14:tracePt t="21263" x="10164763" y="2979738"/>
          <p14:tracePt t="21278" x="10117138" y="2967038"/>
          <p14:tracePt t="21302" x="10007600" y="2932113"/>
          <p14:tracePt t="21312" x="9939338" y="2932113"/>
          <p14:tracePt t="21326" x="9879013" y="2919413"/>
          <p14:tracePt t="21338" x="9837738" y="2919413"/>
          <p14:tracePt t="21351" x="9810750" y="2932113"/>
          <p14:tracePt t="21376" x="9783763" y="2932113"/>
          <p14:tracePt t="21377" x="9783763" y="2946400"/>
          <p14:tracePt t="21388" x="9769475" y="2967038"/>
          <p14:tracePt t="21429" x="9769475" y="2979738"/>
          <p14:tracePt t="21542" x="9783763" y="2979738"/>
          <p14:tracePt t="22567" x="9796463" y="2994025"/>
          <p14:tracePt t="22578" x="9796463" y="3006725"/>
          <p14:tracePt t="22589" x="9810750" y="3021013"/>
          <p14:tracePt t="22602" x="9837738" y="3033713"/>
          <p14:tracePt t="22614" x="9852025" y="3048000"/>
          <p14:tracePt t="22629" x="9879013" y="3062288"/>
          <p14:tracePt t="22655" x="9920288" y="3074988"/>
          <p14:tracePt t="22669" x="9939338" y="3074988"/>
          <p14:tracePt t="22670" x="9967913" y="3074988"/>
          <p14:tracePt t="22681" x="9980613" y="3074988"/>
          <p14:tracePt t="22697" x="9994900" y="3074988"/>
          <p14:tracePt t="22714" x="10021888" y="3074988"/>
          <p14:tracePt t="22728" x="10034588" y="3074988"/>
          <p14:tracePt t="22750" x="10048875" y="3074988"/>
          <p14:tracePt t="22764" x="10063163" y="3074988"/>
          <p14:tracePt t="22795" x="10075863" y="3074988"/>
          <p14:tracePt t="22893" x="10090150" y="3074988"/>
          <p14:tracePt t="22904" x="10102850" y="3074988"/>
          <p14:tracePt t="22928" x="10117138" y="3074988"/>
          <p14:tracePt t="22939" x="10150475" y="3074988"/>
          <p14:tracePt t="22953" x="10177463" y="3074988"/>
          <p14:tracePt t="22963" x="10191750" y="3074988"/>
          <p14:tracePt t="22973" x="10218738" y="3089275"/>
          <p14:tracePt t="22992" x="10260013" y="3089275"/>
          <p14:tracePt t="23020" x="10301288" y="3101975"/>
          <p14:tracePt t="23033" x="10287000" y="3101975"/>
          <p14:tracePt t="23422" x="10301288" y="3101975"/>
          <p14:tracePt t="23468" x="10313988" y="3101975"/>
          <p14:tracePt t="23491" x="10334625" y="3101975"/>
          <p14:tracePt t="23523" x="10348913" y="3101975"/>
          <p14:tracePt t="23974" x="10361613" y="3101975"/>
          <p14:tracePt t="24008" x="10375900" y="3101975"/>
          <p14:tracePt t="24065" x="10388600" y="3101975"/>
          <p14:tracePt t="24077" x="10402888" y="3101975"/>
          <p14:tracePt t="24097" x="10415588" y="3101975"/>
          <p14:tracePt t="24131" x="10429875" y="3101975"/>
          <p14:tracePt t="24181" x="10444163" y="3101975"/>
          <p14:tracePt t="24300" x="10456863" y="3101975"/>
          <p14:tracePt t="24346" x="10471150" y="3101975"/>
          <p14:tracePt t="24379" x="10483850" y="3101975"/>
          <p14:tracePt t="24402" x="10498138" y="3101975"/>
          <p14:tracePt t="24425" x="10510838" y="3101975"/>
          <p14:tracePt t="24435" x="10531475" y="3101975"/>
          <p14:tracePt t="24462" x="10545763" y="3101975"/>
          <p14:tracePt t="24471" x="10558463" y="3101975"/>
          <p14:tracePt t="24495" x="10572750" y="3101975"/>
          <p14:tracePt t="24503" x="10587038" y="3101975"/>
          <p14:tracePt t="24515" x="10599738" y="3101975"/>
          <p14:tracePt t="24538" x="10614025" y="3101975"/>
          <p14:tracePt t="24547" x="10626725" y="3101975"/>
          <p14:tracePt t="24566" x="10641013" y="3101975"/>
          <p14:tracePt t="24579" x="10653713" y="3101975"/>
          <p14:tracePt t="24584" x="10668000" y="3101975"/>
          <p14:tracePt t="24594" x="10682288" y="3101975"/>
          <p14:tracePt t="24624" x="10709275" y="3101975"/>
          <p14:tracePt t="24638" x="10729913" y="3101975"/>
          <p14:tracePt t="24672" x="10756900" y="3101975"/>
          <p14:tracePt t="24683" x="10769600" y="3101975"/>
          <p14:tracePt t="24694" x="10783888" y="3101975"/>
          <p14:tracePt t="24719" x="10796588" y="3101975"/>
          <p14:tracePt t="24730" x="10810875" y="3101975"/>
          <p14:tracePt t="24740" x="10825163" y="3101975"/>
          <p14:tracePt t="24756" x="10837863" y="3101975"/>
          <p14:tracePt t="24762" x="10852150" y="3101975"/>
          <p14:tracePt t="24773" x="10879138" y="3101975"/>
          <p14:tracePt t="24787" x="10926763" y="3101975"/>
          <p14:tracePt t="24799" x="10953750" y="3101975"/>
          <p14:tracePt t="24806" x="10980738" y="3101975"/>
          <p14:tracePt t="24841" x="11034713" y="3101975"/>
          <p14:tracePt t="24845" x="11049000" y="3101975"/>
          <p14:tracePt t="24863" x="11063288" y="3089275"/>
          <p14:tracePt t="24886" x="11075988" y="3089275"/>
          <p14:tracePt t="24909" x="11090275" y="3089275"/>
          <p14:tracePt t="24985" x="11102975" y="3089275"/>
          <p14:tracePt t="25043" x="11123613" y="3089275"/>
          <p14:tracePt t="25064" x="11137900" y="3089275"/>
          <p14:tracePt t="25080" x="11150600" y="3089275"/>
          <p14:tracePt t="25088" x="11164888" y="3089275"/>
          <p14:tracePt t="25118" x="11191875" y="3101975"/>
          <p14:tracePt t="25125" x="11206163" y="3101975"/>
          <p14:tracePt t="25696" x="11191875" y="3101975"/>
          <p14:tracePt t="25705" x="11164888" y="3101975"/>
          <p14:tracePt t="25717" x="11123613" y="3101975"/>
          <p14:tracePt t="25730" x="11063288" y="3116263"/>
          <p14:tracePt t="25740" x="11007725" y="3128963"/>
          <p14:tracePt t="25751" x="10926763" y="3176588"/>
          <p14:tracePt t="25773" x="10837863" y="3217863"/>
          <p14:tracePt t="25774" x="10783888" y="3244850"/>
          <p14:tracePt t="25786" x="10694988" y="3286125"/>
          <p14:tracePt t="25798" x="10599738" y="3313113"/>
          <p14:tracePt t="25808" x="10531475" y="3327400"/>
          <p14:tracePt t="25825" x="10456863" y="3348038"/>
          <p14:tracePt t="25835" x="10361613" y="3360738"/>
          <p14:tracePt t="25858" x="10260013" y="3375025"/>
          <p14:tracePt t="25860" x="10164763" y="3375025"/>
          <p14:tracePt t="25868" x="10063163" y="3375025"/>
          <p14:tracePt t="25876" x="9953625" y="3375025"/>
          <p14:tracePt t="25889" x="9825038" y="3375025"/>
          <p14:tracePt t="25903" x="9721850" y="3375025"/>
          <p14:tracePt t="25910" x="9599613" y="3375025"/>
          <p14:tracePt t="25920" x="9510713" y="3360738"/>
          <p14:tracePt t="25946" x="9444038" y="3360738"/>
          <p14:tracePt t="25951" x="9388475" y="3360738"/>
          <p14:tracePt t="25956" x="9361488" y="3360738"/>
          <p14:tracePt t="25965" x="9328150" y="3360738"/>
          <p14:tracePt t="25994" x="9286875" y="3360738"/>
          <p14:tracePt t="26000" x="9259888" y="3360738"/>
          <p14:tracePt t="26010" x="9218613" y="3360738"/>
          <p14:tracePt t="26043" x="9129713" y="3375025"/>
          <p14:tracePt t="26044" x="9075738" y="3375025"/>
          <p14:tracePt t="26056" x="8994775" y="3387725"/>
          <p14:tracePt t="26067" x="8920163" y="3387725"/>
          <p14:tracePt t="26090" x="8721725" y="3414713"/>
          <p14:tracePt t="26101" x="8653463" y="3429000"/>
          <p14:tracePt t="26113" x="8558213" y="3443288"/>
          <p14:tracePt t="26125" x="8470900" y="3455988"/>
          <p14:tracePt t="26134" x="8402638" y="3470275"/>
          <p14:tracePt t="26158" x="8340725" y="3470275"/>
          <p14:tracePt t="26160" x="8286750" y="3482975"/>
          <p14:tracePt t="26171" x="8245475" y="3482975"/>
          <p14:tracePt t="26188" x="8205788" y="3482975"/>
          <p14:tracePt t="26196" x="8177213" y="3482975"/>
          <p14:tracePt t="26206" x="8129588" y="3482975"/>
          <p14:tracePt t="26214" x="8089900" y="3470275"/>
          <p14:tracePt t="26244" x="8034338" y="3470275"/>
          <p14:tracePt t="26250" x="7994650" y="3470275"/>
          <p14:tracePt t="26259" x="7947025" y="3470275"/>
          <p14:tracePt t="26270" x="7920038" y="3470275"/>
          <p14:tracePt t="26294" x="7837488" y="3470275"/>
          <p14:tracePt t="26304" x="7810500" y="3470275"/>
          <p14:tracePt t="26315" x="7783513" y="3470275"/>
          <p14:tracePt t="26343" x="7735888" y="3470275"/>
          <p14:tracePt t="26360" x="7721600" y="3470275"/>
          <p14:tracePt t="26436" x="7735888" y="3470275"/>
          <p14:tracePt t="26459" x="7748588" y="3470275"/>
          <p14:tracePt t="26484" x="7783513" y="3470275"/>
          <p14:tracePt t="26494" x="7810500" y="3470275"/>
          <p14:tracePt t="26505" x="7824788" y="3470275"/>
          <p14:tracePt t="26525" x="7837488" y="3470275"/>
          <p14:tracePt t="26537" x="7864475" y="3470275"/>
          <p14:tracePt t="26546" x="7891463" y="3470275"/>
          <p14:tracePt t="26576" x="7920038" y="3470275"/>
          <p14:tracePt t="26577" x="7959725" y="3470275"/>
          <p14:tracePt t="26587" x="7994650" y="3470275"/>
          <p14:tracePt t="26596" x="8007350" y="3470275"/>
          <p14:tracePt t="26622" x="8021638" y="3470275"/>
          <p14:tracePt t="26634" x="8034338" y="3470275"/>
          <p14:tracePt t="26644" x="8034338" y="3482975"/>
          <p14:tracePt t="26661" x="8048625" y="3482975"/>
          <p14:tracePt t="26687" x="8062913" y="3482975"/>
          <p14:tracePt t="26709" x="8075613" y="3482975"/>
          <p14:tracePt t="26722" x="8089900" y="3482975"/>
          <p14:tracePt t="26730" x="8102600" y="3482975"/>
          <p14:tracePt t="26744" x="8129588" y="3482975"/>
          <p14:tracePt t="26753" x="8164513" y="3482975"/>
          <p14:tracePt t="26766" x="8191500" y="3482975"/>
          <p14:tracePt t="26793" x="8245475" y="3482975"/>
          <p14:tracePt t="26803" x="8272463" y="3482975"/>
          <p14:tracePt t="26811" x="8301038" y="3482975"/>
          <p14:tracePt t="26843" x="8340725" y="3482975"/>
          <p14:tracePt t="26845" x="8361363" y="3482975"/>
          <p14:tracePt t="26854" x="8375650" y="3482975"/>
          <p14:tracePt t="26871" x="8388350" y="3482975"/>
          <p14:tracePt t="26880" x="8402638" y="3482975"/>
          <p14:tracePt t="26900" x="8415338" y="3482975"/>
          <p14:tracePt t="26927" x="8429625" y="3482975"/>
          <p14:tracePt t="26937" x="8443913" y="3482975"/>
          <p14:tracePt t="26945" x="8456613" y="3482975"/>
          <p14:tracePt t="26957" x="8470900" y="3482975"/>
          <p14:tracePt t="26970" x="8483600" y="3482975"/>
          <p14:tracePt t="26980" x="8497888" y="3482975"/>
          <p14:tracePt t="26990" x="8524875" y="3482975"/>
          <p14:tracePt t="27007" x="8539163" y="3482975"/>
          <p14:tracePt t="27020" x="8572500" y="3482975"/>
          <p14:tracePt t="27027" x="8586788" y="3482975"/>
          <p14:tracePt t="27038" x="8613775" y="3482975"/>
          <p14:tracePt t="27058" x="8667750" y="3470275"/>
          <p14:tracePt t="27069" x="8694738" y="3470275"/>
          <p14:tracePt t="27082" x="8721725" y="3470275"/>
          <p14:tracePt t="27091" x="8736013" y="3455988"/>
          <p14:tracePt t="27107" x="8756650" y="3455988"/>
          <p14:tracePt t="27118" x="8769350" y="3455988"/>
          <p14:tracePt t="27147" x="8783638" y="3455988"/>
          <p14:tracePt t="27216" x="8796338" y="3455988"/>
          <p14:tracePt t="27226" x="8810625" y="3455988"/>
          <p14:tracePt t="27239" x="8837613" y="3455988"/>
          <p14:tracePt t="27257" x="8851900" y="3455988"/>
          <p14:tracePt t="27263" x="8864600" y="3455988"/>
          <p14:tracePt t="27274" x="8878888" y="3455988"/>
          <p14:tracePt t="27295" x="8920163" y="3455988"/>
          <p14:tracePt t="27304" x="8932863" y="3455988"/>
          <p14:tracePt t="27322" x="8953500" y="3455988"/>
          <p14:tracePt t="27334" x="8967788" y="3455988"/>
          <p14:tracePt t="27340" x="8980488" y="3455988"/>
          <p14:tracePt t="27361" x="8994775" y="3455988"/>
          <p14:tracePt t="27394" x="9007475" y="3455988"/>
          <p14:tracePt t="27435" x="9034463" y="3455988"/>
          <p14:tracePt t="27448" x="9048750" y="3455988"/>
          <p14:tracePt t="27457" x="9063038" y="3455988"/>
          <p14:tracePt t="27475" x="9075738" y="3455988"/>
          <p14:tracePt t="27477" x="9090025" y="3455988"/>
          <p14:tracePt t="27488" x="9102725" y="3455988"/>
          <p14:tracePt t="27497" x="9117013" y="3455988"/>
          <p14:tracePt t="27525" x="9129713" y="3455988"/>
          <p14:tracePt t="27563" x="9150350" y="3455988"/>
          <p14:tracePt t="27630" x="9164638" y="3455988"/>
          <p14:tracePt t="27652" x="9177338" y="3455988"/>
          <p14:tracePt t="27664" x="9191625" y="3455988"/>
          <p14:tracePt t="27700" x="9205913" y="3455988"/>
          <p14:tracePt t="27957" x="9218613" y="3455988"/>
          <p14:tracePt t="27967" x="9232900" y="3455988"/>
          <p14:tracePt t="27978" x="9259888" y="3455988"/>
          <p14:tracePt t="27990" x="9286875" y="3455988"/>
          <p14:tracePt t="28002" x="9313863" y="3455988"/>
          <p14:tracePt t="28012" x="9348788" y="3455988"/>
          <p14:tracePt t="28034" x="9375775" y="3455988"/>
          <p14:tracePt t="28036" x="9402763" y="3455988"/>
          <p14:tracePt t="28047" x="9429750" y="3455988"/>
          <p14:tracePt t="28069" x="9456738" y="3455988"/>
          <p14:tracePt t="28070" x="9498013" y="3455988"/>
          <p14:tracePt t="28081" x="9545638" y="3455988"/>
          <p14:tracePt t="28092" x="9558338" y="3455988"/>
          <p14:tracePt t="28360" x="9586913" y="3470275"/>
          <p14:tracePt t="28372" x="9653588" y="3470275"/>
          <p14:tracePt t="28384" x="9721850" y="3470275"/>
          <p14:tracePt t="28395" x="9825038" y="3470275"/>
          <p14:tracePt t="28407" x="9920288" y="3470275"/>
          <p14:tracePt t="28429" x="9980613" y="3470275"/>
          <p14:tracePt t="28430" x="10090150" y="3470275"/>
          <p14:tracePt t="28441" x="10177463" y="3470275"/>
          <p14:tracePt t="28451" x="10287000" y="3470275"/>
          <p14:tracePt t="28467" x="10361613" y="3470275"/>
          <p14:tracePt t="28477" x="10456863" y="3470275"/>
          <p14:tracePt t="28487" x="10531475" y="3470275"/>
          <p14:tracePt t="28509" x="10614025" y="3455988"/>
          <p14:tracePt t="28527" x="10626725" y="3455988"/>
          <p14:tracePt t="28564" x="10614025" y="3455988"/>
          <p14:tracePt t="28590" x="10599738" y="3455988"/>
          <p14:tracePt t="28653" x="10614025" y="3455988"/>
          <p14:tracePt t="28665" x="10626725" y="3455988"/>
          <p14:tracePt t="28676" x="10668000" y="3455988"/>
          <p14:tracePt t="28692" x="10729913" y="3455988"/>
          <p14:tracePt t="28700" x="10810875" y="3455988"/>
          <p14:tracePt t="28712" x="10864850" y="3455988"/>
          <p14:tracePt t="28732" x="10939463" y="3443288"/>
          <p14:tracePt t="28733" x="10995025" y="3443288"/>
          <p14:tracePt t="28745" x="11022013" y="3443288"/>
          <p14:tracePt t="28800" x="11007725" y="3443288"/>
          <p14:tracePt t="28812" x="10980738" y="3443288"/>
          <p14:tracePt t="28830" x="10939463" y="3443288"/>
          <p14:tracePt t="28840" x="10906125" y="3443288"/>
          <p14:tracePt t="28848" x="10852150" y="3443288"/>
          <p14:tracePt t="28857" x="10796588" y="3443288"/>
          <p14:tracePt t="28879" x="10729913" y="3455988"/>
          <p14:tracePt t="28890" x="10709275" y="3455988"/>
          <p14:tracePt t="28937" x="10729913" y="3455988"/>
          <p14:tracePt t="28948" x="10769600" y="3455988"/>
          <p14:tracePt t="28959" x="10796588" y="3455988"/>
          <p14:tracePt t="28975" x="10837863" y="3455988"/>
          <p14:tracePt t="28983" x="10879138" y="3455988"/>
          <p14:tracePt t="28992" x="10906125" y="3455988"/>
          <p14:tracePt t="29016" x="10968038" y="3455988"/>
          <p14:tracePt t="29026" x="10980738" y="3455988"/>
          <p14:tracePt t="29044" x="10995025" y="3455988"/>
          <p14:tracePt t="29092" x="10980738" y="3455988"/>
          <p14:tracePt t="29106" x="10953750" y="3455988"/>
          <p14:tracePt t="29125" x="10906125" y="3443288"/>
          <p14:tracePt t="29127" x="10852150" y="3443288"/>
          <p14:tracePt t="29139" x="10783888" y="3443288"/>
          <p14:tracePt t="29149" x="10729913" y="3443288"/>
          <p14:tracePt t="29165" x="10694988" y="3443288"/>
          <p14:tracePt t="29175" x="10668000" y="3443288"/>
          <p14:tracePt t="29184" x="10653713" y="3443288"/>
          <p14:tracePt t="29211" x="10668000" y="3443288"/>
          <p14:tracePt t="29223" x="10682288" y="3443288"/>
          <p14:tracePt t="29232" x="10729913" y="3443288"/>
          <p14:tracePt t="29250" x="10769600" y="3443288"/>
          <p14:tracePt t="29252" x="10810875" y="3443288"/>
          <p14:tracePt t="29263" x="10852150" y="3443288"/>
          <p14:tracePt t="29280" x="10879138" y="3443288"/>
          <p14:tracePt t="29307" x="10891838" y="3443288"/>
          <p14:tracePt t="29309" x="10906125" y="3443288"/>
          <p14:tracePt t="29870" x="10891838" y="3455988"/>
          <p14:tracePt t="29890" x="10879138" y="3455988"/>
          <p14:tracePt t="29914" x="10864850" y="3455988"/>
          <p14:tracePt t="29925" x="10852150" y="3455988"/>
          <p14:tracePt t="29937" x="10837863" y="3455988"/>
          <p14:tracePt t="29950" x="10825163" y="3470275"/>
          <p14:tracePt t="29981" x="10796588" y="3470275"/>
          <p14:tracePt t="29993" x="10783888" y="3470275"/>
          <p14:tracePt t="30005" x="10769600" y="3482975"/>
          <p14:tracePt t="30018" x="10756900" y="3482975"/>
          <p14:tracePt t="30031" x="10709275" y="3497263"/>
          <p14:tracePt t="30042" x="10682288" y="3509963"/>
          <p14:tracePt t="30052" x="10641013" y="3530600"/>
          <p14:tracePt t="30073" x="10599738" y="3544888"/>
          <p14:tracePt t="30074" x="10545763" y="3571875"/>
          <p14:tracePt t="30085" x="10471150" y="3598863"/>
          <p14:tracePt t="30114" x="10334625" y="3652838"/>
          <p14:tracePt t="30124" x="10206038" y="3694113"/>
          <p14:tracePt t="30140" x="10048875" y="3756025"/>
          <p14:tracePt t="30141" x="9891713" y="3795713"/>
          <p14:tracePt t="30151" x="9653588" y="3863975"/>
          <p14:tracePt t="30168" x="9388475" y="3925888"/>
          <p14:tracePt t="30177" x="9205913" y="3979863"/>
          <p14:tracePt t="30185" x="8980488" y="4033838"/>
          <p14:tracePt t="30213" x="8443913" y="4164013"/>
          <p14:tracePt t="30225" x="8245475" y="4205288"/>
          <p14:tracePt t="30235" x="8007350" y="4271963"/>
          <p14:tracePt t="30252" x="7626350" y="4360863"/>
          <p14:tracePt t="30264" x="7443788" y="4387850"/>
          <p14:tracePt t="30281" x="7300913" y="4414838"/>
          <p14:tracePt t="30293" x="7158038" y="4414838"/>
          <p14:tracePt t="30299" x="7075488" y="4429125"/>
          <p14:tracePt t="30326" x="6851650" y="4387850"/>
          <p14:tracePt t="30623" x="6878638" y="4387850"/>
          <p14:tracePt t="30633" x="6905625" y="4387850"/>
          <p14:tracePt t="30644" x="6919913" y="4387850"/>
          <p14:tracePt t="30659" x="6932613" y="4387850"/>
          <p14:tracePt t="30670" x="6959600" y="4375150"/>
          <p14:tracePt t="30680" x="6973888" y="4375150"/>
          <p14:tracePt t="30690" x="6994525" y="4375150"/>
          <p14:tracePt t="30714" x="7007225" y="4360863"/>
          <p14:tracePt t="30716" x="7021513" y="4360863"/>
          <p14:tracePt t="30725" x="7034213" y="4348163"/>
          <p14:tracePt t="30751" x="7048500" y="4348163"/>
          <p14:tracePt t="30762" x="7048500" y="4333875"/>
          <p14:tracePt t="30788" x="7062788" y="4333875"/>
          <p14:tracePt t="30804" x="7062788" y="4319588"/>
          <p14:tracePt t="30837" x="7075488" y="4319588"/>
          <p14:tracePt t="30892" x="7089775" y="4319588"/>
          <p14:tracePt t="30948" x="7089775" y="4306888"/>
          <p14:tracePt t="30971" x="7102475" y="4306888"/>
          <p14:tracePt t="30996" x="7116763" y="4306888"/>
          <p14:tracePt t="31016" x="7129463" y="4306888"/>
          <p14:tracePt t="31033" x="7158038" y="4292600"/>
          <p14:tracePt t="31045" x="7205663" y="4292600"/>
          <p14:tracePt t="31055" x="7245350" y="4271963"/>
          <p14:tracePt t="31072" x="7286625" y="4259263"/>
          <p14:tracePt t="31073" x="7327900" y="4244975"/>
          <p14:tracePt t="31084" x="7388225" y="4232275"/>
          <p14:tracePt t="31109" x="7415213" y="4217988"/>
          <p14:tracePt t="31110" x="7456488" y="4191000"/>
          <p14:tracePt t="31136" x="7510463" y="4137025"/>
          <p14:tracePt t="31147" x="7524750" y="4110038"/>
          <p14:tracePt t="31166" x="7539038" y="4089400"/>
          <p14:tracePt t="31168" x="7551738" y="4075113"/>
          <p14:tracePt t="31181" x="7551738" y="4062413"/>
          <p14:tracePt t="31212" x="7539038" y="4048125"/>
          <p14:tracePt t="31225" x="7539038" y="4033838"/>
          <p14:tracePt t="31236" x="7510463" y="4021138"/>
          <p14:tracePt t="31248" x="7483475" y="4006850"/>
          <p14:tracePt t="31276" x="7367588" y="3967163"/>
          <p14:tracePt t="31277" x="7313613" y="3952875"/>
          <p14:tracePt t="31300" x="7232650" y="3938588"/>
          <p14:tracePt t="31312" x="7191375" y="3938588"/>
          <p14:tracePt t="31323" x="7158038" y="3938588"/>
          <p14:tracePt t="31337" x="7129463" y="3952875"/>
          <p14:tracePt t="31347" x="7116763" y="3967163"/>
          <p14:tracePt t="31367" x="7089775" y="4006850"/>
          <p14:tracePt t="31384" x="7089775" y="4021138"/>
          <p14:tracePt t="31400" x="7089775" y="4033838"/>
          <p14:tracePt t="31402" x="7089775" y="4062413"/>
          <p14:tracePt t="31421" x="7102475" y="4075113"/>
          <p14:tracePt t="31422" x="7116763" y="4075113"/>
          <p14:tracePt t="31434" x="7143750" y="4089400"/>
          <p14:tracePt t="31451" x="7170738" y="4089400"/>
          <p14:tracePt t="31464" x="7245350" y="4110038"/>
          <p14:tracePt t="31485" x="7300913" y="4110038"/>
          <p14:tracePt t="31489" x="7388225" y="4110038"/>
          <p14:tracePt t="31497" x="7470775" y="4110038"/>
          <p14:tracePt t="31502" x="7551738" y="4089400"/>
          <p14:tracePt t="31528" x="7640638" y="4062413"/>
          <p14:tracePt t="31537" x="7653338" y="4033838"/>
          <p14:tracePt t="31553" x="7653338" y="4021138"/>
          <p14:tracePt t="31561" x="7640638" y="3994150"/>
          <p14:tracePt t="31584" x="7551738" y="3938588"/>
          <p14:tracePt t="31596" x="7497763" y="3925888"/>
          <p14:tracePt t="31617" x="7340600" y="3890963"/>
          <p14:tracePt t="31645" x="7218363" y="3911600"/>
          <p14:tracePt t="31648" x="7143750" y="3925888"/>
          <p14:tracePt t="31662" x="7089775" y="3952875"/>
          <p14:tracePt t="31671" x="7048500" y="3994150"/>
          <p14:tracePt t="31682" x="7007225" y="4033838"/>
          <p14:tracePt t="31697" x="6994525" y="4075113"/>
          <p14:tracePt t="31709" x="6973888" y="4110038"/>
          <p14:tracePt t="31719" x="6973888" y="4137025"/>
          <p14:tracePt t="31734" x="6973888" y="4149725"/>
          <p14:tracePt t="31744" x="6994525" y="4164013"/>
          <p14:tracePt t="31754" x="7007225" y="4176713"/>
          <p14:tracePt t="31771" x="7089775" y="4191000"/>
          <p14:tracePt t="31800" x="7245350" y="4164013"/>
          <p14:tracePt t="31812" x="7388225" y="4137025"/>
          <p14:tracePt t="31834" x="7510463" y="4110038"/>
          <p14:tracePt t="31836" x="7599363" y="4075113"/>
          <p14:tracePt t="31838" x="7681913" y="4048125"/>
          <p14:tracePt t="31874" x="7762875" y="3979863"/>
          <p14:tracePt t="31886" x="7762875" y="3967163"/>
          <p14:tracePt t="31902" x="7748588" y="3952875"/>
          <p14:tracePt t="31911" x="7721600" y="3952875"/>
          <p14:tracePt t="31921" x="7708900" y="3938588"/>
          <p14:tracePt t="31934" x="7667625" y="3938588"/>
          <p14:tracePt t="31951" x="7599363" y="3938588"/>
          <p14:tracePt t="31963" x="7566025" y="3938588"/>
          <p14:tracePt t="31973" x="7510463" y="3938588"/>
          <p14:tracePt t="31995" x="7470775" y="3952875"/>
          <p14:tracePt t="32002" x="7429500" y="3967163"/>
          <p14:tracePt t="32019" x="7327900" y="4006850"/>
          <p14:tracePt t="32038" x="7300913" y="4021138"/>
          <p14:tracePt t="32044" x="7300913" y="4033838"/>
          <p14:tracePt t="32052" x="7286625" y="4048125"/>
          <p14:tracePt t="32085" x="7300913" y="4062413"/>
          <p14:tracePt t="32086" x="7313613" y="4062413"/>
          <p14:tracePt t="32097" x="7327900" y="4075113"/>
          <p14:tracePt t="32120" x="7367588" y="4075113"/>
          <p14:tracePt t="32122" x="7402513" y="4075113"/>
          <p14:tracePt t="32131" x="7429500" y="4075113"/>
          <p14:tracePt t="32150" x="7483475" y="4075113"/>
          <p14:tracePt t="32162" x="7524750" y="4075113"/>
          <p14:tracePt t="32167" x="7566025" y="4075113"/>
          <p14:tracePt t="32177" x="7613650" y="4062413"/>
          <p14:tracePt t="32205" x="7640638" y="4048125"/>
          <p14:tracePt t="32214" x="7653338" y="4033838"/>
          <p14:tracePt t="32236" x="7626350" y="3994150"/>
          <p14:tracePt t="32254" x="7613650" y="3979863"/>
          <p14:tracePt t="32255" x="7586663" y="3952875"/>
          <p14:tracePt t="32280" x="7510463" y="3938588"/>
          <p14:tracePt t="32300" x="7483475" y="3938588"/>
          <p14:tracePt t="32301" x="7456488" y="3952875"/>
          <p14:tracePt t="32313" x="7415213" y="3967163"/>
          <p14:tracePt t="32322" x="7388225" y="3994150"/>
          <p14:tracePt t="32338" x="7340600" y="4048125"/>
          <p14:tracePt t="32347" x="7313613" y="4089400"/>
          <p14:tracePt t="32367" x="7313613" y="4164013"/>
          <p14:tracePt t="32377" x="7313613" y="4191000"/>
          <p14:tracePt t="32389" x="7340600" y="4205288"/>
          <p14:tracePt t="32403" x="7354888" y="4217988"/>
          <p14:tracePt t="32421" x="7415213" y="4232275"/>
          <p14:tracePt t="32422" x="7470775" y="4244975"/>
          <p14:tracePt t="32466" x="7524750" y="4244975"/>
          <p14:tracePt t="32468" x="7626350" y="4232275"/>
          <p14:tracePt t="32469" x="7681913" y="4217988"/>
          <p14:tracePt t="32479" x="7721600" y="4205288"/>
          <p14:tracePt t="32499" x="7748588" y="4176713"/>
          <p14:tracePt t="32505" x="7783513" y="4149725"/>
          <p14:tracePt t="32515" x="7783513" y="4110038"/>
          <p14:tracePt t="32529" x="7783513" y="4075113"/>
          <p14:tracePt t="32552" x="7721600" y="4006850"/>
          <p14:tracePt t="32562" x="7681913" y="3979863"/>
          <p14:tracePt t="32573" x="7640638" y="3967163"/>
          <p14:tracePt t="32594" x="7566025" y="3952875"/>
          <p14:tracePt t="32595" x="7510463" y="3938588"/>
          <p14:tracePt t="32604" x="7456488" y="3938588"/>
          <p14:tracePt t="32623" x="7388225" y="3938588"/>
          <p14:tracePt t="32640" x="7272338" y="3994150"/>
          <p14:tracePt t="32650" x="7245350" y="4021138"/>
          <p14:tracePt t="32666" x="7218363" y="4062413"/>
          <p14:tracePt t="32683" x="7205663" y="4110038"/>
          <p14:tracePt t="32684" x="7205663" y="4122738"/>
          <p14:tracePt t="32702" x="7205663" y="4149725"/>
          <p14:tracePt t="32711" x="7218363" y="4176713"/>
          <p14:tracePt t="32721" x="7232650" y="4191000"/>
          <p14:tracePt t="32739" x="7300913" y="4205288"/>
          <p14:tracePt t="32767" x="7354888" y="4205288"/>
          <p14:tracePt t="32768" x="7415213" y="4205288"/>
          <p14:tracePt t="32773" x="7456488" y="4205288"/>
          <p14:tracePt t="32783" x="7510463" y="4205288"/>
          <p14:tracePt t="32797" x="7566025" y="4176713"/>
          <p14:tracePt t="32815" x="7613650" y="4164013"/>
          <p14:tracePt t="32817" x="7640638" y="4149725"/>
          <p14:tracePt t="32849" x="7681913" y="4075113"/>
          <p14:tracePt t="32851" x="7681913" y="4062413"/>
          <p14:tracePt t="32869" x="7667625" y="4021138"/>
          <p14:tracePt t="32878" x="7653338" y="3994150"/>
          <p14:tracePt t="32887" x="7626350" y="3979863"/>
          <p14:tracePt t="32897" x="7586663" y="3967163"/>
          <p14:tracePt t="32926" x="7510463" y="3938588"/>
          <p14:tracePt t="32934" x="7483475" y="3938588"/>
          <p14:tracePt t="32952" x="7415213" y="3938588"/>
          <p14:tracePt t="32963" x="7388225" y="3952875"/>
          <p14:tracePt t="32981" x="7367588" y="3952875"/>
          <p14:tracePt t="32989" x="7354888" y="3979863"/>
          <p14:tracePt t="32998" x="7340600" y="4021138"/>
          <p14:tracePt t="33023" x="7340600" y="4110038"/>
          <p14:tracePt t="33035" x="7367588" y="4149725"/>
          <p14:tracePt t="33059" x="7415213" y="4205288"/>
          <p14:tracePt t="33069" x="7456488" y="4217988"/>
          <p14:tracePt t="33084" x="7497763" y="4232275"/>
          <p14:tracePt t="33094" x="7524750" y="4232275"/>
          <p14:tracePt t="33111" x="7566025" y="4232275"/>
          <p14:tracePt t="33114" x="7599363" y="4232275"/>
          <p14:tracePt t="33123" x="7626350" y="4232275"/>
          <p14:tracePt t="33137" x="7640638" y="4217988"/>
          <p14:tracePt t="33185" x="7640638" y="4205288"/>
          <p14:tracePt t="33195" x="7626350" y="4205288"/>
          <p14:tracePt t="33203" x="7613650" y="4205288"/>
          <p14:tracePt t="33217" x="7599363" y="4205288"/>
          <p14:tracePt t="33228" x="7566025" y="4205288"/>
          <p14:tracePt t="33236" x="7524750" y="4217988"/>
          <p14:tracePt t="33248" x="7483475" y="4232275"/>
          <p14:tracePt t="33265" x="7443788" y="4244975"/>
          <p14:tracePt t="33291" x="7388225" y="4259263"/>
          <p14:tracePt t="33293" x="7327900" y="4306888"/>
          <p14:tracePt t="33316" x="7313613" y="4319588"/>
          <p14:tracePt t="33317" x="7300913" y="4319588"/>
          <p14:tracePt t="33434" x="7313613" y="4319588"/>
          <p14:tracePt t="33457" x="7327900" y="4319588"/>
          <p14:tracePt t="33503" x="7340600" y="4319588"/>
          <p14:tracePt t="33505" x="7354888" y="4319588"/>
          <p14:tracePt t="33537" x="7340600" y="4319588"/>
          <p14:tracePt t="33548" x="7327900" y="4306888"/>
          <p14:tracePt t="33749" x="7327900" y="4292600"/>
          <p14:tracePt t="33783" x="7327900" y="4271963"/>
          <p14:tracePt t="33830" x="7327900" y="4259263"/>
          <p14:tracePt t="33863" x="7327900" y="4244975"/>
          <p14:tracePt t="33888" x="7313613" y="4244975"/>
          <p14:tracePt t="33897" x="7313613" y="4232275"/>
          <p14:tracePt t="33933" x="7313613" y="4217988"/>
          <p14:tracePt t="33942" x="7300913" y="4217988"/>
          <p14:tracePt t="34075" x="7313613" y="4217988"/>
          <p14:tracePt t="34121" x="7327900" y="4217988"/>
          <p14:tracePt t="34144" x="7340600" y="4217988"/>
          <p14:tracePt t="34493" x="7354888" y="4217988"/>
          <p14:tracePt t="34514" x="7367588" y="4217988"/>
          <p14:tracePt t="34549" x="7388225" y="4217988"/>
          <p14:tracePt t="34567" x="7402513" y="4217988"/>
          <p14:tracePt t="34568" x="7402513" y="4205288"/>
          <p14:tracePt t="34808" x="7415213" y="4205288"/>
          <p14:tracePt t="34842" x="7443788" y="4205288"/>
          <p14:tracePt t="34852" x="7470775" y="4205288"/>
          <p14:tracePt t="34867" x="7510463" y="4205288"/>
          <p14:tracePt t="34879" x="7586663" y="4205288"/>
          <p14:tracePt t="34888" x="7653338" y="4205288"/>
          <p14:tracePt t="34907" x="7721600" y="4205288"/>
          <p14:tracePt t="34914" x="7810500" y="4205288"/>
          <p14:tracePt t="34923" x="7891463" y="4191000"/>
          <p14:tracePt t="34940" x="7980363" y="4191000"/>
          <p14:tracePt t="34950" x="8034338" y="4191000"/>
          <p14:tracePt t="34958" x="8089900" y="4191000"/>
          <p14:tracePt t="34989" x="8164513" y="4191000"/>
          <p14:tracePt t="34999" x="8177213" y="4191000"/>
          <p14:tracePt t="35280" x="8191500" y="4191000"/>
          <p14:tracePt t="35461" x="8205788" y="4191000"/>
          <p14:tracePt t="35471" x="8218488" y="4191000"/>
          <p14:tracePt t="35485" x="8232775" y="4176713"/>
          <p14:tracePt t="35494" x="8272463" y="4176713"/>
          <p14:tracePt t="35506" x="8301038" y="4176713"/>
          <p14:tracePt t="35524" x="8340725" y="4176713"/>
          <p14:tracePt t="35531" x="8402638" y="4176713"/>
          <p14:tracePt t="35539" x="8443913" y="4176713"/>
          <p14:tracePt t="35553" x="8470900" y="4176713"/>
          <p14:tracePt t="35566" x="8510588" y="4176713"/>
          <p14:tracePt t="35573" x="8539163" y="4176713"/>
          <p14:tracePt t="35607" x="8558213" y="4176713"/>
          <p14:tracePt t="35609" x="8572500" y="4176713"/>
          <p14:tracePt t="35729" x="8586788" y="4176713"/>
          <p14:tracePt t="35752" x="8599488" y="4176713"/>
          <p14:tracePt t="35768" x="8613775" y="4176713"/>
          <p14:tracePt t="35776" x="8626475" y="4176713"/>
          <p14:tracePt t="35787" x="8640763" y="4176713"/>
          <p14:tracePt t="35808" x="8653463" y="4176713"/>
          <p14:tracePt t="35812" x="8667750" y="4176713"/>
          <p14:tracePt t="35822" x="8682038" y="4176713"/>
          <p14:tracePt t="37181" x="8497888" y="4176713"/>
          <p14:tracePt t="37182" x="8313738" y="4164013"/>
          <p14:tracePt t="37191" x="8177213" y="4164013"/>
          <p14:tracePt t="37204" x="8021638" y="4164013"/>
          <p14:tracePt t="37216" x="7878763" y="4164013"/>
          <p14:tracePt t="37227" x="7810500" y="4164013"/>
          <p14:tracePt t="37240" x="7748588" y="4164013"/>
          <p14:tracePt t="37253" x="7721600" y="4164013"/>
          <p14:tracePt t="37264" x="7708900" y="4164013"/>
          <p14:tracePt t="37289" x="7694613" y="4164013"/>
          <p14:tracePt t="37318" x="7681913" y="4164013"/>
          <p14:tracePt t="37553" x="7667625" y="4217988"/>
          <p14:tracePt t="37564" x="7653338" y="4259263"/>
          <p14:tracePt t="37574" x="7653338" y="4333875"/>
          <p14:tracePt t="37586" x="7653338" y="4375150"/>
          <p14:tracePt t="37598" x="7667625" y="4402138"/>
          <p14:tracePt t="37612" x="7681913" y="4414838"/>
          <p14:tracePt t="37629" x="7694613" y="4429125"/>
          <p14:tracePt t="37637" x="7708900" y="4443413"/>
          <p14:tracePt t="37648" x="7735888" y="4443413"/>
          <p14:tracePt t="37665" x="7762875" y="4443413"/>
          <p14:tracePt t="37666" x="7796213" y="4443413"/>
          <p14:tracePt t="37698" x="7810500" y="4443413"/>
          <p14:tracePt t="37704" x="7824788" y="4443413"/>
          <p14:tracePt t="37719" x="7864475" y="4429125"/>
          <p14:tracePt t="37737" x="7851775" y="4429125"/>
          <p14:tracePt t="38024" x="7864475" y="4443413"/>
          <p14:tracePt t="38035" x="7891463" y="4443413"/>
          <p14:tracePt t="38048" x="7932738" y="4456113"/>
          <p14:tracePt t="38059" x="7980363" y="4456113"/>
          <p14:tracePt t="38070" x="8007350" y="4470400"/>
          <p14:tracePt t="38092" x="8062913" y="4470400"/>
          <p14:tracePt t="38093" x="8089900" y="4470400"/>
          <p14:tracePt t="38104" x="8129588" y="4491038"/>
          <p14:tracePt t="38126" x="8177213" y="4491038"/>
          <p14:tracePt t="38128" x="8218488" y="4491038"/>
          <p14:tracePt t="38139" x="8259763" y="4491038"/>
          <p14:tracePt t="38150" x="8286750" y="4491038"/>
          <p14:tracePt t="38162" x="8328025" y="4491038"/>
          <p14:tracePt t="38177" x="8340725" y="4491038"/>
          <p14:tracePt t="38317" x="8328025" y="4491038"/>
          <p14:tracePt t="38328" x="8313738" y="4491038"/>
          <p14:tracePt t="38340" x="8301038" y="4491038"/>
          <p14:tracePt t="38352" x="8286750" y="4491038"/>
          <p14:tracePt t="38363" x="8259763" y="4491038"/>
          <p14:tracePt t="38384" x="8245475" y="4491038"/>
          <p14:tracePt t="38386" x="8232775" y="4491038"/>
          <p14:tracePt t="38474" x="8245475" y="4491038"/>
          <p14:tracePt t="38497" x="8272463" y="4491038"/>
          <p14:tracePt t="38512" x="8301038" y="4491038"/>
          <p14:tracePt t="38521" x="8328025" y="4491038"/>
          <p14:tracePt t="38532" x="8361363" y="4491038"/>
          <p14:tracePt t="38554" x="8388350" y="4491038"/>
          <p14:tracePt t="38555" x="8429625" y="4491038"/>
          <p14:tracePt t="38566" x="8456613" y="4491038"/>
          <p14:tracePt t="38577" x="8470900" y="4491038"/>
          <p14:tracePt t="38589" x="8497888" y="4491038"/>
          <p14:tracePt t="38604" x="8510588" y="4491038"/>
          <p14:tracePt t="38614" x="8539163" y="4491038"/>
          <p14:tracePt t="38624" x="8558213" y="4491038"/>
          <p14:tracePt t="38640" x="8572500" y="4491038"/>
          <p14:tracePt t="38647" x="8599488" y="4491038"/>
          <p14:tracePt t="38657" x="8613775" y="4491038"/>
          <p14:tracePt t="38667" x="8626475" y="4491038"/>
          <p14:tracePt t="38688" x="8640763" y="4491038"/>
          <p14:tracePt t="38689" x="8653463" y="4491038"/>
          <p14:tracePt t="38701" x="8667750" y="4491038"/>
          <p14:tracePt t="38712" x="8682038" y="4491038"/>
          <p14:tracePt t="38746" x="8694738" y="4491038"/>
          <p14:tracePt t="38748" x="8709025" y="4491038"/>
          <p14:tracePt t="38757" x="8721725" y="4491038"/>
          <p14:tracePt t="38763" x="8736013" y="4491038"/>
          <p14:tracePt t="38771" x="8756650" y="4491038"/>
          <p14:tracePt t="38788" x="8783638" y="4491038"/>
          <p14:tracePt t="38795" x="8796338" y="4491038"/>
          <p14:tracePt t="38803" x="8824913" y="4491038"/>
          <p14:tracePt t="38819" x="8851900" y="4491038"/>
          <p14:tracePt t="38831" x="8864600" y="4491038"/>
          <p14:tracePt t="38840" x="8905875" y="4491038"/>
          <p14:tracePt t="38847" x="8932863" y="4491038"/>
          <p14:tracePt t="38872" x="8994775" y="4491038"/>
          <p14:tracePt t="38881" x="9021763" y="4491038"/>
          <p14:tracePt t="38892" x="9063038" y="4491038"/>
          <p14:tracePt t="38925" x="9102725" y="4491038"/>
          <p14:tracePt t="38928" x="9117013" y="4491038"/>
          <p14:tracePt t="38950" x="9129713" y="4491038"/>
          <p14:tracePt t="38952" x="9150350" y="4491038"/>
          <p14:tracePt t="38963" x="9164638" y="4491038"/>
          <p14:tracePt t="38971" x="9177338" y="4491038"/>
          <p14:tracePt t="38982" x="9191625" y="4491038"/>
          <p14:tracePt t="39004" x="9205913" y="4491038"/>
          <p14:tracePt t="39016" x="9218613" y="4503738"/>
          <p14:tracePt t="39036" x="9232900" y="4503738"/>
          <p14:tracePt t="39046" x="9245600" y="4503738"/>
          <p14:tracePt t="39051" x="9259888" y="4503738"/>
          <p14:tracePt t="39061" x="9272588" y="4503738"/>
          <p14:tracePt t="39089" x="9328150" y="4503738"/>
          <p14:tracePt t="39097" x="9361488" y="4503738"/>
          <p14:tracePt t="39106" x="9375775" y="4503738"/>
          <p14:tracePt t="39120" x="9415463" y="4503738"/>
          <p14:tracePt t="39137" x="9444038" y="4503738"/>
          <p14:tracePt t="39146" x="9471025" y="4503738"/>
          <p14:tracePt t="39155" x="9510713" y="4503738"/>
          <p14:tracePt t="39164" x="9558338" y="4503738"/>
          <p14:tracePt t="39187" x="9640888" y="4503738"/>
          <p14:tracePt t="39197" x="9682163" y="4503738"/>
          <p14:tracePt t="39207" x="9742488" y="4518025"/>
          <p14:tracePt t="39223" x="9783763" y="4518025"/>
          <p14:tracePt t="39242" x="9864725" y="4518025"/>
          <p14:tracePt t="39252" x="9906000" y="4518025"/>
          <p14:tracePt t="39263" x="9920288" y="4518025"/>
          <p14:tracePt t="39287" x="9967913" y="4518025"/>
          <p14:tracePt t="39298" x="9980613" y="4530725"/>
          <p14:tracePt t="39477" x="9953625" y="4518025"/>
          <p14:tracePt t="39487" x="9906000" y="4518025"/>
          <p14:tracePt t="39498" x="9864725" y="4518025"/>
          <p14:tracePt t="39515" x="9810750" y="4518025"/>
          <p14:tracePt t="39522" x="9742488" y="4518025"/>
          <p14:tracePt t="39533" x="9640888" y="4518025"/>
          <p14:tracePt t="39555" x="9572625" y="4518025"/>
          <p14:tracePt t="39556" x="9471025" y="4518025"/>
          <p14:tracePt t="39567" x="9402763" y="4503738"/>
          <p14:tracePt t="39579" x="9328150" y="4503738"/>
          <p14:tracePt t="39590" x="9301163" y="4503738"/>
          <p14:tracePt t="39605" x="9272588" y="4503738"/>
          <p14:tracePt t="39616" x="9245600" y="4503738"/>
          <p14:tracePt t="39624" x="9232900" y="4503738"/>
          <p14:tracePt t="39641" x="9218613" y="4503738"/>
          <p14:tracePt t="39648" x="9191625" y="4503738"/>
          <p14:tracePt t="39657" x="9177338" y="4503738"/>
          <p14:tracePt t="39669" x="9150350" y="4503738"/>
          <p14:tracePt t="39690" x="9102725" y="4503738"/>
          <p14:tracePt t="39713" x="9090025" y="4503738"/>
          <p14:tracePt t="39972" x="9063038" y="4503738"/>
          <p14:tracePt t="39982" x="9034463" y="4491038"/>
          <p14:tracePt t="39993" x="9021763" y="4491038"/>
          <p14:tracePt t="40005" x="9007475" y="4491038"/>
          <p14:tracePt t="40018" x="8980488" y="4470400"/>
          <p14:tracePt t="40032" x="8967788" y="4470400"/>
          <p14:tracePt t="40039" x="8953500" y="4470400"/>
          <p14:tracePt t="40055" x="8932863" y="4470400"/>
          <p14:tracePt t="40065" x="8932863" y="4456113"/>
          <p14:tracePt t="40081" x="8920163" y="4456113"/>
          <p14:tracePt t="40465" x="8920163" y="4443413"/>
          <p14:tracePt t="40488" x="8932863" y="4443413"/>
          <p14:tracePt t="40567" x="8932863" y="4429125"/>
          <p14:tracePt t="40601" x="8953500" y="4429125"/>
          <p14:tracePt t="40612" x="8953500" y="4414838"/>
          <p14:tracePt t="40636" x="8967788" y="4402138"/>
          <p14:tracePt t="40658" x="8967788" y="4387850"/>
          <p14:tracePt t="40687" x="8967788" y="4375150"/>
          <p14:tracePt t="40791" x="8953500" y="4387850"/>
          <p14:tracePt t="40805" x="8953500" y="4402138"/>
          <p14:tracePt t="40816" x="8932863" y="4402138"/>
          <p14:tracePt t="40840" x="8932863" y="4414838"/>
          <p14:tracePt t="40872" x="8953500" y="4414838"/>
          <p14:tracePt t="40887" x="8967788" y="4414838"/>
          <p14:tracePt t="40895" x="8994775" y="4414838"/>
          <p14:tracePt t="40906" x="9021763" y="4414838"/>
          <p14:tracePt t="40927" x="9063038" y="4414838"/>
          <p14:tracePt t="40928" x="9090025" y="4414838"/>
          <p14:tracePt t="40939" x="9164638" y="4414838"/>
          <p14:tracePt t="40955" x="9245600" y="4414838"/>
          <p14:tracePt t="40966" x="9313863" y="4414838"/>
          <p14:tracePt t="40975" x="9361488" y="4414838"/>
          <p14:tracePt t="40986" x="9429750" y="4414838"/>
          <p14:tracePt t="41007" x="9525000" y="4414838"/>
          <p14:tracePt t="41019" x="9572625" y="4414838"/>
          <p14:tracePt t="41031" x="9599613" y="4414838"/>
          <p14:tracePt t="41041" x="9626600" y="4414838"/>
          <p14:tracePt t="41060" x="9640888" y="4414838"/>
          <p14:tracePt t="41065" x="9640888" y="4402138"/>
          <p14:tracePt t="41074" x="9653588" y="4402138"/>
          <p14:tracePt t="41152" x="9667875" y="4402138"/>
          <p14:tracePt t="41169" x="9694863" y="4402138"/>
          <p14:tracePt t="41177" x="9709150" y="4414838"/>
          <p14:tracePt t="41189" x="9742488" y="4414838"/>
          <p14:tracePt t="41209" x="9783763" y="4414838"/>
          <p14:tracePt t="41210" x="9810750" y="4414838"/>
          <p14:tracePt t="41221" x="9837738" y="4414838"/>
          <p14:tracePt t="41239" x="9864725" y="4414838"/>
          <p14:tracePt t="41248" x="9879013" y="4414838"/>
          <p14:tracePt t="41265" x="9891713" y="4414838"/>
          <p14:tracePt t="43415" x="9879013" y="4414838"/>
          <p14:tracePt t="43470" x="9864725" y="4414838"/>
          <p14:tracePt t="43593" x="9852025" y="4414838"/>
          <p14:tracePt t="43739" x="9837738" y="4414838"/>
          <p14:tracePt t="43762" x="9825038" y="4414838"/>
          <p14:tracePt t="43789" x="9810750" y="4414838"/>
          <p14:tracePt t="43807" x="9796463" y="4414838"/>
          <p14:tracePt t="43819" x="9783763" y="4414838"/>
          <p14:tracePt t="43841" x="9769475" y="4414838"/>
          <p14:tracePt t="43853" x="9756775" y="4414838"/>
          <p14:tracePt t="43865" x="9742488" y="4414838"/>
          <p14:tracePt t="43887" x="9721850" y="4414838"/>
          <p14:tracePt t="43898" x="9709150" y="4414838"/>
          <p14:tracePt t="43921" x="9682163" y="4414838"/>
          <p14:tracePt t="43923" x="9667875" y="4414838"/>
          <p14:tracePt t="43932" x="9640888" y="4402138"/>
          <p14:tracePt t="43950" x="9613900" y="4402138"/>
          <p14:tracePt t="43963" x="9586913" y="4402138"/>
          <p14:tracePt t="43989" x="9545638" y="4402138"/>
          <p14:tracePt t="44001" x="9483725" y="4402138"/>
          <p14:tracePt t="44003" x="9415463" y="4402138"/>
          <p14:tracePt t="44012" x="9388475" y="4402138"/>
          <p14:tracePt t="44023" x="9361488" y="4402138"/>
          <p14:tracePt t="44034" x="9348788" y="4402138"/>
          <p14:tracePt t="44052" x="9328150" y="4402138"/>
          <p14:tracePt t="44068" x="9313863" y="4402138"/>
          <p14:tracePt t="44100" x="9301163" y="4402138"/>
          <p14:tracePt t="44116" x="9286875" y="4402138"/>
          <p14:tracePt t="44134" x="9272588" y="4387850"/>
          <p14:tracePt t="44145" x="9259888" y="4387850"/>
          <p14:tracePt t="44177" x="9232900" y="4387850"/>
          <p14:tracePt t="44184" x="9205913" y="4387850"/>
          <p14:tracePt t="44191" x="9191625" y="4387850"/>
          <p14:tracePt t="44221" x="9150350" y="4387850"/>
          <p14:tracePt t="44229" x="9117013" y="4387850"/>
          <p14:tracePt t="44237" x="9102725" y="4387850"/>
          <p14:tracePt t="44249" x="9090025" y="4387850"/>
          <p14:tracePt t="44268" x="9063038" y="4387850"/>
          <p14:tracePt t="44270" x="9048750" y="4387850"/>
          <p14:tracePt t="44280" x="9021763" y="4387850"/>
          <p14:tracePt t="44294" x="8994775" y="4387850"/>
          <p14:tracePt t="44303" x="8980488" y="4387850"/>
          <p14:tracePt t="44319" x="8953500" y="4387850"/>
          <p14:tracePt t="44329" x="8920163" y="4387850"/>
          <p14:tracePt t="44338" x="8905875" y="4387850"/>
          <p14:tracePt t="44350" x="8878888" y="4387850"/>
          <p14:tracePt t="44369" x="8864600" y="4387850"/>
          <p14:tracePt t="44382" x="8851900" y="4387850"/>
          <p14:tracePt t="44394" x="8837613" y="4387850"/>
          <p14:tracePt t="44438" x="8824913" y="4387850"/>
          <p14:tracePt t="44449" x="8810625" y="4387850"/>
          <p14:tracePt t="44462" x="8783638" y="4387850"/>
          <p14:tracePt t="44474" x="8756650" y="4402138"/>
          <p14:tracePt t="44485" x="8694738" y="4402138"/>
          <p14:tracePt t="44502" x="8640763" y="4402138"/>
          <p14:tracePt t="44511" x="8572500" y="4402138"/>
          <p14:tracePt t="44520" x="8483600" y="4414838"/>
          <p14:tracePt t="44540" x="8429625" y="4429125"/>
          <p14:tracePt t="44543" x="8340725" y="4443413"/>
          <p14:tracePt t="44570" x="8205788" y="4503738"/>
          <p14:tracePt t="44599" x="8164513" y="4518025"/>
          <p14:tracePt t="44602" x="8116888" y="4530725"/>
          <p14:tracePt t="44635" x="8089900" y="4530725"/>
          <p14:tracePt t="44685" x="8075613" y="4530725"/>
          <p14:tracePt t="44709" x="8062913" y="4530725"/>
          <p14:tracePt t="44731" x="8048625" y="4530725"/>
          <p14:tracePt t="50051" x="8075613" y="4530725"/>
          <p14:tracePt t="50052" x="8089900" y="4530725"/>
          <p14:tracePt t="50065" x="8116888" y="4530725"/>
          <p14:tracePt t="50075" x="8143875" y="4530725"/>
          <p14:tracePt t="50088" x="8177213" y="4530725"/>
          <p14:tracePt t="50100" x="8205788" y="4530725"/>
          <p14:tracePt t="50119" x="8259763" y="4530725"/>
          <p14:tracePt t="50121" x="8301038" y="4530725"/>
          <p14:tracePt t="50133" x="8361363" y="4545013"/>
          <p14:tracePt t="50151" x="8415338" y="4545013"/>
          <p14:tracePt t="50157" x="8483600" y="4545013"/>
          <p14:tracePt t="50176" x="8613775" y="4557713"/>
          <p14:tracePt t="50191" x="8653463" y="4557713"/>
          <p14:tracePt t="50206" x="8667750" y="4557713"/>
          <p14:tracePt t="50216" x="8694738" y="4557713"/>
          <p14:tracePt t="50228" x="8709025" y="4557713"/>
          <p14:tracePt t="50236" x="8721725" y="4557713"/>
          <p14:tracePt t="50253" x="8736013" y="4545013"/>
          <p14:tracePt t="50254" x="8756650" y="4545013"/>
          <p14:tracePt t="50278" x="8769350" y="4545013"/>
          <p14:tracePt t="50280" x="8783638" y="4545013"/>
          <p14:tracePt t="50312" x="8783638" y="4530725"/>
          <p14:tracePt t="50344" x="8796338" y="4530725"/>
          <p14:tracePt t="50378" x="8810625" y="4530725"/>
          <p14:tracePt t="50389" x="8824913" y="4530725"/>
          <p14:tracePt t="50404" x="8837613" y="4530725"/>
          <p14:tracePt t="50416" x="8864600" y="4518025"/>
          <p14:tracePt t="50425" x="8891588" y="4518025"/>
          <p14:tracePt t="50442" x="8953500" y="4518025"/>
          <p14:tracePt t="50447" x="9021763" y="4518025"/>
          <p14:tracePt t="50457" x="9063038" y="4518025"/>
          <p14:tracePt t="50473" x="9117013" y="4503738"/>
          <p14:tracePt t="50485" x="9164638" y="4491038"/>
          <p14:tracePt t="50523" x="9191625" y="4491038"/>
          <p14:tracePt t="50536" x="9150350" y="4491038"/>
          <p14:tracePt t="50554" x="9102725" y="4470400"/>
          <p14:tracePt t="50565" x="9048750" y="4470400"/>
          <p14:tracePt t="50573" x="8994775" y="4470400"/>
          <p14:tracePt t="50581" x="8953500" y="4470400"/>
          <p14:tracePt t="50607" x="8905875" y="4470400"/>
          <p14:tracePt t="50638" x="8920163" y="4470400"/>
          <p14:tracePt t="50657" x="8932863" y="4470400"/>
          <p14:tracePt t="50666" x="9007475" y="4470400"/>
          <p14:tracePt t="50674" x="9075738" y="4470400"/>
          <p14:tracePt t="50694" x="9429750" y="4491038"/>
          <p14:tracePt t="50704" x="9586913" y="4491038"/>
          <p14:tracePt t="50723" x="9756775" y="4491038"/>
          <p14:tracePt t="50734" x="9864725" y="4491038"/>
          <p14:tracePt t="50740" x="9939338" y="4491038"/>
          <p14:tracePt t="50754" x="9953625" y="4491038"/>
          <p14:tracePt t="50767" x="9967913" y="4491038"/>
          <p14:tracePt t="50784" x="9953625" y="4491038"/>
          <p14:tracePt t="50795" x="9920288" y="4491038"/>
          <p14:tracePt t="50825" x="9742488" y="4470400"/>
          <p14:tracePt t="50833" x="9640888" y="4470400"/>
          <p14:tracePt t="50841" x="9525000" y="4470400"/>
          <p14:tracePt t="50872" x="9375775" y="4470400"/>
          <p14:tracePt t="50874" x="9348788" y="4470400"/>
          <p14:tracePt t="50885" x="9328150" y="4456113"/>
          <p14:tracePt t="50908" x="9348788" y="4456113"/>
          <p14:tracePt t="50918" x="9361488" y="4456113"/>
          <p14:tracePt t="50936" x="9415463" y="4456113"/>
          <p14:tracePt t="50945" x="9498013" y="4456113"/>
          <p14:tracePt t="50954" x="9586913" y="4456113"/>
          <p14:tracePt t="50964" x="9694863" y="4456113"/>
          <p14:tracePt t="50993" x="9879013" y="4456113"/>
          <p14:tracePt t="50999" x="9906000" y="4456113"/>
          <p14:tracePt t="51008" x="9920288" y="4456113"/>
          <p14:tracePt t="51042" x="9906000" y="4456113"/>
          <p14:tracePt t="51044" x="9864725" y="4456113"/>
          <p14:tracePt t="51054" x="9769475" y="4456113"/>
          <p14:tracePt t="51075" x="9640888" y="4456113"/>
          <p14:tracePt t="51077" x="9545638" y="4443413"/>
          <p14:tracePt t="51088" x="9402763" y="4443413"/>
          <p14:tracePt t="51105" x="9272588" y="4443413"/>
          <p14:tracePt t="51118" x="9191625" y="4443413"/>
          <p14:tracePt t="51122" x="9164638" y="4443413"/>
          <p14:tracePt t="51132" x="9129713" y="4456113"/>
          <p14:tracePt t="51160" x="9150350" y="4456113"/>
          <p14:tracePt t="51170" x="9164638" y="4456113"/>
          <p14:tracePt t="51178" x="9205913" y="4456113"/>
          <p14:tracePt t="51205" x="9348788" y="4456113"/>
          <p14:tracePt t="51223" x="9525000" y="4456113"/>
          <p14:tracePt t="51235" x="9599613" y="4456113"/>
          <p14:tracePt t="51246" x="9640888" y="4456113"/>
          <p14:tracePt t="51258" x="9653588" y="4456113"/>
          <p14:tracePt t="51278" x="9640888" y="4456113"/>
          <p14:tracePt t="51291" x="9613900" y="4456113"/>
          <p14:tracePt t="51300" x="9525000" y="4456113"/>
          <p14:tracePt t="51324" x="9429750" y="4456113"/>
          <p14:tracePt t="51325" x="9348788" y="4456113"/>
          <p14:tracePt t="51335" x="9245600" y="4470400"/>
          <p14:tracePt t="51353" x="9164638" y="4470400"/>
          <p14:tracePt t="51361" x="9117013" y="4491038"/>
          <p14:tracePt t="51373" x="9090025" y="4491038"/>
          <p14:tracePt t="51418" x="9129713" y="4491038"/>
          <p14:tracePt t="51426" x="9218613" y="4470400"/>
          <p14:tracePt t="51439" x="9328150" y="4470400"/>
          <p14:tracePt t="51458" x="9572625" y="4456113"/>
          <p14:tracePt t="51469" x="9709150" y="4456113"/>
          <p14:tracePt t="51481" x="9796463" y="4456113"/>
          <p14:tracePt t="51494" x="9825038" y="4456113"/>
          <p14:tracePt t="51538" x="9769475" y="4456113"/>
          <p14:tracePt t="51555" x="9682163" y="4456113"/>
          <p14:tracePt t="51566" x="9572625" y="4456113"/>
          <p14:tracePt t="51575" x="9483725" y="4456113"/>
          <p14:tracePt t="51592" x="9375775" y="4456113"/>
          <p14:tracePt t="51593" x="9272588" y="4456113"/>
          <p14:tracePt t="51605" x="9205913" y="4456113"/>
          <p14:tracePt t="51623" x="9177338" y="4470400"/>
          <p14:tracePt t="51634" x="9164638" y="4470400"/>
          <p14:tracePt t="51664" x="9177338" y="4470400"/>
          <p14:tracePt t="51673" x="9191625" y="4456113"/>
          <p14:tracePt t="51684" x="9218613" y="4456113"/>
          <p14:tracePt t="51694" x="9245600" y="4456113"/>
          <p14:tracePt t="51710" x="9286875" y="4456113"/>
          <p14:tracePt t="51719" x="9361488" y="4456113"/>
          <p14:tracePt t="51735" x="9444038" y="4456113"/>
          <p14:tracePt t="51744" x="9510713" y="4456113"/>
          <p14:tracePt t="51754" x="9613900" y="4470400"/>
          <p14:tracePt t="51766" x="9694863" y="4470400"/>
          <p14:tracePt t="51790" x="9769475" y="4491038"/>
          <p14:tracePt t="51820" x="9756775" y="4491038"/>
          <p14:tracePt t="51830" x="9721850" y="4491038"/>
          <p14:tracePt t="51842" x="9626600" y="4491038"/>
          <p14:tracePt t="51859" x="9525000" y="4491038"/>
          <p14:tracePt t="51869" x="9375775" y="4491038"/>
          <p14:tracePt t="51877" x="9232900" y="4491038"/>
          <p14:tracePt t="51907" x="9063038" y="4503738"/>
          <p14:tracePt t="51909" x="9021763" y="4503738"/>
          <p14:tracePt t="51919" x="9007475" y="4503738"/>
          <p14:tracePt t="51964" x="9021763" y="4503738"/>
          <p14:tracePt t="51976" x="9063038" y="4503738"/>
          <p14:tracePt t="51989" x="9150350" y="4518025"/>
          <p14:tracePt t="52004" x="9259888" y="4518025"/>
          <p14:tracePt t="52015" x="9402763" y="4530725"/>
          <p14:tracePt t="52025" x="9498013" y="4530725"/>
          <p14:tracePt t="52041" x="9626600" y="4530725"/>
          <p14:tracePt t="52049" x="9756775" y="4530725"/>
          <p14:tracePt t="52058" x="9825038" y="4530725"/>
          <p14:tracePt t="52068" x="9852025" y="4530725"/>
          <p14:tracePt t="52091" x="9864725" y="4530725"/>
          <p14:tracePt t="52111" x="9852025" y="4530725"/>
          <p14:tracePt t="52122" x="9825038" y="4530725"/>
          <p14:tracePt t="52141" x="9783763" y="4545013"/>
          <p14:tracePt t="52149" x="9756775" y="4545013"/>
          <p14:tracePt t="52157" x="9694863" y="4545013"/>
          <p14:tracePt t="52168" x="9640888" y="4545013"/>
          <p14:tracePt t="52188" x="9586913" y="4545013"/>
          <p14:tracePt t="52190" x="9558338" y="4557713"/>
          <p14:tracePt t="52202" x="9510713" y="4557713"/>
          <p14:tracePt t="52212" x="9483725" y="4557713"/>
          <p14:tracePt t="52233" x="9471025" y="4557713"/>
          <p14:tracePt t="52269" x="9483725" y="4557713"/>
          <p14:tracePt t="52285" x="9498013" y="4557713"/>
          <p14:tracePt t="52293" x="9558338" y="4557713"/>
          <p14:tracePt t="52302" x="9653588" y="4557713"/>
          <p14:tracePt t="52319" x="9742488" y="4572000"/>
          <p14:tracePt t="52332" x="9852025" y="4572000"/>
          <p14:tracePt t="52344" x="9994900" y="4572000"/>
          <p14:tracePt t="52352" x="10063163" y="4572000"/>
          <p14:tracePt t="52384" x="10177463" y="4572000"/>
          <p14:tracePt t="52394" x="10191750" y="4572000"/>
          <p14:tracePt t="52437" x="10164763" y="4572000"/>
          <p14:tracePt t="52451" x="10137775" y="4572000"/>
          <p14:tracePt t="52461" x="10063163" y="4572000"/>
          <p14:tracePt t="52472" x="10007600" y="4572000"/>
          <p14:tracePt t="52483" x="9879013" y="4572000"/>
          <p14:tracePt t="52495" x="9742488" y="4557713"/>
          <p14:tracePt t="52505" x="9599613" y="4557713"/>
          <p14:tracePt t="52524" x="9483725" y="4572000"/>
          <p14:tracePt t="52532" x="9388475" y="4572000"/>
          <p14:tracePt t="52541" x="9313863" y="4572000"/>
          <p14:tracePt t="52559" x="9301163" y="4572000"/>
          <p14:tracePt t="52606" x="9313863" y="4572000"/>
          <p14:tracePt t="52622" x="9328150" y="4572000"/>
          <p14:tracePt t="52728" x="9313863" y="4572000"/>
          <p14:tracePt t="52739" x="9286875" y="4586288"/>
          <p14:tracePt t="52751" x="9245600" y="4586288"/>
          <p14:tracePt t="52767" x="9164638" y="4598988"/>
          <p14:tracePt t="52775" x="9034463" y="4598988"/>
          <p14:tracePt t="52786" x="8864600" y="4625975"/>
          <p14:tracePt t="52809" x="8586788" y="4652963"/>
          <p14:tracePt t="52820" x="8443913" y="4687888"/>
          <p14:tracePt t="52840" x="8313738" y="4700588"/>
          <p14:tracePt t="52842" x="8245475" y="4714875"/>
          <p14:tracePt t="52854" x="8164513" y="4729163"/>
          <p14:tracePt t="52878" x="8075613" y="4756150"/>
          <p14:tracePt t="52905" x="8034338" y="4768850"/>
          <p14:tracePt t="52938" x="8021638" y="4768850"/>
          <p14:tracePt t="52939" x="8021638" y="4783138"/>
          <p14:tracePt t="52999" x="8007350" y="4783138"/>
          <p14:tracePt t="53021" x="7994650" y="4795838"/>
          <p14:tracePt t="53037" x="7980363" y="4795838"/>
          <p14:tracePt t="53045" x="7959725" y="4810125"/>
          <p14:tracePt t="53057" x="7932738" y="4824413"/>
          <p14:tracePt t="53074" x="7891463" y="4837113"/>
          <p14:tracePt t="53083" x="7837488" y="4851400"/>
          <p14:tracePt t="53109" x="7694613" y="4884738"/>
          <p14:tracePt t="53136" x="7613650" y="4911725"/>
          <p14:tracePt t="53138" x="7524750" y="4926013"/>
          <p14:tracePt t="53155" x="7497763" y="4938713"/>
          <p14:tracePt t="53157" x="7483475" y="4938713"/>
          <p14:tracePt t="53171" x="7483475" y="4953000"/>
          <p14:tracePt t="53223" x="7497763" y="4938713"/>
          <p14:tracePt t="53235" x="7510463" y="4938713"/>
          <p14:tracePt t="53251" x="7524750" y="4938713"/>
          <p14:tracePt t="53259" x="7539038" y="4926013"/>
          <p14:tracePt t="53271" x="7551738" y="4911725"/>
          <p14:tracePt t="53286" x="7566025" y="4884738"/>
          <p14:tracePt t="53308" x="7586663" y="4851400"/>
          <p14:tracePt t="53320" x="7586663" y="4824413"/>
          <p14:tracePt t="53332" x="7586663" y="4810125"/>
          <p14:tracePt t="53343" x="7599363" y="4795838"/>
          <p14:tracePt t="53354" x="7599363" y="4783138"/>
          <p14:tracePt t="53377" x="7613650" y="4768850"/>
          <p14:tracePt t="53394" x="7613650" y="4756150"/>
          <p14:tracePt t="53432" x="7613650" y="4741863"/>
          <p14:tracePt t="53453" x="7626350" y="4714875"/>
          <p14:tracePt t="53465" x="7626350" y="4700588"/>
          <p14:tracePt t="53474" x="7626350" y="4687888"/>
          <p14:tracePt t="53494" x="7626350" y="4673600"/>
          <p14:tracePt t="53495" x="7626350" y="4652963"/>
          <p14:tracePt t="53506" x="7626350" y="4640263"/>
          <p14:tracePt t="53523" x="7626350" y="4625975"/>
          <p14:tracePt t="53628" x="7626350" y="4640263"/>
          <p14:tracePt t="53639" x="7613650" y="4652963"/>
          <p14:tracePt t="53651" x="7599363" y="4687888"/>
          <p14:tracePt t="53667" x="7599363" y="4700588"/>
          <p14:tracePt t="53675" x="7586663" y="4729163"/>
          <p14:tracePt t="53687" x="7566025" y="4756150"/>
          <p14:tracePt t="53710" x="7566025" y="4783138"/>
          <p14:tracePt t="53711" x="7551738" y="4824413"/>
          <p14:tracePt t="53721" x="7539038" y="4851400"/>
          <p14:tracePt t="53738" x="7539038" y="4884738"/>
          <p14:tracePt t="53749" x="7539038" y="4911725"/>
          <p14:tracePt t="53756" x="7524750" y="4926013"/>
          <p14:tracePt t="53765" x="7524750" y="4953000"/>
          <p14:tracePt t="53792" x="7524750" y="4994275"/>
          <p14:tracePt t="53799" x="7524750" y="5006975"/>
          <p14:tracePt t="53810" x="7524750" y="5033963"/>
          <p14:tracePt t="53821" x="7524750" y="5068888"/>
          <p14:tracePt t="53842" x="7524750" y="5095875"/>
          <p14:tracePt t="53843" x="7524750" y="5122863"/>
          <p14:tracePt t="53855" x="7524750" y="5137150"/>
          <p14:tracePt t="53868" x="7524750" y="5164138"/>
          <p14:tracePt t="53891" x="7524750" y="5205413"/>
          <p14:tracePt t="53901" x="7524750" y="5218113"/>
          <p14:tracePt t="53911" x="7524750" y="5253038"/>
          <p14:tracePt t="53922" x="7524750" y="5280025"/>
          <p14:tracePt t="53941" x="7524750" y="5307013"/>
          <p14:tracePt t="53950" x="7524750" y="5334000"/>
          <p14:tracePt t="53958" x="7524750" y="5348288"/>
          <p14:tracePt t="53988" x="7524750" y="5375275"/>
          <p14:tracePt t="53990" x="7524750" y="5387975"/>
          <p14:tracePt t="56431" x="7539038" y="5387975"/>
          <p14:tracePt t="56452" x="7551738" y="5387975"/>
          <p14:tracePt t="56463" x="7586663" y="5375275"/>
          <p14:tracePt t="56474" x="7626350" y="5375275"/>
          <p14:tracePt t="56487" x="7653338" y="5360988"/>
          <p14:tracePt t="56501" x="7694613" y="5348288"/>
          <p14:tracePt t="56555" x="7878763" y="5191125"/>
          <p14:tracePt t="56573" x="7905750" y="5164138"/>
          <p14:tracePt t="56576" x="7920038" y="5137150"/>
          <p14:tracePt t="56577" x="7932738" y="5110163"/>
          <p14:tracePt t="56643" x="7947025" y="5081588"/>
          <p14:tracePt t="56711" x="7959725" y="5081588"/>
          <p14:tracePt t="56722" x="7959725" y="5068888"/>
          <p14:tracePt t="56737" x="7980363" y="5054600"/>
          <p14:tracePt t="56746" x="7994650" y="5033963"/>
          <p14:tracePt t="56775" x="8021638" y="4979988"/>
          <p14:tracePt t="56783" x="8034338" y="4938713"/>
          <p14:tracePt t="56816" x="8048625" y="4837113"/>
          <p14:tracePt t="56827" x="8048625" y="4810125"/>
          <p14:tracePt t="56837" x="8048625" y="4795838"/>
          <p14:tracePt t="56846" x="8048625" y="4783138"/>
          <p14:tracePt t="56878" x="8034338" y="4783138"/>
          <p14:tracePt t="56883" x="8034338" y="4768850"/>
          <p14:tracePt t="56992" x="8021638" y="4756150"/>
          <p14:tracePt t="57005" x="8007350" y="4741863"/>
          <p14:tracePt t="57016" x="8007350" y="4729163"/>
          <p14:tracePt t="57027" x="7994650" y="4700588"/>
          <p14:tracePt t="57044" x="7980363" y="4687888"/>
          <p14:tracePt t="57053" x="7959725" y="4652963"/>
          <p14:tracePt t="57061" x="7959725" y="4640263"/>
          <p14:tracePt t="57081" x="7947025" y="4625975"/>
          <p14:tracePt t="57094" x="7932738" y="4613275"/>
          <p14:tracePt t="57095" x="7920038" y="4598988"/>
          <p14:tracePt t="57126" x="7891463" y="4586288"/>
          <p14:tracePt t="57157" x="7878763" y="4586288"/>
          <p14:tracePt t="57159" x="7824788" y="4586288"/>
          <p14:tracePt t="57165" x="7762875" y="4586288"/>
          <p14:tracePt t="57176" x="7694613" y="4598988"/>
          <p14:tracePt t="57186" x="7640638" y="4613275"/>
          <p14:tracePt t="57210" x="7470775" y="4673600"/>
          <p14:tracePt t="57222" x="7388225" y="4700588"/>
          <p14:tracePt t="57246" x="7259638" y="4783138"/>
          <p14:tracePt t="57254" x="7205663" y="4851400"/>
          <p14:tracePt t="57278" x="7158038" y="4979988"/>
          <p14:tracePt t="57288" x="7158038" y="5068888"/>
          <p14:tracePt t="57314" x="7170738" y="5265738"/>
          <p14:tracePt t="57331" x="7205663" y="5530850"/>
          <p14:tracePt t="57342" x="7232650" y="5661025"/>
          <p14:tracePt t="57361" x="7272338" y="5756275"/>
          <p14:tracePt t="57370" x="7313613" y="5872163"/>
          <p14:tracePt t="57403" x="7415213" y="6069013"/>
          <p14:tracePt t="57404" x="7470775" y="6149975"/>
          <p14:tracePt t="57433" x="7551738" y="6253163"/>
          <p14:tracePt t="57438" x="7566025" y="6265863"/>
          <p14:tracePt t="57447" x="7599363" y="6280150"/>
          <p14:tracePt t="57462" x="7613650" y="6280150"/>
          <p14:tracePt t="57478" x="7626350" y="6280150"/>
          <p14:tracePt t="57493" x="7653338" y="6265863"/>
          <p14:tracePt t="57505" x="7694613" y="6224588"/>
          <p14:tracePt t="57526" x="7783513" y="6110288"/>
          <p14:tracePt t="57540" x="7837488" y="6015038"/>
          <p14:tracePt t="57573" x="8021638" y="5688013"/>
          <p14:tracePt t="57596" x="8116888" y="5491163"/>
          <p14:tracePt t="57631" x="8218488" y="5149850"/>
          <p14:tracePt t="57639" x="8232775" y="5081588"/>
          <p14:tracePt t="57655" x="8245475" y="5006975"/>
          <p14:tracePt t="57666" x="8245475" y="4967288"/>
          <p14:tracePt t="57679" x="8245475" y="4938713"/>
          <p14:tracePt t="57681" x="8245475" y="4926013"/>
          <p14:tracePt t="57691" x="8232775" y="4911725"/>
          <p14:tracePt t="57916" x="8218488" y="4851400"/>
          <p14:tracePt t="57926" x="8218488" y="4837113"/>
          <p14:tracePt t="57937" x="8218488" y="4824413"/>
          <p14:tracePt t="57993" x="8191500" y="4824413"/>
          <p14:tracePt t="58005" x="8164513" y="4824413"/>
          <p14:tracePt t="58400" x="8177213" y="4810125"/>
          <p14:tracePt t="58411" x="8177213" y="4795838"/>
          <p14:tracePt t="58434" x="8177213" y="4783138"/>
          <p14:tracePt t="58445" x="8164513" y="4783138"/>
          <p14:tracePt t="58457" x="8143875" y="4768850"/>
          <p14:tracePt t="58513" x="8129588" y="4768850"/>
          <p14:tracePt t="58516" x="8129588" y="4783138"/>
          <p14:tracePt t="58523" x="8129588" y="4795838"/>
          <p14:tracePt t="58541" x="8129588" y="4824413"/>
          <p14:tracePt t="58556" x="8129588" y="4837113"/>
          <p14:tracePt t="58557" x="8129588" y="4851400"/>
          <p14:tracePt t="58568" x="8129588" y="4872038"/>
          <p14:tracePt t="58672" x="8143875" y="4851400"/>
          <p14:tracePt t="58684" x="8143875" y="4837113"/>
          <p14:tracePt t="58736" x="8143875" y="4851400"/>
          <p14:tracePt t="58747" x="8143875" y="4872038"/>
          <p14:tracePt t="58774" x="8143875" y="4884738"/>
          <p14:tracePt t="58783" x="8129588" y="4899025"/>
          <p14:tracePt t="58794" x="8129588" y="4911725"/>
          <p14:tracePt t="58827" x="8129588" y="4926013"/>
          <p14:tracePt t="59019" x="8129588" y="4938713"/>
          <p14:tracePt t="59019" x="8116888" y="4953000"/>
          <p14:tracePt t="59029" x="8116888" y="4967288"/>
          <p14:tracePt t="59040" x="8116888" y="4979988"/>
          <p14:tracePt t="59051" x="8102600" y="5006975"/>
          <p14:tracePt t="59064" x="8102600" y="5021263"/>
          <p14:tracePt t="59075" x="8102600" y="5033963"/>
          <p14:tracePt t="59098" x="8102600" y="5054600"/>
          <p14:tracePt t="59287" x="8102600" y="5068888"/>
          <p14:tracePt t="59309" x="8102600" y="5081588"/>
          <p14:tracePt t="59324" x="8102600" y="5095875"/>
          <p14:tracePt t="59333" x="8102600" y="5110163"/>
          <p14:tracePt t="59344" x="8102600" y="5122863"/>
          <p14:tracePt t="59355" x="8089900" y="5137150"/>
          <p14:tracePt t="59382" x="8089900" y="5149850"/>
          <p14:tracePt t="59390" x="8089900" y="5164138"/>
          <p14:tracePt t="59408" x="8075613" y="5164138"/>
          <p14:tracePt t="59416" x="8075613" y="5176838"/>
          <p14:tracePt t="59424" x="8075613" y="5191125"/>
          <p14:tracePt t="59438" x="8062913" y="5218113"/>
          <p14:tracePt t="59457" x="8062913" y="5232400"/>
          <p14:tracePt t="59458" x="8048625" y="5232400"/>
          <p14:tracePt t="59486" x="8048625" y="5253038"/>
          <p14:tracePt t="59647" x="8048625" y="5265738"/>
          <p14:tracePt t="59669" x="8048625" y="5292725"/>
          <p14:tracePt t="59684" x="8048625" y="5307013"/>
          <p14:tracePt t="59718" x="8062913" y="5360988"/>
          <p14:tracePt t="59727" x="8062913" y="5387975"/>
          <p14:tracePt t="59730" x="8062913" y="5435600"/>
          <p14:tracePt t="59749" x="8062913" y="5449888"/>
          <p14:tracePt t="59751" x="8062913" y="5476875"/>
          <p14:tracePt t="59760" x="8062913" y="5503863"/>
          <p14:tracePt t="59772" x="8062913" y="5518150"/>
          <p14:tracePt t="59798" x="8062913" y="5530850"/>
          <p14:tracePt t="59840" x="8075613" y="5530850"/>
          <p14:tracePt t="59973" x="8089900" y="5530850"/>
          <p14:tracePt t="59984" x="8089900" y="5545138"/>
          <p14:tracePt t="59999" x="8089900" y="5557838"/>
          <p14:tracePt t="60011" x="8102600" y="5586413"/>
          <p14:tracePt t="60020" x="8116888" y="5613400"/>
          <p14:tracePt t="60036" x="8116888" y="5634038"/>
          <p14:tracePt t="60045" x="8116888" y="5661025"/>
          <p14:tracePt t="60065" x="8116888" y="5688013"/>
          <p14:tracePt t="60066" x="8116888" y="5700713"/>
          <p14:tracePt t="60088" x="8116888" y="5741988"/>
          <p14:tracePt t="60098" x="8116888" y="5756275"/>
          <p14:tracePt t="60121" x="8116888" y="5768975"/>
          <p14:tracePt t="60312" x="8129588" y="5795963"/>
          <p14:tracePt t="60322" x="8129588" y="5816600"/>
          <p14:tracePt t="60333" x="8129588" y="5843588"/>
          <p14:tracePt t="60346" x="8116888" y="5884863"/>
          <p14:tracePt t="60356" x="8116888" y="5926138"/>
          <p14:tracePt t="60368" x="8116888" y="5967413"/>
          <p14:tracePt t="60389" x="8116888" y="6015038"/>
          <p14:tracePt t="60390" x="8116888" y="6042025"/>
          <p14:tracePt t="60402" x="8116888" y="6069013"/>
          <p14:tracePt t="60413" x="8116888" y="6096000"/>
          <p14:tracePt t="60425" x="8129588" y="6110288"/>
          <p14:tracePt t="60443" x="8129588" y="6122988"/>
          <p14:tracePt t="60451" x="8129588" y="6149975"/>
          <p14:tracePt t="60460" x="8129588" y="6164263"/>
          <p14:tracePt t="60488" x="8129588" y="6176963"/>
          <p14:tracePt t="60495" x="8129588" y="6197600"/>
          <p14:tracePt t="60592" x="8143875" y="6197600"/>
          <p14:tracePt t="60603" x="8143875" y="6176963"/>
          <p14:tracePt t="60619" x="8164513" y="6176963"/>
          <p14:tracePt t="60661" x="8177213" y="6176963"/>
          <p14:tracePt t="61077" x="8177213" y="6149975"/>
          <p14:tracePt t="61078" x="8177213" y="6137275"/>
          <p14:tracePt t="61087" x="8177213" y="6122988"/>
          <p14:tracePt t="61103" x="8177213" y="6110288"/>
          <p14:tracePt t="61111" x="8177213" y="6096000"/>
          <p14:tracePt t="61122" x="8191500" y="6096000"/>
          <p14:tracePt t="61222" x="8191500" y="6081713"/>
          <p14:tracePt t="61257" x="8191500" y="6069013"/>
          <p14:tracePt t="61269" x="8205788" y="6042025"/>
          <p14:tracePt t="61286" x="8205788" y="6015038"/>
          <p14:tracePt t="61294" x="8218488" y="5994400"/>
          <p14:tracePt t="61307" x="8218488" y="5967413"/>
          <p14:tracePt t="61327" x="8245475" y="5926138"/>
          <p14:tracePt t="61335" x="8259763" y="5911850"/>
          <p14:tracePt t="61353" x="8259763" y="5899150"/>
          <p14:tracePt t="61366" x="8272463" y="5884863"/>
          <p14:tracePt t="61381" x="8272463" y="5872163"/>
          <p14:tracePt t="61409" x="8286750" y="5843588"/>
          <p14:tracePt t="61417" x="8286750" y="5830888"/>
          <p14:tracePt t="61426" x="8286750" y="5795963"/>
          <p14:tracePt t="61455" x="8286750" y="5756275"/>
          <p14:tracePt t="61461" x="8286750" y="5715000"/>
          <p14:tracePt t="61476" x="8286750" y="5661025"/>
          <p14:tracePt t="61486" x="8286750" y="5613400"/>
          <p14:tracePt t="61494" x="8272463" y="5572125"/>
          <p14:tracePt t="61506" x="8259763" y="5503863"/>
          <p14:tracePt t="61540" x="8143875" y="5280025"/>
          <p14:tracePt t="61552" x="8102600" y="5205413"/>
          <p14:tracePt t="61564" x="8062913" y="5149850"/>
          <p14:tracePt t="61586" x="7994650" y="5095875"/>
          <p14:tracePt t="61603" x="7947025" y="5081588"/>
          <p14:tracePt t="61625" x="7932738" y="5081588"/>
          <p14:tracePt t="61632" x="7920038" y="5081588"/>
          <p14:tracePt t="61634" x="7891463" y="5095875"/>
          <p14:tracePt t="61656" x="7762875" y="5253038"/>
          <p14:tracePt t="61675" x="7708900" y="5334000"/>
          <p14:tracePt t="61677" x="7653338" y="5462588"/>
          <p14:tracePt t="61726" x="7640638" y="5768975"/>
          <p14:tracePt t="61735" x="7653338" y="5816600"/>
          <p14:tracePt t="61745" x="7667625" y="5830888"/>
          <p14:tracePt t="61757" x="7708900" y="5857875"/>
          <p14:tracePt t="61776" x="7824788" y="5872163"/>
          <p14:tracePt t="61792" x="7891463" y="5872163"/>
          <p14:tracePt t="61809" x="7947025" y="5872163"/>
          <p14:tracePt t="61810" x="8007350" y="5843588"/>
          <p14:tracePt t="61827" x="8048625" y="5795963"/>
          <p14:tracePt t="61853" x="8116888" y="5414963"/>
          <p14:tracePt t="61873" x="8116888" y="5292725"/>
          <p14:tracePt t="61882" x="8089900" y="5095875"/>
          <p14:tracePt t="61892" x="8034338" y="4926013"/>
          <p14:tracePt t="61925" x="7810500" y="4625975"/>
          <p14:tracePt t="61936" x="7721600" y="4545013"/>
          <p14:tracePt t="61954" x="7653338" y="4503738"/>
          <p14:tracePt t="61957" x="7551738" y="4456113"/>
          <p14:tracePt t="61966" x="7456488" y="4443413"/>
          <p14:tracePt t="61986" x="7354888" y="4429125"/>
          <p14:tracePt t="61989" x="7272338" y="4429125"/>
          <p14:tracePt t="62005" x="7158038" y="4456113"/>
          <p14:tracePt t="62016" x="7062788" y="4518025"/>
          <p14:tracePt t="62035" x="6973888" y="4557713"/>
          <p14:tracePt t="62036" x="6851650" y="4652963"/>
          <p14:tracePt t="62048" x="6721475" y="4768850"/>
          <p14:tracePt t="62067" x="6538913" y="5006975"/>
          <p14:tracePt t="62089" x="6456363" y="5149850"/>
          <p14:tracePt t="62091" x="6429375" y="5307013"/>
          <p14:tracePt t="62101" x="6429375" y="5402263"/>
          <p14:tracePt t="62119" x="6456363" y="5545138"/>
          <p14:tracePt t="62127" x="6497638" y="5700713"/>
          <p14:tracePt t="62136" x="6565900" y="5857875"/>
          <p14:tracePt t="62153" x="6626225" y="5953125"/>
          <p14:tracePt t="62172" x="6721475" y="6096000"/>
          <p14:tracePt t="62173" x="6837363" y="6211888"/>
          <p14:tracePt t="62184" x="6946900" y="6292850"/>
          <p14:tracePt t="62208" x="7143750" y="6396038"/>
          <p14:tracePt t="62216" x="7259638" y="6423025"/>
          <p14:tracePt t="62238" x="7456488" y="6435725"/>
          <p14:tracePt t="62257" x="7586663" y="6435725"/>
          <p14:tracePt t="62259" x="7721600" y="6408738"/>
          <p14:tracePt t="62269" x="7824788" y="6348413"/>
          <p14:tracePt t="62283" x="7932738" y="6265863"/>
          <p14:tracePt t="62304" x="8102600" y="5980113"/>
          <p14:tracePt t="62316" x="8191500" y="5741988"/>
          <p14:tracePt t="62338" x="8218488" y="5462588"/>
          <p14:tracePt t="62340" x="8205788" y="5205413"/>
          <p14:tracePt t="62348" x="8177213" y="5068888"/>
          <p14:tracePt t="62359" x="8089900" y="4926013"/>
          <p14:tracePt t="62382" x="8034338" y="4851400"/>
          <p14:tracePt t="62384" x="7980363" y="4810125"/>
          <p14:tracePt t="62415" x="7932738" y="4783138"/>
          <p14:tracePt t="67791" x="7837488" y="4795838"/>
          <p14:tracePt t="67792" x="7762875" y="4824413"/>
          <p14:tracePt t="67805" x="7694613" y="4851400"/>
          <p14:tracePt t="67817" x="7667625" y="4872038"/>
          <p14:tracePt t="67829" x="7626350" y="4884738"/>
          <p14:tracePt t="67842" x="7613650" y="4884738"/>
          <p14:tracePt t="67852" x="7613650" y="4899025"/>
          <p14:tracePt t="67875" x="7599363" y="4899025"/>
          <p14:tracePt t="67886" x="7599363" y="4911725"/>
          <p14:tracePt t="67922" x="7599363" y="4938713"/>
          <p14:tracePt t="67933" x="7599363" y="4953000"/>
          <p14:tracePt t="67943" x="7599363" y="4967288"/>
          <p14:tracePt t="67964" x="7599363" y="4979988"/>
          <p14:tracePt t="67966" x="7613650" y="4979988"/>
          <p14:tracePt t="67975" x="7613650" y="4994275"/>
          <p14:tracePt t="67985" x="7626350" y="4994275"/>
          <p14:tracePt t="68000" x="7626350" y="5006975"/>
          <p14:tracePt t="68006" x="7640638" y="5006975"/>
          <p14:tracePt t="68019" x="7653338" y="5006975"/>
          <p14:tracePt t="68049" x="7681913" y="5006975"/>
          <p14:tracePt t="68056" x="7694613" y="5006975"/>
          <p14:tracePt t="68064" x="7708900" y="5006975"/>
          <p14:tracePt t="68097" x="7735888" y="5006975"/>
          <p14:tracePt t="68109" x="7762875" y="5006975"/>
          <p14:tracePt t="68110" x="7796213" y="5006975"/>
          <p14:tracePt t="68131" x="7864475" y="4994275"/>
          <p14:tracePt t="68133" x="7891463" y="4994275"/>
          <p14:tracePt t="68142" x="7920038" y="4994275"/>
          <p14:tracePt t="68161" x="7947025" y="4994275"/>
          <p14:tracePt t="68604" x="7905750" y="5006975"/>
          <p14:tracePt t="68613" x="7891463" y="5021263"/>
          <p14:tracePt t="68625" x="7878763" y="5033963"/>
          <p14:tracePt t="68641" x="7864475" y="5033963"/>
          <p14:tracePt t="68649" x="7851775" y="5054600"/>
          <p14:tracePt t="68660" x="7837488" y="5054600"/>
          <p14:tracePt t="68670" x="7824788" y="5068888"/>
          <p14:tracePt t="68691" x="7810500" y="5068888"/>
          <p14:tracePt t="68699" x="7783513" y="5068888"/>
          <p14:tracePt t="68711" x="7762875" y="5081588"/>
          <p14:tracePt t="68728" x="7748588" y="5081588"/>
          <p14:tracePt t="68730" x="7735888" y="5095875"/>
          <p14:tracePt t="68748" x="7721600" y="5095875"/>
          <p14:tracePt t="68750" x="7708900" y="5110163"/>
          <p14:tracePt t="68777" x="7708900" y="5122863"/>
          <p14:tracePt t="68885" x="7721600" y="5122863"/>
          <p14:tracePt t="68909" x="7748588" y="5122863"/>
          <p14:tracePt t="68921" x="7783513" y="5122863"/>
          <p14:tracePt t="68929" x="7810500" y="5122863"/>
          <p14:tracePt t="68944" x="7837488" y="5122863"/>
          <p14:tracePt t="68956" x="7864475" y="5122863"/>
          <p14:tracePt t="68964" x="7905750" y="5122863"/>
          <p14:tracePt t="68976" x="7932738" y="5110163"/>
          <p14:tracePt t="68998" x="7959725" y="5110163"/>
          <p14:tracePt t="69008" x="7980363" y="5110163"/>
          <p14:tracePt t="69086" x="7959725" y="5110163"/>
          <p14:tracePt t="69097" x="7920038" y="5110163"/>
          <p14:tracePt t="69108" x="7864475" y="5110163"/>
          <p14:tracePt t="69126" x="7762875" y="5095875"/>
          <p14:tracePt t="69135" x="7653338" y="5095875"/>
          <p14:tracePt t="69163" x="7497763" y="5095875"/>
          <p14:tracePt t="69174" x="7429500" y="5095875"/>
          <p14:tracePt t="69180" x="7340600" y="5110163"/>
          <p14:tracePt t="69189" x="7286625" y="5110163"/>
          <p14:tracePt t="69212" x="7205663" y="5110163"/>
          <p14:tracePt t="69224" x="7158038" y="5110163"/>
          <p14:tracePt t="69234" x="7143750" y="5110163"/>
          <p14:tracePt t="69252" x="7129463" y="5110163"/>
          <p14:tracePt t="69260" x="7102475" y="5110163"/>
          <p14:tracePt t="69268" x="7089775" y="5110163"/>
          <p14:tracePt t="69356" x="7116763" y="5110163"/>
          <p14:tracePt t="69367" x="7158038" y="5110163"/>
          <p14:tracePt t="69380" x="7232650" y="5110163"/>
          <p14:tracePt t="69391" x="7327900" y="5095875"/>
          <p14:tracePt t="69413" x="7415213" y="5095875"/>
          <p14:tracePt t="69415" x="7510463" y="5095875"/>
          <p14:tracePt t="69425" x="7599363" y="5095875"/>
          <p14:tracePt t="69436" x="7653338" y="5081588"/>
          <p14:tracePt t="69448" x="7694613" y="5081588"/>
          <p14:tracePt t="69464" x="7708900" y="5081588"/>
          <p14:tracePt t="69497" x="7694613" y="5081588"/>
          <p14:tracePt t="69506" x="7653338" y="5081588"/>
          <p14:tracePt t="69515" x="7566025" y="5081588"/>
          <p14:tracePt t="69529" x="7483475" y="5081588"/>
          <p14:tracePt t="69539" x="7354888" y="5081588"/>
          <p14:tracePt t="69548" x="7218363" y="5081588"/>
          <p14:tracePt t="69559" x="7129463" y="5081588"/>
          <p14:tracePt t="69583" x="6946900" y="5081588"/>
          <p14:tracePt t="69592" x="6905625" y="5081588"/>
          <p14:tracePt t="69605" x="6891338" y="5081588"/>
          <p14:tracePt t="69661" x="6905625" y="5081588"/>
          <p14:tracePt t="69675" x="6932613" y="5081588"/>
          <p14:tracePt t="69684" x="6959600" y="5081588"/>
          <p14:tracePt t="69694" x="7034213" y="5081588"/>
          <p14:tracePt t="69708" x="7129463" y="5081588"/>
          <p14:tracePt t="69719" x="7245350" y="5081588"/>
          <p14:tracePt t="69735" x="7340600" y="5081588"/>
          <p14:tracePt t="69744" x="7443788" y="5081588"/>
          <p14:tracePt t="69753" x="7524750" y="5081588"/>
          <p14:tracePt t="69776" x="7586663" y="5081588"/>
          <p14:tracePt t="69795" x="7599363" y="5081588"/>
          <p14:tracePt t="69795" x="7586663" y="5081588"/>
          <p14:tracePt t="69807" x="7566025" y="5081588"/>
          <p14:tracePt t="69822" x="7510463" y="5081588"/>
          <p14:tracePt t="69830" x="7415213" y="5081588"/>
          <p14:tracePt t="69846" x="7272338" y="5068888"/>
          <p14:tracePt t="69857" x="7170738" y="5068888"/>
          <p14:tracePt t="69864" x="7034213" y="5068888"/>
          <p14:tracePt t="69901" x="6824663" y="5068888"/>
          <p14:tracePt t="69917" x="6810375" y="5068888"/>
          <p14:tracePt t="69942" x="6824663" y="5068888"/>
          <p14:tracePt t="69961" x="6851650" y="5068888"/>
          <p14:tracePt t="69967" x="6919913" y="5068888"/>
          <p14:tracePt t="69983" x="6973888" y="5068888"/>
          <p14:tracePt t="69992" x="7102475" y="5081588"/>
          <p14:tracePt t="70001" x="7259638" y="5081588"/>
          <p14:tracePt t="70012" x="7388225" y="5081588"/>
          <p14:tracePt t="70035" x="7694613" y="5081588"/>
          <p14:tracePt t="70045" x="7762875" y="5095875"/>
          <p14:tracePt t="70064" x="7783513" y="5095875"/>
          <p14:tracePt t="70073" x="7796213" y="5095875"/>
          <p14:tracePt t="70095" x="7748588" y="5081588"/>
          <p14:tracePt t="70130" x="7551738" y="5081588"/>
          <p14:tracePt t="70131" x="7429500" y="5081588"/>
          <p14:tracePt t="70133" x="7313613" y="5081588"/>
          <p14:tracePt t="70145" x="7170738" y="5081588"/>
          <p14:tracePt t="70159" x="7048500" y="5081588"/>
          <p14:tracePt t="70183" x="6919913" y="5081588"/>
          <p14:tracePt t="70202" x="6905625" y="5081588"/>
          <p14:tracePt t="70226" x="6919913" y="5081588"/>
          <p14:tracePt t="70235" x="6959600" y="5081588"/>
          <p14:tracePt t="70246" x="7034213" y="5081588"/>
          <p14:tracePt t="70260" x="7102475" y="5095875"/>
          <p14:tracePt t="70268" x="7232650" y="5095875"/>
          <p14:tracePt t="70287" x="7354888" y="5095875"/>
          <p14:tracePt t="70295" x="7483475" y="5095875"/>
          <p14:tracePt t="70312" x="7551738" y="5095875"/>
          <p14:tracePt t="70314" x="7599363" y="5095875"/>
          <p14:tracePt t="70325" x="7626350" y="5095875"/>
          <p14:tracePt t="70346" x="7613650" y="5095875"/>
          <p14:tracePt t="70362" x="7566025" y="5095875"/>
          <p14:tracePt t="70374" x="7470775" y="5095875"/>
          <p14:tracePt t="70382" x="7367588" y="5095875"/>
          <p14:tracePt t="70393" x="7232650" y="5095875"/>
          <p14:tracePt t="70413" x="7075488" y="5095875"/>
          <p14:tracePt t="70415" x="6932613" y="5095875"/>
          <p14:tracePt t="70427" x="6878638" y="5095875"/>
          <p14:tracePt t="70444" x="6824663" y="5095875"/>
          <p14:tracePt t="70460" x="6796088" y="5095875"/>
          <p14:tracePt t="70483" x="6810375" y="5095875"/>
          <p14:tracePt t="70496" x="6864350" y="5095875"/>
          <p14:tracePt t="70508" x="6932613" y="5095875"/>
          <p14:tracePt t="70518" x="7034213" y="5095875"/>
          <p14:tracePt t="70529" x="7191375" y="5095875"/>
          <p14:tracePt t="70543" x="7354888" y="5110163"/>
          <p14:tracePt t="70557" x="7497763" y="5122863"/>
          <p14:tracePt t="70576" x="7694613" y="5137150"/>
          <p14:tracePt t="70578" x="7864475" y="5149850"/>
          <p14:tracePt t="70593" x="7959725" y="5149850"/>
          <p14:tracePt t="70596" x="8021638" y="5164138"/>
          <p14:tracePt t="70629" x="8034338" y="5164138"/>
          <p14:tracePt t="70640" x="7959725" y="5164138"/>
          <p14:tracePt t="70651" x="7837488" y="5164138"/>
          <p14:tracePt t="70663" x="7667625" y="5164138"/>
          <p14:tracePt t="70680" x="7497763" y="5164138"/>
          <p14:tracePt t="70691" x="7286625" y="5149850"/>
          <p14:tracePt t="70700" x="7102475" y="5149850"/>
          <p14:tracePt t="70739" x="6891338" y="5149850"/>
          <p14:tracePt t="70764" x="6919913" y="5149850"/>
          <p14:tracePt t="70780" x="6994525" y="5149850"/>
          <p14:tracePt t="70791" x="7116763" y="5149850"/>
          <p14:tracePt t="70798" x="7245350" y="5149850"/>
          <p14:tracePt t="70812" x="7456488" y="5149850"/>
          <p14:tracePt t="70824" x="7653338" y="5164138"/>
          <p14:tracePt t="70839" x="7810500" y="5164138"/>
          <p14:tracePt t="70848" x="7959725" y="5164138"/>
          <p14:tracePt t="70859" x="8089900" y="5164138"/>
          <p14:tracePt t="70873" x="8143875" y="5164138"/>
          <p14:tracePt t="70881" x="8164513" y="5164138"/>
          <p14:tracePt t="70899" x="8143875" y="5164138"/>
          <p14:tracePt t="70916" x="8075613" y="5164138"/>
          <p14:tracePt t="70924" x="8007350" y="5164138"/>
          <p14:tracePt t="70934" x="7891463" y="5164138"/>
          <p14:tracePt t="70965" x="7539038" y="5164138"/>
          <p14:tracePt t="70978" x="7443788" y="5164138"/>
          <p14:tracePt t="70988" x="7367588" y="5164138"/>
          <p14:tracePt t="71023" x="7354888" y="5164138"/>
          <p14:tracePt t="71040" x="7367588" y="5164138"/>
          <p14:tracePt t="71049" x="7415213" y="5164138"/>
          <p14:tracePt t="71063" x="7483475" y="5164138"/>
          <p14:tracePt t="71072" x="7599363" y="5164138"/>
          <p14:tracePt t="71081" x="7694613" y="5164138"/>
          <p14:tracePt t="71090" x="7824788" y="5164138"/>
          <p14:tracePt t="71112" x="8048625" y="5164138"/>
          <p14:tracePt t="71124" x="8102600" y="5164138"/>
          <p14:tracePt t="71146" x="8164513" y="5164138"/>
          <p14:tracePt t="71149" x="8177213" y="5164138"/>
          <p14:tracePt t="71192" x="8164513" y="5164138"/>
          <p14:tracePt t="71247" x="8164513" y="5176838"/>
          <p14:tracePt t="71259" x="8164513" y="5191125"/>
          <p14:tracePt t="71273" x="8143875" y="5205413"/>
          <p14:tracePt t="71282" x="8116888" y="5232400"/>
          <p14:tracePt t="71299" x="8089900" y="5292725"/>
          <p14:tracePt t="71315" x="7980363" y="5476875"/>
          <p14:tracePt t="71348" x="7891463" y="5661025"/>
          <p14:tracePt t="71349" x="7864475" y="5768975"/>
          <p14:tracePt t="71375" x="7851775" y="5911850"/>
          <p14:tracePt t="71399" x="7864475" y="5994400"/>
          <p14:tracePt t="71412" x="7878763" y="6015038"/>
          <p14:tracePt t="71448" x="7891463" y="6042025"/>
          <p14:tracePt t="71468" x="7878763" y="6042025"/>
          <p14:tracePt t="71478" x="7851775" y="6042025"/>
          <p14:tracePt t="71489" x="7837488" y="6042025"/>
          <p14:tracePt t="71498" x="7810500" y="6042025"/>
          <p14:tracePt t="71507" x="7783513" y="6042025"/>
          <p14:tracePt t="71529" x="7748588" y="6054725"/>
          <p14:tracePt t="71530" x="7721600" y="6054725"/>
          <p14:tracePt t="71540" x="7694613" y="6054725"/>
          <p14:tracePt t="71551" x="7653338" y="6054725"/>
          <p14:tracePt t="71565" x="7626350" y="6069013"/>
          <p14:tracePt t="71576" x="7599363" y="6069013"/>
          <p14:tracePt t="71588" x="7551738" y="6081713"/>
          <p14:tracePt t="71613" x="7497763" y="6096000"/>
          <p14:tracePt t="71624" x="7456488" y="6096000"/>
          <p14:tracePt t="71635" x="7429500" y="6096000"/>
          <p14:tracePt t="71655" x="7402513" y="6110288"/>
          <p14:tracePt t="71656" x="7367588" y="6110288"/>
          <p14:tracePt t="71665" x="7340600" y="6110288"/>
          <p14:tracePt t="71707" x="7245350" y="6122988"/>
          <p14:tracePt t="71710" x="7205663" y="6137275"/>
          <p14:tracePt t="71725" x="7170738" y="6137275"/>
          <p14:tracePt t="71734" x="7143750" y="6149975"/>
          <p14:tracePt t="71750" x="7089775" y="6164263"/>
          <p14:tracePt t="71758" x="7048500" y="6176963"/>
          <p14:tracePt t="71781" x="6973888" y="6211888"/>
          <p14:tracePt t="71790" x="6946900" y="6211888"/>
          <p14:tracePt t="71799" x="6932613" y="6224588"/>
          <p14:tracePt t="71865" x="6946900" y="6224588"/>
          <p14:tracePt t="71866" x="6959600" y="6224588"/>
          <p14:tracePt t="71877" x="6994525" y="6224588"/>
          <p14:tracePt t="71896" x="7021513" y="6224588"/>
          <p14:tracePt t="71904" x="7062788" y="6224588"/>
          <p14:tracePt t="71913" x="7143750" y="6224588"/>
          <p14:tracePt t="71923" x="7245350" y="6238875"/>
          <p14:tracePt t="71949" x="7443788" y="6238875"/>
          <p14:tracePt t="71958" x="7551738" y="6238875"/>
          <p14:tracePt t="71968" x="7653338" y="6238875"/>
          <p14:tracePt t="71996" x="7796213" y="6238875"/>
          <p14:tracePt t="72007" x="7851775" y="6238875"/>
          <p14:tracePt t="72016" x="7878763" y="6238875"/>
          <p14:tracePt t="72033" x="7905750" y="6238875"/>
          <p14:tracePt t="72038" x="7920038" y="6238875"/>
          <p14:tracePt t="72075" x="7905750" y="6238875"/>
          <p14:tracePt t="72083" x="7878763" y="6238875"/>
          <p14:tracePt t="72091" x="7837488" y="6224588"/>
          <p14:tracePt t="72110" x="7796213" y="6224588"/>
          <p14:tracePt t="72118" x="7708900" y="6224588"/>
          <p14:tracePt t="72128" x="7626350" y="6224588"/>
          <p14:tracePt t="72136" x="7539038" y="6224588"/>
          <p14:tracePt t="72164" x="7367588" y="6238875"/>
          <p14:tracePt t="72174" x="7327900" y="6238875"/>
          <p14:tracePt t="72182" x="7313613" y="6238875"/>
          <p14:tracePt t="72213" x="7327900" y="6238875"/>
          <p14:tracePt t="72215" x="7388225" y="6238875"/>
          <p14:tracePt t="72226" x="7456488" y="6238875"/>
          <p14:tracePt t="72250" x="7667625" y="6253163"/>
          <p14:tracePt t="72260" x="7721600" y="6253163"/>
          <p14:tracePt t="72278" x="7762875" y="6265863"/>
          <p14:tracePt t="77736" x="7796213" y="6265863"/>
          <p14:tracePt t="77741" x="7891463" y="6253163"/>
          <p14:tracePt t="77751" x="8007350" y="6238875"/>
          <p14:tracePt t="77770" x="8089900" y="6224588"/>
          <p14:tracePt t="77779" x="8191500" y="6224588"/>
          <p14:tracePt t="77792" x="8245475" y="6211888"/>
          <p14:tracePt t="77804" x="8301038" y="6197600"/>
          <p14:tracePt t="77826" x="8361363" y="6164263"/>
          <p14:tracePt t="77829" x="8388350" y="6149975"/>
          <p14:tracePt t="77837" x="8429625" y="6137275"/>
          <p14:tracePt t="77851" x="8443913" y="6122988"/>
          <p14:tracePt t="77853" x="8470900" y="6122988"/>
          <p14:tracePt t="77877" x="8497888" y="6110288"/>
          <p14:tracePt t="78087" x="8586788" y="6054725"/>
          <p14:tracePt t="78098" x="8626475" y="5967413"/>
          <p14:tracePt t="78108" x="8640763" y="5843588"/>
          <p14:tracePt t="78121" x="8653463" y="5729288"/>
          <p14:tracePt t="78132" x="8667750" y="5557838"/>
          <p14:tracePt t="78143" x="8694738" y="5387975"/>
          <p14:tracePt t="78165" x="8721725" y="5280025"/>
          <p14:tracePt t="78166" x="8756650" y="5122863"/>
          <p14:tracePt t="78178" x="8796338" y="4967288"/>
          <p14:tracePt t="78192" x="8824913" y="4837113"/>
          <p14:tracePt t="78212" x="8851900" y="4687888"/>
          <p14:tracePt t="78225" x="8864600" y="4625975"/>
          <p14:tracePt t="78235" x="8864600" y="4572000"/>
          <p14:tracePt t="78251" x="8878888" y="4557713"/>
          <p14:tracePt t="78261" x="8891588" y="4545013"/>
          <p14:tracePt t="78281" x="8905875" y="4545013"/>
          <p14:tracePt t="78292" x="8920163" y="4545013"/>
          <p14:tracePt t="78301" x="8932863" y="4557713"/>
          <p14:tracePt t="78317" x="8920163" y="4572000"/>
          <p14:tracePt t="78335" x="8891588" y="4572000"/>
          <p14:tracePt t="78852" x="9102725" y="4783138"/>
          <p14:tracePt t="78862" x="9232900" y="4884738"/>
          <p14:tracePt t="78876" x="9361488" y="5006975"/>
          <p14:tracePt t="78886" x="9415463" y="5068888"/>
          <p14:tracePt t="78897" x="9483725" y="5122863"/>
          <p14:tracePt t="78918" x="9545638" y="5164138"/>
          <p14:tracePt t="78923" x="9572625" y="5191125"/>
          <p14:tracePt t="78934" x="9599613" y="5205413"/>
          <p14:tracePt t="78950" x="9613900" y="5218113"/>
          <p14:tracePt t="78959" x="9626600" y="5218113"/>
          <p14:tracePt t="78997" x="9626600" y="5232400"/>
          <p14:tracePt t="79033" x="9640888" y="5232400"/>
          <p14:tracePt t="79046" x="9653588" y="5253038"/>
          <p14:tracePt t="79057" x="9667875" y="5280025"/>
          <p14:tracePt t="79066" x="9694863" y="5307013"/>
          <p14:tracePt t="79083" x="9742488" y="5334000"/>
          <p14:tracePt t="79091" x="9783763" y="5360988"/>
          <p14:tracePt t="79112" x="9852025" y="5414963"/>
          <p14:tracePt t="79113" x="9920288" y="5462588"/>
          <p14:tracePt t="79133" x="9980613" y="5491163"/>
          <p14:tracePt t="79133" x="10063163" y="5518150"/>
          <p14:tracePt t="79162" x="10117138" y="5545138"/>
          <p14:tracePt t="79197" x="10102850" y="5545138"/>
          <p14:tracePt t="79649" x="10117138" y="5545138"/>
          <p14:tracePt t="79672" x="10117138" y="5557838"/>
          <p14:tracePt t="79739" x="10137775" y="5572125"/>
          <p14:tracePt t="79764" x="10137775" y="5586413"/>
          <p14:tracePt t="79797" x="10137775" y="5599113"/>
          <p14:tracePt t="79814" x="10150475" y="5599113"/>
          <p14:tracePt t="79822" x="10150475" y="5613400"/>
          <p14:tracePt t="79852" x="10150475" y="5634038"/>
          <p14:tracePt t="79875" x="10150475" y="5646738"/>
          <p14:tracePt t="79910" x="10150475" y="5661025"/>
          <p14:tracePt t="79945" x="10150475" y="5673725"/>
          <p14:tracePt t="79955" x="10150475" y="5688013"/>
          <p14:tracePt t="79966" x="10164763" y="5700713"/>
          <p14:tracePt t="79985" x="10164763" y="5715000"/>
          <p14:tracePt t="79990" x="10164763" y="5729288"/>
          <p14:tracePt t="80001" x="10177463" y="5741988"/>
          <p14:tracePt t="80012" x="10177463" y="5756275"/>
          <p14:tracePt t="80035" x="10206038" y="5783263"/>
          <p14:tracePt t="80056" x="10218738" y="5795963"/>
          <p14:tracePt t="80077" x="10218738" y="5816600"/>
          <p14:tracePt t="80079" x="10245725" y="5830888"/>
          <p14:tracePt t="80090" x="10260013" y="5843588"/>
          <p14:tracePt t="80118" x="10272713" y="5857875"/>
          <p14:tracePt t="80149" x="10287000" y="5872163"/>
          <p14:tracePt t="80169" x="10287000" y="5884863"/>
          <p14:tracePt t="80551" x="10313988" y="5884863"/>
          <p14:tracePt t="80562" x="10334625" y="5884863"/>
          <p14:tracePt t="81160" x="10348913" y="5899150"/>
          <p14:tracePt t="81172" x="10388600" y="5911850"/>
          <p14:tracePt t="81180" x="10444163" y="5926138"/>
          <p14:tracePt t="81192" x="10498138" y="5953125"/>
          <p14:tracePt t="81203" x="10572750" y="5967413"/>
          <p14:tracePt t="81221" x="10614025" y="5980113"/>
          <p14:tracePt t="81231" x="10653713" y="5994400"/>
          <p14:tracePt t="81238" x="10682288" y="5994400"/>
          <p14:tracePt t="81260" x="10694988" y="5994400"/>
          <p14:tracePt t="81264" x="10709275" y="5994400"/>
          <p14:tracePt t="81519" x="10729913" y="5994400"/>
          <p14:tracePt t="81530" x="10756900" y="6015038"/>
          <p14:tracePt t="81540" x="10783888" y="6015038"/>
          <p14:tracePt t="81551" x="10825163" y="6027738"/>
          <p14:tracePt t="81563" x="10864850" y="6027738"/>
          <p14:tracePt t="81575" x="10906125" y="6042025"/>
          <p14:tracePt t="81596" x="10953750" y="6054725"/>
          <p14:tracePt t="81597" x="10995025" y="6054725"/>
          <p14:tracePt t="81608" x="11022013" y="6069013"/>
          <p14:tracePt t="81619" x="11034713" y="6069013"/>
          <p14:tracePt t="81634" x="11063288" y="6069013"/>
          <p14:tracePt t="81646" x="11075988" y="6069013"/>
          <p14:tracePt t="81657" x="11090275" y="6081713"/>
          <p14:tracePt t="81681" x="11102975" y="6081713"/>
          <p14:tracePt t="81692" x="11137900" y="6081713"/>
          <p14:tracePt t="81710" x="11164888" y="6096000"/>
          <p14:tracePt t="81732" x="11177588" y="6096000"/>
          <p14:tracePt t="81734" x="11206163" y="6096000"/>
          <p14:tracePt t="81745" x="11233150" y="6110288"/>
          <p14:tracePt t="81760" x="11260138" y="6110288"/>
          <p14:tracePt t="81780" x="11320463" y="6122988"/>
          <p14:tracePt t="81791" x="11334750" y="6122988"/>
          <p14:tracePt t="81799" x="11361738" y="6122988"/>
          <p14:tracePt t="81813" x="11403013" y="6122988"/>
          <p14:tracePt t="81825" x="11430000" y="6122988"/>
          <p14:tracePt t="81834" x="11456988" y="6122988"/>
          <p14:tracePt t="81846" x="11471275" y="6122988"/>
          <p14:tracePt t="81863" x="11483975" y="6137275"/>
          <p14:tracePt t="81873" x="11498263" y="6137275"/>
          <p14:tracePt t="81895" x="11518900" y="6137275"/>
          <p14:tracePt t="81912" x="11545888" y="6137275"/>
          <p14:tracePt t="81924" x="11558588" y="6137275"/>
          <p14:tracePt t="81936" x="11572875" y="6137275"/>
          <p14:tracePt t="81947" x="11599863" y="6137275"/>
          <p14:tracePt t="81961" x="11614150" y="6137275"/>
          <p14:tracePt t="81973" x="11641138" y="6137275"/>
          <p14:tracePt t="81982" x="11653838" y="6137275"/>
          <p14:tracePt t="81993" x="11682413" y="6137275"/>
          <p14:tracePt t="82012" x="11695113" y="6137275"/>
          <p14:tracePt t="82013" x="11730038" y="6137275"/>
          <p14:tracePt t="82026" x="11742738" y="6137275"/>
          <p14:tracePt t="82037" x="11757025" y="6122988"/>
          <p14:tracePt t="82050" x="11784013" y="6110288"/>
          <p14:tracePt t="82086" x="11825288" y="6027738"/>
          <p14:tracePt t="82095" x="11837988" y="5994400"/>
          <p14:tracePt t="82128" x="11852275" y="5911850"/>
          <p14:tracePt t="82150" x="11837988" y="5899150"/>
          <p14:tracePt t="82191" x="11825288" y="5884863"/>
          <p14:tracePt t="82199" x="11811000" y="5899150"/>
          <p14:tracePt t="82206" x="11784013" y="5899150"/>
          <p14:tracePt t="82228" x="11730038" y="5938838"/>
          <p14:tracePt t="82241" x="11695113" y="5967413"/>
          <p14:tracePt t="82252" x="11682413" y="5980113"/>
          <p14:tracePt t="82266" x="11682413" y="6015038"/>
          <p14:tracePt t="82288" x="11682413" y="6027738"/>
          <p14:tracePt t="82296" x="11695113" y="6042025"/>
          <p14:tracePt t="82315" x="11730038" y="6054725"/>
          <p14:tracePt t="82324" x="11757025" y="6054725"/>
          <p14:tracePt t="82331" x="11784013" y="6054725"/>
          <p14:tracePt t="82347" x="11811000" y="6054725"/>
          <p14:tracePt t="82358" x="11825288" y="6054725"/>
          <p14:tracePt t="82373" x="11852275" y="6054725"/>
          <p14:tracePt t="82376" x="11864975" y="6042025"/>
          <p14:tracePt t="82396" x="11864975" y="6027738"/>
          <p14:tracePt t="82496" x="11852275" y="6027738"/>
          <p14:tracePt t="82508" x="11825288" y="6042025"/>
          <p14:tracePt t="82519" x="11784013" y="6042025"/>
          <p14:tracePt t="82530" x="11715750" y="6081713"/>
          <p14:tracePt t="82550" x="11587163" y="6137275"/>
          <p14:tracePt t="82555" x="11444288" y="6211888"/>
          <p14:tracePt t="82564" x="11334750" y="6253163"/>
          <p14:tracePt t="82581" x="11191875" y="6307138"/>
          <p14:tracePt t="82591" x="11090275" y="6348413"/>
          <p14:tracePt t="82617" x="10980738" y="6423025"/>
          <p14:tracePt t="82637" x="10953750" y="6462713"/>
          <p14:tracePt t="82647" x="10953750" y="6477000"/>
          <p14:tracePt t="82656" x="10968038" y="6477000"/>
          <p14:tracePt t="82679" x="10980738" y="6491288"/>
          <p14:tracePt t="82680" x="10995025" y="6491288"/>
          <p14:tracePt t="82711" x="11007725" y="6491288"/>
          <p14:tracePt t="82789" x="10995025" y="6491288"/>
          <p14:tracePt t="82800" x="10980738" y="6491288"/>
          <p14:tracePt t="82811" x="10953750" y="6491288"/>
          <p14:tracePt t="82826" x="10926763" y="6491288"/>
          <p14:tracePt t="82834" x="10879138" y="6491288"/>
          <p14:tracePt t="82845" x="10837863" y="6491288"/>
          <p14:tracePt t="82867" x="10796588" y="6491288"/>
          <p14:tracePt t="82868" x="10756900" y="6491288"/>
          <p14:tracePt t="82880" x="10729913" y="6503988"/>
          <p14:tracePt t="82899" x="10694988" y="6503988"/>
          <p14:tracePt t="82906" x="10682288" y="6518275"/>
          <p14:tracePt t="82914" x="10668000" y="6518275"/>
          <p14:tracePt t="83013" x="10682288" y="6518275"/>
          <p14:tracePt t="83027" x="10694988" y="6518275"/>
          <p14:tracePt t="83103" x="10682288" y="6518275"/>
          <p14:tracePt t="83115" x="10668000" y="6518275"/>
          <p14:tracePt t="83126" x="10653713" y="6518275"/>
          <p14:tracePt t="83141" x="10641013" y="6518275"/>
          <p14:tracePt t="83150" x="10614025" y="6518275"/>
          <p14:tracePt t="83161" x="10599738" y="6518275"/>
          <p14:tracePt t="83183" x="10587038" y="6518275"/>
          <p14:tracePt t="83228" x="10614025" y="6518275"/>
          <p14:tracePt t="83242" x="10641013" y="6518275"/>
          <p14:tracePt t="83253" x="10682288" y="6518275"/>
          <p14:tracePt t="83266" x="10756900" y="6518275"/>
          <p14:tracePt t="83276" x="10825163" y="6518275"/>
          <p14:tracePt t="83284" x="10906125" y="6530975"/>
          <p14:tracePt t="83302" x="10968038" y="6530975"/>
          <p14:tracePt t="83310" x="11007725" y="6530975"/>
          <p14:tracePt t="83318" x="11034713" y="6530975"/>
          <p14:tracePt t="83364" x="11007725" y="6530975"/>
          <p14:tracePt t="83378" x="10968038" y="6530975"/>
          <p14:tracePt t="83387" x="10926763" y="6530975"/>
          <p14:tracePt t="83401" x="10852150" y="6530975"/>
          <p14:tracePt t="83410" x="10783888" y="6530975"/>
          <p14:tracePt t="83420" x="10729913" y="6530975"/>
          <p14:tracePt t="83448" x="10614025" y="6518275"/>
          <p14:tracePt t="83458" x="10587038" y="6518275"/>
          <p14:tracePt t="83466" x="10558463" y="6518275"/>
          <p14:tracePt t="83485" x="10545763" y="6518275"/>
          <p14:tracePt t="83543" x="10558463" y="6518275"/>
          <p14:tracePt t="83564" x="10587038" y="6518275"/>
          <p14:tracePt t="83579" x="10614025" y="6518275"/>
          <p14:tracePt t="83591" x="10653713" y="6518275"/>
          <p14:tracePt t="83599" x="10709275" y="6518275"/>
          <p14:tracePt t="83620" x="10783888" y="6518275"/>
          <p14:tracePt t="83622" x="10825163" y="6518275"/>
          <p14:tracePt t="83634" x="10864850" y="6518275"/>
          <p14:tracePt t="83647" x="10906125" y="6530975"/>
          <p14:tracePt t="83659" x="10926763" y="6530975"/>
          <p14:tracePt t="83756" x="10891838" y="6530975"/>
          <p14:tracePt t="83767" x="10864850" y="6530975"/>
          <p14:tracePt t="83779" x="10825163" y="6530975"/>
          <p14:tracePt t="83791" x="10783888" y="6530975"/>
          <p14:tracePt t="83802" x="10729913" y="6530975"/>
          <p14:tracePt t="83840" x="10668000" y="6530975"/>
          <p14:tracePt t="83843" x="10626725" y="6530975"/>
          <p14:tracePt t="83849" x="10558463" y="6530975"/>
          <p14:tracePt t="83870" x="10545763" y="6530975"/>
          <p14:tracePt t="83936" x="10558463" y="6530975"/>
          <p14:tracePt t="83947" x="10572750" y="6530975"/>
          <p14:tracePt t="83959" x="10587038" y="6518275"/>
          <p14:tracePt t="83970" x="10614025" y="6518275"/>
          <p14:tracePt t="83983" x="10653713" y="6518275"/>
          <p14:tracePt t="83994" x="10709275" y="6518275"/>
          <p14:tracePt t="84018" x="10852150" y="6518275"/>
          <p14:tracePt t="84028" x="10906125" y="6530975"/>
          <p14:tracePt t="84039" x="10953750" y="6530975"/>
          <p14:tracePt t="84051" x="10968038" y="6530975"/>
          <p14:tracePt t="84065" x="10980738" y="6530975"/>
          <p14:tracePt t="84099" x="10968038" y="6530975"/>
          <p14:tracePt t="84109" x="10939463" y="6530975"/>
          <p14:tracePt t="84119" x="10891838" y="6518275"/>
          <p14:tracePt t="84136" x="10837863" y="6518275"/>
          <p14:tracePt t="84142" x="10769600" y="6518275"/>
          <p14:tracePt t="84152" x="10729913" y="6518275"/>
          <p14:tracePt t="84181" x="10614025" y="6518275"/>
          <p14:tracePt t="84187" x="10587038" y="6503988"/>
          <p14:tracePt t="84208" x="10572750" y="6503988"/>
          <p14:tracePt t="84241" x="10587038" y="6503988"/>
          <p14:tracePt t="84252" x="10599738" y="6503988"/>
          <p14:tracePt t="84264" x="10614025" y="6503988"/>
          <p14:tracePt t="84282" x="10626725" y="6503988"/>
          <p14:tracePt t="84287" x="10653713" y="6503988"/>
          <p14:tracePt t="84298" x="10668000" y="6491288"/>
          <p14:tracePt t="84309" x="10682288" y="6491288"/>
          <p14:tracePt t="84332" x="10709275" y="6491288"/>
          <p14:tracePt t="84342" x="10729913" y="6491288"/>
          <p14:tracePt t="84375" x="10742613" y="6491288"/>
          <p14:tracePt t="84423" x="10756900" y="6491288"/>
          <p14:tracePt t="84612" x="10769600" y="6491288"/>
          <p14:tracePt t="84667" x="10783888" y="6491288"/>
          <p14:tracePt t="84713" x="10783888" y="6503988"/>
          <p14:tracePt t="84748" x="10796588" y="6503988"/>
          <p14:tracePt t="84769" x="10810875" y="6503988"/>
          <p14:tracePt t="84783" x="10825163" y="6503988"/>
          <p14:tracePt t="84793" x="10837863" y="6503988"/>
          <p14:tracePt t="84808" x="10852150" y="6503988"/>
          <p14:tracePt t="84819" x="10879138" y="6503988"/>
          <p14:tracePt t="84827" x="10891838" y="6503988"/>
          <p14:tracePt t="84838" x="10906125" y="6503988"/>
          <p14:tracePt t="84858" x="10939463" y="6503988"/>
          <p14:tracePt t="84891" x="10968038" y="6503988"/>
          <p14:tracePt t="84906" x="10980738" y="6503988"/>
          <p14:tracePt t="84929" x="10980738" y="6491288"/>
          <p14:tracePt t="84954" x="10995025" y="6491288"/>
          <p14:tracePt t="84974" x="10995025" y="6477000"/>
          <p14:tracePt t="85016" x="10995025" y="6462713"/>
          <p14:tracePt t="87378" x="10980738" y="6462713"/>
          <p14:tracePt t="87389" x="10968038" y="6450013"/>
          <p14:tracePt t="87403" x="10953750" y="6450013"/>
          <p14:tracePt t="87513" x="10939463" y="6450013"/>
          <p14:tracePt t="87525" x="10939463" y="6462713"/>
          <p14:tracePt t="87536" x="10926763" y="6462713"/>
          <p14:tracePt t="87560" x="10906125" y="6462713"/>
          <p14:tracePt t="87582" x="10906125" y="64770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156D-2732-480E-A467-F43204CB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Generation (page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E54BB4-EE31-4DE6-BEED-8F76FB76E590}"/>
                  </a:ext>
                </a:extLst>
              </p:cNvPr>
              <p:cNvSpPr/>
              <p:nvPr/>
            </p:nvSpPr>
            <p:spPr>
              <a:xfrm>
                <a:off x="6680243" y="530091"/>
                <a:ext cx="5044648" cy="111042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Euler’s Phi Function:</a:t>
                </a:r>
              </a:p>
              <a:p>
                <a:pPr algn="ctr"/>
                <a:r>
                  <a:rPr lang="en-US" i="1" dirty="0"/>
                  <a:t>The number of integers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={0,1,2,…,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i="1" dirty="0"/>
                  <a:t> relatively prime to n is denoted by Φ(n).</a:t>
                </a:r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E54BB4-EE31-4DE6-BEED-8F76FB76E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243" y="530091"/>
                <a:ext cx="5044648" cy="1110422"/>
              </a:xfrm>
              <a:prstGeom prst="rect">
                <a:avLst/>
              </a:prstGeom>
              <a:blipFill>
                <a:blip r:embed="rId5"/>
                <a:stretch>
                  <a:fillRect b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7">
            <a:extLst>
              <a:ext uri="{FF2B5EF4-FFF2-40B4-BE49-F238E27FC236}">
                <a16:creationId xmlns:a16="http://schemas.microsoft.com/office/drawing/2014/main" id="{607B6002-CEC1-3B4A-86F1-33FDB86B5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715" y="3841954"/>
            <a:ext cx="1556860" cy="25938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697EE-F98F-4C96-903E-3D282B72DB19}"/>
              </a:ext>
            </a:extLst>
          </p:cNvPr>
          <p:cNvSpPr txBox="1"/>
          <p:nvPr/>
        </p:nvSpPr>
        <p:spPr>
          <a:xfrm>
            <a:off x="80704" y="6050910"/>
            <a:ext cx="680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Ref: </a:t>
            </a:r>
            <a:r>
              <a:rPr lang="en-US" sz="1200" b="1" i="1" dirty="0"/>
              <a:t>Euler’s Phi Function </a:t>
            </a:r>
            <a:r>
              <a:rPr lang="en-US" sz="1200" i="1" dirty="0">
                <a:hlinkClick r:id="rId6"/>
              </a:rPr>
              <a:t>https://www.whitman.edu/mathematics/higher_math_online/section03.08.html</a:t>
            </a:r>
            <a:r>
              <a:rPr lang="en-US" sz="1200" i="1" dirty="0"/>
              <a:t> </a:t>
            </a:r>
          </a:p>
        </p:txBody>
      </p:sp>
      <p:sp>
        <p:nvSpPr>
          <p:cNvPr id="20" name="Rectangle: Rounded Corners 6">
            <a:extLst>
              <a:ext uri="{FF2B5EF4-FFF2-40B4-BE49-F238E27FC236}">
                <a16:creationId xmlns:a16="http://schemas.microsoft.com/office/drawing/2014/main" id="{722CA5E3-E957-F84B-BF21-E802022B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1002" y="4101336"/>
            <a:ext cx="1898405" cy="33778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A7DD34-BD63-4232-9D46-53E60B566BB6}"/>
                  </a:ext>
                </a:extLst>
              </p:cNvPr>
              <p:cNvSpPr txBox="1"/>
              <p:nvPr/>
            </p:nvSpPr>
            <p:spPr>
              <a:xfrm>
                <a:off x="6680242" y="1754451"/>
                <a:ext cx="5139241" cy="2264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/>
                  <a:t>Theorem: </a:t>
                </a:r>
              </a:p>
              <a:p>
                <a:r>
                  <a:rPr lang="en-US" i="1" dirty="0"/>
                  <a:t>Let n have the following canonical factorization,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…∙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i="1" dirty="0"/>
                  <a:t>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are distinct prime numbers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are positive integers, then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A7DD34-BD63-4232-9D46-53E60B566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242" y="1754451"/>
                <a:ext cx="5139241" cy="2264659"/>
              </a:xfrm>
              <a:prstGeom prst="rect">
                <a:avLst/>
              </a:prstGeom>
              <a:blipFill>
                <a:blip r:embed="rId7"/>
                <a:stretch>
                  <a:fillRect l="-1068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74F03C-A038-4797-9852-36532F17CF43}"/>
                  </a:ext>
                </a:extLst>
              </p:cNvPr>
              <p:cNvSpPr txBox="1"/>
              <p:nvPr/>
            </p:nvSpPr>
            <p:spPr>
              <a:xfrm>
                <a:off x="6547566" y="3948382"/>
                <a:ext cx="5155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=360=8∙9∙5=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, what is </a:t>
                </a:r>
                <a:r>
                  <a:rPr lang="el-GR" dirty="0"/>
                  <a:t>Φ(</a:t>
                </a:r>
                <a:r>
                  <a:rPr lang="en-US" dirty="0"/>
                  <a:t>n)?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74F03C-A038-4797-9852-36532F17C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566" y="3948382"/>
                <a:ext cx="5155925" cy="369332"/>
              </a:xfrm>
              <a:prstGeom prst="rect">
                <a:avLst/>
              </a:prstGeom>
              <a:blipFill>
                <a:blip r:embed="rId8"/>
                <a:stretch>
                  <a:fillRect l="-94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E00E8-491B-451C-9763-CF8429EC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756D5B-25DF-4949-8AA1-D0235401F094}"/>
                  </a:ext>
                </a:extLst>
              </p:cNvPr>
              <p:cNvSpPr/>
              <p:nvPr/>
            </p:nvSpPr>
            <p:spPr>
              <a:xfrm>
                <a:off x="6547566" y="4325752"/>
                <a:ext cx="5404594" cy="20472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  <a:p>
                <a:r>
                  <a:rPr lang="en-US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p>
                        </m:sSub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6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r>
                  <a:rPr lang="en-US" sz="16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r>
                  <a:rPr lang="en-US" sz="16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4∙6∙4</m:t>
                    </m:r>
                  </m:oMath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r>
                  <a:rPr lang="en-US" sz="16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96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756D5B-25DF-4949-8AA1-D0235401F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566" y="4325752"/>
                <a:ext cx="5404594" cy="20472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F597BC-BBC0-914D-80B6-0C1498560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3352" y="2151761"/>
            <a:ext cx="6425556" cy="3263767"/>
            <a:chOff x="221779" y="2054467"/>
            <a:chExt cx="5996203" cy="326376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8B8282-8806-544B-B494-85F6024F49CB}"/>
                </a:ext>
              </a:extLst>
            </p:cNvPr>
            <p:cNvSpPr/>
            <p:nvPr/>
          </p:nvSpPr>
          <p:spPr>
            <a:xfrm>
              <a:off x="221779" y="2054467"/>
              <a:ext cx="5764174" cy="3263767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26F69D2-04A9-BF42-AAB0-F305F112CA22}"/>
                    </a:ext>
                  </a:extLst>
                </p:cNvPr>
                <p:cNvSpPr txBox="1"/>
                <p:nvPr/>
              </p:nvSpPr>
              <p:spPr>
                <a:xfrm>
                  <a:off x="245065" y="2054468"/>
                  <a:ext cx="5972917" cy="31423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Key Generation</a:t>
                  </a:r>
                  <a:br>
                    <a:rPr lang="en-US" b="1" dirty="0"/>
                  </a:br>
                  <a:r>
                    <a:rPr lang="en-US" b="1" dirty="0"/>
                    <a:t>Output</a:t>
                  </a:r>
                  <a:r>
                    <a:rPr lang="en-US" dirty="0"/>
                    <a:t>: public key: </a:t>
                  </a:r>
                  <a:r>
                    <a:rPr lang="en-US" i="1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pub</a:t>
                  </a:r>
                  <a:r>
                    <a:rPr lang="en-US" i="1" dirty="0"/>
                    <a:t> </a:t>
                  </a:r>
                  <a:r>
                    <a:rPr lang="en-US" dirty="0"/>
                    <a:t>= (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dirty="0"/>
                    <a:t>,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dirty="0"/>
                    <a:t>) and private key: </a:t>
                  </a:r>
                  <a:r>
                    <a:rPr lang="en-US" i="1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pr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br>
                    <a:rPr lang="en-US" dirty="0"/>
                  </a:br>
                  <a:r>
                    <a:rPr lang="en-US" dirty="0"/>
                    <a:t>1. Choose two large primes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</a:t>
                  </a:r>
                  <a:r>
                    <a:rPr lang="en-US" dirty="0"/>
                    <a:t>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2. Compute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 err="1"/>
                    <a:t>·</a:t>
                  </a:r>
                  <a:r>
                    <a:rPr lang="en-US" i="1" dirty="0" err="1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.</a:t>
                  </a:r>
                  <a:br>
                    <a:rPr lang="en-US" dirty="0"/>
                  </a:br>
                  <a:r>
                    <a:rPr lang="en-US" dirty="0"/>
                    <a:t>3. Compute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= 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dirty="0"/>
                    <a:t>−1)(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</a:t>
                  </a:r>
                  <a:r>
                    <a:rPr lang="en-US" dirty="0"/>
                    <a:t>−1).</a:t>
                  </a:r>
                  <a:br>
                    <a:rPr lang="en-US" dirty="0"/>
                  </a:br>
                  <a:r>
                    <a:rPr lang="en-US" dirty="0"/>
                    <a:t>4. Select the public exponent 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i="1" dirty="0"/>
                    <a:t> </a:t>
                  </a:r>
                  <a:r>
                    <a:rPr lang="en-US" dirty="0"/>
                    <a:t>∈ {1,2,...,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−1} such that </a:t>
                  </a:r>
                  <a:r>
                    <a:rPr lang="en-US" dirty="0" err="1"/>
                    <a:t>gcd</a:t>
                  </a:r>
                  <a:r>
                    <a:rPr lang="en-US" dirty="0"/>
                    <a:t>(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e</a:t>
                  </a:r>
                  <a:r>
                    <a:rPr lang="en-US" dirty="0"/>
                    <a:t>,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) = 1. </a:t>
                  </a:r>
                </a:p>
                <a:p>
                  <a:r>
                    <a:rPr lang="en-US" dirty="0"/>
                    <a:t>5. Compute the private key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i="1" dirty="0"/>
                    <a:t> </a:t>
                  </a:r>
                  <a:r>
                    <a:rPr lang="en-US" dirty="0"/>
                    <a:t>such that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</a:t>
                  </a:r>
                  <a:r>
                    <a:rPr lang="en-US" dirty="0"/>
                    <a:t>·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i="1" dirty="0"/>
                    <a:t> </a:t>
                  </a:r>
                  <a:r>
                    <a:rPr lang="en-US" dirty="0"/>
                    <a:t>≡ 1 mod </a:t>
                  </a:r>
                  <a:r>
                    <a:rPr lang="el-GR" dirty="0">
                      <a:solidFill>
                        <a:srgbClr val="7030A0"/>
                      </a:solidFill>
                    </a:rPr>
                    <a:t>Φ(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n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)</a:t>
                  </a:r>
                  <a:r>
                    <a:rPr lang="en-US" dirty="0"/>
                    <a:t> </a:t>
                  </a:r>
                </a:p>
                <a:p>
                  <a:endParaRPr lang="en-US" dirty="0"/>
                </a:p>
                <a:p>
                  <a:r>
                    <a:rPr lang="en-US" b="1" dirty="0"/>
                    <a:t>Remark: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i="1" dirty="0">
                      <a:solidFill>
                        <a:srgbClr val="FF0000"/>
                      </a:solidFill>
                    </a:rPr>
                    <a:t>p</a:t>
                  </a:r>
                  <a:r>
                    <a:rPr lang="en-US" i="1" dirty="0"/>
                    <a:t> and </a:t>
                  </a:r>
                  <a:r>
                    <a:rPr lang="en-US" i="1" dirty="0">
                      <a:solidFill>
                        <a:srgbClr val="FF0000"/>
                      </a:solidFill>
                    </a:rPr>
                    <a:t>q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512</m:t>
                          </m:r>
                        </m:sup>
                      </m:sSup>
                    </m:oMath>
                  </a14:m>
                  <a:r>
                    <a:rPr lang="en-US" dirty="0"/>
                    <a:t> and 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1024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26F69D2-04A9-BF42-AAB0-F305F112C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65" y="2054468"/>
                  <a:ext cx="5972917" cy="3142399"/>
                </a:xfrm>
                <a:prstGeom prst="rect">
                  <a:avLst/>
                </a:prstGeom>
                <a:blipFill>
                  <a:blip r:embed="rId7"/>
                  <a:stretch>
                    <a:fillRect l="-792" t="-806" b="-24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24296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213"/>
    </mc:Choice>
    <mc:Fallback xmlns="">
      <p:transition spd="slow" advTm="2042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 build="p"/>
      <p:bldP spid="15" grpId="0" build="p"/>
    </p:bldLst>
  </p:timing>
  <p:extLst>
    <p:ext uri="{3A86A75C-4F4B-4683-9AE1-C65F6400EC91}">
      <p14:laserTraceLst xmlns:p14="http://schemas.microsoft.com/office/powerpoint/2010/main">
        <p14:tracePtLst>
          <p14:tracePt t="13186" x="10729913" y="6361113"/>
          <p14:tracePt t="13196" x="10599738" y="6164263"/>
          <p14:tracePt t="13206" x="10558463" y="5980113"/>
          <p14:tracePt t="13216" x="10510838" y="5729288"/>
          <p14:tracePt t="13228" x="10498138" y="5572125"/>
          <p14:tracePt t="13251" x="10456863" y="5375275"/>
          <p14:tracePt t="13253" x="10402888" y="5205413"/>
          <p14:tracePt t="13262" x="10375900" y="5110163"/>
          <p14:tracePt t="13288" x="10272713" y="4926013"/>
          <p14:tracePt t="13296" x="10233025" y="4837113"/>
          <p14:tracePt t="13318" x="10233025" y="4810125"/>
          <p14:tracePt t="13426" x="10218738" y="4810125"/>
          <p14:tracePt t="13430" x="10164763" y="4810125"/>
          <p14:tracePt t="13440" x="10102850" y="4768850"/>
          <p14:tracePt t="13451" x="10048875" y="4700588"/>
          <p14:tracePt t="13465" x="9994900" y="4613275"/>
          <p14:tracePt t="13474" x="9906000" y="4470400"/>
          <p14:tracePt t="13485" x="9810750" y="4319588"/>
          <p14:tracePt t="13506" x="9756775" y="4217988"/>
          <p14:tracePt t="13507" x="9667875" y="4075113"/>
          <p14:tracePt t="13519" x="9599613" y="3938588"/>
          <p14:tracePt t="13539" x="9545638" y="3810000"/>
          <p14:tracePt t="13541" x="9498013" y="3694113"/>
          <p14:tracePt t="13552" x="9456738" y="3544888"/>
          <p14:tracePt t="13585" x="9375775" y="3217863"/>
          <p14:tracePt t="13587" x="9348788" y="3128963"/>
          <p14:tracePt t="13597" x="9328150" y="3021013"/>
          <p14:tracePt t="13608" x="9313863" y="2946400"/>
          <p14:tracePt t="13619" x="9313863" y="2919413"/>
          <p14:tracePt t="13636" x="9301163" y="2905125"/>
          <p14:tracePt t="13646" x="9272588" y="2905125"/>
          <p14:tracePt t="14112" x="9286875" y="2890838"/>
          <p14:tracePt t="14123" x="9301163" y="2878138"/>
          <p14:tracePt t="14135" x="9313863" y="2863850"/>
          <p14:tracePt t="14147" x="9328150" y="2836863"/>
          <p14:tracePt t="14160" x="9348788" y="2809875"/>
          <p14:tracePt t="14170" x="9348788" y="2795588"/>
          <p14:tracePt t="14185" x="9328150" y="2747963"/>
          <p14:tracePt t="14201" x="9313863" y="2720975"/>
          <p14:tracePt t="14211" x="9301163" y="2681288"/>
          <p14:tracePt t="14241" x="9286875" y="2652713"/>
          <p14:tracePt t="14244" x="9259888" y="2598738"/>
          <p14:tracePt t="14258" x="9245600" y="2586038"/>
          <p14:tracePt t="14269" x="9232900" y="2551113"/>
          <p14:tracePt t="14271" x="9218613" y="2551113"/>
          <p14:tracePt t="14287" x="9205913" y="2538413"/>
          <p14:tracePt t="14316" x="9191625" y="2538413"/>
          <p14:tracePt t="14332" x="9177338" y="2538413"/>
          <p14:tracePt t="14344" x="9150350" y="2538413"/>
          <p14:tracePt t="14353" x="9090025" y="2524125"/>
          <p14:tracePt t="14366" x="8994775" y="2524125"/>
          <p14:tracePt t="14378" x="8905875" y="2524125"/>
          <p14:tracePt t="14388" x="8783638" y="2509838"/>
          <p14:tracePt t="14413" x="8640763" y="2497138"/>
          <p14:tracePt t="14415" x="8524875" y="2497138"/>
          <p14:tracePt t="14423" x="8456613" y="2497138"/>
          <p14:tracePt t="14444" x="8340725" y="2509838"/>
          <p14:tracePt t="14453" x="8313738" y="2524125"/>
          <p14:tracePt t="14468" x="8313738" y="2538413"/>
          <p14:tracePt t="14479" x="8301038" y="2565400"/>
          <p14:tracePt t="14492" x="8301038" y="2613025"/>
          <p14:tracePt t="14501" x="8301038" y="2625725"/>
          <p14:tracePt t="14517" x="8313738" y="2667000"/>
          <p14:tracePt t="14520" x="8340725" y="2708275"/>
          <p14:tracePt t="14532" x="8402638" y="2735263"/>
          <p14:tracePt t="14555" x="8510588" y="2795588"/>
          <p14:tracePt t="14570" x="8586788" y="2809875"/>
          <p14:tracePt t="14580" x="8653463" y="2824163"/>
          <p14:tracePt t="14589" x="8709025" y="2824163"/>
          <p14:tracePt t="14618" x="8878888" y="2795588"/>
          <p14:tracePt t="14621" x="8967788" y="2768600"/>
          <p14:tracePt t="14632" x="9034463" y="2735263"/>
          <p14:tracePt t="14648" x="9102725" y="2693988"/>
          <p14:tracePt t="14662" x="9177338" y="2652713"/>
          <p14:tracePt t="14677" x="9218613" y="2625725"/>
          <p14:tracePt t="14679" x="9245600" y="2586038"/>
          <p14:tracePt t="14700" x="9272588" y="2524125"/>
          <p14:tracePt t="14721" x="9272588" y="2497138"/>
          <p14:tracePt t="14724" x="9259888" y="2470150"/>
          <p14:tracePt t="14737" x="9232900" y="2455863"/>
          <p14:tracePt t="14754" x="9191625" y="2428875"/>
          <p14:tracePt t="14756" x="9102725" y="2401888"/>
          <p14:tracePt t="14769" x="8980488" y="2366963"/>
          <p14:tracePt t="14804" x="8851900" y="2339975"/>
          <p14:tracePt t="14815" x="8599488" y="2339975"/>
          <p14:tracePt t="14824" x="8415338" y="2366963"/>
          <p14:tracePt t="14825" x="8205788" y="2414588"/>
          <p14:tracePt t="14862" x="7762875" y="2598738"/>
          <p14:tracePt t="14879" x="7681913" y="2652713"/>
          <p14:tracePt t="14880" x="7653338" y="2681288"/>
          <p14:tracePt t="14889" x="7640638" y="2708275"/>
          <p14:tracePt t="14903" x="7640638" y="2747963"/>
          <p14:tracePt t="14914" x="7653338" y="2782888"/>
          <p14:tracePt t="14925" x="7681913" y="2824163"/>
          <p14:tracePt t="14958" x="7864475" y="2878138"/>
          <p14:tracePt t="14961" x="7980363" y="2905125"/>
          <p14:tracePt t="14983" x="8177213" y="2905125"/>
          <p14:tracePt t="14984" x="8402638" y="2905125"/>
          <p14:tracePt t="14995" x="8653463" y="2878138"/>
          <p14:tracePt t="15003" x="8837613" y="2863850"/>
          <p14:tracePt t="15022" x="9063038" y="2824163"/>
          <p14:tracePt t="15030" x="9272588" y="2782888"/>
          <p14:tracePt t="15037" x="9415463" y="2747963"/>
          <p14:tracePt t="15052" x="9558338" y="2693988"/>
          <p14:tracePt t="15065" x="9667875" y="2652713"/>
          <p14:tracePt t="15105" x="9709150" y="2551113"/>
          <p14:tracePt t="15114" x="9694863" y="2538413"/>
          <p14:tracePt t="15135" x="9653588" y="2524125"/>
          <p14:tracePt t="15146" x="9599613" y="2509838"/>
          <p14:tracePt t="15160" x="9510713" y="2497138"/>
          <p14:tracePt t="15162" x="9444038" y="2497138"/>
          <p14:tracePt t="15195" x="9164638" y="2497138"/>
          <p14:tracePt t="15205" x="9102725" y="2497138"/>
          <p14:tracePt t="15217" x="9034463" y="2497138"/>
          <p14:tracePt t="15239" x="8980488" y="2509838"/>
          <p14:tracePt t="15240" x="8932863" y="2524125"/>
          <p14:tracePt t="15250" x="8920163" y="2524125"/>
          <p14:tracePt t="15267" x="8920163" y="2538413"/>
          <p14:tracePt t="15285" x="8920163" y="2551113"/>
          <p14:tracePt t="15296" x="8920163" y="2565400"/>
          <p14:tracePt t="15322" x="8953500" y="2598738"/>
          <p14:tracePt t="15333" x="8994775" y="2598738"/>
          <p14:tracePt t="15341" x="9102725" y="2598738"/>
          <p14:tracePt t="15368" x="9510713" y="2565400"/>
          <p14:tracePt t="15379" x="9667875" y="2551113"/>
          <p14:tracePt t="15388" x="9852025" y="2524125"/>
          <p14:tracePt t="15407" x="9980613" y="2497138"/>
          <p14:tracePt t="15410" x="10034588" y="2482850"/>
          <p14:tracePt t="15419" x="10063163" y="2470150"/>
          <p14:tracePt t="15447" x="10075863" y="2443163"/>
          <p14:tracePt t="15454" x="10063163" y="2428875"/>
          <p14:tracePt t="15481" x="10007600" y="2366963"/>
          <p14:tracePt t="15491" x="9953625" y="2339975"/>
          <p14:tracePt t="15504" x="9891713" y="2312988"/>
          <p14:tracePt t="15520" x="9682163" y="2259013"/>
          <p14:tracePt t="15536" x="9586913" y="2232025"/>
          <p14:tracePt t="15549" x="9429750" y="2232025"/>
          <p14:tracePt t="15559" x="9286875" y="2232025"/>
          <p14:tracePt t="15568" x="9150350" y="2259013"/>
          <p14:tracePt t="15583" x="9048750" y="2286000"/>
          <p14:tracePt t="15609" x="8878888" y="2401888"/>
          <p14:tracePt t="15612" x="8824913" y="2455863"/>
          <p14:tracePt t="15633" x="8810625" y="2538413"/>
          <p14:tracePt t="15647" x="8824913" y="2586038"/>
          <p14:tracePt t="15660" x="8851900" y="2613025"/>
          <p14:tracePt t="15671" x="8891588" y="2652713"/>
          <p14:tracePt t="15689" x="9034463" y="2708275"/>
          <p14:tracePt t="15700" x="9102725" y="2720975"/>
          <p14:tracePt t="15715" x="9218613" y="2720975"/>
          <p14:tracePt t="15732" x="9361488" y="2720975"/>
          <p14:tracePt t="15735" x="9510713" y="2708275"/>
          <p14:tracePt t="15750" x="9626600" y="2693988"/>
          <p14:tracePt t="15763" x="9783763" y="2667000"/>
          <p14:tracePt t="15774" x="9906000" y="2640013"/>
          <p14:tracePt t="15815" x="10034588" y="2551113"/>
          <p14:tracePt t="15817" x="10034588" y="2538413"/>
          <p14:tracePt t="15835" x="10021888" y="2524125"/>
          <p14:tracePt t="15859" x="10007600" y="2509838"/>
          <p14:tracePt t="15860" x="9967913" y="2482850"/>
          <p14:tracePt t="15870" x="9864725" y="2470150"/>
          <p14:tracePt t="15881" x="9783763" y="2455863"/>
          <p14:tracePt t="15901" x="9682163" y="2455863"/>
          <p14:tracePt t="15902" x="9586913" y="2455863"/>
          <p14:tracePt t="15913" x="9429750" y="2482850"/>
          <p14:tracePt t="15937" x="9102725" y="2538413"/>
          <p14:tracePt t="15960" x="9007475" y="2586038"/>
          <p14:tracePt t="15961" x="8905875" y="2625725"/>
          <p14:tracePt t="15974" x="8851900" y="2652713"/>
          <p14:tracePt t="15987" x="8837613" y="2681288"/>
          <p14:tracePt t="15997" x="8837613" y="2708275"/>
          <p14:tracePt t="16005" x="8851900" y="2720975"/>
          <p14:tracePt t="16025" x="8878888" y="2747963"/>
          <p14:tracePt t="16028" x="8905875" y="2768600"/>
          <p14:tracePt t="16039" x="8967788" y="2795588"/>
          <p14:tracePt t="16064" x="9063038" y="2809875"/>
          <p14:tracePt t="16068" x="9150350" y="2824163"/>
          <p14:tracePt t="16083" x="9218613" y="2836863"/>
          <p14:tracePt t="16084" x="9313863" y="2836863"/>
          <p14:tracePt t="16097" x="9388475" y="2836863"/>
          <p14:tracePt t="16106" x="9444038" y="2836863"/>
          <p14:tracePt t="16119" x="9498013" y="2824163"/>
          <p14:tracePt t="16132" x="9525000" y="2824163"/>
          <p14:tracePt t="16169" x="9545638" y="2809875"/>
          <p14:tracePt t="16178" x="9545638" y="2795588"/>
          <p14:tracePt t="16188" x="9525000" y="2782888"/>
          <p14:tracePt t="16199" x="9525000" y="2768600"/>
          <p14:tracePt t="16220" x="9498013" y="2747963"/>
          <p14:tracePt t="16223" x="9483725" y="2720975"/>
          <p14:tracePt t="16240" x="9471025" y="2720975"/>
          <p14:tracePt t="16241" x="9456738" y="2720975"/>
          <p14:tracePt t="16253" x="9429750" y="2708275"/>
          <p14:tracePt t="16271" x="9415463" y="2708275"/>
          <p14:tracePt t="16273" x="9388475" y="2708275"/>
          <p14:tracePt t="16285" x="9348788" y="2708275"/>
          <p14:tracePt t="16297" x="9301163" y="2720975"/>
          <p14:tracePt t="16320" x="9232900" y="2720975"/>
          <p14:tracePt t="16331" x="9177338" y="2720975"/>
          <p14:tracePt t="16340" x="9129713" y="2735263"/>
          <p14:tracePt t="16362" x="9090025" y="2735263"/>
          <p14:tracePt t="16363" x="9034463" y="2720975"/>
          <p14:tracePt t="16375" x="8994775" y="2720975"/>
          <p14:tracePt t="16386" x="8932863" y="2708275"/>
          <p14:tracePt t="16406" x="8905875" y="2708275"/>
          <p14:tracePt t="16413" x="8864600" y="2693988"/>
          <p14:tracePt t="16422" x="8824913" y="2693988"/>
          <p14:tracePt t="16439" x="8796338" y="2681288"/>
          <p14:tracePt t="16461" x="8783638" y="2681288"/>
          <p14:tracePt t="16463" x="8769350" y="2681288"/>
          <p14:tracePt t="16465" x="8736013" y="2681288"/>
          <p14:tracePt t="16476" x="8721725" y="2681288"/>
          <p14:tracePt t="16488" x="8709025" y="2681288"/>
          <p14:tracePt t="16502" x="8682038" y="2681288"/>
          <p14:tracePt t="16514" x="8667750" y="2681288"/>
          <p14:tracePt t="16521" x="8640763" y="2681288"/>
          <p14:tracePt t="16535" x="8613775" y="2681288"/>
          <p14:tracePt t="16555" x="8586788" y="2681288"/>
          <p14:tracePt t="16556" x="8539163" y="2693988"/>
          <p14:tracePt t="16566" x="8524875" y="2693988"/>
          <p14:tracePt t="16581" x="8510588" y="2693988"/>
          <p14:tracePt t="16602" x="8497888" y="2693988"/>
          <p14:tracePt t="16668" x="8483600" y="2693988"/>
          <p14:tracePt t="16684" x="8456613" y="2681288"/>
          <p14:tracePt t="16696" x="8443913" y="2681288"/>
          <p14:tracePt t="16705" x="8415338" y="2667000"/>
          <p14:tracePt t="16723" x="8375650" y="2667000"/>
          <p14:tracePt t="16724" x="8340725" y="2652713"/>
          <p14:tracePt t="16735" x="8313738" y="2652713"/>
          <p14:tracePt t="16753" x="8301038" y="2652713"/>
          <p14:tracePt t="16763" x="8286750" y="2652713"/>
          <p14:tracePt t="16825" x="8301038" y="2652713"/>
          <p14:tracePt t="16839" x="8313738" y="2652713"/>
          <p14:tracePt t="16852" x="8340725" y="2652713"/>
          <p14:tracePt t="16864" x="8361363" y="2652713"/>
          <p14:tracePt t="16873" x="8388350" y="2640013"/>
          <p14:tracePt t="16908" x="8415338" y="2613025"/>
          <p14:tracePt t="16931" x="8429625" y="2524125"/>
          <p14:tracePt t="16941" x="8415338" y="2497138"/>
          <p14:tracePt t="16962" x="8388350" y="2482850"/>
          <p14:tracePt t="16964" x="8361363" y="2455863"/>
          <p14:tracePt t="16985" x="8272463" y="2455863"/>
          <p14:tracePt t="16998" x="8232775" y="2455863"/>
          <p14:tracePt t="17007" x="8191500" y="2470150"/>
          <p14:tracePt t="17021" x="8164513" y="2470150"/>
          <p14:tracePt t="17039" x="8129588" y="2482850"/>
          <p14:tracePt t="17041" x="8116888" y="2497138"/>
          <p14:tracePt t="17063" x="8102600" y="2524125"/>
          <p14:tracePt t="17085" x="8102600" y="2565400"/>
          <p14:tracePt t="17098" x="8116888" y="2565400"/>
          <p14:tracePt t="17107" x="8129588" y="2598738"/>
          <p14:tracePt t="17136" x="8191500" y="2613025"/>
          <p14:tracePt t="17147" x="8218488" y="2625725"/>
          <p14:tracePt t="17165" x="8259763" y="2625725"/>
          <p14:tracePt t="17167" x="8301038" y="2625725"/>
          <p14:tracePt t="17179" x="8328025" y="2625725"/>
          <p14:tracePt t="17196" x="8375650" y="2625725"/>
          <p14:tracePt t="17199" x="8388350" y="2613025"/>
          <p14:tracePt t="17214" x="8402638" y="2598738"/>
          <p14:tracePt t="17224" x="8415338" y="2586038"/>
          <p14:tracePt t="17247" x="8415338" y="2551113"/>
          <p14:tracePt t="17249" x="8415338" y="2538413"/>
          <p14:tracePt t="17257" x="8415338" y="2524125"/>
          <p14:tracePt t="17271" x="8402638" y="2509838"/>
          <p14:tracePt t="17280" x="8388350" y="2497138"/>
          <p14:tracePt t="17300" x="8375650" y="2497138"/>
          <p14:tracePt t="17319" x="8361363" y="2497138"/>
          <p14:tracePt t="17321" x="8340725" y="2497138"/>
          <p14:tracePt t="17331" x="8340725" y="2482850"/>
          <p14:tracePt t="17633" x="8328025" y="2482850"/>
          <p14:tracePt t="17645" x="8313738" y="2482850"/>
          <p14:tracePt t="17656" x="8313738" y="2470150"/>
          <p14:tracePt t="17668" x="8301038" y="2470150"/>
          <p14:tracePt t="17691" x="8286750" y="2470150"/>
          <p14:tracePt t="17713" x="8272463" y="2470150"/>
          <p14:tracePt t="17736" x="8245475" y="2482850"/>
          <p14:tracePt t="17746" x="8232775" y="2497138"/>
          <p14:tracePt t="17771" x="8232775" y="2509838"/>
          <p14:tracePt t="17783" x="8218488" y="2524125"/>
          <p14:tracePt t="17793" x="8218488" y="2538413"/>
          <p14:tracePt t="17821" x="8232775" y="2565400"/>
          <p14:tracePt t="17830" x="8245475" y="2598738"/>
          <p14:tracePt t="17838" x="8245475" y="2613025"/>
          <p14:tracePt t="17853" x="8245475" y="2625725"/>
          <p14:tracePt t="17865" x="8245475" y="2640013"/>
          <p14:tracePt t="17871" x="8232775" y="2640013"/>
          <p14:tracePt t="18095" x="8245475" y="2640013"/>
          <p14:tracePt t="18140" x="8259763" y="2640013"/>
          <p14:tracePt t="18164" x="8272463" y="2640013"/>
          <p14:tracePt t="18196" x="8259763" y="2640013"/>
          <p14:tracePt t="18242" x="8245475" y="2640013"/>
          <p14:tracePt t="18299" x="8259763" y="2652713"/>
          <p14:tracePt t="18343" x="8245475" y="2652713"/>
          <p14:tracePt t="18380" x="8232775" y="2652713"/>
          <p14:tracePt t="18388" x="8232775" y="2667000"/>
          <p14:tracePt t="18443" x="8245475" y="2667000"/>
          <p14:tracePt t="18479" x="8259763" y="2667000"/>
          <p14:tracePt t="18501" x="8272463" y="2667000"/>
          <p14:tracePt t="18517" x="8286750" y="2667000"/>
          <p14:tracePt t="18524" x="8301038" y="2667000"/>
          <p14:tracePt t="18554" x="8328025" y="2667000"/>
          <p14:tracePt t="18563" x="8340725" y="2667000"/>
          <p14:tracePt t="18570" x="8375650" y="2667000"/>
          <p14:tracePt t="18580" x="8415338" y="2667000"/>
          <p14:tracePt t="18602" x="8483600" y="2667000"/>
          <p14:tracePt t="18614" x="8510588" y="2667000"/>
          <p14:tracePt t="18635" x="8524875" y="2667000"/>
          <p14:tracePt t="18637" x="8539163" y="2667000"/>
          <p14:tracePt t="18781" x="8558213" y="2667000"/>
          <p14:tracePt t="18796" x="8572500" y="2667000"/>
          <p14:tracePt t="18805" x="8586788" y="2667000"/>
          <p14:tracePt t="18816" x="8599488" y="2667000"/>
          <p14:tracePt t="18839" x="8613775" y="2667000"/>
          <p14:tracePt t="18840" x="8626475" y="2667000"/>
          <p14:tracePt t="18850" x="8640763" y="2667000"/>
          <p14:tracePt t="18873" x="8653463" y="2667000"/>
          <p14:tracePt t="18928" x="8640763" y="2667000"/>
          <p14:tracePt t="18950" x="8626475" y="2667000"/>
          <p14:tracePt t="18966" x="8613775" y="2667000"/>
          <p14:tracePt t="18973" x="8586788" y="2667000"/>
          <p14:tracePt t="19003" x="8558213" y="2667000"/>
          <p14:tracePt t="19052" x="8572500" y="2667000"/>
          <p14:tracePt t="19064" x="8586788" y="2667000"/>
          <p14:tracePt t="19074" x="8613775" y="2667000"/>
          <p14:tracePt t="19090" x="8626475" y="2667000"/>
          <p14:tracePt t="19100" x="8653463" y="2667000"/>
          <p14:tracePt t="19109" x="8667750" y="2667000"/>
          <p14:tracePt t="19132" x="8682038" y="2667000"/>
          <p14:tracePt t="19186" x="8667750" y="2667000"/>
          <p14:tracePt t="19197" x="8653463" y="2667000"/>
          <p14:tracePt t="19213" x="8640763" y="2667000"/>
          <p14:tracePt t="19221" x="8626475" y="2667000"/>
          <p14:tracePt t="19233" x="8599488" y="2667000"/>
          <p14:tracePt t="19255" x="8586788" y="2667000"/>
          <p14:tracePt t="19300" x="8599488" y="2667000"/>
          <p14:tracePt t="19313" x="8626475" y="2667000"/>
          <p14:tracePt t="19324" x="8667750" y="2667000"/>
          <p14:tracePt t="19337" x="8721725" y="2667000"/>
          <p14:tracePt t="19347" x="8769350" y="2667000"/>
          <p14:tracePt t="19356" x="8824913" y="2667000"/>
          <p14:tracePt t="19379" x="8864600" y="2667000"/>
          <p14:tracePt t="19380" x="8878888" y="2681288"/>
          <p14:tracePt t="19391" x="8891588" y="2681288"/>
          <p14:tracePt t="19430" x="8878888" y="2681288"/>
          <p14:tracePt t="19438" x="8864600" y="2681288"/>
          <p14:tracePt t="19447" x="8837613" y="2681288"/>
          <p14:tracePt t="19466" x="8810625" y="2681288"/>
          <p14:tracePt t="19474" x="8783638" y="2681288"/>
          <p14:tracePt t="19484" x="8736013" y="2681288"/>
          <p14:tracePt t="19493" x="8709025" y="2667000"/>
          <p14:tracePt t="19522" x="8682038" y="2667000"/>
          <p14:tracePt t="19574" x="8694738" y="2667000"/>
          <p14:tracePt t="19584" x="8721725" y="2667000"/>
          <p14:tracePt t="19600" x="8736013" y="2681288"/>
          <p14:tracePt t="19611" x="8769350" y="2681288"/>
          <p14:tracePt t="19619" x="8796338" y="2681288"/>
          <p14:tracePt t="19627" x="8824913" y="2681288"/>
          <p14:tracePt t="19654" x="8837613" y="2681288"/>
          <p14:tracePt t="19700" x="8810625" y="2681288"/>
          <p14:tracePt t="19711" x="8769350" y="2681288"/>
          <p14:tracePt t="19719" x="8736013" y="2667000"/>
          <p14:tracePt t="19737" x="8694738" y="2667000"/>
          <p14:tracePt t="19738" x="8653463" y="2667000"/>
          <p14:tracePt t="19750" x="8613775" y="2667000"/>
          <p14:tracePt t="19760" x="8599488" y="2652713"/>
          <p14:tracePt t="19806" x="8613775" y="2652713"/>
          <p14:tracePt t="19817" x="8626475" y="2652713"/>
          <p14:tracePt t="19836" x="8653463" y="2652713"/>
          <p14:tracePt t="19844" x="8694738" y="2652713"/>
          <p14:tracePt t="19852" x="8721725" y="2667000"/>
          <p14:tracePt t="19870" x="8769350" y="2667000"/>
          <p14:tracePt t="19878" x="8810625" y="2667000"/>
          <p14:tracePt t="19887" x="8824913" y="2667000"/>
          <p14:tracePt t="19896" x="8837613" y="2681288"/>
          <p14:tracePt t="19923" x="8824913" y="2681288"/>
          <p14:tracePt t="19941" x="8783638" y="2681288"/>
          <p14:tracePt t="19974" x="8709025" y="2667000"/>
          <p14:tracePt t="19978" x="8667750" y="2667000"/>
          <p14:tracePt t="19988" x="8640763" y="2667000"/>
          <p14:tracePt t="19997" x="8626475" y="2652713"/>
          <p14:tracePt t="20064" x="8667750" y="2652713"/>
          <p14:tracePt t="20068" x="8709025" y="2667000"/>
          <p14:tracePt t="20085" x="8756650" y="2667000"/>
          <p14:tracePt t="20088" x="8783638" y="2667000"/>
          <p14:tracePt t="20099" x="8824913" y="2667000"/>
          <p14:tracePt t="20121" x="8837613" y="2667000"/>
          <p14:tracePt t="20154" x="8824913" y="2681288"/>
          <p14:tracePt t="20169" x="8810625" y="2681288"/>
          <p14:tracePt t="20180" x="8783638" y="2681288"/>
          <p14:tracePt t="20189" x="8756650" y="2667000"/>
          <p14:tracePt t="20207" x="8736013" y="2667000"/>
          <p14:tracePt t="20213" x="8721725" y="2667000"/>
          <p14:tracePt t="20279" x="8736013" y="2667000"/>
          <p14:tracePt t="20298" x="8756650" y="2667000"/>
          <p14:tracePt t="20316" x="8769350" y="2667000"/>
          <p14:tracePt t="20334" x="8783638" y="2667000"/>
          <p14:tracePt t="20347" x="8796338" y="2667000"/>
          <p14:tracePt t="22214" x="8837613" y="2667000"/>
          <p14:tracePt t="22224" x="8864600" y="2667000"/>
          <p14:tracePt t="22235" x="8905875" y="2667000"/>
          <p14:tracePt t="22247" x="8932863" y="2667000"/>
          <p14:tracePt t="22258" x="8967788" y="2667000"/>
          <p14:tracePt t="22275" x="8967788" y="2681288"/>
          <p14:tracePt t="22594" x="8980488" y="2681288"/>
          <p14:tracePt t="22606" x="8994775" y="2681288"/>
          <p14:tracePt t="22620" x="9007475" y="2681288"/>
          <p14:tracePt t="22641" x="9021763" y="2681288"/>
          <p14:tracePt t="22696" x="9021763" y="2667000"/>
          <p14:tracePt t="22732" x="9021763" y="2652713"/>
          <p14:tracePt t="22754" x="9021763" y="2640013"/>
          <p14:tracePt t="22784" x="9021763" y="2625725"/>
          <p14:tracePt t="22799" x="9007475" y="2625725"/>
          <p14:tracePt t="22819" x="9007475" y="2613025"/>
          <p14:tracePt t="22855" x="9007475" y="2598738"/>
          <p14:tracePt t="24194" x="9007475" y="2565400"/>
          <p14:tracePt t="24205" x="9007475" y="2551113"/>
          <p14:tracePt t="24215" x="9007475" y="2538413"/>
          <p14:tracePt t="24239" x="9021763" y="2524125"/>
          <p14:tracePt t="24240" x="9021763" y="2509838"/>
          <p14:tracePt t="24269" x="9021763" y="2497138"/>
          <p14:tracePt t="24276" x="9021763" y="2482850"/>
          <p14:tracePt t="24305" x="9021763" y="2470150"/>
          <p14:tracePt t="24365" x="9007475" y="2482850"/>
          <p14:tracePt t="24373" x="8980488" y="2482850"/>
          <p14:tracePt t="24386" x="8967788" y="2509838"/>
          <p14:tracePt t="24402" x="8953500" y="2524125"/>
          <p14:tracePt t="24411" x="8932863" y="2524125"/>
          <p14:tracePt t="24423" x="8932863" y="2538413"/>
          <p14:tracePt t="24441" x="8932863" y="2551113"/>
          <p14:tracePt t="24452" x="8953500" y="2551113"/>
          <p14:tracePt t="24476" x="8967788" y="2551113"/>
          <p14:tracePt t="24486" x="8980488" y="2551113"/>
          <p14:tracePt t="24504" x="9007475" y="2551113"/>
          <p14:tracePt t="24518" x="9021763" y="2551113"/>
          <p14:tracePt t="24522" x="9034463" y="2538413"/>
          <p14:tracePt t="24534" x="9063038" y="2524125"/>
          <p14:tracePt t="24561" x="9075738" y="2482850"/>
          <p14:tracePt t="24569" x="9075738" y="2470150"/>
          <p14:tracePt t="24578" x="9075738" y="2455863"/>
          <p14:tracePt t="24603" x="9063038" y="2428875"/>
          <p14:tracePt t="24619" x="9048750" y="2428875"/>
          <p14:tracePt t="24626" x="9034463" y="2428875"/>
          <p14:tracePt t="24635" x="9021763" y="2428875"/>
          <p14:tracePt t="24675" x="8980488" y="2443163"/>
          <p14:tracePt t="24684" x="8980488" y="2455863"/>
          <p14:tracePt t="24692" x="8967788" y="2470150"/>
          <p14:tracePt t="24706" x="8967788" y="2482850"/>
          <p14:tracePt t="24730" x="8994775" y="2509838"/>
          <p14:tracePt t="24739" x="9007475" y="2509838"/>
          <p14:tracePt t="24752" x="9048750" y="2524125"/>
          <p14:tracePt t="24775" x="9090025" y="2524125"/>
          <p14:tracePt t="24778" x="9117013" y="2524125"/>
          <p14:tracePt t="24781" x="9164638" y="2509838"/>
          <p14:tracePt t="24792" x="9191625" y="2509838"/>
          <p14:tracePt t="24805" x="9205913" y="2497138"/>
          <p14:tracePt t="24817" x="9205913" y="2482850"/>
          <p14:tracePt t="24826" x="9205913" y="2470150"/>
          <p14:tracePt t="24836" x="9205913" y="2443163"/>
          <p14:tracePt t="24855" x="9177338" y="2428875"/>
          <p14:tracePt t="24865" x="9150350" y="2401888"/>
          <p14:tracePt t="24880" x="9090025" y="2387600"/>
          <p14:tracePt t="24881" x="9048750" y="2387600"/>
          <p14:tracePt t="24893" x="9007475" y="2387600"/>
          <p14:tracePt t="24905" x="8953500" y="2387600"/>
          <p14:tracePt t="24926" x="8905875" y="2401888"/>
          <p14:tracePt t="24939" x="8891588" y="2414588"/>
          <p14:tracePt t="24953" x="8891588" y="2428875"/>
          <p14:tracePt t="24973" x="8905875" y="2443163"/>
          <p14:tracePt t="24984" x="8920163" y="2443163"/>
          <p14:tracePt t="25004" x="8967788" y="2455863"/>
          <p14:tracePt t="25016" x="8994775" y="2455863"/>
          <p14:tracePt t="25028" x="9007475" y="2455863"/>
          <p14:tracePt t="25039" x="9007475" y="2443163"/>
          <p14:tracePt t="25060" x="9007475" y="2428875"/>
          <p14:tracePt t="25073" x="9007475" y="2414588"/>
          <p14:tracePt t="25083" x="9007475" y="2401888"/>
          <p14:tracePt t="25097" x="8994775" y="2401888"/>
          <p14:tracePt t="25107" x="8980488" y="2387600"/>
          <p14:tracePt t="25126" x="8953500" y="2366963"/>
          <p14:tracePt t="25127" x="8920163" y="2366963"/>
          <p14:tracePt t="25139" x="8891588" y="2366963"/>
          <p14:tracePt t="25149" x="8864600" y="2387600"/>
          <p14:tracePt t="25173" x="8837613" y="2414588"/>
          <p14:tracePt t="25183" x="8824913" y="2428875"/>
          <p14:tracePt t="25196" x="8824913" y="2443163"/>
          <p14:tracePt t="25206" x="8824913" y="2455863"/>
          <p14:tracePt t="25222" x="8837613" y="2455863"/>
          <p14:tracePt t="25233" x="8851900" y="2470150"/>
          <p14:tracePt t="25243" x="8878888" y="2470150"/>
          <p14:tracePt t="25253" x="8891588" y="2482850"/>
          <p14:tracePt t="25275" x="8932863" y="2482850"/>
          <p14:tracePt t="25297" x="8967788" y="2470150"/>
          <p14:tracePt t="25299" x="8980488" y="2455863"/>
          <p14:tracePt t="25321" x="8994775" y="2443163"/>
          <p14:tracePt t="25322" x="8994775" y="2428875"/>
          <p14:tracePt t="25334" x="8980488" y="2414588"/>
          <p14:tracePt t="25344" x="8967788" y="2401888"/>
          <p14:tracePt t="25354" x="8920163" y="2387600"/>
          <p14:tracePt t="25372" x="8891588" y="2387600"/>
          <p14:tracePt t="25381" x="8878888" y="2387600"/>
          <p14:tracePt t="25390" x="8851900" y="2387600"/>
          <p14:tracePt t="25409" x="8837613" y="2401888"/>
          <p14:tracePt t="25413" x="8824913" y="2401888"/>
          <p14:tracePt t="25422" x="8824913" y="2414588"/>
          <p14:tracePt t="25438" x="8824913" y="2428875"/>
          <p14:tracePt t="25449" x="8837613" y="2428875"/>
          <p14:tracePt t="25456" x="8837613" y="2443163"/>
          <p14:tracePt t="25466" x="8851900" y="2443163"/>
          <p14:tracePt t="25505" x="8891588" y="2443163"/>
          <p14:tracePt t="25516" x="8905875" y="2443163"/>
          <p14:tracePt t="25769" x="8837613" y="2428875"/>
          <p14:tracePt t="25780" x="8796338" y="2428875"/>
          <p14:tracePt t="25790" x="8736013" y="2443163"/>
          <p14:tracePt t="25804" x="8694738" y="2455863"/>
          <p14:tracePt t="25813" x="8667750" y="2470150"/>
          <p14:tracePt t="25824" x="8653463" y="2482850"/>
          <p14:tracePt t="25848" x="8667750" y="2497138"/>
          <p14:tracePt t="25869" x="8694738" y="2497138"/>
          <p14:tracePt t="25882" x="8721725" y="2497138"/>
          <p14:tracePt t="25897" x="8769350" y="2497138"/>
          <p14:tracePt t="25908" x="8796338" y="2497138"/>
          <p14:tracePt t="25916" x="8824913" y="2482850"/>
          <p14:tracePt t="25935" x="8851900" y="2455863"/>
          <p14:tracePt t="25938" x="8864600" y="2443163"/>
          <p14:tracePt t="25949" x="8864600" y="2414588"/>
          <p14:tracePt t="25965" x="8864600" y="2401888"/>
          <p14:tracePt t="25979" x="8837613" y="2366963"/>
          <p14:tracePt t="25990" x="8810625" y="2354263"/>
          <p14:tracePt t="26005" x="8796338" y="2339975"/>
          <p14:tracePt t="26007" x="8769350" y="2339975"/>
          <p14:tracePt t="26018" x="8736013" y="2339975"/>
          <p14:tracePt t="26030" x="8736013" y="2354263"/>
          <p14:tracePt t="26042" x="8721725" y="2354263"/>
          <p14:tracePt t="26052" x="8721725" y="2387600"/>
          <p14:tracePt t="26063" x="8736013" y="2414588"/>
          <p14:tracePt t="26077" x="8736013" y="2428875"/>
          <p14:tracePt t="26086" x="8783638" y="2455863"/>
          <p14:tracePt t="26109" x="8864600" y="2497138"/>
          <p14:tracePt t="26126" x="8891588" y="2509838"/>
          <p14:tracePt t="26149" x="8953500" y="2509838"/>
          <p14:tracePt t="26152" x="8994775" y="2509838"/>
          <p14:tracePt t="26161" x="9021763" y="2497138"/>
          <p14:tracePt t="26174" x="9048750" y="2497138"/>
          <p14:tracePt t="26175" x="9075738" y="2482850"/>
          <p14:tracePt t="26186" x="9075738" y="2470150"/>
          <p14:tracePt t="26196" x="9090025" y="2455863"/>
          <p14:tracePt t="26216" x="9090025" y="2443163"/>
          <p14:tracePt t="26222" x="9075738" y="2428875"/>
          <p14:tracePt t="26241" x="9063038" y="2428875"/>
          <p14:tracePt t="26264" x="9048750" y="2428875"/>
          <p14:tracePt t="26275" x="9034463" y="2428875"/>
          <p14:tracePt t="26287" x="9021763" y="2443163"/>
          <p14:tracePt t="26299" x="9021763" y="2455863"/>
          <p14:tracePt t="26313" x="9021763" y="2482850"/>
          <p14:tracePt t="26346" x="9021763" y="2509838"/>
          <p14:tracePt t="26358" x="9063038" y="2524125"/>
          <p14:tracePt t="26368" x="9090025" y="2538413"/>
          <p14:tracePt t="26383" x="9129713" y="2538413"/>
          <p14:tracePt t="26390" x="9191625" y="2538413"/>
          <p14:tracePt t="26399" x="9218613" y="2538413"/>
          <p14:tracePt t="26411" x="9245600" y="2524125"/>
          <p14:tracePt t="26433" x="9272588" y="2509838"/>
          <p14:tracePt t="26444" x="9286875" y="2497138"/>
          <p14:tracePt t="26466" x="9286875" y="2482850"/>
          <p14:tracePt t="26468" x="9272588" y="2470150"/>
          <p14:tracePt t="26485" x="9259888" y="2455863"/>
          <p14:tracePt t="26494" x="9245600" y="2443163"/>
          <p14:tracePt t="26511" x="9232900" y="2443163"/>
          <p14:tracePt t="26513" x="9218613" y="2443163"/>
          <p14:tracePt t="26533" x="9205913" y="2443163"/>
          <p14:tracePt t="26535" x="9191625" y="2455863"/>
          <p14:tracePt t="26549" x="9177338" y="2455863"/>
          <p14:tracePt t="26566" x="9177338" y="2470150"/>
          <p14:tracePt t="26568" x="9177338" y="2482850"/>
          <p14:tracePt t="26579" x="9177338" y="2509838"/>
          <p14:tracePt t="26597" x="9205913" y="2538413"/>
          <p14:tracePt t="26608" x="9245600" y="2551113"/>
          <p14:tracePt t="26615" x="9286875" y="2565400"/>
          <p14:tracePt t="26643" x="9444038" y="2598738"/>
          <p14:tracePt t="26647" x="9498013" y="2598738"/>
          <p14:tracePt t="26658" x="9599613" y="2598738"/>
          <p14:tracePt t="26669" x="9667875" y="2598738"/>
          <p14:tracePt t="26693" x="9783763" y="2565400"/>
          <p14:tracePt t="26711" x="9837738" y="2551113"/>
          <p14:tracePt t="26718" x="9864725" y="2538413"/>
          <p14:tracePt t="26730" x="9879013" y="2538413"/>
          <p14:tracePt t="26744" x="9891713" y="2524125"/>
          <p14:tracePt t="26751" x="9906000" y="2524125"/>
          <p14:tracePt t="26807" x="9920288" y="2524125"/>
          <p14:tracePt t="26840" x="9939338" y="2524125"/>
          <p14:tracePt t="26849" x="9953625" y="2524125"/>
          <p14:tracePt t="26874" x="9980613" y="2524125"/>
          <p14:tracePt t="26883" x="9994900" y="2524125"/>
          <p14:tracePt t="26894" x="10021888" y="2524125"/>
          <p14:tracePt t="26915" x="10034588" y="2524125"/>
          <p14:tracePt t="26927" x="10048875" y="2524125"/>
          <p14:tracePt t="26929" x="10063163" y="2524125"/>
          <p14:tracePt t="27580" x="10063163" y="2509838"/>
          <p14:tracePt t="27591" x="10048875" y="2497138"/>
          <p14:tracePt t="27601" x="10034588" y="2482850"/>
          <p14:tracePt t="27614" x="10021888" y="2482850"/>
          <p14:tracePt t="27625" x="9994900" y="2470150"/>
          <p14:tracePt t="27643" x="9953625" y="2455863"/>
          <p14:tracePt t="27651" x="9906000" y="2443163"/>
          <p14:tracePt t="27659" x="9864725" y="2443163"/>
          <p14:tracePt t="27673" x="9825038" y="2443163"/>
          <p14:tracePt t="27686" x="9783763" y="2443163"/>
          <p14:tracePt t="27693" x="9709150" y="2443163"/>
          <p14:tracePt t="27703" x="9653588" y="2443163"/>
          <p14:tracePt t="27728" x="9572625" y="2470150"/>
          <p14:tracePt t="27740" x="9545638" y="2470150"/>
          <p14:tracePt t="27749" x="9525000" y="2482850"/>
          <p14:tracePt t="27772" x="9498013" y="2497138"/>
          <p14:tracePt t="28118" x="9483725" y="2497138"/>
          <p14:tracePt t="28130" x="9456738" y="2497138"/>
          <p14:tracePt t="28143" x="9415463" y="2497138"/>
          <p14:tracePt t="28154" x="9388475" y="2509838"/>
          <p14:tracePt t="28165" x="9348788" y="2509838"/>
          <p14:tracePt t="28187" x="9313863" y="2509838"/>
          <p14:tracePt t="28188" x="9272588" y="2509838"/>
          <p14:tracePt t="28199" x="9245600" y="2524125"/>
          <p14:tracePt t="28210" x="9218613" y="2538413"/>
          <p14:tracePt t="28223" x="9191625" y="2551113"/>
          <p14:tracePt t="28233" x="9164638" y="2565400"/>
          <p14:tracePt t="28250" x="9129713" y="2586038"/>
          <p14:tracePt t="28264" x="9117013" y="2613025"/>
          <p14:tracePt t="28270" x="9090025" y="2625725"/>
          <p14:tracePt t="28305" x="9063038" y="2652713"/>
          <p14:tracePt t="28308" x="9048750" y="2667000"/>
          <p14:tracePt t="28313" x="9034463" y="2693988"/>
          <p14:tracePt t="28337" x="9021763" y="2708275"/>
          <p14:tracePt t="28348" x="8994775" y="2735263"/>
          <p14:tracePt t="28369" x="8967788" y="2782888"/>
          <p14:tracePt t="28391" x="8891588" y="2824163"/>
          <p14:tracePt t="28401" x="8864600" y="2836863"/>
          <p14:tracePt t="28419" x="8837613" y="2851150"/>
          <p14:tracePt t="28434" x="8810625" y="2878138"/>
          <p14:tracePt t="28442" x="8783638" y="2905125"/>
          <p14:tracePt t="28457" x="8756650" y="2919413"/>
          <p14:tracePt t="28459" x="8721725" y="2946400"/>
          <p14:tracePt t="28479" x="8709025" y="2967038"/>
          <p14:tracePt t="28480" x="8694738" y="2979738"/>
          <p14:tracePt t="28504" x="8667750" y="3021013"/>
          <p14:tracePt t="28516" x="8653463" y="3033713"/>
          <p14:tracePt t="28526" x="8640763" y="3048000"/>
          <p14:tracePt t="28543" x="8640763" y="3062288"/>
          <p14:tracePt t="28560" x="8640763" y="3074988"/>
          <p14:tracePt t="28603" x="8640763" y="3089275"/>
          <p14:tracePt t="28626" x="8626475" y="3089275"/>
          <p14:tracePt t="28638" x="8613775" y="3089275"/>
          <p14:tracePt t="28650" x="8613775" y="3074988"/>
          <p14:tracePt t="29379" x="8613775" y="3089275"/>
          <p14:tracePt t="29436" x="8599488" y="3089275"/>
          <p14:tracePt t="29448" x="8586788" y="3089275"/>
          <p14:tracePt t="29457" x="8572500" y="3089275"/>
          <p14:tracePt t="29482" x="8558213" y="3101975"/>
          <p14:tracePt t="29483" x="8510588" y="3116263"/>
          <p14:tracePt t="29498" x="8483600" y="3116263"/>
          <p14:tracePt t="29506" x="8456613" y="3128963"/>
          <p14:tracePt t="29516" x="8415338" y="3149600"/>
          <p14:tracePt t="29538" x="8388350" y="3163888"/>
          <p14:tracePt t="29540" x="8361363" y="3163888"/>
          <p14:tracePt t="29550" x="8313738" y="3176588"/>
          <p14:tracePt t="29568" x="8286750" y="3190875"/>
          <p14:tracePt t="29578" x="8245475" y="3205163"/>
          <p14:tracePt t="29586" x="8218488" y="3205163"/>
          <p14:tracePt t="29594" x="8177213" y="3217863"/>
          <p14:tracePt t="29622" x="8102600" y="3244850"/>
          <p14:tracePt t="29632" x="8075613" y="3259138"/>
          <p14:tracePt t="29669" x="8007350" y="3259138"/>
          <p14:tracePt t="29673" x="7980363" y="3271838"/>
          <p14:tracePt t="29674" x="7959725" y="3271838"/>
          <p14:tracePt t="29684" x="7932738" y="3271838"/>
          <p14:tracePt t="29700" x="7920038" y="3271838"/>
          <p14:tracePt t="29713" x="7905750" y="3271838"/>
          <p14:tracePt t="29720" x="7891463" y="3259138"/>
          <p14:tracePt t="29758" x="7864475" y="3259138"/>
          <p14:tracePt t="29873" x="7851775" y="3259138"/>
          <p14:tracePt t="29885" x="7837488" y="3244850"/>
          <p14:tracePt t="29899" x="7810500" y="3244850"/>
          <p14:tracePt t="29911" x="7783513" y="3244850"/>
          <p14:tracePt t="29919" x="7735888" y="3232150"/>
          <p14:tracePt t="29937" x="7694613" y="3232150"/>
          <p14:tracePt t="29953" x="7640638" y="3232150"/>
          <p14:tracePt t="29955" x="7599363" y="3232150"/>
          <p14:tracePt t="29966" x="7551738" y="3217863"/>
          <p14:tracePt t="29994" x="7497763" y="3217863"/>
          <p14:tracePt t="30006" x="7483475" y="3217863"/>
          <p14:tracePt t="30109" x="7497763" y="3217863"/>
          <p14:tracePt t="30121" x="7539038" y="3232150"/>
          <p14:tracePt t="30133" x="7599363" y="3232150"/>
          <p14:tracePt t="30145" x="7681913" y="3232150"/>
          <p14:tracePt t="30155" x="7735888" y="3244850"/>
          <p14:tracePt t="30171" x="7796213" y="3244850"/>
          <p14:tracePt t="30182" x="7851775" y="3244850"/>
          <p14:tracePt t="30190" x="7878763" y="3244850"/>
          <p14:tracePt t="30202" x="7891463" y="3244850"/>
          <p14:tracePt t="30258" x="7878763" y="3244850"/>
          <p14:tracePt t="30268" x="7851775" y="3244850"/>
          <p14:tracePt t="30281" x="7810500" y="3244850"/>
          <p14:tracePt t="30292" x="7748588" y="3244850"/>
          <p14:tracePt t="30309" x="7694613" y="3232150"/>
          <p14:tracePt t="30319" x="7653338" y="3232150"/>
          <p14:tracePt t="30328" x="7626350" y="3232150"/>
          <p14:tracePt t="30354" x="7566025" y="3232150"/>
          <p14:tracePt t="30436" x="7586663" y="3232150"/>
          <p14:tracePt t="30448" x="7599363" y="3217863"/>
          <p14:tracePt t="30458" x="7613650" y="3217863"/>
          <p14:tracePt t="30483" x="7626350" y="3217863"/>
          <p14:tracePt t="30506" x="7640638" y="3217863"/>
          <p14:tracePt t="30540" x="7653338" y="3217863"/>
          <p14:tracePt t="30542" x="7681913" y="3232150"/>
          <p14:tracePt t="30553" x="7762875" y="3244850"/>
          <p14:tracePt t="30567" x="7837488" y="3259138"/>
          <p14:tracePt t="30579" x="7932738" y="3259138"/>
          <p14:tracePt t="30587" x="8089900" y="3271838"/>
          <p14:tracePt t="30607" x="8259763" y="3286125"/>
          <p14:tracePt t="30608" x="8388350" y="3300413"/>
          <p14:tracePt t="30638" x="8599488" y="3327400"/>
          <p14:tracePt t="30640" x="8640763" y="3348038"/>
          <p14:tracePt t="30670" x="8694738" y="3348038"/>
          <p14:tracePt t="30740" x="8709025" y="3348038"/>
          <p14:tracePt t="30751" x="8721725" y="3348038"/>
          <p14:tracePt t="30767" x="8756650" y="3348038"/>
          <p14:tracePt t="30776" x="8769350" y="3348038"/>
          <p14:tracePt t="30788" x="8783638" y="3348038"/>
          <p14:tracePt t="30805" x="8796338" y="3360738"/>
          <p14:tracePt t="30839" x="8810625" y="3360738"/>
          <p14:tracePt t="30891" x="8837613" y="3348038"/>
          <p14:tracePt t="30987" x="8837613" y="3327400"/>
          <p14:tracePt t="31056" x="8851900" y="3327400"/>
          <p14:tracePt t="31081" x="8864600" y="3313113"/>
          <p14:tracePt t="31090" x="8878888" y="3313113"/>
          <p14:tracePt t="31102" x="8920163" y="3313113"/>
          <p14:tracePt t="31123" x="8953500" y="3313113"/>
          <p14:tracePt t="31124" x="8994775" y="3300413"/>
          <p14:tracePt t="31135" x="9021763" y="3300413"/>
          <p14:tracePt t="31152" x="9048750" y="3300413"/>
          <p14:tracePt t="31164" x="9075738" y="3286125"/>
          <p14:tracePt t="31173" x="9090025" y="3286125"/>
          <p14:tracePt t="31180" x="9102725" y="3286125"/>
          <p14:tracePt t="31529" x="9034463" y="3348038"/>
          <p14:tracePt t="31538" x="8980488" y="3414713"/>
          <p14:tracePt t="31550" x="8905875" y="3625850"/>
          <p14:tracePt t="31585" x="8837613" y="3952875"/>
          <p14:tracePt t="31586" x="8824913" y="4244975"/>
          <p14:tracePt t="31595" x="8824913" y="4429125"/>
          <p14:tracePt t="31599" x="8851900" y="4572000"/>
          <p14:tracePt t="31611" x="8878888" y="4640263"/>
          <p14:tracePt t="31622" x="8891588" y="4687888"/>
          <p14:tracePt t="31633" x="8920163" y="4714875"/>
          <p14:tracePt t="31644" x="8932863" y="4729163"/>
          <p14:tracePt t="31658" x="8932863" y="4714875"/>
          <p14:tracePt t="31672" x="8932863" y="4729163"/>
          <p14:tracePt t="31842" x="8932863" y="4714875"/>
          <p14:tracePt t="31864" x="8932863" y="4700588"/>
          <p14:tracePt t="31878" x="8932863" y="4652963"/>
          <p14:tracePt t="31889" x="8932863" y="4613275"/>
          <p14:tracePt t="31900" x="8932863" y="4586288"/>
          <p14:tracePt t="31915" x="8920163" y="4530725"/>
          <p14:tracePt t="31923" x="8878888" y="4443413"/>
          <p14:tracePt t="31941" x="8824913" y="4360863"/>
          <p14:tracePt t="31953" x="8769350" y="4292600"/>
          <p14:tracePt t="31982" x="8709025" y="4232275"/>
          <p14:tracePt t="31983" x="8599488" y="4149725"/>
          <p14:tracePt t="32003" x="8539163" y="4122738"/>
          <p14:tracePt t="32005" x="8483600" y="4075113"/>
          <p14:tracePt t="32028" x="8402638" y="4033838"/>
          <p14:tracePt t="32041" x="8340725" y="4006850"/>
          <p14:tracePt t="32058" x="8286750" y="3994150"/>
          <p14:tracePt t="32060" x="8245475" y="3979863"/>
          <p14:tracePt t="32073" x="8218488" y="3979863"/>
          <p14:tracePt t="32080" x="8205788" y="3967163"/>
          <p14:tracePt t="32092" x="8191500" y="3967163"/>
          <p14:tracePt t="32114" x="8177213" y="3967163"/>
          <p14:tracePt t="32169" x="8164513" y="3967163"/>
          <p14:tracePt t="32191" x="8143875" y="3967163"/>
          <p14:tracePt t="32215" x="8129588" y="3952875"/>
          <p14:tracePt t="32239" x="8116888" y="3938588"/>
          <p14:tracePt t="32260" x="8102600" y="3925888"/>
          <p14:tracePt t="32303" x="8116888" y="3925888"/>
          <p14:tracePt t="32326" x="8129588" y="3925888"/>
          <p14:tracePt t="32341" x="8164513" y="3925888"/>
          <p14:tracePt t="32349" x="8191500" y="3938588"/>
          <p14:tracePt t="32361" x="8218488" y="3938588"/>
          <p14:tracePt t="32382" x="8259763" y="3938588"/>
          <p14:tracePt t="32383" x="8286750" y="3952875"/>
          <p14:tracePt t="32395" x="8313738" y="3952875"/>
          <p14:tracePt t="32409" x="8328025" y="3952875"/>
          <p14:tracePt t="32421" x="8361363" y="3952875"/>
          <p14:tracePt t="32430" x="8388350" y="3952875"/>
          <p14:tracePt t="32440" x="8415338" y="3952875"/>
          <p14:tracePt t="32466" x="8497888" y="3952875"/>
          <p14:tracePt t="32474" x="8539163" y="3952875"/>
          <p14:tracePt t="32485" x="8613775" y="3952875"/>
          <p14:tracePt t="32512" x="8756650" y="3952875"/>
          <p14:tracePt t="32522" x="8824913" y="3952875"/>
          <p14:tracePt t="32533" x="8920163" y="3967163"/>
          <p14:tracePt t="32543" x="9007475" y="3967163"/>
          <p14:tracePt t="32564" x="9129713" y="3967163"/>
          <p14:tracePt t="32574" x="9191625" y="3967163"/>
          <p14:tracePt t="32585" x="9232900" y="3967163"/>
          <p14:tracePt t="32615" x="9328150" y="3967163"/>
          <p14:tracePt t="32632" x="9388475" y="3967163"/>
          <p14:tracePt t="32634" x="9444038" y="3967163"/>
          <p14:tracePt t="32647" x="9510713" y="3967163"/>
          <p14:tracePt t="32657" x="9586913" y="3967163"/>
          <p14:tracePt t="32666" x="9667875" y="3979863"/>
          <p14:tracePt t="32694" x="9825038" y="3979863"/>
          <p14:tracePt t="32705" x="9906000" y="3979863"/>
          <p14:tracePt t="32713" x="9980613" y="3979863"/>
          <p14:tracePt t="32734" x="10048875" y="3967163"/>
          <p14:tracePt t="32735" x="10102850" y="3952875"/>
          <p14:tracePt t="32745" x="10164763" y="3938588"/>
          <p14:tracePt t="32777" x="10233025" y="3878263"/>
          <p14:tracePt t="32778" x="10260013" y="3824288"/>
          <p14:tracePt t="32804" x="10272713" y="3729038"/>
          <p14:tracePt t="32813" x="10272713" y="3652838"/>
          <p14:tracePt t="32829" x="10272713" y="3598863"/>
          <p14:tracePt t="32839" x="10272713" y="3571875"/>
          <p14:tracePt t="32848" x="10260013" y="3544888"/>
          <p14:tracePt t="32864" x="10245725" y="3509963"/>
          <p14:tracePt t="32873" x="10218738" y="3482975"/>
          <p14:tracePt t="32895" x="10102850" y="3414713"/>
          <p14:tracePt t="32911" x="9994900" y="3387725"/>
          <p14:tracePt t="32913" x="9864725" y="3360738"/>
          <p14:tracePt t="32941" x="9613900" y="3313113"/>
          <p14:tracePt t="32947" x="9471025" y="3300413"/>
          <p14:tracePt t="32963" x="9375775" y="3300413"/>
          <p14:tracePt t="32972" x="9245600" y="3286125"/>
          <p14:tracePt t="32981" x="9117013" y="3286125"/>
          <p14:tracePt t="32995" x="9034463" y="3286125"/>
          <p14:tracePt t="33006" x="8980488" y="3300413"/>
          <p14:tracePt t="33027" x="8864600" y="3300413"/>
          <p14:tracePt t="33046" x="8824913" y="3313113"/>
          <p14:tracePt t="33048" x="8783638" y="3327400"/>
          <p14:tracePt t="33079" x="8626475" y="3360738"/>
          <p14:tracePt t="33104" x="8558213" y="3375025"/>
          <p14:tracePt t="33106" x="8388350" y="3414713"/>
          <p14:tracePt t="33116" x="8301038" y="3443288"/>
          <p14:tracePt t="33131" x="8245475" y="3455988"/>
          <p14:tracePt t="33140" x="8177213" y="3482975"/>
          <p14:tracePt t="33156" x="8116888" y="3509963"/>
          <p14:tracePt t="33177" x="8089900" y="3530600"/>
          <p14:tracePt t="33178" x="8062913" y="3571875"/>
          <p14:tracePt t="33188" x="8034338" y="3613150"/>
          <p14:tracePt t="33210" x="8021638" y="3667125"/>
          <p14:tracePt t="33234" x="8021638" y="3741738"/>
          <p14:tracePt t="33246" x="8034338" y="3783013"/>
          <p14:tracePt t="33255" x="8048625" y="3795713"/>
          <p14:tracePt t="33274" x="8102600" y="3836988"/>
          <p14:tracePt t="33294" x="8129588" y="3851275"/>
          <p14:tracePt t="33297" x="8164513" y="3863975"/>
          <p14:tracePt t="33322" x="8259763" y="3890963"/>
          <p14:tracePt t="33343" x="8313738" y="3890963"/>
          <p14:tracePt t="33344" x="8388350" y="3911600"/>
          <p14:tracePt t="33356" x="8470900" y="3911600"/>
          <p14:tracePt t="33364" x="8572500" y="3911600"/>
          <p14:tracePt t="33377" x="8653463" y="3911600"/>
          <p14:tracePt t="33388" x="8783638" y="3911600"/>
          <p14:tracePt t="33397" x="8905875" y="3911600"/>
          <p14:tracePt t="33409" x="8994775" y="3911600"/>
          <p14:tracePt t="33426" x="9129713" y="3890963"/>
          <p14:tracePt t="33438" x="9259888" y="3878263"/>
          <p14:tracePt t="33457" x="9388475" y="3851275"/>
          <p14:tracePt t="33460" x="9471025" y="3836988"/>
          <p14:tracePt t="33493" x="9572625" y="3824288"/>
          <p14:tracePt t="33496" x="9769475" y="3783013"/>
          <p14:tracePt t="33499" x="9864725" y="3756025"/>
          <p14:tracePt t="33511" x="9967913" y="3729038"/>
          <p14:tracePt t="33528" x="10048875" y="3667125"/>
          <p14:tracePt t="33539" x="10102850" y="3640138"/>
          <p14:tracePt t="33548" x="10164763" y="3586163"/>
          <p14:tracePt t="33558" x="10206038" y="3530600"/>
          <p14:tracePt t="33578" x="10233025" y="3470275"/>
          <p14:tracePt t="33589" x="10233025" y="3443288"/>
          <p14:tracePt t="33598" x="10233025" y="3414713"/>
          <p14:tracePt t="33615" x="10206038" y="3402013"/>
          <p14:tracePt t="33623" x="10164763" y="3360738"/>
          <p14:tracePt t="33632" x="10075863" y="3327400"/>
          <p14:tracePt t="33663" x="9879013" y="3271838"/>
          <p14:tracePt t="33678" x="9756775" y="3244850"/>
          <p14:tracePt t="33679" x="9613900" y="3232150"/>
          <p14:tracePt t="33699" x="9498013" y="3217863"/>
          <p14:tracePt t="33706" x="9375775" y="3217863"/>
          <p14:tracePt t="33722" x="9232900" y="3217863"/>
          <p14:tracePt t="33724" x="9117013" y="3232150"/>
          <p14:tracePt t="33737" x="9034463" y="3244850"/>
          <p14:tracePt t="33758" x="8878888" y="3286125"/>
          <p14:tracePt t="33770" x="8824913" y="3300413"/>
          <p14:tracePt t="33781" x="8769350" y="3327400"/>
          <p14:tracePt t="33797" x="8709025" y="3360738"/>
          <p14:tracePt t="33805" x="8640763" y="3402013"/>
          <p14:tracePt t="33827" x="8524875" y="3455988"/>
          <p14:tracePt t="33838" x="8470900" y="3482975"/>
          <p14:tracePt t="33861" x="8388350" y="3544888"/>
          <p14:tracePt t="33888" x="8340725" y="3598863"/>
          <p14:tracePt t="33898" x="8328025" y="3625850"/>
          <p14:tracePt t="33908" x="8328025" y="3652838"/>
          <p14:tracePt t="33930" x="8340725" y="3681413"/>
          <p14:tracePt t="33931" x="8340725" y="3708400"/>
          <p14:tracePt t="33940" x="8375650" y="3729038"/>
          <p14:tracePt t="33950" x="8402638" y="3756025"/>
          <p14:tracePt t="33964" x="8443913" y="3783013"/>
          <p14:tracePt t="33973" x="8497888" y="3810000"/>
          <p14:tracePt t="33995" x="8626475" y="3836988"/>
          <p14:tracePt t="34009" x="8709025" y="3863975"/>
          <p14:tracePt t="34026" x="8824913" y="3878263"/>
          <p14:tracePt t="34027" x="8905875" y="3890963"/>
          <p14:tracePt t="34055" x="9021763" y="3890963"/>
          <p14:tracePt t="34057" x="9150350" y="3911600"/>
          <p14:tracePt t="34065" x="9232900" y="3911600"/>
          <p14:tracePt t="34083" x="9361488" y="3911600"/>
          <p14:tracePt t="34085" x="9456738" y="3890963"/>
          <p14:tracePt t="34095" x="9545638" y="3878263"/>
          <p14:tracePt t="34111" x="9599613" y="3863975"/>
          <p14:tracePt t="34121" x="9667875" y="3836988"/>
          <p14:tracePt t="34143" x="9742488" y="3795713"/>
          <p14:tracePt t="34147" x="9796463" y="3756025"/>
          <p14:tracePt t="34155" x="9837738" y="3694113"/>
          <p14:tracePt t="34203" x="9879013" y="3482975"/>
          <p14:tracePt t="34210" x="9864725" y="3455988"/>
          <p14:tracePt t="34223" x="9837738" y="3429000"/>
          <p14:tracePt t="34243" x="9796463" y="3402013"/>
          <p14:tracePt t="34244" x="9694863" y="3387725"/>
          <p14:tracePt t="34256" x="9558338" y="3360738"/>
          <p14:tracePt t="34280" x="9429750" y="3348038"/>
          <p14:tracePt t="34282" x="9232900" y="3327400"/>
          <p14:tracePt t="34288" x="9021763" y="3327400"/>
          <p14:tracePt t="34297" x="8810625" y="3327400"/>
          <p14:tracePt t="34310" x="8667750" y="3348038"/>
          <p14:tracePt t="34322" x="8510588" y="3360738"/>
          <p14:tracePt t="34331" x="8402638" y="3387725"/>
          <p14:tracePt t="34364" x="8272463" y="3429000"/>
          <p14:tracePt t="34365" x="8232775" y="3455988"/>
          <p14:tracePt t="34375" x="8191500" y="3482975"/>
          <p14:tracePt t="34398" x="8143875" y="3586163"/>
          <p14:tracePt t="34409" x="8143875" y="3625850"/>
          <p14:tracePt t="34420" x="8143875" y="3681413"/>
          <p14:tracePt t="34443" x="8143875" y="3708400"/>
          <p14:tracePt t="34447" x="8177213" y="3756025"/>
          <p14:tracePt t="34461" x="8205788" y="3795713"/>
          <p14:tracePt t="34472" x="8232775" y="3810000"/>
          <p14:tracePt t="34488" x="8272463" y="3836988"/>
          <p14:tracePt t="34489" x="8328025" y="3863975"/>
          <p14:tracePt t="34511" x="8429625" y="3878263"/>
          <p14:tracePt t="34523" x="8497888" y="3890963"/>
          <p14:tracePt t="34534" x="8586788" y="3890963"/>
          <p14:tracePt t="34545" x="8694738" y="3890963"/>
          <p14:tracePt t="34562" x="8783638" y="3890963"/>
          <p14:tracePt t="34571" x="8920163" y="3890963"/>
          <p14:tracePt t="34580" x="9063038" y="3863975"/>
          <p14:tracePt t="34596" x="9164638" y="3851275"/>
          <p14:tracePt t="34625" x="9301163" y="3810000"/>
          <p14:tracePt t="34627" x="9545638" y="3708400"/>
          <p14:tracePt t="34637" x="9599613" y="3681413"/>
          <p14:tracePt t="34662" x="9682163" y="3571875"/>
          <p14:tracePt t="34680" x="9694863" y="3497263"/>
          <p14:tracePt t="34690" x="9667875" y="3455988"/>
          <p14:tracePt t="34708" x="9640888" y="3414713"/>
          <p14:tracePt t="34736" x="9498013" y="3348038"/>
          <p14:tracePt t="34747" x="9361488" y="3300413"/>
          <p14:tracePt t="34748" x="9232900" y="3271838"/>
          <p14:tracePt t="34759" x="9048750" y="3244850"/>
          <p14:tracePt t="34779" x="8682038" y="3232150"/>
          <p14:tracePt t="34791" x="8572500" y="3244850"/>
          <p14:tracePt t="34803" x="8443913" y="3271838"/>
          <p14:tracePt t="34825" x="8286750" y="3327400"/>
          <p14:tracePt t="34839" x="8259763" y="3360738"/>
          <p14:tracePt t="34849" x="8232775" y="3387725"/>
          <p14:tracePt t="34873" x="8218488" y="3455988"/>
          <p14:tracePt t="34881" x="8218488" y="3482975"/>
          <p14:tracePt t="34893" x="8232775" y="3544888"/>
          <p14:tracePt t="34913" x="8259763" y="3598863"/>
          <p14:tracePt t="34915" x="8313738" y="3640138"/>
          <p14:tracePt t="34928" x="8402638" y="3694113"/>
          <p14:tracePt t="34948" x="8539163" y="3756025"/>
          <p14:tracePt t="34949" x="8694738" y="3795713"/>
          <p14:tracePt t="34961" x="8851900" y="3810000"/>
          <p14:tracePt t="34982" x="9048750" y="3836988"/>
          <p14:tracePt t="34987" x="9259888" y="3836988"/>
          <p14:tracePt t="34995" x="9388475" y="3836988"/>
          <p14:tracePt t="35015" x="9510713" y="3836988"/>
          <p14:tracePt t="35017" x="9586913" y="3824288"/>
          <p14:tracePt t="35038" x="9599613" y="3824288"/>
          <p14:tracePt t="35040" x="9586913" y="3810000"/>
          <p14:tracePt t="35332" x="9599613" y="3810000"/>
          <p14:tracePt t="35342" x="9613900" y="3810000"/>
          <p14:tracePt t="35355" x="9640888" y="3810000"/>
          <p14:tracePt t="35365" x="9667875" y="3810000"/>
          <p14:tracePt t="35376" x="9682163" y="3810000"/>
          <p14:tracePt t="35397" x="9709150" y="3810000"/>
          <p14:tracePt t="35398" x="9721850" y="3810000"/>
          <p14:tracePt t="35410" x="9742488" y="3810000"/>
          <p14:tracePt t="35521" x="9756775" y="3810000"/>
          <p14:tracePt t="35546" x="9756775" y="3795713"/>
          <p14:tracePt t="35613" x="9742488" y="3795713"/>
          <p14:tracePt t="35623" x="9721850" y="3795713"/>
          <p14:tracePt t="35641" x="9694863" y="3795713"/>
          <p14:tracePt t="35653" x="9640888" y="3783013"/>
          <p14:tracePt t="35662" x="9572625" y="3783013"/>
          <p14:tracePt t="35679" x="9429750" y="3783013"/>
          <p14:tracePt t="35691" x="9361488" y="3783013"/>
          <p14:tracePt t="35703" x="9286875" y="3783013"/>
          <p14:tracePt t="35731" x="9232900" y="3783013"/>
          <p14:tracePt t="35741" x="9218613" y="3783013"/>
          <p14:tracePt t="35784" x="9232900" y="3783013"/>
          <p14:tracePt t="35793" x="9245600" y="3783013"/>
          <p14:tracePt t="35796" x="9259888" y="3783013"/>
          <p14:tracePt t="35811" x="9286875" y="3795713"/>
          <p14:tracePt t="35819" x="9301163" y="3795713"/>
          <p14:tracePt t="35828" x="9328150" y="3795713"/>
          <p14:tracePt t="35846" x="9361488" y="3795713"/>
          <p14:tracePt t="35852" x="9388475" y="3795713"/>
          <p14:tracePt t="35861" x="9429750" y="3795713"/>
          <p14:tracePt t="35894" x="9525000" y="3783013"/>
          <p14:tracePt t="35905" x="9572625" y="3783013"/>
          <p14:tracePt t="35916" x="9599613" y="3783013"/>
          <p14:tracePt t="35928" x="9640888" y="3783013"/>
          <p14:tracePt t="35943" x="9682163" y="3768725"/>
          <p14:tracePt t="35953" x="9756775" y="3768725"/>
          <p14:tracePt t="35962" x="9810750" y="3756025"/>
          <p14:tracePt t="35975" x="9891713" y="3756025"/>
          <p14:tracePt t="35993" x="9967913" y="3741738"/>
          <p14:tracePt t="36003" x="10048875" y="3708400"/>
          <p14:tracePt t="36020" x="10102850" y="3694113"/>
          <p14:tracePt t="36022" x="10164763" y="3667125"/>
          <p14:tracePt t="36040" x="10206038" y="3613150"/>
          <p14:tracePt t="36074" x="10191750" y="3530600"/>
          <p14:tracePt t="36075" x="10164763" y="3497263"/>
          <p14:tracePt t="36087" x="10137775" y="3470275"/>
          <p14:tracePt t="36105" x="10090150" y="3443288"/>
          <p14:tracePt t="36109" x="10021888" y="3414713"/>
          <p14:tracePt t="36126" x="9920288" y="3387725"/>
          <p14:tracePt t="36137" x="9837738" y="3375025"/>
          <p14:tracePt t="36146" x="9709150" y="3360738"/>
          <p14:tracePt t="36157" x="9586913" y="3348038"/>
          <p14:tracePt t="36176" x="9402763" y="3348038"/>
          <p14:tracePt t="36188" x="9313863" y="3348038"/>
          <p14:tracePt t="36197" x="9259888" y="3375025"/>
          <p14:tracePt t="36213" x="9218613" y="3387725"/>
          <p14:tracePt t="36223" x="9191625" y="3402013"/>
          <p14:tracePt t="36245" x="9129713" y="3482975"/>
          <p14:tracePt t="36260" x="9129713" y="3530600"/>
          <p14:tracePt t="36271" x="9129713" y="3598863"/>
          <p14:tracePt t="36286" x="9129713" y="3640138"/>
          <p14:tracePt t="36294" x="9129713" y="3681413"/>
          <p14:tracePt t="36310" x="9164638" y="3741738"/>
          <p14:tracePt t="36322" x="9191625" y="3756025"/>
          <p14:tracePt t="36340" x="9218613" y="3783013"/>
          <p14:tracePt t="36363" x="9259888" y="3810000"/>
          <p14:tracePt t="36365" x="9313863" y="3824288"/>
          <p14:tracePt t="36368" x="9361488" y="3824288"/>
          <p14:tracePt t="36392" x="9483725" y="3836988"/>
          <p14:tracePt t="36404" x="9558338" y="3836988"/>
          <p14:tracePt t="36421" x="9613900" y="3836988"/>
          <p14:tracePt t="36422" x="9682163" y="3824288"/>
          <p14:tracePt t="36441" x="9756775" y="3795713"/>
          <p14:tracePt t="36449" x="9837738" y="3768725"/>
          <p14:tracePt t="36466" x="9879013" y="3741738"/>
          <p14:tracePt t="36468" x="9953625" y="3681413"/>
          <p14:tracePt t="36480" x="9980613" y="3625850"/>
          <p14:tracePt t="36496" x="9994900" y="3586163"/>
          <p14:tracePt t="36506" x="10007600" y="3530600"/>
          <p14:tracePt t="36526" x="9967913" y="3443288"/>
          <p14:tracePt t="36559" x="9864725" y="3387725"/>
          <p14:tracePt t="36560" x="9769475" y="3348038"/>
          <p14:tracePt t="36573" x="9626600" y="3313113"/>
          <p14:tracePt t="36596" x="9361488" y="3286125"/>
          <p14:tracePt t="36612" x="9232900" y="3286125"/>
          <p14:tracePt t="36619" x="9150350" y="3300413"/>
          <p14:tracePt t="36628" x="9063038" y="3327400"/>
          <p14:tracePt t="36641" x="8994775" y="3360738"/>
          <p14:tracePt t="36671" x="8905875" y="3497263"/>
          <p14:tracePt t="36682" x="8905875" y="3544888"/>
          <p14:tracePt t="36696" x="8905875" y="3586163"/>
          <p14:tracePt t="36705" x="8920163" y="3613150"/>
          <p14:tracePt t="36726" x="8953500" y="3640138"/>
          <p14:tracePt t="36727" x="9007475" y="3681413"/>
          <p14:tracePt t="36761" x="9164638" y="3729038"/>
          <p14:tracePt t="36762" x="9301163" y="3756025"/>
          <p14:tracePt t="36795" x="9626600" y="3783013"/>
          <p14:tracePt t="36796" x="9825038" y="3768725"/>
          <p14:tracePt t="36827" x="10021888" y="3741738"/>
          <p14:tracePt t="36828" x="10150475" y="3708400"/>
          <p14:tracePt t="36858" x="10415588" y="3544888"/>
          <p14:tracePt t="36864" x="10415588" y="3509963"/>
          <p14:tracePt t="36876" x="10402888" y="3470275"/>
          <p14:tracePt t="36886" x="10375900" y="3429000"/>
          <p14:tracePt t="36912" x="10233025" y="3360738"/>
          <p14:tracePt t="36922" x="10102850" y="3313113"/>
          <p14:tracePt t="36940" x="9980613" y="3300413"/>
          <p14:tracePt t="36942" x="9879013" y="3300413"/>
          <p14:tracePt t="36962" x="9769475" y="3313113"/>
          <p14:tracePt t="36964" x="9667875" y="3348038"/>
          <p14:tracePt t="36978" x="9586913" y="3387725"/>
          <p14:tracePt t="36996" x="9483725" y="3470275"/>
          <p14:tracePt t="37008" x="9471025" y="3509963"/>
          <p14:tracePt t="37026" x="9456738" y="3557588"/>
          <p14:tracePt t="37036" x="9456738" y="3598863"/>
          <p14:tracePt t="37046" x="9483725" y="3640138"/>
          <p14:tracePt t="37087" x="9694863" y="3756025"/>
          <p14:tracePt t="37097" x="9756775" y="3768725"/>
          <p14:tracePt t="37110" x="9810750" y="3768725"/>
          <p14:tracePt t="37132" x="9906000" y="3768725"/>
          <p14:tracePt t="37142" x="9920288" y="3756025"/>
          <p14:tracePt t="37155" x="9939338" y="3741738"/>
          <p14:tracePt t="37165" x="9939338" y="3729038"/>
          <p14:tracePt t="37188" x="9939338" y="3708400"/>
          <p14:tracePt t="37189" x="9920288" y="3694113"/>
          <p14:tracePt t="37199" x="9891713" y="3667125"/>
          <p14:tracePt t="37211" x="9852025" y="3625850"/>
          <p14:tracePt t="37227" x="9783763" y="3598863"/>
          <p14:tracePt t="37238" x="9721850" y="3586163"/>
          <p14:tracePt t="37263" x="9586913" y="3544888"/>
          <p14:tracePt t="37268" x="9525000" y="3544888"/>
          <p14:tracePt t="37278" x="9483725" y="3544888"/>
          <p14:tracePt t="37294" x="9444038" y="3544888"/>
          <p14:tracePt t="37307" x="9429750" y="3544888"/>
          <p14:tracePt t="37313" x="9415463" y="3544888"/>
          <p14:tracePt t="37356" x="9402763" y="3586163"/>
          <p14:tracePt t="37370" x="9402763" y="3598863"/>
          <p14:tracePt t="37502" x="9402763" y="3586163"/>
          <p14:tracePt t="37534" x="9402763" y="3571875"/>
          <p14:tracePt t="37613" x="9402763" y="3586163"/>
          <p14:tracePt t="37636" x="9402763" y="3598863"/>
          <p14:tracePt t="37676" x="9402763" y="3613150"/>
          <p14:tracePt t="37683" x="9415463" y="3625850"/>
          <p14:tracePt t="37694" x="9415463" y="3640138"/>
          <p14:tracePt t="37713" x="9415463" y="3652838"/>
          <p14:tracePt t="37720" x="9429750" y="3652838"/>
          <p14:tracePt t="37738" x="9429750" y="3667125"/>
          <p14:tracePt t="37895" x="9429750" y="3652838"/>
          <p14:tracePt t="37996" x="9444038" y="3667125"/>
          <p14:tracePt t="38108" x="9444038" y="3652838"/>
          <p14:tracePt t="38135" x="9444038" y="3640138"/>
          <p14:tracePt t="38155" x="9444038" y="3613150"/>
          <p14:tracePt t="38172" x="9444038" y="3598863"/>
          <p14:tracePt t="38178" x="9444038" y="3586163"/>
          <p14:tracePt t="38189" x="9444038" y="3557588"/>
          <p14:tracePt t="38210" x="9444038" y="3544888"/>
          <p14:tracePt t="38222" x="9444038" y="3530600"/>
          <p14:tracePt t="38245" x="9444038" y="3509963"/>
          <p14:tracePt t="38684" x="9456738" y="3530600"/>
          <p14:tracePt t="38693" x="9456738" y="3544888"/>
          <p14:tracePt t="38705" x="9471025" y="3544888"/>
          <p14:tracePt t="38722" x="9483725" y="3557588"/>
          <p14:tracePt t="38730" x="9510713" y="3557588"/>
          <p14:tracePt t="38740" x="9525000" y="3557588"/>
          <p14:tracePt t="38764" x="9545638" y="3557588"/>
          <p14:tracePt t="38829" x="9558338" y="3544888"/>
          <p14:tracePt t="38864" x="9558338" y="3530600"/>
          <p14:tracePt t="38889" x="9545638" y="3509963"/>
          <p14:tracePt t="39031" x="9558338" y="3509963"/>
          <p14:tracePt t="39076" x="9572625" y="3509963"/>
          <p14:tracePt t="39145" x="9586913" y="3509963"/>
          <p14:tracePt t="39403" x="9599613" y="3530600"/>
          <p14:tracePt t="39426" x="9613900" y="3530600"/>
          <p14:tracePt t="39437" x="9626600" y="3544888"/>
          <p14:tracePt t="39449" x="9640888" y="3544888"/>
          <p14:tracePt t="39470" x="9653588" y="3557588"/>
          <p14:tracePt t="39472" x="9667875" y="3571875"/>
          <p14:tracePt t="39483" x="9682163" y="3586163"/>
          <p14:tracePt t="39497" x="9694863" y="3586163"/>
          <p14:tracePt t="39507" x="9694863" y="3598863"/>
          <p14:tracePt t="39516" x="9709150" y="3598863"/>
          <p14:tracePt t="39528" x="9709150" y="3613150"/>
          <p14:tracePt t="39553" x="9709150" y="3625850"/>
          <p14:tracePt t="39563" x="9694863" y="3640138"/>
          <p14:tracePt t="39572" x="9694863" y="3667125"/>
          <p14:tracePt t="39602" x="9694863" y="3681413"/>
          <p14:tracePt t="39609" x="9694863" y="3694113"/>
          <p14:tracePt t="39618" x="9694863" y="3708400"/>
          <p14:tracePt t="39728" x="9709150" y="3708400"/>
          <p14:tracePt t="39752" x="9721850" y="3708400"/>
          <p14:tracePt t="39764" x="9756775" y="3708400"/>
          <p14:tracePt t="39782" x="9769475" y="3708400"/>
          <p14:tracePt t="39792" x="9783763" y="3729038"/>
          <p14:tracePt t="39801" x="9796463" y="3729038"/>
          <p14:tracePt t="39817" x="9810750" y="3729038"/>
          <p14:tracePt t="39824" x="9825038" y="3729038"/>
          <p14:tracePt t="39844" x="9837738" y="3729038"/>
          <p14:tracePt t="40010" x="9852025" y="3729038"/>
          <p14:tracePt t="40021" x="9864725" y="3741738"/>
          <p14:tracePt t="40034" x="9879013" y="3741738"/>
          <p14:tracePt t="40045" x="9906000" y="3741738"/>
          <p14:tracePt t="40061" x="9920288" y="3741738"/>
          <p14:tracePt t="40069" x="9953625" y="3741738"/>
          <p14:tracePt t="40085" x="9967913" y="3756025"/>
          <p14:tracePt t="40095" x="9994900" y="3756025"/>
          <p14:tracePt t="40103" x="10007600" y="3756025"/>
          <p14:tracePt t="40113" x="10021888" y="3756025"/>
          <p14:tracePt t="40127" x="10034588" y="3768725"/>
          <p14:tracePt t="40147" x="10048875" y="3768725"/>
          <p14:tracePt t="40164" x="10063163" y="3768725"/>
          <p14:tracePt t="40258" x="10048875" y="3768725"/>
          <p14:tracePt t="40268" x="10034588" y="3768725"/>
          <p14:tracePt t="40283" x="10021888" y="3768725"/>
          <p14:tracePt t="40295" x="9994900" y="3768725"/>
          <p14:tracePt t="40304" x="9967913" y="3768725"/>
          <p14:tracePt t="40320" x="9939338" y="3768725"/>
          <p14:tracePt t="40329" x="9906000" y="3768725"/>
          <p14:tracePt t="40338" x="9891713" y="3768725"/>
          <p14:tracePt t="40355" x="9891713" y="3783013"/>
          <p14:tracePt t="40417" x="9906000" y="3783013"/>
          <p14:tracePt t="40429" x="9920288" y="3783013"/>
          <p14:tracePt t="40439" x="9939338" y="3783013"/>
          <p14:tracePt t="40450" x="9967913" y="3783013"/>
          <p14:tracePt t="40462" x="9994900" y="3783013"/>
          <p14:tracePt t="40474" x="10034588" y="3783013"/>
          <p14:tracePt t="40484" x="10048875" y="3783013"/>
          <p14:tracePt t="40503" x="10063163" y="3783013"/>
          <p14:tracePt t="40552" x="10034588" y="3783013"/>
          <p14:tracePt t="40564" x="10021888" y="3783013"/>
          <p14:tracePt t="40584" x="10007600" y="3783013"/>
          <p14:tracePt t="40586" x="9980613" y="3783013"/>
          <p14:tracePt t="40596" x="9967913" y="3783013"/>
          <p14:tracePt t="40710" x="9980613" y="3783013"/>
          <p14:tracePt t="40720" x="9994900" y="3783013"/>
          <p14:tracePt t="40732" x="10007600" y="3783013"/>
          <p14:tracePt t="40750" x="10021888" y="3783013"/>
          <p14:tracePt t="40756" x="10034588" y="3783013"/>
          <p14:tracePt t="40766" x="10048875" y="3783013"/>
          <p14:tracePt t="40776" x="10063163" y="3795713"/>
          <p14:tracePt t="40800" x="10090150" y="3795713"/>
          <p14:tracePt t="40821" x="10102850" y="3795713"/>
          <p14:tracePt t="40867" x="10117138" y="3783013"/>
          <p14:tracePt t="40889" x="10137775" y="3768725"/>
          <p14:tracePt t="40904" x="10137775" y="3756025"/>
          <p14:tracePt t="40917" x="10150475" y="3741738"/>
          <p14:tracePt t="40930" x="10164763" y="3729038"/>
          <p14:tracePt t="40944" x="10164763" y="3694113"/>
          <p14:tracePt t="40946" x="10177463" y="3681413"/>
          <p14:tracePt t="40966" x="10177463" y="3667125"/>
          <p14:tracePt t="40980" x="10177463" y="3652838"/>
          <p14:tracePt t="41046" x="10177463" y="3640138"/>
          <p14:tracePt t="41070" x="10164763" y="3640138"/>
          <p14:tracePt t="41081" x="10150475" y="3640138"/>
          <p14:tracePt t="41100" x="10117138" y="3640138"/>
          <p14:tracePt t="41106" x="10090150" y="3640138"/>
          <p14:tracePt t="41117" x="10063163" y="3625850"/>
          <p14:tracePt t="41138" x="10048875" y="3625850"/>
          <p14:tracePt t="41143" x="10034588" y="3625850"/>
          <p14:tracePt t="41225" x="10048875" y="3625850"/>
          <p14:tracePt t="41236" x="10075863" y="3625850"/>
          <p14:tracePt t="41247" x="10117138" y="3625850"/>
          <p14:tracePt t="41263" x="10164763" y="3625850"/>
          <p14:tracePt t="41271" x="10218738" y="3625850"/>
          <p14:tracePt t="41283" x="10272713" y="3640138"/>
          <p14:tracePt t="41305" x="10313988" y="3640138"/>
          <p14:tracePt t="41306" x="10361613" y="3640138"/>
          <p14:tracePt t="41316" x="10388600" y="3640138"/>
          <p14:tracePt t="41334" x="10402888" y="3640138"/>
          <p14:tracePt t="41342" x="10415588" y="3640138"/>
          <p14:tracePt t="41383" x="10402888" y="3640138"/>
          <p14:tracePt t="41395" x="10388600" y="3640138"/>
          <p14:tracePt t="41417" x="10348913" y="3625850"/>
          <p14:tracePt t="41418" x="10313988" y="3625850"/>
          <p14:tracePt t="41429" x="10260013" y="3625850"/>
          <p14:tracePt t="41441" x="10206038" y="3613150"/>
          <p14:tracePt t="41452" x="10164763" y="3613150"/>
          <p14:tracePt t="41468" x="10117138" y="3613150"/>
          <p14:tracePt t="41478" x="10090150" y="3613150"/>
          <p14:tracePt t="41551" x="10117138" y="3613150"/>
          <p14:tracePt t="41564" x="10137775" y="3613150"/>
          <p14:tracePt t="41577" x="10177463" y="3613150"/>
          <p14:tracePt t="41587" x="10206038" y="3613150"/>
          <p14:tracePt t="41598" x="10245725" y="3613150"/>
          <p14:tracePt t="41612" x="10287000" y="3625850"/>
          <p14:tracePt t="41624" x="10313988" y="3625850"/>
          <p14:tracePt t="41637" x="10348913" y="3625850"/>
          <p14:tracePt t="41677" x="10334625" y="3625850"/>
          <p14:tracePt t="41691" x="10301288" y="3625850"/>
          <p14:tracePt t="41700" x="10272713" y="3613150"/>
          <p14:tracePt t="41716" x="10218738" y="3613150"/>
          <p14:tracePt t="41728" x="10150475" y="3613150"/>
          <p14:tracePt t="41738" x="10090150" y="3613150"/>
          <p14:tracePt t="41746" x="10048875" y="3613150"/>
          <p14:tracePt t="41768" x="10007600" y="3598863"/>
          <p14:tracePt t="41823" x="10021888" y="3598863"/>
          <p14:tracePt t="41833" x="10034588" y="3598863"/>
          <p14:tracePt t="41848" x="10063163" y="3598863"/>
          <p14:tracePt t="41856" x="10102850" y="3613150"/>
          <p14:tracePt t="41868" x="10137775" y="3613150"/>
          <p14:tracePt t="41883" x="10191750" y="3613150"/>
          <p14:tracePt t="41898" x="10233025" y="3613150"/>
          <p14:tracePt t="41906" x="10287000" y="3613150"/>
          <p14:tracePt t="41916" x="10313988" y="3613150"/>
          <p14:tracePt t="41937" x="10348913" y="3613150"/>
          <p14:tracePt t="43790" x="10313988" y="3598863"/>
          <p14:tracePt t="43794" x="10313988" y="3586163"/>
          <p14:tracePt t="43815" x="10301288" y="3586163"/>
          <p14:tracePt t="50582" x="10206038" y="3640138"/>
          <p14:tracePt t="50591" x="10117138" y="3694113"/>
          <p14:tracePt t="50602" x="9906000" y="3824288"/>
          <p14:tracePt t="50617" x="9653588" y="3979863"/>
          <p14:tracePt t="50624" x="9456738" y="4089400"/>
          <p14:tracePt t="50649" x="9191625" y="4244975"/>
          <p14:tracePt t="50650" x="9034463" y="4348163"/>
          <p14:tracePt t="50670" x="8851900" y="4456113"/>
          <p14:tracePt t="50673" x="8769350" y="4503738"/>
          <p14:tracePt t="50703" x="8682038" y="4557713"/>
          <p14:tracePt t="50707" x="8640763" y="4586288"/>
          <p14:tracePt t="50783" x="8613775" y="4572000"/>
          <p14:tracePt t="50795" x="8586788" y="4557713"/>
          <p14:tracePt t="50805" x="8497888" y="4518025"/>
          <p14:tracePt t="50820" x="8415338" y="4456113"/>
          <p14:tracePt t="50834" x="8245475" y="4387850"/>
          <p14:tracePt t="50848" x="8164513" y="4375150"/>
          <p14:tracePt t="50879" x="8062913" y="4348163"/>
          <p14:tracePt t="50881" x="8007350" y="4348163"/>
          <p14:tracePt t="50890" x="7932738" y="4348163"/>
          <p14:tracePt t="50901" x="7878763" y="4333875"/>
          <p14:tracePt t="50920" x="7837488" y="4333875"/>
          <p14:tracePt t="50929" x="7796213" y="4333875"/>
          <p14:tracePt t="50938" x="7748588" y="4333875"/>
          <p14:tracePt t="50947" x="7721600" y="4319588"/>
          <p14:tracePt t="50968" x="7653338" y="4306888"/>
          <p14:tracePt t="50980" x="7640638" y="4292600"/>
          <p14:tracePt t="51004" x="7599363" y="4259263"/>
          <p14:tracePt t="51016" x="7586663" y="4232275"/>
          <p14:tracePt t="51038" x="7539038" y="4191000"/>
          <p14:tracePt t="51054" x="7510463" y="4149725"/>
          <p14:tracePt t="51064" x="7483475" y="4110038"/>
          <p14:tracePt t="51087" x="7443788" y="4075113"/>
          <p14:tracePt t="51097" x="7443788" y="4062413"/>
          <p14:tracePt t="51115" x="7429500" y="4048125"/>
          <p14:tracePt t="51140" x="7415213" y="4033838"/>
          <p14:tracePt t="51166" x="7402513" y="4021138"/>
          <p14:tracePt t="51173" x="7367588" y="4021138"/>
          <p14:tracePt t="51183" x="7354888" y="4006850"/>
          <p14:tracePt t="51199" x="7340600" y="4006850"/>
          <p14:tracePt t="51220" x="7272338" y="4006850"/>
          <p14:tracePt t="51231" x="7232650" y="4006850"/>
          <p14:tracePt t="51239" x="7205663" y="4006850"/>
          <p14:tracePt t="51255" x="7158038" y="4006850"/>
          <p14:tracePt t="51265" x="7102475" y="4021138"/>
          <p14:tracePt t="51279" x="7075488" y="4033838"/>
          <p14:tracePt t="51302" x="7048500" y="4048125"/>
          <p14:tracePt t="51304" x="7021513" y="4075113"/>
          <p14:tracePt t="51306" x="7007225" y="4110038"/>
          <p14:tracePt t="51349" x="7007225" y="4191000"/>
          <p14:tracePt t="51352" x="7021513" y="4217988"/>
          <p14:tracePt t="51365" x="7034213" y="4244975"/>
          <p14:tracePt t="51375" x="7062788" y="4244975"/>
          <p14:tracePt t="51389" x="7089775" y="4259263"/>
          <p14:tracePt t="51399" x="7129463" y="4259263"/>
          <p14:tracePt t="51416" x="7158038" y="4259263"/>
          <p14:tracePt t="51418" x="7191375" y="4259263"/>
          <p14:tracePt t="51431" x="7218363" y="4259263"/>
          <p14:tracePt t="51443" x="7245350" y="4244975"/>
          <p14:tracePt t="51456" x="7272338" y="4217988"/>
          <p14:tracePt t="51491" x="7286625" y="4176713"/>
          <p14:tracePt t="51508" x="7286625" y="4149725"/>
          <p14:tracePt t="51518" x="7286625" y="4110038"/>
          <p14:tracePt t="51534" x="7259638" y="4048125"/>
          <p14:tracePt t="51535" x="7232650" y="4021138"/>
          <p14:tracePt t="51549" x="7205663" y="4006850"/>
          <p14:tracePt t="51567" x="7158038" y="3994150"/>
          <p14:tracePt t="51569" x="7129463" y="3994150"/>
          <p14:tracePt t="51580" x="7089775" y="3994150"/>
          <p14:tracePt t="51593" x="7062788" y="4006850"/>
          <p14:tracePt t="51603" x="7034213" y="4021138"/>
          <p14:tracePt t="51619" x="7021513" y="4033838"/>
          <p14:tracePt t="51631" x="7021513" y="4062413"/>
          <p14:tracePt t="51632" x="7021513" y="4089400"/>
          <p14:tracePt t="51657" x="7034213" y="4137025"/>
          <p14:tracePt t="51667" x="7062788" y="4164013"/>
          <p14:tracePt t="51686" x="7102475" y="4176713"/>
          <p14:tracePt t="51699" x="7143750" y="4191000"/>
          <p14:tracePt t="51700" x="7191375" y="4205288"/>
          <p14:tracePt t="51734" x="7340600" y="4176713"/>
          <p14:tracePt t="51765" x="7402513" y="4149725"/>
          <p14:tracePt t="51772" x="7402513" y="4137025"/>
          <p14:tracePt t="51794" x="7402513" y="4089400"/>
          <p14:tracePt t="51803" x="7388225" y="4075113"/>
          <p14:tracePt t="51820" x="7367588" y="4048125"/>
          <p14:tracePt t="51829" x="7340600" y="4033838"/>
          <p14:tracePt t="51852" x="7272338" y="4006850"/>
          <p14:tracePt t="51884" x="7191375" y="4006850"/>
          <p14:tracePt t="51890" x="7158038" y="4021138"/>
          <p14:tracePt t="51915" x="7129463" y="4048125"/>
          <p14:tracePt t="51937" x="7129463" y="4075113"/>
          <p14:tracePt t="51938" x="7129463" y="4089400"/>
          <p14:tracePt t="51948" x="7143750" y="4122738"/>
          <p14:tracePt t="51959" x="7158038" y="4149725"/>
          <p14:tracePt t="51971" x="7191375" y="4164013"/>
          <p14:tracePt t="51987" x="7218363" y="4164013"/>
          <p14:tracePt t="51997" x="7259638" y="4164013"/>
          <p14:tracePt t="52005" x="7300913" y="4164013"/>
          <p14:tracePt t="52023" x="7340600" y="4164013"/>
          <p14:tracePt t="52032" x="7354888" y="4149725"/>
          <p14:tracePt t="52042" x="7367588" y="4137025"/>
          <p14:tracePt t="52067" x="7367588" y="4089400"/>
          <p14:tracePt t="52074" x="7367588" y="4075113"/>
          <p14:tracePt t="52088" x="7354888" y="4048125"/>
          <p14:tracePt t="52097" x="7327900" y="4021138"/>
          <p14:tracePt t="52118" x="7259638" y="3994150"/>
          <p14:tracePt t="52138" x="7205663" y="3979863"/>
          <p14:tracePt t="52140" x="7170738" y="3994150"/>
          <p14:tracePt t="52150" x="7129463" y="4006850"/>
          <p14:tracePt t="52168" x="7089775" y="4033838"/>
          <p14:tracePt t="52200" x="7048500" y="4089400"/>
          <p14:tracePt t="52202" x="7034213" y="4137025"/>
          <p14:tracePt t="52234" x="7075488" y="4205288"/>
          <p14:tracePt t="52265" x="7170738" y="4232275"/>
          <p14:tracePt t="52266" x="7218363" y="4232275"/>
          <p14:tracePt t="52275" x="7286625" y="4232275"/>
          <p14:tracePt t="52292" x="7327900" y="4217988"/>
          <p14:tracePt t="52302" x="7388225" y="4205288"/>
          <p14:tracePt t="52320" x="7456488" y="4164013"/>
          <p14:tracePt t="52332" x="7483475" y="4149725"/>
          <p14:tracePt t="52352" x="7510463" y="4122738"/>
          <p14:tracePt t="52397" x="7524750" y="4122738"/>
          <p14:tracePt t="52412" x="7539038" y="4137025"/>
          <p14:tracePt t="52423" x="7566025" y="4137025"/>
          <p14:tracePt t="52435" x="7599363" y="4149725"/>
          <p14:tracePt t="52445" x="7640638" y="4176713"/>
          <p14:tracePt t="52455" x="7681913" y="4191000"/>
          <p14:tracePt t="52469" x="7735888" y="4205288"/>
          <p14:tracePt t="52485" x="7762875" y="4205288"/>
          <p14:tracePt t="52495" x="7783513" y="4205288"/>
          <p14:tracePt t="52502" x="7796213" y="4205288"/>
          <p14:tracePt t="52558" x="7783513" y="4205288"/>
          <p14:tracePt t="52568" x="7762875" y="4191000"/>
          <p14:tracePt t="52584" x="7735888" y="4191000"/>
          <p14:tracePt t="52595" x="7694613" y="4191000"/>
          <p14:tracePt t="52604" x="7653338" y="4191000"/>
          <p14:tracePt t="52621" x="7586663" y="4191000"/>
          <p14:tracePt t="52623" x="7510463" y="4191000"/>
          <p14:tracePt t="52634" x="7470775" y="4191000"/>
          <p14:tracePt t="52654" x="7429500" y="4191000"/>
          <p14:tracePt t="52662" x="7415213" y="4205288"/>
          <p14:tracePt t="52701" x="7429500" y="4205288"/>
          <p14:tracePt t="52712" x="7456488" y="4205288"/>
          <p14:tracePt t="52724" x="7497763" y="4205288"/>
          <p14:tracePt t="52748" x="7599363" y="4217988"/>
          <p14:tracePt t="52763" x="7626350" y="4217988"/>
          <p14:tracePt t="52772" x="7653338" y="4217988"/>
          <p14:tracePt t="52784" x="7667625" y="4217988"/>
          <p14:tracePt t="52832" x="7653338" y="4217988"/>
          <p14:tracePt t="52840" x="7626350" y="4217988"/>
          <p14:tracePt t="52848" x="7599363" y="4217988"/>
          <p14:tracePt t="52867" x="7566025" y="4217988"/>
          <p14:tracePt t="52871" x="7524750" y="4217988"/>
          <p14:tracePt t="52882" x="7510463" y="4217988"/>
          <p14:tracePt t="52892" x="7497763" y="4217988"/>
          <p14:tracePt t="52904" x="7483475" y="4217988"/>
          <p14:tracePt t="52951" x="7497763" y="4217988"/>
          <p14:tracePt t="52965" x="7524750" y="4217988"/>
          <p14:tracePt t="52973" x="7551738" y="4232275"/>
          <p14:tracePt t="52984" x="7613650" y="4232275"/>
          <p14:tracePt t="52997" x="7667625" y="4232275"/>
          <p14:tracePt t="53006" x="7708900" y="4232275"/>
          <p14:tracePt t="53019" x="7762875" y="4244975"/>
          <p14:tracePt t="53032" x="7810500" y="4244975"/>
          <p14:tracePt t="53045" x="7837488" y="4244975"/>
          <p14:tracePt t="53096" x="7824788" y="4244975"/>
          <p14:tracePt t="53106" x="7810500" y="4244975"/>
          <p14:tracePt t="53118" x="7783513" y="4244975"/>
          <p14:tracePt t="53137" x="7762875" y="4244975"/>
          <p14:tracePt t="53145" x="7721600" y="4244975"/>
          <p14:tracePt t="53154" x="7694613" y="4244975"/>
          <p14:tracePt t="53172" x="7653338" y="4244975"/>
          <p14:tracePt t="53177" x="7626350" y="4244975"/>
          <p14:tracePt t="53186" x="7599363" y="4244975"/>
          <p14:tracePt t="53240" x="7613650" y="4244975"/>
          <p14:tracePt t="53251" x="7626350" y="4232275"/>
          <p14:tracePt t="53265" x="7653338" y="4232275"/>
          <p14:tracePt t="53274" x="7681913" y="4244975"/>
          <p14:tracePt t="53287" x="7708900" y="4244975"/>
          <p14:tracePt t="53306" x="7735888" y="4244975"/>
          <p14:tracePt t="53311" x="7762875" y="4244975"/>
          <p14:tracePt t="53320" x="7783513" y="4244975"/>
          <p14:tracePt t="53337" x="7796213" y="4244975"/>
          <p14:tracePt t="53346" x="7810500" y="4244975"/>
          <p14:tracePt t="53355" x="7824788" y="4244975"/>
          <p14:tracePt t="54625" x="7837488" y="4244975"/>
          <p14:tracePt t="54670" x="7851775" y="4244975"/>
          <p14:tracePt t="54714" x="7837488" y="4244975"/>
          <p14:tracePt t="54961" x="7851775" y="4244975"/>
          <p14:tracePt t="54983" x="7864475" y="4232275"/>
          <p14:tracePt t="55006" x="7891463" y="4232275"/>
          <p14:tracePt t="55032" x="7891463" y="4217988"/>
          <p14:tracePt t="55075" x="7891463" y="4205288"/>
          <p14:tracePt t="55090" x="7905750" y="4205288"/>
          <p14:tracePt t="55098" x="7905750" y="4191000"/>
          <p14:tracePt t="55128" x="7905750" y="4176713"/>
          <p14:tracePt t="55135" x="7905750" y="4164013"/>
          <p14:tracePt t="55164" x="7905750" y="4149725"/>
          <p14:tracePt t="55167" x="7905750" y="4137025"/>
          <p14:tracePt t="55177" x="7905750" y="4122738"/>
          <p14:tracePt t="55201" x="7920038" y="4122738"/>
          <p14:tracePt t="55289" x="7932738" y="4122738"/>
          <p14:tracePt t="55366" x="7947025" y="4122738"/>
          <p14:tracePt t="55378" x="7959725" y="4122738"/>
          <p14:tracePt t="55390" x="7959725" y="4110038"/>
          <p14:tracePt t="55401" x="7980363" y="4110038"/>
          <p14:tracePt t="55416" x="7994650" y="4089400"/>
          <p14:tracePt t="55425" x="7994650" y="4075113"/>
          <p14:tracePt t="55435" x="8007350" y="4075113"/>
          <p14:tracePt t="55463" x="8007350" y="4062413"/>
          <p14:tracePt t="55580" x="8007350" y="4075113"/>
          <p14:tracePt t="55591" x="8007350" y="4089400"/>
          <p14:tracePt t="55608" x="8007350" y="4122738"/>
          <p14:tracePt t="55615" x="8007350" y="4137025"/>
          <p14:tracePt t="55626" x="8007350" y="4164013"/>
          <p14:tracePt t="55648" x="8007350" y="4176713"/>
          <p14:tracePt t="55649" x="8007350" y="4205288"/>
          <p14:tracePt t="55660" x="7994650" y="4217988"/>
          <p14:tracePt t="55679" x="7994650" y="4232275"/>
          <p14:tracePt t="55705" x="7994650" y="4244975"/>
          <p14:tracePt t="55718" x="7994650" y="4259263"/>
          <p14:tracePt t="55806" x="7994650" y="4271963"/>
          <p14:tracePt t="55840" x="8007350" y="4292600"/>
          <p14:tracePt t="55851" x="8021638" y="4292600"/>
          <p14:tracePt t="55862" x="8034338" y="4306888"/>
          <p14:tracePt t="55878" x="8062913" y="4333875"/>
          <p14:tracePt t="55900" x="8075613" y="4348163"/>
          <p14:tracePt t="55914" x="8062913" y="4348163"/>
          <p14:tracePt t="56142" x="8062913" y="4333875"/>
          <p14:tracePt t="56166" x="8075613" y="4333875"/>
          <p14:tracePt t="56177" x="8089900" y="4333875"/>
          <p14:tracePt t="56194" x="8102600" y="4348163"/>
          <p14:tracePt t="56204" x="8116888" y="4348163"/>
          <p14:tracePt t="56230" x="8129588" y="4348163"/>
          <p14:tracePt t="56259" x="8143875" y="4348163"/>
          <p14:tracePt t="56324" x="8164513" y="4348163"/>
          <p14:tracePt t="56435" x="8177213" y="4348163"/>
          <p14:tracePt t="56457" x="8191500" y="4348163"/>
          <p14:tracePt t="56471" x="8205788" y="4348163"/>
          <p14:tracePt t="56481" x="8218488" y="4348163"/>
          <p14:tracePt t="56495" x="8245475" y="4348163"/>
          <p14:tracePt t="56506" x="8272463" y="4360863"/>
          <p14:tracePt t="56516" x="8328025" y="4360863"/>
          <p14:tracePt t="56527" x="8361363" y="4360863"/>
          <p14:tracePt t="56547" x="8415338" y="4360863"/>
          <p14:tracePt t="56550" x="8470900" y="4360863"/>
          <p14:tracePt t="56560" x="8510588" y="4360863"/>
          <p14:tracePt t="56582" x="8558213" y="4360863"/>
          <p14:tracePt t="56586" x="8613775" y="4360863"/>
          <p14:tracePt t="56594" x="8640763" y="4360863"/>
          <p14:tracePt t="56610" x="8667750" y="4360863"/>
          <p14:tracePt t="56624" x="8694738" y="4360863"/>
          <p14:tracePt t="56629" x="8721725" y="4360863"/>
          <p14:tracePt t="56638" x="8736013" y="4360863"/>
          <p14:tracePt t="56664" x="8769350" y="4360863"/>
          <p14:tracePt t="56672" x="8783638" y="4348163"/>
          <p14:tracePt t="56684" x="8796338" y="4348163"/>
          <p14:tracePt t="56714" x="8810625" y="4348163"/>
          <p14:tracePt t="56862" x="8824913" y="4348163"/>
          <p14:tracePt t="56887" x="8837613" y="4348163"/>
          <p14:tracePt t="56919" x="8851900" y="4348163"/>
          <p14:tracePt t="57008" x="8864600" y="4348163"/>
          <p14:tracePt t="57033" x="8878888" y="4348163"/>
          <p14:tracePt t="57058" x="8891588" y="4348163"/>
          <p14:tracePt t="57077" x="8905875" y="4348163"/>
          <p14:tracePt t="57134" x="8891588" y="4348163"/>
          <p14:tracePt t="57145" x="8851900" y="4333875"/>
          <p14:tracePt t="57460" x="8864600" y="4333875"/>
          <p14:tracePt t="57469" x="8891588" y="4333875"/>
          <p14:tracePt t="57481" x="8905875" y="4333875"/>
          <p14:tracePt t="57495" x="8932863" y="4333875"/>
          <p14:tracePt t="57505" x="8980488" y="4333875"/>
          <p14:tracePt t="57516" x="9007475" y="4333875"/>
          <p14:tracePt t="57537" x="9034463" y="4333875"/>
          <p14:tracePt t="57538" x="9048750" y="4333875"/>
          <p14:tracePt t="57550" x="9048750" y="4319588"/>
          <p14:tracePt t="57570" x="9063038" y="4319588"/>
          <p14:tracePt t="57574" x="9075738" y="4319588"/>
          <p14:tracePt t="57639" x="9090025" y="4319588"/>
          <p14:tracePt t="57729" x="9075738" y="4319588"/>
          <p14:tracePt t="57740" x="9063038" y="4319588"/>
          <p14:tracePt t="57751" x="9048750" y="4319588"/>
          <p14:tracePt t="57765" x="9021763" y="4319588"/>
          <p14:tracePt t="57799" x="8967788" y="4319588"/>
          <p14:tracePt t="57809" x="8905875" y="4319588"/>
          <p14:tracePt t="57811" x="8864600" y="4319588"/>
          <p14:tracePt t="57821" x="8824913" y="4319588"/>
          <p14:tracePt t="57836" x="8769350" y="4319588"/>
          <p14:tracePt t="57848" x="8721725" y="4319588"/>
          <p14:tracePt t="57858" x="8682038" y="4319588"/>
          <p14:tracePt t="57875" x="8653463" y="4319588"/>
          <p14:tracePt t="57876" x="8626475" y="4319588"/>
          <p14:tracePt t="57887" x="8599488" y="4319588"/>
          <p14:tracePt t="57905" x="8572500" y="4306888"/>
          <p14:tracePt t="57916" x="8558213" y="4306888"/>
          <p14:tracePt t="57938" x="8539163" y="4306888"/>
          <p14:tracePt t="57955" x="8524875" y="4306888"/>
          <p14:tracePt t="58135" x="8510588" y="4292600"/>
          <p14:tracePt t="58135" x="8497888" y="4271963"/>
          <p14:tracePt t="58146" x="8483600" y="4259263"/>
          <p14:tracePt t="58156" x="8456613" y="4244975"/>
          <p14:tracePt t="58170" x="8415338" y="4232275"/>
          <p14:tracePt t="58180" x="8388350" y="4217988"/>
          <p14:tracePt t="58193" x="8340725" y="4205288"/>
          <p14:tracePt t="58213" x="8301038" y="4191000"/>
          <p14:tracePt t="58214" x="8259763" y="4191000"/>
          <p14:tracePt t="58225" x="8232775" y="4191000"/>
          <p14:tracePt t="58236" x="8205788" y="4191000"/>
          <p14:tracePt t="58263" x="8143875" y="4205288"/>
          <p14:tracePt t="58282" x="8129588" y="4205288"/>
          <p14:tracePt t="58299" x="8116888" y="4205288"/>
          <p14:tracePt t="58315" x="8116888" y="4217988"/>
          <p14:tracePt t="58360" x="8102600" y="4217988"/>
          <p14:tracePt t="58379" x="8089900" y="4205288"/>
          <p14:tracePt t="58390" x="8062913" y="4205288"/>
          <p14:tracePt t="58396" x="8034338" y="4191000"/>
          <p14:tracePt t="58407" x="7994650" y="4191000"/>
          <p14:tracePt t="58431" x="7920038" y="4176713"/>
          <p14:tracePt t="58441" x="7878763" y="4176713"/>
          <p14:tracePt t="58449" x="7851775" y="4176713"/>
          <p14:tracePt t="58466" x="7824788" y="4176713"/>
          <p14:tracePt t="58476" x="7810500" y="4176713"/>
          <p14:tracePt t="58485" x="7796213" y="4176713"/>
          <p14:tracePt t="58499" x="7783513" y="4176713"/>
          <p14:tracePt t="58514" x="7762875" y="4191000"/>
          <p14:tracePt t="58574" x="7762875" y="4176713"/>
          <p14:tracePt t="58618" x="7762875" y="4164013"/>
          <p14:tracePt t="58652" x="7762875" y="4149725"/>
          <p14:tracePt t="58855" x="7762875" y="4164013"/>
          <p14:tracePt t="58866" x="7762875" y="4176713"/>
          <p14:tracePt t="58879" x="7762875" y="4191000"/>
          <p14:tracePt t="58889" x="7762875" y="4205288"/>
          <p14:tracePt t="58890" x="7748588" y="4205288"/>
          <p14:tracePt t="58977" x="7762875" y="4191000"/>
          <p14:tracePt t="58988" x="7783513" y="4191000"/>
          <p14:tracePt t="59001" x="7783513" y="4176713"/>
          <p14:tracePt t="59013" x="7796213" y="4164013"/>
          <p14:tracePt t="59036" x="7810500" y="4149725"/>
          <p14:tracePt t="59037" x="7824788" y="4137025"/>
          <p14:tracePt t="59047" x="7837488" y="4110038"/>
          <p14:tracePt t="59067" x="7837488" y="4089400"/>
          <p14:tracePt t="59071" x="7837488" y="4075113"/>
          <p14:tracePt t="59146" x="7824788" y="4089400"/>
          <p14:tracePt t="59161" x="7810500" y="4110038"/>
          <p14:tracePt t="59170" x="7783513" y="4122738"/>
          <p14:tracePt t="59181" x="7762875" y="4149725"/>
          <p14:tracePt t="59200" x="7748588" y="4164013"/>
          <p14:tracePt t="59210" x="7735888" y="4176713"/>
          <p14:tracePt t="59228" x="7735888" y="4191000"/>
          <p14:tracePt t="59237" x="7735888" y="4205288"/>
          <p14:tracePt t="59251" x="7748588" y="4205288"/>
          <p14:tracePt t="59260" x="7762875" y="4205288"/>
          <p14:tracePt t="59272" x="7796213" y="4205288"/>
          <p14:tracePt t="59300" x="7824788" y="4205288"/>
          <p14:tracePt t="59309" x="7851775" y="4205288"/>
          <p14:tracePt t="59317" x="7878763" y="4205288"/>
          <p14:tracePt t="59338" x="7891463" y="4205288"/>
          <p14:tracePt t="59340" x="7905750" y="4205288"/>
          <p14:tracePt t="59350" x="7920038" y="4205288"/>
          <p14:tracePt t="59368" x="7932738" y="4205288"/>
          <p14:tracePt t="59385" x="7959725" y="4205288"/>
          <p14:tracePt t="59395" x="7994650" y="4205288"/>
          <p14:tracePt t="59433" x="8102600" y="4205288"/>
          <p14:tracePt t="59444" x="8143875" y="4205288"/>
          <p14:tracePt t="59454" x="8177213" y="4205288"/>
          <p14:tracePt t="59471" x="8191500" y="4205288"/>
          <p14:tracePt t="59477" x="8205788" y="4205288"/>
          <p14:tracePt t="59485" x="8218488" y="4205288"/>
          <p14:tracePt t="59574" x="8232775" y="4205288"/>
          <p14:tracePt t="59596" x="8245475" y="4205288"/>
          <p14:tracePt t="59611" x="8259763" y="4205288"/>
          <p14:tracePt t="59620" x="8272463" y="4205288"/>
          <p14:tracePt t="59631" x="8301038" y="4205288"/>
          <p14:tracePt t="59653" x="8328025" y="4205288"/>
          <p14:tracePt t="59654" x="8361363" y="4205288"/>
          <p14:tracePt t="59665" x="8402638" y="4205288"/>
          <p14:tracePt t="59681" x="8429625" y="4205288"/>
          <p14:tracePt t="59693" x="8443913" y="4205288"/>
          <p14:tracePt t="59700" x="8456613" y="4205288"/>
          <p14:tracePt t="59710" x="8470900" y="4205288"/>
          <p14:tracePt t="59737" x="8483600" y="4205288"/>
          <p14:tracePt t="59755" x="8483600" y="4191000"/>
          <p14:tracePt t="59789" x="8483600" y="4176713"/>
          <p14:tracePt t="59821" x="8470900" y="4164013"/>
          <p14:tracePt t="59922" x="8456613" y="4164013"/>
          <p14:tracePt t="59945" x="8443913" y="4149725"/>
          <p14:tracePt t="59962" x="8429625" y="4149725"/>
          <p14:tracePt t="59998" x="8415338" y="4149725"/>
          <p14:tracePt t="60004" x="8402638" y="4149725"/>
          <p14:tracePt t="60091" x="8402638" y="4164013"/>
          <p14:tracePt t="60115" x="8402638" y="4176713"/>
          <p14:tracePt t="60127" x="8402638" y="4191000"/>
          <p14:tracePt t="60150" x="8415338" y="4205288"/>
          <p14:tracePt t="60161" x="8429625" y="4217988"/>
          <p14:tracePt t="60171" x="8429625" y="4232275"/>
          <p14:tracePt t="60188" x="8443913" y="4232275"/>
          <p14:tracePt t="60234" x="8443913" y="4244975"/>
          <p14:tracePt t="60296" x="8429625" y="4244975"/>
          <p14:tracePt t="60341" x="8415338" y="4244975"/>
          <p14:tracePt t="60396" x="8429625" y="4232275"/>
          <p14:tracePt t="60419" x="8443913" y="4232275"/>
          <p14:tracePt t="60431" x="8456613" y="4217988"/>
          <p14:tracePt t="60449" x="8470900" y="4217988"/>
          <p14:tracePt t="60456" x="8483600" y="4205288"/>
          <p14:tracePt t="60468" x="8497888" y="4191000"/>
          <p14:tracePt t="60486" x="8510588" y="4164013"/>
          <p14:tracePt t="60498" x="8510588" y="4149725"/>
          <p14:tracePt t="60520" x="8497888" y="4137025"/>
          <p14:tracePt t="60539" x="8497888" y="4122738"/>
          <p14:tracePt t="60550" x="8483600" y="4122738"/>
          <p14:tracePt t="60557" x="8470900" y="4122738"/>
          <p14:tracePt t="60585" x="8456613" y="4122738"/>
          <p14:tracePt t="60594" x="8443913" y="4122738"/>
          <p14:tracePt t="60626" x="8429625" y="4137025"/>
          <p14:tracePt t="60650" x="8429625" y="4149725"/>
          <p14:tracePt t="60661" x="8429625" y="4164013"/>
          <p14:tracePt t="60668" x="8429625" y="4191000"/>
          <p14:tracePt t="60677" x="8443913" y="4205288"/>
          <p14:tracePt t="60705" x="8470900" y="4232275"/>
          <p14:tracePt t="60712" x="8470900" y="4244975"/>
          <p14:tracePt t="60735" x="8483600" y="4259263"/>
          <p14:tracePt t="60749" x="8483600" y="4271963"/>
          <p14:tracePt t="60769" x="8483600" y="4292600"/>
          <p14:tracePt t="60782" x="8470900" y="4292600"/>
          <p14:tracePt t="60792" x="8456613" y="4292600"/>
          <p14:tracePt t="60819" x="8402638" y="4292600"/>
          <p14:tracePt t="60828" x="8375650" y="4292600"/>
          <p14:tracePt t="60836" x="8340725" y="4292600"/>
          <p14:tracePt t="60865" x="8313738" y="4271963"/>
          <p14:tracePt t="60874" x="8313738" y="4259263"/>
          <p14:tracePt t="60899" x="8313738" y="4244975"/>
          <p14:tracePt t="60905" x="8313738" y="4232275"/>
          <p14:tracePt t="60949" x="8328025" y="4232275"/>
          <p14:tracePt t="60951" x="8328025" y="4217988"/>
          <p14:tracePt t="60962" x="8340725" y="4217988"/>
          <p14:tracePt t="60974" x="8361363" y="4217988"/>
          <p14:tracePt t="60984" x="8375650" y="4217988"/>
          <p14:tracePt t="61005" x="8388350" y="4217988"/>
          <p14:tracePt t="61015" x="8402638" y="4217988"/>
          <p14:tracePt t="61049" x="8415338" y="4217988"/>
          <p14:tracePt t="61066" x="8415338" y="4205288"/>
          <p14:tracePt t="61094" x="8415338" y="4191000"/>
          <p14:tracePt t="61137" x="8415338" y="4176713"/>
          <p14:tracePt t="61227" x="8415338" y="4164013"/>
          <p14:tracePt t="61263" x="8402638" y="4164013"/>
          <p14:tracePt t="61317" x="8388350" y="4164013"/>
          <p14:tracePt t="61330" x="8388350" y="4176713"/>
          <p14:tracePt t="61343" x="8388350" y="4191000"/>
          <p14:tracePt t="61353" x="8388350" y="4205288"/>
          <p14:tracePt t="61378" x="8388350" y="4217988"/>
          <p14:tracePt t="61387" x="8388350" y="4232275"/>
          <p14:tracePt t="61418" x="8388350" y="4244975"/>
          <p14:tracePt t="61453" x="8375650" y="4244975"/>
          <p14:tracePt t="61481" x="8361363" y="4244975"/>
          <p14:tracePt t="61543" x="8375650" y="4244975"/>
          <p14:tracePt t="61554" x="8388350" y="4244975"/>
          <p14:tracePt t="61565" x="8402638" y="4244975"/>
          <p14:tracePt t="61581" x="8415338" y="4232275"/>
          <p14:tracePt t="61590" x="8443913" y="4232275"/>
          <p14:tracePt t="61622" x="8456613" y="4232275"/>
          <p14:tracePt t="61688" x="8456613" y="4244975"/>
          <p14:tracePt t="61712" x="8456613" y="4259263"/>
          <p14:tracePt t="61723" x="8456613" y="4271963"/>
          <p14:tracePt t="61751" x="8456613" y="4292600"/>
          <p14:tracePt t="61788" x="8470900" y="4292600"/>
          <p14:tracePt t="61833" x="8497888" y="4292600"/>
          <p14:tracePt t="61840" x="8510588" y="4292600"/>
          <p14:tracePt t="61852" x="8524875" y="4292600"/>
          <p14:tracePt t="61870" x="8599488" y="4271963"/>
          <p14:tracePt t="61881" x="8640763" y="4259263"/>
          <p14:tracePt t="61902" x="8667750" y="4259263"/>
          <p14:tracePt t="61904" x="8694738" y="4244975"/>
          <p14:tracePt t="61919" x="8721725" y="4244975"/>
          <p14:tracePt t="61929" x="8736013" y="4244975"/>
          <p14:tracePt t="61938" x="8736013" y="4232275"/>
          <p14:tracePt t="62084" x="8736013" y="4244975"/>
          <p14:tracePt t="62104" x="8756650" y="4259263"/>
          <p14:tracePt t="62128" x="8769350" y="4259263"/>
          <p14:tracePt t="62145" x="8783638" y="4259263"/>
          <p14:tracePt t="62151" x="8796338" y="4259263"/>
          <p14:tracePt t="62162" x="8810625" y="4259263"/>
          <p14:tracePt t="62195" x="8824913" y="4259263"/>
          <p14:tracePt t="62251" x="8837613" y="4259263"/>
          <p14:tracePt t="62510" x="8851900" y="4259263"/>
          <p14:tracePt t="62522" x="8864600" y="4259263"/>
          <p14:tracePt t="62533" x="8878888" y="4259263"/>
          <p14:tracePt t="62544" x="8891588" y="4259263"/>
          <p14:tracePt t="62567" x="8905875" y="4259263"/>
          <p14:tracePt t="62568" x="8932863" y="4259263"/>
          <p14:tracePt t="62579" x="8953500" y="4259263"/>
          <p14:tracePt t="62590" x="8980488" y="4259263"/>
          <p14:tracePt t="62601" x="8994775" y="4244975"/>
          <p14:tracePt t="62617" x="9007475" y="4244975"/>
          <p14:tracePt t="62628" x="9021763" y="4244975"/>
          <p14:tracePt t="62636" x="9034463" y="4244975"/>
          <p14:tracePt t="62653" x="9048750" y="4244975"/>
          <p14:tracePt t="62661" x="9063038" y="4244975"/>
          <p14:tracePt t="62736" x="9063038" y="4259263"/>
          <p14:tracePt t="62748" x="9075738" y="4259263"/>
          <p14:tracePt t="62763" x="9090025" y="4271963"/>
          <p14:tracePt t="62772" x="9102725" y="4292600"/>
          <p14:tracePt t="62800" x="9075738" y="4292600"/>
          <p14:tracePt t="62811" x="9063038" y="4292600"/>
          <p14:tracePt t="63331" x="9075738" y="4306888"/>
          <p14:tracePt t="63422" x="9090025" y="4306888"/>
          <p14:tracePt t="63455" x="9102725" y="4306888"/>
          <p14:tracePt t="63513" x="9117013" y="4306888"/>
          <p14:tracePt t="63623" x="9129713" y="4306888"/>
          <p14:tracePt t="63647" x="9150350" y="4306888"/>
          <p14:tracePt t="63658" x="9164638" y="4319588"/>
          <p14:tracePt t="63674" x="9177338" y="4319588"/>
          <p14:tracePt t="63683" x="9191625" y="4319588"/>
          <p14:tracePt t="63693" x="9205913" y="4319588"/>
          <p14:tracePt t="63714" x="9232900" y="4319588"/>
          <p14:tracePt t="63716" x="9245600" y="4319588"/>
          <p14:tracePt t="63726" x="9259888" y="4319588"/>
          <p14:tracePt t="63749" x="9272588" y="4319588"/>
          <p14:tracePt t="63751" x="9286875" y="4319588"/>
          <p14:tracePt t="63759" x="9301163" y="4319588"/>
          <p14:tracePt t="63781" x="9313863" y="4319588"/>
          <p14:tracePt t="63784" x="9328150" y="4319588"/>
          <p14:tracePt t="63804" x="9348788" y="4319588"/>
          <p14:tracePt t="63831" x="9375775" y="4319588"/>
          <p14:tracePt t="63841" x="9388475" y="4319588"/>
          <p14:tracePt t="63851" x="9402763" y="4319588"/>
          <p14:tracePt t="63861" x="9429750" y="4319588"/>
          <p14:tracePt t="63881" x="9456738" y="4319588"/>
          <p14:tracePt t="63889" x="9483725" y="4319588"/>
          <p14:tracePt t="63898" x="9525000" y="4319588"/>
          <p14:tracePt t="63906" x="9586913" y="4319588"/>
          <p14:tracePt t="63932" x="9653588" y="4333875"/>
          <p14:tracePt t="63942" x="9694863" y="4333875"/>
          <p14:tracePt t="63952" x="9721850" y="4333875"/>
          <p14:tracePt t="63979" x="9756775" y="4333875"/>
          <p14:tracePt t="63990" x="9769475" y="4333875"/>
          <p14:tracePt t="64031" x="9756775" y="4333875"/>
          <p14:tracePt t="64041" x="9721850" y="4333875"/>
          <p14:tracePt t="64061" x="9667875" y="4333875"/>
          <p14:tracePt t="64063" x="9599613" y="4333875"/>
          <p14:tracePt t="64092" x="9545638" y="4333875"/>
          <p14:tracePt t="64093" x="9471025" y="4333875"/>
          <p14:tracePt t="64102" x="9402763" y="4333875"/>
          <p14:tracePt t="64112" x="9328150" y="4319588"/>
          <p14:tracePt t="64128" x="9301163" y="4319588"/>
          <p14:tracePt t="64134" x="9272588" y="4319588"/>
          <p14:tracePt t="64222" x="9301163" y="4319588"/>
          <p14:tracePt t="64231" x="9361488" y="4319588"/>
          <p14:tracePt t="64244" x="9483725" y="4319588"/>
          <p14:tracePt t="64256" x="9667875" y="4333875"/>
          <p14:tracePt t="64266" x="9864725" y="4348163"/>
          <p14:tracePt t="64282" x="9994900" y="4348163"/>
          <p14:tracePt t="64290" x="10164763" y="4348163"/>
          <p14:tracePt t="64300" x="10260013" y="4348163"/>
          <p14:tracePt t="64313" x="10313988" y="4348163"/>
          <p14:tracePt t="64366" x="10301288" y="4348163"/>
          <p14:tracePt t="64367" x="10233025" y="4348163"/>
          <p14:tracePt t="64379" x="10137775" y="4348163"/>
          <p14:tracePt t="64393" x="9994900" y="4333875"/>
          <p14:tracePt t="64406" x="9891713" y="4333875"/>
          <p14:tracePt t="64413" x="9742488" y="4333875"/>
          <p14:tracePt t="64424" x="9599613" y="4333875"/>
          <p14:tracePt t="64450" x="9415463" y="4333875"/>
          <p14:tracePt t="64458" x="9361488" y="4333875"/>
          <p14:tracePt t="64469" x="9328150" y="4333875"/>
          <p14:tracePt t="64497" x="9313863" y="4333875"/>
          <p14:tracePt t="64547" x="9361488" y="4333875"/>
          <p14:tracePt t="64562" x="9402763" y="4333875"/>
          <p14:tracePt t="64574" x="9471025" y="4333875"/>
          <p14:tracePt t="64583" x="9586913" y="4333875"/>
          <p14:tracePt t="64594" x="9682163" y="4333875"/>
          <p14:tracePt t="64612" x="9769475" y="4333875"/>
          <p14:tracePt t="64621" x="9864725" y="4333875"/>
          <p14:tracePt t="64630" x="9920288" y="4348163"/>
          <p14:tracePt t="64650" x="9953625" y="4348163"/>
          <p14:tracePt t="64674" x="9920288" y="4348163"/>
          <p14:tracePt t="64683" x="9879013" y="4348163"/>
          <p14:tracePt t="64696" x="9769475" y="4348163"/>
          <p14:tracePt t="64707" x="9613900" y="4333875"/>
          <p14:tracePt t="64722" x="9456738" y="4333875"/>
          <p14:tracePt t="64734" x="9348788" y="4333875"/>
          <p14:tracePt t="64745" x="9218613" y="4333875"/>
          <p14:tracePt t="64755" x="9117013" y="4333875"/>
          <p14:tracePt t="64767" x="9075738" y="4333875"/>
          <p14:tracePt t="64776" x="9063038" y="4333875"/>
          <p14:tracePt t="64793" x="9048750" y="4333875"/>
          <p14:tracePt t="64806" x="9063038" y="4333875"/>
          <p14:tracePt t="64819" x="9075738" y="4333875"/>
          <p14:tracePt t="64830" x="9102725" y="4333875"/>
          <p14:tracePt t="64841" x="9150350" y="4333875"/>
          <p14:tracePt t="64852" x="9205913" y="4333875"/>
          <p14:tracePt t="64871" x="9286875" y="4348163"/>
          <p14:tracePt t="64879" x="9415463" y="4348163"/>
          <p14:tracePt t="64898" x="9653588" y="4360863"/>
          <p14:tracePt t="64914" x="9769475" y="4375150"/>
          <p14:tracePt t="64924" x="9837738" y="4375150"/>
          <p14:tracePt t="64943" x="9864725" y="4375150"/>
          <p14:tracePt t="64965" x="9852025" y="4375150"/>
          <p14:tracePt t="64976" x="9825038" y="4375150"/>
          <p14:tracePt t="64986" x="9742488" y="4375150"/>
          <p14:tracePt t="64998" x="9626600" y="4360863"/>
          <p14:tracePt t="65014" x="9545638" y="4360863"/>
          <p14:tracePt t="65023" x="9444038" y="4360863"/>
          <p14:tracePt t="65044" x="9361488" y="4360863"/>
          <p14:tracePt t="65047" x="9301163" y="4360863"/>
          <p14:tracePt t="65061" x="9272588" y="4360863"/>
          <p14:tracePt t="65110" x="9286875" y="4360863"/>
          <p14:tracePt t="65134" x="9328150" y="4360863"/>
          <p14:tracePt t="65139" x="9388475" y="4360863"/>
          <p14:tracePt t="65147" x="9456738" y="4360863"/>
          <p14:tracePt t="65158" x="9586913" y="4360863"/>
          <p14:tracePt t="65169" x="9721850" y="4360863"/>
          <p14:tracePt t="65180" x="9825038" y="4360863"/>
          <p14:tracePt t="65191" x="9939338" y="4375150"/>
          <p14:tracePt t="65205" x="9994900" y="4375150"/>
          <p14:tracePt t="65228" x="10007600" y="4375150"/>
          <p14:tracePt t="65241" x="9994900" y="4375150"/>
          <p14:tracePt t="65248" x="9980613" y="4375150"/>
          <p14:tracePt t="65257" x="9953625" y="4375150"/>
          <p14:tracePt t="65276" x="9891713" y="4375150"/>
          <p14:tracePt t="65283" x="9810750" y="4360863"/>
          <p14:tracePt t="65306" x="9640888" y="4348163"/>
          <p14:tracePt t="65326" x="9483725" y="4333875"/>
          <p14:tracePt t="65360" x="9444038" y="4333875"/>
          <p14:tracePt t="65392" x="9456738" y="4333875"/>
          <p14:tracePt t="65409" x="9483725" y="4348163"/>
          <p14:tracePt t="65422" x="9545638" y="4348163"/>
          <p14:tracePt t="65429" x="9626600" y="4348163"/>
          <p14:tracePt t="65443" x="9756775" y="4360863"/>
          <p14:tracePt t="65457" x="9891713" y="4360863"/>
          <p14:tracePt t="65459" x="9994900" y="4360863"/>
          <p14:tracePt t="65471" x="10102850" y="4360863"/>
          <p14:tracePt t="65483" x="10177463" y="4360863"/>
          <p14:tracePt t="65493" x="10233025" y="4360863"/>
          <p14:tracePt t="65540" x="10218738" y="4360863"/>
          <p14:tracePt t="65550" x="10150475" y="4360863"/>
          <p14:tracePt t="65560" x="10021888" y="4360863"/>
          <p14:tracePt t="65575" x="9891713" y="4360863"/>
          <p14:tracePt t="65585" x="9796463" y="4360863"/>
          <p14:tracePt t="65599" x="9653588" y="4360863"/>
          <p14:tracePt t="65608" x="9525000" y="4348163"/>
          <p14:tracePt t="65631" x="9402763" y="4348163"/>
          <p14:tracePt t="65641" x="9375775" y="4348163"/>
          <p14:tracePt t="65650" x="9361488" y="4348163"/>
          <p14:tracePt t="65718" x="9388475" y="4348163"/>
          <p14:tracePt t="65729" x="9402763" y="4348163"/>
          <p14:tracePt t="65743" x="9415463" y="4348163"/>
          <p14:tracePt t="65755" x="9429750" y="4348163"/>
          <p14:tracePt t="65763" x="9456738" y="4348163"/>
          <p14:tracePt t="65783" x="9471025" y="4348163"/>
          <p14:tracePt t="65896" x="9456738" y="4348163"/>
          <p14:tracePt t="65907" x="9444038" y="4348163"/>
          <p14:tracePt t="65923" x="9429750" y="4348163"/>
          <p14:tracePt t="65931" x="9415463" y="4348163"/>
          <p14:tracePt t="65943" x="9402763" y="4348163"/>
          <p14:tracePt t="65965" x="9375775" y="4348163"/>
          <p14:tracePt t="65976" x="9361488" y="4333875"/>
          <p14:tracePt t="66291" x="9348788" y="4319588"/>
          <p14:tracePt t="66312" x="9328150" y="4319588"/>
          <p14:tracePt t="66324" x="9328150" y="4306888"/>
          <p14:tracePt t="66337" x="9328150" y="4292600"/>
          <p14:tracePt t="66347" x="9313863" y="4292600"/>
          <p14:tracePt t="66368" x="9313863" y="4271963"/>
          <p14:tracePt t="66369" x="9313863" y="4259263"/>
          <p14:tracePt t="66400" x="9313863" y="4244975"/>
          <p14:tracePt t="66415" x="9313863" y="4232275"/>
          <p14:tracePt t="66683" x="9313863" y="4244975"/>
          <p14:tracePt t="66697" x="9313863" y="4259263"/>
          <p14:tracePt t="66718" x="9301163" y="4271963"/>
          <p14:tracePt t="66738" x="9286875" y="4271963"/>
          <p14:tracePt t="66745" x="9272588" y="4292600"/>
          <p14:tracePt t="66754" x="9259888" y="4292600"/>
          <p14:tracePt t="66775" x="9245600" y="4306888"/>
          <p14:tracePt t="66778" x="9232900" y="4306888"/>
          <p14:tracePt t="66791" x="9218613" y="4319588"/>
          <p14:tracePt t="66897" x="9232900" y="4319588"/>
          <p14:tracePt t="66908" x="9245600" y="4319588"/>
          <p14:tracePt t="66921" x="9245600" y="4306888"/>
          <p14:tracePt t="66934" x="9259888" y="4306888"/>
          <p14:tracePt t="66944" x="9272588" y="4306888"/>
          <p14:tracePt t="66978" x="9286875" y="4306888"/>
          <p14:tracePt t="67006" x="9286875" y="4292600"/>
          <p14:tracePt t="67027" x="9301163" y="4292600"/>
          <p14:tracePt t="67037" x="9301163" y="4271963"/>
          <p14:tracePt t="67068" x="9313863" y="4259263"/>
          <p14:tracePt t="67091" x="9313863" y="4244975"/>
          <p14:tracePt t="67106" x="9313863" y="4232275"/>
          <p14:tracePt t="67117" x="9328150" y="4217988"/>
          <p14:tracePt t="67129" x="9328150" y="4205288"/>
          <p14:tracePt t="67146" x="9348788" y="4191000"/>
          <p14:tracePt t="67149" x="9361488" y="4164013"/>
          <p14:tracePt t="67159" x="9375775" y="4137025"/>
          <p14:tracePt t="67180" x="9402763" y="4122738"/>
          <p14:tracePt t="67191" x="9415463" y="4089400"/>
          <p14:tracePt t="67192" x="9444038" y="4062413"/>
          <p14:tracePt t="67220" x="9456738" y="4048125"/>
          <p14:tracePt t="67237" x="9471025" y="4033838"/>
          <p14:tracePt t="67238" x="9483725" y="4033838"/>
          <p14:tracePt t="67260" x="9498013" y="4021138"/>
          <p14:tracePt t="67336" x="9498013" y="4033838"/>
          <p14:tracePt t="67348" x="9483725" y="4062413"/>
          <p14:tracePt t="67359" x="9471025" y="4075113"/>
          <p14:tracePt t="67371" x="9456738" y="4089400"/>
          <p14:tracePt t="67384" x="9444038" y="4110038"/>
          <p14:tracePt t="67394" x="9429750" y="4110038"/>
          <p14:tracePt t="67409" x="9429750" y="4122738"/>
          <p14:tracePt t="67482" x="9444038" y="4137025"/>
          <p14:tracePt t="67493" x="9456738" y="4137025"/>
          <p14:tracePt t="67505" x="9456738" y="4149725"/>
          <p14:tracePt t="67517" x="9471025" y="4149725"/>
          <p14:tracePt t="67541" x="9471025" y="4164013"/>
          <p14:tracePt t="67573" x="9471025" y="4176713"/>
          <p14:tracePt t="67596" x="9456738" y="4176713"/>
          <p14:tracePt t="67662" x="9456738" y="4191000"/>
          <p14:tracePt t="67698" x="9444038" y="4205288"/>
          <p14:tracePt t="67720" x="9444038" y="4217988"/>
          <p14:tracePt t="67742" x="9444038" y="4232275"/>
          <p14:tracePt t="67756" x="9429750" y="4244975"/>
          <p14:tracePt t="67768" x="9429750" y="4259263"/>
          <p14:tracePt t="67778" x="9429750" y="4271963"/>
          <p14:tracePt t="67796" x="9415463" y="4271963"/>
          <p14:tracePt t="67805" x="9415463" y="4292600"/>
          <p14:tracePt t="68295" x="9429750" y="4292600"/>
          <p14:tracePt t="68305" x="9429750" y="4271963"/>
          <p14:tracePt t="68463" x="9444038" y="4259263"/>
          <p14:tracePt t="68483" x="9456738" y="4244975"/>
          <p14:tracePt t="68495" x="9471025" y="4232275"/>
          <p14:tracePt t="68508" x="9483725" y="4217988"/>
          <p14:tracePt t="68526" x="9510713" y="4191000"/>
          <p14:tracePt t="68542" x="9525000" y="4176713"/>
          <p14:tracePt t="68552" x="9525000" y="4164013"/>
          <p14:tracePt t="68571" x="9545638" y="4164013"/>
          <p14:tracePt t="68742" x="9545638" y="4149725"/>
          <p14:tracePt t="68765" x="9545638" y="4137025"/>
          <p14:tracePt t="68911" x="9545638" y="4149725"/>
          <p14:tracePt t="68933" x="9545638" y="4176713"/>
          <p14:tracePt t="68945" x="9525000" y="4191000"/>
          <p14:tracePt t="68968" x="9510713" y="4205288"/>
          <p14:tracePt t="68981" x="9498013" y="4217988"/>
          <p14:tracePt t="69010" x="9483725" y="4217988"/>
          <p14:tracePt t="69017" x="9471025" y="4217988"/>
          <p14:tracePt t="69103" x="9483725" y="4217988"/>
          <p14:tracePt t="69114" x="9498013" y="4217988"/>
          <p14:tracePt t="69126" x="9510713" y="4205288"/>
          <p14:tracePt t="69140" x="9525000" y="4205288"/>
          <p14:tracePt t="69149" x="9525000" y="4191000"/>
          <p14:tracePt t="69165" x="9545638" y="4176713"/>
          <p14:tracePt t="69175" x="9558338" y="4176713"/>
          <p14:tracePt t="69183" x="9572625" y="4164013"/>
          <p14:tracePt t="69212" x="9586913" y="4149725"/>
          <p14:tracePt t="69222" x="9599613" y="4137025"/>
          <p14:tracePt t="69247" x="9599613" y="4122738"/>
          <p14:tracePt t="69262" x="9613900" y="4122738"/>
          <p14:tracePt t="69263" x="9626600" y="4122738"/>
          <p14:tracePt t="69274" x="9626600" y="4110038"/>
          <p14:tracePt t="69430" x="9640888" y="4110038"/>
          <p14:tracePt t="69451" x="9653588" y="4110038"/>
          <p14:tracePt t="69700" x="9653588" y="4122738"/>
          <p14:tracePt t="69709" x="9653588" y="4137025"/>
          <p14:tracePt t="69714" x="9640888" y="4164013"/>
          <p14:tracePt t="69725" x="9640888" y="4176713"/>
          <p14:tracePt t="69738" x="9640888" y="4191000"/>
          <p14:tracePt t="69745" x="9653588" y="4205288"/>
          <p14:tracePt t="69757" x="9653588" y="4217988"/>
          <p14:tracePt t="69777" x="9653588" y="4232275"/>
          <p14:tracePt t="69780" x="9667875" y="4244975"/>
          <p14:tracePt t="69970" x="9682163" y="4244975"/>
          <p14:tracePt t="69991" x="9694863" y="4244975"/>
          <p14:tracePt t="70002" x="9709150" y="4259263"/>
          <p14:tracePt t="70015" x="9721850" y="4259263"/>
          <p14:tracePt t="70026" x="9742488" y="4259263"/>
          <p14:tracePt t="70046" x="9756775" y="4259263"/>
          <p14:tracePt t="70071" x="9769475" y="4259263"/>
          <p14:tracePt t="70216" x="9783763" y="4259263"/>
          <p14:tracePt t="70242" x="9796463" y="4259263"/>
          <p14:tracePt t="70251" x="9810750" y="4259263"/>
          <p14:tracePt t="70262" x="9837738" y="4259263"/>
          <p14:tracePt t="70282" x="9852025" y="4259263"/>
          <p14:tracePt t="70288" x="9864725" y="4259263"/>
          <p14:tracePt t="70375" x="9837738" y="4259263"/>
          <p14:tracePt t="70385" x="9810750" y="4259263"/>
          <p14:tracePt t="70396" x="9756775" y="4259263"/>
          <p14:tracePt t="70412" x="9709150" y="4259263"/>
          <p14:tracePt t="70422" x="9682163" y="4259263"/>
          <p14:tracePt t="70433" x="9653588" y="4259263"/>
          <p14:tracePt t="70446" x="9640888" y="4259263"/>
          <p14:tracePt t="70499" x="9653588" y="4259263"/>
          <p14:tracePt t="70514" x="9667875" y="4259263"/>
          <p14:tracePt t="70523" x="9682163" y="4271963"/>
          <p14:tracePt t="70532" x="9694863" y="4271963"/>
          <p14:tracePt t="70545" x="9721850" y="4271963"/>
          <p14:tracePt t="70556" x="9756775" y="4271963"/>
          <p14:tracePt t="70572" x="9783763" y="4271963"/>
          <p14:tracePt t="70580" x="9810750" y="4271963"/>
          <p14:tracePt t="70589" x="9825038" y="4271963"/>
          <p14:tracePt t="70620" x="9837738" y="4271963"/>
          <p14:tracePt t="70668" x="9825038" y="4271963"/>
          <p14:tracePt t="70684" x="9810750" y="4271963"/>
          <p14:tracePt t="70689" x="9796463" y="4271963"/>
          <p14:tracePt t="70702" x="9783763" y="4271963"/>
          <p14:tracePt t="70713" x="9769475" y="4271963"/>
          <p14:tracePt t="70736" x="9756775" y="4271963"/>
          <p14:tracePt t="70794" x="9769475" y="4271963"/>
          <p14:tracePt t="70803" x="9783763" y="4271963"/>
          <p14:tracePt t="70817" x="9796463" y="4271963"/>
          <p14:tracePt t="70828" x="9825038" y="4271963"/>
          <p14:tracePt t="70836" x="9852025" y="4271963"/>
          <p14:tracePt t="70853" x="9891713" y="4271963"/>
          <p14:tracePt t="70866" x="9906000" y="4271963"/>
          <p14:tracePt t="70873" x="9920288" y="4259263"/>
          <p14:tracePt t="70910" x="9939338" y="4259263"/>
          <p14:tracePt t="70937" x="9920288" y="4259263"/>
          <p14:tracePt t="70952" x="9906000" y="4259263"/>
          <p14:tracePt t="70961" x="9879013" y="4259263"/>
          <p14:tracePt t="70971" x="9837738" y="4259263"/>
          <p14:tracePt t="70987" x="9810750" y="4259263"/>
          <p14:tracePt t="70997" x="9783763" y="4271963"/>
          <p14:tracePt t="71007" x="9756775" y="4271963"/>
          <p14:tracePt t="71047" x="9742488" y="4271963"/>
          <p14:tracePt t="71084" x="9756775" y="4271963"/>
          <p14:tracePt t="71109" x="9769475" y="4271963"/>
          <p14:tracePt t="71119" x="9796463" y="4271963"/>
          <p14:tracePt t="71133" x="9837738" y="4271963"/>
          <p14:tracePt t="71145" x="9864725" y="4271963"/>
          <p14:tracePt t="71156" x="9891713" y="4271963"/>
          <p14:tracePt t="71166" x="9920288" y="4271963"/>
          <p14:tracePt t="71178" x="9939338" y="4271963"/>
          <p14:tracePt t="71230" x="9920288" y="4271963"/>
          <p14:tracePt t="71243" x="9891713" y="4271963"/>
          <p14:tracePt t="71253" x="9837738" y="4271963"/>
          <p14:tracePt t="71265" x="9783763" y="4271963"/>
          <p14:tracePt t="71277" x="9742488" y="4271963"/>
          <p14:tracePt t="71289" x="9694863" y="4271963"/>
          <p14:tracePt t="71305" x="9653588" y="4271963"/>
          <p14:tracePt t="71320" x="9640888" y="4271963"/>
          <p14:tracePt t="71365" x="9653588" y="4271963"/>
          <p14:tracePt t="71381" x="9682163" y="4271963"/>
          <p14:tracePt t="71388" x="9694863" y="4271963"/>
          <p14:tracePt t="71403" x="9756775" y="4271963"/>
          <p14:tracePt t="71413" x="9796463" y="4271963"/>
          <p14:tracePt t="71435" x="9852025" y="4271963"/>
          <p14:tracePt t="71436" x="9879013" y="4271963"/>
          <p14:tracePt t="71446" x="9906000" y="4271963"/>
          <p14:tracePt t="71455" x="9920288" y="4271963"/>
          <p14:tracePt t="71489" x="9906000" y="4271963"/>
          <p14:tracePt t="71501" x="9891713" y="4271963"/>
          <p14:tracePt t="71512" x="9864725" y="4271963"/>
          <p14:tracePt t="71523" x="9837738" y="4271963"/>
          <p14:tracePt t="71539" x="9783763" y="4271963"/>
          <p14:tracePt t="71550" x="9742488" y="4271963"/>
          <p14:tracePt t="71569" x="9721850" y="4271963"/>
          <p14:tracePt t="71572" x="9694863" y="4271963"/>
          <p14:tracePt t="71625" x="9709150" y="4271963"/>
          <p14:tracePt t="71635" x="9721850" y="4271963"/>
          <p14:tracePt t="71648" x="9756775" y="4271963"/>
          <p14:tracePt t="71660" x="9783763" y="4271963"/>
          <p14:tracePt t="71671" x="9796463" y="4271963"/>
          <p14:tracePt t="71687" x="9810750" y="4271963"/>
          <p14:tracePt t="71694" x="9825038" y="4271963"/>
          <p14:tracePt t="71747" x="9810750" y="4271963"/>
          <p14:tracePt t="71764" x="9796463" y="4271963"/>
          <p14:tracePt t="71773" x="9769475" y="4271963"/>
          <p14:tracePt t="71786" x="9742488" y="4271963"/>
          <p14:tracePt t="71797" x="9721850" y="4271963"/>
          <p14:tracePt t="71815" x="9709150" y="4271963"/>
          <p14:tracePt t="72062" x="9721850" y="4271963"/>
          <p14:tracePt t="73255" x="9756775" y="4271963"/>
          <p14:tracePt t="73265" x="9783763" y="4271963"/>
          <p14:tracePt t="73276" x="9796463" y="4271963"/>
          <p14:tracePt t="73311" x="9810750" y="4271963"/>
          <p14:tracePt t="73456" x="9825038" y="4259263"/>
          <p14:tracePt t="79267" x="9709150" y="4271963"/>
          <p14:tracePt t="79279" x="9667875" y="4271963"/>
          <p14:tracePt t="79290" x="9640888" y="4271963"/>
          <p14:tracePt t="79310" x="9626600" y="4271963"/>
          <p14:tracePt t="79321" x="9599613" y="4271963"/>
          <p14:tracePt t="79441" x="9572625" y="4271963"/>
          <p14:tracePt t="79452" x="9545638" y="4259263"/>
          <p14:tracePt t="79466" x="9483725" y="4259263"/>
          <p14:tracePt t="79477" x="9444038" y="4259263"/>
          <p14:tracePt t="79506" x="9313863" y="4271963"/>
          <p14:tracePt t="79515" x="9286875" y="4271963"/>
          <p14:tracePt t="79527" x="9259888" y="4292600"/>
          <p14:tracePt t="79546" x="9232900" y="4292600"/>
          <p14:tracePt t="79702" x="9259888" y="4292600"/>
          <p14:tracePt t="79712" x="9286875" y="4292600"/>
          <p14:tracePt t="79723" x="9301163" y="4292600"/>
          <p14:tracePt t="79739" x="9328150" y="4292600"/>
          <p14:tracePt t="79747" x="9361488" y="4306888"/>
          <p14:tracePt t="79758" x="9375775" y="4306888"/>
          <p14:tracePt t="79769" x="9402763" y="4306888"/>
          <p14:tracePt t="79785" x="9429750" y="4306888"/>
          <p14:tracePt t="79794" x="9444038" y="4306888"/>
          <p14:tracePt t="79815" x="9456738" y="4306888"/>
          <p14:tracePt t="79817" x="9471025" y="4306888"/>
          <p14:tracePt t="79827" x="9498013" y="4306888"/>
          <p14:tracePt t="79844" x="9525000" y="4306888"/>
          <p14:tracePt t="79850" x="9545638" y="4306888"/>
          <p14:tracePt t="79862" x="9572625" y="4306888"/>
          <p14:tracePt t="79871" x="9586913" y="4306888"/>
          <p14:tracePt t="79912" x="9667875" y="4306888"/>
          <p14:tracePt t="79922" x="9709150" y="4306888"/>
          <p14:tracePt t="79929" x="9721850" y="4306888"/>
          <p14:tracePt t="79951" x="9756775" y="4306888"/>
          <p14:tracePt t="79955" x="9769475" y="4306888"/>
          <p14:tracePt t="79961" x="9783763" y="4306888"/>
          <p14:tracePt t="80010" x="9796463" y="4306888"/>
          <p14:tracePt t="80018" x="9810750" y="4306888"/>
          <p14:tracePt t="80029" x="9837738" y="4306888"/>
          <p14:tracePt t="80046" x="9852025" y="4306888"/>
          <p14:tracePt t="80056" x="9864725" y="4306888"/>
          <p14:tracePt t="80063" x="9879013" y="4292600"/>
          <p14:tracePt t="80098" x="9891713" y="4292600"/>
          <p14:tracePt t="80107" x="9891713" y="4271963"/>
          <p14:tracePt t="80141" x="9906000" y="4271963"/>
          <p14:tracePt t="80152" x="9906000" y="4259263"/>
          <p14:tracePt t="80167" x="9920288" y="4259263"/>
          <p14:tracePt t="80185" x="9920288" y="4244975"/>
          <p14:tracePt t="80218" x="9920288" y="4232275"/>
          <p14:tracePt t="80231" x="9920288" y="4217988"/>
          <p14:tracePt t="80241" x="9920288" y="4191000"/>
          <p14:tracePt t="80264" x="9920288" y="4137025"/>
          <p14:tracePt t="80275" x="9906000" y="4110038"/>
          <p14:tracePt t="80288" x="9906000" y="4075113"/>
          <p14:tracePt t="80298" x="9891713" y="4062413"/>
          <p14:tracePt t="80315" x="9891713" y="4033838"/>
          <p14:tracePt t="80325" x="9891713" y="4006850"/>
          <p14:tracePt t="80334" x="9891713" y="3994150"/>
          <p14:tracePt t="80362" x="9891713" y="3952875"/>
          <p14:tracePt t="80372" x="9891713" y="3925888"/>
          <p14:tracePt t="80381" x="9891713" y="3911600"/>
          <p14:tracePt t="80401" x="9891713" y="3890963"/>
          <p14:tracePt t="80410" x="9891713" y="3878263"/>
          <p14:tracePt t="80456" x="9879013" y="3863975"/>
          <p14:tracePt t="80492" x="9864725" y="3863975"/>
          <p14:tracePt t="80501" x="9852025" y="3863975"/>
          <p14:tracePt t="80511" x="9810750" y="3878263"/>
          <p14:tracePt t="80528" x="9756775" y="3878263"/>
          <p14:tracePt t="80538" x="9694863" y="3890963"/>
          <p14:tracePt t="80549" x="9640888" y="3890963"/>
          <p14:tracePt t="80557" x="9572625" y="3911600"/>
          <p14:tracePt t="80581" x="9429750" y="3911600"/>
          <p14:tracePt t="80592" x="9388475" y="3911600"/>
          <p14:tracePt t="80602" x="9348788" y="3911600"/>
          <p14:tracePt t="80613" x="9313863" y="3911600"/>
          <p14:tracePt t="80631" x="9301163" y="3911600"/>
          <p14:tracePt t="80639" x="9272588" y="3911600"/>
          <p14:tracePt t="80647" x="9259888" y="3925888"/>
          <p14:tracePt t="80680" x="9232900" y="3925888"/>
          <p14:tracePt t="80769" x="9218613" y="3925888"/>
          <p14:tracePt t="80791" x="9205913" y="3925888"/>
          <p14:tracePt t="80815" x="9191625" y="3938588"/>
          <p14:tracePt t="80873" x="9191625" y="3952875"/>
          <p14:tracePt t="80874" x="9191625" y="3967163"/>
          <p14:tracePt t="80883" x="9191625" y="3979863"/>
          <p14:tracePt t="80884" x="9191625" y="4006850"/>
          <p14:tracePt t="80894" x="9191625" y="4033838"/>
          <p14:tracePt t="80914" x="9191625" y="4062413"/>
          <p14:tracePt t="80919" x="9191625" y="4089400"/>
          <p14:tracePt t="80928" x="9191625" y="4122738"/>
          <p14:tracePt t="80939" x="9191625" y="4149725"/>
          <p14:tracePt t="80965" x="9191625" y="4164013"/>
          <p14:tracePt t="80975" x="9191625" y="4176713"/>
          <p14:tracePt t="80984" x="9191625" y="4191000"/>
          <p14:tracePt t="81018" x="9191625" y="4205288"/>
          <p14:tracePt t="81096" x="9205913" y="4205288"/>
          <p14:tracePt t="81108" x="9218613" y="4217988"/>
          <p14:tracePt t="81119" x="9232900" y="4217988"/>
          <p14:tracePt t="81132" x="9259888" y="4217988"/>
          <p14:tracePt t="81142" x="9301163" y="4232275"/>
          <p14:tracePt t="81165" x="9348788" y="4232275"/>
          <p14:tracePt t="81166" x="9388475" y="4244975"/>
          <p14:tracePt t="81175" x="9444038" y="4244975"/>
          <p14:tracePt t="81186" x="9498013" y="4244975"/>
          <p14:tracePt t="81200" x="9545638" y="4244975"/>
          <p14:tracePt t="81211" x="9586913" y="4244975"/>
          <p14:tracePt t="81221" x="9613900" y="4244975"/>
          <p14:tracePt t="81253" x="9682163" y="4244975"/>
          <p14:tracePt t="81256" x="9709150" y="4244975"/>
          <p14:tracePt t="81265" x="9756775" y="4244975"/>
          <p14:tracePt t="81277" x="9783763" y="4244975"/>
          <p14:tracePt t="81300" x="9852025" y="4244975"/>
          <p14:tracePt t="81311" x="9879013" y="4244975"/>
          <p14:tracePt t="81321" x="9906000" y="4259263"/>
          <p14:tracePt t="81334" x="9939338" y="4259263"/>
          <p14:tracePt t="81350" x="9953625" y="4259263"/>
          <p14:tracePt t="81359" x="9967913" y="4259263"/>
          <p14:tracePt t="81381" x="9980613" y="4259263"/>
          <p14:tracePt t="81455" x="9994900" y="4259263"/>
          <p14:tracePt t="81466" x="9994900" y="4244975"/>
          <p14:tracePt t="81477" x="9994900" y="4232275"/>
          <p14:tracePt t="81494" x="10007600" y="4232275"/>
          <p14:tracePt t="81502" x="10007600" y="4217988"/>
          <p14:tracePt t="81513" x="10021888" y="4191000"/>
          <p14:tracePt t="81535" x="10021888" y="4164013"/>
          <p14:tracePt t="81536" x="10021888" y="4137025"/>
          <p14:tracePt t="81547" x="10021888" y="4110038"/>
          <p14:tracePt t="81563" x="10021888" y="4062413"/>
          <p14:tracePt t="81575" x="10021888" y="4048125"/>
          <p14:tracePt t="81583" x="10021888" y="4021138"/>
          <p14:tracePt t="81592" x="10021888" y="4006850"/>
          <p14:tracePt t="81615" x="10021888" y="3994150"/>
          <p14:tracePt t="81625" x="10021888" y="3979863"/>
          <p14:tracePt t="81649" x="10021888" y="3967163"/>
          <p14:tracePt t="81747" x="10007600" y="3967163"/>
          <p14:tracePt t="81758" x="9980613" y="3967163"/>
          <p14:tracePt t="81774" x="9939338" y="3967163"/>
          <p14:tracePt t="81785" x="9891713" y="3967163"/>
          <p14:tracePt t="81794" x="9825038" y="3967163"/>
          <p14:tracePt t="81817" x="9682163" y="3967163"/>
          <p14:tracePt t="81828" x="9613900" y="3952875"/>
          <p14:tracePt t="81839" x="9558338" y="3952875"/>
          <p14:tracePt t="81850" x="9498013" y="3952875"/>
          <p14:tracePt t="81865" x="9471025" y="3952875"/>
          <p14:tracePt t="81875" x="9444038" y="3952875"/>
          <p14:tracePt t="81886" x="9415463" y="3952875"/>
          <p14:tracePt t="81896" x="9402763" y="3952875"/>
          <p14:tracePt t="81919" x="9375775" y="3967163"/>
          <p14:tracePt t="81940" x="9361488" y="3967163"/>
          <p14:tracePt t="81962" x="9348788" y="3967163"/>
          <p14:tracePt t="81976" x="9328150" y="3967163"/>
          <p14:tracePt t="81997" x="9301163" y="3967163"/>
          <p14:tracePt t="82011" x="9272588" y="3967163"/>
          <p14:tracePt t="82019" x="9259888" y="3967163"/>
          <p14:tracePt t="82034" x="9218613" y="3967163"/>
          <p14:tracePt t="82047" x="9191625" y="3967163"/>
          <p14:tracePt t="82059" x="9177338" y="3967163"/>
          <p14:tracePt t="82163" x="9177338" y="3979863"/>
          <p14:tracePt t="82177" x="9177338" y="3994150"/>
          <p14:tracePt t="82189" x="9177338" y="4006850"/>
          <p14:tracePt t="82198" x="9177338" y="4033838"/>
          <p14:tracePt t="82218" x="9177338" y="4062413"/>
          <p14:tracePt t="82223" x="9177338" y="4110038"/>
          <p14:tracePt t="82233" x="9177338" y="4137025"/>
          <p14:tracePt t="82245" x="9177338" y="4164013"/>
          <p14:tracePt t="82258" x="9164638" y="4191000"/>
          <p14:tracePt t="82267" x="9164638" y="4205288"/>
          <p14:tracePt t="82300" x="9164638" y="4217988"/>
          <p14:tracePt t="82302" x="9164638" y="4232275"/>
          <p14:tracePt t="82377" x="9191625" y="4244975"/>
          <p14:tracePt t="82390" x="9205913" y="4244975"/>
          <p14:tracePt t="82400" x="9218613" y="4244975"/>
          <p14:tracePt t="82413" x="9245600" y="4244975"/>
          <p14:tracePt t="82424" x="9286875" y="4259263"/>
          <p14:tracePt t="82435" x="9313863" y="4259263"/>
          <p14:tracePt t="82450" x="9375775" y="4259263"/>
          <p14:tracePt t="82458" x="9444038" y="4259263"/>
          <p14:tracePt t="82470" x="9498013" y="4259263"/>
          <p14:tracePt t="82486" x="9558338" y="4259263"/>
          <p14:tracePt t="82495" x="9599613" y="4259263"/>
          <p14:tracePt t="82503" x="9653588" y="4271963"/>
          <p14:tracePt t="82536" x="9721850" y="4271963"/>
          <p14:tracePt t="82538" x="9769475" y="4271963"/>
          <p14:tracePt t="82548" x="9810750" y="4292600"/>
          <p14:tracePt t="82565" x="9825038" y="4292600"/>
          <p14:tracePt t="82583" x="9891713" y="4292600"/>
          <p14:tracePt t="82594" x="9920288" y="4292600"/>
          <p14:tracePt t="82605" x="9953625" y="4292600"/>
          <p14:tracePt t="82616" x="9980613" y="4292600"/>
          <p14:tracePt t="82632" x="9994900" y="4292600"/>
          <p14:tracePt t="82642" x="10007600" y="4292600"/>
          <p14:tracePt t="82650" x="10021888" y="4292600"/>
          <p14:tracePt t="82771" x="10021888" y="4271963"/>
          <p14:tracePt t="82782" x="10021888" y="4259263"/>
          <p14:tracePt t="82794" x="10021888" y="4244975"/>
          <p14:tracePt t="82810" x="10021888" y="4217988"/>
          <p14:tracePt t="82818" x="10021888" y="4191000"/>
          <p14:tracePt t="82829" x="10034588" y="4164013"/>
          <p14:tracePt t="82850" x="10034588" y="4149725"/>
          <p14:tracePt t="82851" x="10048875" y="4122738"/>
          <p14:tracePt t="82863" x="10048875" y="4110038"/>
          <p14:tracePt t="82882" x="10063163" y="4089400"/>
          <p14:tracePt t="82891" x="10063163" y="4075113"/>
          <p14:tracePt t="82899" x="10063163" y="4062413"/>
          <p14:tracePt t="82908" x="10063163" y="4048125"/>
          <p14:tracePt t="82933" x="10063163" y="4033838"/>
          <p14:tracePt t="82965" x="10063163" y="4021138"/>
          <p14:tracePt t="82983" x="10063163" y="3994150"/>
          <p14:tracePt t="82999" x="10048875" y="3994150"/>
          <p14:tracePt t="83018" x="10048875" y="3979863"/>
          <p14:tracePt t="83108" x="10021888" y="3979863"/>
          <p14:tracePt t="83120" x="9994900" y="3967163"/>
          <p14:tracePt t="83131" x="9967913" y="3967163"/>
          <p14:tracePt t="83146" x="9920288" y="3952875"/>
          <p14:tracePt t="83166" x="9879013" y="3938588"/>
          <p14:tracePt t="83168" x="9837738" y="3938588"/>
          <p14:tracePt t="83178" x="9796463" y="3925888"/>
          <p14:tracePt t="83198" x="9756775" y="3925888"/>
          <p14:tracePt t="83203" x="9721850" y="3925888"/>
          <p14:tracePt t="83212" x="9694863" y="3925888"/>
          <p14:tracePt t="83230" x="9653588" y="3925888"/>
          <p14:tracePt t="83251" x="9613900" y="3938588"/>
          <p14:tracePt t="83252" x="9572625" y="3938588"/>
          <p14:tracePt t="83261" x="9545638" y="3938588"/>
          <p14:tracePt t="83269" x="9498013" y="3938588"/>
          <p14:tracePt t="83300" x="9429750" y="3952875"/>
          <p14:tracePt t="83309" x="9402763" y="3952875"/>
          <p14:tracePt t="83317" x="9375775" y="3952875"/>
          <p14:tracePt t="83337" x="9348788" y="3952875"/>
          <p14:tracePt t="83347" x="9328150" y="3952875"/>
          <p14:tracePt t="83357" x="9313863" y="3952875"/>
          <p14:tracePt t="83502" x="9301163" y="3967163"/>
          <p14:tracePt t="83513" x="9301163" y="3979863"/>
          <p14:tracePt t="83527" x="9301163" y="4006850"/>
          <p14:tracePt t="83537" x="9286875" y="4033838"/>
          <p14:tracePt t="83548" x="9259888" y="4075113"/>
          <p14:tracePt t="83570" x="9245600" y="4137025"/>
          <p14:tracePt t="83571" x="9232900" y="4176713"/>
          <p14:tracePt t="83582" x="9218613" y="4191000"/>
          <p14:tracePt t="83601" x="9218613" y="4217988"/>
          <p14:tracePt t="83617" x="9218613" y="4232275"/>
          <p14:tracePt t="83639" x="9218613" y="4244975"/>
          <p14:tracePt t="83750" x="9245600" y="4244975"/>
          <p14:tracePt t="83761" x="9259888" y="4244975"/>
          <p14:tracePt t="83772" x="9286875" y="4244975"/>
          <p14:tracePt t="83786" x="9328150" y="4244975"/>
          <p14:tracePt t="83797" x="9375775" y="4259263"/>
          <p14:tracePt t="83808" x="9429750" y="4259263"/>
          <p14:tracePt t="83823" x="9471025" y="4259263"/>
          <p14:tracePt t="83833" x="9545638" y="4271963"/>
          <p14:tracePt t="83850" x="9599613" y="4271963"/>
          <p14:tracePt t="83869" x="9667875" y="4271963"/>
          <p14:tracePt t="83870" x="9721850" y="4271963"/>
          <p14:tracePt t="83880" x="9796463" y="4271963"/>
          <p14:tracePt t="83888" x="9852025" y="4271963"/>
          <p14:tracePt t="83918" x="9939338" y="4271963"/>
          <p14:tracePt t="83920" x="9967913" y="4271963"/>
          <p14:tracePt t="83931" x="10007600" y="4259263"/>
          <p14:tracePt t="83956" x="10021888" y="4259263"/>
          <p14:tracePt t="83957" x="10048875" y="4244975"/>
          <p14:tracePt t="83967" x="10063163" y="4244975"/>
          <p14:tracePt t="83983" x="10075863" y="4244975"/>
          <p14:tracePt t="83996" x="10075863" y="4232275"/>
          <p14:tracePt t="84011" x="10075863" y="4217988"/>
          <p14:tracePt t="84021" x="10075863" y="4205288"/>
          <p14:tracePt t="84046" x="10075863" y="4191000"/>
          <p14:tracePt t="84055" x="10075863" y="4176713"/>
          <p14:tracePt t="84067" x="10075863" y="4164013"/>
          <p14:tracePt t="84087" x="10075863" y="4149725"/>
          <p14:tracePt t="84088" x="10075863" y="4137025"/>
          <p14:tracePt t="84100" x="10075863" y="4122738"/>
          <p14:tracePt t="84111" x="10075863" y="4110038"/>
          <p14:tracePt t="84135" x="10063163" y="4075113"/>
          <p14:tracePt t="84146" x="10063163" y="4062413"/>
          <p14:tracePt t="84157" x="10063163" y="4048125"/>
          <p14:tracePt t="84177" x="10063163" y="4033838"/>
          <p14:tracePt t="84178" x="10048875" y="4033838"/>
          <p14:tracePt t="84190" x="10048875" y="4021138"/>
          <p14:tracePt t="84220" x="10048875" y="4006850"/>
          <p14:tracePt t="84427" x="9906000" y="4033838"/>
          <p14:tracePt t="84436" x="9837738" y="4062413"/>
          <p14:tracePt t="84448" x="9721850" y="4110038"/>
          <p14:tracePt t="84462" x="9613900" y="4164013"/>
          <p14:tracePt t="84471" x="9483725" y="4205288"/>
          <p14:tracePt t="84488" x="9402763" y="4232275"/>
          <p14:tracePt t="84505" x="9272588" y="4271963"/>
          <p14:tracePt t="84535" x="9232900" y="4306888"/>
          <p14:tracePt t="84542" x="9218613" y="4306888"/>
          <p14:tracePt t="84886" x="9232900" y="4306888"/>
          <p14:tracePt t="85574" x="9259888" y="4306888"/>
          <p14:tracePt t="85575" x="9286875" y="4306888"/>
          <p14:tracePt t="85584" x="9313863" y="4306888"/>
          <p14:tracePt t="85595" x="9361488" y="4306888"/>
          <p14:tracePt t="85611" x="9402763" y="4306888"/>
          <p14:tracePt t="85619" x="9415463" y="4306888"/>
          <p14:tracePt t="85631" x="9444038" y="4306888"/>
          <p14:tracePt t="85718" x="9456738" y="4306888"/>
          <p14:tracePt t="85955" x="9471025" y="4306888"/>
          <p14:tracePt t="85966" x="9498013" y="4306888"/>
          <p14:tracePt t="85980" x="9525000" y="4306888"/>
          <p14:tracePt t="85990" x="9558338" y="4306888"/>
          <p14:tracePt t="86001" x="9586913" y="4306888"/>
          <p14:tracePt t="86012" x="9613900" y="4306888"/>
          <p14:tracePt t="86027" x="9640888" y="4306888"/>
          <p14:tracePt t="86036" x="9653588" y="4306888"/>
          <p14:tracePt t="86047" x="9667875" y="4306888"/>
          <p14:tracePt t="86072" x="9694863" y="4306888"/>
          <p14:tracePt t="86083" x="9709150" y="4306888"/>
          <p14:tracePt t="86126" x="9721850" y="4306888"/>
          <p14:tracePt t="86127" x="9721850" y="4292600"/>
          <p14:tracePt t="86151" x="9742488" y="4292600"/>
          <p14:tracePt t="87374" x="9709150" y="4306888"/>
          <p14:tracePt t="87385" x="9694863" y="4306888"/>
          <p14:tracePt t="87395" x="9667875" y="4306888"/>
          <p14:tracePt t="87409" x="9640888" y="4306888"/>
          <p14:tracePt t="87419" x="9599613" y="4306888"/>
          <p14:tracePt t="87431" x="9586913" y="4306888"/>
          <p14:tracePt t="87441" x="9545638" y="4306888"/>
          <p14:tracePt t="87457" x="9525000" y="4306888"/>
          <p14:tracePt t="87467" x="9498013" y="4306888"/>
          <p14:tracePt t="87478" x="9483725" y="4306888"/>
          <p14:tracePt t="87502" x="9471025" y="4306888"/>
          <p14:tracePt t="87533" x="9456738" y="4306888"/>
          <p14:tracePt t="87565" x="9444038" y="4306888"/>
          <p14:tracePt t="87620" x="9429750" y="4306888"/>
          <p14:tracePt t="87833" x="9415463" y="4306888"/>
          <p14:tracePt t="87912" x="9402763" y="4306888"/>
          <p14:tracePt t="88285" x="9348788" y="4306888"/>
          <p14:tracePt t="88296" x="9328150" y="4306888"/>
          <p14:tracePt t="88306" x="9313863" y="4306888"/>
          <p14:tracePt t="88319" x="9286875" y="4306888"/>
          <p14:tracePt t="88346" x="9272588" y="4306888"/>
          <p14:tracePt t="88645" x="9286875" y="4306888"/>
          <p14:tracePt t="88656" x="9301163" y="4306888"/>
          <p14:tracePt t="88666" x="9313863" y="4306888"/>
          <p14:tracePt t="88678" x="9361488" y="4306888"/>
          <p14:tracePt t="88689" x="9402763" y="4306888"/>
          <p14:tracePt t="88704" x="9429750" y="4306888"/>
          <p14:tracePt t="88716" x="9483725" y="4306888"/>
          <p14:tracePt t="88724" x="9525000" y="4306888"/>
          <p14:tracePt t="88735" x="9558338" y="4306888"/>
          <p14:tracePt t="88760" x="9599613" y="4306888"/>
          <p14:tracePt t="88769" x="9613900" y="4306888"/>
          <p14:tracePt t="89017" x="9667875" y="4306888"/>
          <p14:tracePt t="89026" x="9709150" y="4306888"/>
          <p14:tracePt t="89037" x="9769475" y="4306888"/>
          <p14:tracePt t="89053" x="9825038" y="4306888"/>
          <p14:tracePt t="89061" x="9864725" y="4306888"/>
          <p14:tracePt t="89073" x="9891713" y="4306888"/>
          <p14:tracePt t="89084" x="9906000" y="4306888"/>
          <p14:tracePt t="89099" x="9920288" y="4306888"/>
          <p14:tracePt t="89467" x="9837738" y="4292600"/>
          <p14:tracePt t="89476" x="9796463" y="4292600"/>
          <p14:tracePt t="89488" x="9756775" y="4271963"/>
          <p14:tracePt t="89499" x="9694863" y="4259263"/>
          <p14:tracePt t="89511" x="9653588" y="4244975"/>
          <p14:tracePt t="89522" x="9626600" y="4244975"/>
          <p14:tracePt t="89533" x="9613900" y="4232275"/>
          <p14:tracePt t="89553" x="9599613" y="4232275"/>
          <p14:tracePt t="89634" x="9586913" y="4232275"/>
          <p14:tracePt t="89645" x="9572625" y="4232275"/>
          <p14:tracePt t="89658" x="9558338" y="4232275"/>
          <p14:tracePt t="89671" x="9525000" y="4232275"/>
          <p14:tracePt t="89680" x="9498013" y="4232275"/>
          <p14:tracePt t="89696" x="9483725" y="4217988"/>
          <p14:tracePt t="89705" x="9471025" y="4217988"/>
          <p14:tracePt t="89714" x="9456738" y="4217988"/>
          <p14:tracePt t="90029" x="9471025" y="4217988"/>
          <p14:tracePt t="90197" x="9456738" y="4217988"/>
          <p14:tracePt t="90207" x="9444038" y="4217988"/>
          <p14:tracePt t="90219" x="9429750" y="4217988"/>
          <p14:tracePt t="90286" x="9402763" y="4217988"/>
          <p14:tracePt t="90288" x="9388475" y="4205288"/>
          <p14:tracePt t="90365" x="9402763" y="4205288"/>
          <p14:tracePt t="90398" x="9415463" y="4205288"/>
          <p14:tracePt t="90545" x="9402763" y="4191000"/>
          <p14:tracePt t="90556" x="9388475" y="4191000"/>
          <p14:tracePt t="90570" x="9375775" y="4176713"/>
          <p14:tracePt t="90748" x="9388475" y="4176713"/>
          <p14:tracePt t="90882" x="9402763" y="4176713"/>
          <p14:tracePt t="91582" x="9415463" y="4176713"/>
          <p14:tracePt t="91626" x="9402763" y="4176713"/>
          <p14:tracePt t="91637" x="9388475" y="4176713"/>
          <p14:tracePt t="91655" x="9375775" y="4164013"/>
          <p14:tracePt t="91819" x="9402763" y="4164013"/>
          <p14:tracePt t="91829" x="9415463" y="4164013"/>
          <p14:tracePt t="91851" x="9429750" y="4164013"/>
          <p14:tracePt t="91863" x="9444038" y="4164013"/>
          <p14:tracePt t="91986" x="9415463" y="4164013"/>
          <p14:tracePt t="91996" x="9402763" y="4164013"/>
          <p14:tracePt t="92020" x="9388475" y="4164013"/>
          <p14:tracePt t="92459" x="9402763" y="4164013"/>
          <p14:tracePt t="92469" x="9415463" y="4164013"/>
          <p14:tracePt t="92491" x="9429750" y="4164013"/>
          <p14:tracePt t="92504" x="9444038" y="4164013"/>
          <p14:tracePt t="92695" x="9456738" y="4164013"/>
          <p14:tracePt t="92705" x="9471025" y="4164013"/>
          <p14:tracePt t="92716" x="9483725" y="4164013"/>
          <p14:tracePt t="92732" x="9498013" y="4164013"/>
          <p14:tracePt t="92741" x="9510713" y="4164013"/>
          <p14:tracePt t="92752" x="9545638" y="4164013"/>
          <p14:tracePt t="92773" x="9558338" y="4164013"/>
          <p14:tracePt t="92796" x="9572625" y="4164013"/>
          <p14:tracePt t="93010" x="9613900" y="4164013"/>
          <p14:tracePt t="93021" x="9626600" y="4164013"/>
          <p14:tracePt t="93036" x="9640888" y="4176713"/>
          <p14:tracePt t="93047" x="9653588" y="4176713"/>
          <p14:tracePt t="93314" x="9694863" y="4164013"/>
          <p14:tracePt t="93324" x="9721850" y="4164013"/>
          <p14:tracePt t="93335" x="9756775" y="4164013"/>
          <p14:tracePt t="93351" x="9783763" y="4164013"/>
          <p14:tracePt t="93359" x="9825038" y="4164013"/>
          <p14:tracePt t="93370" x="9852025" y="4164013"/>
          <p14:tracePt t="93392" x="9864725" y="4164013"/>
          <p14:tracePt t="93393" x="9879013" y="4164013"/>
          <p14:tracePt t="93978" x="9769475" y="4217988"/>
          <p14:tracePt t="93989" x="9682163" y="4259263"/>
          <p14:tracePt t="93999" x="9510713" y="4375150"/>
          <p14:tracePt t="94010" x="9301163" y="4557713"/>
          <p14:tracePt t="94022" x="9075738" y="4768850"/>
          <p14:tracePt t="94037" x="8932863" y="4911725"/>
          <p14:tracePt t="94050" x="8783638" y="5095875"/>
          <p14:tracePt t="94061" x="8667750" y="5232400"/>
          <p14:tracePt t="94089" x="8510588" y="5414963"/>
          <p14:tracePt t="94120" x="8470900" y="5462588"/>
          <p14:tracePt t="94127" x="8456613" y="5462588"/>
          <p14:tracePt t="94138" x="8443913" y="5462588"/>
          <p14:tracePt t="94148" x="8429625" y="5462588"/>
          <p14:tracePt t="94173" x="8361363" y="5462588"/>
          <p14:tracePt t="94183" x="8328025" y="5462588"/>
          <p14:tracePt t="94192" x="8286750" y="5462588"/>
          <p14:tracePt t="94209" x="8245475" y="5462588"/>
          <p14:tracePt t="94217" x="8205788" y="5462588"/>
          <p14:tracePt t="94226" x="8143875" y="5476875"/>
          <p14:tracePt t="94244" x="8102600" y="5491163"/>
          <p14:tracePt t="94258" x="8048625" y="5518150"/>
          <p14:tracePt t="94259" x="7994650" y="5557838"/>
          <p14:tracePt t="94294" x="7920038" y="5599113"/>
          <p14:tracePt t="94305" x="7891463" y="5613400"/>
          <p14:tracePt t="94306" x="7878763" y="5634038"/>
          <p14:tracePt t="94316" x="7864475" y="5634038"/>
          <p14:tracePt t="94382" x="7864475" y="5613400"/>
          <p14:tracePt t="94393" x="7864475" y="5599113"/>
          <p14:tracePt t="94404" x="7851775" y="5572125"/>
          <p14:tracePt t="94418" x="7824788" y="5557838"/>
          <p14:tracePt t="94428" x="7810500" y="5545138"/>
          <p14:tracePt t="94438" x="7796213" y="5530850"/>
          <p14:tracePt t="94458" x="7783513" y="5530850"/>
          <p14:tracePt t="94465" x="7762875" y="5518150"/>
          <p14:tracePt t="94475" x="7735888" y="5518150"/>
          <p14:tracePt t="94504" x="7708900" y="5518150"/>
          <p14:tracePt t="94505" x="7681913" y="5503863"/>
          <p14:tracePt t="94508" x="7640638" y="5503863"/>
          <p14:tracePt t="94518" x="7613650" y="5503863"/>
          <p14:tracePt t="94539" x="7586663" y="5503863"/>
          <p14:tracePt t="94542" x="7551738" y="5503863"/>
          <p14:tracePt t="94552" x="7539038" y="5503863"/>
          <p14:tracePt t="94570" x="7524750" y="5503863"/>
          <p14:tracePt t="94579" x="7510463" y="5503863"/>
          <p14:tracePt t="94596" x="7497763" y="5503863"/>
          <p14:tracePt t="94685" x="7497763" y="5491163"/>
          <p14:tracePt t="94708" x="7497763" y="5476875"/>
          <p14:tracePt t="94720" x="7483475" y="5462588"/>
          <p14:tracePt t="94738" x="7483475" y="5449888"/>
          <p14:tracePt t="94749" x="7483475" y="5435600"/>
          <p14:tracePt t="94777" x="7483475" y="5414963"/>
          <p14:tracePt t="94834" x="7497763" y="5414963"/>
          <p14:tracePt t="94855" x="7510463" y="5414963"/>
          <p14:tracePt t="94880" x="7524750" y="5414963"/>
          <p14:tracePt t="95227" x="7539038" y="5402263"/>
          <p14:tracePt t="95474" x="7551738" y="5402263"/>
          <p14:tracePt t="95499" x="7566025" y="5402263"/>
          <p14:tracePt t="95508" x="7586663" y="5402263"/>
          <p14:tracePt t="95543" x="7599363" y="5402263"/>
          <p14:tracePt t="95545" x="7613650" y="5387975"/>
          <p14:tracePt t="95554" x="7640638" y="5387975"/>
          <p14:tracePt t="95566" x="7667625" y="5387975"/>
          <p14:tracePt t="95584" x="7694613" y="5375275"/>
          <p14:tracePt t="95587" x="7735888" y="5360988"/>
          <p14:tracePt t="95598" x="7796213" y="5360988"/>
          <p14:tracePt t="95618" x="7851775" y="5348288"/>
          <p14:tracePt t="95623" x="7864475" y="5334000"/>
          <p14:tracePt t="95634" x="7878763" y="5334000"/>
          <p14:tracePt t="95742" x="7878763" y="5348288"/>
          <p14:tracePt t="95754" x="7864475" y="5348288"/>
          <p14:tracePt t="95765" x="7864475" y="5360988"/>
          <p14:tracePt t="95783" x="7851775" y="5375275"/>
          <p14:tracePt t="95823" x="7837488" y="5375275"/>
          <p14:tracePt t="95834" x="7824788" y="5375275"/>
          <p14:tracePt t="96215" x="7810500" y="5375275"/>
          <p14:tracePt t="96249" x="7796213" y="5375275"/>
          <p14:tracePt t="96277" x="7783513" y="5375275"/>
          <p14:tracePt t="96295" x="7762875" y="5375275"/>
          <p14:tracePt t="96329" x="7748588" y="5375275"/>
          <p14:tracePt t="96347" x="7735888" y="5375275"/>
          <p14:tracePt t="96358" x="7721600" y="5375275"/>
          <p14:tracePt t="96390" x="7694613" y="5375275"/>
          <p14:tracePt t="96397" x="7681913" y="5375275"/>
          <p14:tracePt t="96410" x="7667625" y="5375275"/>
          <p14:tracePt t="96475" x="7681913" y="5375275"/>
          <p14:tracePt t="96488" x="7694613" y="5375275"/>
          <p14:tracePt t="96499" x="7721600" y="5375275"/>
          <p14:tracePt t="96512" x="7762875" y="5375275"/>
          <p14:tracePt t="96520" x="7837488" y="5375275"/>
          <p14:tracePt t="96532" x="7905750" y="5375275"/>
          <p14:tracePt t="96553" x="8034338" y="5375275"/>
          <p14:tracePt t="96554" x="8143875" y="5375275"/>
          <p14:tracePt t="96566" x="8286750" y="5387975"/>
          <p14:tracePt t="96600" x="8388350" y="5387975"/>
          <p14:tracePt t="96602" x="8510588" y="5402263"/>
          <p14:tracePt t="96612" x="8736013" y="5414963"/>
          <p14:tracePt t="96630" x="8837613" y="5414963"/>
          <p14:tracePt t="96635" x="8920163" y="5414963"/>
          <p14:tracePt t="96645" x="9007475" y="5414963"/>
          <p14:tracePt t="96655" x="9063038" y="5414963"/>
          <p14:tracePt t="96672" x="9117013" y="5414963"/>
          <p14:tracePt t="96680" x="9177338" y="5414963"/>
          <p14:tracePt t="96689" x="9232900" y="5414963"/>
          <p14:tracePt t="96718" x="9348788" y="5402263"/>
          <p14:tracePt t="96726" x="9415463" y="5402263"/>
          <p14:tracePt t="96735" x="9471025" y="5387975"/>
          <p14:tracePt t="96770" x="9653588" y="5387975"/>
          <p14:tracePt t="96784" x="9721850" y="5387975"/>
          <p14:tracePt t="96792" x="9796463" y="5387975"/>
          <p14:tracePt t="96817" x="9920288" y="5387975"/>
          <p14:tracePt t="96829" x="9994900" y="5387975"/>
          <p14:tracePt t="96837" x="10063163" y="5402263"/>
          <p14:tracePt t="96849" x="10137775" y="5402263"/>
          <p14:tracePt t="96865" x="10177463" y="5402263"/>
          <p14:tracePt t="96874" x="10218738" y="5402263"/>
          <p14:tracePt t="96883" x="10272713" y="5402263"/>
          <p14:tracePt t="96893" x="10301288" y="5402263"/>
          <p14:tracePt t="96918" x="10388600" y="5402263"/>
          <p14:tracePt t="96928" x="10429875" y="5402263"/>
          <p14:tracePt t="96937" x="10456863" y="5387975"/>
          <p14:tracePt t="96950" x="10483850" y="5387975"/>
          <p14:tracePt t="96969" x="10498138" y="5387975"/>
          <p14:tracePt t="96970" x="10510838" y="5375275"/>
          <p14:tracePt t="96982" x="10531475" y="5375275"/>
          <p14:tracePt t="97139" x="10510838" y="5375275"/>
          <p14:tracePt t="97149" x="10498138" y="5375275"/>
          <p14:tracePt t="97160" x="10471150" y="5375275"/>
          <p14:tracePt t="97171" x="10415588" y="5375275"/>
          <p14:tracePt t="97184" x="10361613" y="5375275"/>
          <p14:tracePt t="97195" x="10260013" y="5375275"/>
          <p14:tracePt t="97217" x="10164763" y="5375275"/>
          <p14:tracePt t="97219" x="10063163" y="5375275"/>
          <p14:tracePt t="97230" x="9939338" y="5387975"/>
          <p14:tracePt t="97241" x="9825038" y="5387975"/>
          <p14:tracePt t="97251" x="9721850" y="5402263"/>
          <p14:tracePt t="97269" x="9653588" y="5402263"/>
          <p14:tracePt t="97278" x="9558338" y="5414963"/>
          <p14:tracePt t="97304" x="9361488" y="5414963"/>
          <p14:tracePt t="97309" x="9232900" y="5414963"/>
          <p14:tracePt t="97319" x="9090025" y="5402263"/>
          <p14:tracePt t="97335" x="8932863" y="5402263"/>
          <p14:tracePt t="97347" x="8824913" y="5387975"/>
          <p14:tracePt t="97386" x="8328025" y="5334000"/>
          <p14:tracePt t="97399" x="8245475" y="5334000"/>
          <p14:tracePt t="97417" x="8191500" y="5334000"/>
          <p14:tracePt t="97427" x="8164513" y="5319713"/>
          <p14:tracePt t="97435" x="8129588" y="5319713"/>
          <p14:tracePt t="97477" x="8062913" y="5319713"/>
          <p14:tracePt t="97767" x="8075613" y="5319713"/>
          <p14:tracePt t="97793" x="8089900" y="5319713"/>
          <p14:tracePt t="97891" x="8102600" y="5319713"/>
          <p14:tracePt t="97915" x="8116888" y="5319713"/>
          <p14:tracePt t="97937" x="8129588" y="5319713"/>
          <p14:tracePt t="97962" x="8143875" y="5319713"/>
          <p14:tracePt t="97995" x="8164513" y="5319713"/>
          <p14:tracePt t="98005" x="8177213" y="5319713"/>
          <p14:tracePt t="98028" x="8191500" y="5319713"/>
          <p14:tracePt t="98040" x="8205788" y="5319713"/>
          <p14:tracePt t="98455" x="8218488" y="5319713"/>
          <p14:tracePt t="98466" x="8245475" y="5319713"/>
          <p14:tracePt t="98480" x="8272463" y="5319713"/>
          <p14:tracePt t="98489" x="8313738" y="5319713"/>
          <p14:tracePt t="98501" x="8375650" y="5319713"/>
          <p14:tracePt t="98519" x="8429625" y="5319713"/>
          <p14:tracePt t="98524" x="8483600" y="5319713"/>
          <p14:tracePt t="98534" x="8539163" y="5319713"/>
          <p14:tracePt t="98552" x="8599488" y="5319713"/>
          <p14:tracePt t="98561" x="8640763" y="5319713"/>
          <p14:tracePt t="98569" x="8682038" y="5319713"/>
          <p14:tracePt t="98604" x="8810625" y="5319713"/>
          <p14:tracePt t="98613" x="8837613" y="5319713"/>
          <p14:tracePt t="98625" x="8864600" y="5319713"/>
          <p14:tracePt t="98651" x="8891588" y="5319713"/>
          <p14:tracePt t="98661" x="8905875" y="5319713"/>
          <p14:tracePt t="98735" x="8891588" y="5319713"/>
          <p14:tracePt t="98746" x="8864600" y="5319713"/>
          <p14:tracePt t="98762" x="8810625" y="5319713"/>
          <p14:tracePt t="98770" x="8721725" y="5319713"/>
          <p14:tracePt t="98782" x="8626475" y="5319713"/>
          <p14:tracePt t="98804" x="8539163" y="5319713"/>
          <p14:tracePt t="98805" x="8483600" y="5319713"/>
          <p14:tracePt t="98816" x="8402638" y="5319713"/>
          <p14:tracePt t="98832" x="8328025" y="5319713"/>
          <p14:tracePt t="98843" x="8272463" y="5307013"/>
          <p14:tracePt t="98852" x="8245475" y="5307013"/>
          <p14:tracePt t="98891" x="8218488" y="5307013"/>
          <p14:tracePt t="98993" x="8232775" y="5307013"/>
          <p14:tracePt t="99005" x="8259763" y="5307013"/>
          <p14:tracePt t="99018" x="8301038" y="5319713"/>
          <p14:tracePt t="99029" x="8375650" y="5319713"/>
          <p14:tracePt t="99039" x="8456613" y="5319713"/>
          <p14:tracePt t="99055" x="8524875" y="5334000"/>
          <p14:tracePt t="99064" x="8640763" y="5334000"/>
          <p14:tracePt t="99074" x="8756650" y="5348288"/>
          <p14:tracePt t="99102" x="8932863" y="5348288"/>
          <p14:tracePt t="99112" x="9021763" y="5348288"/>
          <p14:tracePt t="99121" x="9075738" y="5348288"/>
          <p14:tracePt t="99139" x="9117013" y="5348288"/>
          <p14:tracePt t="99148" x="9150350" y="5348288"/>
          <p14:tracePt t="99166" x="9177338" y="5348288"/>
          <p14:tracePt t="99220" x="9150350" y="5348288"/>
          <p14:tracePt t="99231" x="9063038" y="5348288"/>
          <p14:tracePt t="99242" x="8920163" y="5348288"/>
          <p14:tracePt t="99255" x="8810625" y="5348288"/>
          <p14:tracePt t="99270" x="8626475" y="5348288"/>
          <p14:tracePt t="99279" x="8443913" y="5348288"/>
          <p14:tracePt t="99288" x="8313738" y="5360988"/>
          <p14:tracePt t="99310" x="8177213" y="5360988"/>
          <p14:tracePt t="99311" x="8062913" y="5360988"/>
          <p14:tracePt t="99321" x="7994650" y="5360988"/>
          <p14:tracePt t="99333" x="7947025" y="5360988"/>
          <p14:tracePt t="99348" x="7932738" y="5360988"/>
          <p14:tracePt t="99443" x="7947025" y="5360988"/>
          <p14:tracePt t="99455" x="7980363" y="5360988"/>
          <p14:tracePt t="99466" x="8034338" y="5360988"/>
          <p14:tracePt t="99480" x="8129588" y="5360988"/>
          <p14:tracePt t="99489" x="8232775" y="5360988"/>
          <p14:tracePt t="99501" x="8415338" y="5360988"/>
          <p14:tracePt t="99521" x="8613775" y="5348288"/>
          <p14:tracePt t="99527" x="8810625" y="5348288"/>
          <p14:tracePt t="99537" x="8953500" y="5348288"/>
          <p14:tracePt t="99553" x="9090025" y="5348288"/>
          <p14:tracePt t="99562" x="9232900" y="5348288"/>
          <p14:tracePt t="99570" x="9313863" y="5348288"/>
          <p14:tracePt t="99605" x="9456738" y="5348288"/>
          <p14:tracePt t="99614" x="9471025" y="5348288"/>
          <p14:tracePt t="99626" x="9483725" y="5348288"/>
          <p14:tracePt t="99652" x="9498013" y="5348288"/>
          <p14:tracePt t="99736" x="9471025" y="5348288"/>
          <p14:tracePt t="99740" x="9415463" y="5348288"/>
          <p14:tracePt t="99751" x="9301163" y="5348288"/>
          <p14:tracePt t="99767" x="9150350" y="5348288"/>
          <p14:tracePt t="99777" x="8953500" y="5360988"/>
          <p14:tracePt t="99786" x="8796338" y="5360988"/>
          <p14:tracePt t="99803" x="8586788" y="5360988"/>
          <p14:tracePt t="99811" x="8388350" y="5360988"/>
          <p14:tracePt t="99819" x="8259763" y="5360988"/>
          <p14:tracePt t="99828" x="8129588" y="5360988"/>
          <p14:tracePt t="99854" x="8021638" y="5360988"/>
          <p14:tracePt t="99873" x="8007350" y="5360988"/>
          <p14:tracePt t="99939" x="8021638" y="5360988"/>
          <p14:tracePt t="99950" x="8034338" y="5360988"/>
          <p14:tracePt t="99964" x="8062913" y="5360988"/>
          <p14:tracePt t="99976" x="8116888" y="5360988"/>
          <p14:tracePt t="99985" x="8191500" y="5360988"/>
          <p14:tracePt t="100002" x="8286750" y="5360988"/>
          <p14:tracePt t="100014" x="8402638" y="5375275"/>
          <p14:tracePt t="100023" x="8483600" y="5375275"/>
          <p14:tracePt t="100060" x="8756650" y="5387975"/>
          <p14:tracePt t="100073" x="8810625" y="5402263"/>
          <p14:tracePt t="100087" x="8851900" y="5402263"/>
          <p14:tracePt t="100089" x="8878888" y="5402263"/>
          <p14:tracePt t="100111" x="8891588" y="5402263"/>
          <p14:tracePt t="100233" x="8878888" y="5402263"/>
          <p14:tracePt t="102067" x="8470900" y="5503863"/>
          <p14:tracePt t="102077" x="8328025" y="5530850"/>
          <p14:tracePt t="102088" x="8164513" y="5572125"/>
          <p14:tracePt t="102102" x="8075613" y="5599113"/>
          <p14:tracePt t="102110" x="7959725" y="5613400"/>
          <p14:tracePt t="102122" x="7864475" y="5613400"/>
          <p14:tracePt t="102143" x="7810500" y="5634038"/>
          <p14:tracePt t="102147" x="7762875" y="5634038"/>
          <p14:tracePt t="102158" x="7748588" y="5634038"/>
          <p14:tracePt t="102404" x="7748588" y="5586413"/>
          <p14:tracePt t="102413" x="7748588" y="5572125"/>
          <p14:tracePt t="102425" x="7762875" y="5557838"/>
          <p14:tracePt t="102440" x="7762875" y="5545138"/>
          <p14:tracePt t="102449" x="7762875" y="5530850"/>
          <p14:tracePt t="102460" x="7783513" y="5518150"/>
          <p14:tracePt t="102471" x="7783513" y="5503863"/>
          <p14:tracePt t="102485" x="7783513" y="5491163"/>
          <p14:tracePt t="102505" x="7762875" y="5476875"/>
          <p14:tracePt t="102534" x="7748588" y="5476875"/>
          <p14:tracePt t="102541" x="7735888" y="5462588"/>
          <p14:tracePt t="102561" x="7721600" y="5462588"/>
          <p14:tracePt t="102562" x="7708900" y="5449888"/>
          <p14:tracePt t="102580" x="7694613" y="5449888"/>
          <p14:tracePt t="102684" x="7694613" y="5435600"/>
          <p14:tracePt t="102695" x="7694613" y="5414963"/>
          <p14:tracePt t="102711" x="7694613" y="5402263"/>
          <p14:tracePt t="102719" x="7694613" y="5387975"/>
          <p14:tracePt t="102730" x="7694613" y="5375275"/>
          <p14:tracePt t="102752" x="7681913" y="5360988"/>
          <p14:tracePt t="102753" x="7681913" y="5348288"/>
          <p14:tracePt t="102843" x="7653338" y="5348288"/>
          <p14:tracePt t="102853" x="7640638" y="5360988"/>
          <p14:tracePt t="102887" x="7599363" y="5360988"/>
          <p14:tracePt t="102889" x="7586663" y="5375275"/>
          <p14:tracePt t="102900" x="7566025" y="5375275"/>
          <p14:tracePt t="102901" x="7551738" y="5375275"/>
          <p14:tracePt t="103068" x="7566025" y="5375275"/>
          <p14:tracePt t="103078" x="7586663" y="5375275"/>
          <p14:tracePt t="103102" x="7599363" y="5375275"/>
          <p14:tracePt t="103112" x="7613650" y="5375275"/>
          <p14:tracePt t="103128" x="7626350" y="5375275"/>
          <p14:tracePt t="103138" x="7640638" y="5375275"/>
          <p14:tracePt t="103147" x="7653338" y="5375275"/>
          <p14:tracePt t="103159" x="7681913" y="5387975"/>
          <p14:tracePt t="103180" x="7694613" y="5387975"/>
          <p14:tracePt t="103182" x="7694613" y="5402263"/>
          <p14:tracePt t="103212" x="7681913" y="5402263"/>
          <p14:tracePt t="103371" x="7721600" y="5414963"/>
          <p14:tracePt t="103381" x="7762875" y="5414963"/>
          <p14:tracePt t="103405" x="7783513" y="5414963"/>
          <p14:tracePt t="103427" x="7796213" y="5414963"/>
          <p14:tracePt t="103471" x="7810500" y="5414963"/>
          <p14:tracePt t="103508" x="7810500" y="5435600"/>
          <p14:tracePt t="103518" x="7837488" y="5462588"/>
          <p14:tracePt t="103529" x="7851775" y="5491163"/>
          <p14:tracePt t="103551" x="7864475" y="5503863"/>
          <p14:tracePt t="103553" x="7878763" y="5518150"/>
          <p14:tracePt t="103563" x="7891463" y="5530850"/>
          <p14:tracePt t="103652" x="7905750" y="5530850"/>
          <p14:tracePt t="103663" x="7905750" y="5518150"/>
          <p14:tracePt t="103686" x="7905750" y="5503863"/>
          <p14:tracePt t="103711" x="7905750" y="5491163"/>
          <p14:tracePt t="103776" x="7920038" y="5491163"/>
          <p14:tracePt t="103788" x="7920038" y="5503863"/>
          <p14:tracePt t="103799" x="7932738" y="5503863"/>
          <p14:tracePt t="103844" x="7932738" y="5518150"/>
          <p14:tracePt t="104056" x="7932738" y="5503863"/>
          <p14:tracePt t="104090" x="7932738" y="5491163"/>
          <p14:tracePt t="104102" x="7920038" y="5476875"/>
          <p14:tracePt t="104113" x="7905750" y="5462588"/>
          <p14:tracePt t="104124" x="7891463" y="5435600"/>
          <p14:tracePt t="104141" x="7878763" y="5402263"/>
          <p14:tracePt t="104149" x="7864475" y="5387975"/>
          <p14:tracePt t="104174" x="7810500" y="5319713"/>
          <p14:tracePt t="104193" x="7783513" y="5292725"/>
          <p14:tracePt t="104196" x="7748588" y="5265738"/>
          <p14:tracePt t="104216" x="7708900" y="5232400"/>
          <p14:tracePt t="104235" x="7708900" y="5218113"/>
          <p14:tracePt t="104242" x="7694613" y="5205413"/>
          <p14:tracePt t="104254" x="7681913" y="5205413"/>
          <p14:tracePt t="104274" x="7667625" y="5191125"/>
          <p14:tracePt t="104553" x="7681913" y="5191125"/>
          <p14:tracePt t="104574" x="7681913" y="5176838"/>
          <p14:tracePt t="104675" x="7681913" y="5191125"/>
          <p14:tracePt t="104689" x="7667625" y="5191125"/>
          <p14:tracePt t="104700" x="7667625" y="5205413"/>
          <p14:tracePt t="104724" x="7667625" y="5218113"/>
          <p14:tracePt t="104757" x="7681913" y="5218113"/>
          <p14:tracePt t="104777" x="7694613" y="5218113"/>
          <p14:tracePt t="105081" x="7694613" y="5232400"/>
          <p14:tracePt t="105092" x="7708900" y="5232400"/>
          <p14:tracePt t="105115" x="7708900" y="5253038"/>
          <p14:tracePt t="105138" x="7708900" y="5265738"/>
          <p14:tracePt t="105148" x="7721600" y="5280025"/>
          <p14:tracePt t="105171" x="7721600" y="5292725"/>
          <p14:tracePt t="105189" x="7735888" y="5292725"/>
          <p14:tracePt t="105222" x="7735888" y="5307013"/>
          <p14:tracePt t="105241" x="7748588" y="5307013"/>
          <p14:tracePt t="105271" x="7762875" y="5307013"/>
          <p14:tracePt t="105288" x="7783513" y="5307013"/>
          <p14:tracePt t="105296" x="7810500" y="5307013"/>
          <p14:tracePt t="105307" x="7837488" y="5307013"/>
          <p14:tracePt t="105329" x="7864475" y="5307013"/>
          <p14:tracePt t="105330" x="7891463" y="5307013"/>
          <p14:tracePt t="105340" x="7932738" y="5319713"/>
          <p14:tracePt t="105358" x="7980363" y="5319713"/>
          <p14:tracePt t="105368" x="8007350" y="5319713"/>
          <p14:tracePt t="105375" x="8034338" y="5319713"/>
          <p14:tracePt t="105385" x="8048625" y="5334000"/>
          <p14:tracePt t="105412" x="8062913" y="5334000"/>
          <p14:tracePt t="105554" x="8075613" y="5334000"/>
          <p14:tracePt t="105564" x="8089900" y="5348288"/>
          <p14:tracePt t="105575" x="8102600" y="5348288"/>
          <p14:tracePt t="105598" x="8116888" y="5348288"/>
          <p14:tracePt t="105609" x="8129588" y="5360988"/>
          <p14:tracePt t="105628" x="8143875" y="5360988"/>
          <p14:tracePt t="105637" x="8164513" y="5375275"/>
          <p14:tracePt t="105667" x="8177213" y="5387975"/>
          <p14:tracePt t="105670" x="8177213" y="5402263"/>
          <p14:tracePt t="105680" x="8177213" y="5414963"/>
          <p14:tracePt t="105697" x="8191500" y="5414963"/>
          <p14:tracePt t="105704" x="8191500" y="5435600"/>
          <p14:tracePt t="105834" x="8191500" y="5449888"/>
          <p14:tracePt t="105858" x="8177213" y="5462588"/>
          <p14:tracePt t="105869" x="8177213" y="5476875"/>
          <p14:tracePt t="105880" x="8164513" y="5491163"/>
          <p14:tracePt t="105903" x="8143875" y="5518150"/>
          <p14:tracePt t="105914" x="8129588" y="5530850"/>
          <p14:tracePt t="105930" x="8116888" y="5530850"/>
          <p14:tracePt t="105938" x="8116888" y="5545138"/>
          <p14:tracePt t="105949" x="8102600" y="5545138"/>
          <p14:tracePt t="106060" x="8089900" y="5545138"/>
          <p14:tracePt t="106061" x="8089900" y="5557838"/>
          <p14:tracePt t="106071" x="8075613" y="5557838"/>
          <p14:tracePt t="106083" x="8062913" y="5557838"/>
          <p14:tracePt t="106097" x="8048625" y="5557838"/>
          <p14:tracePt t="106194" x="8062913" y="5557838"/>
          <p14:tracePt t="106228" x="8075613" y="5572125"/>
          <p14:tracePt t="106252" x="8089900" y="5572125"/>
          <p14:tracePt t="106308" x="8089900" y="5586413"/>
          <p14:tracePt t="106410" x="8075613" y="5586413"/>
          <p14:tracePt t="106621" x="8089900" y="5586413"/>
          <p14:tracePt t="106644" x="8089900" y="5599113"/>
          <p14:tracePt t="106658" x="8102600" y="5599113"/>
          <p14:tracePt t="106892" x="8102600" y="5586413"/>
          <p14:tracePt t="106904" x="8102600" y="5572125"/>
          <p14:tracePt t="106915" x="8116888" y="5557838"/>
          <p14:tracePt t="106926" x="8116888" y="5530850"/>
          <p14:tracePt t="106946" x="8129588" y="5503863"/>
          <p14:tracePt t="106952" x="8129588" y="5476875"/>
          <p14:tracePt t="106960" x="8129588" y="5462588"/>
          <p14:tracePt t="106973" x="8143875" y="5449888"/>
          <p14:tracePt t="107152" x="8143875" y="5491163"/>
          <p14:tracePt t="107161" x="8164513" y="5503863"/>
          <p14:tracePt t="107187" x="8177213" y="5503863"/>
          <p14:tracePt t="107196" x="8177213" y="5518150"/>
          <p14:tracePt t="107251" x="8177213" y="5503863"/>
          <p14:tracePt t="107274" x="8191500" y="5503863"/>
          <p14:tracePt t="107285" x="8191500" y="5491163"/>
          <p14:tracePt t="107532" x="8177213" y="5491163"/>
          <p14:tracePt t="107544" x="8164513" y="5491163"/>
          <p14:tracePt t="107881" x="8177213" y="5491163"/>
          <p14:tracePt t="107892" x="8191500" y="5491163"/>
          <p14:tracePt t="107904" x="8218488" y="5503863"/>
          <p14:tracePt t="107916" x="8232775" y="5503863"/>
          <p14:tracePt t="107927" x="8259763" y="5518150"/>
          <p14:tracePt t="107949" x="8272463" y="5518150"/>
          <p14:tracePt t="107951" x="8286750" y="5518150"/>
          <p14:tracePt t="108175" x="8313738" y="5530850"/>
          <p14:tracePt t="108186" x="8301038" y="5530850"/>
          <p14:tracePt t="108434" x="8313738" y="5530850"/>
          <p14:tracePt t="108478" x="8328025" y="5530850"/>
          <p14:tracePt t="108492" x="8340725" y="5530850"/>
          <p14:tracePt t="108512" x="8361363" y="5530850"/>
          <p14:tracePt t="108546" x="8375650" y="5530850"/>
          <p14:tracePt t="108568" x="8388350" y="5530850"/>
          <p14:tracePt t="108592" x="8402638" y="5530850"/>
          <p14:tracePt t="108625" x="8415338" y="5530850"/>
          <p14:tracePt t="108649" x="8429625" y="5530850"/>
          <p14:tracePt t="108675" x="8443913" y="5530850"/>
          <p14:tracePt t="108712" x="8456613" y="5530850"/>
          <p14:tracePt t="108848" x="8470900" y="5530850"/>
          <p14:tracePt t="108872" x="8483600" y="5530850"/>
          <p14:tracePt t="108883" x="8497888" y="5530850"/>
          <p14:tracePt t="108895" x="8510588" y="5530850"/>
          <p14:tracePt t="108913" x="8524875" y="5530850"/>
          <p14:tracePt t="108974" x="8510588" y="5518150"/>
          <p14:tracePt t="108990" x="8483600" y="5491163"/>
          <p14:tracePt t="108999" x="8456613" y="5462588"/>
          <p14:tracePt t="109015" x="8415338" y="5414963"/>
          <p14:tracePt t="109030" x="8375650" y="5360988"/>
          <p14:tracePt t="109032" x="8313738" y="5307013"/>
          <p14:tracePt t="109062" x="8259763" y="5253038"/>
          <p14:tracePt t="109064" x="8232775" y="5218113"/>
          <p14:tracePt t="109065" x="8218488" y="5191125"/>
          <p14:tracePt t="109119" x="8205788" y="5176838"/>
          <p14:tracePt t="109310" x="8205788" y="5164138"/>
          <p14:tracePt t="109334" x="8191500" y="5149850"/>
          <p14:tracePt t="109358" x="8177213" y="5137150"/>
          <p14:tracePt t="109367" x="8177213" y="5122863"/>
          <p14:tracePt t="109396" x="8177213" y="5110163"/>
          <p14:tracePt t="109406" x="8177213" y="5095875"/>
          <p14:tracePt t="109415" x="8164513" y="5095875"/>
          <p14:tracePt t="109491" x="8143875" y="5110163"/>
          <p14:tracePt t="109506" x="8143875" y="5122863"/>
          <p14:tracePt t="109514" x="8143875" y="5137150"/>
          <p14:tracePt t="109525" x="8143875" y="5149850"/>
          <p14:tracePt t="109560" x="8164513" y="5164138"/>
          <p14:tracePt t="109592" x="8177213" y="5164138"/>
          <p14:tracePt t="109628" x="8191500" y="5149850"/>
          <p14:tracePt t="109649" x="8205788" y="5137150"/>
          <p14:tracePt t="109666" x="8205788" y="5122863"/>
          <p14:tracePt t="109673" x="8218488" y="5110163"/>
          <p14:tracePt t="109695" x="8218488" y="5068888"/>
          <p14:tracePt t="109705" x="8218488" y="5054600"/>
          <p14:tracePt t="109716" x="8205788" y="5054600"/>
          <p14:tracePt t="109748" x="8191500" y="5054600"/>
          <p14:tracePt t="109755" x="8191500" y="5033963"/>
          <p14:tracePt t="109764" x="8177213" y="5033963"/>
          <p14:tracePt t="109796" x="8164513" y="5054600"/>
          <p14:tracePt t="109797" x="8143875" y="5068888"/>
          <p14:tracePt t="109812" x="8143875" y="5081588"/>
          <p14:tracePt t="109823" x="8129588" y="5095875"/>
          <p14:tracePt t="109834" x="8129588" y="5110163"/>
          <p14:tracePt t="109862" x="8143875" y="5122863"/>
          <p14:tracePt t="109874" x="8164513" y="5137150"/>
          <p14:tracePt t="109893" x="8177213" y="5137150"/>
          <p14:tracePt t="109909" x="8191500" y="5137150"/>
          <p14:tracePt t="109919" x="8191500" y="5122863"/>
          <p14:tracePt t="109943" x="8218488" y="5110163"/>
          <p14:tracePt t="109968" x="8218488" y="5068888"/>
          <p14:tracePt t="109977" x="8218488" y="5054600"/>
          <p14:tracePt t="109998" x="8218488" y="5033963"/>
          <p14:tracePt t="110000" x="8205788" y="5021263"/>
          <p14:tracePt t="110012" x="8191500" y="5006975"/>
          <p14:tracePt t="110050" x="8143875" y="5006975"/>
          <p14:tracePt t="110056" x="8129588" y="5006975"/>
          <p14:tracePt t="110065" x="8129588" y="5021263"/>
          <p14:tracePt t="110079" x="8116888" y="5033963"/>
          <p14:tracePt t="110093" x="8102600" y="5068888"/>
          <p14:tracePt t="110105" x="8102600" y="5095875"/>
          <p14:tracePt t="110116" x="8102600" y="5110163"/>
          <p14:tracePt t="110124" x="8116888" y="5137150"/>
          <p14:tracePt t="110146" x="8129588" y="5149850"/>
          <p14:tracePt t="110165" x="8143875" y="5149850"/>
          <p14:tracePt t="110167" x="8164513" y="5149850"/>
          <p14:tracePt t="110183" x="8177213" y="5149850"/>
          <p14:tracePt t="110191" x="8191500" y="5149850"/>
          <p14:tracePt t="110201" x="8191500" y="5137150"/>
          <p14:tracePt t="110224" x="8218488" y="5122863"/>
          <p14:tracePt t="110242" x="8218488" y="5110163"/>
          <p14:tracePt t="110248" x="8218488" y="5081588"/>
          <p14:tracePt t="110257" x="8218488" y="5068888"/>
          <p14:tracePt t="110281" x="8205788" y="5054600"/>
          <p14:tracePt t="110312" x="8191500" y="5054600"/>
          <p14:tracePt t="110324" x="8191500" y="5068888"/>
          <p14:tracePt t="110347" x="8177213" y="5081588"/>
          <p14:tracePt t="110350" x="8177213" y="5095875"/>
          <p14:tracePt t="110363" x="8177213" y="5110163"/>
          <p14:tracePt t="110384" x="8177213" y="5122863"/>
          <p14:tracePt t="110393" x="8191500" y="5137150"/>
          <p14:tracePt t="110411" x="8205788" y="5137150"/>
          <p14:tracePt t="110421" x="8232775" y="5137150"/>
          <p14:tracePt t="110438" x="8272463" y="5149850"/>
          <p14:tracePt t="110457" x="8286750" y="5149850"/>
          <p14:tracePt t="110458" x="8301038" y="5149850"/>
          <p14:tracePt t="110473" x="8313738" y="5137150"/>
          <p14:tracePt t="110592" x="8328025" y="5137150"/>
          <p14:tracePt t="110607" x="8328025" y="5149850"/>
          <p14:tracePt t="110616" x="8340725" y="5149850"/>
          <p14:tracePt t="110651" x="8361363" y="5149850"/>
          <p14:tracePt t="110727" x="8361363" y="5176838"/>
          <p14:tracePt t="110740" x="8361363" y="5191125"/>
          <p14:tracePt t="110751" x="8361363" y="5205413"/>
          <p14:tracePt t="110762" x="8375650" y="5218113"/>
          <p14:tracePt t="110781" x="8388350" y="5253038"/>
          <p14:tracePt t="110791" x="8402638" y="5280025"/>
          <p14:tracePt t="110810" x="8415338" y="5307013"/>
          <p14:tracePt t="110828" x="8429625" y="5319713"/>
          <p14:tracePt t="110865" x="8429625" y="5334000"/>
          <p14:tracePt t="110986" x="8429625" y="5348288"/>
          <p14:tracePt t="111022" x="8443913" y="5348288"/>
          <p14:tracePt t="111066" x="8443913" y="5360988"/>
          <p14:tracePt t="111077" x="8456613" y="5360988"/>
          <p14:tracePt t="111101" x="8456613" y="5375275"/>
          <p14:tracePt t="111112" x="8470900" y="5375275"/>
          <p14:tracePt t="111125" x="8470900" y="5387975"/>
          <p14:tracePt t="111148" x="8470900" y="5402263"/>
          <p14:tracePt t="111159" x="8483600" y="5414963"/>
          <p14:tracePt t="111178" x="8483600" y="5435600"/>
          <p14:tracePt t="111209" x="8483600" y="5449888"/>
          <p14:tracePt t="111290" x="8483600" y="5435600"/>
          <p14:tracePt t="111314" x="8483600" y="5414963"/>
          <p14:tracePt t="111338" x="8497888" y="5402263"/>
          <p14:tracePt t="111358" x="8510588" y="5387975"/>
          <p14:tracePt t="111381" x="8524875" y="5387975"/>
          <p14:tracePt t="111392" x="8524875" y="5402263"/>
          <p14:tracePt t="111415" x="8539163" y="5414963"/>
          <p14:tracePt t="111427" x="8558213" y="5435600"/>
          <p14:tracePt t="111442" x="8558213" y="5449888"/>
          <p14:tracePt t="111466" x="8572500" y="5476875"/>
          <p14:tracePt t="111479" x="8558213" y="5491163"/>
          <p14:tracePt t="111511" x="8524875" y="5491163"/>
          <p14:tracePt t="111521" x="8510588" y="5491163"/>
          <p14:tracePt t="111573" x="8524875" y="5476875"/>
          <p14:tracePt t="111590" x="8539163" y="5462588"/>
          <p14:tracePt t="111598" x="8572500" y="5449888"/>
          <p14:tracePt t="111622" x="8586788" y="5435600"/>
          <p14:tracePt t="111644" x="8640763" y="5387975"/>
          <p14:tracePt t="111645" x="8667750" y="5387975"/>
          <p14:tracePt t="111655" x="8682038" y="5387975"/>
          <p14:tracePt t="111663" x="8694738" y="5387975"/>
          <p14:tracePt t="111696" x="8709025" y="5402263"/>
          <p14:tracePt t="111728" x="8709025" y="5414963"/>
          <p14:tracePt t="111796" x="8721725" y="5414963"/>
          <p14:tracePt t="111821" x="8736013" y="5414963"/>
          <p14:tracePt t="111832" x="8756650" y="5414963"/>
          <p14:tracePt t="111842" x="8769350" y="5414963"/>
          <p14:tracePt t="111857" x="8783638" y="5414963"/>
          <p14:tracePt t="111965" x="8796338" y="5435600"/>
          <p14:tracePt t="111989" x="8810625" y="5435600"/>
          <p14:tracePt t="112012" x="8796338" y="5414963"/>
          <p14:tracePt t="112337" x="8810625" y="5414963"/>
          <p14:tracePt t="112517" x="8810625" y="5435600"/>
          <p14:tracePt t="112539" x="8810625" y="5449888"/>
          <p14:tracePt t="112553" x="8810625" y="5462588"/>
          <p14:tracePt t="112563" x="8824913" y="5476875"/>
          <p14:tracePt t="112579" x="8824913" y="5491163"/>
          <p14:tracePt t="112590" x="8824913" y="5503863"/>
          <p14:tracePt t="112598" x="8824913" y="5518150"/>
          <p14:tracePt t="112631" x="8810625" y="5530850"/>
          <p14:tracePt t="113247" x="8810625" y="5518150"/>
          <p14:tracePt t="113282" x="8810625" y="5503863"/>
          <p14:tracePt t="113304" x="8796338" y="5491163"/>
          <p14:tracePt t="113316" x="8796338" y="5476875"/>
          <p14:tracePt t="113332" x="8796338" y="5449888"/>
          <p14:tracePt t="113343" x="8796338" y="5435600"/>
          <p14:tracePt t="113373" x="8783638" y="5402263"/>
          <p14:tracePt t="113375" x="8783638" y="5387975"/>
          <p14:tracePt t="113385" x="8783638" y="5375275"/>
          <p14:tracePt t="113386" x="8769350" y="5375275"/>
          <p14:tracePt t="113461" x="8756650" y="5375275"/>
          <p14:tracePt t="113485" x="8736013" y="5375275"/>
          <p14:tracePt t="113497" x="8721725" y="5375275"/>
          <p14:tracePt t="113517" x="8709025" y="5375275"/>
          <p14:tracePt t="113526" x="8694738" y="5375275"/>
          <p14:tracePt t="113618" x="8709025" y="5375275"/>
          <p14:tracePt t="113630" x="8721725" y="5375275"/>
          <p14:tracePt t="113645" x="8736013" y="5375275"/>
          <p14:tracePt t="113653" x="8769350" y="5375275"/>
          <p14:tracePt t="113665" x="8783638" y="5375275"/>
          <p14:tracePt t="113722" x="8769350" y="5360988"/>
          <p14:tracePt t="113733" x="8709025" y="5360988"/>
          <p14:tracePt t="113746" x="8640763" y="5360988"/>
          <p14:tracePt t="113760" x="8572500" y="5348288"/>
          <p14:tracePt t="113769" x="8497888" y="5348288"/>
          <p14:tracePt t="113779" x="8470900" y="5348288"/>
          <p14:tracePt t="113801" x="8443913" y="5348288"/>
          <p14:tracePt t="113834" x="8470900" y="5348288"/>
          <p14:tracePt t="113848" x="8497888" y="5348288"/>
          <p14:tracePt t="113859" x="8558213" y="5348288"/>
          <p14:tracePt t="113868" x="8586788" y="5348288"/>
          <p14:tracePt t="113884" x="8640763" y="5360988"/>
          <p14:tracePt t="113895" x="8682038" y="5360988"/>
          <p14:tracePt t="113909" x="8709025" y="5360988"/>
          <p14:tracePt t="113917" x="8721725" y="5360988"/>
          <p14:tracePt t="113958" x="8694738" y="5360988"/>
          <p14:tracePt t="113970" x="8667750" y="5360988"/>
          <p14:tracePt t="113980" x="8653463" y="5348288"/>
          <p14:tracePt t="113996" x="8626475" y="5348288"/>
          <p14:tracePt t="114005" x="8599488" y="5348288"/>
          <p14:tracePt t="114060" x="8626475" y="5348288"/>
          <p14:tracePt t="114071" x="8653463" y="5360988"/>
          <p14:tracePt t="114082" x="8682038" y="5360988"/>
          <p14:tracePt t="114094" x="8709025" y="5360988"/>
          <p14:tracePt t="114104" x="8736013" y="5360988"/>
          <p14:tracePt t="114120" x="8756650" y="5360988"/>
          <p14:tracePt t="114128" x="8769350" y="5360988"/>
          <p14:tracePt t="114174" x="8736013" y="5348288"/>
          <p14:tracePt t="114198" x="8682038" y="5348288"/>
          <p14:tracePt t="114208" x="8653463" y="5348288"/>
          <p14:tracePt t="114217" x="8640763" y="5348288"/>
          <p14:tracePt t="114237" x="8626475" y="5348288"/>
          <p14:tracePt t="114264" x="8640763" y="5348288"/>
          <p14:tracePt t="114285" x="8667750" y="5348288"/>
          <p14:tracePt t="114295" x="8682038" y="5360988"/>
          <p14:tracePt t="114320" x="8736013" y="5360988"/>
          <p14:tracePt t="114329" x="8769350" y="5360988"/>
          <p14:tracePt t="114340" x="8783638" y="5360988"/>
          <p14:tracePt t="114363" x="8796338" y="5360988"/>
          <p14:tracePt t="114397" x="8783638" y="5360988"/>
          <p14:tracePt t="114418" x="8769350" y="5360988"/>
          <p14:tracePt t="114431" x="8756650" y="5360988"/>
          <p14:tracePt t="114432" x="8736013" y="5360988"/>
          <p14:tracePt t="114443" x="8721725" y="5360988"/>
          <p14:tracePt t="114452" x="8709025" y="5360988"/>
          <p14:tracePt t="114521" x="8721725" y="5360988"/>
          <p14:tracePt t="114532" x="8736013" y="5360988"/>
          <p14:tracePt t="114548" x="8756650" y="5360988"/>
          <p14:tracePt t="114559" x="8769350" y="5360988"/>
          <p14:tracePt t="114567" x="8796338" y="5360988"/>
          <p14:tracePt t="114585" x="8824913" y="5375275"/>
          <p14:tracePt t="114593" x="8851900" y="5375275"/>
          <p14:tracePt t="114602" x="8864600" y="5375275"/>
          <p14:tracePt t="114637" x="8851900" y="5375275"/>
          <p14:tracePt t="114645" x="8837613" y="5375275"/>
          <p14:tracePt t="114655" x="8796338" y="5375275"/>
          <p14:tracePt t="114671" x="8756650" y="5360988"/>
          <p14:tracePt t="114682" x="8709025" y="5360988"/>
          <p14:tracePt t="114717" x="8653463" y="5360988"/>
          <p14:tracePt t="114719" x="8640763" y="5360988"/>
          <p14:tracePt t="114768" x="8653463" y="5360988"/>
          <p14:tracePt t="114780" x="8667750" y="5360988"/>
          <p14:tracePt t="114800" x="8694738" y="5360988"/>
          <p14:tracePt t="114802" x="8709025" y="5360988"/>
          <p14:tracePt t="114812" x="8736013" y="5360988"/>
          <p14:tracePt t="114834" x="8756650" y="5360988"/>
          <p14:tracePt t="114836" x="8769350" y="5360988"/>
          <p14:tracePt t="114846" x="8783638" y="5360988"/>
          <p14:tracePt t="114893" x="8769350" y="5360988"/>
          <p14:tracePt t="114913" x="8756650" y="5360988"/>
          <p14:tracePt t="114930" x="8736013" y="5360988"/>
          <p14:tracePt t="114950" x="8721725" y="5360988"/>
          <p14:tracePt t="115070" x="8736013" y="5360988"/>
          <p14:tracePt t="115105" x="8756650" y="5360988"/>
          <p14:tracePt t="115793" x="8769350" y="5360988"/>
          <p14:tracePt t="115801" x="8783638" y="5360988"/>
          <p14:tracePt t="115805" x="8796338" y="5360988"/>
          <p14:tracePt t="115817" x="8796338" y="5375275"/>
          <p14:tracePt t="115825" x="8810625" y="5375275"/>
          <p14:tracePt t="115837" x="8837613" y="5375275"/>
          <p14:tracePt t="115861" x="8851900" y="5375275"/>
          <p14:tracePt t="115959" x="8824913" y="5375275"/>
          <p14:tracePt t="115970" x="8810625" y="5375275"/>
          <p14:tracePt t="115982" x="8769350" y="5360988"/>
          <p14:tracePt t="115996" x="8736013" y="5360988"/>
          <p14:tracePt t="116005" x="8709025" y="5360988"/>
          <p14:tracePt t="116021" x="8694738" y="5360988"/>
          <p14:tracePt t="116032" x="8682038" y="5360988"/>
          <p14:tracePt t="116068" x="8694738" y="5360988"/>
          <p14:tracePt t="116099" x="8709025" y="5360988"/>
          <p14:tracePt t="116116" x="8721725" y="5360988"/>
          <p14:tracePt t="116117" x="8736013" y="5360988"/>
          <p14:tracePt t="116133" x="8756650" y="5360988"/>
          <p14:tracePt t="116151" x="8769350" y="5360988"/>
          <p14:tracePt t="116153" x="8783638" y="5360988"/>
          <p14:tracePt t="116164" x="8796338" y="5360988"/>
          <p14:tracePt t="116186" x="8810625" y="5360988"/>
          <p14:tracePt t="116590" x="8824913" y="5375275"/>
          <p14:tracePt t="116600" x="8824913" y="5387975"/>
          <p14:tracePt t="116615" x="8837613" y="5402263"/>
          <p14:tracePt t="116624" x="8851900" y="5414963"/>
          <p14:tracePt t="116640" x="8864600" y="5435600"/>
          <p14:tracePt t="116655" x="8878888" y="5449888"/>
          <p14:tracePt t="116684" x="8891588" y="5462588"/>
          <p14:tracePt t="116703" x="8891588" y="5476875"/>
          <p14:tracePt t="116793" x="8891588" y="5462588"/>
          <p14:tracePt t="116827" x="8891588" y="5449888"/>
          <p14:tracePt t="116848" x="8891588" y="5435600"/>
          <p14:tracePt t="116864" x="8891588" y="5402263"/>
          <p14:tracePt t="116872" x="8891588" y="5387975"/>
          <p14:tracePt t="116883" x="8891588" y="5360988"/>
          <p14:tracePt t="116905" x="8891588" y="5319713"/>
          <p14:tracePt t="116906" x="8891588" y="5292725"/>
          <p14:tracePt t="116917" x="8891588" y="5265738"/>
          <p14:tracePt t="116935" x="8891588" y="5232400"/>
          <p14:tracePt t="116944" x="8891588" y="5205413"/>
          <p14:tracePt t="116952" x="8891588" y="5191125"/>
          <p14:tracePt t="116961" x="8905875" y="5191125"/>
          <p14:tracePt t="117084" x="8891588" y="5191125"/>
          <p14:tracePt t="117119" x="8891588" y="5176838"/>
          <p14:tracePt t="117132" x="8878888" y="5176838"/>
          <p14:tracePt t="117164" x="8864600" y="5176838"/>
          <p14:tracePt t="117299" x="8878888" y="5176838"/>
          <p14:tracePt t="117308" x="8878888" y="5191125"/>
          <p14:tracePt t="117320" x="8891588" y="5191125"/>
          <p14:tracePt t="117336" x="8905875" y="5191125"/>
          <p14:tracePt t="117354" x="8920163" y="5191125"/>
          <p14:tracePt t="117410" x="8905875" y="5191125"/>
          <p14:tracePt t="117433" x="8891588" y="5191125"/>
          <p14:tracePt t="117445" x="8878888" y="5191125"/>
          <p14:tracePt t="117473" x="8864600" y="5191125"/>
          <p14:tracePt t="117545" x="8878888" y="5191125"/>
          <p14:tracePt t="117571" x="8891588" y="5191125"/>
          <p14:tracePt t="117738" x="8905875" y="5176838"/>
          <p14:tracePt t="117747" x="8920163" y="5149850"/>
          <p14:tracePt t="117761" x="8932863" y="5122863"/>
          <p14:tracePt t="117774" x="8967788" y="5081588"/>
          <p14:tracePt t="117783" x="9007475" y="5033963"/>
          <p14:tracePt t="117798" x="9048750" y="4967288"/>
          <p14:tracePt t="117815" x="9075738" y="4926013"/>
          <p14:tracePt t="117817" x="9129713" y="4851400"/>
          <p14:tracePt t="117846" x="9177338" y="4768850"/>
          <p14:tracePt t="117848" x="9232900" y="4700588"/>
          <p14:tracePt t="117850" x="9286875" y="4613275"/>
          <p14:tracePt t="117878" x="9388475" y="4443413"/>
          <p14:tracePt t="117887" x="9402763" y="4402138"/>
          <p14:tracePt t="117918" x="9388475" y="4348163"/>
          <p14:tracePt t="117930" x="9375775" y="4348163"/>
          <p14:tracePt t="117947" x="9375775" y="4333875"/>
          <p14:tracePt t="117959" x="9361488" y="4333875"/>
          <p14:tracePt t="117966" x="9348788" y="4333875"/>
          <p14:tracePt t="117974" x="9328150" y="4333875"/>
          <p14:tracePt t="118003" x="9313863" y="4333875"/>
          <p14:tracePt t="118046" x="9348788" y="4319588"/>
          <p14:tracePt t="118058" x="9402763" y="4292600"/>
          <p14:tracePt t="118070" x="9471025" y="4244975"/>
          <p14:tracePt t="118086" x="9640888" y="4164013"/>
          <p14:tracePt t="118098" x="9756775" y="4110038"/>
          <p14:tracePt t="118118" x="9837738" y="4048125"/>
          <p14:tracePt t="118146" x="9891713" y="4021138"/>
          <p14:tracePt t="118148" x="9906000" y="3994150"/>
          <p14:tracePt t="118176" x="9891713" y="3994150"/>
          <p14:tracePt t="118200" x="9879013" y="3994150"/>
          <p14:tracePt t="118238" x="9864725" y="3994150"/>
          <p14:tracePt t="118254" x="9852025" y="3979863"/>
          <p14:tracePt t="118260" x="9837738" y="3979863"/>
          <p14:tracePt t="118270" x="9810750" y="3979863"/>
          <p14:tracePt t="118278" x="9783763" y="3979863"/>
          <p14:tracePt t="118300" x="9769475" y="3979863"/>
          <p14:tracePt t="118312" x="9756775" y="3994150"/>
          <p14:tracePt t="118479" x="9742488" y="3994150"/>
          <p14:tracePt t="118493" x="9721850" y="3994150"/>
          <p14:tracePt t="118503" x="9694863" y="4006850"/>
          <p14:tracePt t="118531" x="9682163" y="4006850"/>
          <p14:tracePt t="118647" x="9694863" y="3994150"/>
          <p14:tracePt t="118683" x="9694863" y="3979863"/>
          <p14:tracePt t="118707" x="9682163" y="3979863"/>
          <p14:tracePt t="118729" x="9667875" y="3979863"/>
          <p14:tracePt t="118752" x="9653588" y="3979863"/>
          <p14:tracePt t="118763" x="9640888" y="3979863"/>
          <p14:tracePt t="118789" x="9613900" y="4006850"/>
          <p14:tracePt t="118799" x="9599613" y="4021138"/>
          <p14:tracePt t="118813" x="9586913" y="4033838"/>
          <p14:tracePt t="118829" x="9572625" y="4062413"/>
          <p14:tracePt t="118830" x="9558338" y="4075113"/>
          <p14:tracePt t="118864" x="9558338" y="4110038"/>
          <p14:tracePt t="118876" x="9558338" y="4122738"/>
          <p14:tracePt t="118919" x="9572625" y="4122738"/>
          <p14:tracePt t="118931" x="9586913" y="4122738"/>
          <p14:tracePt t="118944" x="9613900" y="4122738"/>
          <p14:tracePt t="118956" x="9626600" y="4110038"/>
          <p14:tracePt t="118967" x="9653588" y="4110038"/>
          <p14:tracePt t="118983" x="9653588" y="4089400"/>
          <p14:tracePt t="118989" x="9667875" y="4075113"/>
          <p14:tracePt t="118999" x="9667875" y="4062413"/>
          <p14:tracePt t="119040" x="9667875" y="4021138"/>
          <p14:tracePt t="119053" x="9653588" y="4006850"/>
          <p14:tracePt t="119057" x="9653588" y="3994150"/>
          <p14:tracePt t="119068" x="9640888" y="3994150"/>
          <p14:tracePt t="119083" x="9626600" y="3979863"/>
          <p14:tracePt t="119091" x="9613900" y="3979863"/>
          <p14:tracePt t="119111" x="9599613" y="3979863"/>
          <p14:tracePt t="119113" x="9586913" y="3979863"/>
          <p14:tracePt t="119133" x="9572625" y="3994150"/>
          <p14:tracePt t="119148" x="9558338" y="3994150"/>
          <p14:tracePt t="119158" x="9558338" y="4006850"/>
          <p14:tracePt t="119167" x="9558338" y="4021138"/>
          <p14:tracePt t="119204" x="9572625" y="4062413"/>
          <p14:tracePt t="119223" x="9586913" y="4075113"/>
          <p14:tracePt t="119225" x="9599613" y="4075113"/>
          <p14:tracePt t="119234" x="9613900" y="4075113"/>
          <p14:tracePt t="119247" x="9626600" y="4089400"/>
          <p14:tracePt t="119270" x="9640888" y="4075113"/>
          <p14:tracePt t="119297" x="9653588" y="4075113"/>
          <p14:tracePt t="119307" x="9653588" y="4062413"/>
          <p14:tracePt t="119315" x="9653588" y="4048125"/>
          <p14:tracePt t="119332" x="9653588" y="4033838"/>
          <p14:tracePt t="119339" x="9653588" y="4021138"/>
          <p14:tracePt t="119363" x="9640888" y="4021138"/>
          <p14:tracePt t="119414" x="9626600" y="4033838"/>
          <p14:tracePt t="119426" x="9613900" y="4033838"/>
          <p14:tracePt t="119438" x="9613900" y="4062413"/>
          <p14:tracePt t="119449" x="9613900" y="4075113"/>
          <p14:tracePt t="119495" x="9626600" y="4089400"/>
          <p14:tracePt t="119512" x="9640888" y="4089400"/>
          <p14:tracePt t="119519" x="9653588" y="4075113"/>
          <p14:tracePt t="119535" x="9667875" y="4075113"/>
          <p14:tracePt t="119565" x="9667875" y="4048125"/>
          <p14:tracePt t="119772" x="9667875" y="4062413"/>
          <p14:tracePt t="119784" x="9653588" y="4062413"/>
          <p14:tracePt t="119795" x="9640888" y="4089400"/>
          <p14:tracePt t="119808" x="9599613" y="4164013"/>
          <p14:tracePt t="119818" x="9525000" y="4259263"/>
          <p14:tracePt t="119834" x="9456738" y="4387850"/>
          <p14:tracePt t="119845" x="9375775" y="4586288"/>
          <p14:tracePt t="119861" x="9301163" y="4851400"/>
          <p14:tracePt t="119867" x="9245600" y="5149850"/>
          <p14:tracePt t="119876" x="9232900" y="5334000"/>
          <p14:tracePt t="119894" x="9232900" y="5530850"/>
          <p14:tracePt t="119904" x="9232900" y="5673725"/>
          <p14:tracePt t="119912" x="9232900" y="5729288"/>
          <p14:tracePt t="119939" x="9218613" y="5795963"/>
          <p14:tracePt t="119946" x="9218613" y="5816600"/>
          <p14:tracePt t="119971" x="9218613" y="5830888"/>
          <p14:tracePt t="120065" x="9218613" y="5816600"/>
          <p14:tracePt t="120088" x="9218613" y="5795963"/>
          <p14:tracePt t="120122" x="9205913" y="5795963"/>
          <p14:tracePt t="120145" x="9205913" y="5783263"/>
          <p14:tracePt t="120178" x="9177338" y="5783263"/>
          <p14:tracePt t="120189" x="9164638" y="5783263"/>
          <p14:tracePt t="120204" x="9150350" y="5768975"/>
          <p14:tracePt t="120213" x="9117013" y="5756275"/>
          <p14:tracePt t="120224" x="9090025" y="5741988"/>
          <p14:tracePt t="120239" x="9075738" y="5729288"/>
          <p14:tracePt t="120263" x="9034463" y="5700713"/>
          <p14:tracePt t="120274" x="9034463" y="5688013"/>
          <p14:tracePt t="120307" x="9021763" y="5688013"/>
          <p14:tracePt t="120471" x="9021763" y="5673725"/>
          <p14:tracePt t="120492" x="9021763" y="5661025"/>
          <p14:tracePt t="120517" x="9007475" y="5661025"/>
          <p14:tracePt t="120529" x="8994775" y="5646738"/>
          <p14:tracePt t="120538" x="8980488" y="5646738"/>
          <p14:tracePt t="120550" x="8967788" y="5646738"/>
          <p14:tracePt t="120562" x="8953500" y="5646738"/>
          <p14:tracePt t="120582" x="8932863" y="5646738"/>
          <p14:tracePt t="121203" x="8967788" y="5613400"/>
          <p14:tracePt t="121214" x="8994775" y="5586413"/>
          <p14:tracePt t="121224" x="9007475" y="5572125"/>
          <p14:tracePt t="121236" x="9021763" y="5572125"/>
          <p14:tracePt t="121247" x="9021763" y="5557838"/>
          <p14:tracePt t="121428" x="9034463" y="5557838"/>
          <p14:tracePt t="121439" x="9063038" y="5557838"/>
          <p14:tracePt t="121449" x="9090025" y="5572125"/>
          <p14:tracePt t="121464" x="9129713" y="5572125"/>
          <p14:tracePt t="121473" x="9164638" y="5572125"/>
          <p14:tracePt t="121483" x="9191625" y="5572125"/>
          <p14:tracePt t="121504" x="9205913" y="5572125"/>
          <p14:tracePt t="122092" x="9218613" y="5572125"/>
          <p14:tracePt t="122102" x="9232900" y="5572125"/>
          <p14:tracePt t="122112" x="9259888" y="5572125"/>
          <p14:tracePt t="122124" x="9272588" y="5572125"/>
          <p14:tracePt t="122137" x="9286875" y="5572125"/>
          <p14:tracePt t="122152" x="9301163" y="5572125"/>
          <p14:tracePt t="122162" x="9313863" y="5572125"/>
          <p14:tracePt t="122171" x="9328150" y="5572125"/>
          <p14:tracePt t="122339" x="9328150" y="5557838"/>
          <p14:tracePt t="122363" x="9328150" y="5545138"/>
          <p14:tracePt t="122373" x="9328150" y="5530850"/>
          <p14:tracePt t="122398" x="9328150" y="5518150"/>
          <p14:tracePt t="122432" x="9328150" y="5503863"/>
          <p14:tracePt t="122444" x="9328150" y="5491163"/>
          <p14:tracePt t="122452" x="9348788" y="5491163"/>
          <p14:tracePt t="122467" x="9348788" y="5476875"/>
          <p14:tracePt t="122496" x="9348788" y="5462588"/>
          <p14:tracePt t="122722" x="9361488" y="5462588"/>
          <p14:tracePt t="122731" x="9375775" y="5462588"/>
          <p14:tracePt t="122745" x="9375775" y="5476875"/>
          <p14:tracePt t="122811" x="9375775" y="5491163"/>
          <p14:tracePt t="122827" x="9361488" y="5503863"/>
          <p14:tracePt t="122847" x="9348788" y="5503863"/>
          <p14:tracePt t="122945" x="9348788" y="5518150"/>
          <p14:tracePt t="122967" x="9348788" y="5530850"/>
          <p14:tracePt t="122981" x="9348788" y="5545138"/>
          <p14:tracePt t="122993" x="9348788" y="5557838"/>
          <p14:tracePt t="123027" x="9348788" y="5586413"/>
          <p14:tracePt t="123038" x="9348788" y="5599113"/>
          <p14:tracePt t="123048" x="9328150" y="5599113"/>
          <p14:tracePt t="123067" x="9328150" y="5613400"/>
          <p14:tracePt t="123076" x="9313863" y="5613400"/>
          <p14:tracePt t="123181" x="9328150" y="5599113"/>
          <p14:tracePt t="123193" x="9328150" y="5586413"/>
          <p14:tracePt t="123204" x="9348788" y="5572125"/>
          <p14:tracePt t="123216" x="9361488" y="5557838"/>
          <p14:tracePt t="123229" x="9375775" y="5530850"/>
          <p14:tracePt t="123240" x="9388475" y="5518150"/>
          <p14:tracePt t="123256" x="9402763" y="5503863"/>
          <p14:tracePt t="123264" x="9415463" y="5491163"/>
          <p14:tracePt t="123301" x="9429750" y="5462588"/>
          <p14:tracePt t="123302" x="9444038" y="5449888"/>
          <p14:tracePt t="123312" x="9444038" y="5435600"/>
          <p14:tracePt t="123532" x="9471025" y="5414963"/>
          <p14:tracePt t="123543" x="9471025" y="5402263"/>
          <p14:tracePt t="123553" x="9483725" y="5387975"/>
          <p14:tracePt t="123565" x="9498013" y="5360988"/>
          <p14:tracePt t="123577" x="9510713" y="5348288"/>
          <p14:tracePt t="123590" x="9510713" y="5334000"/>
          <p14:tracePt t="123732" x="9510713" y="5348288"/>
          <p14:tracePt t="124375" x="9510713" y="5360988"/>
          <p14:tracePt t="124623" x="9510713" y="5375275"/>
          <p14:tracePt t="124633" x="9510713" y="5387975"/>
          <p14:tracePt t="124903" x="9545638" y="5402263"/>
          <p14:tracePt t="124914" x="9558338" y="5402263"/>
          <p14:tracePt t="124925" x="9572625" y="5414963"/>
          <p14:tracePt t="125228" x="9586913" y="5414963"/>
          <p14:tracePt t="125262" x="9586913" y="5435600"/>
          <p14:tracePt t="125288" x="9586913" y="5449888"/>
          <p14:tracePt t="125297" x="9586913" y="5462588"/>
          <p14:tracePt t="125325" x="9586913" y="5476875"/>
          <p14:tracePt t="125366" x="9572625" y="5476875"/>
          <p14:tracePt t="125377" x="9572625" y="5491163"/>
          <p14:tracePt t="125410" x="9586913" y="5491163"/>
          <p14:tracePt t="125443" x="9599613" y="5491163"/>
          <p14:tracePt t="125467" x="9613900" y="5491163"/>
          <p14:tracePt t="125478" x="9626600" y="5491163"/>
          <p14:tracePt t="125511" x="9640888" y="5491163"/>
          <p14:tracePt t="125624" x="9653588" y="5491163"/>
          <p14:tracePt t="125634" x="9653588" y="5503863"/>
          <p14:tracePt t="125668" x="9667875" y="5503863"/>
          <p14:tracePt t="125693" x="9682163" y="5518150"/>
          <p14:tracePt t="125735" x="9682163" y="5530850"/>
          <p14:tracePt t="125861" x="9667875" y="5530850"/>
          <p14:tracePt t="125872" x="9653588" y="5530850"/>
          <p14:tracePt t="125962" x="9667875" y="5530850"/>
          <p14:tracePt t="125963" x="9682163" y="5530850"/>
          <p14:tracePt t="125972" x="9694863" y="5530850"/>
          <p14:tracePt t="125984" x="9709150" y="5530850"/>
          <p14:tracePt t="125986" x="9721850" y="5530850"/>
          <p14:tracePt t="126039" x="9709150" y="5530850"/>
          <p14:tracePt t="126051" x="9694863" y="5530850"/>
          <p14:tracePt t="126065" x="9667875" y="5530850"/>
          <p14:tracePt t="126074" x="9653588" y="5530850"/>
          <p14:tracePt t="126085" x="9626600" y="5530850"/>
          <p14:tracePt t="126100" x="9613900" y="5530850"/>
          <p14:tracePt t="126141" x="9626600" y="5530850"/>
          <p14:tracePt t="126156" x="9640888" y="5530850"/>
          <p14:tracePt t="126165" x="9667875" y="5545138"/>
          <p14:tracePt t="126183" x="9709150" y="5545138"/>
          <p14:tracePt t="126192" x="9742488" y="5545138"/>
          <p14:tracePt t="126205" x="9769475" y="5545138"/>
          <p14:tracePt t="126212" x="9796463" y="5545138"/>
          <p14:tracePt t="126255" x="9783763" y="5545138"/>
          <p14:tracePt t="126266" x="9742488" y="5545138"/>
          <p14:tracePt t="126286" x="9709150" y="5545138"/>
          <p14:tracePt t="126288" x="9682163" y="5545138"/>
          <p14:tracePt t="126300" x="9653588" y="5545138"/>
          <p14:tracePt t="126319" x="9640888" y="5545138"/>
          <p14:tracePt t="126355" x="9653588" y="5545138"/>
          <p14:tracePt t="126370" x="9682163" y="5545138"/>
          <p14:tracePt t="126382" x="9721850" y="5557838"/>
          <p14:tracePt t="126393" x="9756775" y="5557838"/>
          <p14:tracePt t="126405" x="9783763" y="5557838"/>
          <p14:tracePt t="126415" x="9796463" y="5557838"/>
          <p14:tracePt t="126428" x="9810750" y="5557838"/>
          <p14:tracePt t="126457" x="9796463" y="5557838"/>
          <p14:tracePt t="126468" x="9769475" y="5557838"/>
          <p14:tracePt t="126482" x="9742488" y="5557838"/>
          <p14:tracePt t="126492" x="9694863" y="5557838"/>
          <p14:tracePt t="126507" x="9667875" y="5545138"/>
          <p14:tracePt t="126517" x="9653588" y="5545138"/>
          <p14:tracePt t="126525" x="9640888" y="5545138"/>
          <p14:tracePt t="126557" x="9653588" y="5545138"/>
          <p14:tracePt t="126569" x="9667875" y="5545138"/>
          <p14:tracePt t="126583" x="9694863" y="5545138"/>
          <p14:tracePt t="126600" x="9721850" y="5545138"/>
          <p14:tracePt t="126606" x="9742488" y="5557838"/>
          <p14:tracePt t="126617" x="9756775" y="5557838"/>
          <p14:tracePt t="126665" x="9721850" y="5557838"/>
          <p14:tracePt t="126673" x="9709150" y="5557838"/>
          <p14:tracePt t="126685" x="9694863" y="5557838"/>
          <p14:tracePt t="126727" x="9709150" y="5557838"/>
          <p14:tracePt t="126739" x="9756775" y="5557838"/>
          <p14:tracePt t="126749" x="9783763" y="5572125"/>
          <p14:tracePt t="126765" x="9837738" y="5572125"/>
          <p14:tracePt t="126774" x="9864725" y="5572125"/>
          <p14:tracePt t="126784" x="9906000" y="5572125"/>
          <p14:tracePt t="126805" x="9953625" y="5572125"/>
          <p14:tracePt t="126806" x="9980613" y="5572125"/>
          <p14:tracePt t="126817" x="10021888" y="5572125"/>
          <p14:tracePt t="126829" x="10048875" y="5572125"/>
          <p14:tracePt t="126854" x="10063163" y="5572125"/>
          <p14:tracePt t="126896" x="10034588" y="5572125"/>
          <p14:tracePt t="126907" x="10007600" y="5572125"/>
          <p14:tracePt t="126919" x="9980613" y="5572125"/>
          <p14:tracePt t="126933" x="9967913" y="5572125"/>
          <p14:tracePt t="126942" x="9953625" y="5572125"/>
          <p14:tracePt t="126975" x="9967913" y="5572125"/>
          <p14:tracePt t="127007" x="10007600" y="5572125"/>
          <p14:tracePt t="127019" x="10048875" y="5572125"/>
          <p14:tracePt t="127020" x="10137775" y="5572125"/>
          <p14:tracePt t="127032" x="10177463" y="5572125"/>
          <p14:tracePt t="127041" x="10206038" y="5572125"/>
          <p14:tracePt t="127056" x="10218738" y="5586413"/>
          <p14:tracePt t="127086" x="10206038" y="5586413"/>
          <p14:tracePt t="127097" x="10177463" y="5586413"/>
          <p14:tracePt t="127109" x="10137775" y="5572125"/>
          <p14:tracePt t="127120" x="10102850" y="5572125"/>
          <p14:tracePt t="127139" x="10063163" y="5572125"/>
          <p14:tracePt t="127147" x="10048875" y="5572125"/>
          <p14:tracePt t="127189" x="10063163" y="5572125"/>
          <p14:tracePt t="127200" x="10075863" y="5572125"/>
          <p14:tracePt t="127211" x="10102850" y="5572125"/>
          <p14:tracePt t="127223" x="10117138" y="5572125"/>
          <p14:tracePt t="127239" x="10150475" y="5572125"/>
          <p14:tracePt t="127248" x="10164763" y="5572125"/>
          <p14:tracePt t="127290" x="10150475" y="5572125"/>
          <p14:tracePt t="127301" x="10102850" y="5572125"/>
          <p14:tracePt t="127317" x="10063163" y="5572125"/>
          <p14:tracePt t="127324" x="10034588" y="5572125"/>
          <p14:tracePt t="127338" x="9994900" y="5572125"/>
          <p14:tracePt t="127348" x="9967913" y="5572125"/>
          <p14:tracePt t="127391" x="9980613" y="5572125"/>
          <p14:tracePt t="127402" x="10021888" y="5572125"/>
          <p14:tracePt t="127416" x="10063163" y="5572125"/>
          <p14:tracePt t="127426" x="10090150" y="5586413"/>
          <p14:tracePt t="127441" x="10137775" y="5586413"/>
          <p14:tracePt t="127451" x="10164763" y="5586413"/>
          <p14:tracePt t="127471" x="10177463" y="5586413"/>
          <p14:tracePt t="127491" x="10137775" y="5586413"/>
          <p14:tracePt t="127503" x="10063163" y="5586413"/>
          <p14:tracePt t="127514" x="9980613" y="5572125"/>
          <p14:tracePt t="127525" x="9939338" y="5572125"/>
          <p14:tracePt t="127537" x="9891713" y="5572125"/>
          <p14:tracePt t="127561" x="9864725" y="5572125"/>
          <p14:tracePt t="127582" x="9891713" y="5572125"/>
          <p14:tracePt t="127598" x="9939338" y="5572125"/>
          <p14:tracePt t="127606" x="9994900" y="5572125"/>
          <p14:tracePt t="127621" x="10021888" y="5586413"/>
          <p14:tracePt t="127632" x="10075863" y="5586413"/>
          <p14:tracePt t="127641" x="10117138" y="5586413"/>
          <p14:tracePt t="127649" x="10137775" y="5586413"/>
          <p14:tracePt t="127685" x="10117138" y="5586413"/>
          <p14:tracePt t="127694" x="10090150" y="5586413"/>
          <p14:tracePt t="127706" x="10034588" y="5586413"/>
          <p14:tracePt t="127720" x="9980613" y="5586413"/>
          <p14:tracePt t="127731" x="9939338" y="5572125"/>
          <p14:tracePt t="127741" x="9891713" y="5572125"/>
          <p14:tracePt t="127759" x="9879013" y="5572125"/>
          <p14:tracePt t="127788" x="9906000" y="5572125"/>
          <p14:tracePt t="127798" x="9967913" y="5572125"/>
          <p14:tracePt t="127807" x="10021888" y="5586413"/>
          <p14:tracePt t="127838" x="10117138" y="5586413"/>
          <p14:tracePt t="127841" x="10177463" y="5599113"/>
          <p14:tracePt t="127852" x="10206038" y="5599113"/>
          <p14:tracePt t="127901" x="10177463" y="5599113"/>
          <p14:tracePt t="127908" x="10117138" y="5586413"/>
          <p14:tracePt t="127919" x="10048875" y="5572125"/>
          <p14:tracePt t="127937" x="9994900" y="5572125"/>
          <p14:tracePt t="127945" x="9967913" y="5572125"/>
          <p14:tracePt t="127953" x="9939338" y="5557838"/>
          <p14:tracePt t="127988" x="9967913" y="5572125"/>
          <p14:tracePt t="127999" x="10021888" y="5572125"/>
          <p14:tracePt t="128015" x="10075863" y="5586413"/>
          <p14:tracePt t="128038" x="10117138" y="5586413"/>
          <p14:tracePt t="128054" x="10177463" y="5586413"/>
          <p14:tracePt t="128056" x="10218738" y="5599113"/>
          <p14:tracePt t="128068" x="10233025" y="5599113"/>
          <p14:tracePt t="128089" x="10218738" y="5599113"/>
          <p14:tracePt t="128099" x="10191750" y="5599113"/>
          <p14:tracePt t="128110" x="10164763" y="5599113"/>
          <p14:tracePt t="128122" x="10137775" y="5586413"/>
          <p14:tracePt t="128138" x="10117138" y="5586413"/>
          <p14:tracePt t="128147" x="10102850" y="5586413"/>
          <p14:tracePt t="128244" x="10090150" y="5586413"/>
          <p14:tracePt t="128266" x="10063163" y="5586413"/>
          <p14:tracePt t="128282" x="10034588" y="5586413"/>
          <p14:tracePt t="128292" x="10007600" y="5586413"/>
          <p14:tracePt t="128302" x="9980613" y="5586413"/>
          <p14:tracePt t="128323" x="9953625" y="5586413"/>
          <p14:tracePt t="128412" x="9953625" y="5572125"/>
          <p14:tracePt t="128447" x="9939338" y="5572125"/>
          <p14:tracePt t="128481" x="9939338" y="5557838"/>
          <p14:tracePt t="128497" x="9920288" y="5557838"/>
          <p14:tracePt t="128515" x="9906000" y="5545138"/>
          <p14:tracePt t="128535" x="9891713" y="5530850"/>
          <p14:tracePt t="128551" x="9879013" y="5518150"/>
          <p14:tracePt t="128567" x="9879013" y="5503863"/>
          <p14:tracePt t="128587" x="9879013" y="5491163"/>
          <p14:tracePt t="128607" x="9879013" y="5476875"/>
          <p14:tracePt t="128628" x="9879013" y="5462588"/>
          <p14:tracePt t="128639" x="9879013" y="5449888"/>
          <p14:tracePt t="128667" x="9879013" y="5435600"/>
          <p14:tracePt t="128679" x="9864725" y="5414963"/>
          <p14:tracePt t="128689" x="9864725" y="5402263"/>
          <p14:tracePt t="128704" x="9864725" y="5387975"/>
          <p14:tracePt t="128713" x="9864725" y="5375275"/>
          <p14:tracePt t="128736" x="9864725" y="5360988"/>
          <p14:tracePt t="128753" x="9864725" y="5348288"/>
          <p14:tracePt t="128765" x="9864725" y="5334000"/>
          <p14:tracePt t="128786" x="9852025" y="5319713"/>
          <p14:tracePt t="128833" x="9852025" y="5307013"/>
          <p14:tracePt t="128896" x="9864725" y="5292725"/>
          <p14:tracePt t="128908" x="9879013" y="5292725"/>
          <p14:tracePt t="128919" x="9906000" y="5265738"/>
          <p14:tracePt t="128934" x="9953625" y="5232400"/>
          <p14:tracePt t="128943" x="9980613" y="5205413"/>
          <p14:tracePt t="128957" x="10021888" y="5164138"/>
          <p14:tracePt t="128972" x="10048875" y="5122863"/>
          <p14:tracePt t="128981" x="10075863" y="5081588"/>
          <p14:tracePt t="129002" x="10102850" y="5033963"/>
          <p14:tracePt t="129036" x="10117138" y="5021263"/>
          <p14:tracePt t="129067" x="10117138" y="5006975"/>
          <p14:tracePt t="129103" x="10102850" y="5006975"/>
          <p14:tracePt t="129121" x="10075863" y="5006975"/>
          <p14:tracePt t="129137" x="10034588" y="5006975"/>
          <p14:tracePt t="129148" x="10007600" y="5006975"/>
          <p14:tracePt t="129158" x="9967913" y="5021263"/>
          <p14:tracePt t="129173" x="9920288" y="5033963"/>
          <p14:tracePt t="129182" x="9891713" y="5033963"/>
          <p14:tracePt t="129203" x="9891713" y="5054600"/>
          <p14:tracePt t="129224" x="9891713" y="5068888"/>
          <p14:tracePt t="129237" x="9920288" y="5081588"/>
          <p14:tracePt t="129258" x="9967913" y="5081588"/>
          <p14:tracePt t="129259" x="10007600" y="5095875"/>
          <p14:tracePt t="129286" x="10075863" y="5095875"/>
          <p14:tracePt t="129304" x="10117138" y="5095875"/>
          <p14:tracePt t="129305" x="10150475" y="5095875"/>
          <p14:tracePt t="129315" x="10164763" y="5081588"/>
          <p14:tracePt t="129350" x="10164763" y="5068888"/>
          <p14:tracePt t="129359" x="10150475" y="5054600"/>
          <p14:tracePt t="129370" x="10117138" y="5054600"/>
          <p14:tracePt t="129390" x="10090150" y="5054600"/>
          <p14:tracePt t="129395" x="10075863" y="5054600"/>
          <p14:tracePt t="129404" x="10063163" y="5054600"/>
          <p14:tracePt t="129418" x="10048875" y="5054600"/>
          <p14:tracePt t="129450" x="10048875" y="5033963"/>
          <p14:tracePt t="129471" x="10048875" y="5021263"/>
          <p14:tracePt t="129473" x="10048875" y="4994275"/>
          <p14:tracePt t="129483" x="10048875" y="4953000"/>
          <p14:tracePt t="129494" x="10063163" y="4899025"/>
          <p14:tracePt t="129518" x="10075863" y="4768850"/>
          <p14:tracePt t="129531" x="10090150" y="4687888"/>
          <p14:tracePt t="129556" x="10102850" y="4598988"/>
          <p14:tracePt t="129557" x="10117138" y="4530725"/>
          <p14:tracePt t="129567" x="10137775" y="4470400"/>
          <p14:tracePt t="129589" x="10137775" y="4387850"/>
          <p14:tracePt t="129598" x="10137775" y="4375150"/>
          <p14:tracePt t="129673" x="10117138" y="4375150"/>
          <p14:tracePt t="129684" x="10102850" y="4375150"/>
          <p14:tracePt t="129708" x="10090150" y="4375150"/>
          <p14:tracePt t="129719" x="10075863" y="4375150"/>
          <p14:tracePt t="129742" x="10063163" y="4360863"/>
          <p14:tracePt t="129753" x="10063163" y="4348163"/>
          <p14:tracePt t="129771" x="10048875" y="4333875"/>
          <p14:tracePt t="129784" x="10021888" y="4292600"/>
          <p14:tracePt t="129786" x="10007600" y="4259263"/>
          <p14:tracePt t="129800" x="9994900" y="4232275"/>
          <p14:tracePt t="129820" x="9980613" y="4205288"/>
          <p14:tracePt t="129822" x="9980613" y="4176713"/>
          <p14:tracePt t="129831" x="9967913" y="4164013"/>
          <p14:tracePt t="129853" x="9967913" y="4149725"/>
          <p14:tracePt t="129855" x="9967913" y="4137025"/>
          <p14:tracePt t="129866" x="9967913" y="4122738"/>
          <p14:tracePt t="129900" x="9967913" y="4110038"/>
          <p14:tracePt t="129945" x="9967913" y="4089400"/>
          <p14:tracePt t="129957" x="9967913" y="4075113"/>
          <p14:tracePt t="129980" x="9953625" y="4062413"/>
          <p14:tracePt t="130004" x="9939338" y="4048125"/>
          <p14:tracePt t="130006" x="9939338" y="4033838"/>
          <p14:tracePt t="130023" x="9920288" y="4021138"/>
          <p14:tracePt t="130025" x="9906000" y="4006850"/>
          <p14:tracePt t="130040" x="9891713" y="4006850"/>
          <p14:tracePt t="130065" x="9864725" y="3979863"/>
          <p14:tracePt t="130075" x="9852025" y="3979863"/>
          <p14:tracePt t="130124" x="9852025" y="3994150"/>
          <p14:tracePt t="130153" x="9837738" y="4021138"/>
          <p14:tracePt t="130164" x="9825038" y="4033838"/>
          <p14:tracePt t="130180" x="9825038" y="4062413"/>
          <p14:tracePt t="130181" x="9825038" y="4075113"/>
          <p14:tracePt t="130201" x="9825038" y="4089400"/>
          <p14:tracePt t="130214" x="9825038" y="4110038"/>
          <p14:tracePt t="130239" x="9837738" y="4110038"/>
          <p14:tracePt t="130249" x="9837738" y="4089400"/>
          <p14:tracePt t="130259" x="9864725" y="4089400"/>
          <p14:tracePt t="130293" x="9891713" y="4075113"/>
          <p14:tracePt t="130296" x="9906000" y="4062413"/>
          <p14:tracePt t="130371" x="9906000" y="4075113"/>
          <p14:tracePt t="130382" x="9891713" y="4122738"/>
          <p14:tracePt t="130398" x="9864725" y="4191000"/>
          <p14:tracePt t="130407" x="9837738" y="4259263"/>
          <p14:tracePt t="130423" x="9810750" y="4375150"/>
          <p14:tracePt t="130440" x="9769475" y="4572000"/>
          <p14:tracePt t="130451" x="9756775" y="4700588"/>
          <p14:tracePt t="130472" x="9769475" y="4810125"/>
          <p14:tracePt t="130473" x="9783763" y="4926013"/>
          <p14:tracePt t="130501" x="9825038" y="5095875"/>
          <p14:tracePt t="130521" x="9852025" y="5205413"/>
          <p14:tracePt t="130533" x="9852025" y="5232400"/>
          <p14:tracePt t="130541" x="9852025" y="5265738"/>
          <p14:tracePt t="130552" x="9852025" y="5280025"/>
          <p14:tracePt t="130570" x="9852025" y="5292725"/>
          <p14:tracePt t="130579" x="9837738" y="5307013"/>
          <p14:tracePt t="130589" x="9837738" y="5319713"/>
          <p14:tracePt t="130612" x="9825038" y="5319713"/>
          <p14:tracePt t="130621" x="9825038" y="5334000"/>
          <p14:tracePt t="130633" x="9810750" y="5348288"/>
          <p14:tracePt t="130655" x="9783763" y="5387975"/>
          <p14:tracePt t="130688" x="9756775" y="5462588"/>
          <p14:tracePt t="130720" x="9756775" y="5530850"/>
          <p14:tracePt t="130722" x="9756775" y="5545138"/>
          <p14:tracePt t="130732" x="9756775" y="5572125"/>
          <p14:tracePt t="130749" x="9756775" y="5586413"/>
          <p14:tracePt t="130759" x="9756775" y="5599113"/>
          <p14:tracePt t="130833" x="9756775" y="5586413"/>
          <p14:tracePt t="130847" x="9756775" y="5572125"/>
          <p14:tracePt t="130856" x="9756775" y="5545138"/>
          <p14:tracePt t="130867" x="9756775" y="5530850"/>
          <p14:tracePt t="130890" x="9756775" y="5491163"/>
          <p14:tracePt t="130913" x="9756775" y="5476875"/>
          <p14:tracePt t="131068" x="9756775" y="5462588"/>
          <p14:tracePt t="131205" x="9756775" y="5449888"/>
          <p14:tracePt t="131351" x="9756775" y="5476875"/>
          <p14:tracePt t="131360" x="9756775" y="5491163"/>
          <p14:tracePt t="131371" x="9756775" y="5503863"/>
          <p14:tracePt t="131387" x="9756775" y="5518150"/>
          <p14:tracePt t="131395" x="9756775" y="5530850"/>
          <p14:tracePt t="131425" x="9769475" y="5545138"/>
          <p14:tracePt t="131484" x="9756775" y="5545138"/>
          <p14:tracePt t="131506" x="9742488" y="5545138"/>
          <p14:tracePt t="131521" x="9721850" y="5557838"/>
          <p14:tracePt t="131542" x="9709150" y="5557838"/>
          <p14:tracePt t="131607" x="9709150" y="5545138"/>
          <p14:tracePt t="131620" x="9721850" y="5545138"/>
          <p14:tracePt t="131630" x="9721850" y="5530850"/>
          <p14:tracePt t="131644" x="9742488" y="5518150"/>
          <p14:tracePt t="131655" x="9756775" y="5518150"/>
          <p14:tracePt t="131665" x="9769475" y="5503863"/>
          <p14:tracePt t="131681" x="9783763" y="5491163"/>
          <p14:tracePt t="131690" x="9796463" y="5491163"/>
          <p14:tracePt t="131711" x="9825038" y="5476875"/>
          <p14:tracePt t="131733" x="9837738" y="5462588"/>
          <p14:tracePt t="131770" x="9837738" y="5449888"/>
          <p14:tracePt t="131791" x="9837738" y="5435600"/>
          <p14:tracePt t="131812" x="9837738" y="5414963"/>
          <p14:tracePt t="132070" x="9837738" y="5435600"/>
          <p14:tracePt t="132080" x="9837738" y="5449888"/>
          <p14:tracePt t="132091" x="9837738" y="5476875"/>
          <p14:tracePt t="132126" x="9837738" y="5491163"/>
          <p14:tracePt t="132204" x="9837738" y="5503863"/>
          <p14:tracePt t="132215" x="9852025" y="5503863"/>
          <p14:tracePt t="132250" x="9864725" y="5518150"/>
          <p14:tracePt t="132261" x="9879013" y="5518150"/>
          <p14:tracePt t="132262" x="9891713" y="5518150"/>
          <p14:tracePt t="132277" x="9920288" y="5518150"/>
          <p14:tracePt t="132286" x="9953625" y="5518150"/>
          <p14:tracePt t="132296" x="9967913" y="5518150"/>
          <p14:tracePt t="132319" x="9980613" y="5518150"/>
          <p14:tracePt t="132541" x="9994900" y="5518150"/>
          <p14:tracePt t="132600" x="10007600" y="5518150"/>
          <p14:tracePt t="132611" x="10021888" y="5518150"/>
          <p14:tracePt t="132623" x="10034588" y="5518150"/>
          <p14:tracePt t="132638" x="10048875" y="5518150"/>
          <p14:tracePt t="132647" x="10063163" y="5518150"/>
          <p14:tracePt t="132656" x="10090150" y="5518150"/>
          <p14:tracePt t="132679" x="10117138" y="5503863"/>
          <p14:tracePt t="132711" x="10137775" y="5503863"/>
          <p14:tracePt t="132723" x="10137775" y="5491163"/>
          <p14:tracePt t="132756" x="10150475" y="5491163"/>
          <p14:tracePt t="132770" x="10150475" y="5476875"/>
          <p14:tracePt t="132793" x="10164763" y="5476875"/>
          <p14:tracePt t="132804" x="10164763" y="5462588"/>
          <p14:tracePt t="132959" x="10177463" y="5491163"/>
          <p14:tracePt t="132980" x="10177463" y="5518150"/>
          <p14:tracePt t="132992" x="10191750" y="5518150"/>
          <p14:tracePt t="133003" x="10206038" y="5530850"/>
          <p14:tracePt t="133014" x="10206038" y="5545138"/>
          <p14:tracePt t="133037" x="10218738" y="5545138"/>
          <p14:tracePt t="133038" x="10218738" y="5557838"/>
          <p14:tracePt t="133083" x="10218738" y="5572125"/>
          <p14:tracePt t="133099" x="10206038" y="5572125"/>
          <p14:tracePt t="133108" x="10191750" y="5572125"/>
          <p14:tracePt t="133119" x="10177463" y="5572125"/>
          <p14:tracePt t="133142" x="10164763" y="5572125"/>
          <p14:tracePt t="133218" x="10164763" y="5557838"/>
          <p14:tracePt t="133234" x="10177463" y="5557838"/>
          <p14:tracePt t="133246" x="10191750" y="5545138"/>
          <p14:tracePt t="133256" x="10206038" y="5530850"/>
          <p14:tracePt t="133272" x="10218738" y="5518150"/>
          <p14:tracePt t="133303" x="10260013" y="5476875"/>
          <p14:tracePt t="133313" x="10272713" y="5462588"/>
          <p14:tracePt t="133315" x="10287000" y="5462588"/>
          <p14:tracePt t="133332" x="10301288" y="5449888"/>
          <p14:tracePt t="133334" x="10313988" y="5435600"/>
          <p14:tracePt t="133354" x="10348913" y="5435600"/>
          <p14:tracePt t="133365" x="10361613" y="5435600"/>
          <p14:tracePt t="133387" x="10375900" y="5435600"/>
          <p14:tracePt t="133404" x="10375900" y="5414963"/>
          <p14:tracePt t="133414" x="10388600" y="5414963"/>
          <p14:tracePt t="133454" x="10388600" y="5402263"/>
          <p14:tracePt t="133467" x="10402888" y="5402263"/>
          <p14:tracePt t="133598" x="10402888" y="5387975"/>
          <p14:tracePt t="133881" x="10402888" y="5402263"/>
          <p14:tracePt t="133902" x="10402888" y="5414963"/>
          <p14:tracePt t="133906" x="10415588" y="5414963"/>
          <p14:tracePt t="133921" x="10429875" y="5435600"/>
          <p14:tracePt t="133929" x="10444163" y="5435600"/>
          <p14:tracePt t="136132" x="10260013" y="5476875"/>
          <p14:tracePt t="136142" x="10164763" y="5491163"/>
          <p14:tracePt t="136157" x="10137775" y="5491163"/>
          <p14:tracePt t="136164" x="10090150" y="5491163"/>
          <p14:tracePt t="136175" x="10063163" y="5491163"/>
          <p14:tracePt t="136187" x="10034588" y="5503863"/>
          <p14:tracePt t="136206" x="9994900" y="5503863"/>
          <p14:tracePt t="136212" x="9953625" y="5503863"/>
          <p14:tracePt t="136221" x="9879013" y="5530850"/>
          <p14:tracePt t="136231" x="9837738" y="5545138"/>
          <p14:tracePt t="136279" x="9415463" y="5673725"/>
          <p14:tracePt t="136288" x="9286875" y="5700713"/>
          <p14:tracePt t="136322" x="8953500" y="5783263"/>
          <p14:tracePt t="136323" x="8796338" y="5830888"/>
          <p14:tracePt t="136342" x="8682038" y="5857875"/>
          <p14:tracePt t="136347" x="8626475" y="5872163"/>
          <p14:tracePt t="136379" x="8497888" y="5872163"/>
          <p14:tracePt t="136394" x="8470900" y="5872163"/>
          <p14:tracePt t="136402" x="8443913" y="5872163"/>
          <p14:tracePt t="136412" x="8415338" y="5872163"/>
          <p14:tracePt t="136450" x="8402638" y="5872163"/>
          <p14:tracePt t="136481" x="8388350" y="5872163"/>
          <p14:tracePt t="136491" x="8375650" y="5872163"/>
          <p14:tracePt t="136504" x="8361363" y="5872163"/>
          <p14:tracePt t="136515" x="8313738" y="5872163"/>
          <p14:tracePt t="136531" x="8245475" y="5872163"/>
          <p14:tracePt t="136537" x="8116888" y="5884863"/>
          <p14:tracePt t="136548" x="7994650" y="5899150"/>
          <p14:tracePt t="136578" x="7599363" y="5967413"/>
          <p14:tracePt t="136586" x="7497763" y="5980113"/>
          <p14:tracePt t="136607" x="7327900" y="6015038"/>
          <p14:tracePt t="136626" x="7300913" y="6015038"/>
          <p14:tracePt t="136628" x="7286625" y="6015038"/>
          <p14:tracePt t="136671" x="7300913" y="6015038"/>
          <p14:tracePt t="136685" x="7340600" y="6015038"/>
          <p14:tracePt t="136697" x="7388225" y="5994400"/>
          <p14:tracePt t="136708" x="7456488" y="5980113"/>
          <p14:tracePt t="136719" x="7566025" y="5967413"/>
          <p14:tracePt t="136739" x="7694613" y="5953125"/>
          <p14:tracePt t="136741" x="7824788" y="5938838"/>
          <p14:tracePt t="136756" x="7878763" y="5938838"/>
          <p14:tracePt t="136765" x="7920038" y="5938838"/>
          <p14:tracePt t="136775" x="7932738" y="5938838"/>
          <p14:tracePt t="137167" x="7947025" y="5938838"/>
          <p14:tracePt t="137176" x="7959725" y="5938838"/>
          <p14:tracePt t="137188" x="7994650" y="5938838"/>
          <p14:tracePt t="137199" x="8007350" y="5938838"/>
          <p14:tracePt t="137212" x="8021638" y="5926138"/>
          <p14:tracePt t="137224" x="8034338" y="5926138"/>
          <p14:tracePt t="137234" x="8048625" y="5911850"/>
          <p14:tracePt t="137250" x="8062913" y="5911850"/>
          <p14:tracePt t="137269" x="8075613" y="5911850"/>
          <p14:tracePt t="137334" x="8089900" y="5899150"/>
          <p14:tracePt t="137346" x="8102600" y="5899150"/>
          <p14:tracePt t="137358" x="8129588" y="5899150"/>
          <p14:tracePt t="137374" x="8164513" y="5899150"/>
          <p14:tracePt t="137382" x="8205788" y="5899150"/>
          <p14:tracePt t="137392" x="8232775" y="5899150"/>
          <p14:tracePt t="137403" x="8245475" y="5899150"/>
          <p14:tracePt t="137432" x="8272463" y="5884863"/>
          <p14:tracePt t="137809" x="8301038" y="5884863"/>
          <p14:tracePt t="137819" x="8313738" y="5884863"/>
          <p14:tracePt t="137831" x="8328025" y="5884863"/>
          <p14:tracePt t="137847" x="8328025" y="5872163"/>
          <p14:tracePt t="137855" x="8340725" y="5872163"/>
          <p14:tracePt t="137898" x="8361363" y="5872163"/>
          <p14:tracePt t="137909" x="8375650" y="5872163"/>
          <p14:tracePt t="137921" x="8388350" y="5884863"/>
          <p14:tracePt t="137944" x="8402638" y="5884863"/>
          <p14:tracePt t="137954" x="8402638" y="5899150"/>
          <p14:tracePt t="137966" x="8388350" y="5899150"/>
          <p14:tracePt t="138348" x="8388350" y="5884863"/>
          <p14:tracePt t="138369" x="8429625" y="5884863"/>
          <p14:tracePt t="138380" x="8443913" y="5884863"/>
          <p14:tracePt t="138393" x="8456613" y="5884863"/>
          <p14:tracePt t="138407" x="8483600" y="5884863"/>
          <p14:tracePt t="138417" x="8497888" y="5884863"/>
          <p14:tracePt t="138427" x="8510588" y="5884863"/>
          <p14:tracePt t="138438" x="8539163" y="5884863"/>
          <p14:tracePt t="138461" x="8586788" y="5884863"/>
          <p14:tracePt t="138472" x="8599488" y="5884863"/>
          <p14:tracePt t="138483" x="8613775" y="5884863"/>
          <p14:tracePt t="138606" x="8626475" y="5884863"/>
          <p14:tracePt t="138763" x="8640763" y="5884863"/>
          <p14:tracePt t="138989" x="8640763" y="5872163"/>
          <p14:tracePt t="139010" x="8653463" y="5872163"/>
          <p14:tracePt t="139303" x="8667750" y="5872163"/>
          <p14:tracePt t="139329" x="8682038" y="5872163"/>
          <p14:tracePt t="139330" x="8694738" y="5872163"/>
          <p14:tracePt t="139352" x="8709025" y="5872163"/>
          <p14:tracePt t="139354" x="8721725" y="5872163"/>
          <p14:tracePt t="139386" x="8736013" y="5872163"/>
          <p14:tracePt t="139389" x="8756650" y="5872163"/>
          <p14:tracePt t="139421" x="8769350" y="5872163"/>
          <p14:tracePt t="139562" x="8783638" y="5872163"/>
          <p14:tracePt t="139584" x="8796338" y="5872163"/>
          <p14:tracePt t="139585" x="8810625" y="5872163"/>
          <p14:tracePt t="139602" x="8824913" y="5872163"/>
          <p14:tracePt t="139617" x="8851900" y="5872163"/>
          <p14:tracePt t="139626" x="8891588" y="5872163"/>
          <p14:tracePt t="139646" x="8920163" y="5872163"/>
          <p14:tracePt t="139649" x="8953500" y="5872163"/>
          <p14:tracePt t="139675" x="8980488" y="5872163"/>
          <p14:tracePt t="139677" x="9021763" y="5872163"/>
          <p14:tracePt t="139693" x="9034463" y="5872163"/>
          <p14:tracePt t="139946" x="9048750" y="5872163"/>
          <p14:tracePt t="139971" x="9075738" y="5872163"/>
          <p14:tracePt t="140001" x="9090025" y="5872163"/>
          <p14:tracePt t="140004" x="9117013" y="5872163"/>
          <p14:tracePt t="140027" x="9150350" y="5872163"/>
          <p14:tracePt t="140070" x="9164638" y="5872163"/>
          <p14:tracePt t="140072" x="9205913" y="5872163"/>
          <p14:tracePt t="140085" x="9218613" y="5884863"/>
          <p14:tracePt t="140108" x="9245600" y="5884863"/>
          <p14:tracePt t="140531" x="9259888" y="5884863"/>
          <p14:tracePt t="140540" x="9272588" y="5884863"/>
          <p14:tracePt t="140563" x="9286875" y="5884863"/>
          <p14:tracePt t="140643" x="9301163" y="5884863"/>
          <p14:tracePt t="140653" x="9313863" y="5884863"/>
          <p14:tracePt t="140671" x="9328150" y="5884863"/>
          <p14:tracePt t="140688" x="9348788" y="5884863"/>
          <p14:tracePt t="140713" x="9361488" y="5884863"/>
          <p14:tracePt t="140722" x="9375775" y="5884863"/>
          <p14:tracePt t="140739" x="9388475" y="5884863"/>
          <p14:tracePt t="140752" x="9402763" y="5884863"/>
          <p14:tracePt t="140766" x="9415463" y="5884863"/>
          <p14:tracePt t="148046" x="9415463" y="5768975"/>
          <p14:tracePt t="148057" x="9429750" y="5572125"/>
          <p14:tracePt t="148069" x="9456738" y="5360988"/>
          <p14:tracePt t="148084" x="9471025" y="5218113"/>
          <p14:tracePt t="148098" x="9525000" y="5021263"/>
          <p14:tracePt t="148107" x="9586913" y="4899025"/>
          <p14:tracePt t="148124" x="9653588" y="4700588"/>
          <p14:tracePt t="148128" x="9721850" y="4518025"/>
          <p14:tracePt t="148149" x="9810750" y="4217988"/>
          <p14:tracePt t="148169" x="9864725" y="3967163"/>
          <p14:tracePt t="148181" x="9864725" y="3878263"/>
          <p14:tracePt t="148191" x="9879013" y="3768725"/>
          <p14:tracePt t="148204" x="9879013" y="3681413"/>
          <p14:tracePt t="148219" x="9879013" y="3640138"/>
          <p14:tracePt t="148231" x="9879013" y="3571875"/>
          <p14:tracePt t="148240" x="9879013" y="3530600"/>
          <p14:tracePt t="148249" x="9879013" y="3482975"/>
          <p14:tracePt t="148269" x="9879013" y="3443288"/>
          <p14:tracePt t="148271" x="9864725" y="3429000"/>
          <p14:tracePt t="148282" x="9852025" y="3402013"/>
          <p14:tracePt t="148305" x="9810750" y="3313113"/>
          <p14:tracePt t="148315" x="9783763" y="3271838"/>
          <p14:tracePt t="148335" x="9709150" y="3190875"/>
          <p14:tracePt t="148346" x="9653588" y="3101975"/>
          <p14:tracePt t="148352" x="9599613" y="3048000"/>
          <p14:tracePt t="148387" x="9498013" y="2919413"/>
          <p14:tracePt t="148396" x="9483725" y="2890838"/>
          <p14:tracePt t="148415" x="9471025" y="2863850"/>
          <p14:tracePt t="148417" x="9456738" y="2851150"/>
          <p14:tracePt t="148436" x="9444038" y="2836863"/>
          <p14:tracePt t="148444" x="9429750" y="2809875"/>
          <p14:tracePt t="148469" x="9402763" y="2782888"/>
          <p14:tracePt t="148478" x="9388475" y="2768600"/>
          <p14:tracePt t="148486" x="9361488" y="2747963"/>
          <p14:tracePt t="148507" x="9348788" y="2735263"/>
          <p14:tracePt t="148512" x="9313863" y="2720975"/>
          <p14:tracePt t="148531" x="9301163" y="2720975"/>
          <p14:tracePt t="148545" x="9259888" y="2708275"/>
          <p14:tracePt t="148569" x="9191625" y="2720975"/>
          <p14:tracePt t="148586" x="9048750" y="2782888"/>
          <p14:tracePt t="148597" x="8953500" y="2824163"/>
          <p14:tracePt t="148612" x="8837613" y="2890838"/>
          <p14:tracePt t="148621" x="8756650" y="2932113"/>
          <p14:tracePt t="148638" x="8640763" y="3006725"/>
          <p14:tracePt t="148646" x="8524875" y="3074988"/>
          <p14:tracePt t="148657" x="8443913" y="3149600"/>
          <p14:tracePt t="148668" x="8375650" y="3205163"/>
          <p14:tracePt t="148682" x="8301038" y="3286125"/>
          <p14:tracePt t="148694" x="8232775" y="3402013"/>
          <p14:tracePt t="148708" x="8191500" y="3509963"/>
          <p14:tracePt t="148709" x="8177213" y="3598863"/>
          <p14:tracePt t="148734" x="8164513" y="3756025"/>
          <p14:tracePt t="148747" x="8164513" y="3795713"/>
          <p14:tracePt t="148758" x="8164513" y="3851275"/>
          <p14:tracePt t="148766" x="8177213" y="3890963"/>
          <p14:tracePt t="148790" x="8177213" y="4006850"/>
          <p14:tracePt t="148802" x="8191500" y="4075113"/>
          <p14:tracePt t="148817" x="8205788" y="4137025"/>
          <p14:tracePt t="148852" x="8245475" y="4244975"/>
          <p14:tracePt t="148875" x="8259763" y="4271963"/>
          <p14:tracePt t="148884" x="8259763" y="4292600"/>
          <p14:tracePt t="148886" x="8272463" y="4333875"/>
          <p14:tracePt t="148894" x="8286750" y="4360863"/>
          <p14:tracePt t="148920" x="8328025" y="4429125"/>
          <p14:tracePt t="148947" x="8361363" y="4456113"/>
          <p14:tracePt t="148949" x="8415338" y="4518025"/>
          <p14:tracePt t="148968" x="8456613" y="4545013"/>
          <p14:tracePt t="148970" x="8510588" y="4586288"/>
          <p14:tracePt t="148980" x="8586788" y="4625975"/>
          <p14:tracePt t="149000" x="8640763" y="4652963"/>
          <p14:tracePt t="149002" x="8736013" y="4700588"/>
          <p14:tracePt t="149037" x="8837613" y="4741863"/>
          <p14:tracePt t="149038" x="9034463" y="4783138"/>
          <p14:tracePt t="149049" x="9150350" y="4795838"/>
          <p14:tracePt t="149068" x="9272588" y="4795838"/>
          <p14:tracePt t="149070" x="9361488" y="4795838"/>
          <p14:tracePt t="149081" x="9471025" y="4768850"/>
          <p14:tracePt t="149097" x="9572625" y="4729163"/>
          <p14:tracePt t="149120" x="9653588" y="4687888"/>
          <p14:tracePt t="149121" x="9709150" y="4640263"/>
          <p14:tracePt t="149132" x="9783763" y="4586288"/>
          <p14:tracePt t="149153" x="9864725" y="4456113"/>
          <p14:tracePt t="149165" x="9891713" y="4387850"/>
          <p14:tracePt t="149202" x="9953625" y="4259263"/>
          <p14:tracePt t="149204" x="9980613" y="4217988"/>
          <p14:tracePt t="149206" x="9994900" y="4149725"/>
          <p14:tracePt t="149235" x="10007600" y="4006850"/>
          <p14:tracePt t="149255" x="10021888" y="3952875"/>
          <p14:tracePt t="149257" x="10007600" y="3863975"/>
          <p14:tracePt t="149271" x="9994900" y="3783013"/>
          <p14:tracePt t="149272" x="9980613" y="3667125"/>
          <p14:tracePt t="149283" x="9953625" y="3598863"/>
          <p14:tracePt t="149306" x="9891713" y="3509963"/>
          <p14:tracePt t="149317" x="9852025" y="3443288"/>
          <p14:tracePt t="149318" x="9810750" y="3402013"/>
          <p14:tracePt t="149329" x="9769475" y="3348038"/>
          <p14:tracePt t="149351" x="9709150" y="3313113"/>
          <p14:tracePt t="149352" x="9653588" y="3271838"/>
          <p14:tracePt t="149364" x="9613900" y="3259138"/>
          <p14:tracePt t="149378" x="9545638" y="3244850"/>
          <p14:tracePt t="149390" x="9471025" y="3232150"/>
          <p14:tracePt t="149406" x="9402763" y="3232150"/>
          <p14:tracePt t="149411" x="9348788" y="3232150"/>
          <p14:tracePt t="149419" x="9259888" y="3232150"/>
          <p14:tracePt t="149441" x="9191625" y="3259138"/>
          <p14:tracePt t="149443" x="9117013" y="3271838"/>
          <p14:tracePt t="149452" x="9048750" y="3300413"/>
          <p14:tracePt t="149469" x="8967788" y="3327400"/>
          <p14:tracePt t="149486" x="8851900" y="3387725"/>
          <p14:tracePt t="149497" x="8796338" y="3429000"/>
          <p14:tracePt t="149510" x="8756650" y="3455988"/>
          <p14:tracePt t="149521" x="8721725" y="3482975"/>
          <p14:tracePt t="149537" x="8694738" y="3530600"/>
          <p14:tracePt t="149546" x="8667750" y="3557588"/>
          <p14:tracePt t="149563" x="8653463" y="3586163"/>
          <p14:tracePt t="149565" x="8640763" y="3613150"/>
          <p14:tracePt t="149585" x="8626475" y="3652838"/>
          <p14:tracePt t="149587" x="8599488" y="3667125"/>
          <p14:tracePt t="149599" x="8572500" y="3694113"/>
          <p14:tracePt t="149620" x="8524875" y="3729038"/>
          <p14:tracePt t="149632" x="8497888" y="3741738"/>
          <p14:tracePt t="149648" x="8443913" y="3756025"/>
          <p14:tracePt t="149657" x="8388350" y="3756025"/>
          <p14:tracePt t="149672" x="8301038" y="3756025"/>
          <p14:tracePt t="149680" x="8177213" y="3756025"/>
          <p14:tracePt t="149691" x="8075613" y="3741738"/>
          <p14:tracePt t="149721" x="7810500" y="3729038"/>
          <p14:tracePt t="149722" x="7667625" y="3708400"/>
          <p14:tracePt t="149737" x="7566025" y="3694113"/>
          <p14:tracePt t="149746" x="7415213" y="3667125"/>
          <p14:tracePt t="149767" x="7158038" y="3613150"/>
          <p14:tracePt t="149783" x="7007225" y="3571875"/>
          <p14:tracePt t="149803" x="6878638" y="3544888"/>
          <p14:tracePt t="149806" x="6762750" y="3509963"/>
          <p14:tracePt t="149814" x="6694488" y="3497263"/>
          <p14:tracePt t="149837" x="6538913" y="3470275"/>
          <p14:tracePt t="149847" x="6456363" y="3455988"/>
          <p14:tracePt t="149868" x="6327775" y="3455988"/>
          <p14:tracePt t="149887" x="6272213" y="3455988"/>
          <p14:tracePt t="149895" x="6245225" y="3470275"/>
          <p14:tracePt t="149905" x="6218238" y="3482975"/>
          <p14:tracePt t="149919" x="6205538" y="3497263"/>
          <p14:tracePt t="149938" x="6205538" y="3509963"/>
          <p14:tracePt t="149970" x="6184900" y="3509963"/>
          <p14:tracePt t="150442" x="6184900" y="3530600"/>
          <p14:tracePt t="150451" x="6205538" y="3530600"/>
          <p14:tracePt t="150463" x="6218238" y="3530600"/>
          <p14:tracePt t="150474" x="6232525" y="3530600"/>
          <p14:tracePt t="150487" x="6259513" y="3530600"/>
          <p14:tracePt t="150499" x="6300788" y="3530600"/>
          <p14:tracePt t="150519" x="6340475" y="3530600"/>
          <p14:tracePt t="150521" x="6402388" y="3530600"/>
          <p14:tracePt t="150532" x="6429375" y="3509963"/>
          <p14:tracePt t="150545" x="6470650" y="3509963"/>
          <p14:tracePt t="150556" x="6524625" y="3482975"/>
          <p14:tracePt t="150572" x="6565900" y="3470275"/>
          <p14:tracePt t="150582" x="6640513" y="3443288"/>
          <p14:tracePt t="150604" x="6694488" y="3429000"/>
          <p14:tracePt t="150605" x="6748463" y="3402013"/>
          <p14:tracePt t="150614" x="6810375" y="3387725"/>
          <p14:tracePt t="150642" x="7007225" y="3313113"/>
          <p14:tracePt t="150649" x="7089775" y="3286125"/>
          <p14:tracePt t="150668" x="7354888" y="3176588"/>
          <p14:tracePt t="150682" x="7539038" y="3101975"/>
          <p14:tracePt t="150690" x="7667625" y="3048000"/>
          <p14:tracePt t="150721" x="7891463" y="2946400"/>
          <p14:tracePt t="150724" x="8089900" y="2851150"/>
          <p14:tracePt t="150727" x="8218488" y="2795588"/>
          <p14:tracePt t="150735" x="8375650" y="2693988"/>
          <p14:tracePt t="150756" x="8456613" y="2640013"/>
          <p14:tracePt t="150758" x="8558213" y="2565400"/>
          <p14:tracePt t="150786" x="8667750" y="2470150"/>
          <p14:tracePt t="150802" x="8694738" y="2428875"/>
          <p14:tracePt t="150803" x="8721725" y="2401888"/>
          <p14:tracePt t="150814" x="8736013" y="2354263"/>
          <p14:tracePt t="150831" x="8756650" y="2327275"/>
          <p14:tracePt t="150840" x="8756650" y="2300288"/>
          <p14:tracePt t="150854" x="8756650" y="2271713"/>
          <p14:tracePt t="150863" x="8756650" y="2244725"/>
          <p14:tracePt t="150871" x="8756650" y="2217738"/>
          <p14:tracePt t="150882" x="8756650" y="2205038"/>
          <p14:tracePt t="150903" x="8736013" y="2184400"/>
          <p14:tracePt t="150914" x="8736013" y="2170113"/>
          <p14:tracePt t="150925" x="8721725" y="2170113"/>
          <p14:tracePt t="150947" x="8709025" y="2157413"/>
          <p14:tracePt t="150948" x="8667750" y="2157413"/>
          <p14:tracePt t="150959" x="8626475" y="2143125"/>
          <p14:tracePt t="150970" x="8572500" y="2143125"/>
          <p14:tracePt t="150991" x="8497888" y="2128838"/>
          <p14:tracePt t="150996" x="8429625" y="2128838"/>
          <p14:tracePt t="151004" x="8375650" y="2143125"/>
          <p14:tracePt t="151035" x="8286750" y="2157413"/>
          <p14:tracePt t="151041" x="8232775" y="2170113"/>
          <p14:tracePt t="151059" x="8177213" y="2205038"/>
          <p14:tracePt t="151071" x="8062913" y="2259013"/>
          <p14:tracePt t="151073" x="7947025" y="2327275"/>
          <p14:tracePt t="151090" x="7864475" y="2387600"/>
          <p14:tracePt t="151102" x="7810500" y="2428875"/>
          <p14:tracePt t="151132" x="7626350" y="2586038"/>
          <p14:tracePt t="151143" x="7367588" y="2768600"/>
          <p14:tracePt t="151155" x="7158038" y="2878138"/>
          <p14:tracePt t="151171" x="6905625" y="3006725"/>
          <p14:tracePt t="151179" x="6708775" y="3062288"/>
          <p14:tracePt t="151188" x="6402388" y="3128963"/>
          <p14:tracePt t="151203" x="6062663" y="3163888"/>
          <p14:tracePt t="151211" x="5667375" y="3176588"/>
          <p14:tracePt t="151220" x="5381625" y="3190875"/>
          <p14:tracePt t="151232" x="4959350" y="3176588"/>
          <p14:tracePt t="151256" x="4232275" y="3149600"/>
          <p14:tracePt t="151266" x="3905250" y="3149600"/>
          <p14:tracePt t="151275" x="3551238" y="3149600"/>
          <p14:tracePt t="151307" x="3041650" y="3101975"/>
          <p14:tracePt t="151308" x="2803525" y="3101975"/>
          <p14:tracePt t="151319" x="2605088" y="3101975"/>
          <p14:tracePt t="151331" x="2395538" y="3116263"/>
          <p14:tracePt t="151354" x="2128838" y="3163888"/>
          <p14:tracePt t="151365" x="2027238" y="3190875"/>
          <p14:tracePt t="151375" x="1973263" y="3217863"/>
          <p14:tracePt t="151396" x="1905000" y="3271838"/>
          <p14:tracePt t="151401" x="1843088" y="3327400"/>
          <p14:tracePt t="151425" x="1789113" y="3455988"/>
          <p14:tracePt t="151446" x="1776413" y="3530600"/>
          <p14:tracePt t="151448" x="1789113" y="3586163"/>
          <p14:tracePt t="151461" x="1803400" y="3625850"/>
          <p14:tracePt t="151470" x="1830388" y="3667125"/>
          <p14:tracePt t="151486" x="1878013" y="3708400"/>
          <p14:tracePt t="151491" x="1931988" y="3741738"/>
          <p14:tracePt t="151507" x="2000250" y="3756025"/>
          <p14:tracePt t="151515" x="2128838" y="3768725"/>
          <p14:tracePt t="151537" x="2524125" y="3756025"/>
          <p14:tracePt t="151549" x="2720975" y="3729038"/>
          <p14:tracePt t="151567" x="3211513" y="3571875"/>
          <p14:tracePt t="151583" x="3340100" y="3509963"/>
          <p14:tracePt t="151607" x="3470275" y="3313113"/>
          <p14:tracePt t="151621" x="3470275" y="3205163"/>
          <p14:tracePt t="151623" x="3422650" y="3101975"/>
          <p14:tracePt t="151653" x="3170238" y="2863850"/>
          <p14:tracePt t="151662" x="3014663" y="2795588"/>
          <p14:tracePt t="151686" x="2524125" y="2640013"/>
          <p14:tracePt t="151704" x="2224088" y="2625725"/>
          <p14:tracePt t="151705" x="2000250" y="2625725"/>
          <p14:tracePt t="151719" x="1693863" y="2693988"/>
          <p14:tracePt t="151728" x="1395413" y="2809875"/>
          <p14:tracePt t="151739" x="1116013" y="2946400"/>
          <p14:tracePt t="151758" x="815975" y="3217863"/>
          <p14:tracePt t="151770" x="735013" y="3387725"/>
          <p14:tracePt t="151781" x="693738" y="3530600"/>
          <p14:tracePt t="151802" x="673100" y="3729038"/>
          <p14:tracePt t="151804" x="693738" y="3925888"/>
          <p14:tracePt t="151820" x="735013" y="4089400"/>
          <p14:tracePt t="151832" x="776288" y="4205288"/>
          <p14:tracePt t="151851" x="958850" y="4470400"/>
          <p14:tracePt t="151875" x="1143000" y="4640263"/>
          <p14:tracePt t="151887" x="1252538" y="4714875"/>
          <p14:tracePt t="151916" x="1681163" y="4810125"/>
          <p14:tracePt t="151933" x="1931988" y="4810125"/>
          <p14:tracePt t="151942" x="2252663" y="4783138"/>
          <p14:tracePt t="151956" x="2538413" y="4756150"/>
          <p14:tracePt t="151965" x="3000375" y="4652963"/>
          <p14:tracePt t="151987" x="3681413" y="4456113"/>
          <p14:tracePt t="151998" x="3946525" y="4333875"/>
          <p14:tracePt t="152013" x="4157663" y="4191000"/>
          <p14:tracePt t="152035" x="4300538" y="4021138"/>
          <p14:tracePt t="152038" x="4381500" y="3878263"/>
          <p14:tracePt t="152040" x="4443413" y="3652838"/>
          <p14:tracePt t="152067" x="4340225" y="3232150"/>
          <p14:tracePt t="152088" x="4062413" y="2878138"/>
          <p14:tracePt t="152099" x="3803650" y="2693988"/>
          <p14:tracePt t="152108" x="3633788" y="2613025"/>
          <p14:tracePt t="152123" x="3381375" y="2509838"/>
          <p14:tracePt t="152153" x="2776538" y="2401888"/>
          <p14:tracePt t="152157" x="2551113" y="2414588"/>
          <p14:tracePt t="152175" x="2271713" y="2455863"/>
          <p14:tracePt t="152184" x="1973263" y="2551113"/>
          <p14:tracePt t="152196" x="1776413" y="2640013"/>
          <p14:tracePt t="152198" x="1550988" y="2782888"/>
          <p14:tracePt t="152217" x="1381125" y="2946400"/>
          <p14:tracePt t="152228" x="1265238" y="3116263"/>
          <p14:tracePt t="152230" x="1211263" y="3259138"/>
          <p14:tracePt t="152272" x="1169988" y="3810000"/>
          <p14:tracePt t="152287" x="1196975" y="3925888"/>
          <p14:tracePt t="152289" x="1265238" y="4075113"/>
          <p14:tracePt t="152303" x="1381125" y="4232275"/>
          <p14:tracePt t="152339" x="1816100" y="4640263"/>
          <p14:tracePt t="152346" x="1973263" y="4741863"/>
          <p14:tracePt t="152357" x="2074863" y="4795838"/>
          <p14:tracePt t="152374" x="2252663" y="4851400"/>
          <p14:tracePt t="152381" x="2482850" y="4899025"/>
          <p14:tracePt t="152401" x="2693988" y="4938713"/>
          <p14:tracePt t="152403" x="2986088" y="4967288"/>
          <p14:tracePt t="152415" x="3354388" y="4994275"/>
          <p14:tracePt t="152422" x="3721100" y="4994275"/>
          <p14:tracePt t="152439" x="4000500" y="4979988"/>
          <p14:tracePt t="152453" x="4381500" y="4926013"/>
          <p14:tracePt t="152459" x="4694238" y="4837113"/>
          <p14:tracePt t="152506" x="5367338" y="4306888"/>
          <p14:tracePt t="152517" x="5414963" y="4164013"/>
          <p14:tracePt t="152533" x="5414963" y="3952875"/>
          <p14:tracePt t="152536" x="5354638" y="3741738"/>
          <p14:tracePt t="152556" x="5245100" y="3509963"/>
          <p14:tracePt t="152558" x="5143500" y="3375025"/>
          <p14:tracePt t="152573" x="4986338" y="3190875"/>
          <p14:tracePt t="152590" x="4837113" y="3033713"/>
          <p14:tracePt t="152591" x="4667250" y="2890838"/>
          <p14:tracePt t="152621" x="4313238" y="2693988"/>
          <p14:tracePt t="152637" x="4062413" y="2598738"/>
          <p14:tracePt t="152639" x="3830638" y="2524125"/>
          <p14:tracePt t="152649" x="3524250" y="2470150"/>
          <p14:tracePt t="152659" x="3286125" y="2470150"/>
          <p14:tracePt t="152680" x="3062288" y="2509838"/>
          <p14:tracePt t="152682" x="2905125" y="2551113"/>
          <p14:tracePt t="152692" x="2681288" y="2640013"/>
          <p14:tracePt t="152704" x="2435225" y="2735263"/>
          <p14:tracePt t="152729" x="2271713" y="2836863"/>
          <p14:tracePt t="152730" x="2054225" y="2979738"/>
          <p14:tracePt t="152742" x="1878013" y="3149600"/>
          <p14:tracePt t="152767" x="1693863" y="3429000"/>
          <p14:tracePt t="152774" x="1646238" y="3571875"/>
          <p14:tracePt t="152795" x="1633538" y="3708400"/>
          <p14:tracePt t="152797" x="1646238" y="3824288"/>
          <p14:tracePt t="152819" x="1681163" y="3979863"/>
          <p14:tracePt t="152853" x="1735138" y="4149725"/>
          <p14:tracePt t="152866" x="1747838" y="4176713"/>
          <p14:tracePt t="152884" x="1762125" y="4217988"/>
          <p14:tracePt t="152900" x="1762125" y="4232275"/>
          <p14:tracePt t="152914" x="1776413" y="4244975"/>
          <p14:tracePt t="152927" x="1789113" y="4271963"/>
          <p14:tracePt t="152929" x="1816100" y="4306888"/>
          <p14:tracePt t="152952" x="1890713" y="4375150"/>
          <p14:tracePt t="152984" x="1985963" y="4443413"/>
          <p14:tracePt t="152985" x="2054225" y="4491038"/>
          <p14:tracePt t="153016" x="2211388" y="4545013"/>
          <p14:tracePt t="153017" x="2312988" y="4586288"/>
          <p14:tracePt t="153042" x="2497138" y="4625975"/>
          <p14:tracePt t="153054" x="2605088" y="4640263"/>
          <p14:tracePt t="153071" x="2720975" y="4652963"/>
          <p14:tracePt t="153081" x="2843213" y="4652963"/>
          <p14:tracePt t="153089" x="2946400" y="4673600"/>
          <p14:tracePt t="153106" x="3128963" y="4652963"/>
          <p14:tracePt t="153112" x="3313113" y="4640263"/>
          <p14:tracePt t="153138" x="3694113" y="4586288"/>
          <p14:tracePt t="153157" x="3932238" y="4503738"/>
          <p14:tracePt t="153158" x="4170363" y="4429125"/>
          <p14:tracePt t="153168" x="4340225" y="4360863"/>
          <p14:tracePt t="153178" x="4538663" y="4232275"/>
          <p14:tracePt t="153203" x="4721225" y="4110038"/>
          <p14:tracePt t="153221" x="4878388" y="3952875"/>
          <p14:tracePt t="153223" x="4986338" y="3836988"/>
          <p14:tracePt t="153240" x="5157788" y="3544888"/>
          <p14:tracePt t="153252" x="5184775" y="3429000"/>
          <p14:tracePt t="153254" x="5197475" y="3286125"/>
          <p14:tracePt t="153265" x="5184775" y="3176588"/>
          <p14:tracePt t="153287" x="5143500" y="3062288"/>
          <p14:tracePt t="153288" x="5089525" y="2979738"/>
          <p14:tracePt t="153319" x="4905375" y="2768600"/>
          <p14:tracePt t="153342" x="4803775" y="2681288"/>
          <p14:tracePt t="153344" x="4721225" y="2625725"/>
          <p14:tracePt t="153348" x="4605338" y="2551113"/>
          <p14:tracePt t="153358" x="4524375" y="2509838"/>
          <p14:tracePt t="153373" x="4470400" y="2482850"/>
          <p14:tracePt t="153382" x="4395788" y="2470150"/>
          <p14:tracePt t="153405" x="4300538" y="2443163"/>
          <p14:tracePt t="153415" x="4259263" y="2428875"/>
          <p14:tracePt t="153424" x="4197350" y="2428875"/>
          <p14:tracePt t="153441" x="4129088" y="2414588"/>
          <p14:tracePt t="153453" x="4075113" y="2414588"/>
          <p14:tracePt t="153459" x="3986213" y="2414588"/>
          <p14:tracePt t="153492" x="3776663" y="2401888"/>
          <p14:tracePt t="153497" x="3708400" y="2401888"/>
          <p14:tracePt t="153505" x="3578225" y="2387600"/>
          <p14:tracePt t="153513" x="3455988" y="2387600"/>
          <p14:tracePt t="153540" x="3259138" y="2366963"/>
          <p14:tracePt t="153549" x="3184525" y="2366963"/>
          <p14:tracePt t="153558" x="3116263" y="2387600"/>
          <p14:tracePt t="153587" x="3014663" y="2401888"/>
          <p14:tracePt t="153598" x="2959100" y="2414588"/>
          <p14:tracePt t="153622" x="2905125" y="2428875"/>
          <p14:tracePt t="153628" x="2863850" y="2428875"/>
          <p14:tracePt t="153637" x="2830513" y="2443163"/>
          <p14:tracePt t="153663" x="2816225" y="2455863"/>
          <p14:tracePt t="153666" x="2789238" y="2455863"/>
          <p14:tracePt t="153682" x="2762250" y="2470150"/>
          <p14:tracePt t="153683" x="2735263" y="2482850"/>
          <p14:tracePt t="153706" x="2708275" y="2482850"/>
          <p14:tracePt t="153707" x="2681288" y="2497138"/>
          <p14:tracePt t="153720" x="2646363" y="2509838"/>
          <p14:tracePt t="153732" x="2619375" y="2509838"/>
          <p14:tracePt t="153772" x="2578100" y="2524125"/>
          <p14:tracePt t="153785" x="2565400" y="2538413"/>
          <p14:tracePt t="153799" x="2538413" y="2538413"/>
          <p14:tracePt t="153808" x="2524125" y="2551113"/>
          <p14:tracePt t="153827" x="2497138" y="2551113"/>
          <p14:tracePt t="153836" x="2482850" y="2565400"/>
          <p14:tracePt t="153852" x="2449513" y="2586038"/>
          <p14:tracePt t="153854" x="2435225" y="2586038"/>
          <p14:tracePt t="153866" x="2422525" y="2586038"/>
          <p14:tracePt t="153885" x="2381250" y="2598738"/>
          <p14:tracePt t="153898" x="2366963" y="2613025"/>
          <p14:tracePt t="153918" x="2354263" y="2625725"/>
          <p14:tracePt t="153919" x="2339975" y="2625725"/>
          <p14:tracePt t="153934" x="2339975" y="2640013"/>
          <p14:tracePt t="153946" x="2327275" y="2640013"/>
          <p14:tracePt t="153958" x="2300288" y="2652713"/>
          <p14:tracePt t="153968" x="2286000" y="2667000"/>
          <p14:tracePt t="153987" x="2238375" y="2693988"/>
          <p14:tracePt t="154010" x="2197100" y="2720975"/>
          <p14:tracePt t="154019" x="2184400" y="2735263"/>
          <p14:tracePt t="154038" x="2157413" y="2782888"/>
          <p14:tracePt t="154048" x="2128838" y="2809875"/>
          <p14:tracePt t="154069" x="2101850" y="2863850"/>
          <p14:tracePt t="154103" x="2074863" y="2905125"/>
          <p14:tracePt t="154104" x="2054225" y="2919413"/>
          <p14:tracePt t="154136" x="2041525" y="3033713"/>
          <p14:tracePt t="154169" x="2027238" y="3089275"/>
          <p14:tracePt t="154180" x="2041525" y="3101975"/>
          <p14:tracePt t="154245" x="2041525" y="3116263"/>
          <p14:tracePt t="154268" x="2041525" y="3128963"/>
          <p14:tracePt t="154290" x="2041525" y="3163888"/>
          <p14:tracePt t="154301" x="2041525" y="3176588"/>
          <p14:tracePt t="154320" x="2041525" y="3190875"/>
          <p14:tracePt t="154330" x="2027238" y="3190875"/>
          <p14:tracePt t="154547" x="2041525" y="3205163"/>
          <p14:tracePt t="154559" x="2041525" y="3217863"/>
          <p14:tracePt t="154570" x="2041525" y="3244850"/>
          <p14:tracePt t="154588" x="2041525" y="3286125"/>
          <p14:tracePt t="154594" x="2027238" y="3313113"/>
          <p14:tracePt t="154604" x="2014538" y="3348038"/>
          <p14:tracePt t="154621" x="2014538" y="3360738"/>
          <p14:tracePt t="154632" x="2000250" y="3387725"/>
          <p14:tracePt t="154653" x="1958975" y="3402013"/>
          <p14:tracePt t="154673" x="1931988" y="3429000"/>
          <p14:tracePt t="154684" x="1919288" y="3429000"/>
          <p14:tracePt t="154703" x="1919288" y="3443288"/>
          <p14:tracePt t="154710" x="1905000" y="3443288"/>
          <p14:tracePt t="154728" x="1890713" y="3443288"/>
          <p14:tracePt t="154760" x="1878013" y="3455988"/>
          <p14:tracePt t="154770" x="1857375" y="3470275"/>
          <p14:tracePt t="154789" x="1843088" y="3470275"/>
          <p14:tracePt t="154791" x="1830388" y="3482975"/>
          <p14:tracePt t="154806" x="1816100" y="3482975"/>
          <p14:tracePt t="154808" x="1816100" y="3497263"/>
          <p14:tracePt t="154820" x="1803400" y="3497263"/>
          <p14:tracePt t="154841" x="1789113" y="3497263"/>
          <p14:tracePt t="154897" x="1776413" y="3497263"/>
          <p14:tracePt t="154931" x="1762125" y="3497263"/>
          <p14:tracePt t="154955" x="1747838" y="3509963"/>
          <p14:tracePt t="154970" x="1735138" y="3509963"/>
          <p14:tracePt t="154980" x="1708150" y="3509963"/>
          <p14:tracePt t="154992" x="1693863" y="3509963"/>
          <p14:tracePt t="155004" x="1681163" y="3530600"/>
          <p14:tracePt t="155015" x="1660525" y="3530600"/>
          <p14:tracePt t="155035" x="1646238" y="3530600"/>
          <p14:tracePt t="155044" x="1633538" y="3530600"/>
          <p14:tracePt t="155066" x="1619250" y="3530600"/>
          <p14:tracePt t="155087" x="1604963" y="3544888"/>
          <p14:tracePt t="155099" x="1592263" y="3544888"/>
          <p14:tracePt t="155155" x="1604963" y="3544888"/>
          <p14:tracePt t="155166" x="1633538" y="3530600"/>
          <p14:tracePt t="155182" x="1646238" y="3530600"/>
          <p14:tracePt t="155191" x="1660525" y="3530600"/>
          <p14:tracePt t="155202" x="1681163" y="3530600"/>
          <p14:tracePt t="155223" x="1720850" y="3530600"/>
          <p14:tracePt t="155235" x="1747838" y="3544888"/>
          <p14:tracePt t="155258" x="1776413" y="3544888"/>
          <p14:tracePt t="155271" x="1789113" y="3544888"/>
          <p14:tracePt t="155282" x="1816100" y="3544888"/>
          <p14:tracePt t="155292" x="1857375" y="3544888"/>
          <p14:tracePt t="155322" x="1958975" y="3544888"/>
          <p14:tracePt t="155329" x="1985963" y="3544888"/>
          <p14:tracePt t="155337" x="2027238" y="3544888"/>
          <p14:tracePt t="155353" x="2041525" y="3544888"/>
          <p14:tracePt t="155393" x="2014538" y="3544888"/>
          <p14:tracePt t="155403" x="1985963" y="3544888"/>
          <p14:tracePt t="155419" x="1931988" y="3544888"/>
          <p14:tracePt t="155433" x="1890713" y="3544888"/>
          <p14:tracePt t="155438" x="1816100" y="3544888"/>
          <p14:tracePt t="155448" x="1776413" y="3544888"/>
          <p14:tracePt t="155475" x="1693863" y="3544888"/>
          <p14:tracePt t="155484" x="1681163" y="3544888"/>
          <p14:tracePt t="155501" x="1646238" y="3544888"/>
          <p14:tracePt t="155509" x="1633538" y="3544888"/>
          <p14:tracePt t="155549" x="1646238" y="3544888"/>
          <p14:tracePt t="155584" x="1708150" y="3544888"/>
          <p14:tracePt t="155594" x="1747838" y="3544888"/>
          <p14:tracePt t="155607" x="1789113" y="3544888"/>
          <p14:tracePt t="155623" x="1857375" y="3544888"/>
          <p14:tracePt t="155634" x="1905000" y="3557588"/>
          <p14:tracePt t="155644" x="1946275" y="3557588"/>
          <p14:tracePt t="155654" x="1973263" y="3557588"/>
          <p14:tracePt t="155707" x="1946275" y="3557588"/>
          <p14:tracePt t="155720" x="1919288" y="3557588"/>
          <p14:tracePt t="155733" x="1890713" y="3557588"/>
          <p14:tracePt t="155743" x="1843088" y="3557588"/>
          <p14:tracePt t="155759" x="1789113" y="3557588"/>
          <p14:tracePt t="155769" x="1762125" y="3557588"/>
          <p14:tracePt t="155778" x="1720850" y="3557588"/>
          <p14:tracePt t="155806" x="1708150" y="3557588"/>
          <p14:tracePt t="155866" x="1720850" y="3557588"/>
          <p14:tracePt t="155876" x="1735138" y="3557588"/>
          <p14:tracePt t="155887" x="1762125" y="3557588"/>
          <p14:tracePt t="155906" x="1789113" y="3557588"/>
          <p14:tracePt t="155911" x="1816100" y="3571875"/>
          <p14:tracePt t="155922" x="1857375" y="3571875"/>
          <p14:tracePt t="155932" x="1878013" y="3571875"/>
          <p14:tracePt t="155956" x="1931988" y="3586163"/>
          <p14:tracePt t="155966" x="1946275" y="3586163"/>
          <p14:tracePt t="155976" x="1958975" y="3586163"/>
          <p14:tracePt t="156002" x="1973263" y="3586163"/>
          <p14:tracePt t="156191" x="1958975" y="3586163"/>
          <p14:tracePt t="156200" x="1931988" y="3586163"/>
          <p14:tracePt t="156204" x="1905000" y="3586163"/>
          <p14:tracePt t="156218" x="1878013" y="3586163"/>
          <p14:tracePt t="156228" x="1843088" y="3586163"/>
          <p14:tracePt t="156237" x="1803400" y="3586163"/>
          <p14:tracePt t="156255" x="1762125" y="3586163"/>
          <p14:tracePt t="156262" x="1735138" y="3586163"/>
          <p14:tracePt t="156271" x="1720850" y="3586163"/>
          <p14:tracePt t="156335" x="1735138" y="3586163"/>
          <p14:tracePt t="156371" x="1762125" y="3586163"/>
          <p14:tracePt t="156373" x="1789113" y="3586163"/>
          <p14:tracePt t="156382" x="1816100" y="3598863"/>
          <p14:tracePt t="156384" x="1857375" y="3598863"/>
          <p14:tracePt t="156400" x="1919288" y="3598863"/>
          <p14:tracePt t="156410" x="1973263" y="3598863"/>
          <p14:tracePt t="156419" x="2014538" y="3598863"/>
          <p14:tracePt t="156441" x="2054225" y="3613150"/>
          <p14:tracePt t="156482" x="2041525" y="3613150"/>
          <p14:tracePt t="156497" x="2027238" y="3598863"/>
          <p14:tracePt t="156507" x="2000250" y="3598863"/>
          <p14:tracePt t="156519" x="1946275" y="3598863"/>
          <p14:tracePt t="156531" x="1890713" y="3598863"/>
          <p14:tracePt t="156540" x="1830388" y="3598863"/>
          <p14:tracePt t="156559" x="1762125" y="3586163"/>
          <p14:tracePt t="156565" x="1708150" y="3586163"/>
          <p14:tracePt t="156574" x="1681163" y="3586163"/>
          <p14:tracePt t="156585" x="1660525" y="3586163"/>
          <p14:tracePt t="156618" x="1681163" y="3586163"/>
          <p14:tracePt t="156630" x="1720850" y="3586163"/>
          <p14:tracePt t="156642" x="1762125" y="3586163"/>
          <p14:tracePt t="156651" x="1816100" y="3598863"/>
          <p14:tracePt t="156670" x="1857375" y="3598863"/>
          <p14:tracePt t="156679" x="1919288" y="3598863"/>
          <p14:tracePt t="156689" x="1958975" y="3598863"/>
          <p14:tracePt t="156697" x="1985963" y="3613150"/>
          <p14:tracePt t="156722" x="2000250" y="3613150"/>
          <p14:tracePt t="156752" x="1985963" y="3613150"/>
          <p14:tracePt t="156764" x="1973263" y="3613150"/>
          <p14:tracePt t="156778" x="1958975" y="3613150"/>
          <p14:tracePt t="156787" x="1946275" y="3613150"/>
          <p14:tracePt t="156842" x="1973263" y="3613150"/>
          <p14:tracePt t="156853" x="2000250" y="3598863"/>
          <p14:tracePt t="156868" x="2027238" y="3598863"/>
          <p14:tracePt t="156880" x="2054225" y="3598863"/>
          <p14:tracePt t="156888" x="2101850" y="3598863"/>
          <p14:tracePt t="156904" x="2128838" y="3598863"/>
          <p14:tracePt t="156914" x="2157413" y="3598863"/>
          <p14:tracePt t="156923" x="2170113" y="3598863"/>
          <p14:tracePt t="157055" x="2157413" y="3598863"/>
          <p14:tracePt t="157066" x="2143125" y="3598863"/>
          <p14:tracePt t="157082" x="2128838" y="3598863"/>
          <p14:tracePt t="157090" x="2101850" y="3598863"/>
          <p14:tracePt t="157102" x="2089150" y="3598863"/>
          <p14:tracePt t="157124" x="2054225" y="3598863"/>
          <p14:tracePt t="157125" x="2027238" y="3598863"/>
          <p14:tracePt t="157137" x="2000250" y="3598863"/>
          <p14:tracePt t="157160" x="1985963" y="3598863"/>
          <p14:tracePt t="157191" x="2000250" y="3598863"/>
          <p14:tracePt t="157206" x="2014538" y="3598863"/>
          <p14:tracePt t="157217" x="2027238" y="3598863"/>
          <p14:tracePt t="157225" x="2054225" y="3598863"/>
          <p14:tracePt t="157246" x="2074863" y="3598863"/>
          <p14:tracePt t="157252" x="2101850" y="3598863"/>
          <p14:tracePt t="157260" x="2128838" y="3598863"/>
          <p14:tracePt t="157285" x="2143125" y="3598863"/>
          <p14:tracePt t="157338" x="2128838" y="3598863"/>
          <p14:tracePt t="157351" x="2116138" y="3598863"/>
          <p14:tracePt t="157361" x="2089150" y="3598863"/>
          <p14:tracePt t="157385" x="2014538" y="3598863"/>
          <p14:tracePt t="157418" x="1946275" y="3598863"/>
          <p14:tracePt t="157428" x="1919288" y="3598863"/>
          <p14:tracePt t="157429" x="1890713" y="3598863"/>
          <p14:tracePt t="157505" x="1905000" y="3598863"/>
          <p14:tracePt t="157519" x="1919288" y="3598863"/>
          <p14:tracePt t="157529" x="1946275" y="3598863"/>
          <p14:tracePt t="157540" x="1958975" y="3598863"/>
          <p14:tracePt t="157561" x="1973263" y="3598863"/>
          <p14:tracePt t="157562" x="1985963" y="3598863"/>
          <p14:tracePt t="157574" x="2000250" y="3598863"/>
          <p14:tracePt t="157651" x="1985963" y="3598863"/>
          <p14:tracePt t="157674" x="1973263" y="3598863"/>
          <p14:tracePt t="157688" x="1958975" y="3598863"/>
          <p14:tracePt t="157697" x="1946275" y="3598863"/>
          <p14:tracePt t="157726" x="1931988" y="3598863"/>
          <p14:tracePt t="157810" x="1946275" y="3598863"/>
          <p14:tracePt t="158001" x="1946275" y="3586163"/>
          <p14:tracePt t="158069" x="1958975" y="3586163"/>
          <p14:tracePt t="158092" x="1973263" y="3598863"/>
          <p14:tracePt t="158103" x="1985963" y="3598863"/>
          <p14:tracePt t="158116" x="2000250" y="3598863"/>
          <p14:tracePt t="158127" x="2041525" y="3598863"/>
          <p14:tracePt t="158144" x="2074863" y="3598863"/>
          <p14:tracePt t="158151" x="2101850" y="3598863"/>
          <p14:tracePt t="158159" x="2116138" y="3598863"/>
          <p14:tracePt t="158187" x="2128838" y="3598863"/>
          <p14:tracePt t="158204" x="2143125" y="3598863"/>
          <p14:tracePt t="158229" x="2170113" y="3598863"/>
          <p14:tracePt t="158239" x="2184400" y="3598863"/>
          <p14:tracePt t="158250" x="2211388" y="3598863"/>
          <p14:tracePt t="158271" x="2224088" y="3613150"/>
          <p14:tracePt t="158275" x="2252663" y="3613150"/>
          <p14:tracePt t="158289" x="2271713" y="3613150"/>
          <p14:tracePt t="158297" x="2286000" y="3613150"/>
          <p14:tracePt t="158321" x="2300288" y="3613150"/>
          <p14:tracePt t="158339" x="2312988" y="3613150"/>
          <p14:tracePt t="158341" x="2339975" y="3613150"/>
          <p14:tracePt t="158353" x="2366963" y="3613150"/>
          <p14:tracePt t="158365" x="2381250" y="3613150"/>
          <p14:tracePt t="158375" x="2395538" y="3613150"/>
          <p14:tracePt t="158389" x="2408238" y="3613150"/>
          <p14:tracePt t="158401" x="2422525" y="3613150"/>
          <p14:tracePt t="158474" x="2435225" y="3613150"/>
          <p14:tracePt t="158486" x="2449513" y="3613150"/>
          <p14:tracePt t="158496" x="2482850" y="3613150"/>
          <p14:tracePt t="158509" x="2497138" y="3613150"/>
          <p14:tracePt t="158520" x="2524125" y="3613150"/>
          <p14:tracePt t="158543" x="2538413" y="3613150"/>
          <p14:tracePt t="158544" x="2551113" y="3613150"/>
          <p14:tracePt t="158554" x="2565400" y="3613150"/>
          <p14:tracePt t="159384" x="2578100" y="3613150"/>
          <p14:tracePt t="159407" x="2592388" y="3613150"/>
          <p14:tracePt t="159421" x="2605088" y="3613150"/>
          <p14:tracePt t="159448" x="2619375" y="3613150"/>
          <p14:tracePt t="159455" x="2633663" y="3613150"/>
          <p14:tracePt t="159465" x="2646363" y="3613150"/>
          <p14:tracePt t="159490" x="2667000" y="3613150"/>
          <p14:tracePt t="159515" x="2681288" y="3613150"/>
          <p14:tracePt t="159517" x="2693988" y="3613150"/>
          <p14:tracePt t="159524" x="2708275" y="3613150"/>
          <p14:tracePt t="159533" x="2720975" y="3613150"/>
          <p14:tracePt t="159544" x="2735263" y="3613150"/>
          <p14:tracePt t="159570" x="2747963" y="3613150"/>
          <p14:tracePt t="159580" x="2762250" y="3613150"/>
          <p14:tracePt t="159779" x="2776538" y="3613150"/>
          <p14:tracePt t="159780" x="2789238" y="3613150"/>
          <p14:tracePt t="159789" x="2816225" y="3613150"/>
          <p14:tracePt t="159800" x="2843213" y="3625850"/>
          <p14:tracePt t="159815" x="2878138" y="3625850"/>
          <p14:tracePt t="159824" x="2905125" y="3625850"/>
          <p14:tracePt t="159835" x="2946400" y="3625850"/>
          <p14:tracePt t="159847" x="2973388" y="3625850"/>
          <p14:tracePt t="159861" x="3000375" y="3625850"/>
          <p14:tracePt t="159870" x="3041650" y="3625850"/>
          <p14:tracePt t="159880" x="3074988" y="3625850"/>
          <p14:tracePt t="159907" x="3101975" y="3625850"/>
          <p14:tracePt t="159917" x="3116263" y="3625850"/>
          <p14:tracePt t="159926" x="3128963" y="3625850"/>
          <p14:tracePt t="159960" x="3143250" y="3625850"/>
          <p14:tracePt t="160071" x="3157538" y="3625850"/>
          <p14:tracePt t="160105" x="3170238" y="3625850"/>
          <p14:tracePt t="160118" x="3184525" y="3625850"/>
          <p14:tracePt t="160130" x="3211513" y="3625850"/>
          <p14:tracePt t="160141" x="3224213" y="3625850"/>
          <p14:tracePt t="160151" x="3238500" y="3640138"/>
          <p14:tracePt t="160176" x="3259138" y="3640138"/>
          <p14:tracePt t="160196" x="3271838" y="3640138"/>
          <p14:tracePt t="160488" x="3286125" y="3640138"/>
          <p14:tracePt t="160499" x="3327400" y="3667125"/>
          <p14:tracePt t="160509" x="3470275" y="3756025"/>
          <p14:tracePt t="160521" x="3667125" y="3925888"/>
          <p14:tracePt t="160533" x="3905250" y="4137025"/>
          <p14:tracePt t="160561" x="4089400" y="4306888"/>
          <p14:tracePt t="160562" x="4340225" y="4545013"/>
          <p14:tracePt t="160572" x="4625975" y="4810125"/>
          <p14:tracePt t="160582" x="4946650" y="5110163"/>
          <p14:tracePt t="160599" x="5184775" y="5319713"/>
          <p14:tracePt t="160602" x="5538788" y="5634038"/>
          <p14:tracePt t="160612" x="5878513" y="5899150"/>
          <p14:tracePt t="160629" x="6102350" y="6081713"/>
          <p14:tracePt t="160643" x="6354763" y="6280150"/>
          <p14:tracePt t="160648" x="6565900" y="6435725"/>
          <p14:tracePt t="160657" x="6721475" y="6545263"/>
          <p14:tracePt t="160686" x="6864350" y="6673850"/>
          <p14:tracePt t="160693" x="6905625" y="6700838"/>
          <p14:tracePt t="160716" x="6905625" y="6715125"/>
          <p14:tracePt t="160736" x="6878638" y="6715125"/>
          <p14:tracePt t="160747" x="6851650" y="6729413"/>
          <p14:tracePt t="160758" x="6810375" y="6729413"/>
          <p14:tracePt t="160785" x="6708775" y="6756400"/>
          <p14:tracePt t="160796" x="6681788" y="6777038"/>
          <p14:tracePt t="160805" x="6626225" y="6804025"/>
          <p14:tracePt t="160826" x="6578600" y="6831013"/>
          <p14:tracePt t="161433" x="0" y="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B482-2E55-47E7-A5A7-6D610F15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Encryption &amp; Decryption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C723DB-ACF6-4BF2-B447-E952BA5CF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53438" y="2074100"/>
            <a:ext cx="6946084" cy="1633462"/>
            <a:chOff x="4110607" y="2112916"/>
            <a:chExt cx="6946084" cy="163346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A2CE59-3602-49BE-831E-D1C8B224FC2B}"/>
                </a:ext>
              </a:extLst>
            </p:cNvPr>
            <p:cNvSpPr/>
            <p:nvPr/>
          </p:nvSpPr>
          <p:spPr>
            <a:xfrm>
              <a:off x="4110607" y="2112916"/>
              <a:ext cx="6946084" cy="1633462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E9213A-693A-4BDB-BC6E-47C1A13E353B}"/>
                    </a:ext>
                  </a:extLst>
                </p:cNvPr>
                <p:cNvSpPr txBox="1"/>
                <p:nvPr/>
              </p:nvSpPr>
              <p:spPr>
                <a:xfrm>
                  <a:off x="4133893" y="2112916"/>
                  <a:ext cx="6836663" cy="15307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Encryption </a:t>
                  </a:r>
                </a:p>
                <a:p>
                  <a:r>
                    <a:rPr lang="en-US" dirty="0"/>
                    <a:t>Given the public key </a:t>
                  </a:r>
                  <a:r>
                    <a:rPr lang="en-US" i="1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pub</a:t>
                  </a:r>
                  <a:r>
                    <a:rPr lang="en-US" i="1" dirty="0"/>
                    <a:t> </a:t>
                  </a:r>
                  <a:r>
                    <a:rPr lang="en-US" dirty="0"/>
                    <a:t>= (</a:t>
                  </a:r>
                  <a:r>
                    <a:rPr lang="en-US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</a:t>
                  </a:r>
                  <a:r>
                    <a:rPr lang="en-US" dirty="0"/>
                    <a:t>,</a:t>
                  </a:r>
                  <a:r>
                    <a:rPr lang="en-US" i="1" dirty="0">
                      <a:solidFill>
                        <a:srgbClr val="0070C0"/>
                      </a:solidFill>
                    </a:rPr>
                    <a:t> e</a:t>
                  </a:r>
                  <a:r>
                    <a:rPr lang="en-US" dirty="0"/>
                    <a:t>) and the plaintext x, the encryption function is: </a:t>
                  </a:r>
                </a:p>
                <a:p>
                  <a:r>
                    <a:rPr lang="en-US" dirty="0"/>
                    <a:t>                                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𝑝𝑢𝑏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where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={0,1,…,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−1}.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E9213A-693A-4BDB-BC6E-47C1A13E3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3893" y="2112916"/>
                  <a:ext cx="6836663" cy="1530740"/>
                </a:xfrm>
                <a:prstGeom prst="rect">
                  <a:avLst/>
                </a:prstGeom>
                <a:blipFill>
                  <a:blip r:embed="rId6"/>
                  <a:stretch>
                    <a:fillRect l="-713" t="-2390" b="-55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58C9948-AE45-4CB4-BC1E-71FE3E2E6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53438" y="4016068"/>
            <a:ext cx="6946084" cy="1633462"/>
            <a:chOff x="4110607" y="4076952"/>
            <a:chExt cx="6946084" cy="163346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CA4081-D04F-459A-972F-D2B5BE707B74}"/>
                </a:ext>
              </a:extLst>
            </p:cNvPr>
            <p:cNvSpPr/>
            <p:nvPr/>
          </p:nvSpPr>
          <p:spPr>
            <a:xfrm>
              <a:off x="4110607" y="4076952"/>
              <a:ext cx="6946084" cy="1633462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8520FC-8FD9-4535-812B-7408016270E1}"/>
                    </a:ext>
                  </a:extLst>
                </p:cNvPr>
                <p:cNvSpPr txBox="1"/>
                <p:nvPr/>
              </p:nvSpPr>
              <p:spPr>
                <a:xfrm>
                  <a:off x="4133893" y="4076952"/>
                  <a:ext cx="6836663" cy="1555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RSA Decryption </a:t>
                  </a:r>
                </a:p>
                <a:p>
                  <a:r>
                    <a:rPr lang="en-US" dirty="0"/>
                    <a:t>Given the private key </a:t>
                  </a:r>
                  <a:r>
                    <a:rPr lang="en-US" i="1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k</a:t>
                  </a:r>
                  <a:r>
                    <a:rPr lang="en-US" i="1" baseline="-25000" dirty="0" err="1">
                      <a:solidFill>
                        <a:schemeClr val="tx2">
                          <a:lumMod val="75000"/>
                        </a:schemeClr>
                      </a:solidFill>
                    </a:rPr>
                    <a:t>pr</a:t>
                  </a:r>
                  <a:r>
                    <a:rPr lang="en-US" i="1" dirty="0"/>
                    <a:t> </a:t>
                  </a:r>
                  <a:r>
                    <a:rPr lang="en-US" dirty="0"/>
                    <a:t>= </a:t>
                  </a:r>
                  <a:r>
                    <a:rPr lang="en-US" i="1" dirty="0">
                      <a:solidFill>
                        <a:schemeClr val="tx2">
                          <a:lumMod val="75000"/>
                        </a:schemeClr>
                      </a:solidFill>
                    </a:rPr>
                    <a:t>d </a:t>
                  </a:r>
                  <a:r>
                    <a:rPr lang="en-US" dirty="0"/>
                    <a:t>and the ciphertext y, the decryption function is: </a:t>
                  </a:r>
                </a:p>
                <a:p>
                  <a:r>
                    <a:rPr lang="en-US" dirty="0"/>
                    <a:t>                         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𝑝𝑟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where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8520FC-8FD9-4535-812B-740801627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3893" y="4076952"/>
                  <a:ext cx="6836663" cy="1555939"/>
                </a:xfrm>
                <a:prstGeom prst="rect">
                  <a:avLst/>
                </a:prstGeom>
                <a:blipFill>
                  <a:blip r:embed="rId7"/>
                  <a:stretch>
                    <a:fillRect l="-713" t="-2353" b="-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F4B41-58CC-4644-B3B8-1B25734A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15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BF2B72-5792-1242-BD45-FDA5A1103B51}"/>
              </a:ext>
            </a:extLst>
          </p:cNvPr>
          <p:cNvSpPr/>
          <p:nvPr/>
        </p:nvSpPr>
        <p:spPr>
          <a:xfrm>
            <a:off x="9192344" y="5069455"/>
            <a:ext cx="2855640" cy="16221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Exponentiation is </a:t>
            </a:r>
            <a:r>
              <a:rPr lang="en-US" sz="2400" b="1" dirty="0">
                <a:solidFill>
                  <a:srgbClr val="FF0000"/>
                </a:solidFill>
              </a:rPr>
              <a:t>computationally intense</a:t>
            </a:r>
            <a:r>
              <a:rPr lang="en-US" sz="2400" dirty="0"/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294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589"/>
    </mc:Choice>
    <mc:Fallback xmlns="">
      <p:transition spd="slow" advTm="1095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and Multiply Algorithm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5DDFD1-1A18-535A-1A45-5D136C996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844824"/>
            <a:ext cx="6447149" cy="4638675"/>
          </a:xfrm>
        </p:spPr>
        <p:txBody>
          <a:bodyPr/>
          <a:lstStyle/>
          <a:p>
            <a:r>
              <a:rPr lang="en-US" dirty="0"/>
              <a:t>Convert the exponent to Binary.</a:t>
            </a:r>
          </a:p>
          <a:p>
            <a:r>
              <a:rPr lang="en-US" dirty="0"/>
              <a:t>For the first </a:t>
            </a:r>
            <a:r>
              <a:rPr lang="en-US" b="1" dirty="0"/>
              <a:t>1</a:t>
            </a:r>
            <a:r>
              <a:rPr lang="en-US" dirty="0"/>
              <a:t>, simply list the number</a:t>
            </a:r>
          </a:p>
          <a:p>
            <a:r>
              <a:rPr lang="en-US" dirty="0"/>
              <a:t>For each ensuing </a:t>
            </a:r>
            <a:r>
              <a:rPr lang="en-US" b="1" dirty="0"/>
              <a:t>0</a:t>
            </a:r>
            <a:r>
              <a:rPr lang="en-US" dirty="0"/>
              <a:t>, do Square operation</a:t>
            </a:r>
          </a:p>
          <a:p>
            <a:r>
              <a:rPr lang="en-US" dirty="0"/>
              <a:t>For each ensuing </a:t>
            </a:r>
            <a:r>
              <a:rPr lang="en-US" b="1" dirty="0"/>
              <a:t>1</a:t>
            </a:r>
            <a:r>
              <a:rPr lang="en-US" dirty="0"/>
              <a:t>, do Square and Multiply operations</a:t>
            </a:r>
          </a:p>
          <a:p>
            <a:endParaRPr lang="en-US" dirty="0"/>
          </a:p>
        </p:txBody>
      </p:sp>
      <p:pic>
        <p:nvPicPr>
          <p:cNvPr id="7" name="Picture 6" descr="A screenshot of a text-based explanation illustrating how number 5 is represented as 101 in binary. It uses color-coded digits (black, blue, green) and parentheses to detail steps involving calls for square and multiply operations, highlighting the calculation process with exponents and multiplication.">
            <a:extLst>
              <a:ext uri="{FF2B5EF4-FFF2-40B4-BE49-F238E27FC236}">
                <a16:creationId xmlns:a16="http://schemas.microsoft.com/office/drawing/2014/main" id="{5F4E977B-6B0F-976E-B860-1A145A814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072" y="2060848"/>
            <a:ext cx="4914900" cy="812800"/>
          </a:xfrm>
          <a:prstGeom prst="rect">
            <a:avLst/>
          </a:prstGeom>
        </p:spPr>
      </p:pic>
      <p:pic>
        <p:nvPicPr>
          <p:cNvPr id="9" name="Picture 8" descr="A color-coded text diagram explaining binary number 37 as 100101, with each digit's role in a calculation process involving squares and multiplication. Labels use different colors (black, blue, orange, green, red) to distinguish between ones, zeros, and operations, illustrating step-by-step expansion of the binary expression.">
            <a:extLst>
              <a:ext uri="{FF2B5EF4-FFF2-40B4-BE49-F238E27FC236}">
                <a16:creationId xmlns:a16="http://schemas.microsoft.com/office/drawing/2014/main" id="{AA44D56B-5461-BA32-6B74-5F417BC7E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785" y="3789040"/>
            <a:ext cx="6007100" cy="147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7701088"/>
      </p:ext>
    </p:extLst>
  </p:cSld>
  <p:clrMapOvr>
    <a:masterClrMapping/>
  </p:clrMapOvr>
  <p:transition spd="med" advTm="4721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  <p:extLst>
    <p:ext uri="{3A86A75C-4F4B-4683-9AE1-C65F6400EC91}">
      <p14:laserTraceLst xmlns:p14="http://schemas.microsoft.com/office/powerpoint/2010/main">
        <p14:tracePtLst>
          <p14:tracePt t="226912" x="5000625" y="6777038"/>
          <p14:tracePt t="226920" x="5524500" y="6545263"/>
          <p14:tracePt t="226940" x="6089650" y="6292850"/>
          <p14:tracePt t="226948" x="6497638" y="6081713"/>
          <p14:tracePt t="226956" x="7007225" y="5830888"/>
          <p14:tracePt t="226967" x="7402513" y="5613400"/>
          <p14:tracePt t="226977" x="7640638" y="5462588"/>
          <p14:tracePt t="226990" x="7920038" y="5280025"/>
          <p14:tracePt t="227000" x="8143875" y="5122863"/>
          <p14:tracePt t="227010" x="8301038" y="4994275"/>
          <p14:tracePt t="227026" x="8388350" y="4926013"/>
          <p14:tracePt t="227041" x="8483600" y="4837113"/>
          <p14:tracePt t="227049" x="8558213" y="4783138"/>
          <p14:tracePt t="227076" x="8667750" y="4729163"/>
          <p14:tracePt t="227090" x="8709025" y="4700588"/>
          <p14:tracePt t="227101" x="8756650" y="4673600"/>
          <p14:tracePt t="227103" x="8783638" y="4652963"/>
          <p14:tracePt t="227126" x="8864600" y="4598988"/>
          <p14:tracePt t="227141" x="8891588" y="4572000"/>
          <p14:tracePt t="227151" x="8932863" y="4530725"/>
          <p14:tracePt t="227166" x="8967788" y="4491038"/>
          <p14:tracePt t="227168" x="8980488" y="4456113"/>
          <p14:tracePt t="227187" x="8980488" y="4402138"/>
          <p14:tracePt t="227193" x="8980488" y="4348163"/>
          <p14:tracePt t="227202" x="8967788" y="4292600"/>
          <p14:tracePt t="227223" x="8967788" y="4244975"/>
          <p14:tracePt t="227232" x="8953500" y="4205288"/>
          <p14:tracePt t="227238" x="8953500" y="4149725"/>
          <p14:tracePt t="227247" x="8967788" y="4110038"/>
          <p14:tracePt t="227276" x="9007475" y="3994150"/>
          <p14:tracePt t="227284" x="9034463" y="3925888"/>
          <p14:tracePt t="227305" x="9102725" y="3810000"/>
          <p14:tracePt t="227325" x="9164638" y="3741738"/>
          <p14:tracePt t="227326" x="9177338" y="3708400"/>
          <p14:tracePt t="227337" x="9205913" y="3681413"/>
          <p14:tracePt t="227360" x="9218613" y="3652838"/>
          <p14:tracePt t="227361" x="9245600" y="3640138"/>
          <p14:tracePt t="227388" x="9301163" y="3571875"/>
          <p14:tracePt t="227408" x="9375775" y="3482975"/>
          <p14:tracePt t="227418" x="9388475" y="3429000"/>
          <p14:tracePt t="227427" x="9388475" y="3387725"/>
          <p14:tracePt t="227438" x="9375775" y="3360738"/>
          <p14:tracePt t="227457" x="9361488" y="3327400"/>
          <p14:tracePt t="227466" x="9328150" y="3313113"/>
          <p14:tracePt t="227474" x="9313863" y="3313113"/>
          <p14:tracePt t="227498" x="9301163" y="3313113"/>
          <p14:tracePt t="227507" x="9286875" y="3313113"/>
          <p14:tracePt t="227518" x="9272588" y="3313113"/>
          <p14:tracePt t="227541" x="9191625" y="3327400"/>
          <p14:tracePt t="227552" x="9150350" y="3348038"/>
          <p14:tracePt t="227571" x="9102725" y="3375025"/>
          <p14:tracePt t="227590" x="9063038" y="3402013"/>
          <p14:tracePt t="227592" x="9034463" y="3429000"/>
          <p14:tracePt t="227601" x="9007475" y="3455988"/>
          <p14:tracePt t="227622" x="8980488" y="3509963"/>
          <p14:tracePt t="227632" x="8980488" y="3530600"/>
          <p14:tracePt t="227641" x="8980488" y="3544888"/>
          <p14:tracePt t="227658" x="8994775" y="3571875"/>
          <p14:tracePt t="227676" x="9021763" y="3586163"/>
          <p14:tracePt t="227687" x="9034463" y="3598863"/>
          <p14:tracePt t="227689" x="9090025" y="3598863"/>
          <p14:tracePt t="227707" x="9129713" y="3613150"/>
          <p14:tracePt t="227709" x="9191625" y="3613150"/>
          <p14:tracePt t="227726" x="9232900" y="3613150"/>
          <p14:tracePt t="227734" x="9272588" y="3613150"/>
          <p14:tracePt t="227742" x="9301163" y="3598863"/>
          <p14:tracePt t="227776" x="9313863" y="3598863"/>
          <p14:tracePt t="227778" x="9328150" y="3586163"/>
          <p14:tracePt t="227788" x="9328150" y="3557588"/>
          <p14:tracePt t="227807" x="9301163" y="3530600"/>
          <p14:tracePt t="227815" x="9272588" y="3509963"/>
          <p14:tracePt t="227822" x="9218613" y="3482975"/>
          <p14:tracePt t="227844" x="9164638" y="3482975"/>
          <p14:tracePt t="227850" x="9075738" y="3470275"/>
          <p14:tracePt t="227857" x="9007475" y="3482975"/>
          <p14:tracePt t="227893" x="8920163" y="3530600"/>
          <p14:tracePt t="227895" x="8878888" y="3571875"/>
          <p14:tracePt t="227904" x="8864600" y="3613150"/>
          <p14:tracePt t="227922" x="8864600" y="3667125"/>
          <p14:tracePt t="227933" x="8878888" y="3694113"/>
          <p14:tracePt t="227944" x="8891588" y="3729038"/>
          <p14:tracePt t="227960" x="8920163" y="3741738"/>
          <p14:tracePt t="227978" x="8994775" y="3768725"/>
          <p14:tracePt t="227990" x="9048750" y="3768725"/>
          <p14:tracePt t="228004" x="9090025" y="3756025"/>
          <p14:tracePt t="228021" x="9129713" y="3741738"/>
          <p14:tracePt t="228026" x="9164638" y="3729038"/>
          <p14:tracePt t="228042" x="9177338" y="3694113"/>
          <p14:tracePt t="228052" x="9191625" y="3667125"/>
          <p14:tracePt t="228073" x="9191625" y="3613150"/>
          <p14:tracePt t="228096" x="9129713" y="3557588"/>
          <p14:tracePt t="228108" x="9102725" y="3544888"/>
          <p14:tracePt t="228123" x="9063038" y="3544888"/>
          <p14:tracePt t="228136" x="9021763" y="3544888"/>
          <p14:tracePt t="228138" x="8994775" y="3557588"/>
          <p14:tracePt t="228151" x="8967788" y="3571875"/>
          <p14:tracePt t="228160" x="8932863" y="3598863"/>
          <p14:tracePt t="228172" x="8905875" y="3625850"/>
          <p14:tracePt t="228196" x="8905875" y="3652838"/>
          <p14:tracePt t="228204" x="8905875" y="3667125"/>
          <p14:tracePt t="228224" x="8905875" y="3681413"/>
          <p14:tracePt t="228226" x="8920163" y="3694113"/>
          <p14:tracePt t="228237" x="8920163" y="3708400"/>
          <p14:tracePt t="228254" x="8932863" y="3708400"/>
          <p14:tracePt t="228267" x="8953500" y="3708400"/>
          <p14:tracePt t="228274" x="8980488" y="3708400"/>
          <p14:tracePt t="228283" x="9021763" y="3708400"/>
          <p14:tracePt t="228303" x="9117013" y="3708400"/>
          <p14:tracePt t="228318" x="9177338" y="3681413"/>
          <p14:tracePt t="228330" x="9218613" y="3681413"/>
          <p14:tracePt t="228340" x="9259888" y="3652838"/>
          <p14:tracePt t="228354" x="9286875" y="3640138"/>
          <p14:tracePt t="228382" x="9313863" y="3598863"/>
          <p14:tracePt t="228383" x="9301163" y="3571875"/>
          <p14:tracePt t="228406" x="9259888" y="3544888"/>
          <p14:tracePt t="228417" x="9218613" y="3530600"/>
          <p14:tracePt t="228429" x="9164638" y="3509963"/>
          <p14:tracePt t="228438" x="9102725" y="3509963"/>
          <p14:tracePt t="228458" x="9063038" y="3509963"/>
          <p14:tracePt t="228468" x="9021763" y="3509963"/>
          <p14:tracePt t="228474" x="8994775" y="3530600"/>
          <p14:tracePt t="228491" x="8967788" y="3530600"/>
          <p14:tracePt t="228502" x="8920163" y="3557588"/>
          <p14:tracePt t="228521" x="8878888" y="3613150"/>
          <p14:tracePt t="228537" x="8878888" y="3640138"/>
          <p14:tracePt t="228545" x="8878888" y="3681413"/>
          <p14:tracePt t="228561" x="8878888" y="3708400"/>
          <p14:tracePt t="228572" x="8878888" y="3729038"/>
          <p14:tracePt t="228578" x="8905875" y="3756025"/>
          <p14:tracePt t="228608" x="8920163" y="3768725"/>
          <p14:tracePt t="228611" x="9007475" y="3783013"/>
          <p14:tracePt t="228625" x="9063038" y="3783013"/>
          <p14:tracePt t="228650" x="9191625" y="3783013"/>
          <p14:tracePt t="228657" x="9259888" y="3768725"/>
          <p14:tracePt t="228673" x="9301163" y="3741738"/>
          <p14:tracePt t="228683" x="9328150" y="3729038"/>
          <p14:tracePt t="228709" x="9348788" y="3625850"/>
          <p14:tracePt t="228721" x="9328150" y="3598863"/>
          <p14:tracePt t="228739" x="9301163" y="3557588"/>
          <p14:tracePt t="228752" x="9245600" y="3509963"/>
          <p14:tracePt t="228754" x="9205913" y="3497263"/>
          <p14:tracePt t="228788" x="9075738" y="3455988"/>
          <p14:tracePt t="228789" x="9021763" y="3455988"/>
          <p14:tracePt t="228801" x="8994775" y="3455988"/>
          <p14:tracePt t="228823" x="8967788" y="3455988"/>
          <p14:tracePt t="228824" x="8932863" y="3482975"/>
          <p14:tracePt t="228842" x="8905875" y="3497263"/>
          <p14:tracePt t="228851" x="8878888" y="3544888"/>
          <p14:tracePt t="228861" x="8851900" y="3586163"/>
          <p14:tracePt t="228873" x="8837613" y="3625850"/>
          <p14:tracePt t="228907" x="8837613" y="3729038"/>
          <p14:tracePt t="228912" x="8851900" y="3741738"/>
          <p14:tracePt t="228936" x="8878888" y="3768725"/>
          <p14:tracePt t="228952" x="8905875" y="3768725"/>
          <p14:tracePt t="228960" x="8967788" y="3783013"/>
          <p14:tracePt t="228980" x="9007475" y="3783013"/>
          <p14:tracePt t="228982" x="9075738" y="3783013"/>
          <p14:tracePt t="228990" x="9117013" y="3783013"/>
          <p14:tracePt t="229008" x="9177338" y="3768725"/>
          <p14:tracePt t="229018" x="9218613" y="3756025"/>
          <p14:tracePt t="229038" x="9245600" y="3708400"/>
          <p14:tracePt t="229048" x="9259888" y="3667125"/>
          <p14:tracePt t="229072" x="9232900" y="3613150"/>
          <p14:tracePt t="229086" x="9205913" y="3571875"/>
          <p14:tracePt t="229111" x="9102725" y="3530600"/>
          <p14:tracePt t="229122" x="9048750" y="3509963"/>
          <p14:tracePt t="229143" x="8980488" y="3497263"/>
          <p14:tracePt t="229153" x="8932863" y="3497263"/>
          <p14:tracePt t="229155" x="8905875" y="3497263"/>
          <p14:tracePt t="229162" x="8864600" y="3509963"/>
          <p14:tracePt t="229184" x="8796338" y="3571875"/>
          <p14:tracePt t="229193" x="8769350" y="3613150"/>
          <p14:tracePt t="229205" x="8756650" y="3652838"/>
          <p14:tracePt t="229230" x="8756650" y="3708400"/>
          <p14:tracePt t="229238" x="8769350" y="3741738"/>
          <p14:tracePt t="229257" x="8769350" y="3756025"/>
          <p14:tracePt t="229266" x="8783638" y="3768725"/>
          <p14:tracePt t="229275" x="8796338" y="3783013"/>
          <p14:tracePt t="229292" x="8824913" y="3795713"/>
          <p14:tracePt t="229322" x="8851900" y="3795713"/>
          <p14:tracePt t="229323" x="8905875" y="3795713"/>
          <p14:tracePt t="229332" x="8953500" y="3795713"/>
          <p14:tracePt t="229341" x="8980488" y="3795713"/>
          <p14:tracePt t="229356" x="9021763" y="3795713"/>
          <p14:tracePt t="229377" x="9090025" y="3768725"/>
          <p14:tracePt t="229384" x="9117013" y="3756025"/>
          <p14:tracePt t="229405" x="9129713" y="3729038"/>
          <p14:tracePt t="229408" x="9150350" y="3708400"/>
          <p14:tracePt t="229425" x="9164638" y="3681413"/>
          <p14:tracePt t="229435" x="9164638" y="3652838"/>
          <p14:tracePt t="229453" x="9164638" y="3625850"/>
          <p14:tracePt t="229455" x="9164638" y="3613150"/>
          <p14:tracePt t="229482" x="9129713" y="3557588"/>
          <p14:tracePt t="229494" x="9102725" y="3530600"/>
          <p14:tracePt t="229505" x="9075738" y="3509963"/>
          <p14:tracePt t="229522" x="9063038" y="3509963"/>
          <p14:tracePt t="229523" x="9034463" y="3509963"/>
          <p14:tracePt t="229534" x="9021763" y="3497263"/>
          <p14:tracePt t="229542" x="9007475" y="3497263"/>
          <p14:tracePt t="229555" x="9007475" y="3509963"/>
          <p14:tracePt t="229575" x="8994775" y="3509963"/>
          <p14:tracePt t="229576" x="8980488" y="3530600"/>
          <p14:tracePt t="229587" x="8953500" y="3544888"/>
          <p14:tracePt t="229598" x="8920163" y="3586163"/>
          <p14:tracePt t="229622" x="8864600" y="3652838"/>
          <p14:tracePt t="229634" x="8851900" y="3694113"/>
          <p14:tracePt t="229643" x="8851900" y="3708400"/>
          <p14:tracePt t="229661" x="8851900" y="3741738"/>
          <p14:tracePt t="229668" x="8864600" y="3756025"/>
          <p14:tracePt t="229677" x="8878888" y="3768725"/>
          <p14:tracePt t="229708" x="8920163" y="3795713"/>
          <p14:tracePt t="229717" x="8953500" y="3795713"/>
          <p14:tracePt t="229725" x="8994775" y="3810000"/>
          <p14:tracePt t="229741" x="9048750" y="3810000"/>
          <p14:tracePt t="229759" x="9164638" y="3783013"/>
          <p14:tracePt t="229768" x="9205913" y="3768725"/>
          <p14:tracePt t="229789" x="9245600" y="3741738"/>
          <p14:tracePt t="229790" x="9272588" y="3708400"/>
          <p14:tracePt t="229807" x="9272588" y="3681413"/>
          <p14:tracePt t="229816" x="9272588" y="3640138"/>
          <p14:tracePt t="229824" x="9259888" y="3613150"/>
          <p14:tracePt t="229837" x="9232900" y="3586163"/>
          <p14:tracePt t="229872" x="9075738" y="3497263"/>
          <p14:tracePt t="229883" x="9021763" y="3497263"/>
          <p14:tracePt t="229891" x="8953500" y="3482975"/>
          <p14:tracePt t="229909" x="8905875" y="3482975"/>
          <p14:tracePt t="229917" x="8878888" y="3497263"/>
          <p14:tracePt t="229925" x="8851900" y="3530600"/>
          <p14:tracePt t="229968" x="8783638" y="3667125"/>
          <p14:tracePt t="229970" x="8783638" y="3741738"/>
          <p14:tracePt t="229993" x="8783638" y="3783013"/>
          <p14:tracePt t="229994" x="8783638" y="3810000"/>
          <p14:tracePt t="230005" x="8796338" y="3836988"/>
          <p14:tracePt t="230017" x="8810625" y="3851275"/>
          <p14:tracePt t="230027" x="8837613" y="3851275"/>
          <p14:tracePt t="230043" x="8864600" y="3851275"/>
          <p14:tracePt t="230049" x="8891588" y="3851275"/>
          <p14:tracePt t="230059" x="8932863" y="3851275"/>
          <p14:tracePt t="230101" x="8994775" y="3824288"/>
          <p14:tracePt t="230117" x="9034463" y="3783013"/>
          <p14:tracePt t="230119" x="9048750" y="3768725"/>
          <p14:tracePt t="230128" x="9063038" y="3741738"/>
          <p14:tracePt t="230143" x="9063038" y="3729038"/>
          <p14:tracePt t="230160" x="9048750" y="3708400"/>
          <p14:tracePt t="230179" x="9034463" y="3708400"/>
          <p14:tracePt t="230187" x="9021763" y="3694113"/>
          <p14:tracePt t="230208" x="8932863" y="3694113"/>
          <p14:tracePt t="230221" x="8878888" y="3694113"/>
          <p14:tracePt t="230228" x="8851900" y="3708400"/>
          <p14:tracePt t="230243" x="8810625" y="3729038"/>
          <p14:tracePt t="230252" x="8796338" y="3756025"/>
          <p14:tracePt t="230270" x="8796338" y="3768725"/>
          <p14:tracePt t="230294" x="8796338" y="3783013"/>
          <p14:tracePt t="230302" x="8796338" y="3810000"/>
          <p14:tracePt t="230305" x="8824913" y="3810000"/>
          <p14:tracePt t="230307" x="8851900" y="3824288"/>
          <p14:tracePt t="230319" x="8905875" y="3824288"/>
          <p14:tracePt t="230336" x="8980488" y="3824288"/>
          <p14:tracePt t="230343" x="9034463" y="3824288"/>
          <p14:tracePt t="230356" x="9090025" y="3795713"/>
          <p14:tracePt t="230367" x="9150350" y="3768725"/>
          <p14:tracePt t="230386" x="9177338" y="3741738"/>
          <p14:tracePt t="230388" x="9191625" y="3708400"/>
          <p14:tracePt t="230404" x="9191625" y="3681413"/>
          <p14:tracePt t="230412" x="9177338" y="3652838"/>
          <p14:tracePt t="230431" x="9164638" y="3625850"/>
          <p14:tracePt t="230432" x="9117013" y="3598863"/>
          <p14:tracePt t="230445" x="9048750" y="3571875"/>
          <p14:tracePt t="230457" x="8980488" y="3557588"/>
          <p14:tracePt t="230468" x="8891588" y="3557588"/>
          <p14:tracePt t="230477" x="8824913" y="3557588"/>
          <p14:tracePt t="230489" x="8756650" y="3571875"/>
          <p14:tracePt t="230501" x="8721725" y="3586163"/>
          <p14:tracePt t="230518" x="8709025" y="3613150"/>
          <p14:tracePt t="230527" x="8694738" y="3640138"/>
          <p14:tracePt t="230558" x="8694738" y="3667125"/>
          <p14:tracePt t="230560" x="8756650" y="3756025"/>
          <p14:tracePt t="230576" x="8796338" y="3783013"/>
          <p14:tracePt t="230579" x="8837613" y="3795713"/>
          <p14:tracePt t="230607" x="8980488" y="3810000"/>
          <p14:tracePt t="230623" x="9048750" y="3810000"/>
          <p14:tracePt t="230624" x="9102725" y="3795713"/>
          <p14:tracePt t="230635" x="9164638" y="3783013"/>
          <p14:tracePt t="230647" x="9205913" y="3756025"/>
          <p14:tracePt t="230675" x="9218613" y="3708400"/>
          <p14:tracePt t="230684" x="9205913" y="3667125"/>
          <p14:tracePt t="230694" x="9191625" y="3625850"/>
          <p14:tracePt t="230725" x="9048750" y="3509963"/>
          <p14:tracePt t="230738" x="8994775" y="3497263"/>
          <p14:tracePt t="230757" x="8932863" y="3497263"/>
          <p14:tracePt t="230760" x="8905875" y="3497263"/>
          <p14:tracePt t="230768" x="8891588" y="3509963"/>
          <p14:tracePt t="230779" x="8878888" y="3557588"/>
          <p14:tracePt t="230796" x="8864600" y="3598863"/>
          <p14:tracePt t="230804" x="8864600" y="3640138"/>
          <p14:tracePt t="230813" x="8878888" y="3694113"/>
          <p14:tracePt t="230837" x="8932863" y="3768725"/>
          <p14:tracePt t="230853" x="8967788" y="3783013"/>
          <p14:tracePt t="230866" x="9007475" y="3795713"/>
          <p14:tracePt t="230879" x="9048750" y="3795713"/>
          <p14:tracePt t="230882" x="9090025" y="3783013"/>
          <p14:tracePt t="230891" x="9117013" y="3768725"/>
          <p14:tracePt t="230906" x="9150350" y="3756025"/>
          <p14:tracePt t="230927" x="9164638" y="3729038"/>
          <p14:tracePt t="230928" x="9164638" y="3708400"/>
          <p14:tracePt t="230942" x="9164638" y="3681413"/>
          <p14:tracePt t="230951" x="9164638" y="3640138"/>
          <p14:tracePt t="230959" x="9150350" y="3613150"/>
          <p14:tracePt t="230974" x="9117013" y="3586163"/>
          <p14:tracePt t="230982" x="9090025" y="3557588"/>
          <p14:tracePt t="231014" x="9034463" y="3544888"/>
          <p14:tracePt t="231017" x="9021763" y="3544888"/>
          <p14:tracePt t="231026" x="9007475" y="3544888"/>
          <p14:tracePt t="231039" x="8994775" y="3557588"/>
          <p14:tracePt t="231051" x="8967788" y="3586163"/>
          <p14:tracePt t="231063" x="8932863" y="3613150"/>
          <p14:tracePt t="231075" x="8920163" y="3625850"/>
          <p14:tracePt t="231089" x="8891588" y="3667125"/>
          <p14:tracePt t="231116" x="8878888" y="3729038"/>
          <p14:tracePt t="231118" x="8891588" y="3741738"/>
          <p14:tracePt t="231128" x="8905875" y="3768725"/>
          <p14:tracePt t="231145" x="8920163" y="3768725"/>
          <p14:tracePt t="231162" x="8932863" y="3783013"/>
          <p14:tracePt t="231171" x="8980488" y="3783013"/>
          <p14:tracePt t="231173" x="9007475" y="3783013"/>
          <p14:tracePt t="231184" x="9063038" y="3783013"/>
          <p14:tracePt t="231198" x="9102725" y="3768725"/>
          <p14:tracePt t="231207" x="9150350" y="3741738"/>
          <p14:tracePt t="231223" x="9191625" y="3708400"/>
          <p14:tracePt t="231234" x="9218613" y="3694113"/>
          <p14:tracePt t="231259" x="9245600" y="3625850"/>
          <p14:tracePt t="231266" x="9232900" y="3586163"/>
          <p14:tracePt t="231290" x="9164638" y="3509963"/>
          <p14:tracePt t="231304" x="9090025" y="3482975"/>
          <p14:tracePt t="231326" x="8953500" y="3482975"/>
          <p14:tracePt t="231335" x="8891588" y="3482975"/>
          <p14:tracePt t="231356" x="8824913" y="3530600"/>
          <p14:tracePt t="231368" x="8796338" y="3571875"/>
          <p14:tracePt t="231379" x="8783638" y="3613150"/>
          <p14:tracePt t="231387" x="8783638" y="3652838"/>
          <p14:tracePt t="231406" x="8796338" y="3708400"/>
          <p14:tracePt t="231416" x="8810625" y="3741738"/>
          <p14:tracePt t="231425" x="8837613" y="3768725"/>
          <p14:tracePt t="231441" x="8891588" y="3795713"/>
          <p14:tracePt t="231443" x="8953500" y="3810000"/>
          <p14:tracePt t="231474" x="9048750" y="3824288"/>
          <p14:tracePt t="231507" x="9102725" y="3810000"/>
          <p14:tracePt t="231508" x="9164638" y="3783013"/>
          <p14:tracePt t="231510" x="9191625" y="3768725"/>
          <p14:tracePt t="231539" x="9218613" y="3741738"/>
          <p14:tracePt t="231573" x="9218613" y="3681413"/>
          <p14:tracePt t="234738" x="9177338" y="3694113"/>
          <p14:tracePt t="234749" x="9075738" y="3729038"/>
          <p14:tracePt t="234765" x="8824913" y="3824288"/>
          <p14:tracePt t="234773" x="8558213" y="3952875"/>
          <p14:tracePt t="234784" x="8075613" y="4205288"/>
          <p14:tracePt t="234795" x="7539038" y="4545013"/>
          <p14:tracePt t="234810" x="7170738" y="4824413"/>
          <p14:tracePt t="234818" x="6653213" y="5253038"/>
          <p14:tracePt t="234829" x="6340475" y="5518150"/>
          <p14:tracePt t="234858" x="5837238" y="6042025"/>
          <p14:tracePt t="234868" x="5708650" y="6224588"/>
          <p14:tracePt t="234883" x="5653088" y="6348413"/>
          <p14:tracePt t="234892" x="5640388" y="6423025"/>
          <p14:tracePt t="234910" x="5640388" y="6530975"/>
          <p14:tracePt t="234920" x="5653088" y="6578600"/>
          <p14:tracePt t="234932" x="5667375" y="6592888"/>
          <p14:tracePt t="234960" x="5681663" y="6605588"/>
          <p14:tracePt t="234988" x="5681663" y="6619875"/>
          <p14:tracePt t="235001" x="5681663" y="6634163"/>
          <p14:tracePt t="235010" x="5667375" y="6646863"/>
          <p14:tracePt t="235021" x="5626100" y="6688138"/>
          <p14:tracePt t="235044" x="5510213" y="6831013"/>
          <p14:tracePt t="235591" x="0" y="0"/>
        </p14:tracePtLst>
        <p14:tracePtLst>
          <p14:tracePt t="302882" x="4789488" y="6756400"/>
          <p14:tracePt t="302891" x="5075238" y="6592888"/>
          <p14:tracePt t="302905" x="5414963" y="6396038"/>
          <p14:tracePt t="302914" x="5748338" y="6197600"/>
          <p14:tracePt t="302925" x="5986463" y="6081713"/>
          <p14:tracePt t="302936" x="6259513" y="5938838"/>
          <p14:tracePt t="302955" x="6443663" y="5843588"/>
          <p14:tracePt t="302959" x="6524625" y="5783263"/>
          <p14:tracePt t="303010" x="6626225" y="5715000"/>
          <p14:tracePt t="303061" x="6613525" y="5715000"/>
          <p14:tracePt t="303093" x="6599238" y="5700713"/>
          <p14:tracePt t="303105" x="6599238" y="5688013"/>
          <p14:tracePt t="303124" x="6599238" y="5673725"/>
          <p14:tracePt t="303131" x="6599238" y="5646738"/>
          <p14:tracePt t="303138" x="6599238" y="5634038"/>
          <p14:tracePt t="303151" x="6599238" y="5613400"/>
          <p14:tracePt t="303176" x="6599238" y="5586413"/>
          <p14:tracePt t="303185" x="6613525" y="5572125"/>
          <p14:tracePt t="303196" x="6626225" y="5530850"/>
          <p14:tracePt t="303225" x="6748463" y="5360988"/>
          <p14:tracePt t="303235" x="6810375" y="5265738"/>
          <p14:tracePt t="303265" x="6878638" y="5137150"/>
          <p14:tracePt t="303289" x="6919913" y="4872038"/>
          <p14:tracePt t="303300" x="6919913" y="4837113"/>
          <p14:tracePt t="303308" x="6905625" y="4824413"/>
          <p14:tracePt t="303328" x="6891338" y="4810125"/>
          <p14:tracePt t="303336" x="6878638" y="4783138"/>
          <p14:tracePt t="303342" x="6851650" y="4768850"/>
          <p14:tracePt t="303375" x="6777038" y="4729163"/>
          <p14:tracePt t="303376" x="6735763" y="4687888"/>
          <p14:tracePt t="303404" x="6653213" y="4572000"/>
          <p14:tracePt t="303414" x="6599238" y="4503738"/>
          <p14:tracePt t="303425" x="6565900" y="4443413"/>
          <p14:tracePt t="303442" x="6510338" y="4387850"/>
          <p14:tracePt t="303444" x="6470650" y="4348163"/>
          <p14:tracePt t="303455" x="6456363" y="4319588"/>
          <p14:tracePt t="303472" x="6456363" y="4306888"/>
          <p14:tracePt t="303480" x="6443663" y="4292600"/>
          <p14:tracePt t="303507" x="6429375" y="4292600"/>
          <p14:tracePt t="303513" x="6367463" y="4292600"/>
          <p14:tracePt t="303835" x="6381750" y="4292600"/>
          <p14:tracePt t="303858" x="6381750" y="4271963"/>
          <p14:tracePt t="303872" x="6381750" y="4259263"/>
          <p14:tracePt t="303882" x="6367463" y="4259263"/>
          <p14:tracePt t="303906" x="6367463" y="4244975"/>
          <p14:tracePt t="303971" x="6367463" y="4232275"/>
          <p14:tracePt t="304005" x="6354763" y="4232275"/>
          <p14:tracePt t="304020" x="6354763" y="4217988"/>
          <p14:tracePt t="304031" x="6354763" y="4205288"/>
          <p14:tracePt t="304039" x="6340475" y="4205288"/>
          <p14:tracePt t="304058" x="6340475" y="4191000"/>
          <p14:tracePt t="304065" x="6340475" y="4176713"/>
          <p14:tracePt t="304074" x="6340475" y="4164013"/>
          <p14:tracePt t="304094" x="6340475" y="4149725"/>
          <p14:tracePt t="304103" x="6327775" y="4137025"/>
          <p14:tracePt t="304112" x="6327775" y="4122738"/>
          <p14:tracePt t="304137" x="6327775" y="4110038"/>
          <p14:tracePt t="304152" x="6327775" y="4089400"/>
          <p14:tracePt t="304166" x="6327775" y="4075113"/>
          <p14:tracePt t="304177" x="6327775" y="4062413"/>
          <p14:tracePt t="304186" x="6340475" y="4048125"/>
          <p14:tracePt t="304203" x="6340475" y="4033838"/>
          <p14:tracePt t="304214" x="6340475" y="4021138"/>
          <p14:tracePt t="304227" x="6340475" y="3994150"/>
          <p14:tracePt t="304234" x="6354763" y="3979863"/>
          <p14:tracePt t="304253" x="6354763" y="3967163"/>
          <p14:tracePt t="304255" x="6354763" y="3952875"/>
          <p14:tracePt t="304266" x="6354763" y="3938588"/>
          <p14:tracePt t="304279" x="6354763" y="3925888"/>
          <p14:tracePt t="304289" x="6354763" y="3911600"/>
          <p14:tracePt t="304324" x="6354763" y="3890963"/>
          <p14:tracePt t="304333" x="6340475" y="3890963"/>
          <p14:tracePt t="304351" x="6340475" y="3878263"/>
          <p14:tracePt t="304358" x="6327775" y="3878263"/>
          <p14:tracePt t="304367" x="6327775" y="3863975"/>
          <p14:tracePt t="304378" x="6327775" y="3851275"/>
          <p14:tracePt t="304403" x="6313488" y="3836988"/>
          <p14:tracePt t="304415" x="6300788" y="3824288"/>
          <p14:tracePt t="304435" x="6286500" y="3810000"/>
          <p14:tracePt t="304453" x="6272213" y="3810000"/>
          <p14:tracePt t="304459" x="6259513" y="3810000"/>
          <p14:tracePt t="304479" x="6245225" y="3810000"/>
          <p14:tracePt t="304516" x="6232525" y="3810000"/>
          <p14:tracePt t="304524" x="6218238" y="3810000"/>
          <p14:tracePt t="304536" x="6205538" y="3810000"/>
          <p14:tracePt t="304557" x="6184900" y="3810000"/>
          <p14:tracePt t="304559" x="6170613" y="3824288"/>
          <p14:tracePt t="304571" x="6157913" y="3824288"/>
          <p14:tracePt t="304586" x="6143625" y="3836988"/>
          <p14:tracePt t="304602" x="6129338" y="3836988"/>
          <p14:tracePt t="304604" x="6129338" y="3851275"/>
          <p14:tracePt t="304625" x="6129338" y="3863975"/>
          <p14:tracePt t="304638" x="6116638" y="3863975"/>
          <p14:tracePt t="304651" x="6116638" y="3878263"/>
          <p14:tracePt t="304661" x="6116638" y="3890963"/>
          <p14:tracePt t="304686" x="6129338" y="3911600"/>
          <p14:tracePt t="304706" x="6129338" y="3925888"/>
          <p14:tracePt t="304714" x="6143625" y="3938588"/>
          <p14:tracePt t="304739" x="6157913" y="3952875"/>
          <p14:tracePt t="304750" x="6157913" y="3967163"/>
          <p14:tracePt t="304771" x="6170613" y="3967163"/>
          <p14:tracePt t="304783" x="6184900" y="3979863"/>
          <p14:tracePt t="304794" x="6205538" y="3979863"/>
          <p14:tracePt t="304805" x="6218238" y="3979863"/>
          <p14:tracePt t="304818" x="6232525" y="3994150"/>
          <p14:tracePt t="304841" x="6272213" y="3994150"/>
          <p14:tracePt t="304850" x="6286500" y="3994150"/>
          <p14:tracePt t="304872" x="6300788" y="3994150"/>
          <p14:tracePt t="304874" x="6313488" y="3979863"/>
          <p14:tracePt t="304895" x="6327775" y="3967163"/>
          <p14:tracePt t="304922" x="6327775" y="3938588"/>
          <p14:tracePt t="304932" x="6327775" y="3925888"/>
          <p14:tracePt t="304940" x="6327775" y="3890963"/>
          <p14:tracePt t="304956" x="6313488" y="3863975"/>
          <p14:tracePt t="304966" x="6300788" y="3836988"/>
          <p14:tracePt t="304992" x="6259513" y="3795713"/>
          <p14:tracePt t="305006" x="6245225" y="3795713"/>
          <p14:tracePt t="305008" x="6232525" y="3783013"/>
          <p14:tracePt t="305029" x="6218238" y="3768725"/>
          <p14:tracePt t="305041" x="6205538" y="3768725"/>
          <p14:tracePt t="305119" x="6205538" y="3783013"/>
          <p14:tracePt t="305142" x="6184900" y="3795713"/>
          <p14:tracePt t="305168" x="6170613" y="3810000"/>
          <p14:tracePt t="305176" x="6170613" y="3824288"/>
          <p14:tracePt t="305187" x="6157913" y="3824288"/>
          <p14:tracePt t="305205" x="6157913" y="3836988"/>
          <p14:tracePt t="305213" x="6143625" y="3836988"/>
          <p14:tracePt t="305222" x="6143625" y="3851275"/>
          <p14:tracePt t="305254" x="6143625" y="3863975"/>
          <p14:tracePt t="305255" x="6143625" y="3878263"/>
          <p14:tracePt t="305277" x="6157913" y="3890963"/>
          <p14:tracePt t="305289" x="6170613" y="3925888"/>
          <p14:tracePt t="305302" x="6205538" y="3952875"/>
          <p14:tracePt t="305314" x="6232525" y="3967163"/>
          <p14:tracePt t="305324" x="6245225" y="3979863"/>
          <p14:tracePt t="305341" x="6286500" y="3979863"/>
          <p14:tracePt t="305350" x="6313488" y="3994150"/>
          <p14:tracePt t="305373" x="6367463" y="3994150"/>
          <p14:tracePt t="305391" x="6381750" y="3994150"/>
          <p14:tracePt t="305424" x="6402388" y="3994150"/>
          <p14:tracePt t="305435" x="6402388" y="3979863"/>
          <p14:tracePt t="305446" x="6402388" y="3967163"/>
          <p14:tracePt t="305457" x="6402388" y="3938588"/>
          <p14:tracePt t="305470" x="6402388" y="3911600"/>
          <p14:tracePt t="305483" x="6381750" y="3890963"/>
          <p14:tracePt t="305493" x="6367463" y="3863975"/>
          <p14:tracePt t="305514" x="6354763" y="3836988"/>
          <p14:tracePt t="305516" x="6327775" y="3810000"/>
          <p14:tracePt t="305542" x="6245225" y="3783013"/>
          <p14:tracePt t="305557" x="6205538" y="3768725"/>
          <p14:tracePt t="305559" x="6170613" y="3768725"/>
          <p14:tracePt t="305570" x="6143625" y="3768725"/>
          <p14:tracePt t="305592" x="6116638" y="3783013"/>
          <p14:tracePt t="305603" x="6102350" y="3795713"/>
          <p14:tracePt t="305625" x="6102350" y="3810000"/>
          <p14:tracePt t="305629" x="6089650" y="3824288"/>
          <p14:tracePt t="305639" x="6089650" y="3851275"/>
          <p14:tracePt t="305664" x="6089650" y="3878263"/>
          <p14:tracePt t="305671" x="6089650" y="3890963"/>
          <p14:tracePt t="305682" x="6089650" y="3911600"/>
          <p14:tracePt t="305695" x="6102350" y="3911600"/>
          <p14:tracePt t="305705" x="6116638" y="3925888"/>
          <p14:tracePt t="305718" x="6143625" y="3938588"/>
          <p14:tracePt t="305749" x="6170613" y="3938588"/>
          <p14:tracePt t="305751" x="6205538" y="3938588"/>
          <p14:tracePt t="305773" x="6232525" y="3938588"/>
          <p14:tracePt t="305784" x="6245225" y="3938588"/>
          <p14:tracePt t="305786" x="6259513" y="3938588"/>
          <p14:tracePt t="305795" x="6286500" y="3925888"/>
          <p14:tracePt t="305807" x="6286500" y="3911600"/>
          <p14:tracePt t="305822" x="6300788" y="3890963"/>
          <p14:tracePt t="305833" x="6300788" y="3878263"/>
          <p14:tracePt t="305840" x="6300788" y="3851275"/>
          <p14:tracePt t="305856" x="6300788" y="3836988"/>
          <p14:tracePt t="305866" x="6300788" y="3824288"/>
          <p14:tracePt t="305874" x="6286500" y="3810000"/>
          <p14:tracePt t="305907" x="6218238" y="3783013"/>
          <p14:tracePt t="305938" x="6157913" y="3768725"/>
          <p14:tracePt t="305943" x="6129338" y="3783013"/>
          <p14:tracePt t="305967" x="6089650" y="3795713"/>
          <p14:tracePt t="305988" x="6075363" y="3810000"/>
          <p14:tracePt t="305989" x="6062663" y="3836988"/>
          <p14:tracePt t="305999" x="6062663" y="3851275"/>
          <p14:tracePt t="306009" x="6062663" y="3878263"/>
          <p14:tracePt t="306021" x="6062663" y="3890963"/>
          <p14:tracePt t="306038" x="6075363" y="3925888"/>
          <p14:tracePt t="306050" x="6075363" y="3938588"/>
          <p14:tracePt t="306057" x="6102350" y="3952875"/>
          <p14:tracePt t="306074" x="6129338" y="3967163"/>
          <p14:tracePt t="306087" x="6143625" y="3979863"/>
          <p14:tracePt t="306113" x="6184900" y="3994150"/>
          <p14:tracePt t="306115" x="6272213" y="3994150"/>
          <p14:tracePt t="306124" x="6313488" y="3994150"/>
          <p14:tracePt t="306158" x="6402388" y="3952875"/>
          <p14:tracePt t="306166" x="6402388" y="3938588"/>
          <p14:tracePt t="306191" x="6402388" y="3911600"/>
          <p14:tracePt t="306194" x="6402388" y="3890963"/>
          <p14:tracePt t="306203" x="6381750" y="3863975"/>
          <p14:tracePt t="306220" x="6367463" y="3851275"/>
          <p14:tracePt t="306234" x="6340475" y="3824288"/>
          <p14:tracePt t="306236" x="6313488" y="3810000"/>
          <p14:tracePt t="306273" x="6184900" y="3795713"/>
          <p14:tracePt t="306286" x="6157913" y="3795713"/>
          <p14:tracePt t="306297" x="6129338" y="3795713"/>
          <p14:tracePt t="306305" x="6116638" y="3810000"/>
          <p14:tracePt t="306318" x="6102350" y="3810000"/>
          <p14:tracePt t="306337" x="6089650" y="3851275"/>
          <p14:tracePt t="306350" x="6089650" y="3863975"/>
          <p14:tracePt t="306358" x="6089650" y="3890963"/>
          <p14:tracePt t="306380" x="6102350" y="3911600"/>
          <p14:tracePt t="306391" x="6129338" y="3925888"/>
          <p14:tracePt t="306425" x="6157913" y="3938588"/>
          <p14:tracePt t="306426" x="6205538" y="3952875"/>
          <p14:tracePt t="306436" x="6245225" y="3952875"/>
          <p14:tracePt t="306439" x="6313488" y="3952875"/>
          <p14:tracePt t="306450" x="6367463" y="3952875"/>
          <p14:tracePt t="306460" x="6415088" y="3952875"/>
          <p14:tracePt t="306472" x="6456363" y="3938588"/>
          <p14:tracePt t="306483" x="6483350" y="3911600"/>
          <p14:tracePt t="306505" x="6483350" y="3878263"/>
          <p14:tracePt t="306520" x="6483350" y="3851275"/>
          <p14:tracePt t="306532" x="6470650" y="3836988"/>
          <p14:tracePt t="306542" x="6470650" y="3824288"/>
          <p14:tracePt t="306552" x="6443663" y="3810000"/>
          <p14:tracePt t="306570" x="6429375" y="3795713"/>
          <p14:tracePt t="306572" x="6402388" y="3795713"/>
          <p14:tracePt t="306597" x="6327775" y="3783013"/>
          <p14:tracePt t="306606" x="6300788" y="3783013"/>
          <p14:tracePt t="306621" x="6272213" y="3783013"/>
          <p14:tracePt t="306632" x="6232525" y="3783013"/>
          <p14:tracePt t="306640" x="6205538" y="3795713"/>
          <p14:tracePt t="306657" x="6184900" y="3810000"/>
          <p14:tracePt t="306689" x="6143625" y="3863975"/>
          <p14:tracePt t="306697" x="6143625" y="3878263"/>
          <p14:tracePt t="306730" x="6170613" y="3925888"/>
          <p14:tracePt t="306740" x="6205538" y="3938588"/>
          <p14:tracePt t="306760" x="6232525" y="3952875"/>
          <p14:tracePt t="306761" x="6259513" y="3952875"/>
          <p14:tracePt t="306773" x="6300788" y="3952875"/>
          <p14:tracePt t="306787" x="6327775" y="3952875"/>
          <p14:tracePt t="306799" x="6367463" y="3952875"/>
          <p14:tracePt t="306822" x="6402388" y="3925888"/>
          <p14:tracePt t="306834" x="6415088" y="3890963"/>
          <p14:tracePt t="306852" x="6415088" y="3863975"/>
          <p14:tracePt t="306867" x="6415088" y="3836988"/>
          <p14:tracePt t="306875" x="6402388" y="3824288"/>
          <p14:tracePt t="306888" x="6381750" y="3795713"/>
          <p14:tracePt t="306906" x="6340475" y="3783013"/>
          <p14:tracePt t="306908" x="6300788" y="3756025"/>
          <p14:tracePt t="306922" x="6259513" y="3741738"/>
          <p14:tracePt t="306951" x="6184900" y="3741738"/>
          <p14:tracePt t="306956" x="6157913" y="3741738"/>
          <p14:tracePt t="306972" x="6143625" y="3756025"/>
          <p14:tracePt t="306982" x="6116638" y="3783013"/>
          <p14:tracePt t="306991" x="6116638" y="3795713"/>
          <p14:tracePt t="307022" x="6102350" y="3851275"/>
          <p14:tracePt t="307043" x="6102350" y="3863975"/>
          <p14:tracePt t="307055" x="6116638" y="3878263"/>
          <p14:tracePt t="307066" x="6129338" y="3878263"/>
          <p14:tracePt t="307078" x="6157913" y="3890963"/>
          <p14:tracePt t="307092" x="6184900" y="3890963"/>
          <p14:tracePt t="307104" x="6218238" y="3911600"/>
          <p14:tracePt t="307129" x="6300788" y="3911600"/>
          <p14:tracePt t="307137" x="6354763" y="3911600"/>
          <p14:tracePt t="307157" x="6429375" y="3890963"/>
          <p14:tracePt t="307167" x="6443663" y="3878263"/>
          <p14:tracePt t="307189" x="6443663" y="3863975"/>
          <p14:tracePt t="307211" x="6443663" y="3851275"/>
          <p14:tracePt t="307224" x="6415088" y="3810000"/>
          <p14:tracePt t="307235" x="6367463" y="3795713"/>
          <p14:tracePt t="307260" x="6272213" y="3756025"/>
          <p14:tracePt t="307291" x="6232525" y="3741738"/>
          <p14:tracePt t="307296" x="6143625" y="3708400"/>
          <p14:tracePt t="307306" x="6116638" y="3708400"/>
          <p14:tracePt t="307323" x="6102350" y="3708400"/>
          <p14:tracePt t="307324" x="6089650" y="3708400"/>
          <p14:tracePt t="307347" x="6089650" y="3729038"/>
          <p14:tracePt t="307366" x="6075363" y="3741738"/>
          <p14:tracePt t="307374" x="6075363" y="3756025"/>
          <p14:tracePt t="307383" x="6075363" y="3783013"/>
          <p14:tracePt t="307393" x="6075363" y="3795713"/>
          <p14:tracePt t="307409" x="6075363" y="3824288"/>
          <p14:tracePt t="307416" x="6075363" y="3836988"/>
          <p14:tracePt t="307426" x="6089650" y="3863975"/>
          <p14:tracePt t="307456" x="6102350" y="3878263"/>
          <p14:tracePt t="307471" x="6116638" y="3890963"/>
          <p14:tracePt t="307473" x="6129338" y="3890963"/>
          <p14:tracePt t="307491" x="6184900" y="3890963"/>
          <p14:tracePt t="307516" x="6205538" y="3890963"/>
          <p14:tracePt t="307520" x="6232525" y="3890963"/>
          <p14:tracePt t="307537" x="6245225" y="3890963"/>
          <p14:tracePt t="307539" x="6259513" y="3890963"/>
          <p14:tracePt t="307540" x="6272213" y="3890963"/>
          <p14:tracePt t="307551" x="6286500" y="3878263"/>
          <p14:tracePt t="307574" x="6286500" y="3863975"/>
          <p14:tracePt t="307596" x="6300788" y="3863975"/>
          <p14:tracePt t="308438" x="6286500" y="3863975"/>
          <p14:tracePt t="308483" x="6272213" y="3863975"/>
          <p14:tracePt t="308517" x="6259513" y="3863975"/>
          <p14:tracePt t="308529" x="6245225" y="3863975"/>
          <p14:tracePt t="308530" x="6232525" y="3863975"/>
          <p14:tracePt t="308547" x="6218238" y="3863975"/>
          <p14:tracePt t="308552" x="6205538" y="3863975"/>
          <p14:tracePt t="308582" x="6184900" y="3863975"/>
          <p14:tracePt t="308588" x="6184900" y="3878263"/>
          <p14:tracePt t="308608" x="6170613" y="3890963"/>
          <p14:tracePt t="308633" x="6170613" y="3911600"/>
          <p14:tracePt t="308645" x="6184900" y="3911600"/>
          <p14:tracePt t="308653" x="6184900" y="3925888"/>
          <p14:tracePt t="308665" x="6205538" y="3925888"/>
          <p14:tracePt t="308685" x="6218238" y="3938588"/>
          <p14:tracePt t="308697" x="6232525" y="3938588"/>
          <p14:tracePt t="308708" x="6245225" y="3938588"/>
          <p14:tracePt t="308732" x="6259513" y="3925888"/>
          <p14:tracePt t="308745" x="6272213" y="3925888"/>
          <p14:tracePt t="308753" x="6286500" y="3911600"/>
          <p14:tracePt t="308768" x="6286500" y="3890963"/>
          <p14:tracePt t="308784" x="6286500" y="3878263"/>
          <p14:tracePt t="308789" x="6286500" y="3863975"/>
          <p14:tracePt t="308799" x="6286500" y="3836988"/>
          <p14:tracePt t="308809" x="6286500" y="3824288"/>
          <p14:tracePt t="308834" x="6259513" y="3810000"/>
          <p14:tracePt t="308844" x="6245225" y="3810000"/>
          <p14:tracePt t="308855" x="6218238" y="3810000"/>
          <p14:tracePt t="308867" x="6205538" y="3810000"/>
          <p14:tracePt t="308884" x="6170613" y="3810000"/>
          <p14:tracePt t="308889" x="6143625" y="3824288"/>
          <p14:tracePt t="308900" x="6129338" y="3836988"/>
          <p14:tracePt t="308932" x="6075363" y="3878263"/>
          <p14:tracePt t="308933" x="6062663" y="3890963"/>
          <p14:tracePt t="308944" x="6048375" y="3925888"/>
          <p14:tracePt t="308966" x="6048375" y="3938588"/>
          <p14:tracePt t="308969" x="6048375" y="3952875"/>
          <p14:tracePt t="308982" x="6062663" y="3967163"/>
          <p14:tracePt t="308995" x="6062663" y="3979863"/>
          <p14:tracePt t="309005" x="6089650" y="3994150"/>
          <p14:tracePt t="309015" x="6102350" y="3994150"/>
          <p14:tracePt t="309032" x="6129338" y="4006850"/>
          <p14:tracePt t="309038" x="6157913" y="4006850"/>
          <p14:tracePt t="309046" x="6170613" y="4006850"/>
          <p14:tracePt t="309067" x="6205538" y="4006850"/>
          <p14:tracePt t="309068" x="6218238" y="3994150"/>
          <p14:tracePt t="309081" x="6232525" y="3979863"/>
          <p14:tracePt t="309104" x="6259513" y="3967163"/>
          <p14:tracePt t="309115" x="6259513" y="3952875"/>
          <p14:tracePt t="309126" x="6272213" y="3925888"/>
          <p14:tracePt t="309152" x="6272213" y="3911600"/>
          <p14:tracePt t="309166" x="6272213" y="3878263"/>
          <p14:tracePt t="309171" x="6259513" y="3863975"/>
          <p14:tracePt t="309182" x="6259513" y="3851275"/>
          <p14:tracePt t="309195" x="6245225" y="3836988"/>
          <p14:tracePt t="309217" x="6205538" y="3824288"/>
          <p14:tracePt t="309228" x="6157913" y="3824288"/>
          <p14:tracePt t="309245" x="6116638" y="3810000"/>
          <p14:tracePt t="309255" x="6089650" y="3810000"/>
          <p14:tracePt t="309271" x="6048375" y="3824288"/>
          <p14:tracePt t="309272" x="6034088" y="3824288"/>
          <p14:tracePt t="309282" x="6021388" y="3836988"/>
          <p14:tracePt t="309304" x="6007100" y="3851275"/>
          <p14:tracePt t="309306" x="5986463" y="3863975"/>
          <p14:tracePt t="309326" x="5973763" y="3890963"/>
          <p14:tracePt t="309328" x="5973763" y="3911600"/>
          <p14:tracePt t="309351" x="5973763" y="3925888"/>
          <p14:tracePt t="309367" x="5973763" y="3938588"/>
          <p14:tracePt t="309398" x="5973763" y="3952875"/>
          <p14:tracePt t="309400" x="5986463" y="3967163"/>
          <p14:tracePt t="309418" x="6021388" y="3967163"/>
          <p14:tracePt t="309433" x="6048375" y="3979863"/>
          <p14:tracePt t="309447" x="6075363" y="3979863"/>
          <p14:tracePt t="309454" x="6116638" y="3979863"/>
          <p14:tracePt t="309471" x="6170613" y="3979863"/>
          <p14:tracePt t="309481" x="6218238" y="3979863"/>
          <p14:tracePt t="309489" x="6259513" y="3979863"/>
          <p14:tracePt t="309503" x="6300788" y="3967163"/>
          <p14:tracePt t="309525" x="6327775" y="3952875"/>
          <p14:tracePt t="309527" x="6340475" y="3938588"/>
          <p14:tracePt t="309568" x="6354763" y="3911600"/>
          <p14:tracePt t="309571" x="6354763" y="3851275"/>
          <p14:tracePt t="309580" x="6340475" y="3836988"/>
          <p14:tracePt t="309603" x="6300788" y="3795713"/>
          <p14:tracePt t="309613" x="6272213" y="3768725"/>
          <p14:tracePt t="309622" x="6232525" y="3756025"/>
          <p14:tracePt t="309648" x="6184900" y="3756025"/>
          <p14:tracePt t="309659" x="6157913" y="3756025"/>
          <p14:tracePt t="309667" x="6143625" y="3756025"/>
          <p14:tracePt t="309686" x="6116638" y="3756025"/>
          <p14:tracePt t="309689" x="6102350" y="3756025"/>
          <p14:tracePt t="309699" x="6089650" y="3768725"/>
          <p14:tracePt t="309724" x="6062663" y="3795713"/>
          <p14:tracePt t="309733" x="6048375" y="3824288"/>
          <p14:tracePt t="309744" x="6034088" y="3836988"/>
          <p14:tracePt t="309769" x="6034088" y="3878263"/>
          <p14:tracePt t="309778" x="6034088" y="3890963"/>
          <p14:tracePt t="309789" x="6034088" y="3911600"/>
          <p14:tracePt t="309800" x="6034088" y="3925888"/>
          <p14:tracePt t="309819" x="6062663" y="3938588"/>
          <p14:tracePt t="309826" x="6075363" y="3952875"/>
          <p14:tracePt t="309851" x="6129338" y="3979863"/>
          <p14:tracePt t="309868" x="6205538" y="3994150"/>
          <p14:tracePt t="309878" x="6232525" y="3994150"/>
          <p14:tracePt t="309895" x="6272213" y="3994150"/>
          <p14:tracePt t="309904" x="6286500" y="3994150"/>
          <p14:tracePt t="309919" x="6313488" y="3979863"/>
          <p14:tracePt t="309929" x="6327775" y="3967163"/>
          <p14:tracePt t="309951" x="6354763" y="3925888"/>
          <p14:tracePt t="309966" x="6354763" y="3911600"/>
          <p14:tracePt t="309971" x="6354763" y="3890963"/>
          <p14:tracePt t="309983" x="6354763" y="3878263"/>
          <p14:tracePt t="309994" x="6340475" y="3851275"/>
          <p14:tracePt t="310018" x="6313488" y="3824288"/>
          <p14:tracePt t="310028" x="6286500" y="3824288"/>
          <p14:tracePt t="310045" x="6259513" y="3810000"/>
          <p14:tracePt t="310047" x="6232525" y="3810000"/>
          <p14:tracePt t="310074" x="6205538" y="3824288"/>
          <p14:tracePt t="310088" x="6184900" y="3824288"/>
          <p14:tracePt t="310099" x="6170613" y="3836988"/>
          <p14:tracePt t="310118" x="6170613" y="3851275"/>
          <p14:tracePt t="310119" x="6157913" y="3863975"/>
          <p14:tracePt t="310128" x="6157913" y="3878263"/>
          <p14:tracePt t="310137" x="6157913" y="3890963"/>
          <p14:tracePt t="310149" x="6157913" y="3911600"/>
          <p14:tracePt t="310166" x="6157913" y="3925888"/>
          <p14:tracePt t="310181" x="6170613" y="3925888"/>
          <p14:tracePt t="310182" x="6184900" y="3938588"/>
          <p14:tracePt t="310204" x="6218238" y="3952875"/>
          <p14:tracePt t="310207" x="6232525" y="3952875"/>
          <p14:tracePt t="310216" x="6259513" y="3967163"/>
          <p14:tracePt t="310239" x="6327775" y="3967163"/>
          <p14:tracePt t="310249" x="6340475" y="3952875"/>
          <p14:tracePt t="310261" x="6367463" y="3952875"/>
          <p14:tracePt t="310284" x="6381750" y="3938588"/>
          <p14:tracePt t="310287" x="6402388" y="3911600"/>
          <p14:tracePt t="310298" x="6402388" y="3890963"/>
          <p14:tracePt t="310320" x="6402388" y="3878263"/>
          <p14:tracePt t="310325" x="6381750" y="3851275"/>
          <p14:tracePt t="310333" x="6367463" y="3824288"/>
          <p14:tracePt t="310351" x="6340475" y="3795713"/>
          <p14:tracePt t="310354" x="6313488" y="3768725"/>
          <p14:tracePt t="310370" x="6286500" y="3756025"/>
          <p14:tracePt t="310401" x="6259513" y="3756025"/>
          <p14:tracePt t="310402" x="6205538" y="3741738"/>
          <p14:tracePt t="310415" x="6170613" y="3741738"/>
          <p14:tracePt t="310422" x="6157913" y="3741738"/>
          <p14:tracePt t="310433" x="6129338" y="3756025"/>
          <p14:tracePt t="310444" x="6129338" y="3768725"/>
          <p14:tracePt t="310466" x="6102350" y="3795713"/>
          <p14:tracePt t="310486" x="6102350" y="3810000"/>
          <p14:tracePt t="310502" x="6102350" y="3851275"/>
          <p14:tracePt t="310511" x="6116638" y="3863975"/>
          <p14:tracePt t="310520" x="6116638" y="3878263"/>
          <p14:tracePt t="310532" x="6143625" y="3911600"/>
          <p14:tracePt t="310553" x="6157913" y="3925888"/>
          <p14:tracePt t="310554" x="6170613" y="3925888"/>
          <p14:tracePt t="310565" x="6205538" y="3938588"/>
          <p14:tracePt t="310585" x="6218238" y="3938588"/>
          <p14:tracePt t="310599" x="6232525" y="3938588"/>
          <p14:tracePt t="310613" x="6286500" y="3938588"/>
          <p14:tracePt t="310622" x="6313488" y="3938588"/>
          <p14:tracePt t="310633" x="6327775" y="3938588"/>
          <p14:tracePt t="310652" x="6340475" y="3925888"/>
          <p14:tracePt t="310661" x="6354763" y="3925888"/>
          <p14:tracePt t="310669" x="6367463" y="3911600"/>
          <p14:tracePt t="310708" x="6367463" y="3851275"/>
          <p14:tracePt t="310720" x="6367463" y="3836988"/>
          <p14:tracePt t="310727" x="6354763" y="3824288"/>
          <p14:tracePt t="310739" x="6340475" y="3810000"/>
          <p14:tracePt t="310753" x="6327775" y="3795713"/>
          <p14:tracePt t="310762" x="6300788" y="3783013"/>
          <p14:tracePt t="310781" x="6259513" y="3768725"/>
          <p14:tracePt t="310799" x="6245225" y="3768725"/>
          <p14:tracePt t="310801" x="6218238" y="3768725"/>
          <p14:tracePt t="310813" x="6184900" y="3768725"/>
          <p14:tracePt t="310835" x="6157913" y="3783013"/>
          <p14:tracePt t="310846" x="6143625" y="3795713"/>
          <p14:tracePt t="310875" x="6129338" y="3824288"/>
          <p14:tracePt t="310893" x="6129338" y="3836988"/>
          <p14:tracePt t="310920" x="6129338" y="3851275"/>
          <p14:tracePt t="310927" x="6129338" y="3863975"/>
          <p14:tracePt t="310936" x="6143625" y="3863975"/>
          <p14:tracePt t="310947" x="6157913" y="3863975"/>
          <p14:tracePt t="310969" x="6170613" y="3878263"/>
          <p14:tracePt t="310971" x="6205538" y="3878263"/>
          <p14:tracePt t="310981" x="6218238" y="3878263"/>
          <p14:tracePt t="311009" x="6286500" y="3878263"/>
          <p14:tracePt t="311017" x="6313488" y="3878263"/>
          <p14:tracePt t="311029" x="6340475" y="3878263"/>
          <p14:tracePt t="311037" x="6367463" y="3863975"/>
          <p14:tracePt t="311058" x="6381750" y="3863975"/>
          <p14:tracePt t="311059" x="6381750" y="3851275"/>
          <p14:tracePt t="311071" x="6402388" y="3851275"/>
          <p14:tracePt t="311082" x="6402388" y="3836988"/>
          <p14:tracePt t="311100" x="6402388" y="3824288"/>
          <p14:tracePt t="311112" x="6402388" y="3810000"/>
          <p14:tracePt t="311120" x="6381750" y="3810000"/>
          <p14:tracePt t="311129" x="6367463" y="3795713"/>
          <p14:tracePt t="311148" x="6354763" y="3795713"/>
          <p14:tracePt t="311151" x="6340475" y="3783013"/>
          <p14:tracePt t="311179" x="6300788" y="3783013"/>
          <p14:tracePt t="311187" x="6272213" y="3783013"/>
          <p14:tracePt t="311199" x="6259513" y="3783013"/>
          <p14:tracePt t="311210" x="6232525" y="3795713"/>
          <p14:tracePt t="311222" x="6218238" y="3810000"/>
          <p14:tracePt t="311235" x="6170613" y="3824288"/>
          <p14:tracePt t="311248" x="6157913" y="3851275"/>
          <p14:tracePt t="311266" x="6143625" y="3863975"/>
          <p14:tracePt t="311267" x="6143625" y="3890963"/>
          <p14:tracePt t="311277" x="6129338" y="3911600"/>
          <p14:tracePt t="311302" x="6143625" y="3925888"/>
          <p14:tracePt t="311318" x="6157913" y="3925888"/>
          <p14:tracePt t="311359" x="6184900" y="3925888"/>
          <p14:tracePt t="311382" x="6205538" y="3925888"/>
          <p14:tracePt t="311398" x="6218238" y="3925888"/>
          <p14:tracePt t="311400" x="6232525" y="3925888"/>
          <p14:tracePt t="311411" x="6245225" y="3925888"/>
          <p14:tracePt t="311435" x="6259513" y="3911600"/>
          <p14:tracePt t="311480" x="6272213" y="3890963"/>
          <p14:tracePt t="313085" x="6272213" y="3863975"/>
          <p14:tracePt t="313095" x="6259513" y="3795713"/>
          <p14:tracePt t="313106" x="6205538" y="3667125"/>
          <p14:tracePt t="313117" x="6143625" y="3530600"/>
          <p14:tracePt t="313129" x="6062663" y="3313113"/>
          <p14:tracePt t="313140" x="5959475" y="3089275"/>
          <p14:tracePt t="313154" x="5851525" y="2851150"/>
          <p14:tracePt t="313163" x="5748338" y="2681288"/>
          <p14:tracePt t="313178" x="5592763" y="2455863"/>
          <p14:tracePt t="313186" x="5443538" y="2259013"/>
          <p14:tracePt t="313210" x="5143500" y="1958975"/>
          <p14:tracePt t="313228" x="4973638" y="1836738"/>
          <p14:tracePt t="313235" x="4851400" y="1720850"/>
          <p14:tracePt t="313244" x="4748213" y="1666875"/>
          <p14:tracePt t="313266" x="4551363" y="1538288"/>
          <p14:tracePt t="313281" x="4483100" y="1524000"/>
          <p14:tracePt t="313289" x="4408488" y="1497013"/>
          <p14:tracePt t="313313" x="4244975" y="1470025"/>
          <p14:tracePt t="313329" x="4170363" y="1470025"/>
          <p14:tracePt t="313333" x="4089400" y="1470025"/>
          <p14:tracePt t="313344" x="4000500" y="1455738"/>
          <p14:tracePt t="313359" x="3919538" y="1455738"/>
          <p14:tracePt t="313381" x="3708400" y="1455738"/>
          <p14:tracePt t="313392" x="3633788" y="1443038"/>
          <p14:tracePt t="313400" x="3551238" y="1443038"/>
          <p14:tracePt t="313413" x="3482975" y="1443038"/>
          <p14:tracePt t="313431" x="3395663" y="1422400"/>
          <p14:tracePt t="313438" x="3327400" y="1408113"/>
          <p14:tracePt t="313462" x="3101975" y="1381125"/>
          <p14:tracePt t="313478" x="2863850" y="1339850"/>
          <p14:tracePt t="313491" x="2693988" y="1327150"/>
          <p14:tracePt t="313501" x="2578100" y="1312863"/>
          <p14:tracePt t="313514" x="2449513" y="1312863"/>
          <p14:tracePt t="313530" x="2339975" y="1312863"/>
          <p14:tracePt t="313540" x="2252663" y="1300163"/>
          <p14:tracePt t="313549" x="2197100" y="1300163"/>
          <p14:tracePt t="313559" x="2143125" y="1285875"/>
          <p14:tracePt t="313581" x="2041525" y="1271588"/>
          <p14:tracePt t="313592" x="2014538" y="1271588"/>
          <p14:tracePt t="313608" x="2000250" y="1271588"/>
          <p14:tracePt t="313692" x="2014538" y="1271588"/>
          <p14:tracePt t="313709" x="2027238" y="1271588"/>
          <p14:tracePt t="313718" x="2041525" y="1271588"/>
          <p14:tracePt t="313730" x="2074863" y="1271588"/>
          <p14:tracePt t="313752" x="2101850" y="1271588"/>
          <p14:tracePt t="313761" x="2157413" y="1271588"/>
          <p14:tracePt t="313763" x="2224088" y="1271588"/>
          <p14:tracePt t="313792" x="2422525" y="1285875"/>
          <p14:tracePt t="313793" x="2565400" y="1285875"/>
          <p14:tracePt t="313808" x="2735263" y="1300163"/>
          <p14:tracePt t="313818" x="2863850" y="1312863"/>
          <p14:tracePt t="313835" x="3014663" y="1327150"/>
          <p14:tracePt t="313842" x="3157538" y="1339850"/>
          <p14:tracePt t="313866" x="3395663" y="1354138"/>
          <p14:tracePt t="313879" x="3538538" y="1354138"/>
          <p14:tracePt t="313890" x="3633788" y="1354138"/>
          <p14:tracePt t="313898" x="3776663" y="1354138"/>
          <p14:tracePt t="313907" x="3905250" y="1354138"/>
          <p14:tracePt t="313927" x="4014788" y="1354138"/>
          <p14:tracePt t="313929" x="4089400" y="1354138"/>
          <p14:tracePt t="313942" x="4197350" y="1354138"/>
          <p14:tracePt t="313952" x="4327525" y="1354138"/>
          <p14:tracePt t="313964" x="4408488" y="1366838"/>
          <p14:tracePt t="313978" x="4551363" y="1366838"/>
          <p14:tracePt t="313990" x="4708525" y="1366838"/>
          <p14:tracePt t="314006" x="4878388" y="1381125"/>
          <p14:tracePt t="314013" x="5021263" y="1381125"/>
          <p14:tracePt t="314028" x="5197475" y="1381125"/>
          <p14:tracePt t="314030" x="5381625" y="1395413"/>
          <p14:tracePt t="314059" x="5694363" y="1422400"/>
          <p14:tracePt t="314068" x="5878513" y="1443038"/>
          <p14:tracePt t="314080" x="6021388" y="1443038"/>
          <p14:tracePt t="314091" x="6218238" y="1455738"/>
          <p14:tracePt t="314111" x="6626225" y="1482725"/>
          <p14:tracePt t="314126" x="6777038" y="1497013"/>
          <p14:tracePt t="314135" x="7007225" y="1509713"/>
          <p14:tracePt t="314148" x="7232650" y="1509713"/>
          <p14:tracePt t="314158" x="7388225" y="1524000"/>
          <p14:tracePt t="314179" x="7721600" y="1524000"/>
          <p14:tracePt t="314190" x="7864475" y="1524000"/>
          <p14:tracePt t="314199" x="7959725" y="1524000"/>
          <p14:tracePt t="314211" x="8075613" y="1524000"/>
          <p14:tracePt t="314227" x="8164513" y="1524000"/>
          <p14:tracePt t="314236" x="8232775" y="1524000"/>
          <p14:tracePt t="314249" x="8301038" y="1524000"/>
          <p14:tracePt t="314258" x="8388350" y="1524000"/>
          <p14:tracePt t="314276" x="8497888" y="1524000"/>
          <p14:tracePt t="314290" x="8572500" y="1524000"/>
          <p14:tracePt t="314301" x="8640763" y="1524000"/>
          <p14:tracePt t="314313" x="8721725" y="1524000"/>
          <p14:tracePt t="314326" x="8864600" y="1524000"/>
          <p14:tracePt t="314334" x="9021763" y="1538288"/>
          <p14:tracePt t="314357" x="9150350" y="1538288"/>
          <p14:tracePt t="314358" x="9313863" y="1538288"/>
          <p14:tracePt t="314367" x="9483725" y="1538288"/>
          <p14:tracePt t="314380" x="9613900" y="1538288"/>
          <p14:tracePt t="314391" x="9721850" y="1538288"/>
          <p14:tracePt t="314402" x="9852025" y="1538288"/>
          <p14:tracePt t="314412" x="9994900" y="1538288"/>
          <p14:tracePt t="314429" x="10075863" y="1538288"/>
          <p14:tracePt t="314440" x="10177463" y="1538288"/>
          <p14:tracePt t="314448" x="10245725" y="1524000"/>
          <p14:tracePt t="314466" x="10287000" y="1524000"/>
          <p14:tracePt t="314478" x="10301288" y="1524000"/>
          <p14:tracePt t="314479" x="10313988" y="1524000"/>
          <p14:tracePt t="314591" x="10301288" y="1524000"/>
          <p14:tracePt t="314602" x="10245725" y="1524000"/>
          <p14:tracePt t="314615" x="10191750" y="1524000"/>
          <p14:tracePt t="314626" x="10048875" y="1524000"/>
          <p14:tracePt t="314648" x="9864725" y="1538288"/>
          <p14:tracePt t="314649" x="9653588" y="1538288"/>
          <p14:tracePt t="314660" x="9456738" y="1538288"/>
          <p14:tracePt t="314671" x="9177338" y="1538288"/>
          <p14:tracePt t="314683" x="8851900" y="1538288"/>
          <p14:tracePt t="314698" x="8613775" y="1538288"/>
          <p14:tracePt t="314708" x="8313738" y="1538288"/>
          <p14:tracePt t="314716" x="8021638" y="1524000"/>
          <p14:tracePt t="314728" x="7824788" y="1524000"/>
          <p14:tracePt t="314749" x="7470775" y="1497013"/>
          <p14:tracePt t="314760" x="7367588" y="1482725"/>
          <p14:tracePt t="314772" x="7340600" y="1482725"/>
          <p14:tracePt t="314784" x="7327900" y="1482725"/>
          <p14:tracePt t="314849" x="7340600" y="1482725"/>
          <p14:tracePt t="314861" x="7354888" y="1482725"/>
          <p14:tracePt t="314876" x="7388225" y="1470025"/>
          <p14:tracePt t="314885" x="7402513" y="1470025"/>
          <p14:tracePt t="314896" x="7443788" y="1470025"/>
          <p14:tracePt t="314914" x="7497763" y="1455738"/>
          <p14:tracePt t="314923" x="7551738" y="1455738"/>
          <p14:tracePt t="314931" x="7640638" y="1455738"/>
          <p14:tracePt t="314941" x="7783513" y="1455738"/>
          <p14:tracePt t="314966" x="8089900" y="1455738"/>
          <p14:tracePt t="314977" x="8313738" y="1455738"/>
          <p14:tracePt t="314987" x="8586788" y="1470025"/>
          <p14:tracePt t="314998" x="8783638" y="1482725"/>
          <p14:tracePt t="315018" x="9075738" y="1497013"/>
          <p14:tracePt t="315023" x="9375775" y="1509713"/>
          <p14:tracePt t="315033" x="9626600" y="1524000"/>
          <p14:tracePt t="315069" x="10075863" y="1538288"/>
          <p14:tracePt t="315080" x="10117138" y="1538288"/>
          <p14:tracePt t="315087" x="10164763" y="1538288"/>
          <p14:tracePt t="315116" x="10191750" y="1538288"/>
          <p14:tracePt t="315198" x="10177463" y="1538288"/>
          <p14:tracePt t="315209" x="10150475" y="1538288"/>
          <p14:tracePt t="315227" x="10075863" y="1538288"/>
          <p14:tracePt t="315234" x="9967913" y="1538288"/>
          <p14:tracePt t="315245" x="9783763" y="1565275"/>
          <p14:tracePt t="315267" x="9558338" y="1592263"/>
          <p14:tracePt t="315269" x="9375775" y="1625600"/>
          <p14:tracePt t="315279" x="9117013" y="1666875"/>
          <p14:tracePt t="315301" x="8769350" y="1735138"/>
          <p14:tracePt t="315311" x="8613775" y="1776413"/>
          <p14:tracePt t="315326" x="8497888" y="1824038"/>
          <p14:tracePt t="315351" x="8361363" y="1905000"/>
          <p14:tracePt t="315357" x="8301038" y="1973263"/>
          <p14:tracePt t="315369" x="8232775" y="2062163"/>
          <p14:tracePt t="315392" x="8177213" y="2157413"/>
          <p14:tracePt t="315393" x="8089900" y="2312988"/>
          <p14:tracePt t="315420" x="7920038" y="2640013"/>
          <p14:tracePt t="315444" x="7837488" y="2735263"/>
          <p14:tracePt t="315447" x="7694613" y="2863850"/>
          <p14:tracePt t="315448" x="7551738" y="2979738"/>
          <p14:tracePt t="315463" x="7470775" y="3033713"/>
          <p14:tracePt t="315479" x="7367588" y="3089275"/>
          <p14:tracePt t="315480" x="7272338" y="3128963"/>
          <p14:tracePt t="315492" x="7218363" y="3163888"/>
          <p14:tracePt t="315511" x="7158038" y="3190875"/>
          <p14:tracePt t="315518" x="7116763" y="3217863"/>
          <p14:tracePt t="315537" x="7075488" y="3232150"/>
          <p14:tracePt t="315540" x="7062788" y="3244850"/>
          <p14:tracePt t="315563" x="7034213" y="3259138"/>
          <p14:tracePt t="315565" x="7034213" y="3271838"/>
          <p14:tracePt t="315575" x="7021513" y="3271838"/>
          <p14:tracePt t="315608" x="7007225" y="3271838"/>
          <p14:tracePt t="315651" x="6994525" y="3271838"/>
          <p14:tracePt t="315660" x="6994525" y="3286125"/>
          <p14:tracePt t="315680" x="6973888" y="3286125"/>
          <p14:tracePt t="315686" x="6946900" y="3300413"/>
          <p14:tracePt t="315699" x="6932613" y="3327400"/>
          <p14:tracePt t="315710" x="6891338" y="3360738"/>
          <p14:tracePt t="315732" x="6810375" y="3443288"/>
          <p14:tracePt t="315743" x="6762750" y="3497263"/>
          <p14:tracePt t="315762" x="6721475" y="3571875"/>
          <p14:tracePt t="315765" x="6681788" y="3598863"/>
          <p14:tracePt t="315798" x="6578600" y="3694113"/>
          <p14:tracePt t="315809" x="6565900" y="3708400"/>
          <p14:tracePt t="315825" x="6565900" y="3729038"/>
          <p14:tracePt t="316032" x="6538913" y="3729038"/>
          <p14:tracePt t="316043" x="6524625" y="3729038"/>
          <p14:tracePt t="316053" x="6510338" y="3708400"/>
          <p14:tracePt t="316068" x="6497638" y="3708400"/>
          <p14:tracePt t="316090" x="6483350" y="3708400"/>
          <p14:tracePt t="316099" x="6470650" y="3708400"/>
          <p14:tracePt t="316114" x="6456363" y="3708400"/>
          <p14:tracePt t="316122" x="6443663" y="3708400"/>
          <p14:tracePt t="316143" x="6429375" y="3708400"/>
          <p14:tracePt t="316145" x="6415088" y="3708400"/>
          <p14:tracePt t="316156" x="6402388" y="3708400"/>
          <p14:tracePt t="316168" x="6381750" y="3708400"/>
          <p14:tracePt t="316233" x="6367463" y="3729038"/>
          <p14:tracePt t="316245" x="6354763" y="3741738"/>
          <p14:tracePt t="316256" x="6327775" y="3768725"/>
          <p14:tracePt t="316272" x="6300788" y="3795713"/>
          <p14:tracePt t="316280" x="6272213" y="3824288"/>
          <p14:tracePt t="316291" x="6245225" y="3851275"/>
          <p14:tracePt t="316310" x="6218238" y="3863975"/>
          <p14:tracePt t="316319" x="6205538" y="3878263"/>
          <p14:tracePt t="316337" x="6184900" y="3890963"/>
          <p14:tracePt t="316339" x="6184900" y="3911600"/>
          <p14:tracePt t="316366" x="6184900" y="3925888"/>
          <p14:tracePt t="316382" x="6184900" y="3938588"/>
          <p14:tracePt t="316447" x="6205538" y="3938588"/>
          <p14:tracePt t="316455" x="6218238" y="3938588"/>
          <p14:tracePt t="316466" x="6232525" y="3938588"/>
          <p14:tracePt t="316478" x="6245225" y="3938588"/>
          <p14:tracePt t="316494" x="6259513" y="3938588"/>
          <p14:tracePt t="316495" x="6272213" y="3938588"/>
          <p14:tracePt t="316520" x="6286500" y="3925888"/>
          <p14:tracePt t="316544" x="6286500" y="3911600"/>
          <p14:tracePt t="316555" x="6286500" y="3890963"/>
          <p14:tracePt t="316573" x="6272213" y="3878263"/>
          <p14:tracePt t="316603" x="6259513" y="3863975"/>
          <p14:tracePt t="316624" x="6245225" y="3863975"/>
          <p14:tracePt t="316626" x="6218238" y="3863975"/>
          <p14:tracePt t="316641" x="6205538" y="3863975"/>
          <p14:tracePt t="316642" x="6184900" y="3863975"/>
          <p14:tracePt t="316654" x="6170613" y="3863975"/>
          <p14:tracePt t="316662" x="6157913" y="3878263"/>
          <p14:tracePt t="316674" x="6129338" y="3890963"/>
          <p14:tracePt t="316693" x="6116638" y="3911600"/>
          <p14:tracePt t="316717" x="6102350" y="3925888"/>
          <p14:tracePt t="316719" x="6089650" y="3938588"/>
          <p14:tracePt t="316744" x="6102350" y="3967163"/>
          <p14:tracePt t="316755" x="6102350" y="3979863"/>
          <p14:tracePt t="316776" x="6116638" y="3994150"/>
          <p14:tracePt t="316788" x="6129338" y="3994150"/>
          <p14:tracePt t="316798" x="6143625" y="3994150"/>
          <p14:tracePt t="316826" x="6157913" y="3994150"/>
          <p14:tracePt t="316839" x="6170613" y="3994150"/>
          <p14:tracePt t="316845" x="6184900" y="3994150"/>
          <p14:tracePt t="316861" x="6205538" y="3994150"/>
          <p14:tracePt t="316877" x="6218238" y="3979863"/>
          <p14:tracePt t="316909" x="6232525" y="3967163"/>
          <p14:tracePt t="316921" x="6245225" y="3967163"/>
          <p14:tracePt t="316923" x="6245225" y="3952875"/>
          <p14:tracePt t="317112" x="6259513" y="3952875"/>
          <p14:tracePt t="319608" x="6272213" y="3952875"/>
          <p14:tracePt t="319613" x="6286500" y="3952875"/>
          <p14:tracePt t="319622" x="6327775" y="3952875"/>
          <p14:tracePt t="319631" x="6340475" y="3952875"/>
          <p14:tracePt t="319643" x="6367463" y="3952875"/>
          <p14:tracePt t="319655" x="6402388" y="3952875"/>
          <p14:tracePt t="319673" x="6429375" y="3952875"/>
          <p14:tracePt t="319680" x="6443663" y="3967163"/>
          <p14:tracePt t="319733" x="6456363" y="3967163"/>
          <p14:tracePt t="319756" x="6470650" y="3979863"/>
          <p14:tracePt t="319775" x="6497638" y="3979863"/>
          <p14:tracePt t="319779" x="6510338" y="3994150"/>
          <p14:tracePt t="319790" x="6524625" y="3994150"/>
          <p14:tracePt t="319801" x="6538913" y="3994150"/>
          <p14:tracePt t="319826" x="6565900" y="4006850"/>
          <p14:tracePt t="319838" x="6578600" y="4006850"/>
          <p14:tracePt t="319958" x="6565900" y="4006850"/>
          <p14:tracePt t="319969" x="6551613" y="4006850"/>
          <p14:tracePt t="319980" x="6538913" y="4006850"/>
          <p14:tracePt t="319991" x="6510338" y="4006850"/>
          <p14:tracePt t="320003" x="6483350" y="4006850"/>
          <p14:tracePt t="320023" x="6456363" y="4006850"/>
          <p14:tracePt t="320029" x="6429375" y="4006850"/>
          <p14:tracePt t="320053" x="6354763" y="3994150"/>
          <p14:tracePt t="320066" x="6340475" y="3994150"/>
          <p14:tracePt t="320072" x="6313488" y="3994150"/>
          <p14:tracePt t="320113" x="6272213" y="3979863"/>
          <p14:tracePt t="320120" x="6259513" y="3979863"/>
          <p14:tracePt t="320131" x="6232525" y="3979863"/>
          <p14:tracePt t="320159" x="6218238" y="3979863"/>
          <p14:tracePt t="320230" x="6218238" y="3967163"/>
          <p14:tracePt t="320284" x="6218238" y="3952875"/>
          <p14:tracePt t="320340" x="6218238" y="3938588"/>
          <p14:tracePt t="320374" x="6218238" y="3925888"/>
          <p14:tracePt t="320430" x="6218238" y="3911600"/>
          <p14:tracePt t="320634" x="6218238" y="3925888"/>
          <p14:tracePt t="320644" x="6232525" y="3925888"/>
          <p14:tracePt t="320673" x="6232525" y="3938588"/>
          <p14:tracePt t="320756" x="6245225" y="3938588"/>
          <p14:tracePt t="320770" x="6259513" y="3938588"/>
          <p14:tracePt t="320779" x="6272213" y="3938588"/>
          <p14:tracePt t="320791" x="6300788" y="3938588"/>
          <p14:tracePt t="320808" x="6313488" y="3938588"/>
          <p14:tracePt t="320817" x="6340475" y="3938588"/>
          <p14:tracePt t="320825" x="6367463" y="3938588"/>
          <p14:tracePt t="320836" x="6381750" y="3938588"/>
          <p14:tracePt t="320859" x="6415088" y="3938588"/>
          <p14:tracePt t="320969" x="6429375" y="3952875"/>
          <p14:tracePt t="320994" x="6443663" y="3952875"/>
          <p14:tracePt t="321005" x="6456363" y="3952875"/>
          <p14:tracePt t="321023" x="6470650" y="3952875"/>
          <p14:tracePt t="321028" x="6470650" y="3967163"/>
          <p14:tracePt t="321038" x="6483350" y="3967163"/>
          <p14:tracePt t="321172" x="6497638" y="3967163"/>
          <p14:tracePt t="321187" x="6510338" y="3967163"/>
          <p14:tracePt t="321196" x="6524625" y="3967163"/>
          <p14:tracePt t="321207" x="6538913" y="3967163"/>
          <p14:tracePt t="321229" x="6551613" y="3967163"/>
          <p14:tracePt t="321353" x="6551613" y="3979863"/>
          <p14:tracePt t="321366" x="6565900" y="3979863"/>
          <p14:tracePt t="321489" x="6578600" y="3979863"/>
          <p14:tracePt t="321882" x="6599238" y="3979863"/>
          <p14:tracePt t="321903" x="6613525" y="3979863"/>
          <p14:tracePt t="321928" x="6626225" y="3979863"/>
          <p14:tracePt t="321959" x="6640513" y="3979863"/>
          <p14:tracePt t="322490" x="6653213" y="3979863"/>
          <p14:tracePt t="322510" x="6667500" y="3979863"/>
          <p14:tracePt t="322534" x="6681788" y="3979863"/>
          <p14:tracePt t="322625" x="6694488" y="3979863"/>
          <p14:tracePt t="322668" x="6708775" y="3979863"/>
          <p14:tracePt t="322816" x="6708775" y="3994150"/>
          <p14:tracePt t="322827" x="6721475" y="3994150"/>
          <p14:tracePt t="322849" x="6735763" y="3994150"/>
          <p14:tracePt t="322877" x="6748463" y="3994150"/>
          <p14:tracePt t="323120" x="6762750" y="3994150"/>
          <p14:tracePt t="323129" x="6777038" y="3994150"/>
          <p14:tracePt t="323155" x="6796088" y="3994150"/>
          <p14:tracePt t="323165" x="6810375" y="3994150"/>
          <p14:tracePt t="323200" x="6824663" y="3994150"/>
          <p14:tracePt t="323226" x="6837363" y="3994150"/>
          <p14:tracePt t="323323" x="6851650" y="3994150"/>
          <p14:tracePt t="323602" x="6864350" y="3994150"/>
          <p14:tracePt t="323613" x="6878638" y="3994150"/>
          <p14:tracePt t="323627" x="6891338" y="3994150"/>
          <p14:tracePt t="323649" x="6905625" y="3994150"/>
          <p14:tracePt t="323670" x="6919913" y="3994150"/>
          <p14:tracePt t="323863" x="6932613" y="3994150"/>
          <p14:tracePt t="324110" x="6946900" y="3994150"/>
          <p14:tracePt t="324120" x="6959600" y="3994150"/>
          <p14:tracePt t="324143" x="6973888" y="3994150"/>
          <p14:tracePt t="324155" x="6994525" y="3994150"/>
          <p14:tracePt t="324171" x="7007225" y="3994150"/>
          <p14:tracePt t="324202" x="7021513" y="3994150"/>
          <p14:tracePt t="324310" x="7034213" y="3994150"/>
          <p14:tracePt t="324334" x="7048500" y="4006850"/>
          <p14:tracePt t="324560" x="7062788" y="4006850"/>
          <p14:tracePt t="324570" x="7075488" y="4006850"/>
          <p14:tracePt t="324585" x="7102475" y="4006850"/>
          <p14:tracePt t="324599" x="7116763" y="4006850"/>
          <p14:tracePt t="324605" x="7129463" y="4006850"/>
          <p14:tracePt t="324621" x="7158038" y="4006850"/>
          <p14:tracePt t="324631" x="7170738" y="4006850"/>
          <p14:tracePt t="324650" x="7191375" y="4006850"/>
          <p14:tracePt t="324864" x="7205663" y="4006850"/>
          <p14:tracePt t="324873" x="7218363" y="4006850"/>
          <p14:tracePt t="324899" x="7232650" y="4006850"/>
          <p14:tracePt t="324908" x="7245350" y="4006850"/>
          <p14:tracePt t="324920" x="7259638" y="4006850"/>
          <p14:tracePt t="324941" x="7272338" y="4006850"/>
          <p14:tracePt t="324942" x="7286625" y="4006850"/>
          <p14:tracePt t="324954" x="7300913" y="4006850"/>
          <p14:tracePt t="324974" x="7313613" y="4006850"/>
          <p14:tracePt t="324977" x="7327900" y="4006850"/>
          <p14:tracePt t="324987" x="7340600" y="4006850"/>
          <p14:tracePt t="324999" x="7354888" y="3994150"/>
          <p14:tracePt t="325010" x="7367588" y="3994150"/>
          <p14:tracePt t="325024" x="7388225" y="3994150"/>
          <p14:tracePt t="325036" x="7402513" y="3994150"/>
          <p14:tracePt t="325044" x="7429500" y="3994150"/>
          <p14:tracePt t="325061" x="7443788" y="3994150"/>
          <p14:tracePt t="325069" x="7470775" y="3994150"/>
          <p14:tracePt t="325078" x="7483475" y="3994150"/>
          <p14:tracePt t="325093" x="7510463" y="4006850"/>
          <p14:tracePt t="325107" x="7551738" y="4006850"/>
          <p14:tracePt t="325117" x="7586663" y="4006850"/>
          <p14:tracePt t="325142" x="7667625" y="4006850"/>
          <p14:tracePt t="325159" x="7721600" y="4006850"/>
          <p14:tracePt t="325161" x="7783513" y="4021138"/>
          <p14:tracePt t="325170" x="7837488" y="4021138"/>
          <p14:tracePt t="325179" x="7878763" y="4021138"/>
          <p14:tracePt t="325216" x="7959725" y="4006850"/>
          <p14:tracePt t="325224" x="7980363" y="4006850"/>
          <p14:tracePt t="325239" x="7980363" y="3994150"/>
          <p14:tracePt t="325258" x="7980363" y="3979863"/>
          <p14:tracePt t="325270" x="7980363" y="3967163"/>
          <p14:tracePt t="325292" x="7994650" y="3938588"/>
          <p14:tracePt t="325293" x="7994650" y="3925888"/>
          <p14:tracePt t="325320" x="7994650" y="3911600"/>
          <p14:tracePt t="325342" x="7994650" y="3890963"/>
          <p14:tracePt t="325371" x="7980363" y="3890963"/>
          <p14:tracePt t="325392" x="7980363" y="3878263"/>
          <p14:tracePt t="325407" x="7959725" y="3878263"/>
          <p14:tracePt t="325418" x="7947025" y="3878263"/>
          <p14:tracePt t="325426" x="7932738" y="3878263"/>
          <p14:tracePt t="325443" x="7920038" y="3878263"/>
          <p14:tracePt t="325451" x="7905750" y="3878263"/>
          <p14:tracePt t="325460" x="7878763" y="3878263"/>
          <p14:tracePt t="325486" x="7864475" y="3878263"/>
          <p14:tracePt t="325495" x="7851775" y="3878263"/>
          <p14:tracePt t="325593" x="7864475" y="3890963"/>
          <p14:tracePt t="325605" x="7878763" y="3890963"/>
          <p14:tracePt t="326473" x="7796213" y="3890963"/>
          <p14:tracePt t="326482" x="7708900" y="3890963"/>
          <p14:tracePt t="326493" x="7626350" y="3890963"/>
          <p14:tracePt t="326506" x="7456488" y="3890963"/>
          <p14:tracePt t="326517" x="7340600" y="3890963"/>
          <p14:tracePt t="326530" x="7170738" y="3890963"/>
          <p14:tracePt t="326548" x="7021513" y="3890963"/>
          <p14:tracePt t="326553" x="6905625" y="3911600"/>
          <p14:tracePt t="326562" x="6796088" y="3911600"/>
          <p14:tracePt t="326584" x="6735763" y="3925888"/>
          <p14:tracePt t="326587" x="6694488" y="3925888"/>
          <p14:tracePt t="326598" x="6681788" y="3938588"/>
          <p14:tracePt t="326623" x="6667500" y="3938588"/>
          <p14:tracePt t="326626" x="6653213" y="3938588"/>
          <p14:tracePt t="326633" x="6640513" y="3952875"/>
          <p14:tracePt t="326653" x="6626225" y="3952875"/>
          <p14:tracePt t="326677" x="6613525" y="3952875"/>
          <p14:tracePt t="326687" x="6613525" y="3967163"/>
          <p14:tracePt t="327551" x="6626225" y="3967163"/>
          <p14:tracePt t="327586" x="6640513" y="3967163"/>
          <p14:tracePt t="327619" x="6653213" y="3967163"/>
          <p14:tracePt t="327721" x="6640513" y="3967163"/>
          <p14:tracePt t="327731" x="6626225" y="3967163"/>
          <p14:tracePt t="327747" x="6613525" y="3967163"/>
          <p14:tracePt t="327867" x="6626225" y="3967163"/>
          <p14:tracePt t="327892" x="6640513" y="3967163"/>
          <p14:tracePt t="328000" x="6626225" y="3967163"/>
          <p14:tracePt t="328037" x="6613525" y="3967163"/>
          <p14:tracePt t="328136" x="6626225" y="3967163"/>
          <p14:tracePt t="328158" x="6640513" y="3967163"/>
          <p14:tracePt t="328226" x="6626225" y="3967163"/>
          <p14:tracePt t="328248" x="6613525" y="3967163"/>
          <p14:tracePt t="328264" x="6599238" y="3967163"/>
          <p14:tracePt t="328361" x="6613525" y="3967163"/>
          <p14:tracePt t="328383" x="6626225" y="3967163"/>
          <p14:tracePt t="328399" x="6640513" y="3967163"/>
          <p14:tracePt t="329431" x="6653213" y="3967163"/>
          <p14:tracePt t="329847" x="6653213" y="3979863"/>
          <p14:tracePt t="329858" x="6640513" y="3979863"/>
          <p14:tracePt t="330331" x="6653213" y="3979863"/>
          <p14:tracePt t="330352" x="6667500" y="3979863"/>
          <p14:tracePt t="330487" x="6681788" y="3979863"/>
          <p14:tracePt t="330667" x="6667500" y="3979863"/>
          <p14:tracePt t="330678" x="6653213" y="3979863"/>
          <p14:tracePt t="330691" x="6640513" y="3979863"/>
          <p14:tracePt t="330712" x="6626225" y="3979863"/>
          <p14:tracePt t="330836" x="6640513" y="3979863"/>
          <p14:tracePt t="330858" x="6653213" y="3979863"/>
          <p14:tracePt t="330872" x="6667500" y="3979863"/>
          <p14:tracePt t="331017" x="6653213" y="3979863"/>
          <p14:tracePt t="331040" x="6640513" y="3979863"/>
          <p14:tracePt t="331061" x="6626225" y="3979863"/>
          <p14:tracePt t="331162" x="6640513" y="3979863"/>
          <p14:tracePt t="331173" x="6653213" y="3979863"/>
          <p14:tracePt t="331208" x="6667500" y="3979863"/>
          <p14:tracePt t="332008" x="6653213" y="3979863"/>
          <p14:tracePt t="332042" x="6640513" y="3979863"/>
          <p14:tracePt t="332141" x="6653213" y="3979863"/>
          <p14:tracePt t="332175" x="6667500" y="3979863"/>
          <p14:tracePt t="332276" x="6653213" y="3979863"/>
          <p14:tracePt t="332299" x="6640513" y="3979863"/>
          <p14:tracePt t="332445" x="6653213" y="3979863"/>
          <p14:tracePt t="332558" x="6640513" y="3979863"/>
          <p14:tracePt t="332579" x="6626225" y="3979863"/>
          <p14:tracePt t="332670" x="6640513" y="3979863"/>
          <p14:tracePt t="332692" x="6653213" y="3979863"/>
          <p14:tracePt t="332715" x="6667500" y="3979863"/>
          <p14:tracePt t="332793" x="6653213" y="3979863"/>
          <p14:tracePt t="332939" x="6667500" y="3979863"/>
          <p14:tracePt t="333041" x="6653213" y="3979863"/>
          <p14:tracePt t="333266" x="6640513" y="3979863"/>
          <p14:tracePt t="333378" x="6653213" y="3979863"/>
          <p14:tracePt t="333401" x="6667500" y="3979863"/>
          <p14:tracePt t="333524" x="6653213" y="3979863"/>
          <p14:tracePt t="335968" x="6640513" y="3979863"/>
          <p14:tracePt t="335988" x="6626225" y="3979863"/>
          <p14:tracePt t="336067" x="6640513" y="3979863"/>
          <p14:tracePt t="336090" x="6653213" y="3979863"/>
          <p14:tracePt t="336101" x="6667500" y="3979863"/>
          <p14:tracePt t="336112" x="6681788" y="3979863"/>
          <p14:tracePt t="336135" x="6694488" y="3979863"/>
          <p14:tracePt t="336238" x="6681788" y="3979863"/>
          <p14:tracePt t="336247" x="6667500" y="3979863"/>
          <p14:tracePt t="336273" x="6653213" y="3979863"/>
          <p14:tracePt t="336382" x="6667500" y="3979863"/>
          <p14:tracePt t="336406" x="6681788" y="3979863"/>
          <p14:tracePt t="336472" x="6667500" y="3979863"/>
          <p14:tracePt t="336495" x="6653213" y="3979863"/>
          <p14:tracePt t="336508" x="6640513" y="3979863"/>
          <p14:tracePt t="336630" x="6653213" y="3979863"/>
          <p14:tracePt t="336653" x="6667500" y="3979863"/>
          <p14:tracePt t="336787" x="6653213" y="3979863"/>
          <p14:tracePt t="336877" x="6667500" y="3979863"/>
          <p14:tracePt t="336889" x="6681788" y="3979863"/>
          <p14:tracePt t="336895" x="6694488" y="3979863"/>
          <p14:tracePt t="336914" x="6708775" y="3979863"/>
          <p14:tracePt t="336979" x="6694488" y="3979863"/>
          <p14:tracePt t="337001" x="6667500" y="3979863"/>
          <p14:tracePt t="337018" x="6653213" y="3979863"/>
          <p14:tracePt t="337025" x="6640513" y="3979863"/>
          <p14:tracePt t="337036" x="6626225" y="3979863"/>
          <p14:tracePt t="337055" x="6613525" y="3979863"/>
          <p14:tracePt t="337126" x="6626225" y="3979863"/>
          <p14:tracePt t="337136" x="6640513" y="3979863"/>
          <p14:tracePt t="337152" x="6653213" y="3979863"/>
          <p14:tracePt t="337160" x="6681788" y="3979863"/>
          <p14:tracePt t="337171" x="6694488" y="3979863"/>
          <p14:tracePt t="337259" x="6681788" y="3979863"/>
          <p14:tracePt t="337417" x="6694488" y="3979863"/>
          <p14:tracePt t="337496" x="6681788" y="3979863"/>
          <p14:tracePt t="337507" x="6667500" y="3979863"/>
          <p14:tracePt t="337643" x="6681788" y="3979863"/>
          <p14:tracePt t="337676" x="6694488" y="3979863"/>
          <p14:tracePt t="337934" x="6708775" y="3979863"/>
          <p14:tracePt t="338048" x="6694488" y="3979863"/>
          <p14:tracePt t="338329" x="6694488" y="3994150"/>
          <p14:tracePt t="338363" x="6667500" y="3994150"/>
          <p14:tracePt t="338711" x="6681788" y="3994150"/>
          <p14:tracePt t="338733" x="6694488" y="4006850"/>
          <p14:tracePt t="338757" x="6708775" y="4033838"/>
          <p14:tracePt t="338772" x="6721475" y="4062413"/>
          <p14:tracePt t="338783" x="6748463" y="4089400"/>
          <p14:tracePt t="338803" x="6810375" y="4164013"/>
          <p14:tracePt t="338820" x="6810375" y="4176713"/>
          <p14:tracePt t="338827" x="6824663" y="4176713"/>
          <p14:tracePt t="338837" x="6837363" y="4191000"/>
          <p14:tracePt t="338859" x="6851650" y="4191000"/>
          <p14:tracePt t="338892" x="6864350" y="4191000"/>
          <p14:tracePt t="338927" x="6878638" y="4191000"/>
          <p14:tracePt t="338938" x="6891338" y="4191000"/>
          <p14:tracePt t="339004" x="6878638" y="4191000"/>
          <p14:tracePt t="339027" x="6864350" y="4191000"/>
          <p14:tracePt t="339039" x="6851650" y="4191000"/>
          <p14:tracePt t="339057" x="6851650" y="4205288"/>
          <p14:tracePt t="339098" x="6864350" y="4205288"/>
          <p14:tracePt t="339107" x="6878638" y="4205288"/>
          <p14:tracePt t="339119" x="6891338" y="4205288"/>
          <p14:tracePt t="339142" x="6919913" y="4205288"/>
          <p14:tracePt t="339143" x="6959600" y="4205288"/>
          <p14:tracePt t="339151" x="6994525" y="4205288"/>
          <p14:tracePt t="339162" x="7021513" y="4205288"/>
          <p14:tracePt t="339190" x="7062788" y="4205288"/>
          <p14:tracePt t="339201" x="7075488" y="4191000"/>
          <p14:tracePt t="339211" x="7102475" y="4191000"/>
          <p14:tracePt t="339224" x="7116763" y="4191000"/>
          <p14:tracePt t="339232" x="7129463" y="4191000"/>
          <p14:tracePt t="339241" x="7143750" y="4191000"/>
          <p14:tracePt t="339265" x="7158038" y="4191000"/>
          <p14:tracePt t="339276" x="7170738" y="4191000"/>
          <p14:tracePt t="339300" x="7191375" y="4191000"/>
          <p14:tracePt t="339321" x="7205663" y="4191000"/>
          <p14:tracePt t="339408" x="7218363" y="4191000"/>
          <p14:tracePt t="339477" x="7232650" y="4191000"/>
          <p14:tracePt t="339577" x="7245350" y="4191000"/>
          <p14:tracePt t="340231" x="7259638" y="4191000"/>
          <p14:tracePt t="340241" x="7272338" y="4191000"/>
          <p14:tracePt t="340252" x="7286625" y="4191000"/>
          <p14:tracePt t="340263" x="7300913" y="4191000"/>
          <p14:tracePt t="340276" x="7327900" y="4191000"/>
          <p14:tracePt t="340288" x="7367588" y="4191000"/>
          <p14:tracePt t="340308" x="7402513" y="4205288"/>
          <p14:tracePt t="340314" x="7429500" y="4205288"/>
          <p14:tracePt t="340322" x="7456488" y="4205288"/>
          <p14:tracePt t="340332" x="7483475" y="4205288"/>
          <p14:tracePt t="340360" x="7524750" y="4205288"/>
          <p14:tracePt t="340371" x="7539038" y="4205288"/>
          <p14:tracePt t="340390" x="7551738" y="4205288"/>
          <p14:tracePt t="340411" x="7566025" y="4205288"/>
          <p14:tracePt t="340434" x="7586663" y="4205288"/>
          <p14:tracePt t="340468" x="7599363" y="4205288"/>
          <p14:tracePt t="340511" x="7613650" y="4205288"/>
          <p14:tracePt t="340525" x="7626350" y="4205288"/>
          <p14:tracePt t="340546" x="7640638" y="4205288"/>
          <p14:tracePt t="340559" x="7653338" y="4205288"/>
          <p14:tracePt t="340570" x="7667625" y="4205288"/>
          <p14:tracePt t="340581" x="7681913" y="4205288"/>
          <p14:tracePt t="340592" x="7708900" y="4205288"/>
          <p14:tracePt t="340609" x="7748588" y="4217988"/>
          <p14:tracePt t="340620" x="7783513" y="4217988"/>
          <p14:tracePt t="340628" x="7810500" y="4217988"/>
          <p14:tracePt t="340646" x="7851775" y="4217988"/>
          <p14:tracePt t="340648" x="7864475" y="4217988"/>
          <p14:tracePt t="340659" x="7864475" y="4205288"/>
          <p14:tracePt t="341153" x="7878763" y="4205288"/>
          <p14:tracePt t="341211" x="7891463" y="4205288"/>
          <p14:tracePt t="341222" x="7905750" y="4205288"/>
          <p14:tracePt t="341234" x="7932738" y="4205288"/>
          <p14:tracePt t="341251" x="7959725" y="4205288"/>
          <p14:tracePt t="341259" x="7994650" y="4205288"/>
          <p14:tracePt t="341269" x="8021638" y="4205288"/>
          <p14:tracePt t="341288" x="8034338" y="4205288"/>
          <p14:tracePt t="341291" x="8075613" y="4205288"/>
          <p14:tracePt t="341301" x="8116888" y="4205288"/>
          <p14:tracePt t="341322" x="8143875" y="4205288"/>
          <p14:tracePt t="341323" x="8164513" y="4205288"/>
          <p14:tracePt t="341333" x="8191500" y="4205288"/>
          <p14:tracePt t="341353" x="8218488" y="4205288"/>
          <p14:tracePt t="341365" x="8232775" y="4205288"/>
          <p14:tracePt t="341368" x="8259763" y="4205288"/>
          <p14:tracePt t="341379" x="8286750" y="4205288"/>
          <p14:tracePt t="341390" x="8313738" y="4205288"/>
          <p14:tracePt t="341407" x="8340725" y="4205288"/>
          <p14:tracePt t="341415" x="8375650" y="4191000"/>
          <p14:tracePt t="341424" x="8402638" y="4191000"/>
          <p14:tracePt t="341456" x="8415338" y="4176713"/>
          <p14:tracePt t="341996" x="8429625" y="4176713"/>
          <p14:tracePt t="342008" x="8429625" y="4164013"/>
          <p14:tracePt t="342034" x="8443913" y="4176713"/>
          <p14:tracePt t="342043" x="8456613" y="4176713"/>
          <p14:tracePt t="342077" x="8470900" y="4176713"/>
          <p14:tracePt t="342078" x="8497888" y="4176713"/>
          <p14:tracePt t="342089" x="8524875" y="4176713"/>
          <p14:tracePt t="342090" x="8586788" y="4191000"/>
          <p14:tracePt t="342108" x="8640763" y="4191000"/>
          <p14:tracePt t="342110" x="8694738" y="4191000"/>
          <p14:tracePt t="342122" x="8756650" y="4191000"/>
          <p14:tracePt t="342142" x="8851900" y="4191000"/>
          <p14:tracePt t="342143" x="8932863" y="4191000"/>
          <p14:tracePt t="342155" x="9007475" y="4205288"/>
          <p14:tracePt t="342166" x="9075738" y="4205288"/>
          <p14:tracePt t="342178" x="9164638" y="4205288"/>
          <p14:tracePt t="342192" x="9218613" y="4205288"/>
          <p14:tracePt t="342203" x="9328150" y="4205288"/>
          <p14:tracePt t="342211" x="9415463" y="4191000"/>
          <p14:tracePt t="342228" x="9525000" y="4176713"/>
          <p14:tracePt t="342237" x="9599613" y="4176713"/>
          <p14:tracePt t="342269" x="9756775" y="4176713"/>
          <p14:tracePt t="342271" x="9810750" y="4176713"/>
          <p14:tracePt t="342278" x="9852025" y="4176713"/>
          <p14:tracePt t="342290" x="9906000" y="4176713"/>
          <p14:tracePt t="342306" x="9939338" y="4176713"/>
          <p14:tracePt t="342322" x="9967913" y="4176713"/>
          <p14:tracePt t="342323" x="10007600" y="4176713"/>
          <p14:tracePt t="342336" x="10048875" y="4176713"/>
          <p14:tracePt t="342347" x="10075863" y="4176713"/>
          <p14:tracePt t="342361" x="10102850" y="4176713"/>
          <p14:tracePt t="342374" x="10137775" y="4176713"/>
          <p14:tracePt t="342385" x="10150475" y="4164013"/>
          <p14:tracePt t="342395" x="10164763" y="4164013"/>
          <p14:tracePt t="342405" x="10191750" y="4149725"/>
          <p14:tracePt t="342422" x="10206038" y="4149725"/>
          <p14:tracePt t="342429" x="10233025" y="4137025"/>
          <p14:tracePt t="342459" x="10334625" y="4122738"/>
          <p14:tracePt t="342469" x="10375900" y="4122738"/>
          <p14:tracePt t="342496" x="10471150" y="4122738"/>
          <p14:tracePt t="342505" x="10498138" y="4110038"/>
          <p14:tracePt t="342518" x="10545763" y="4110038"/>
          <p14:tracePt t="342531" x="10572750" y="4110038"/>
          <p14:tracePt t="342539" x="10599738" y="4110038"/>
          <p14:tracePt t="342557" x="10641013" y="4089400"/>
          <p14:tracePt t="342564" x="10668000" y="4089400"/>
          <p14:tracePt t="342582" x="10694988" y="4089400"/>
          <p14:tracePt t="342584" x="10709275" y="4075113"/>
          <p14:tracePt t="342596" x="10729913" y="4075113"/>
          <p14:tracePt t="342607" x="10729913" y="4062413"/>
          <p14:tracePt t="342620" x="10742613" y="4062413"/>
          <p14:tracePt t="342637" x="10742613" y="4048125"/>
          <p14:tracePt t="342661" x="10742613" y="4033838"/>
          <p14:tracePt t="342686" x="10742613" y="4021138"/>
          <p14:tracePt t="342708" x="10742613" y="4006850"/>
          <p14:tracePt t="342740" x="10742613" y="3994150"/>
          <p14:tracePt t="342807" x="10729913" y="3994150"/>
          <p14:tracePt t="342829" x="10709275" y="3994150"/>
          <p14:tracePt t="342840" x="10694988" y="3994150"/>
          <p14:tracePt t="342859" x="10682288" y="3994150"/>
          <p14:tracePt t="342869" x="10668000" y="4006850"/>
          <p14:tracePt t="342878" x="10653713" y="4006850"/>
          <p14:tracePt t="342893" x="10641013" y="4021138"/>
          <p14:tracePt t="342902" x="10626725" y="4033838"/>
          <p14:tracePt t="342923" x="10614025" y="4048125"/>
          <p14:tracePt t="342953" x="10614025" y="4062413"/>
          <p14:tracePt t="342976" x="10626725" y="4062413"/>
          <p14:tracePt t="342977" x="10626725" y="4075113"/>
          <p14:tracePt t="342987" x="10641013" y="4075113"/>
          <p14:tracePt t="342998" x="10653713" y="4089400"/>
          <p14:tracePt t="343010" x="10668000" y="4089400"/>
          <p14:tracePt t="343025" x="10694988" y="4089400"/>
          <p14:tracePt t="343036" x="10709275" y="4089400"/>
          <p14:tracePt t="343044" x="10756900" y="4110038"/>
          <p14:tracePt t="343061" x="10783888" y="4110038"/>
          <p14:tracePt t="343069" x="10810875" y="4089400"/>
          <p14:tracePt t="343103" x="10852150" y="4089400"/>
          <p14:tracePt t="343123" x="10864850" y="4062413"/>
          <p14:tracePt t="343136" x="10864850" y="4006850"/>
          <p14:tracePt t="343156" x="10852150" y="3979863"/>
          <p14:tracePt t="343158" x="10837863" y="3952875"/>
          <p14:tracePt t="343169" x="10825163" y="3938588"/>
          <p14:tracePt t="343184" x="10796588" y="3925888"/>
          <p14:tracePt t="343195" x="10783888" y="3925888"/>
          <p14:tracePt t="343208" x="10769600" y="3925888"/>
          <p14:tracePt t="343218" x="10742613" y="3925888"/>
          <p14:tracePt t="343225" x="10729913" y="3925888"/>
          <p14:tracePt t="343239" x="10694988" y="3938588"/>
          <p14:tracePt t="343257" x="10668000" y="3938588"/>
          <p14:tracePt t="343259" x="10641013" y="3952875"/>
          <p14:tracePt t="343270" x="10626725" y="3967163"/>
          <p14:tracePt t="343285" x="10599738" y="3994150"/>
          <p14:tracePt t="343313" x="10558463" y="4021138"/>
          <p14:tracePt t="343317" x="10558463" y="4033838"/>
          <p14:tracePt t="343338" x="10558463" y="4048125"/>
          <p14:tracePt t="343361" x="10572750" y="4048125"/>
          <p14:tracePt t="343371" x="10587038" y="4062413"/>
          <p14:tracePt t="343388" x="10614025" y="4062413"/>
          <p14:tracePt t="343396" x="10653713" y="4062413"/>
          <p14:tracePt t="343404" x="10694988" y="4062413"/>
          <p14:tracePt t="343415" x="10742613" y="4062413"/>
          <p14:tracePt t="343442" x="10837863" y="4048125"/>
          <p14:tracePt t="343453" x="10864850" y="4033838"/>
          <p14:tracePt t="343460" x="10864850" y="4021138"/>
          <p14:tracePt t="343475" x="10879138" y="3994150"/>
          <p14:tracePt t="343487" x="10864850" y="3979863"/>
          <p14:tracePt t="343507" x="10837863" y="3938588"/>
          <p14:tracePt t="343524" x="10810875" y="3925888"/>
          <p14:tracePt t="343556" x="10783888" y="3911600"/>
          <p14:tracePt t="343557" x="10742613" y="3911600"/>
          <p14:tracePt t="343564" x="10709275" y="3925888"/>
          <p14:tracePt t="343586" x="10682288" y="3925888"/>
          <p14:tracePt t="343596" x="10653713" y="3938588"/>
          <p14:tracePt t="343609" x="10641013" y="3952875"/>
          <p14:tracePt t="343631" x="10614025" y="4006850"/>
          <p14:tracePt t="343641" x="10599738" y="4021138"/>
          <p14:tracePt t="343660" x="10599738" y="4033838"/>
          <p14:tracePt t="343669" x="10599738" y="4048125"/>
          <p14:tracePt t="343677" x="10599738" y="4062413"/>
          <p14:tracePt t="343692" x="10599738" y="4075113"/>
          <p14:tracePt t="343701" x="10614025" y="4075113"/>
          <p14:tracePt t="343710" x="10626725" y="4089400"/>
          <p14:tracePt t="343741" x="10668000" y="4089400"/>
          <p14:tracePt t="343743" x="10694988" y="4089400"/>
          <p14:tracePt t="343754" x="10729913" y="4089400"/>
          <p14:tracePt t="343768" x="10756900" y="4089400"/>
          <p14:tracePt t="343792" x="10796588" y="4062413"/>
          <p14:tracePt t="343803" x="10810875" y="4048125"/>
          <p14:tracePt t="343819" x="10810875" y="4033838"/>
          <p14:tracePt t="343820" x="10810875" y="4006850"/>
          <p14:tracePt t="343841" x="10810875" y="3979863"/>
          <p14:tracePt t="343843" x="10796588" y="3979863"/>
          <p14:tracePt t="343854" x="10796588" y="3967163"/>
          <p14:tracePt t="343866" x="10769600" y="3952875"/>
          <p14:tracePt t="343891" x="10742613" y="3952875"/>
          <p14:tracePt t="343903" x="10729913" y="3952875"/>
          <p14:tracePt t="343910" x="10709275" y="3952875"/>
          <p14:tracePt t="343924" x="10694988" y="3967163"/>
          <p14:tracePt t="343936" x="10668000" y="3967163"/>
          <p14:tracePt t="343944" x="10653713" y="3994150"/>
          <p14:tracePt t="343959" x="10626725" y="4006850"/>
          <p14:tracePt t="343972" x="10614025" y="4021138"/>
          <p14:tracePt t="344000" x="10599738" y="4062413"/>
          <p14:tracePt t="344001" x="10599738" y="4075113"/>
          <p14:tracePt t="344010" x="10599738" y="4089400"/>
          <p14:tracePt t="344025" x="10614025" y="4089400"/>
          <p14:tracePt t="344036" x="10626725" y="4089400"/>
          <p14:tracePt t="344048" x="10653713" y="4089400"/>
          <p14:tracePt t="344056" x="10694988" y="4110038"/>
          <p14:tracePt t="344074" x="10729913" y="4110038"/>
          <p14:tracePt t="344085" x="10783888" y="4089400"/>
          <p14:tracePt t="344105" x="10837863" y="4075113"/>
          <p14:tracePt t="344113" x="10852150" y="4062413"/>
          <p14:tracePt t="344128" x="10864850" y="4033838"/>
          <p14:tracePt t="344151" x="10864850" y="4006850"/>
          <p14:tracePt t="344176" x="10837863" y="3967163"/>
          <p14:tracePt t="344185" x="10825163" y="3952875"/>
          <p14:tracePt t="344194" x="10810875" y="3952875"/>
          <p14:tracePt t="344208" x="10783888" y="3952875"/>
          <p14:tracePt t="344214" x="10756900" y="3952875"/>
          <p14:tracePt t="344225" x="10742613" y="3952875"/>
          <p14:tracePt t="344237" x="10709275" y="3952875"/>
          <p14:tracePt t="344256" x="10694988" y="3967163"/>
          <p14:tracePt t="344264" x="10668000" y="3979863"/>
          <p14:tracePt t="344292" x="10653713" y="3994150"/>
          <p14:tracePt t="344294" x="10626725" y="4021138"/>
          <p14:tracePt t="344329" x="10614025" y="4062413"/>
          <p14:tracePt t="344342" x="10626725" y="4062413"/>
          <p14:tracePt t="344353" x="10626725" y="4075113"/>
          <p14:tracePt t="344361" x="10641013" y="4075113"/>
          <p14:tracePt t="344379" x="10653713" y="4075113"/>
          <p14:tracePt t="344387" x="10653713" y="4089400"/>
          <p14:tracePt t="344394" x="10668000" y="4089400"/>
          <p14:tracePt t="344415" x="10694988" y="4075113"/>
          <p14:tracePt t="344429" x="10729913" y="4075113"/>
          <p14:tracePt t="344439" x="10742613" y="4062413"/>
          <p14:tracePt t="344474" x="10756900" y="4033838"/>
          <p14:tracePt t="344476" x="10769600" y="4021138"/>
          <p14:tracePt t="344484" x="10756900" y="4006850"/>
          <p14:tracePt t="344512" x="10742613" y="3994150"/>
          <p14:tracePt t="344520" x="10729913" y="3979863"/>
          <p14:tracePt t="344549" x="10682288" y="3979863"/>
          <p14:tracePt t="344551" x="10668000" y="3979863"/>
          <p14:tracePt t="344562" x="10641013" y="3979863"/>
          <p14:tracePt t="344574" x="10626725" y="3979863"/>
          <p14:tracePt t="344591" x="10599738" y="3994150"/>
          <p14:tracePt t="344604" x="10572750" y="4006850"/>
          <p14:tracePt t="344618" x="10558463" y="4021138"/>
          <p14:tracePt t="344622" x="10545763" y="4048125"/>
          <p14:tracePt t="344643" x="10545763" y="4110038"/>
          <p14:tracePt t="344654" x="10558463" y="4122738"/>
          <p14:tracePt t="344668" x="10587038" y="4137025"/>
          <p14:tracePt t="344676" x="10599738" y="4137025"/>
          <p14:tracePt t="344690" x="10614025" y="4137025"/>
          <p14:tracePt t="344701" x="10641013" y="4137025"/>
          <p14:tracePt t="344709" x="10668000" y="4122738"/>
          <p14:tracePt t="344722" x="10682288" y="4122738"/>
          <p14:tracePt t="344740" x="10694988" y="4110038"/>
          <p14:tracePt t="344743" x="10709275" y="4089400"/>
          <p14:tracePt t="344766" x="10709275" y="4075113"/>
          <p14:tracePt t="344769" x="10709275" y="4062413"/>
          <p14:tracePt t="344776" x="10709275" y="4048125"/>
          <p14:tracePt t="344793" x="10709275" y="4033838"/>
          <p14:tracePt t="344811" x="10694988" y="4033838"/>
          <p14:tracePt t="344834" x="10682288" y="4033838"/>
          <p14:tracePt t="344871" x="10653713" y="4033838"/>
          <p14:tracePt t="344894" x="10641013" y="4048125"/>
          <p14:tracePt t="344896" x="10626725" y="4062413"/>
          <p14:tracePt t="344907" x="10614025" y="4075113"/>
          <p14:tracePt t="344922" x="10614025" y="4089400"/>
          <p14:tracePt t="344936" x="10614025" y="4110038"/>
          <p14:tracePt t="344948" x="10626725" y="4110038"/>
          <p14:tracePt t="344975" x="10653713" y="4122738"/>
          <p14:tracePt t="344985" x="10694988" y="4122738"/>
          <p14:tracePt t="344994" x="10729913" y="4122738"/>
          <p14:tracePt t="345004" x="10756900" y="4122738"/>
          <p14:tracePt t="345023" x="10796588" y="4110038"/>
          <p14:tracePt t="345025" x="10825163" y="4089400"/>
          <p14:tracePt t="345049" x="10864850" y="4062413"/>
          <p14:tracePt t="345074" x="10864850" y="4048125"/>
          <p14:tracePt t="345075" x="10879138" y="4033838"/>
          <p14:tracePt t="345086" x="10864850" y="4006850"/>
          <p14:tracePt t="345095" x="10852150" y="3994150"/>
          <p14:tracePt t="345109" x="10852150" y="3979863"/>
          <p14:tracePt t="345140" x="10810875" y="3952875"/>
          <p14:tracePt t="345141" x="10796588" y="3952875"/>
          <p14:tracePt t="345153" x="10783888" y="3952875"/>
          <p14:tracePt t="345160" x="10769600" y="3952875"/>
          <p14:tracePt t="345171" x="10742613" y="3952875"/>
          <p14:tracePt t="345188" x="10729913" y="3952875"/>
          <p14:tracePt t="345195" x="10694988" y="3952875"/>
          <p14:tracePt t="345216" x="10653713" y="3967163"/>
          <p14:tracePt t="345218" x="10626725" y="3994150"/>
          <p14:tracePt t="345230" x="10599738" y="4006850"/>
          <p14:tracePt t="345265" x="10587038" y="4033838"/>
          <p14:tracePt t="345272" x="10558463" y="4075113"/>
          <p14:tracePt t="345273" x="10558463" y="4089400"/>
          <p14:tracePt t="345286" x="10558463" y="4110038"/>
          <p14:tracePt t="345307" x="10572750" y="4122738"/>
          <p14:tracePt t="345326" x="10587038" y="4137025"/>
          <p14:tracePt t="345328" x="10614025" y="4149725"/>
          <p14:tracePt t="345338" x="10641013" y="4149725"/>
          <p14:tracePt t="345357" x="10668000" y="4149725"/>
          <p14:tracePt t="345368" x="10694988" y="4149725"/>
          <p14:tracePt t="345383" x="10729913" y="4149725"/>
          <p14:tracePt t="345385" x="10742613" y="4137025"/>
          <p14:tracePt t="345397" x="10756900" y="4122738"/>
          <p14:tracePt t="345409" x="10769600" y="4110038"/>
          <p14:tracePt t="345433" x="10796588" y="4062413"/>
          <p14:tracePt t="345442" x="10796588" y="4021138"/>
          <p14:tracePt t="345459" x="10796588" y="4006850"/>
          <p14:tracePt t="345469" x="10796588" y="3994150"/>
          <p14:tracePt t="345477" x="10796588" y="3979863"/>
          <p14:tracePt t="345492" x="10783888" y="3979863"/>
          <p14:tracePt t="345501" x="10769600" y="3967163"/>
          <p14:tracePt t="345510" x="10756900" y="3967163"/>
          <p14:tracePt t="345540" x="10729913" y="3967163"/>
          <p14:tracePt t="345542" x="10694988" y="3967163"/>
          <p14:tracePt t="345554" x="10668000" y="3979863"/>
          <p14:tracePt t="345567" x="10641013" y="3979863"/>
          <p14:tracePt t="345576" x="10614025" y="3994150"/>
          <p14:tracePt t="345589" x="10587038" y="4021138"/>
          <p14:tracePt t="345619" x="10572750" y="4062413"/>
          <p14:tracePt t="345621" x="10572750" y="4089400"/>
          <p14:tracePt t="345639" x="10587038" y="4122738"/>
          <p14:tracePt t="345652" x="10587038" y="4137025"/>
          <p14:tracePt t="345654" x="10614025" y="4137025"/>
          <p14:tracePt t="345664" x="10641013" y="4149725"/>
          <p14:tracePt t="345675" x="10653713" y="4149725"/>
          <p14:tracePt t="345691" x="10694988" y="4149725"/>
          <p14:tracePt t="345702" x="10709275" y="4149725"/>
          <p14:tracePt t="345711" x="10742613" y="4137025"/>
          <p14:tracePt t="345726" x="10756900" y="4122738"/>
          <p14:tracePt t="345761" x="10783888" y="4075113"/>
          <p14:tracePt t="345769" x="10783888" y="4048125"/>
          <p14:tracePt t="345790" x="10783888" y="4006850"/>
          <p14:tracePt t="345816" x="10756900" y="3994150"/>
          <p14:tracePt t="345831" x="10729913" y="3994150"/>
          <p14:tracePt t="345836" x="10709275" y="3994150"/>
          <p14:tracePt t="345847" x="10668000" y="3994150"/>
          <p14:tracePt t="345860" x="10626725" y="3994150"/>
          <p14:tracePt t="345870" x="10587038" y="4006850"/>
          <p14:tracePt t="345892" x="10558463" y="4021138"/>
          <p14:tracePt t="345895" x="10545763" y="4033838"/>
          <p14:tracePt t="345904" x="10531475" y="4048125"/>
          <p14:tracePt t="345929" x="10510838" y="4075113"/>
          <p14:tracePt t="345936" x="10531475" y="4089400"/>
          <p14:tracePt t="345965" x="10558463" y="4122738"/>
          <p14:tracePt t="345972" x="10572750" y="4137025"/>
          <p14:tracePt t="345997" x="10641013" y="4137025"/>
          <p14:tracePt t="346010" x="10668000" y="4137025"/>
          <p14:tracePt t="346018" x="10709275" y="4137025"/>
          <p14:tracePt t="346041" x="10742613" y="4137025"/>
          <p14:tracePt t="346043" x="10769600" y="4122738"/>
          <p14:tracePt t="346055" x="10783888" y="4110038"/>
          <p14:tracePt t="346075" x="10796588" y="4062413"/>
          <p14:tracePt t="346090" x="10796588" y="4033838"/>
          <p14:tracePt t="346092" x="10783888" y="4006850"/>
          <p14:tracePt t="346122" x="10783888" y="3979863"/>
          <p14:tracePt t="346124" x="10783888" y="3967163"/>
          <p14:tracePt t="346125" x="10783888" y="3938588"/>
          <p14:tracePt t="346149" x="10769600" y="3938588"/>
          <p14:tracePt t="346160" x="10756900" y="3938588"/>
          <p14:tracePt t="346174" x="10742613" y="3938588"/>
          <p14:tracePt t="346195" x="10709275" y="3952875"/>
          <p14:tracePt t="346205" x="10694988" y="3967163"/>
          <p14:tracePt t="346224" x="10668000" y="3979863"/>
          <p14:tracePt t="346234" x="10641013" y="3994150"/>
          <p14:tracePt t="346243" x="10614025" y="4021138"/>
          <p14:tracePt t="346262" x="10599738" y="4033838"/>
          <p14:tracePt t="346264" x="10587038" y="4062413"/>
          <p14:tracePt t="346292" x="10587038" y="4089400"/>
          <p14:tracePt t="346306" x="10599738" y="4110038"/>
          <p14:tracePt t="346322" x="10614025" y="4110038"/>
          <p14:tracePt t="346352" x="10694988" y="4110038"/>
          <p14:tracePt t="346362" x="10709275" y="4110038"/>
          <p14:tracePt t="346374" x="10729913" y="4110038"/>
          <p14:tracePt t="346393" x="10756900" y="4089400"/>
          <p14:tracePt t="346401" x="10756900" y="4062413"/>
          <p14:tracePt t="346408" x="10756900" y="4048125"/>
          <p14:tracePt t="346418" x="10756900" y="4033838"/>
          <p14:tracePt t="346442" x="10756900" y="3994150"/>
          <p14:tracePt t="346453" x="10742613" y="3979863"/>
          <p14:tracePt t="346477" x="10742613" y="3967163"/>
          <p14:tracePt t="346487" x="10729913" y="3967163"/>
          <p14:tracePt t="346497" x="10709275" y="3967163"/>
          <p14:tracePt t="346535" x="10682288" y="3967163"/>
          <p14:tracePt t="346552" x="10668000" y="3979863"/>
          <p14:tracePt t="346553" x="10641013" y="3994150"/>
          <p14:tracePt t="346573" x="10626725" y="4006850"/>
          <p14:tracePt t="346580" x="10614025" y="4021138"/>
          <p14:tracePt t="346592" x="10599738" y="4033838"/>
          <p14:tracePt t="346610" x="10587038" y="4075113"/>
          <p14:tracePt t="346620" x="10572750" y="4089400"/>
          <p14:tracePt t="346649" x="10587038" y="4122738"/>
          <p14:tracePt t="346669" x="10599738" y="4137025"/>
          <p14:tracePt t="346678" x="10614025" y="4137025"/>
          <p14:tracePt t="346695" x="10626725" y="4137025"/>
          <p14:tracePt t="346704" x="10641013" y="4137025"/>
          <p14:tracePt t="346712" x="10653713" y="4137025"/>
          <p14:tracePt t="346735" x="10682288" y="4122738"/>
          <p14:tracePt t="346757" x="10682288" y="4110038"/>
          <p14:tracePt t="346768" x="10694988" y="4075113"/>
          <p14:tracePt t="346781" x="10694988" y="4062413"/>
          <p14:tracePt t="346797" x="10694988" y="4033838"/>
          <p14:tracePt t="346804" x="10682288" y="4021138"/>
          <p14:tracePt t="346813" x="10682288" y="4006850"/>
          <p14:tracePt t="346842" x="10682288" y="3994150"/>
          <p14:tracePt t="346852" x="10668000" y="3979863"/>
          <p14:tracePt t="346870" x="10653713" y="3979863"/>
          <p14:tracePt t="346880" x="10641013" y="3979863"/>
          <p14:tracePt t="346896" x="10614025" y="3979863"/>
          <p14:tracePt t="346903" x="10599738" y="3979863"/>
          <p14:tracePt t="346914" x="10572750" y="3994150"/>
          <p14:tracePt t="346941" x="10531475" y="4021138"/>
          <p14:tracePt t="346953" x="10510838" y="4021138"/>
          <p14:tracePt t="346977" x="10483850" y="4048125"/>
          <p14:tracePt t="346981" x="10471150" y="4062413"/>
          <p14:tracePt t="346993" x="10456863" y="4075113"/>
          <p14:tracePt t="347017" x="10456863" y="4089400"/>
          <p14:tracePt t="347027" x="10456863" y="4110038"/>
          <p14:tracePt t="347060" x="10456863" y="4122738"/>
          <p14:tracePt t="347086" x="10456863" y="4137025"/>
          <p14:tracePt t="347107" x="10471150" y="4137025"/>
          <p14:tracePt t="347119" x="10471150" y="4149725"/>
          <p14:tracePt t="347130" x="10483850" y="4149725"/>
          <p14:tracePt t="347158" x="10498138" y="4149725"/>
          <p14:tracePt t="347175" x="10510838" y="4149725"/>
          <p14:tracePt t="347208" x="10545763" y="4149725"/>
          <p14:tracePt t="347219" x="10558463" y="4149725"/>
          <p14:tracePt t="347230" x="10587038" y="4137025"/>
          <p14:tracePt t="347241" x="10614025" y="4122738"/>
          <p14:tracePt t="347257" x="10626725" y="4110038"/>
          <p14:tracePt t="347282" x="10682288" y="4075113"/>
          <p14:tracePt t="347290" x="10694988" y="4062413"/>
          <p14:tracePt t="347319" x="10694988" y="4033838"/>
          <p14:tracePt t="347320" x="10709275" y="4021138"/>
          <p14:tracePt t="347331" x="10709275" y="3994150"/>
          <p14:tracePt t="347341" x="10694988" y="3979863"/>
          <p14:tracePt t="347364" x="10694988" y="3967163"/>
          <p14:tracePt t="347376" x="10682288" y="3967163"/>
          <p14:tracePt t="347394" x="10668000" y="3952875"/>
          <p14:tracePt t="347401" x="10641013" y="3952875"/>
          <p14:tracePt t="347410" x="10626725" y="3952875"/>
          <p14:tracePt t="347435" x="10587038" y="3952875"/>
          <p14:tracePt t="347443" x="10572750" y="3952875"/>
          <p14:tracePt t="347454" x="10545763" y="3967163"/>
          <p14:tracePt t="347473" x="10531475" y="3967163"/>
          <p14:tracePt t="347480" x="10510838" y="3967163"/>
          <p14:tracePt t="347502" x="10498138" y="3979863"/>
          <p14:tracePt t="347513" x="10483850" y="3979863"/>
          <p14:tracePt t="347522" x="10483850" y="3994150"/>
          <p14:tracePt t="347550" x="10471150" y="3994150"/>
          <p14:tracePt t="347566" x="10471150" y="4006850"/>
          <p14:tracePt t="347591" x="10483850" y="4006850"/>
          <p14:tracePt t="348005" x="10498138" y="4006850"/>
          <p14:tracePt t="348017" x="10510838" y="4021138"/>
          <p14:tracePt t="348026" x="10531475" y="4021138"/>
          <p14:tracePt t="348040" x="10572750" y="4021138"/>
          <p14:tracePt t="348050" x="10599738" y="4021138"/>
          <p14:tracePt t="348062" x="10626725" y="4033838"/>
          <p14:tracePt t="348081" x="10653713" y="4033838"/>
          <p14:tracePt t="348085" x="10668000" y="4033838"/>
          <p14:tracePt t="348161" x="10668000" y="4021138"/>
          <p14:tracePt t="348183" x="10682288" y="4006850"/>
          <p14:tracePt t="348198" x="10682288" y="3994150"/>
          <p14:tracePt t="348218" x="10682288" y="3979863"/>
          <p14:tracePt t="348231" x="10682288" y="3967163"/>
          <p14:tracePt t="348244" x="10694988" y="3952875"/>
          <p14:tracePt t="348265" x="10694988" y="3938588"/>
          <p14:tracePt t="348363" x="10682288" y="3938588"/>
          <p14:tracePt t="348375" x="10668000" y="3938588"/>
          <p14:tracePt t="348386" x="10653713" y="3938588"/>
          <p14:tracePt t="348411" x="10641013" y="3938588"/>
          <p14:tracePt t="348421" x="10626725" y="3938588"/>
          <p14:tracePt t="348435" x="10614025" y="3938588"/>
          <p14:tracePt t="348456" x="10599738" y="3938588"/>
          <p14:tracePt t="348489" x="10587038" y="3938588"/>
          <p14:tracePt t="348501" x="10572750" y="3938588"/>
          <p14:tracePt t="348523" x="10558463" y="3952875"/>
          <p14:tracePt t="348534" x="10545763" y="3952875"/>
          <p14:tracePt t="348555" x="10531475" y="3967163"/>
          <p14:tracePt t="348647" x="10531475" y="3979863"/>
          <p14:tracePt t="348667" x="10531475" y="3994150"/>
          <p14:tracePt t="348681" x="10545763" y="4006850"/>
          <p14:tracePt t="348701" x="10545763" y="4021138"/>
          <p14:tracePt t="348728" x="10545763" y="4033838"/>
          <p14:tracePt t="348765" x="10545763" y="4048125"/>
          <p14:tracePt t="348803" x="10558463" y="4062413"/>
          <p14:tracePt t="348815" x="10572750" y="4075113"/>
          <p14:tracePt t="348826" x="10587038" y="4075113"/>
          <p14:tracePt t="348851" x="10614025" y="4089400"/>
          <p14:tracePt t="348863" x="10641013" y="4110038"/>
          <p14:tracePt t="348874" x="10653713" y="4110038"/>
          <p14:tracePt t="348900" x="10668000" y="4110038"/>
          <p14:tracePt t="348950" x="10682288" y="4089400"/>
          <p14:tracePt t="348973" x="10694988" y="4075113"/>
          <p14:tracePt t="348987" x="10694988" y="4048125"/>
          <p14:tracePt t="348995" x="10709275" y="4021138"/>
          <p14:tracePt t="349017" x="10709275" y="3994150"/>
          <p14:tracePt t="349019" x="10709275" y="3979863"/>
          <p14:tracePt t="349028" x="10709275" y="3967163"/>
          <p14:tracePt t="349040" x="10709275" y="3952875"/>
          <p14:tracePt t="349063" x="10694988" y="3938588"/>
          <p14:tracePt t="349082" x="10682288" y="3925888"/>
          <p14:tracePt t="349090" x="10668000" y="3925888"/>
          <p14:tracePt t="349102" x="10653713" y="3925888"/>
          <p14:tracePt t="349108" x="10641013" y="3925888"/>
          <p14:tracePt t="349151" x="10614025" y="3925888"/>
          <p14:tracePt t="349153" x="10599738" y="3925888"/>
          <p14:tracePt t="349164" x="10587038" y="3938588"/>
          <p14:tracePt t="349187" x="10572750" y="3967163"/>
          <p14:tracePt t="349198" x="10558463" y="3979863"/>
          <p14:tracePt t="349222" x="10558463" y="4006850"/>
          <p14:tracePt t="349230" x="10545763" y="4033838"/>
          <p14:tracePt t="349247" x="10545763" y="4048125"/>
          <p14:tracePt t="349270" x="10545763" y="4062413"/>
          <p14:tracePt t="349272" x="10545763" y="4075113"/>
          <p14:tracePt t="349278" x="10545763" y="4089400"/>
          <p14:tracePt t="349287" x="10545763" y="4110038"/>
          <p14:tracePt t="349307" x="10558463" y="4122738"/>
          <p14:tracePt t="349316" x="10558463" y="4137025"/>
          <p14:tracePt t="349350" x="10572750" y="4149725"/>
          <p14:tracePt t="349368" x="10587038" y="4164013"/>
          <p14:tracePt t="349390" x="10599738" y="4164013"/>
          <p14:tracePt t="349418" x="10614025" y="4164013"/>
          <p14:tracePt t="349429" x="10626725" y="4164013"/>
          <p14:tracePt t="349451" x="10653713" y="4164013"/>
          <p14:tracePt t="349462" x="10668000" y="4149725"/>
          <p14:tracePt t="349470" x="10682288" y="4149725"/>
          <p14:tracePt t="349481" x="10694988" y="4149725"/>
          <p14:tracePt t="349497" x="10729913" y="4149725"/>
          <p14:tracePt t="349513" x="10742613" y="4149725"/>
          <p14:tracePt t="349559" x="10756900" y="4137025"/>
          <p14:tracePt t="349595" x="10769600" y="4122738"/>
          <p14:tracePt t="349614" x="10783888" y="4110038"/>
          <p14:tracePt t="349631" x="10783888" y="4089400"/>
          <p14:tracePt t="349648" x="10796588" y="4062413"/>
          <p14:tracePt t="349650" x="10796588" y="4033838"/>
          <p14:tracePt t="349668" x="10796588" y="4021138"/>
          <p14:tracePt t="349672" x="10796588" y="4006850"/>
          <p14:tracePt t="349682" x="10796588" y="3994150"/>
          <p14:tracePt t="349692" x="10796588" y="3979863"/>
          <p14:tracePt t="349728" x="10796588" y="3967163"/>
          <p14:tracePt t="349755" x="10783888" y="3967163"/>
          <p14:tracePt t="349794" x="10769600" y="3967163"/>
          <p14:tracePt t="349805" x="10756900" y="3967163"/>
          <p14:tracePt t="349835" x="10742613" y="3967163"/>
          <p14:tracePt t="349844" x="10729913" y="3967163"/>
          <p14:tracePt t="349852" x="10709275" y="3967163"/>
          <p14:tracePt t="349876" x="10694988" y="3967163"/>
          <p14:tracePt t="349885" x="10682288" y="3967163"/>
          <p14:tracePt t="349908" x="10668000" y="3967163"/>
          <p14:tracePt t="349917" x="10653713" y="3967163"/>
          <p14:tracePt t="349929" x="10653713" y="3979863"/>
          <p14:tracePt t="349940" x="10641013" y="3979863"/>
          <p14:tracePt t="349961" x="10626725" y="3994150"/>
          <p14:tracePt t="349968" x="10614025" y="4006850"/>
          <p14:tracePt t="349997" x="10587038" y="4033838"/>
          <p14:tracePt t="349999" x="10587038" y="4048125"/>
          <p14:tracePt t="350010" x="10587038" y="4062413"/>
          <p14:tracePt t="350029" x="10587038" y="4075113"/>
          <p14:tracePt t="350053" x="10587038" y="4089400"/>
          <p14:tracePt t="350097" x="10599738" y="4089400"/>
          <p14:tracePt t="350121" x="10599738" y="4110038"/>
          <p14:tracePt t="350150" x="10614025" y="4110038"/>
          <p14:tracePt t="350169" x="10626725" y="4110038"/>
          <p14:tracePt t="350179" x="10641013" y="4122738"/>
          <p14:tracePt t="350188" x="10653713" y="4122738"/>
          <p14:tracePt t="350200" x="10668000" y="4122738"/>
          <p14:tracePt t="350219" x="10682288" y="4122738"/>
          <p14:tracePt t="350227" x="10694988" y="4122738"/>
          <p14:tracePt t="350235" x="10709275" y="4122738"/>
          <p14:tracePt t="350263" x="10729913" y="4122738"/>
          <p14:tracePt t="350270" x="10729913" y="4110038"/>
          <p14:tracePt t="350280" x="10742613" y="4110038"/>
          <p14:tracePt t="350289" x="10756900" y="4089400"/>
          <p14:tracePt t="350311" x="10769600" y="4075113"/>
          <p14:tracePt t="350312" x="10783888" y="4062413"/>
          <p14:tracePt t="350338" x="10810875" y="4006850"/>
          <p14:tracePt t="350351" x="10825163" y="3979863"/>
          <p14:tracePt t="350368" x="10837863" y="3952875"/>
          <p14:tracePt t="350370" x="10837863" y="3938588"/>
          <p14:tracePt t="350379" x="10837863" y="3925888"/>
          <p14:tracePt t="350389" x="10837863" y="3911600"/>
          <p14:tracePt t="350413" x="10837863" y="3890963"/>
          <p14:tracePt t="350437" x="10825163" y="3890963"/>
          <p14:tracePt t="350460" x="10825163" y="3878263"/>
          <p14:tracePt t="350461" x="10810875" y="3878263"/>
          <p14:tracePt t="350469" x="10783888" y="3878263"/>
          <p14:tracePt t="350479" x="10769600" y="3878263"/>
          <p14:tracePt t="350502" x="10729913" y="3890963"/>
          <p14:tracePt t="350514" x="10694988" y="3890963"/>
          <p14:tracePt t="350524" x="10668000" y="3911600"/>
          <p14:tracePt t="350538" x="10653713" y="3925888"/>
          <p14:tracePt t="350552" x="10641013" y="3925888"/>
          <p14:tracePt t="350561" x="10626725" y="3952875"/>
          <p14:tracePt t="350569" x="10614025" y="3967163"/>
          <p14:tracePt t="350583" x="10614025" y="3979863"/>
          <p14:tracePt t="350607" x="10614025" y="4021138"/>
          <p14:tracePt t="350618" x="10614025" y="4033838"/>
          <p14:tracePt t="350640" x="10626725" y="4048125"/>
          <p14:tracePt t="350795" x="10626725" y="4033838"/>
          <p14:tracePt t="351042" x="10614025" y="4033838"/>
          <p14:tracePt t="351053" x="10483850" y="4033838"/>
          <p14:tracePt t="351069" x="10233025" y="4048125"/>
          <p14:tracePt t="351076" x="9906000" y="4110038"/>
          <p14:tracePt t="351088" x="9709150" y="4176713"/>
          <p14:tracePt t="351109" x="9483725" y="4333875"/>
          <p14:tracePt t="351112" x="9232900" y="4545013"/>
          <p14:tracePt t="351121" x="9021763" y="4729163"/>
          <p14:tracePt t="351144" x="8653463" y="5054600"/>
          <p14:tracePt t="351147" x="8191500" y="5375275"/>
          <p14:tracePt t="351154" x="7864475" y="5599113"/>
          <p14:tracePt t="351167" x="7470775" y="5857875"/>
          <p14:tracePt t="351188" x="7191375" y="6054725"/>
          <p14:tracePt t="351191" x="6994525" y="6197600"/>
          <p14:tracePt t="351199" x="6891338" y="6265863"/>
          <p14:tracePt t="351226" x="6777038" y="6348413"/>
          <p14:tracePt t="351230" x="6694488" y="6423025"/>
          <p14:tracePt t="351236" x="6640513" y="6462713"/>
          <p14:tracePt t="351257" x="6524625" y="6530975"/>
          <p14:tracePt t="351273" x="6497638" y="6557963"/>
          <p14:tracePt t="351283" x="6456363" y="6592888"/>
          <p14:tracePt t="351291" x="6402388" y="6634163"/>
          <p14:tracePt t="351325" x="6205538" y="6715125"/>
          <p14:tracePt t="351335" x="6116638" y="6742113"/>
          <p14:tracePt t="351357" x="6062663" y="6756400"/>
          <p14:tracePt t="351358" x="5986463" y="6777038"/>
          <p14:tracePt t="351369" x="5932488" y="6804025"/>
          <p14:tracePt t="351396" x="5851525" y="6843713"/>
          <p14:tracePt t="352026" x="0" y="0"/>
        </p14:tracePtLst>
        <p14:tracePtLst>
          <p14:tracePt t="360559" x="4102100" y="6789738"/>
          <p14:tracePt t="360570" x="4286250" y="6646863"/>
          <p14:tracePt t="360582" x="4605338" y="6408738"/>
          <p14:tracePt t="360608" x="4973638" y="6122988"/>
          <p14:tracePt t="360609" x="5272088" y="5899150"/>
          <p14:tracePt t="360618" x="5681663" y="5572125"/>
          <p14:tracePt t="360642" x="6089650" y="5253038"/>
          <p14:tracePt t="360643" x="6456363" y="4953000"/>
          <p14:tracePt t="360669" x="6667500" y="4756150"/>
          <p14:tracePt t="360680" x="7062788" y="4375150"/>
          <p14:tracePt t="360687" x="7129463" y="4271963"/>
          <p14:tracePt t="360716" x="7232650" y="4137025"/>
          <p14:tracePt t="360718" x="7245350" y="4110038"/>
          <p14:tracePt t="360758" x="7259638" y="4062413"/>
          <p14:tracePt t="360817" x="7245350" y="4048125"/>
          <p14:tracePt t="360874" x="7245350" y="4033838"/>
          <p14:tracePt t="360885" x="7259638" y="4021138"/>
          <p14:tracePt t="360901" x="7259638" y="4006850"/>
          <p14:tracePt t="360910" x="7272338" y="3979863"/>
          <p14:tracePt t="360923" x="7286625" y="3938588"/>
          <p14:tracePt t="360942" x="7300913" y="3878263"/>
          <p14:tracePt t="360944" x="7327900" y="3824288"/>
          <p14:tracePt t="360972" x="7340600" y="3768725"/>
          <p14:tracePt t="360983" x="7354888" y="3756025"/>
          <p14:tracePt t="361043" x="7354888" y="3768725"/>
          <p14:tracePt t="361053" x="7340600" y="3783013"/>
          <p14:tracePt t="361066" x="7327900" y="3795713"/>
          <p14:tracePt t="361081" x="7300913" y="3810000"/>
          <p14:tracePt t="361089" x="7245350" y="3824288"/>
          <p14:tracePt t="361102" x="7218363" y="3810000"/>
          <p14:tracePt t="361323" x="7205663" y="3824288"/>
          <p14:tracePt t="361334" x="7158038" y="3836988"/>
          <p14:tracePt t="361349" x="7102475" y="3878263"/>
          <p14:tracePt t="361360" x="7048500" y="3925888"/>
          <p14:tracePt t="361369" x="6946900" y="3979863"/>
          <p14:tracePt t="361394" x="6837363" y="4033838"/>
          <p14:tracePt t="361395" x="6748463" y="4075113"/>
          <p14:tracePt t="361407" x="6626225" y="4122738"/>
          <p14:tracePt t="361431" x="6538913" y="4149725"/>
          <p14:tracePt t="361432" x="6456363" y="4176713"/>
          <p14:tracePt t="361442" x="6415088" y="4176713"/>
          <p14:tracePt t="361450" x="6381750" y="4176713"/>
          <p14:tracePt t="361466" x="6354763" y="4176713"/>
          <p14:tracePt t="361473" x="6340475" y="4176713"/>
          <p14:tracePt t="361493" x="6327775" y="4176713"/>
          <p14:tracePt t="361516" x="6313488" y="4176713"/>
          <p14:tracePt t="361529" x="6313488" y="4164013"/>
          <p14:tracePt t="361538" x="6300788" y="4164013"/>
          <p14:tracePt t="361685" x="6286500" y="4164013"/>
          <p14:tracePt t="361695" x="6286500" y="4176713"/>
          <p14:tracePt t="361710" x="6272213" y="4176713"/>
          <p14:tracePt t="361719" x="6259513" y="4191000"/>
          <p14:tracePt t="361730" x="6245225" y="4191000"/>
          <p14:tracePt t="361749" x="6232525" y="4205288"/>
          <p14:tracePt t="361755" x="6218238" y="4217988"/>
          <p14:tracePt t="361765" x="6205538" y="4217988"/>
          <p14:tracePt t="361791" x="6184900" y="4232275"/>
          <p14:tracePt t="361854" x="6205538" y="4232275"/>
          <p14:tracePt t="361875" x="6218238" y="4232275"/>
          <p14:tracePt t="361899" x="6232525" y="4217988"/>
          <p14:tracePt t="361966" x="6218238" y="4205288"/>
          <p14:tracePt t="362000" x="6205538" y="4205288"/>
          <p14:tracePt t="362002" x="6170613" y="4191000"/>
          <p14:tracePt t="362012" x="6143625" y="4176713"/>
          <p14:tracePt t="362030" x="6116638" y="4176713"/>
          <p14:tracePt t="362100" x="6129338" y="4176713"/>
          <p14:tracePt t="362111" x="6143625" y="4176713"/>
          <p14:tracePt t="362127" x="6170613" y="4191000"/>
          <p14:tracePt t="362135" x="6205538" y="4191000"/>
          <p14:tracePt t="362146" x="6232525" y="4191000"/>
          <p14:tracePt t="362165" x="6259513" y="4191000"/>
          <p14:tracePt t="362173" x="6272213" y="4191000"/>
          <p14:tracePt t="362215" x="6259513" y="4191000"/>
          <p14:tracePt t="362226" x="6245225" y="4176713"/>
          <p14:tracePt t="362236" x="6232525" y="4176713"/>
          <p14:tracePt t="362247" x="6205538" y="4176713"/>
          <p14:tracePt t="362265" x="6170613" y="4176713"/>
          <p14:tracePt t="362275" x="6143625" y="4176713"/>
          <p14:tracePt t="362283" x="6129338" y="4176713"/>
          <p14:tracePt t="362349" x="6143625" y="4176713"/>
          <p14:tracePt t="362361" x="6170613" y="4176713"/>
          <p14:tracePt t="362381" x="6205538" y="4176713"/>
          <p14:tracePt t="362383" x="6232525" y="4176713"/>
          <p14:tracePt t="362394" x="6245225" y="4176713"/>
          <p14:tracePt t="362406" x="6259513" y="4176713"/>
          <p14:tracePt t="362460" x="6245225" y="4176713"/>
          <p14:tracePt t="362473" x="6232525" y="4176713"/>
          <p14:tracePt t="362482" x="6205538" y="4176713"/>
          <p14:tracePt t="362496" x="6170613" y="4176713"/>
          <p14:tracePt t="362508" x="6143625" y="4176713"/>
          <p14:tracePt t="362516" x="6102350" y="4176713"/>
          <p14:tracePt t="362532" x="6089650" y="4176713"/>
          <p14:tracePt t="362575" x="6102350" y="4176713"/>
          <p14:tracePt t="362585" x="6116638" y="4176713"/>
          <p14:tracePt t="362596" x="6143625" y="4176713"/>
          <p14:tracePt t="362617" x="6170613" y="4176713"/>
          <p14:tracePt t="362618" x="6205538" y="4176713"/>
          <p14:tracePt t="362630" x="6218238" y="4176713"/>
          <p14:tracePt t="362652" x="6232525" y="4176713"/>
          <p14:tracePt t="362697" x="6218238" y="4176713"/>
          <p14:tracePt t="362718" x="6205538" y="4176713"/>
          <p14:tracePt t="362724" x="6184900" y="4176713"/>
          <p14:tracePt t="362731" x="6170613" y="4164013"/>
          <p14:tracePt t="362752" x="6157913" y="4164013"/>
          <p14:tracePt t="362753" x="6143625" y="4164013"/>
          <p14:tracePt t="362766" x="6129338" y="4164013"/>
          <p14:tracePt t="362876" x="6143625" y="4164013"/>
          <p14:tracePt t="362893" x="6157913" y="4164013"/>
          <p14:tracePt t="362900" x="6170613" y="4164013"/>
          <p14:tracePt t="362911" x="6184900" y="4176713"/>
          <p14:tracePt t="362933" x="6205538" y="4176713"/>
          <p14:tracePt t="362934" x="6218238" y="4176713"/>
          <p14:tracePt t="362966" x="6205538" y="4176713"/>
          <p14:tracePt t="362992" x="6184900" y="4176713"/>
          <p14:tracePt t="363014" x="6170613" y="4176713"/>
          <p14:tracePt t="363126" x="6184900" y="4176713"/>
          <p14:tracePt t="363159" x="6205538" y="4176713"/>
          <p14:tracePt t="363225" x="6184900" y="4176713"/>
          <p14:tracePt t="363259" x="6170613" y="4176713"/>
          <p14:tracePt t="363271" x="6170613" y="4164013"/>
          <p14:tracePt t="363284" x="6157913" y="4164013"/>
          <p14:tracePt t="363371" x="6170613" y="4164013"/>
          <p14:tracePt t="363417" x="6184900" y="4164013"/>
          <p14:tracePt t="363429" x="6205538" y="4164013"/>
          <p14:tracePt t="363447" x="6232525" y="4164013"/>
          <p14:tracePt t="363454" x="6259513" y="4164013"/>
          <p14:tracePt t="363462" x="6300788" y="4164013"/>
          <p14:tracePt t="363486" x="6415088" y="4164013"/>
          <p14:tracePt t="363495" x="6470650" y="4164013"/>
          <p14:tracePt t="363524" x="6613525" y="4164013"/>
          <p14:tracePt t="363532" x="6653213" y="4164013"/>
          <p14:tracePt t="363544" x="6667500" y="4164013"/>
          <p14:tracePt t="363553" x="6681788" y="4164013"/>
          <p14:tracePt t="363569" x="6694488" y="4164013"/>
          <p14:tracePt t="363621" x="6708775" y="4164013"/>
          <p14:tracePt t="363631" x="6721475" y="4164013"/>
          <p14:tracePt t="363652" x="6748463" y="4176713"/>
          <p14:tracePt t="363653" x="6777038" y="4176713"/>
          <p14:tracePt t="363665" x="6824663" y="4176713"/>
          <p14:tracePt t="363686" x="6864350" y="4176713"/>
          <p14:tracePt t="363688" x="6905625" y="4176713"/>
          <p14:tracePt t="363698" x="6959600" y="4176713"/>
          <p14:tracePt t="363720" x="7021513" y="4191000"/>
          <p14:tracePt t="363724" x="7075488" y="4191000"/>
          <p14:tracePt t="363734" x="7116763" y="4191000"/>
          <p14:tracePt t="363759" x="7232650" y="4205288"/>
          <p14:tracePt t="363766" x="7272338" y="4205288"/>
          <p14:tracePt t="363777" x="7340600" y="4205288"/>
          <p14:tracePt t="363789" x="7415213" y="4205288"/>
          <p14:tracePt t="363808" x="7470775" y="4205288"/>
          <p14:tracePt t="363813" x="7539038" y="4205288"/>
          <p14:tracePt t="363822" x="7613650" y="4205288"/>
          <p14:tracePt t="363852" x="7762875" y="4217988"/>
          <p14:tracePt t="363863" x="7891463" y="4217988"/>
          <p14:tracePt t="363870" x="8034338" y="4232275"/>
          <p14:tracePt t="363889" x="8143875" y="4232275"/>
          <p14:tracePt t="363899" x="8301038" y="4232275"/>
          <p14:tracePt t="363900" x="8470900" y="4232275"/>
          <p14:tracePt t="363912" x="8640763" y="4244975"/>
          <p14:tracePt t="363925" x="8756650" y="4244975"/>
          <p14:tracePt t="363936" x="8891588" y="4244975"/>
          <p14:tracePt t="363952" x="9034463" y="4259263"/>
          <p14:tracePt t="363962" x="9117013" y="4259263"/>
          <p14:tracePt t="363970" x="9232900" y="4271963"/>
          <p14:tracePt t="363984" x="9328150" y="4292600"/>
          <p14:tracePt t="363999" x="9388475" y="4292600"/>
          <p14:tracePt t="364010" x="9456738" y="4292600"/>
          <p14:tracePt t="364024" x="9510713" y="4306888"/>
          <p14:tracePt t="364025" x="9572625" y="4306888"/>
          <p14:tracePt t="364050" x="9640888" y="4306888"/>
          <p14:tracePt t="364061" x="9694863" y="4306888"/>
          <p14:tracePt t="364069" x="9721850" y="4319588"/>
          <p14:tracePt t="364092" x="9796463" y="4319588"/>
          <p14:tracePt t="364096" x="9864725" y="4319588"/>
          <p14:tracePt t="364104" x="9920288" y="4319588"/>
          <p14:tracePt t="364120" x="10007600" y="4319588"/>
          <p14:tracePt t="364137" x="10075863" y="4333875"/>
          <p14:tracePt t="364138" x="10150475" y="4333875"/>
          <p14:tracePt t="364149" x="10191750" y="4333875"/>
          <p14:tracePt t="364163" x="10218738" y="4333875"/>
          <p14:tracePt t="364172" x="10245725" y="4333875"/>
          <p14:tracePt t="364188" x="10260013" y="4333875"/>
          <p14:tracePt t="364194" x="10272713" y="4333875"/>
          <p14:tracePt t="364213" x="10287000" y="4333875"/>
          <p14:tracePt t="364220" x="10301288" y="4333875"/>
          <p14:tracePt t="364234" x="10313988" y="4333875"/>
          <p14:tracePt t="364244" x="10348913" y="4333875"/>
          <p14:tracePt t="364253" x="10361613" y="4319588"/>
          <p14:tracePt t="364281" x="10375900" y="4319588"/>
          <p14:tracePt t="364283" x="10402888" y="4306888"/>
          <p14:tracePt t="364284" x="10415588" y="4292600"/>
          <p14:tracePt t="364318" x="10456863" y="4244975"/>
          <p14:tracePt t="364329" x="10471150" y="4217988"/>
          <p14:tracePt t="364348" x="10471150" y="4205288"/>
          <p14:tracePt t="364355" x="10471150" y="4176713"/>
          <p14:tracePt t="364373" x="10471150" y="4164013"/>
          <p14:tracePt t="364385" x="10471150" y="4149725"/>
          <p14:tracePt t="364396" x="10456863" y="4149725"/>
          <p14:tracePt t="364464" x="10456863" y="4164013"/>
          <p14:tracePt t="364485" x="10471150" y="4176713"/>
          <p14:tracePt t="364510" x="10498138" y="4176713"/>
          <p14:tracePt t="364511" x="10558463" y="4191000"/>
          <p14:tracePt t="364520" x="10626725" y="4191000"/>
          <p14:tracePt t="364533" x="10682288" y="4191000"/>
          <p14:tracePt t="364549" x="10756900" y="4191000"/>
          <p14:tracePt t="364559" x="10796588" y="4176713"/>
          <p14:tracePt t="364568" x="10810875" y="4164013"/>
          <p14:tracePt t="364584" x="10825163" y="4149725"/>
          <p14:tracePt t="364589" x="10825163" y="4137025"/>
          <p14:tracePt t="364609" x="10825163" y="4110038"/>
          <p14:tracePt t="364612" x="10810875" y="4089400"/>
          <p14:tracePt t="364633" x="10810875" y="4075113"/>
          <p14:tracePt t="364635" x="10796588" y="4062413"/>
          <p14:tracePt t="364644" x="10796588" y="4048125"/>
          <p14:tracePt t="364655" x="10783888" y="4048125"/>
          <p14:tracePt t="364667" x="10769600" y="4033838"/>
          <p14:tracePt t="364684" x="10756900" y="4033838"/>
          <p14:tracePt t="364695" x="10742613" y="4048125"/>
          <p14:tracePt t="364718" x="10729913" y="4048125"/>
          <p14:tracePt t="364719" x="10709275" y="4062413"/>
          <p14:tracePt t="364736" x="10709275" y="4075113"/>
          <p14:tracePt t="364759" x="10729913" y="4075113"/>
          <p14:tracePt t="364768" x="10742613" y="4075113"/>
          <p14:tracePt t="364783" x="10756900" y="4075113"/>
          <p14:tracePt t="364792" x="10783888" y="4075113"/>
          <p14:tracePt t="364825" x="10837863" y="4048125"/>
          <p14:tracePt t="364839" x="10837863" y="4033838"/>
          <p14:tracePt t="364851" x="10837863" y="4021138"/>
          <p14:tracePt t="364869" x="10810875" y="3994150"/>
          <p14:tracePt t="364880" x="10783888" y="3979863"/>
          <p14:tracePt t="364897" x="10769600" y="3979863"/>
          <p14:tracePt t="364904" x="10756900" y="3979863"/>
          <p14:tracePt t="364914" x="10742613" y="3979863"/>
          <p14:tracePt t="364927" x="10729913" y="3979863"/>
          <p14:tracePt t="364951" x="10709275" y="4006850"/>
          <p14:tracePt t="364962" x="10694988" y="4021138"/>
          <p14:tracePt t="364979" x="10694988" y="4033838"/>
          <p14:tracePt t="364999" x="10709275" y="4033838"/>
          <p14:tracePt t="365010" x="10729913" y="4048125"/>
          <p14:tracePt t="365020" x="10742613" y="4048125"/>
          <p14:tracePt t="365036" x="10756900" y="4048125"/>
          <p14:tracePt t="365037" x="10769600" y="4033838"/>
          <p14:tracePt t="365048" x="10783888" y="4033838"/>
          <p14:tracePt t="365061" x="10783888" y="4021138"/>
          <p14:tracePt t="365088" x="10783888" y="4006850"/>
          <p14:tracePt t="365096" x="10769600" y="3994150"/>
          <p14:tracePt t="365133" x="10742613" y="3979863"/>
          <p14:tracePt t="365145" x="10682288" y="3967163"/>
          <p14:tracePt t="365155" x="10641013" y="3967163"/>
          <p14:tracePt t="365183" x="10587038" y="3979863"/>
          <p14:tracePt t="365195" x="10572750" y="3994150"/>
          <p14:tracePt t="365208" x="10572750" y="4006850"/>
          <p14:tracePt t="365217" x="10587038" y="4006850"/>
          <p14:tracePt t="365235" x="10599738" y="4021138"/>
          <p14:tracePt t="365244" x="10614025" y="4033838"/>
          <p14:tracePt t="365265" x="10641013" y="4033838"/>
          <p14:tracePt t="365266" x="10668000" y="4033838"/>
          <p14:tracePt t="365299" x="10742613" y="4021138"/>
          <p14:tracePt t="365301" x="10756900" y="4021138"/>
          <p14:tracePt t="365312" x="10756900" y="4006850"/>
          <p14:tracePt t="365320" x="10756900" y="3994150"/>
          <p14:tracePt t="365349" x="10742613" y="3979863"/>
          <p14:tracePt t="365360" x="10709275" y="3967163"/>
          <p14:tracePt t="365370" x="10682288" y="3967163"/>
          <p14:tracePt t="365377" x="10668000" y="3967163"/>
          <p14:tracePt t="365403" x="10641013" y="3979863"/>
          <p14:tracePt t="365412" x="10626725" y="3994150"/>
          <p14:tracePt t="365420" x="10626725" y="4006850"/>
          <p14:tracePt t="365450" x="10626725" y="4021138"/>
          <p14:tracePt t="365460" x="10626725" y="4033838"/>
          <p14:tracePt t="365468" x="10653713" y="4048125"/>
          <p14:tracePt t="365483" x="10682288" y="4062413"/>
          <p14:tracePt t="365515" x="10742613" y="4062413"/>
          <p14:tracePt t="365517" x="10783888" y="4062413"/>
          <p14:tracePt t="365527" x="10796588" y="4048125"/>
          <p14:tracePt t="365544" x="10810875" y="4033838"/>
          <p14:tracePt t="365555" x="10810875" y="4021138"/>
          <p14:tracePt t="365568" x="10810875" y="4006850"/>
          <p14:tracePt t="365578" x="10796588" y="4006850"/>
          <p14:tracePt t="365590" x="10783888" y="4006850"/>
          <p14:tracePt t="365601" x="10783888" y="3994150"/>
          <p14:tracePt t="365623" x="10769600" y="3994150"/>
          <p14:tracePt t="365644" x="10756900" y="3994150"/>
          <p14:tracePt t="365669" x="10742613" y="3994150"/>
          <p14:tracePt t="365680" x="10729913" y="3994150"/>
          <p14:tracePt t="365691" x="10709275" y="4006850"/>
          <p14:tracePt t="365702" x="10694988" y="4006850"/>
          <p14:tracePt t="365717" x="10694988" y="4021138"/>
          <p14:tracePt t="365736" x="10694988" y="4033838"/>
          <p14:tracePt t="365748" x="10709275" y="4033838"/>
          <p14:tracePt t="365770" x="10729913" y="4048125"/>
          <p14:tracePt t="365780" x="10742613" y="4048125"/>
          <p14:tracePt t="365792" x="10756900" y="4048125"/>
          <p14:tracePt t="365818" x="10783888" y="4033838"/>
          <p14:tracePt t="365851" x="10783888" y="4021138"/>
          <p14:tracePt t="365862" x="10769600" y="4021138"/>
          <p14:tracePt t="365871" x="10756900" y="4006850"/>
          <p14:tracePt t="365899" x="10742613" y="4006850"/>
          <p14:tracePt t="365917" x="10729913" y="4006850"/>
          <p14:tracePt t="365950" x="10729913" y="4021138"/>
          <p14:tracePt t="366196" x="10709275" y="4021138"/>
          <p14:tracePt t="366206" x="10668000" y="4021138"/>
          <p14:tracePt t="366217" x="10531475" y="4021138"/>
          <p14:tracePt t="366230" x="10348913" y="4033838"/>
          <p14:tracePt t="366240" x="10102850" y="4048125"/>
          <p14:tracePt t="366252" x="9879013" y="4075113"/>
          <p14:tracePt t="366273" x="9498013" y="4110038"/>
          <p14:tracePt t="366274" x="9063038" y="4122738"/>
          <p14:tracePt t="366286" x="8736013" y="4149725"/>
          <p14:tracePt t="366307" x="8328025" y="4149725"/>
          <p14:tracePt t="366310" x="7959725" y="4176713"/>
          <p14:tracePt t="366320" x="7708900" y="4205288"/>
          <p14:tracePt t="366332" x="7551738" y="4217988"/>
          <p14:tracePt t="366342" x="7402513" y="4244975"/>
          <p14:tracePt t="366360" x="7300913" y="4244975"/>
          <p14:tracePt t="366369" x="7245350" y="4259263"/>
          <p14:tracePt t="366393" x="7170738" y="4259263"/>
          <p14:tracePt t="366403" x="7143750" y="4259263"/>
          <p14:tracePt t="366411" x="7129463" y="4259263"/>
          <p14:tracePt t="366443" x="7116763" y="4259263"/>
          <p14:tracePt t="366445" x="7102475" y="4259263"/>
          <p14:tracePt t="366454" x="7075488" y="4259263"/>
          <p14:tracePt t="366467" x="7062788" y="4259263"/>
          <p14:tracePt t="366479" x="7034213" y="4259263"/>
          <p14:tracePt t="366494" x="6973888" y="4259263"/>
          <p14:tracePt t="366504" x="6905625" y="4259263"/>
          <p14:tracePt t="366512" x="6837363" y="4259263"/>
          <p14:tracePt t="366522" x="6796088" y="4259263"/>
          <p14:tracePt t="366545" x="6735763" y="4259263"/>
          <p14:tracePt t="366549" x="6694488" y="4259263"/>
          <p14:tracePt t="366557" x="6667500" y="4259263"/>
          <p14:tracePt t="366568" x="6640513" y="4259263"/>
          <p14:tracePt t="366595" x="6613525" y="4259263"/>
          <p14:tracePt t="366604" x="6599238" y="4259263"/>
          <p14:tracePt t="366614" x="6578600" y="4271963"/>
          <p14:tracePt t="366641" x="6565900" y="4271963"/>
          <p14:tracePt t="366652" x="6538913" y="4271963"/>
          <p14:tracePt t="366660" x="6510338" y="4292600"/>
          <p14:tracePt t="366680" x="6483350" y="4292600"/>
          <p14:tracePt t="366682" x="6443663" y="4292600"/>
          <p14:tracePt t="366692" x="6402388" y="4292600"/>
          <p14:tracePt t="366713" x="6340475" y="4306888"/>
          <p14:tracePt t="366718" x="6300788" y="4306888"/>
          <p14:tracePt t="366728" x="6259513" y="4306888"/>
          <p14:tracePt t="366743" x="6232525" y="4306888"/>
          <p14:tracePt t="366751" x="6205538" y="4292600"/>
          <p14:tracePt t="366759" x="6170613" y="4292600"/>
          <p14:tracePt t="366793" x="6157913" y="4292600"/>
          <p14:tracePt t="366926" x="6143625" y="4292600"/>
          <p14:tracePt t="366937" x="6143625" y="4306888"/>
          <p14:tracePt t="366961" x="6129338" y="4306888"/>
          <p14:tracePt t="366972" x="6116638" y="4306888"/>
          <p14:tracePt t="367005" x="6102350" y="4306888"/>
          <p14:tracePt t="367185" x="6116638" y="4306888"/>
          <p14:tracePt t="367243" x="6129338" y="4319588"/>
          <p14:tracePt t="367353" x="6143625" y="4319588"/>
          <p14:tracePt t="367400" x="6143625" y="4333875"/>
          <p14:tracePt t="367624" x="6129338" y="4333875"/>
          <p14:tracePt t="367653" x="6102350" y="4333875"/>
          <p14:tracePt t="367654" x="6048375" y="4333875"/>
          <p14:tracePt t="367908" x="6062663" y="4333875"/>
          <p14:tracePt t="367918" x="6089650" y="4348163"/>
          <p14:tracePt t="367927" x="6102350" y="4348163"/>
          <p14:tracePt t="367939" x="6129338" y="4348163"/>
          <p14:tracePt t="367950" x="6143625" y="4348163"/>
          <p14:tracePt t="367962" x="6143625" y="4360863"/>
          <p14:tracePt t="367996" x="6157913" y="4375150"/>
          <p14:tracePt t="368255" x="6143625" y="4375150"/>
          <p14:tracePt t="368580" x="6129338" y="4375150"/>
          <p14:tracePt t="368604" x="6116638" y="4387850"/>
          <p14:tracePt t="368692" x="6129338" y="4387850"/>
          <p14:tracePt t="368703" x="6143625" y="4387850"/>
          <p14:tracePt t="368720" x="6157913" y="4387850"/>
          <p14:tracePt t="368728" x="6170613" y="4387850"/>
          <p14:tracePt t="368739" x="6205538" y="4387850"/>
          <p14:tracePt t="368758" x="6245225" y="4387850"/>
          <p14:tracePt t="368764" x="6272213" y="4387850"/>
          <p14:tracePt t="368772" x="6286500" y="4387850"/>
          <p14:tracePt t="368783" x="6272213" y="4387850"/>
          <p14:tracePt t="368808" x="6259513" y="4387850"/>
          <p14:tracePt t="368996" x="6286500" y="4387850"/>
          <p14:tracePt t="369007" x="6327775" y="4402138"/>
          <p14:tracePt t="369021" x="6367463" y="4402138"/>
          <p14:tracePt t="369031" x="6415088" y="4402138"/>
          <p14:tracePt t="369044" x="6456363" y="4402138"/>
          <p14:tracePt t="369063" x="6483350" y="4414838"/>
          <p14:tracePt t="369064" x="6524625" y="4414838"/>
          <p14:tracePt t="369078" x="6551613" y="4414838"/>
          <p14:tracePt t="369087" x="6578600" y="4414838"/>
          <p14:tracePt t="369103" x="6599238" y="4414838"/>
          <p14:tracePt t="369110" x="6626225" y="4414838"/>
          <p14:tracePt t="369121" x="6653213" y="4414838"/>
          <p14:tracePt t="369144" x="6681788" y="4414838"/>
          <p14:tracePt t="369146" x="6694488" y="4414838"/>
          <p14:tracePt t="369159" x="6721475" y="4414838"/>
          <p14:tracePt t="369167" x="6748463" y="4414838"/>
          <p14:tracePt t="369185" x="6777038" y="4414838"/>
          <p14:tracePt t="369193" x="6810375" y="4414838"/>
          <p14:tracePt t="369201" x="6837363" y="4414838"/>
          <p14:tracePt t="369224" x="6878638" y="4414838"/>
          <p14:tracePt t="369236" x="6905625" y="4414838"/>
          <p14:tracePt t="369247" x="6919913" y="4414838"/>
          <p14:tracePt t="369257" x="6932613" y="4414838"/>
          <p14:tracePt t="369286" x="6959600" y="4414838"/>
          <p14:tracePt t="369293" x="6959600" y="4402138"/>
          <p14:tracePt t="369302" x="6973888" y="4402138"/>
          <p14:tracePt t="369335" x="6994525" y="4402138"/>
          <p14:tracePt t="369336" x="7007225" y="4402138"/>
          <p14:tracePt t="369347" x="7021513" y="4402138"/>
          <p14:tracePt t="369357" x="7034213" y="4402138"/>
          <p14:tracePt t="369382" x="7089775" y="4402138"/>
          <p14:tracePt t="369394" x="7116763" y="4402138"/>
          <p14:tracePt t="369402" x="7129463" y="4402138"/>
          <p14:tracePt t="369421" x="7158038" y="4402138"/>
          <p14:tracePt t="369426" x="7191375" y="4402138"/>
          <p14:tracePt t="369437" x="7205663" y="4402138"/>
          <p14:tracePt t="369460" x="7232650" y="4402138"/>
          <p14:tracePt t="369462" x="7259638" y="4402138"/>
          <p14:tracePt t="369470" x="7272338" y="4402138"/>
          <p14:tracePt t="369481" x="7286625" y="4402138"/>
          <p14:tracePt t="369513" x="7313613" y="4402138"/>
          <p14:tracePt t="369515" x="7327900" y="4402138"/>
          <p14:tracePt t="369531" x="7340600" y="4402138"/>
          <p14:tracePt t="369549" x="7354888" y="4402138"/>
          <p14:tracePt t="369583" x="7367588" y="4402138"/>
          <p14:tracePt t="369611" x="7388225" y="4402138"/>
          <p14:tracePt t="369628" x="7402513" y="4402138"/>
          <p14:tracePt t="369652" x="7415213" y="4402138"/>
          <p14:tracePt t="369662" x="7429500" y="4402138"/>
          <p14:tracePt t="369683" x="7443788" y="4402138"/>
          <p14:tracePt t="369707" x="7456488" y="4402138"/>
          <p14:tracePt t="369741" x="7470775" y="4402138"/>
          <p14:tracePt t="369750" x="7483475" y="4402138"/>
          <p14:tracePt t="369768" x="7497763" y="4402138"/>
          <p14:tracePt t="369778" x="7510463" y="4402138"/>
          <p14:tracePt t="369786" x="7524750" y="4402138"/>
          <p14:tracePt t="369803" x="7539038" y="4402138"/>
          <p14:tracePt t="369808" x="7566025" y="4402138"/>
          <p14:tracePt t="369818" x="7586663" y="4402138"/>
          <p14:tracePt t="369838" x="7613650" y="4402138"/>
          <p14:tracePt t="369849" x="7626350" y="4402138"/>
          <p14:tracePt t="369855" x="7653338" y="4402138"/>
          <p14:tracePt t="369883" x="7708900" y="4402138"/>
          <p14:tracePt t="369896" x="7748588" y="4402138"/>
          <p14:tracePt t="369897" x="7783513" y="4402138"/>
          <p14:tracePt t="369911" x="7810500" y="4402138"/>
          <p14:tracePt t="369921" x="7851775" y="4402138"/>
          <p14:tracePt t="369932" x="7878763" y="4414838"/>
          <p14:tracePt t="369947" x="7905750" y="4414838"/>
          <p14:tracePt t="369955" x="7947025" y="4414838"/>
          <p14:tracePt t="369973" x="7980363" y="4414838"/>
          <p14:tracePt t="369979" x="8007350" y="4414838"/>
          <p14:tracePt t="369996" x="8034338" y="4414838"/>
          <p14:tracePt t="370003" x="8075613" y="4414838"/>
          <p14:tracePt t="370010" x="8089900" y="4414838"/>
          <p14:tracePt t="370034" x="8116888" y="4414838"/>
          <p14:tracePt t="370037" x="8143875" y="4414838"/>
          <p14:tracePt t="370044" x="8164513" y="4414838"/>
          <p14:tracePt t="370055" x="8177213" y="4414838"/>
          <p14:tracePt t="370077" x="8191500" y="4414838"/>
          <p14:tracePt t="370092" x="8205788" y="4414838"/>
          <p14:tracePt t="370100" x="8218488" y="4414838"/>
          <p14:tracePt t="370113" x="8232775" y="4414838"/>
          <p14:tracePt t="370137" x="8259763" y="4414838"/>
          <p14:tracePt t="370146" x="8286750" y="4414838"/>
          <p14:tracePt t="370167" x="8301038" y="4414838"/>
          <p14:tracePt t="370180" x="8313738" y="4414838"/>
          <p14:tracePt t="370195" x="8328025" y="4414838"/>
          <p14:tracePt t="370203" x="8340725" y="4414838"/>
          <p14:tracePt t="370213" x="8361363" y="4414838"/>
          <p14:tracePt t="370226" x="8375650" y="4414838"/>
          <p14:tracePt t="370252" x="8402638" y="4414838"/>
          <p14:tracePt t="370261" x="8415338" y="4414838"/>
          <p14:tracePt t="370270" x="8429625" y="4414838"/>
          <p14:tracePt t="370299" x="8443913" y="4414838"/>
          <p14:tracePt t="370309" x="8456613" y="4414838"/>
          <p14:tracePt t="370391" x="8470900" y="4414838"/>
          <p14:tracePt t="370527" x="8483600" y="4414838"/>
          <p14:tracePt t="370538" x="8497888" y="4414838"/>
          <p14:tracePt t="370550" x="8524875" y="4414838"/>
          <p14:tracePt t="370568" x="8558213" y="4414838"/>
          <p14:tracePt t="370574" x="8586788" y="4414838"/>
          <p14:tracePt t="370583" x="8599488" y="4414838"/>
          <p14:tracePt t="370608" x="8653463" y="4414838"/>
          <p14:tracePt t="370645" x="8682038" y="4414838"/>
          <p14:tracePt t="370646" x="8694738" y="4414838"/>
          <p14:tracePt t="370667" x="8709025" y="4414838"/>
          <p14:tracePt t="370677" x="8721725" y="4414838"/>
          <p14:tracePt t="370693" x="8736013" y="4414838"/>
          <p14:tracePt t="370700" x="8756650" y="4414838"/>
          <p14:tracePt t="370741" x="8736013" y="4414838"/>
          <p14:tracePt t="370752" x="8682038" y="4402138"/>
          <p14:tracePt t="371012" x="8810625" y="4402138"/>
          <p14:tracePt t="371021" x="8878888" y="4414838"/>
          <p14:tracePt t="371032" x="8920163" y="4414838"/>
          <p14:tracePt t="371043" x="8967788" y="4414838"/>
          <p14:tracePt t="371057" x="9034463" y="4414838"/>
          <p14:tracePt t="371068" x="9102725" y="4414838"/>
          <p14:tracePt t="371079" x="9164638" y="4414838"/>
          <p14:tracePt t="371093" x="9232900" y="4414838"/>
          <p14:tracePt t="371103" x="9328150" y="4429125"/>
          <p14:tracePt t="371113" x="9429750" y="4443413"/>
          <p14:tracePt t="371139" x="9667875" y="4456113"/>
          <p14:tracePt t="371149" x="9756775" y="4456113"/>
          <p14:tracePt t="371159" x="9864725" y="4456113"/>
          <p14:tracePt t="371176" x="9953625" y="4456113"/>
          <p14:tracePt t="371187" x="10034588" y="4456113"/>
          <p14:tracePt t="371193" x="10075863" y="4456113"/>
          <p14:tracePt t="371219" x="10164763" y="4443413"/>
          <p14:tracePt t="371228" x="10191750" y="4443413"/>
          <p14:tracePt t="371238" x="10218738" y="4443413"/>
          <p14:tracePt t="371259" x="10233025" y="4429125"/>
          <p14:tracePt t="371261" x="10245725" y="4429125"/>
          <p14:tracePt t="371282" x="10260013" y="4429125"/>
          <p14:tracePt t="371283" x="10272713" y="4429125"/>
          <p14:tracePt t="371293" x="10287000" y="4429125"/>
          <p14:tracePt t="371303" x="10301288" y="4429125"/>
          <p14:tracePt t="371322" x="10334625" y="4429125"/>
          <p14:tracePt t="371328" x="10361613" y="4429125"/>
          <p14:tracePt t="371344" x="10388600" y="4429125"/>
          <p14:tracePt t="371354" x="10415588" y="4414838"/>
          <p14:tracePt t="371373" x="10483850" y="4414838"/>
          <p14:tracePt t="371385" x="10510838" y="4414838"/>
          <p14:tracePt t="371396" x="10558463" y="4414838"/>
          <p14:tracePt t="371406" x="10599738" y="4414838"/>
          <p14:tracePt t="371428" x="10641013" y="4414838"/>
          <p14:tracePt t="371433" x="10668000" y="4402138"/>
          <p14:tracePt t="371444" x="10709275" y="4402138"/>
          <p14:tracePt t="371453" x="10742613" y="4402138"/>
          <p14:tracePt t="371473" x="10756900" y="4402138"/>
          <p14:tracePt t="371484" x="10769600" y="4402138"/>
          <p14:tracePt t="371529" x="10756900" y="4402138"/>
          <p14:tracePt t="371554" x="10742613" y="4387850"/>
          <p14:tracePt t="371574" x="10729913" y="4387850"/>
          <p14:tracePt t="371589" x="10709275" y="4387850"/>
          <p14:tracePt t="371602" x="10694988" y="4387850"/>
          <p14:tracePt t="371653" x="10694988" y="4375150"/>
          <p14:tracePt t="371709" x="10709275" y="4360863"/>
          <p14:tracePt t="371735" x="10709275" y="4348163"/>
          <p14:tracePt t="371755" x="10709275" y="4333875"/>
          <p14:tracePt t="371776" x="10729913" y="4333875"/>
          <p14:tracePt t="371788" x="10729913" y="4319588"/>
          <p14:tracePt t="372091" x="10709275" y="4319588"/>
          <p14:tracePt t="372136" x="10709275" y="4306888"/>
          <p14:tracePt t="372260" x="10694988" y="4319588"/>
          <p14:tracePt t="372281" x="10694988" y="4333875"/>
          <p14:tracePt t="372297" x="10682288" y="4333875"/>
          <p14:tracePt t="372305" x="10682288" y="4348163"/>
          <p14:tracePt t="372316" x="10668000" y="4360863"/>
          <p14:tracePt t="372340" x="10653713" y="4360863"/>
          <p14:tracePt t="372350" x="10653713" y="4375150"/>
          <p14:tracePt t="372485" x="10653713" y="4360863"/>
          <p14:tracePt t="372497" x="10668000" y="4360863"/>
          <p14:tracePt t="372506" x="10682288" y="4348163"/>
          <p14:tracePt t="372518" x="10694988" y="4348163"/>
          <p14:tracePt t="372663" x="10694988" y="4360863"/>
          <p14:tracePt t="372690" x="10694988" y="4375150"/>
          <p14:tracePt t="372710" x="10694988" y="4387850"/>
          <p14:tracePt t="372843" x="10709275" y="4375150"/>
          <p14:tracePt t="372866" x="10729913" y="4375150"/>
          <p14:tracePt t="372878" x="10729913" y="4360863"/>
          <p14:tracePt t="372889" x="10742613" y="4348163"/>
          <p14:tracePt t="372914" x="10756900" y="4348163"/>
          <p14:tracePt t="372924" x="10756900" y="4333875"/>
          <p14:tracePt t="372948" x="10769600" y="4333875"/>
          <p14:tracePt t="372961" x="10769600" y="4319588"/>
          <p14:tracePt t="372980" x="10769600" y="4306888"/>
          <p14:tracePt t="372993" x="10783888" y="4306888"/>
          <p14:tracePt t="373011" x="10783888" y="4292600"/>
          <p14:tracePt t="373017" x="10796588" y="4292600"/>
          <p14:tracePt t="373027" x="10796588" y="4271963"/>
          <p14:tracePt t="373050" x="10810875" y="4271963"/>
          <p14:tracePt t="373083" x="10825163" y="4259263"/>
          <p14:tracePt t="373093" x="10837863" y="4259263"/>
          <p14:tracePt t="373114" x="10837863" y="4244975"/>
          <p14:tracePt t="373117" x="10852150" y="4244975"/>
          <p14:tracePt t="373150" x="10852150" y="4232275"/>
          <p14:tracePt t="373152" x="10852150" y="4205288"/>
          <p14:tracePt t="373161" x="10837863" y="4191000"/>
          <p14:tracePt t="373181" x="10837863" y="4176713"/>
          <p14:tracePt t="373183" x="10810875" y="4164013"/>
          <p14:tracePt t="373193" x="10783888" y="4149725"/>
          <p14:tracePt t="373212" x="10742613" y="4149725"/>
          <p14:tracePt t="373223" x="10709275" y="4149725"/>
          <p14:tracePt t="373229" x="10682288" y="4149725"/>
          <p14:tracePt t="373239" x="10641013" y="4149725"/>
          <p14:tracePt t="373279" x="10572750" y="4176713"/>
          <p14:tracePt t="373289" x="10558463" y="4191000"/>
          <p14:tracePt t="373298" x="10558463" y="4205288"/>
          <p14:tracePt t="373315" x="10545763" y="4217988"/>
          <p14:tracePt t="373321" x="10545763" y="4244975"/>
          <p14:tracePt t="373330" x="10558463" y="4259263"/>
          <p14:tracePt t="373363" x="10614025" y="4292600"/>
          <p14:tracePt t="373374" x="10641013" y="4292600"/>
          <p14:tracePt t="373390" x="10668000" y="4292600"/>
          <p14:tracePt t="373416" x="10742613" y="4292600"/>
          <p14:tracePt t="373422" x="10783888" y="4271963"/>
          <p14:tracePt t="373430" x="10796588" y="4259263"/>
          <p14:tracePt t="373453" x="10810875" y="4244975"/>
          <p14:tracePt t="373455" x="10825163" y="4232275"/>
          <p14:tracePt t="373480" x="10825163" y="4191000"/>
          <p14:tracePt t="373492" x="10810875" y="4164013"/>
          <p14:tracePt t="373500" x="10783888" y="4149725"/>
          <p14:tracePt t="373532" x="10756900" y="4122738"/>
          <p14:tracePt t="373533" x="10729913" y="4122738"/>
          <p14:tracePt t="373544" x="10653713" y="4110038"/>
          <p14:tracePt t="373563" x="10641013" y="4110038"/>
          <p14:tracePt t="373565" x="10614025" y="4122738"/>
          <p14:tracePt t="373576" x="10587038" y="4137025"/>
          <p14:tracePt t="373600" x="10558463" y="4164013"/>
          <p14:tracePt t="373604" x="10545763" y="4176713"/>
          <p14:tracePt t="373632" x="10531475" y="4205288"/>
          <p14:tracePt t="373637" x="10545763" y="4244975"/>
          <p14:tracePt t="373648" x="10545763" y="4271963"/>
          <p14:tracePt t="373664" x="10572750" y="4292600"/>
          <p14:tracePt t="373666" x="10599738" y="4306888"/>
          <p14:tracePt t="373678" x="10626725" y="4306888"/>
          <p14:tracePt t="373698" x="10668000" y="4319588"/>
          <p14:tracePt t="373706" x="10709275" y="4319588"/>
          <p14:tracePt t="373714" x="10742613" y="4319588"/>
          <p14:tracePt t="373740" x="10810875" y="4306888"/>
          <p14:tracePt t="373749" x="10810875" y="4292600"/>
          <p14:tracePt t="373759" x="10825163" y="4271963"/>
          <p14:tracePt t="373793" x="10810875" y="4232275"/>
          <p14:tracePt t="373810" x="10783888" y="4205288"/>
          <p14:tracePt t="373812" x="10756900" y="4191000"/>
          <p14:tracePt t="373824" x="10729913" y="4176713"/>
          <p14:tracePt t="373834" x="10694988" y="4176713"/>
          <p14:tracePt t="373850" x="10668000" y="4176713"/>
          <p14:tracePt t="373863" x="10641013" y="4176713"/>
          <p14:tracePt t="373872" x="10626725" y="4191000"/>
          <p14:tracePt t="373896" x="10599738" y="4217988"/>
          <p14:tracePt t="373907" x="10587038" y="4244975"/>
          <p14:tracePt t="373928" x="10587038" y="4292600"/>
          <p14:tracePt t="373939" x="10599738" y="4306888"/>
          <p14:tracePt t="373960" x="10614025" y="4319588"/>
          <p14:tracePt t="373961" x="10626725" y="4333875"/>
          <p14:tracePt t="373976" x="10641013" y="4333875"/>
          <p14:tracePt t="373984" x="10668000" y="4348163"/>
          <p14:tracePt t="374014" x="10694988" y="4348163"/>
          <p14:tracePt t="374015" x="10709275" y="4348163"/>
          <p14:tracePt t="374027" x="10729913" y="4348163"/>
          <p14:tracePt t="374058" x="10742613" y="4333875"/>
          <p14:tracePt t="374075" x="10742613" y="4319588"/>
          <p14:tracePt t="374083" x="10756900" y="4319588"/>
          <p14:tracePt t="374097" x="10756900" y="4306888"/>
          <p14:tracePt t="374107" x="10756900" y="4292600"/>
          <p14:tracePt t="374129" x="10742613" y="4271963"/>
          <p14:tracePt t="374143" x="10729913" y="4259263"/>
          <p14:tracePt t="374151" x="10694988" y="4244975"/>
          <p14:tracePt t="374171" x="10653713" y="4232275"/>
          <p14:tracePt t="374174" x="10599738" y="4217988"/>
          <p14:tracePt t="374194" x="10545763" y="4205288"/>
          <p14:tracePt t="374196" x="10498138" y="4205288"/>
          <p14:tracePt t="374225" x="10471150" y="4205288"/>
          <p14:tracePt t="374231" x="10456863" y="4217988"/>
          <p14:tracePt t="374260" x="10456863" y="4244975"/>
          <p14:tracePt t="374264" x="10456863" y="4259263"/>
          <p14:tracePt t="374274" x="10483850" y="4292600"/>
          <p14:tracePt t="374289" x="10510838" y="4319588"/>
          <p14:tracePt t="374311" x="10599738" y="4348163"/>
          <p14:tracePt t="374338" x="10709275" y="4360863"/>
          <p14:tracePt t="374346" x="10769600" y="4360863"/>
          <p14:tracePt t="374364" x="10810875" y="4348163"/>
          <p14:tracePt t="374366" x="10837863" y="4333875"/>
          <p14:tracePt t="374381" x="10864850" y="4319588"/>
          <p14:tracePt t="374399" x="10879138" y="4306888"/>
          <p14:tracePt t="374422" x="10879138" y="4259263"/>
          <p14:tracePt t="374431" x="10864850" y="4259263"/>
          <p14:tracePt t="374445" x="10864850" y="4244975"/>
          <p14:tracePt t="374457" x="10852150" y="4244975"/>
          <p14:tracePt t="374466" x="10837863" y="4232275"/>
          <p14:tracePt t="374494" x="10825163" y="4232275"/>
          <p14:tracePt t="374505" x="10810875" y="4244975"/>
          <p14:tracePt t="374518" x="10796588" y="4244975"/>
          <p14:tracePt t="374525" x="10783888" y="4259263"/>
          <p14:tracePt t="374548" x="10769600" y="4292600"/>
          <p14:tracePt t="374557" x="10756900" y="4319588"/>
          <p14:tracePt t="374578" x="10769600" y="4333875"/>
          <p14:tracePt t="374614" x="10852150" y="4360863"/>
          <p14:tracePt t="374625" x="10891838" y="4360863"/>
          <p14:tracePt t="374634" x="10939463" y="4360863"/>
          <p14:tracePt t="374645" x="10968038" y="4348163"/>
          <p14:tracePt t="374661" x="10995025" y="4348163"/>
          <p14:tracePt t="374672" x="11007725" y="4333875"/>
          <p14:tracePt t="374691" x="11022013" y="4292600"/>
          <p14:tracePt t="374707" x="11007725" y="4271963"/>
          <p14:tracePt t="374716" x="10995025" y="4244975"/>
          <p14:tracePt t="374737" x="10891838" y="4191000"/>
          <p14:tracePt t="374761" x="10729913" y="4149725"/>
          <p14:tracePt t="374773" x="10653713" y="4149725"/>
          <p14:tracePt t="374780" x="10614025" y="4149725"/>
          <p14:tracePt t="374793" x="10587038" y="4164013"/>
          <p14:tracePt t="374814" x="10545763" y="4191000"/>
          <p14:tracePt t="374825" x="10545763" y="4205288"/>
          <p14:tracePt t="374838" x="10545763" y="4232275"/>
          <p14:tracePt t="374865" x="10558463" y="4244975"/>
          <p14:tracePt t="374875" x="10572750" y="4259263"/>
          <p14:tracePt t="374895" x="10599738" y="4271963"/>
          <p14:tracePt t="374896" x="10626725" y="4292600"/>
          <p14:tracePt t="374928" x="10769600" y="4292600"/>
          <p14:tracePt t="374940" x="10810875" y="4271963"/>
          <p14:tracePt t="374957" x="10852150" y="4271963"/>
          <p14:tracePt t="374964" x="10864850" y="4259263"/>
          <p14:tracePt t="374980" x="10879138" y="4244975"/>
          <p14:tracePt t="374989" x="10879138" y="4232275"/>
          <p14:tracePt t="374997" x="10864850" y="4205288"/>
          <p14:tracePt t="375013" x="10852150" y="4191000"/>
          <p14:tracePt t="375030" x="10837863" y="4176713"/>
          <p14:tracePt t="375031" x="10796588" y="4164013"/>
          <p14:tracePt t="375060" x="10729913" y="4164013"/>
          <p14:tracePt t="375061" x="10694988" y="4164013"/>
          <p14:tracePt t="375078" x="10668000" y="4176713"/>
          <p14:tracePt t="375089" x="10641013" y="4176713"/>
          <p14:tracePt t="375096" x="10626725" y="4205288"/>
          <p14:tracePt t="375116" x="10614025" y="4232275"/>
          <p14:tracePt t="375120" x="10599738" y="4244975"/>
          <p14:tracePt t="375130" x="10614025" y="4271963"/>
          <p14:tracePt t="375154" x="10626725" y="4306888"/>
          <p14:tracePt t="375156" x="10653713" y="4319588"/>
          <p14:tracePt t="375180" x="10729913" y="4348163"/>
          <p14:tracePt t="375192" x="10783888" y="4360863"/>
          <p14:tracePt t="375209" x="10825163" y="4360863"/>
          <p14:tracePt t="375211" x="10879138" y="4360863"/>
          <p14:tracePt t="375222" x="10926763" y="4348163"/>
          <p14:tracePt t="375231" x="10953750" y="4333875"/>
          <p14:tracePt t="375244" x="10968038" y="4333875"/>
          <p14:tracePt t="375256" x="10968038" y="4306888"/>
          <p14:tracePt t="375270" x="10968038" y="4292600"/>
          <p14:tracePt t="375279" x="10968038" y="4271963"/>
          <p14:tracePt t="375293" x="10953750" y="4259263"/>
          <p14:tracePt t="375306" x="10939463" y="4244975"/>
          <p14:tracePt t="375327" x="10926763" y="4232275"/>
          <p14:tracePt t="375342" x="10906125" y="4232275"/>
          <p14:tracePt t="375647" x="10906125" y="4217988"/>
          <p14:tracePt t="375662" x="10906125" y="4205288"/>
          <p14:tracePt t="375680" x="10891838" y="4191000"/>
          <p14:tracePt t="375698" x="10879138" y="4191000"/>
          <p14:tracePt t="375703" x="10864850" y="4176713"/>
          <p14:tracePt t="375725" x="10852150" y="4176713"/>
          <p14:tracePt t="375749" x="10852150" y="4191000"/>
          <p14:tracePt t="375760" x="10837863" y="4191000"/>
          <p14:tracePt t="375770" x="10837863" y="4205288"/>
          <p14:tracePt t="375785" x="10825163" y="4205288"/>
          <p14:tracePt t="375795" x="10825163" y="4217988"/>
          <p14:tracePt t="375817" x="10825163" y="4232275"/>
          <p14:tracePt t="376366" x="10810875" y="4232275"/>
          <p14:tracePt t="376377" x="10783888" y="4232275"/>
          <p14:tracePt t="376387" x="10742613" y="4232275"/>
          <p14:tracePt t="376400" x="10668000" y="4259263"/>
          <p14:tracePt t="376411" x="10531475" y="4271963"/>
          <p14:tracePt t="376424" x="10402888" y="4306888"/>
          <p14:tracePt t="376439" x="10206038" y="4333875"/>
          <p14:tracePt t="376449" x="10007600" y="4360863"/>
          <p14:tracePt t="376461" x="9796463" y="4360863"/>
          <p14:tracePt t="376477" x="9415463" y="4375150"/>
          <p14:tracePt t="376479" x="9021763" y="4402138"/>
          <p14:tracePt t="376491" x="8586788" y="4414838"/>
          <p14:tracePt t="376505" x="8286750" y="4414838"/>
          <p14:tracePt t="376514" x="7891463" y="4429125"/>
          <p14:tracePt t="376527" x="7566025" y="4443413"/>
          <p14:tracePt t="376539" x="7388225" y="4456113"/>
          <p14:tracePt t="376556" x="7170738" y="4456113"/>
          <p14:tracePt t="376558" x="7034213" y="4456113"/>
          <p14:tracePt t="376576" x="6946900" y="4470400"/>
          <p14:tracePt t="376589" x="6919913" y="4470400"/>
          <p14:tracePt t="376606" x="6905625" y="4470400"/>
          <p14:tracePt t="376615" x="6891338" y="4470400"/>
          <p14:tracePt t="376715" x="6864350" y="4470400"/>
          <p14:tracePt t="376726" x="6824663" y="4470400"/>
          <p14:tracePt t="376744" x="6748463" y="4470400"/>
          <p14:tracePt t="376755" x="6653213" y="4491038"/>
          <p14:tracePt t="376763" x="6599238" y="4491038"/>
          <p14:tracePt t="376780" x="6510338" y="4491038"/>
          <p14:tracePt t="376787" x="6443663" y="4503738"/>
          <p14:tracePt t="376795" x="6381750" y="4503738"/>
          <p14:tracePt t="376822" x="6327775" y="4503738"/>
          <p14:tracePt t="376829" x="6313488" y="4503738"/>
          <p14:tracePt t="376839" x="6300788" y="4503738"/>
          <p14:tracePt t="376860" x="6272213" y="4503738"/>
          <p14:tracePt t="376863" x="6259513" y="4503738"/>
          <p14:tracePt t="376876" x="6245225" y="4518025"/>
          <p14:tracePt t="376888" x="6232525" y="4518025"/>
          <p14:tracePt t="376904" x="6218238" y="4530725"/>
          <p14:tracePt t="376912" x="6218238" y="4545013"/>
          <p14:tracePt t="376925" x="6205538" y="4545013"/>
          <p14:tracePt t="376952" x="6184900" y="4557713"/>
          <p14:tracePt t="376954" x="6184900" y="4572000"/>
          <p14:tracePt t="377021" x="6170613" y="4586288"/>
          <p14:tracePt t="377043" x="6143625" y="4586288"/>
          <p14:tracePt t="377056" x="6116638" y="4586288"/>
          <p14:tracePt t="377332" x="6129338" y="4586288"/>
          <p14:tracePt t="377343" x="6143625" y="4586288"/>
          <p14:tracePt t="377357" x="6157913" y="4586288"/>
          <p14:tracePt t="377390" x="6170613" y="4586288"/>
          <p14:tracePt t="377414" x="6184900" y="4586288"/>
          <p14:tracePt t="377884" x="6170613" y="4586288"/>
          <p14:tracePt t="378491" x="6184900" y="4586288"/>
          <p14:tracePt t="378516" x="6205538" y="4586288"/>
          <p14:tracePt t="378526" x="6218238" y="4586288"/>
          <p14:tracePt t="378560" x="6232525" y="4586288"/>
          <p14:tracePt t="378607" x="6218238" y="4586288"/>
          <p14:tracePt t="378616" x="6205538" y="4586288"/>
          <p14:tracePt t="378632" x="6184900" y="4572000"/>
          <p14:tracePt t="378640" x="6170613" y="4572000"/>
          <p14:tracePt t="378649" x="6143625" y="4572000"/>
          <p14:tracePt t="378661" x="6129338" y="4572000"/>
          <p14:tracePt t="378681" x="6102350" y="4572000"/>
          <p14:tracePt t="378732" x="6116638" y="4586288"/>
          <p14:tracePt t="378742" x="6129338" y="4586288"/>
          <p14:tracePt t="378778" x="6170613" y="4586288"/>
          <p14:tracePt t="378787" x="6218238" y="4586288"/>
          <p14:tracePt t="378797" x="6245225" y="4586288"/>
          <p14:tracePt t="378819" x="6259513" y="4586288"/>
          <p14:tracePt t="378919" x="6245225" y="4586288"/>
          <p14:tracePt t="378930" x="6232525" y="4586288"/>
          <p14:tracePt t="378945" x="6218238" y="4586288"/>
          <p14:tracePt t="378953" x="6184900" y="4586288"/>
          <p14:tracePt t="378965" x="6170613" y="4586288"/>
          <p14:tracePt t="378983" x="6143625" y="4586288"/>
          <p14:tracePt t="378998" x="6129338" y="4586288"/>
          <p14:tracePt t="379032" x="6143625" y="4586288"/>
          <p14:tracePt t="379065" x="6157913" y="4586288"/>
          <p14:tracePt t="379078" x="6170613" y="4586288"/>
          <p14:tracePt t="379100" x="6184900" y="4586288"/>
          <p14:tracePt t="379112" x="6205538" y="4586288"/>
          <p14:tracePt t="379222" x="6184900" y="4586288"/>
          <p14:tracePt t="379245" x="6170613" y="4586288"/>
          <p14:tracePt t="379280" x="6157913" y="4586288"/>
          <p14:tracePt t="380405" x="6170613" y="4586288"/>
          <p14:tracePt t="380730" x="6184900" y="4586288"/>
          <p14:tracePt t="381123" x="6205538" y="4586288"/>
          <p14:tracePt t="381542" x="6232525" y="4586288"/>
          <p14:tracePt t="381552" x="6272213" y="4586288"/>
          <p14:tracePt t="381562" x="6327775" y="4598988"/>
          <p14:tracePt t="381574" x="6443663" y="4613275"/>
          <p14:tracePt t="381585" x="6578600" y="4625975"/>
          <p14:tracePt t="381603" x="6735763" y="4640263"/>
          <p14:tracePt t="381617" x="6851650" y="4640263"/>
          <p14:tracePt t="381621" x="7007225" y="4652963"/>
          <p14:tracePt t="381682" x="7286625" y="4652963"/>
          <p14:tracePt t="381688" x="7272338" y="4640263"/>
          <p14:tracePt t="382046" x="7286625" y="4640263"/>
          <p14:tracePt t="382068" x="7300913" y="4640263"/>
          <p14:tracePt t="382092" x="7313613" y="4640263"/>
          <p14:tracePt t="382109" x="7340600" y="4640263"/>
          <p14:tracePt t="382116" x="7367588" y="4640263"/>
          <p14:tracePt t="382126" x="7415213" y="4640263"/>
          <p14:tracePt t="382138" x="7470775" y="4652963"/>
          <p14:tracePt t="382150" x="7510463" y="4652963"/>
          <p14:tracePt t="382166" x="7551738" y="4652963"/>
          <p14:tracePt t="382175" x="7586663" y="4652963"/>
          <p14:tracePt t="382183" x="7626350" y="4652963"/>
          <p14:tracePt t="382194" x="7667625" y="4652963"/>
          <p14:tracePt t="382217" x="7721600" y="4640263"/>
          <p14:tracePt t="382227" x="7748588" y="4640263"/>
          <p14:tracePt t="382255" x="7796213" y="4640263"/>
          <p14:tracePt t="382281" x="7851775" y="4640263"/>
          <p14:tracePt t="382286" x="7878763" y="4640263"/>
          <p14:tracePt t="382299" x="7920038" y="4640263"/>
          <p14:tracePt t="382307" x="7959725" y="4640263"/>
          <p14:tracePt t="382332" x="8048625" y="4640263"/>
          <p14:tracePt t="382343" x="8116888" y="4640263"/>
          <p14:tracePt t="382352" x="8191500" y="4640263"/>
          <p14:tracePt t="382363" x="8232775" y="4652963"/>
          <p14:tracePt t="382384" x="8301038" y="4652963"/>
          <p14:tracePt t="382385" x="8340725" y="4652963"/>
          <p14:tracePt t="382397" x="8375650" y="4652963"/>
          <p14:tracePt t="382407" x="8415338" y="4652963"/>
          <p14:tracePt t="382429" x="8443913" y="4652963"/>
          <p14:tracePt t="382443" x="8456613" y="4652963"/>
          <p14:tracePt t="382453" x="8470900" y="4640263"/>
          <p14:tracePt t="382466" x="8483600" y="4640263"/>
          <p14:tracePt t="382482" x="8497888" y="4625975"/>
          <p14:tracePt t="382492" x="8497888" y="4613275"/>
          <p14:tracePt t="382500" x="8510588" y="4598988"/>
          <p14:tracePt t="382517" x="8510588" y="4586288"/>
          <p14:tracePt t="382532" x="8510588" y="4557713"/>
          <p14:tracePt t="382533" x="8497888" y="4530725"/>
          <p14:tracePt t="382543" x="8483600" y="4518025"/>
          <p14:tracePt t="382561" x="8483600" y="4503738"/>
          <p14:tracePt t="382570" x="8456613" y="4491038"/>
          <p14:tracePt t="382582" x="8456613" y="4470400"/>
          <p14:tracePt t="382592" x="8443913" y="4470400"/>
          <p14:tracePt t="382601" x="8415338" y="4456113"/>
          <p14:tracePt t="382614" x="8388350" y="4456113"/>
          <p14:tracePt t="382632" x="8328025" y="4443413"/>
          <p14:tracePt t="382644" x="8301038" y="4443413"/>
          <p14:tracePt t="382666" x="8259763" y="4443413"/>
          <p14:tracePt t="382667" x="8232775" y="4443413"/>
          <p14:tracePt t="382677" x="8191500" y="4443413"/>
          <p14:tracePt t="382700" x="8164513" y="4443413"/>
          <p14:tracePt t="382703" x="8129588" y="4443413"/>
          <p14:tracePt t="382716" x="8116888" y="4456113"/>
          <p14:tracePt t="382726" x="8102600" y="4456113"/>
          <p14:tracePt t="382745" x="8102600" y="4470400"/>
          <p14:tracePt t="382769" x="8102600" y="4491038"/>
          <p14:tracePt t="382780" x="8102600" y="4503738"/>
          <p14:tracePt t="382801" x="8102600" y="4518025"/>
          <p14:tracePt t="382802" x="8116888" y="4530725"/>
          <p14:tracePt t="382813" x="8129588" y="4545013"/>
          <p14:tracePt t="382834" x="8164513" y="4572000"/>
          <p14:tracePt t="382836" x="8205788" y="4586288"/>
          <p14:tracePt t="382847" x="8245475" y="4598988"/>
          <p14:tracePt t="382873" x="8375650" y="4613275"/>
          <p14:tracePt t="382881" x="8443913" y="4625975"/>
          <p14:tracePt t="382902" x="8497888" y="4625975"/>
          <p14:tracePt t="382911" x="8572500" y="4613275"/>
          <p14:tracePt t="382916" x="8613775" y="4598988"/>
          <p14:tracePt t="382929" x="8640763" y="4586288"/>
          <p14:tracePt t="382941" x="8653463" y="4572000"/>
          <p14:tracePt t="382973" x="8667750" y="4557713"/>
          <p14:tracePt t="382974" x="8667750" y="4545013"/>
          <p14:tracePt t="382982" x="8667750" y="4530725"/>
          <p14:tracePt t="382984" x="8653463" y="4518025"/>
          <p14:tracePt t="382993" x="8653463" y="4503738"/>
          <p14:tracePt t="383014" x="8640763" y="4491038"/>
          <p14:tracePt t="383016" x="8599488" y="4491038"/>
          <p14:tracePt t="383026" x="8572500" y="4470400"/>
          <p14:tracePt t="383037" x="8510588" y="4470400"/>
          <p14:tracePt t="383048" x="8470900" y="4456113"/>
          <p14:tracePt t="383065" x="8429625" y="4456113"/>
          <p14:tracePt t="383075" x="8375650" y="4456113"/>
          <p14:tracePt t="383084" x="8340725" y="4470400"/>
          <p14:tracePt t="383102" x="8313738" y="4470400"/>
          <p14:tracePt t="383109" x="8286750" y="4470400"/>
          <p14:tracePt t="383117" x="8286750" y="4491038"/>
          <p14:tracePt t="383139" x="8286750" y="4503738"/>
          <p14:tracePt t="383162" x="8286750" y="4518025"/>
          <p14:tracePt t="383172" x="8286750" y="4530725"/>
          <p14:tracePt t="383186" x="8301038" y="4530725"/>
          <p14:tracePt t="383202" x="8313738" y="4545013"/>
          <p14:tracePt t="383209" x="8340725" y="4545013"/>
          <p14:tracePt t="383217" x="8388350" y="4545013"/>
          <p14:tracePt t="383250" x="8456613" y="4545013"/>
          <p14:tracePt t="383251" x="8483600" y="4530725"/>
          <p14:tracePt t="383263" x="8524875" y="4530725"/>
          <p14:tracePt t="383274" x="8539163" y="4518025"/>
          <p14:tracePt t="383296" x="8539163" y="4503738"/>
          <p14:tracePt t="383308" x="8539163" y="4491038"/>
          <p14:tracePt t="383333" x="8524875" y="4470400"/>
          <p14:tracePt t="383340" x="8510588" y="4470400"/>
          <p14:tracePt t="383352" x="8497888" y="4470400"/>
          <p14:tracePt t="383377" x="8483600" y="4470400"/>
          <p14:tracePt t="383378" x="8456613" y="4470400"/>
          <p14:tracePt t="383387" x="8443913" y="4470400"/>
          <p14:tracePt t="383398" x="8429625" y="4470400"/>
          <p14:tracePt t="383414" x="8415338" y="4470400"/>
          <p14:tracePt t="383434" x="8415338" y="4491038"/>
          <p14:tracePt t="383466" x="8429625" y="4503738"/>
          <p14:tracePt t="383483" x="8443913" y="4503738"/>
          <p14:tracePt t="383493" x="8456613" y="4503738"/>
          <p14:tracePt t="383501" x="8483600" y="4503738"/>
          <p14:tracePt t="383510" x="8510588" y="4503738"/>
          <p14:tracePt t="383531" x="8539163" y="4503738"/>
          <p14:tracePt t="383533" x="8586788" y="4503738"/>
          <p14:tracePt t="383543" x="8613775" y="4503738"/>
          <p14:tracePt t="383556" x="8626475" y="4503738"/>
          <p14:tracePt t="383566" x="8653463" y="4503738"/>
          <p14:tracePt t="383592" x="8626475" y="4491038"/>
          <p14:tracePt t="383600" x="8599488" y="4470400"/>
          <p14:tracePt t="384039" x="8613775" y="4491038"/>
          <p14:tracePt t="384105" x="8626475" y="4491038"/>
          <p14:tracePt t="384162" x="8640763" y="4491038"/>
          <p14:tracePt t="384187" x="8653463" y="4491038"/>
          <p14:tracePt t="384198" x="8667750" y="4503738"/>
          <p14:tracePt t="384230" x="8682038" y="4503738"/>
          <p14:tracePt t="384253" x="8709025" y="4503738"/>
          <p14:tracePt t="384267" x="8721725" y="4503738"/>
          <p14:tracePt t="384278" x="8756650" y="4503738"/>
          <p14:tracePt t="384287" x="8810625" y="4503738"/>
          <p14:tracePt t="384299" x="8864600" y="4518025"/>
          <p14:tracePt t="384318" x="8932863" y="4518025"/>
          <p14:tracePt t="384321" x="8994775" y="4518025"/>
          <p14:tracePt t="384331" x="9075738" y="4518025"/>
          <p14:tracePt t="384350" x="9177338" y="4503738"/>
          <p14:tracePt t="384363" x="9259888" y="4503738"/>
          <p14:tracePt t="384365" x="9402763" y="4491038"/>
          <p14:tracePt t="384381" x="9525000" y="4470400"/>
          <p14:tracePt t="384395" x="9626600" y="4456113"/>
          <p14:tracePt t="384418" x="9721850" y="4443413"/>
          <p14:tracePt t="384420" x="9837738" y="4429125"/>
          <p14:tracePt t="384422" x="9920288" y="4429125"/>
          <p14:tracePt t="384453" x="9980613" y="4414838"/>
          <p14:tracePt t="384459" x="10034588" y="4414838"/>
          <p14:tracePt t="384460" x="10075863" y="4414838"/>
          <p14:tracePt t="384468" x="10102850" y="4429125"/>
          <p14:tracePt t="384483" x="10150475" y="4429125"/>
          <p14:tracePt t="384494" x="10177463" y="4429125"/>
          <p14:tracePt t="384502" x="10206038" y="4429125"/>
          <p14:tracePt t="384511" x="10218738" y="4443413"/>
          <p14:tracePt t="384533" x="10233025" y="4443413"/>
          <p14:tracePt t="384568" x="10245725" y="4443413"/>
          <p14:tracePt t="384579" x="10260013" y="4443413"/>
          <p14:tracePt t="384601" x="10272713" y="4456113"/>
          <p14:tracePt t="384604" x="10287000" y="4456113"/>
          <p14:tracePt t="384616" x="10313988" y="4470400"/>
          <p14:tracePt t="384624" x="10334625" y="4491038"/>
          <p14:tracePt t="384650" x="10388600" y="4503738"/>
          <p14:tracePt t="384661" x="10415588" y="4518025"/>
          <p14:tracePt t="384682" x="10456863" y="4545013"/>
          <p14:tracePt t="384684" x="10510838" y="4557713"/>
          <p14:tracePt t="384695" x="10558463" y="4572000"/>
          <p14:tracePt t="384724" x="10626725" y="4572000"/>
          <p14:tracePt t="384725" x="10641013" y="4572000"/>
          <p14:tracePt t="384737" x="10653713" y="4572000"/>
          <p14:tracePt t="384792" x="10653713" y="4557713"/>
          <p14:tracePt t="384937" x="10668000" y="4557713"/>
          <p14:tracePt t="384949" x="10682288" y="4557713"/>
          <p14:tracePt t="384972" x="10694988" y="4557713"/>
          <p14:tracePt t="385063" x="10694988" y="4545013"/>
          <p14:tracePt t="385087" x="10694988" y="4530725"/>
          <p14:tracePt t="385109" x="10682288" y="4518025"/>
          <p14:tracePt t="385131" x="10682288" y="4503738"/>
          <p14:tracePt t="385365" x="10682288" y="4518025"/>
          <p14:tracePt t="385411" x="10682288" y="4530725"/>
          <p14:tracePt t="385522" x="10694988" y="4530725"/>
          <p14:tracePt t="385547" x="10709275" y="4518025"/>
          <p14:tracePt t="385557" x="10729913" y="4518025"/>
          <p14:tracePt t="385573" x="10742613" y="4518025"/>
          <p14:tracePt t="385581" x="10756900" y="4503738"/>
          <p14:tracePt t="385615" x="10769600" y="4503738"/>
          <p14:tracePt t="385625" x="10783888" y="4503738"/>
          <p14:tracePt t="385637" x="10783888" y="4491038"/>
          <p14:tracePt t="385771" x="10796588" y="4491038"/>
          <p14:tracePt t="385792" x="10810875" y="4503738"/>
          <p14:tracePt t="385816" x="10825163" y="4503738"/>
          <p14:tracePt t="385851" x="10837863" y="4503738"/>
          <p14:tracePt t="385884" x="10837863" y="4491038"/>
          <p14:tracePt t="386030" x="10837863" y="4503738"/>
          <p14:tracePt t="386051" x="10852150" y="4503738"/>
          <p14:tracePt t="386109" x="10864850" y="4503738"/>
          <p14:tracePt t="386142" x="10879138" y="4503738"/>
          <p14:tracePt t="386186" x="10891838" y="4503738"/>
          <p14:tracePt t="386220" x="10906125" y="4503738"/>
          <p14:tracePt t="386246" x="10926763" y="4503738"/>
          <p14:tracePt t="386259" x="10939463" y="4503738"/>
          <p14:tracePt t="386269" x="10953750" y="4503738"/>
          <p14:tracePt t="386279" x="10968038" y="4503738"/>
          <p14:tracePt t="386296" x="10995025" y="4503738"/>
          <p14:tracePt t="386311" x="11007725" y="4503738"/>
          <p14:tracePt t="386335" x="11022013" y="4491038"/>
          <p14:tracePt t="386367" x="11022013" y="4470400"/>
          <p14:tracePt t="386378" x="11034713" y="4470400"/>
          <p14:tracePt t="386412" x="11034713" y="4456113"/>
          <p14:tracePt t="386437" x="11034713" y="4443413"/>
          <p14:tracePt t="386471" x="11034713" y="4429125"/>
          <p14:tracePt t="386627" x="11022013" y="4443413"/>
          <p14:tracePt t="386648" x="11022013" y="4456113"/>
          <p14:tracePt t="386659" x="11034713" y="4470400"/>
          <p14:tracePt t="386683" x="11034713" y="4491038"/>
          <p14:tracePt t="386699" x="11049000" y="4491038"/>
          <p14:tracePt t="386704" x="11063288" y="4491038"/>
          <p14:tracePt t="386721" x="11075988" y="4491038"/>
          <p14:tracePt t="386731" x="11090275" y="4503738"/>
          <p14:tracePt t="386739" x="11102975" y="4491038"/>
          <p14:tracePt t="386763" x="11123613" y="4491038"/>
          <p14:tracePt t="386788" x="11123613" y="4470400"/>
          <p14:tracePt t="386800" x="11123613" y="4456113"/>
          <p14:tracePt t="386818" x="11123613" y="4443413"/>
          <p14:tracePt t="386834" x="11123613" y="4429125"/>
          <p14:tracePt t="386848" x="11102975" y="4414838"/>
          <p14:tracePt t="386863" x="11090275" y="4414838"/>
          <p14:tracePt t="386908" x="11075988" y="4414838"/>
          <p14:tracePt t="386935" x="11075988" y="4429125"/>
          <p14:tracePt t="388517" x="11063288" y="4429125"/>
          <p14:tracePt t="388526" x="11034713" y="4429125"/>
          <p14:tracePt t="388542" x="10968038" y="4414838"/>
          <p14:tracePt t="388556" x="10906125" y="4402138"/>
          <p14:tracePt t="388830" x="10926763" y="4402138"/>
          <p14:tracePt t="388840" x="10926763" y="4414838"/>
          <p14:tracePt t="388861" x="10906125" y="4414838"/>
          <p14:tracePt t="388869" x="10891838" y="4414838"/>
          <p14:tracePt t="388876" x="10864850" y="4414838"/>
          <p14:tracePt t="388892" x="10825163" y="4429125"/>
          <p14:tracePt t="388899" x="10756900" y="4429125"/>
          <p14:tracePt t="388910" x="10614025" y="4443413"/>
          <p14:tracePt t="388941" x="10164763" y="4470400"/>
          <p14:tracePt t="388943" x="9939338" y="4470400"/>
          <p14:tracePt t="388955" x="9626600" y="4491038"/>
          <p14:tracePt t="388965" x="9301163" y="4491038"/>
          <p14:tracePt t="388991" x="8837613" y="4503738"/>
          <p14:tracePt t="389001" x="8626475" y="4518025"/>
          <p14:tracePt t="389011" x="8429625" y="4518025"/>
          <p14:tracePt t="389024" x="8272463" y="4518025"/>
          <p14:tracePt t="389042" x="8089900" y="4518025"/>
          <p14:tracePt t="389050" x="7920038" y="4518025"/>
          <p14:tracePt t="389058" x="7810500" y="4518025"/>
          <p14:tracePt t="389070" x="7640638" y="4518025"/>
          <p14:tracePt t="389091" x="7388225" y="4518025"/>
          <p14:tracePt t="389103" x="7245350" y="4530725"/>
          <p14:tracePt t="389113" x="7129463" y="4530725"/>
          <p14:tracePt t="389124" x="7034213" y="4530725"/>
          <p14:tracePt t="389142" x="6973888" y="4530725"/>
          <p14:tracePt t="389150" x="6932613" y="4530725"/>
          <p14:tracePt t="389393" x="6932613" y="4518025"/>
          <p14:tracePt t="389417" x="6946900" y="4530725"/>
          <p14:tracePt t="389461" x="6946900" y="4545013"/>
          <p14:tracePt t="389507" x="6932613" y="4545013"/>
          <p14:tracePt t="389550" x="6919913" y="4545013"/>
          <p14:tracePt t="389561" x="6905625" y="4545013"/>
          <p14:tracePt t="389585" x="6891338" y="4545013"/>
          <p14:tracePt t="389597" x="6864350" y="4545013"/>
          <p14:tracePt t="389613" x="6837363" y="4545013"/>
          <p14:tracePt t="389628" x="6824663" y="4545013"/>
          <p14:tracePt t="389634" x="6810375" y="4557713"/>
          <p14:tracePt t="389655" x="6796088" y="4557713"/>
          <p14:tracePt t="389657" x="6777038" y="4557713"/>
          <p14:tracePt t="389664" x="6762750" y="4572000"/>
          <p14:tracePt t="389697" x="6735763" y="4572000"/>
          <p14:tracePt t="389709" x="6721475" y="4572000"/>
          <p14:tracePt t="389720" x="6708775" y="4572000"/>
          <p14:tracePt t="389731" x="6694488" y="4572000"/>
          <p14:tracePt t="389747" x="6667500" y="4586288"/>
          <p14:tracePt t="389758" x="6640513" y="4586288"/>
          <p14:tracePt t="389766" x="6613525" y="4598988"/>
          <p14:tracePt t="389803" x="6524625" y="4598988"/>
          <p14:tracePt t="389816" x="6510338" y="4613275"/>
          <p14:tracePt t="389829" x="6497638" y="4613275"/>
          <p14:tracePt t="389845" x="6483350" y="4613275"/>
          <p14:tracePt t="389867" x="6470650" y="4613275"/>
          <p14:tracePt t="389892" x="6470650" y="4625975"/>
          <p14:tracePt t="389900" x="6456363" y="4625975"/>
          <p14:tracePt t="389912" x="6443663" y="4625975"/>
          <p14:tracePt t="389934" x="6429375" y="4640263"/>
          <p14:tracePt t="389947" x="6402388" y="4640263"/>
          <p14:tracePt t="389957" x="6367463" y="4652963"/>
          <p14:tracePt t="389979" x="6313488" y="4673600"/>
          <p14:tracePt t="389991" x="6272213" y="4687888"/>
          <p14:tracePt t="390012" x="6245225" y="4687888"/>
          <p14:tracePt t="390015" x="6218238" y="4700588"/>
          <p14:tracePt t="390028" x="6184900" y="4714875"/>
          <p14:tracePt t="390040" x="6170613" y="4714875"/>
          <p14:tracePt t="390054" x="6170613" y="4729163"/>
          <p14:tracePt t="390062" x="6157913" y="4729163"/>
          <p14:tracePt t="390113" x="6143625" y="4729163"/>
          <p14:tracePt t="390125" x="6143625" y="4741863"/>
          <p14:tracePt t="390158" x="6157913" y="4756150"/>
          <p14:tracePt t="390182" x="6170613" y="4768850"/>
          <p14:tracePt t="390196" x="6184900" y="4768850"/>
          <p14:tracePt t="390207" x="6205538" y="4783138"/>
          <p14:tracePt t="390215" x="6218238" y="4783138"/>
          <p14:tracePt t="390228" x="6232525" y="4783138"/>
          <p14:tracePt t="390326" x="6218238" y="4783138"/>
          <p14:tracePt t="390342" x="6205538" y="4783138"/>
          <p14:tracePt t="390350" x="6184900" y="4783138"/>
          <p14:tracePt t="390362" x="6170613" y="4783138"/>
          <p14:tracePt t="390381" x="6143625" y="4783138"/>
          <p14:tracePt t="390440" x="6157913" y="4783138"/>
          <p14:tracePt t="390461" x="6184900" y="4783138"/>
          <p14:tracePt t="390475" x="6205538" y="4783138"/>
          <p14:tracePt t="390485" x="6232525" y="4783138"/>
          <p14:tracePt t="390496" x="6245225" y="4783138"/>
          <p14:tracePt t="390522" x="6259513" y="4783138"/>
          <p14:tracePt t="390542" x="6245225" y="4795838"/>
          <p14:tracePt t="390564" x="6218238" y="4795838"/>
          <p14:tracePt t="390575" x="6205538" y="4795838"/>
          <p14:tracePt t="390586" x="6170613" y="4795838"/>
          <p14:tracePt t="390599" x="6157913" y="4795838"/>
          <p14:tracePt t="390613" x="6143625" y="4795838"/>
          <p14:tracePt t="390624" x="6129338" y="4795838"/>
          <p14:tracePt t="390666" x="6143625" y="4795838"/>
          <p14:tracePt t="390676" x="6157913" y="4795838"/>
          <p14:tracePt t="390695" x="6184900" y="4795838"/>
          <p14:tracePt t="390705" x="6205538" y="4795838"/>
          <p14:tracePt t="390713" x="6232525" y="4795838"/>
          <p14:tracePt t="390731" x="6245225" y="4795838"/>
          <p14:tracePt t="390768" x="6232525" y="4795838"/>
          <p14:tracePt t="390778" x="6218238" y="4795838"/>
          <p14:tracePt t="390800" x="6205538" y="4795838"/>
          <p14:tracePt t="390805" x="6184900" y="4795838"/>
          <p14:tracePt t="390904" x="6205538" y="4795838"/>
          <p14:tracePt t="391228" x="6218238" y="4795838"/>
          <p14:tracePt t="391250" x="6232525" y="4795838"/>
          <p14:tracePt t="391261" x="6245225" y="4795838"/>
          <p14:tracePt t="391272" x="6272213" y="4795838"/>
          <p14:tracePt t="391290" x="6300788" y="4795838"/>
          <p14:tracePt t="391299" x="6340475" y="4795838"/>
          <p14:tracePt t="391307" x="6381750" y="4795838"/>
          <p14:tracePt t="391328" x="6470650" y="4795838"/>
          <p14:tracePt t="391333" x="6551613" y="4795838"/>
          <p14:tracePt t="391356" x="6708775" y="4795838"/>
          <p14:tracePt t="391366" x="6796088" y="4795838"/>
          <p14:tracePt t="391374" x="6851650" y="4795838"/>
          <p14:tracePt t="391385" x="6905625" y="4795838"/>
          <p14:tracePt t="391408" x="6932613" y="4795838"/>
          <p14:tracePt t="391410" x="6959600" y="4795838"/>
          <p14:tracePt t="391420" x="6973888" y="4795838"/>
          <p14:tracePt t="391431" x="6994525" y="4795838"/>
          <p14:tracePt t="391457" x="7021513" y="4795838"/>
          <p14:tracePt t="391467" x="7062788" y="4795838"/>
          <p14:tracePt t="391476" x="7089775" y="4795838"/>
          <p14:tracePt t="391487" x="7129463" y="4795838"/>
          <p14:tracePt t="391508" x="7170738" y="4795838"/>
          <p14:tracePt t="391509" x="7218363" y="4810125"/>
          <p14:tracePt t="391520" x="7245350" y="4810125"/>
          <p14:tracePt t="391531" x="7272338" y="4810125"/>
          <p14:tracePt t="391556" x="7313613" y="4810125"/>
          <p14:tracePt t="391566" x="7327900" y="4810125"/>
          <p14:tracePt t="391577" x="7354888" y="4810125"/>
          <p14:tracePt t="391600" x="7388225" y="4810125"/>
          <p14:tracePt t="391601" x="7443788" y="4810125"/>
          <p14:tracePt t="391610" x="7497763" y="4824413"/>
          <p14:tracePt t="391621" x="7566025" y="4824413"/>
          <p14:tracePt t="391641" x="7640638" y="4837113"/>
          <p14:tracePt t="391649" x="7694613" y="4837113"/>
          <p14:tracePt t="391666" x="7762875" y="4837113"/>
          <p14:tracePt t="391669" x="7837488" y="4837113"/>
          <p14:tracePt t="391687" x="7864475" y="4837113"/>
          <p14:tracePt t="391690" x="7905750" y="4837113"/>
          <p14:tracePt t="391701" x="7947025" y="4837113"/>
          <p14:tracePt t="391712" x="7980363" y="4837113"/>
          <p14:tracePt t="391723" x="7994650" y="4837113"/>
          <p14:tracePt t="391741" x="8007350" y="4837113"/>
          <p14:tracePt t="391752" x="8034338" y="4837113"/>
          <p14:tracePt t="391785" x="8007350" y="4824413"/>
          <p14:tracePt t="392160" x="8021638" y="4824413"/>
          <p14:tracePt t="392183" x="8034338" y="4837113"/>
          <p14:tracePt t="392576" x="8048625" y="4837113"/>
          <p14:tracePt t="392711" x="8062913" y="4837113"/>
          <p14:tracePt t="392938" x="8062913" y="4824413"/>
          <p14:tracePt t="393332" x="8075613" y="4824413"/>
          <p14:tracePt t="393342" x="8089900" y="4824413"/>
          <p14:tracePt t="393352" x="8129588" y="4824413"/>
          <p14:tracePt t="393365" x="8191500" y="4837113"/>
          <p14:tracePt t="393375" x="8232775" y="4837113"/>
          <p14:tracePt t="393393" x="8301038" y="4837113"/>
          <p14:tracePt t="393403" x="8375650" y="4837113"/>
          <p14:tracePt t="393410" x="8415338" y="4837113"/>
          <p14:tracePt t="393422" x="8470900" y="4837113"/>
          <p14:tracePt t="393456" x="8497888" y="4837113"/>
          <p14:tracePt t="393457" x="8510588" y="4837113"/>
          <p14:tracePt t="393467" x="8524875" y="4837113"/>
          <p14:tracePt t="393468" x="8539163" y="4837113"/>
          <p14:tracePt t="393701" x="8558213" y="4837113"/>
          <p14:tracePt t="393726" x="8572500" y="4837113"/>
          <p14:tracePt t="393738" x="8586788" y="4837113"/>
          <p14:tracePt t="393747" x="8599488" y="4837113"/>
          <p14:tracePt t="393762" x="8613775" y="4837113"/>
          <p14:tracePt t="393782" x="8626475" y="4837113"/>
          <p14:tracePt t="393881" x="8640763" y="4837113"/>
          <p14:tracePt t="393926" x="8653463" y="4837113"/>
          <p14:tracePt t="393950" x="8667750" y="4837113"/>
          <p14:tracePt t="393961" x="8682038" y="4837113"/>
          <p14:tracePt t="393979" x="8694738" y="4837113"/>
          <p14:tracePt t="393996" x="8709025" y="4837113"/>
          <p14:tracePt t="394117" x="8721725" y="4837113"/>
          <p14:tracePt t="394151" x="8736013" y="4837113"/>
          <p14:tracePt t="394253" x="8756650" y="4837113"/>
          <p14:tracePt t="394263" x="8769350" y="4824413"/>
          <p14:tracePt t="394275" x="8824913" y="4810125"/>
          <p14:tracePt t="394292" x="8864600" y="4795838"/>
          <p14:tracePt t="394299" x="8932863" y="4795838"/>
          <p14:tracePt t="394310" x="8994775" y="4783138"/>
          <p14:tracePt t="394332" x="9034463" y="4783138"/>
          <p14:tracePt t="394334" x="9063038" y="4783138"/>
          <p14:tracePt t="394815" x="9063038" y="4795838"/>
          <p14:tracePt t="394905" x="9075738" y="4795838"/>
          <p14:tracePt t="394917" x="9090025" y="4795838"/>
          <p14:tracePt t="394932" x="9102725" y="4810125"/>
          <p14:tracePt t="394943" x="9117013" y="4810125"/>
          <p14:tracePt t="394952" x="9129713" y="4810125"/>
          <p14:tracePt t="394969" x="9150350" y="4810125"/>
          <p14:tracePt t="394977" x="9164638" y="4810125"/>
          <p14:tracePt t="394986" x="9177338" y="4810125"/>
          <p14:tracePt t="395480" x="9191625" y="4810125"/>
          <p14:tracePt t="395491" x="9218613" y="4810125"/>
          <p14:tracePt t="395501" x="9232900" y="4810125"/>
          <p14:tracePt t="395515" x="9259888" y="4810125"/>
          <p14:tracePt t="395525" x="9301163" y="4810125"/>
          <p14:tracePt t="395552" x="9328150" y="4810125"/>
          <p14:tracePt t="395553" x="9361488" y="4810125"/>
          <p14:tracePt t="395560" x="9388475" y="4810125"/>
          <p14:tracePt t="395571" x="9402763" y="4810125"/>
          <p14:tracePt t="395593" x="9415463" y="4810125"/>
          <p14:tracePt t="395595" x="9444038" y="4795838"/>
          <p14:tracePt t="395604" x="9456738" y="4795838"/>
          <p14:tracePt t="395616" x="9471025" y="4795838"/>
          <p14:tracePt t="395639" x="9483725" y="4795838"/>
          <p14:tracePt t="395652" x="9498013" y="4783138"/>
          <p14:tracePt t="395677" x="9510713" y="4768850"/>
          <p14:tracePt t="395694" x="9510713" y="4756150"/>
          <p14:tracePt t="395722" x="9510713" y="4729163"/>
          <p14:tracePt t="395728" x="9498013" y="4714875"/>
          <p14:tracePt t="395743" x="9498013" y="4700588"/>
          <p14:tracePt t="395754" x="9483725" y="4687888"/>
          <p14:tracePt t="395762" x="9471025" y="4673600"/>
          <p14:tracePt t="395774" x="9471025" y="4652963"/>
          <p14:tracePt t="395792" x="9456738" y="4652963"/>
          <p14:tracePt t="395801" x="9456738" y="4640263"/>
          <p14:tracePt t="395826" x="9444038" y="4640263"/>
          <p14:tracePt t="395830" x="9444038" y="4625975"/>
          <p14:tracePt t="395862" x="9429750" y="4625975"/>
          <p14:tracePt t="395875" x="9429750" y="4613275"/>
          <p14:tracePt t="395886" x="9415463" y="4613275"/>
          <p14:tracePt t="395897" x="9402763" y="4598988"/>
          <p14:tracePt t="395912" x="9375775" y="4598988"/>
          <p14:tracePt t="395925" x="9361488" y="4586288"/>
          <p14:tracePt t="395956" x="9272588" y="4557713"/>
          <p14:tracePt t="395971" x="9259888" y="4557713"/>
          <p14:tracePt t="395979" x="9245600" y="4557713"/>
          <p14:tracePt t="395998" x="9232900" y="4557713"/>
          <p14:tracePt t="396035" x="9218613" y="4557713"/>
          <p14:tracePt t="396056" x="9205913" y="4557713"/>
          <p14:tracePt t="396073" x="9191625" y="4572000"/>
          <p14:tracePt t="396081" x="9177338" y="4586288"/>
          <p14:tracePt t="396100" x="9164638" y="4586288"/>
          <p14:tracePt t="396103" x="9164638" y="4598988"/>
          <p14:tracePt t="396112" x="9150350" y="4598988"/>
          <p14:tracePt t="396136" x="9129713" y="4613275"/>
          <p14:tracePt t="396172" x="9129713" y="4625975"/>
          <p14:tracePt t="396192" x="9129713" y="4640263"/>
          <p14:tracePt t="396227" x="9129713" y="4673600"/>
          <p14:tracePt t="396245" x="9129713" y="4687888"/>
          <p14:tracePt t="396271" x="9150350" y="4700588"/>
          <p14:tracePt t="396292" x="9164638" y="4714875"/>
          <p14:tracePt t="396308" x="9177338" y="4729163"/>
          <p14:tracePt t="396320" x="9205913" y="4741863"/>
          <p14:tracePt t="396335" x="9232900" y="4741863"/>
          <p14:tracePt t="396338" x="9272588" y="4756150"/>
          <p14:tracePt t="396346" x="9301163" y="4768850"/>
          <p14:tracePt t="396361" x="9348788" y="4768850"/>
          <p14:tracePt t="396382" x="9429750" y="4768850"/>
          <p14:tracePt t="396392" x="9456738" y="4768850"/>
          <p14:tracePt t="396409" x="9498013" y="4783138"/>
          <p14:tracePt t="396419" x="9545638" y="4783138"/>
          <p14:tracePt t="396427" x="9558338" y="4768850"/>
          <p14:tracePt t="396470" x="9613900" y="4756150"/>
          <p14:tracePt t="396485" x="9626600" y="4741863"/>
          <p14:tracePt t="396494" x="9626600" y="4714875"/>
          <p14:tracePt t="396509" x="9626600" y="4700588"/>
          <p14:tracePt t="396522" x="9613900" y="4687888"/>
          <p14:tracePt t="396530" x="9613900" y="4673600"/>
          <p14:tracePt t="396539" x="9599613" y="4652963"/>
          <p14:tracePt t="396559" x="9586913" y="4640263"/>
          <p14:tracePt t="396561" x="9572625" y="4640263"/>
          <p14:tracePt t="396571" x="9558338" y="4625975"/>
          <p14:tracePt t="396606" x="9545638" y="4625975"/>
          <p14:tracePt t="396608" x="9525000" y="4625975"/>
          <p14:tracePt t="396618" x="9510713" y="4613275"/>
          <p14:tracePt t="396621" x="9483725" y="4613275"/>
          <p14:tracePt t="396628" x="9471025" y="4613275"/>
          <p14:tracePt t="396643" x="9444038" y="4613275"/>
          <p14:tracePt t="396653" x="9415463" y="4613275"/>
          <p14:tracePt t="396661" x="9388475" y="4613275"/>
          <p14:tracePt t="396676" x="9361488" y="4613275"/>
          <p14:tracePt t="396687" x="9328150" y="4613275"/>
          <p14:tracePt t="396695" x="9313863" y="4613275"/>
          <p14:tracePt t="396723" x="9301163" y="4613275"/>
          <p14:tracePt t="396731" x="9286875" y="4613275"/>
          <p14:tracePt t="396753" x="9272588" y="4613275"/>
          <p14:tracePt t="396773" x="9272588" y="4625975"/>
          <p14:tracePt t="396786" x="9259888" y="4640263"/>
          <p14:tracePt t="396799" x="9245600" y="4652963"/>
          <p14:tracePt t="396822" x="9245600" y="4673600"/>
          <p14:tracePt t="396831" x="9232900" y="4673600"/>
          <p14:tracePt t="396842" x="9232900" y="4687888"/>
          <p14:tracePt t="396864" x="9232900" y="4700588"/>
          <p14:tracePt t="396878" x="9232900" y="4714875"/>
          <p14:tracePt t="396900" x="9245600" y="4729163"/>
          <p14:tracePt t="396926" x="9259888" y="4741863"/>
          <p14:tracePt t="396936" x="9286875" y="4756150"/>
          <p14:tracePt t="396952" x="9328150" y="4768850"/>
          <p14:tracePt t="396953" x="9361488" y="4768850"/>
          <p14:tracePt t="396974" x="9402763" y="4783138"/>
          <p14:tracePt t="396976" x="9444038" y="4783138"/>
          <p14:tracePt t="396988" x="9471025" y="4783138"/>
          <p14:tracePt t="397005" x="9498013" y="4783138"/>
          <p14:tracePt t="397013" x="9510713" y="4783138"/>
          <p14:tracePt t="397024" x="9525000" y="4768850"/>
          <p14:tracePt t="397059" x="9525000" y="4756150"/>
          <p14:tracePt t="397070" x="9525000" y="4741863"/>
          <p14:tracePt t="397092" x="9525000" y="4729163"/>
          <p14:tracePt t="397107" x="9525000" y="4714875"/>
          <p14:tracePt t="397125" x="9510713" y="4700588"/>
          <p14:tracePt t="397135" x="9498013" y="4687888"/>
          <p14:tracePt t="397158" x="9444038" y="4652963"/>
          <p14:tracePt t="397170" x="9402763" y="4652963"/>
          <p14:tracePt t="397179" x="9361488" y="4652963"/>
          <p14:tracePt t="397193" x="9328150" y="4652963"/>
          <p14:tracePt t="397204" x="9301163" y="4652963"/>
          <p14:tracePt t="397214" x="9272588" y="4652963"/>
          <p14:tracePt t="397224" x="9259888" y="4652963"/>
          <p14:tracePt t="397241" x="9245600" y="4652963"/>
          <p14:tracePt t="397252" x="9232900" y="4673600"/>
          <p14:tracePt t="397270" x="9218613" y="4700588"/>
          <p14:tracePt t="397290" x="9205913" y="4714875"/>
          <p14:tracePt t="397323" x="9218613" y="4756150"/>
          <p14:tracePt t="397327" x="9218613" y="4768850"/>
          <p14:tracePt t="397353" x="9259888" y="4783138"/>
          <p14:tracePt t="397372" x="9272588" y="4795838"/>
          <p14:tracePt t="397373" x="9313863" y="4795838"/>
          <p14:tracePt t="397385" x="9328150" y="4795838"/>
          <p14:tracePt t="397397" x="9361488" y="4795838"/>
          <p14:tracePt t="397406" x="9402763" y="4795838"/>
          <p14:tracePt t="397425" x="9415463" y="4795838"/>
          <p14:tracePt t="397427" x="9429750" y="4783138"/>
          <p14:tracePt t="397438" x="9444038" y="4783138"/>
          <p14:tracePt t="397456" x="9456738" y="4768850"/>
          <p14:tracePt t="397490" x="9471025" y="4729163"/>
          <p14:tracePt t="397491" x="9471025" y="4700588"/>
          <p14:tracePt t="397497" x="9456738" y="4687888"/>
          <p14:tracePt t="397518" x="9456738" y="4652963"/>
          <p14:tracePt t="397520" x="9429750" y="4625975"/>
          <p14:tracePt t="397528" x="9415463" y="4625975"/>
          <p14:tracePt t="397540" x="9375775" y="4613275"/>
          <p14:tracePt t="397565" x="9286875" y="4598988"/>
          <p14:tracePt t="397575" x="9259888" y="4598988"/>
          <p14:tracePt t="397592" x="9218613" y="4598988"/>
          <p14:tracePt t="397596" x="9191625" y="4613275"/>
          <p14:tracePt t="397607" x="9164638" y="4613275"/>
          <p14:tracePt t="397653" x="9117013" y="4640263"/>
          <p14:tracePt t="397654" x="9090025" y="4652963"/>
          <p14:tracePt t="397663" x="9075738" y="4687888"/>
          <p14:tracePt t="397666" x="9063038" y="4700588"/>
          <p14:tracePt t="397688" x="9048750" y="4741863"/>
          <p14:tracePt t="397689" x="9048750" y="4756150"/>
          <p14:tracePt t="397702" x="9048750" y="4768850"/>
          <p14:tracePt t="397713" x="9048750" y="4783138"/>
          <p14:tracePt t="397725" x="9063038" y="4783138"/>
          <p14:tracePt t="397730" x="9063038" y="4795838"/>
          <p14:tracePt t="397741" x="9090025" y="4795838"/>
          <p14:tracePt t="397754" x="9102725" y="4810125"/>
          <p14:tracePt t="397774" x="9164638" y="4810125"/>
          <p14:tracePt t="397786" x="9218613" y="4810125"/>
          <p14:tracePt t="397808" x="9259888" y="4810125"/>
          <p14:tracePt t="397810" x="9348788" y="4810125"/>
          <p14:tracePt t="397819" x="9402763" y="4795838"/>
          <p14:tracePt t="397846" x="9444038" y="4795838"/>
          <p14:tracePt t="397848" x="9483725" y="4783138"/>
          <p14:tracePt t="397857" x="9510713" y="4756150"/>
          <p14:tracePt t="397875" x="9525000" y="4741863"/>
          <p14:tracePt t="397891" x="9525000" y="4729163"/>
          <p14:tracePt t="397899" x="9510713" y="4714875"/>
          <p14:tracePt t="397940" x="9444038" y="4652963"/>
          <p14:tracePt t="397952" x="9388475" y="4640263"/>
          <p14:tracePt t="397960" x="9348788" y="4625975"/>
          <p14:tracePt t="397976" x="9272588" y="4625975"/>
          <p14:tracePt t="397984" x="9205913" y="4613275"/>
          <p14:tracePt t="398010" x="9117013" y="4625975"/>
          <p14:tracePt t="398025" x="9090025" y="4640263"/>
          <p14:tracePt t="398027" x="9063038" y="4652963"/>
          <p14:tracePt t="398062" x="9034463" y="4714875"/>
          <p14:tracePt t="398072" x="9034463" y="4729163"/>
          <p14:tracePt t="398095" x="9048750" y="4768850"/>
          <p14:tracePt t="398103" x="9048750" y="4783138"/>
          <p14:tracePt t="398112" x="9075738" y="4795838"/>
          <p14:tracePt t="398137" x="9090025" y="4810125"/>
          <p14:tracePt t="398139" x="9129713" y="4810125"/>
          <p14:tracePt t="398147" x="9164638" y="4810125"/>
          <p14:tracePt t="398170" x="9259888" y="4795838"/>
          <p14:tracePt t="398188" x="9301163" y="4795838"/>
          <p14:tracePt t="398194" x="9361488" y="4783138"/>
          <p14:tracePt t="398209" x="9402763" y="4768850"/>
          <p14:tracePt t="398220" x="9429750" y="4756150"/>
          <p14:tracePt t="398229" x="9444038" y="4741863"/>
          <p14:tracePt t="398246" x="9456738" y="4729163"/>
          <p14:tracePt t="398247" x="9456738" y="4714875"/>
          <p14:tracePt t="398274" x="9456738" y="4687888"/>
          <p14:tracePt t="398296" x="9456738" y="4673600"/>
          <p14:tracePt t="398315" x="9444038" y="4673600"/>
          <p14:tracePt t="398342" x="9429750" y="4673600"/>
          <p14:tracePt t="398353" x="9415463" y="4673600"/>
          <p14:tracePt t="398364" x="9388475" y="4652963"/>
          <p14:tracePt t="398374" x="9361488" y="4652963"/>
          <p14:tracePt t="398390" x="9328150" y="4652963"/>
          <p14:tracePt t="398397" x="9286875" y="4652963"/>
          <p14:tracePt t="398414" x="9272588" y="4652963"/>
          <p14:tracePt t="398421" x="9259888" y="4652963"/>
          <p14:tracePt t="398439" x="9245600" y="4673600"/>
          <p14:tracePt t="398461" x="9232900" y="4687888"/>
          <p14:tracePt t="398489" x="9232900" y="4700588"/>
          <p14:tracePt t="398497" x="9232900" y="4714875"/>
          <p14:tracePt t="398507" x="9232900" y="4729163"/>
          <p14:tracePt t="398524" x="9245600" y="4741863"/>
          <p14:tracePt t="398540" x="9259888" y="4756150"/>
          <p14:tracePt t="398569" x="9272588" y="4756150"/>
          <p14:tracePt t="398577" x="9286875" y="4756150"/>
          <p14:tracePt t="398587" x="9301163" y="4756150"/>
          <p14:tracePt t="398610" x="9328150" y="4756150"/>
          <p14:tracePt t="398611" x="9361488" y="4756150"/>
          <p14:tracePt t="398619" x="9388475" y="4741863"/>
          <p14:tracePt t="398631" x="9402763" y="4729163"/>
          <p14:tracePt t="398657" x="9415463" y="4729163"/>
          <p14:tracePt t="398658" x="9429750" y="4714875"/>
          <p14:tracePt t="398670" x="9429750" y="4700588"/>
          <p14:tracePt t="398697" x="9444038" y="4687888"/>
          <p14:tracePt t="398713" x="9429750" y="4673600"/>
          <p14:tracePt t="398718" x="9415463" y="4652963"/>
          <p14:tracePt t="398720" x="9402763" y="4640263"/>
          <p14:tracePt t="398739" x="9388475" y="4640263"/>
          <p14:tracePt t="398746" x="9361488" y="4625975"/>
          <p14:tracePt t="398766" x="9301163" y="4625975"/>
          <p14:tracePt t="398775" x="9272588" y="4625975"/>
          <p14:tracePt t="398793" x="9259888" y="4625975"/>
          <p14:tracePt t="398803" x="9232900" y="4640263"/>
          <p14:tracePt t="398811" x="9218613" y="4652963"/>
          <p14:tracePt t="398827" x="9205913" y="4673600"/>
          <p14:tracePt t="398862" x="9205913" y="4714875"/>
          <p14:tracePt t="398869" x="9205913" y="4741863"/>
          <p14:tracePt t="398878" x="9218613" y="4741863"/>
          <p14:tracePt t="398916" x="9272588" y="4768850"/>
          <p14:tracePt t="398936" x="9313863" y="4768850"/>
          <p14:tracePt t="398939" x="9361488" y="4768850"/>
          <p14:tracePt t="398956" x="9402763" y="4768850"/>
          <p14:tracePt t="398957" x="9456738" y="4768850"/>
          <p14:tracePt t="398970" x="9498013" y="4756150"/>
          <p14:tracePt t="398979" x="9510713" y="4741863"/>
          <p14:tracePt t="398995" x="9525000" y="4729163"/>
          <p14:tracePt t="399004" x="9545638" y="4714875"/>
          <p14:tracePt t="399022" x="9545638" y="4700588"/>
          <p14:tracePt t="399024" x="9525000" y="4687888"/>
          <p14:tracePt t="399042" x="9525000" y="4673600"/>
          <p14:tracePt t="399052" x="9498013" y="4652963"/>
          <p14:tracePt t="399075" x="9483725" y="4640263"/>
          <p14:tracePt t="399076" x="9444038" y="4640263"/>
          <p14:tracePt t="399084" x="9402763" y="4625975"/>
          <p14:tracePt t="399092" x="9388475" y="4625975"/>
          <p14:tracePt t="399121" x="9313863" y="4625975"/>
          <p14:tracePt t="399126" x="9286875" y="4640263"/>
          <p14:tracePt t="399136" x="9259888" y="4640263"/>
          <p14:tracePt t="399159" x="9245600" y="4673600"/>
          <p14:tracePt t="399160" x="9232900" y="4687888"/>
          <p14:tracePt t="399173" x="9218613" y="4700588"/>
          <p14:tracePt t="399207" x="9218613" y="4741863"/>
          <p14:tracePt t="399219" x="9232900" y="4741863"/>
          <p14:tracePt t="399227" x="9245600" y="4756150"/>
          <p14:tracePt t="399237" x="9272588" y="4756150"/>
          <p14:tracePt t="399258" x="9286875" y="4756150"/>
          <p14:tracePt t="399261" x="9313863" y="4768850"/>
          <p14:tracePt t="399272" x="9361488" y="4768850"/>
          <p14:tracePt t="399283" x="9388475" y="4756150"/>
          <p14:tracePt t="399310" x="9444038" y="4741863"/>
          <p14:tracePt t="399321" x="9471025" y="4729163"/>
          <p14:tracePt t="399329" x="9471025" y="4714875"/>
          <p14:tracePt t="399360" x="9483725" y="4673600"/>
          <p14:tracePt t="399362" x="9471025" y="4652963"/>
          <p14:tracePt t="399373" x="9456738" y="4640263"/>
          <p14:tracePt t="399390" x="9444038" y="4625975"/>
          <p14:tracePt t="399403" x="9415463" y="4613275"/>
          <p14:tracePt t="399410" x="9388475" y="4613275"/>
          <p14:tracePt t="399419" x="9361488" y="4613275"/>
          <p14:tracePt t="399442" x="9286875" y="4613275"/>
          <p14:tracePt t="399453" x="9259888" y="4625975"/>
          <p14:tracePt t="399462" x="9232900" y="4640263"/>
          <p14:tracePt t="399477" x="9218613" y="4652963"/>
          <p14:tracePt t="399512" x="9191625" y="4729163"/>
          <p14:tracePt t="399518" x="9205913" y="4729163"/>
          <p14:tracePt t="399550" x="9218613" y="4756150"/>
          <p14:tracePt t="399552" x="9232900" y="4756150"/>
          <p14:tracePt t="399564" x="9259888" y="4756150"/>
          <p14:tracePt t="399575" x="9301163" y="4756150"/>
          <p14:tracePt t="399588" x="9328150" y="4756150"/>
          <p14:tracePt t="399612" x="9402763" y="4729163"/>
          <p14:tracePt t="399639" x="9415463" y="4714875"/>
          <p14:tracePt t="399640" x="9429750" y="4714875"/>
          <p14:tracePt t="399652" x="9444038" y="4687888"/>
          <p14:tracePt t="399654" x="9444038" y="4673600"/>
          <p14:tracePt t="399666" x="9429750" y="4673600"/>
          <p14:tracePt t="399676" x="9429750" y="4652963"/>
          <p14:tracePt t="399692" x="9415463" y="4640263"/>
          <p14:tracePt t="399703" x="9402763" y="4640263"/>
          <p14:tracePt t="399711" x="9388475" y="4625975"/>
          <p14:tracePt t="399742" x="9361488" y="4625975"/>
          <p14:tracePt t="399744" x="9348788" y="4625975"/>
          <p14:tracePt t="399747" x="9328150" y="4640263"/>
          <p14:tracePt t="399758" x="9301163" y="4640263"/>
          <p14:tracePt t="399774" x="9286875" y="4652963"/>
          <p14:tracePt t="399785" x="9272588" y="4652963"/>
          <p14:tracePt t="399792" x="9272588" y="4673600"/>
          <p14:tracePt t="399800" x="9272588" y="4687888"/>
          <p14:tracePt t="399827" x="9272588" y="4714875"/>
          <p14:tracePt t="399837" x="9286875" y="4729163"/>
          <p14:tracePt t="399845" x="9301163" y="4729163"/>
          <p14:tracePt t="399861" x="9313863" y="4729163"/>
          <p14:tracePt t="399871" x="9348788" y="4729163"/>
          <p14:tracePt t="399879" x="9375775" y="4729163"/>
          <p14:tracePt t="399907" x="9402763" y="4729163"/>
          <p14:tracePt t="399919" x="9429750" y="4714875"/>
          <p14:tracePt t="399927" x="9429750" y="4700588"/>
          <p14:tracePt t="399937" x="9444038" y="4687888"/>
          <p14:tracePt t="399959" x="9444038" y="4673600"/>
          <p14:tracePt t="399970" x="9444038" y="4652963"/>
          <p14:tracePt t="399983" x="9429750" y="4640263"/>
          <p14:tracePt t="399994" x="9415463" y="4625975"/>
          <p14:tracePt t="400019" x="9402763" y="4613275"/>
          <p14:tracePt t="400039" x="9375775" y="4613275"/>
          <p14:tracePt t="400048" x="9361488" y="4613275"/>
          <p14:tracePt t="400062" x="9348788" y="4613275"/>
          <p14:tracePt t="400082" x="9328150" y="4613275"/>
          <p14:tracePt t="400108" x="9313863" y="4613275"/>
          <p14:tracePt t="400120" x="9313863" y="4625975"/>
          <p14:tracePt t="400127" x="9301163" y="4625975"/>
          <p14:tracePt t="400145" x="9301163" y="4640263"/>
          <p14:tracePt t="400186" x="9301163" y="4652963"/>
          <p14:tracePt t="400194" x="9286875" y="4652963"/>
          <p14:tracePt t="400206" x="9259888" y="4640263"/>
          <p14:tracePt t="400575" x="9259888" y="4652963"/>
          <p14:tracePt t="400588" x="9272588" y="4652963"/>
          <p14:tracePt t="400609" x="9259888" y="4652963"/>
          <p14:tracePt t="400643" x="9259888" y="4640263"/>
          <p14:tracePt t="400666" x="9272588" y="4640263"/>
          <p14:tracePt t="402682" x="9259888" y="4640263"/>
          <p14:tracePt t="402691" x="9232900" y="4640263"/>
          <p14:tracePt t="402704" x="9164638" y="4640263"/>
          <p14:tracePt t="402718" x="9090025" y="4640263"/>
          <p14:tracePt t="402725" x="8905875" y="4652963"/>
          <p14:tracePt t="402736" x="8736013" y="4652963"/>
          <p14:tracePt t="402753" x="8483600" y="4673600"/>
          <p14:tracePt t="402758" x="8328025" y="4687888"/>
          <p14:tracePt t="402784" x="8007350" y="4729163"/>
          <p14:tracePt t="402793" x="7932738" y="4729163"/>
          <p14:tracePt t="402805" x="7891463" y="4741863"/>
          <p14:tracePt t="402832" x="7878763" y="4741863"/>
          <p14:tracePt t="402939" x="7891463" y="4741863"/>
          <p14:tracePt t="402950" x="7920038" y="4741863"/>
          <p14:tracePt t="402960" x="7959725" y="4741863"/>
          <p14:tracePt t="402972" x="8021638" y="4741863"/>
          <p14:tracePt t="402984" x="8089900" y="4741863"/>
          <p14:tracePt t="402995" x="8177213" y="4729163"/>
          <p14:tracePt t="403009" x="8218488" y="4729163"/>
          <p14:tracePt t="403019" x="8259763" y="4714875"/>
          <p14:tracePt t="403039" x="8286750" y="4700588"/>
          <p14:tracePt t="403041" x="8301038" y="4700588"/>
          <p14:tracePt t="403096" x="8301038" y="4687888"/>
          <p14:tracePt t="403129" x="8301038" y="4673600"/>
          <p14:tracePt t="403141" x="8286750" y="4673600"/>
          <p14:tracePt t="403154" x="8259763" y="4652963"/>
          <p14:tracePt t="403172" x="8245475" y="4652963"/>
          <p14:tracePt t="403178" x="8218488" y="4652963"/>
          <p14:tracePt t="403186" x="8191500" y="4652963"/>
          <p14:tracePt t="403198" x="8177213" y="4652963"/>
          <p14:tracePt t="403225" x="8129588" y="4673600"/>
          <p14:tracePt t="403236" x="8116888" y="4687888"/>
          <p14:tracePt t="403269" x="8116888" y="4700588"/>
          <p14:tracePt t="403276" x="8116888" y="4714875"/>
          <p14:tracePt t="403306" x="8116888" y="4729163"/>
          <p14:tracePt t="403334" x="8116888" y="4741863"/>
          <p14:tracePt t="403356" x="8129588" y="4741863"/>
          <p14:tracePt t="403369" x="8143875" y="4756150"/>
          <p14:tracePt t="403382" x="8177213" y="4756150"/>
          <p14:tracePt t="403391" x="8191500" y="4756150"/>
          <p14:tracePt t="403406" x="8232775" y="4768850"/>
          <p14:tracePt t="403418" x="8259763" y="4768850"/>
          <p14:tracePt t="403434" x="8301038" y="4768850"/>
          <p14:tracePt t="403435" x="8328025" y="4768850"/>
          <p14:tracePt t="403453" x="8375650" y="4768850"/>
          <p14:tracePt t="403468" x="8402638" y="4768850"/>
          <p14:tracePt t="403481" x="8415338" y="4756150"/>
          <p14:tracePt t="403483" x="8429625" y="4756150"/>
          <p14:tracePt t="403494" x="8443913" y="4741863"/>
          <p14:tracePt t="403519" x="8443913" y="4729163"/>
          <p14:tracePt t="403532" x="8443913" y="4714875"/>
          <p14:tracePt t="403538" x="8443913" y="4700588"/>
          <p14:tracePt t="403556" x="8443913" y="4687888"/>
          <p14:tracePt t="403558" x="8429625" y="4687888"/>
          <p14:tracePt t="403569" x="8415338" y="4673600"/>
          <p14:tracePt t="403583" x="8402638" y="4673600"/>
          <p14:tracePt t="403593" x="8375650" y="4673600"/>
          <p14:tracePt t="403607" x="8340725" y="4673600"/>
          <p14:tracePt t="403619" x="8313738" y="4673600"/>
          <p14:tracePt t="403629" x="8301038" y="4673600"/>
          <p14:tracePt t="403638" x="8272463" y="4673600"/>
          <p14:tracePt t="403656" x="8259763" y="4687888"/>
          <p14:tracePt t="403664" x="8245475" y="4687888"/>
          <p14:tracePt t="403681" x="8232775" y="4700588"/>
          <p14:tracePt t="403685" x="8218488" y="4714875"/>
          <p14:tracePt t="403704" x="8218488" y="4729163"/>
          <p14:tracePt t="403706" x="8218488" y="4741863"/>
          <p14:tracePt t="403729" x="8232775" y="4768850"/>
          <p14:tracePt t="403753" x="8259763" y="4783138"/>
          <p14:tracePt t="403773" x="8301038" y="4783138"/>
          <p14:tracePt t="403776" x="8328025" y="4783138"/>
          <p14:tracePt t="403782" x="8375650" y="4783138"/>
          <p14:tracePt t="403794" x="8415338" y="4783138"/>
          <p14:tracePt t="403809" x="8456613" y="4783138"/>
          <p14:tracePt t="403819" x="8483600" y="4783138"/>
          <p14:tracePt t="403828" x="8510588" y="4768850"/>
          <p14:tracePt t="403846" x="8524875" y="4756150"/>
          <p14:tracePt t="403862" x="8524875" y="4741863"/>
          <p14:tracePt t="403884" x="8524875" y="4714875"/>
          <p14:tracePt t="403895" x="8524875" y="4700588"/>
          <p14:tracePt t="403906" x="8510588" y="4687888"/>
          <p14:tracePt t="403957" x="8497888" y="4687888"/>
          <p14:tracePt t="404131" x="8483600" y="4673600"/>
          <p14:tracePt t="404152" x="8470900" y="4652963"/>
          <p14:tracePt t="404163" x="8443913" y="4640263"/>
          <p14:tracePt t="404177" x="8429625" y="4640263"/>
          <p14:tracePt t="404188" x="8402638" y="4625975"/>
          <p14:tracePt t="404207" x="8375650" y="4625975"/>
          <p14:tracePt t="404222" x="8340725" y="4625975"/>
          <p14:tracePt t="404234" x="8328025" y="4625975"/>
          <p14:tracePt t="404235" x="8313738" y="4625975"/>
          <p14:tracePt t="404244" x="8301038" y="4625975"/>
          <p14:tracePt t="404259" x="8301038" y="4640263"/>
          <p14:tracePt t="404270" x="8286750" y="4652963"/>
          <p14:tracePt t="404290" x="8286750" y="4673600"/>
          <p14:tracePt t="404311" x="8286750" y="4700588"/>
          <p14:tracePt t="404322" x="8286750" y="4714875"/>
          <p14:tracePt t="404334" x="8301038" y="4729163"/>
          <p14:tracePt t="404347" x="8313738" y="4729163"/>
          <p14:tracePt t="404363" x="8328025" y="4729163"/>
          <p14:tracePt t="404372" x="8340725" y="4729163"/>
          <p14:tracePt t="404379" x="8375650" y="4741863"/>
          <p14:tracePt t="404410" x="8402638" y="4729163"/>
          <p14:tracePt t="404419" x="8429625" y="4729163"/>
          <p14:tracePt t="404427" x="8443913" y="4729163"/>
          <p14:tracePt t="404454" x="8456613" y="4714875"/>
          <p14:tracePt t="404462" x="8456613" y="4700588"/>
          <p14:tracePt t="404472" x="8456613" y="4687888"/>
          <p14:tracePt t="404495" x="8456613" y="4652963"/>
          <p14:tracePt t="404503" x="8443913" y="4652963"/>
          <p14:tracePt t="404514" x="8443913" y="4640263"/>
          <p14:tracePt t="404539" x="8415338" y="4625975"/>
          <p14:tracePt t="404548" x="8402638" y="4625975"/>
          <p14:tracePt t="404560" x="8388350" y="4625975"/>
          <p14:tracePt t="404572" x="8375650" y="4625975"/>
          <p14:tracePt t="404589" x="8361363" y="4625975"/>
          <p14:tracePt t="404596" x="8340725" y="4625975"/>
          <p14:tracePt t="404609" x="8313738" y="4625975"/>
          <p14:tracePt t="404621" x="8313738" y="4640263"/>
          <p14:tracePt t="404640" x="8286750" y="4652963"/>
          <p14:tracePt t="404654" x="8286750" y="4673600"/>
          <p14:tracePt t="404666" x="8301038" y="4687888"/>
          <p14:tracePt t="404689" x="8313738" y="4700588"/>
          <p14:tracePt t="404703" x="8328025" y="4700588"/>
          <p14:tracePt t="404705" x="8340725" y="4700588"/>
          <p14:tracePt t="404723" x="8361363" y="4700588"/>
          <p14:tracePt t="404732" x="8375650" y="4700588"/>
          <p14:tracePt t="404740" x="8388350" y="4700588"/>
          <p14:tracePt t="404760" x="8402638" y="4700588"/>
          <p14:tracePt t="404795" x="8415338" y="4700588"/>
          <p14:tracePt t="404855" x="8402638" y="4700588"/>
          <p14:tracePt t="404895" x="8388350" y="4700588"/>
          <p14:tracePt t="404908" x="8375650" y="4700588"/>
          <p14:tracePt t="404930" x="8375650" y="4714875"/>
          <p14:tracePt t="404954" x="8375650" y="4729163"/>
          <p14:tracePt t="404988" x="8375650" y="4741863"/>
          <p14:tracePt t="404990" x="8388350" y="4741863"/>
          <p14:tracePt t="405010" x="8402638" y="4741863"/>
          <p14:tracePt t="405052" x="8415338" y="4741863"/>
          <p14:tracePt t="405078" x="8415338" y="4729163"/>
          <p14:tracePt t="405110" x="8429625" y="4714875"/>
          <p14:tracePt t="405131" x="8429625" y="4700588"/>
          <p14:tracePt t="405165" x="8415338" y="4700588"/>
          <p14:tracePt t="405177" x="8415338" y="4687888"/>
          <p14:tracePt t="405221" x="8402638" y="4687888"/>
          <p14:tracePt t="405943" x="8388350" y="4687888"/>
          <p14:tracePt t="405952" x="8375650" y="4687888"/>
          <p14:tracePt t="405964" x="8361363" y="4700588"/>
          <p14:tracePt t="405988" x="8340725" y="4700588"/>
          <p14:tracePt t="408664" x="8340725" y="4729163"/>
          <p14:tracePt t="408675" x="8340725" y="4741863"/>
          <p14:tracePt t="408687" x="8402638" y="4756150"/>
          <p14:tracePt t="408702" x="8524875" y="4756150"/>
          <p14:tracePt t="408710" x="8613775" y="4756150"/>
          <p14:tracePt t="408721" x="8721725" y="4756150"/>
          <p14:tracePt t="408741" x="8810625" y="4756150"/>
          <p14:tracePt t="408745" x="8932863" y="4756150"/>
          <p14:tracePt t="408754" x="9034463" y="4756150"/>
          <p14:tracePt t="408766" x="9177338" y="4756150"/>
          <p14:tracePt t="408782" x="9313863" y="4756150"/>
          <p14:tracePt t="408807" x="9545638" y="4756150"/>
          <p14:tracePt t="408811" x="9626600" y="4756150"/>
          <p14:tracePt t="408822" x="9721850" y="4756150"/>
          <p14:tracePt t="408833" x="9796463" y="4756150"/>
          <p14:tracePt t="408860" x="9920288" y="4756150"/>
          <p14:tracePt t="408869" x="9953625" y="4756150"/>
          <p14:tracePt t="408879" x="9967913" y="4756150"/>
          <p14:tracePt t="408890" x="9980613" y="4756150"/>
          <p14:tracePt t="408936" x="9994900" y="4756150"/>
          <p14:tracePt t="408960" x="10007600" y="4756150"/>
          <p14:tracePt t="408981" x="10021888" y="4756150"/>
          <p14:tracePt t="409004" x="10048875" y="4756150"/>
          <p14:tracePt t="409007" x="10075863" y="4756150"/>
          <p14:tracePt t="409014" x="10117138" y="4768850"/>
          <p14:tracePt t="409025" x="10177463" y="4768850"/>
          <p14:tracePt t="409059" x="10348913" y="4768850"/>
          <p14:tracePt t="409061" x="10456863" y="4768850"/>
          <p14:tracePt t="409070" x="10545763" y="4783138"/>
          <p14:tracePt t="409092" x="10626725" y="4783138"/>
          <p14:tracePt t="409094" x="10668000" y="4783138"/>
          <p14:tracePt t="409103" x="10694988" y="4783138"/>
          <p14:tracePt t="409130" x="10709275" y="4783138"/>
          <p14:tracePt t="409228" x="10694988" y="4783138"/>
          <p14:tracePt t="409252" x="10682288" y="4783138"/>
          <p14:tracePt t="409273" x="10668000" y="4783138"/>
          <p14:tracePt t="409339" x="10682288" y="4783138"/>
          <p14:tracePt t="409355" x="10694988" y="4768850"/>
          <p14:tracePt t="409363" x="10709275" y="4768850"/>
          <p14:tracePt t="409374" x="10729913" y="4768850"/>
          <p14:tracePt t="409463" x="10742613" y="4768850"/>
          <p14:tracePt t="409485" x="10729913" y="4768850"/>
          <p14:tracePt t="409496" x="10694988" y="4756150"/>
          <p14:tracePt t="409509" x="10668000" y="4756150"/>
          <p14:tracePt t="409699" x="10682288" y="4756150"/>
          <p14:tracePt t="409732" x="10694988" y="4756150"/>
          <p14:tracePt t="409744" x="10709275" y="4756150"/>
          <p14:tracePt t="409770" x="10729913" y="4756150"/>
          <p14:tracePt t="409793" x="10742613" y="4756150"/>
          <p14:tracePt t="409845" x="10729913" y="4756150"/>
          <p14:tracePt t="409891" x="10709275" y="4756150"/>
          <p14:tracePt t="409979" x="10709275" y="4741863"/>
          <p14:tracePt t="410004" x="10729913" y="4741863"/>
          <p14:tracePt t="410059" x="10729913" y="4729163"/>
          <p14:tracePt t="410251" x="10742613" y="4729163"/>
          <p14:tracePt t="410252" x="10756900" y="4729163"/>
          <p14:tracePt t="410261" x="10769600" y="4729163"/>
          <p14:tracePt t="410274" x="10783888" y="4729163"/>
          <p14:tracePt t="410275" x="10796588" y="4714875"/>
          <p14:tracePt t="410287" x="10810875" y="4714875"/>
          <p14:tracePt t="410296" x="10825163" y="4700588"/>
          <p14:tracePt t="410330" x="10825163" y="4687888"/>
          <p14:tracePt t="410364" x="10825163" y="4673600"/>
          <p14:tracePt t="410475" x="10825163" y="4687888"/>
          <p14:tracePt t="410497" x="10837863" y="4687888"/>
          <p14:tracePt t="410677" x="10852150" y="4687888"/>
          <p14:tracePt t="410701" x="10864850" y="4687888"/>
          <p14:tracePt t="410713" x="10879138" y="4687888"/>
          <p14:tracePt t="410729" x="10891838" y="4687888"/>
          <p14:tracePt t="410735" x="10906125" y="4687888"/>
          <p14:tracePt t="410858" x="10926763" y="4687888"/>
          <p14:tracePt t="410874" x="10926763" y="4700588"/>
          <p14:tracePt t="410881" x="10939463" y="4714875"/>
          <p14:tracePt t="410910" x="10939463" y="4729163"/>
          <p14:tracePt t="410992" x="10953750" y="4729163"/>
          <p14:tracePt t="411006" x="10953750" y="4714875"/>
          <p14:tracePt t="411015" x="10968038" y="4714875"/>
          <p14:tracePt t="411028" x="10980738" y="4714875"/>
          <p14:tracePt t="411041" x="10995025" y="4700588"/>
          <p14:tracePt t="411242" x="11007725" y="4700588"/>
          <p14:tracePt t="411273" x="11022013" y="4700588"/>
          <p14:tracePt t="411285" x="11034713" y="4700588"/>
          <p14:tracePt t="411286" x="11063288" y="4700588"/>
          <p14:tracePt t="411297" x="11075988" y="4700588"/>
          <p14:tracePt t="411309" x="11090275" y="4700588"/>
          <p14:tracePt t="411323" x="11102975" y="4700588"/>
          <p14:tracePt t="411332" x="11123613" y="4700588"/>
          <p14:tracePt t="411354" x="11137900" y="4700588"/>
          <p14:tracePt t="411380" x="11150600" y="4700588"/>
          <p14:tracePt t="411389" x="11150600" y="4687888"/>
          <p14:tracePt t="411421" x="11164888" y="4687888"/>
          <p14:tracePt t="411422" x="11164888" y="4673600"/>
          <p14:tracePt t="411451" x="11177588" y="4673600"/>
          <p14:tracePt t="411457" x="11177588" y="4652963"/>
          <p14:tracePt t="411769" x="11191875" y="4652963"/>
          <p14:tracePt t="411791" x="11206163" y="4652963"/>
          <p14:tracePt t="411804" x="11218863" y="4673600"/>
          <p14:tracePt t="411893" x="11218863" y="4687888"/>
          <p14:tracePt t="411904" x="11206163" y="4687888"/>
          <p14:tracePt t="411983" x="11218863" y="4687888"/>
          <p14:tracePt t="412005" x="11233150" y="4687888"/>
          <p14:tracePt t="412029" x="11245850" y="4687888"/>
          <p14:tracePt t="412062" x="11260138" y="4687888"/>
          <p14:tracePt t="412097" x="11272838" y="4687888"/>
          <p14:tracePt t="412108" x="11287125" y="4687888"/>
          <p14:tracePt t="412127" x="11287125" y="4700588"/>
          <p14:tracePt t="412132" x="11301413" y="4700588"/>
          <p14:tracePt t="412142" x="11320463" y="4700588"/>
          <p14:tracePt t="412164" x="11334750" y="4700588"/>
          <p14:tracePt t="412175" x="11349038" y="4700588"/>
          <p14:tracePt t="412200" x="11349038" y="4714875"/>
          <p14:tracePt t="412227" x="11361738" y="4714875"/>
          <p14:tracePt t="412387" x="11361738" y="4700588"/>
          <p14:tracePt t="412669" x="11349038" y="4700588"/>
          <p14:tracePt t="412759" x="11349038" y="4714875"/>
          <p14:tracePt t="412770" x="11361738" y="4729163"/>
          <p14:tracePt t="412782" x="11361738" y="4741863"/>
          <p14:tracePt t="412794" x="11361738" y="4756150"/>
          <p14:tracePt t="412823" x="11361738" y="4768850"/>
          <p14:tracePt t="412828" x="11376025" y="4768850"/>
          <p14:tracePt t="412905" x="11376025" y="4756150"/>
          <p14:tracePt t="412918" x="11388725" y="4756150"/>
          <p14:tracePt t="412940" x="11403013" y="4741863"/>
          <p14:tracePt t="412962" x="11415713" y="4741863"/>
          <p14:tracePt t="412973" x="11430000" y="4741863"/>
          <p14:tracePt t="412987" x="11444288" y="4729163"/>
          <p14:tracePt t="413025" x="11456988" y="4729163"/>
          <p14:tracePt t="413031" x="11456988" y="4714875"/>
          <p14:tracePt t="413043" x="11456988" y="4700588"/>
          <p14:tracePt t="413055" x="11456988" y="4687888"/>
          <p14:tracePt t="413072" x="11444288" y="4687888"/>
          <p14:tracePt t="413077" x="11430000" y="4673600"/>
          <p14:tracePt t="413088" x="11415713" y="4652963"/>
          <p14:tracePt t="413106" x="11403013" y="4640263"/>
          <p14:tracePt t="413128" x="11388725" y="4640263"/>
          <p14:tracePt t="413131" x="11376025" y="4640263"/>
          <p14:tracePt t="413134" x="11349038" y="4640263"/>
          <p14:tracePt t="413157" x="11334750" y="4652963"/>
          <p14:tracePt t="413165" x="11320463" y="4652963"/>
          <p14:tracePt t="413177" x="11320463" y="4673600"/>
          <p14:tracePt t="413189" x="11320463" y="4687888"/>
          <p14:tracePt t="413210" x="11320463" y="4700588"/>
          <p14:tracePt t="413222" x="11334750" y="4714875"/>
          <p14:tracePt t="413242" x="11349038" y="4714875"/>
          <p14:tracePt t="413246" x="11361738" y="4729163"/>
          <p14:tracePt t="413256" x="11376025" y="4729163"/>
          <p14:tracePt t="413272" x="11403013" y="4729163"/>
          <p14:tracePt t="413292" x="11430000" y="4714875"/>
          <p14:tracePt t="413304" x="11444288" y="4714875"/>
          <p14:tracePt t="413316" x="11444288" y="4700588"/>
          <p14:tracePt t="413340" x="11444288" y="4687888"/>
          <p14:tracePt t="413353" x="11444288" y="4673600"/>
          <p14:tracePt t="413388" x="11430000" y="4652963"/>
          <p14:tracePt t="413390" x="11415713" y="4652963"/>
          <p14:tracePt t="413404" x="11388725" y="4652963"/>
          <p14:tracePt t="413425" x="11361738" y="4652963"/>
          <p14:tracePt t="413437" x="11349038" y="4687888"/>
          <p14:tracePt t="413448" x="11334750" y="4700588"/>
          <p14:tracePt t="413476" x="11334750" y="4714875"/>
          <p14:tracePt t="413487" x="11349038" y="4729163"/>
          <p14:tracePt t="413497" x="11361738" y="4729163"/>
          <p14:tracePt t="413506" x="11376025" y="4729163"/>
          <p14:tracePt t="413524" x="11430000" y="4729163"/>
          <p14:tracePt t="413538" x="11456988" y="4729163"/>
          <p14:tracePt t="413549" x="11471275" y="4714875"/>
          <p14:tracePt t="413581" x="11471275" y="4700588"/>
          <p14:tracePt t="414898" x="11430000" y="4700588"/>
          <p14:tracePt t="414909" x="11361738" y="4700588"/>
          <p14:tracePt t="414919" x="11287125" y="4700588"/>
          <p14:tracePt t="414931" x="11137900" y="4687888"/>
          <p14:tracePt t="414944" x="10980738" y="4687888"/>
          <p14:tracePt t="414962" x="10694988" y="4673600"/>
          <p14:tracePt t="414970" x="10348913" y="4673600"/>
          <p14:tracePt t="414976" x="10063163" y="4673600"/>
          <p14:tracePt t="414996" x="9626600" y="4687888"/>
          <p14:tracePt t="415005" x="9348788" y="4700588"/>
          <p14:tracePt t="415026" x="8796338" y="4714875"/>
          <p14:tracePt t="415036" x="8572500" y="4714875"/>
          <p14:tracePt t="415046" x="8429625" y="4729163"/>
          <p14:tracePt t="415055" x="8361363" y="4729163"/>
          <p14:tracePt t="415080" x="8272463" y="4729163"/>
          <p14:tracePt t="415098" x="8245475" y="4729163"/>
          <p14:tracePt t="415105" x="8232775" y="4729163"/>
          <p14:tracePt t="415114" x="8218488" y="4729163"/>
          <p14:tracePt t="415145" x="8129588" y="4729163"/>
          <p14:tracePt t="415156" x="8102600" y="4729163"/>
          <p14:tracePt t="415168" x="8048625" y="4729163"/>
          <p14:tracePt t="415180" x="7994650" y="4729163"/>
          <p14:tracePt t="415196" x="7932738" y="4729163"/>
          <p14:tracePt t="415205" x="7891463" y="4741863"/>
          <p14:tracePt t="415213" x="7864475" y="4741863"/>
          <p14:tracePt t="415243" x="7762875" y="4756150"/>
          <p14:tracePt t="415253" x="7708900" y="4768850"/>
          <p14:tracePt t="415271" x="7586663" y="4768850"/>
          <p14:tracePt t="415280" x="7483475" y="4768850"/>
          <p14:tracePt t="415295" x="7388225" y="4768850"/>
          <p14:tracePt t="415305" x="7300913" y="4783138"/>
          <p14:tracePt t="415314" x="7245350" y="4783138"/>
          <p14:tracePt t="415326" x="7158038" y="4795838"/>
          <p14:tracePt t="415345" x="7089775" y="4795838"/>
          <p14:tracePt t="415352" x="7048500" y="4795838"/>
          <p14:tracePt t="415361" x="7007225" y="4810125"/>
          <p14:tracePt t="415375" x="6973888" y="4810125"/>
          <p14:tracePt t="415395" x="6946900" y="4810125"/>
          <p14:tracePt t="415405" x="6932613" y="4810125"/>
          <p14:tracePt t="415429" x="6919913" y="4810125"/>
          <p14:tracePt t="415443" x="6905625" y="4824413"/>
          <p14:tracePt t="415454" x="6891338" y="4824413"/>
          <p14:tracePt t="415472" x="6878638" y="4824413"/>
          <p14:tracePt t="415474" x="6864350" y="4824413"/>
          <p14:tracePt t="415494" x="6796088" y="4837113"/>
          <p14:tracePt t="415505" x="6762750" y="4851400"/>
          <p14:tracePt t="415516" x="6735763" y="4872038"/>
          <p14:tracePt t="415529" x="6694488" y="4884738"/>
          <p14:tracePt t="415543" x="6653213" y="4899025"/>
          <p14:tracePt t="415554" x="6626225" y="4899025"/>
          <p14:tracePt t="415578" x="6578600" y="4911725"/>
          <p14:tracePt t="415587" x="6565900" y="4911725"/>
          <p14:tracePt t="415598" x="6551613" y="4911725"/>
          <p14:tracePt t="415641" x="6538913" y="4911725"/>
          <p14:tracePt t="415664" x="6510338" y="4911725"/>
          <p14:tracePt t="415675" x="6510338" y="4926013"/>
          <p14:tracePt t="415700" x="6483350" y="4926013"/>
          <p14:tracePt t="415708" x="6470650" y="4926013"/>
          <p14:tracePt t="415720" x="6456363" y="4926013"/>
          <p14:tracePt t="415731" x="6443663" y="4926013"/>
          <p14:tracePt t="415752" x="6429375" y="4926013"/>
          <p14:tracePt t="415754" x="6415088" y="4938713"/>
          <p14:tracePt t="415764" x="6381750" y="4938713"/>
          <p14:tracePt t="415776" x="6367463" y="4938713"/>
          <p14:tracePt t="415795" x="6354763" y="4938713"/>
          <p14:tracePt t="415801" x="6340475" y="4938713"/>
          <p14:tracePt t="415810" x="6340475" y="4953000"/>
          <p14:tracePt t="415820" x="6327775" y="4953000"/>
          <p14:tracePt t="415844" x="6313488" y="4953000"/>
          <p14:tracePt t="415866" x="6300788" y="4953000"/>
          <p14:tracePt t="415878" x="6286500" y="4953000"/>
          <p14:tracePt t="415903" x="6272213" y="4953000"/>
          <p14:tracePt t="415944" x="6286500" y="4953000"/>
          <p14:tracePt t="415955" x="6300788" y="4953000"/>
          <p14:tracePt t="415967" x="6327775" y="4953000"/>
          <p14:tracePt t="415979" x="6354763" y="4953000"/>
          <p14:tracePt t="415993" x="6402388" y="4953000"/>
          <p14:tracePt t="416003" x="6429375" y="4953000"/>
          <p14:tracePt t="416012" x="6456363" y="4953000"/>
          <p14:tracePt t="416029" x="6483350" y="4967288"/>
          <p14:tracePt t="416036" x="6497638" y="4967288"/>
          <p14:tracePt t="416102" x="6483350" y="4967288"/>
          <p14:tracePt t="416113" x="6470650" y="4967288"/>
          <p14:tracePt t="416126" x="6443663" y="4967288"/>
          <p14:tracePt t="416142" x="6415088" y="4967288"/>
          <p14:tracePt t="416153" x="6367463" y="4953000"/>
          <p14:tracePt t="416162" x="6340475" y="4953000"/>
          <p14:tracePt t="416175" x="6327775" y="4953000"/>
          <p14:tracePt t="416187" x="6313488" y="4953000"/>
          <p14:tracePt t="416201" x="6300788" y="4953000"/>
          <p14:tracePt t="416269" x="6313488" y="4953000"/>
          <p14:tracePt t="416280" x="6340475" y="4967288"/>
          <p14:tracePt t="416292" x="6381750" y="4967288"/>
          <p14:tracePt t="416306" x="6415088" y="4967288"/>
          <p14:tracePt t="416315" x="6456363" y="4967288"/>
          <p14:tracePt t="416326" x="6497638" y="4979988"/>
          <p14:tracePt t="416343" x="6510338" y="4979988"/>
          <p14:tracePt t="416391" x="6497638" y="4979988"/>
          <p14:tracePt t="416397" x="6470650" y="4979988"/>
          <p14:tracePt t="416405" x="6429375" y="4979988"/>
          <p14:tracePt t="416428" x="6367463" y="4979988"/>
          <p14:tracePt t="416440" x="6327775" y="4979988"/>
          <p14:tracePt t="416465" x="6286500" y="4979988"/>
          <p14:tracePt t="416469" x="6272213" y="4979988"/>
          <p14:tracePt t="416474" x="6259513" y="4979988"/>
          <p14:tracePt t="416493" x="6245225" y="4979988"/>
          <p14:tracePt t="416630" x="6259513" y="4979988"/>
          <p14:tracePt t="416655" x="6272213" y="4979988"/>
          <p14:tracePt t="416664" x="6300788" y="4979988"/>
          <p14:tracePt t="416675" x="6327775" y="4979988"/>
          <p14:tracePt t="416693" x="6354763" y="4979988"/>
          <p14:tracePt t="416702" x="6402388" y="4994275"/>
          <p14:tracePt t="416711" x="6429375" y="4994275"/>
          <p14:tracePt t="416720" x="6456363" y="4994275"/>
          <p14:tracePt t="416745" x="6510338" y="4994275"/>
          <p14:tracePt t="416755" x="6551613" y="4994275"/>
          <p14:tracePt t="416766" x="6565900" y="4994275"/>
          <p14:tracePt t="416777" x="6599238" y="4994275"/>
          <p14:tracePt t="416795" x="6626225" y="4994275"/>
          <p14:tracePt t="416804" x="6640513" y="4994275"/>
          <p14:tracePt t="416812" x="6653213" y="4994275"/>
          <p14:tracePt t="416844" x="6667500" y="4994275"/>
          <p14:tracePt t="416866" x="6681788" y="4994275"/>
          <p14:tracePt t="416910" x="6694488" y="4994275"/>
          <p14:tracePt t="416935" x="6708775" y="4994275"/>
          <p14:tracePt t="416957" x="6721475" y="4994275"/>
          <p14:tracePt t="416970" x="6735763" y="4994275"/>
          <p14:tracePt t="416979" x="6762750" y="4994275"/>
          <p14:tracePt t="416994" x="6777038" y="4994275"/>
          <p14:tracePt t="417005" x="6824663" y="4994275"/>
          <p14:tracePt t="417014" x="6864350" y="4994275"/>
          <p14:tracePt t="417024" x="6905625" y="5006975"/>
          <p14:tracePt t="417044" x="6946900" y="5006975"/>
          <p14:tracePt t="417046" x="7007225" y="5006975"/>
          <p14:tracePt t="417057" x="7034213" y="5006975"/>
          <p14:tracePt t="417069" x="7062788" y="5006975"/>
          <p14:tracePt t="417081" x="7089775" y="5006975"/>
          <p14:tracePt t="417097" x="7102475" y="5006975"/>
          <p14:tracePt t="417107" x="7116763" y="5006975"/>
          <p14:tracePt t="417114" x="7129463" y="5006975"/>
          <p14:tracePt t="417183" x="7143750" y="5006975"/>
          <p14:tracePt t="417203" x="7170738" y="5006975"/>
          <p14:tracePt t="417214" x="7205663" y="5006975"/>
          <p14:tracePt t="417227" x="7232650" y="5006975"/>
          <p14:tracePt t="417238" x="7286625" y="5006975"/>
          <p14:tracePt t="417248" x="7367588" y="5021263"/>
          <p14:tracePt t="417265" x="7443788" y="5021263"/>
          <p14:tracePt t="417275" x="7551738" y="5021263"/>
          <p14:tracePt t="417297" x="7681913" y="5033963"/>
          <p14:tracePt t="417301" x="7810500" y="5033963"/>
          <p14:tracePt t="417309" x="7891463" y="5033963"/>
          <p14:tracePt t="417327" x="7994650" y="5033963"/>
          <p14:tracePt t="417329" x="8075613" y="5033963"/>
          <p14:tracePt t="417339" x="8116888" y="5033963"/>
          <p14:tracePt t="417351" x="8177213" y="5033963"/>
          <p14:tracePt t="417403" x="8402638" y="5033963"/>
          <p14:tracePt t="417421" x="8470900" y="5033963"/>
          <p14:tracePt t="417425" x="8524875" y="5033963"/>
          <p14:tracePt t="417430" x="8613775" y="5021263"/>
          <p14:tracePt t="417448" x="8682038" y="5021263"/>
          <p14:tracePt t="417458" x="8736013" y="5006975"/>
          <p14:tracePt t="417473" x="8810625" y="5006975"/>
          <p14:tracePt t="417474" x="8864600" y="4994275"/>
          <p14:tracePt t="417487" x="8905875" y="4979988"/>
          <p14:tracePt t="417508" x="8920163" y="4967288"/>
          <p14:tracePt t="417525" x="8920163" y="4953000"/>
          <p14:tracePt t="417545" x="8905875" y="4938713"/>
          <p14:tracePt t="417575" x="8878888" y="4926013"/>
          <p14:tracePt t="417577" x="8864600" y="4911725"/>
          <p14:tracePt t="417588" x="8769350" y="4884738"/>
          <p14:tracePt t="417605" x="8721725" y="4872038"/>
          <p14:tracePt t="417627" x="8653463" y="4851400"/>
          <p14:tracePt t="417628" x="8586788" y="4851400"/>
          <p14:tracePt t="417636" x="8524875" y="4837113"/>
          <p14:tracePt t="417645" x="8483600" y="4837113"/>
          <p14:tracePt t="417657" x="8456613" y="4837113"/>
          <p14:tracePt t="417669" x="8429625" y="4837113"/>
          <p14:tracePt t="417682" x="8402638" y="4837113"/>
          <p14:tracePt t="417692" x="8388350" y="4851400"/>
          <p14:tracePt t="417714" x="8375650" y="4872038"/>
          <p14:tracePt t="417736" x="8361363" y="4899025"/>
          <p14:tracePt t="417745" x="8361363" y="4911725"/>
          <p14:tracePt t="417779" x="8388350" y="4938713"/>
          <p14:tracePt t="417789" x="8402638" y="4938713"/>
          <p14:tracePt t="417811" x="8429625" y="4938713"/>
          <p14:tracePt t="417813" x="8483600" y="4938713"/>
          <p14:tracePt t="417823" x="8539163" y="4938713"/>
          <p14:tracePt t="417835" x="8599488" y="4938713"/>
          <p14:tracePt t="417847" x="8667750" y="4938713"/>
          <p14:tracePt t="417862" x="8736013" y="4938713"/>
          <p14:tracePt t="417871" x="8824913" y="4926013"/>
          <p14:tracePt t="417879" x="8864600" y="4926013"/>
          <p14:tracePt t="417896" x="8905875" y="4926013"/>
          <p14:tracePt t="417905" x="8920163" y="4911725"/>
          <p14:tracePt t="417934" x="8891588" y="4899025"/>
          <p14:tracePt t="418293" x="8905875" y="4899025"/>
          <p14:tracePt t="418350" x="8920163" y="4899025"/>
          <p14:tracePt t="418397" x="8932863" y="4899025"/>
          <p14:tracePt t="418442" x="8953500" y="4899025"/>
          <p14:tracePt t="418459" x="8967788" y="4899025"/>
          <p14:tracePt t="418466" x="8980488" y="4899025"/>
          <p14:tracePt t="418475" x="9007475" y="4899025"/>
          <p14:tracePt t="418498" x="9048750" y="4911725"/>
          <p14:tracePt t="418500" x="9102725" y="4911725"/>
          <p14:tracePt t="418509" x="9177338" y="4911725"/>
          <p14:tracePt t="418531" x="9272588" y="4911725"/>
          <p14:tracePt t="418534" x="9402763" y="4926013"/>
          <p14:tracePt t="418543" x="9498013" y="4926013"/>
          <p14:tracePt t="418562" x="9640888" y="4938713"/>
          <p14:tracePt t="418574" x="9810750" y="4938713"/>
          <p14:tracePt t="418579" x="9906000" y="4938713"/>
          <p14:tracePt t="418600" x="10048875" y="4953000"/>
          <p14:tracePt t="418623" x="10164763" y="4953000"/>
          <p14:tracePt t="418625" x="10260013" y="4953000"/>
          <p14:tracePt t="418634" x="10334625" y="4953000"/>
          <p14:tracePt t="418636" x="10402888" y="4967288"/>
          <p14:tracePt t="418650" x="10456863" y="4967288"/>
          <p14:tracePt t="418663" x="10483850" y="4967288"/>
          <p14:tracePt t="418675" x="10510838" y="4967288"/>
          <p14:tracePt t="418681" x="10558463" y="4967288"/>
          <p14:tracePt t="418691" x="10572750" y="4953000"/>
          <p14:tracePt t="418705" x="10587038" y="4953000"/>
          <p14:tracePt t="418713" x="10614025" y="4953000"/>
          <p14:tracePt t="418727" x="10626725" y="4953000"/>
          <p14:tracePt t="418735" x="10641013" y="4953000"/>
          <p14:tracePt t="418761" x="10668000" y="4953000"/>
          <p14:tracePt t="418764" x="10694988" y="4953000"/>
          <p14:tracePt t="418773" x="10709275" y="4967288"/>
          <p14:tracePt t="418781" x="10742613" y="4967288"/>
          <p14:tracePt t="418800" x="10769600" y="4967288"/>
          <p14:tracePt t="418809" x="10796588" y="4967288"/>
          <p14:tracePt t="418816" x="10810875" y="4967288"/>
          <p14:tracePt t="418848" x="10906125" y="4979988"/>
          <p14:tracePt t="418860" x="10939463" y="4979988"/>
          <p14:tracePt t="418881" x="10968038" y="4979988"/>
          <p14:tracePt t="418884" x="10980738" y="4979988"/>
          <p14:tracePt t="418894" x="10995025" y="4979988"/>
          <p14:tracePt t="418906" x="11007725" y="4979988"/>
          <p14:tracePt t="418920" x="11022013" y="4979988"/>
          <p14:tracePt t="418947" x="11034713" y="4979988"/>
          <p14:tracePt t="418948" x="11049000" y="4979988"/>
          <p14:tracePt t="418959" x="11063288" y="4979988"/>
          <p14:tracePt t="418972" x="11090275" y="4979988"/>
          <p14:tracePt t="418982" x="11102975" y="4979988"/>
          <p14:tracePt t="418997" x="11137900" y="4979988"/>
          <p14:tracePt t="419009" x="11150600" y="4979988"/>
          <p14:tracePt t="419016" x="11164888" y="4979988"/>
          <p14:tracePt t="419046" x="11177588" y="4967288"/>
          <p14:tracePt t="419062" x="11191875" y="4967288"/>
          <p14:tracePt t="419095" x="11218863" y="4967288"/>
          <p14:tracePt t="419118" x="11233150" y="4967288"/>
          <p14:tracePt t="419129" x="11245850" y="4967288"/>
          <p14:tracePt t="419144" x="11260138" y="4967288"/>
          <p14:tracePt t="419151" x="11272838" y="4967288"/>
          <p14:tracePt t="419163" x="11287125" y="4967288"/>
          <p14:tracePt t="419175" x="11320463" y="4979988"/>
          <p14:tracePt t="419195" x="11361738" y="4979988"/>
          <p14:tracePt t="419207" x="11388725" y="4979988"/>
          <p14:tracePt t="419219" x="11415713" y="4979988"/>
          <p14:tracePt t="419230" x="11430000" y="4979988"/>
          <p14:tracePt t="419243" x="11456988" y="4979988"/>
          <p14:tracePt t="419255" x="11471275" y="4979988"/>
          <p14:tracePt t="419264" x="11483975" y="4979988"/>
          <p14:tracePt t="419274" x="11518900" y="4979988"/>
          <p14:tracePt t="419292" x="11531600" y="4994275"/>
          <p14:tracePt t="419301" x="11545888" y="4994275"/>
          <p14:tracePt t="419318" x="11558588" y="4994275"/>
          <p14:tracePt t="419321" x="11558588" y="4979988"/>
          <p14:tracePt t="419343" x="11572875" y="4979988"/>
          <p14:tracePt t="419408" x="11572875" y="4994275"/>
          <p14:tracePt t="419421" x="11587163" y="4994275"/>
          <p14:tracePt t="419531" x="11587163" y="4979988"/>
          <p14:tracePt t="419542" x="11587163" y="4967288"/>
          <p14:tracePt t="419559" x="11572875" y="4953000"/>
          <p14:tracePt t="419566" x="11558588" y="4938713"/>
          <p14:tracePt t="419578" x="11545888" y="4926013"/>
          <p14:tracePt t="419602" x="11531600" y="4911725"/>
          <p14:tracePt t="419603" x="11518900" y="4899025"/>
          <p14:tracePt t="419615" x="11518900" y="4884738"/>
          <p14:tracePt t="419624" x="11498263" y="4884738"/>
          <p14:tracePt t="419646" x="11483975" y="4872038"/>
          <p14:tracePt t="419711" x="11471275" y="4872038"/>
          <p14:tracePt t="419735" x="11456988" y="4872038"/>
          <p14:tracePt t="419858" x="11471275" y="4851400"/>
          <p14:tracePt t="419882" x="11483975" y="4837113"/>
          <p14:tracePt t="419893" x="11483975" y="4824413"/>
          <p14:tracePt t="419916" x="11483975" y="4810125"/>
          <p14:tracePt t="419942" x="11483975" y="4795838"/>
          <p14:tracePt t="420118" x="11471275" y="4795838"/>
          <p14:tracePt t="420129" x="11456988" y="4795838"/>
          <p14:tracePt t="420157" x="11444288" y="4795838"/>
          <p14:tracePt t="420174" x="11430000" y="4795838"/>
          <p14:tracePt t="420202" x="11415713" y="4795838"/>
          <p14:tracePt t="420207" x="11403013" y="4795838"/>
          <p14:tracePt t="420241" x="11388725" y="4795838"/>
          <p14:tracePt t="420254" x="11376025" y="4795838"/>
          <p14:tracePt t="420266" x="11361738" y="4795838"/>
          <p14:tracePt t="420276" x="11349038" y="4795838"/>
          <p14:tracePt t="420292" x="11334750" y="4795838"/>
          <p14:tracePt t="420302" x="11320463" y="4783138"/>
          <p14:tracePt t="420312" x="11301413" y="4783138"/>
          <p14:tracePt t="420321" x="11272838" y="4783138"/>
          <p14:tracePt t="420342" x="11260138" y="4783138"/>
          <p14:tracePt t="420343" x="11233150" y="4783138"/>
          <p14:tracePt t="420353" x="11206163" y="4783138"/>
          <p14:tracePt t="420365" x="11191875" y="4783138"/>
          <p14:tracePt t="420377" x="11164888" y="4783138"/>
          <p14:tracePt t="420392" x="11123613" y="4783138"/>
          <p14:tracePt t="420402" x="11090275" y="4783138"/>
          <p14:tracePt t="420410" x="11049000" y="4783138"/>
          <p14:tracePt t="420423" x="11022013" y="4783138"/>
          <p14:tracePt t="420442" x="10980738" y="4783138"/>
          <p14:tracePt t="420450" x="10953750" y="4783138"/>
          <p14:tracePt t="420459" x="10906125" y="4783138"/>
          <p14:tracePt t="420467" x="10864850" y="4783138"/>
          <p14:tracePt t="420490" x="10810875" y="4783138"/>
          <p14:tracePt t="420500" x="10783888" y="4783138"/>
          <p14:tracePt t="420511" x="10756900" y="4783138"/>
          <p14:tracePt t="420524" x="10742613" y="4783138"/>
          <p14:tracePt t="420540" x="10709275" y="4783138"/>
          <p14:tracePt t="420549" x="10682288" y="4783138"/>
          <p14:tracePt t="420557" x="10653713" y="4783138"/>
          <p14:tracePt t="420568" x="10626725" y="4783138"/>
          <p14:tracePt t="420591" x="10572750" y="4783138"/>
          <p14:tracePt t="420601" x="10558463" y="4783138"/>
          <p14:tracePt t="420613" x="10531475" y="4783138"/>
          <p14:tracePt t="420625" x="10510838" y="4768850"/>
          <p14:tracePt t="420641" x="10498138" y="4768850"/>
          <p14:tracePt t="420651" x="10483850" y="4768850"/>
          <p14:tracePt t="420669" x="10471150" y="4768850"/>
          <p14:tracePt t="420670" x="10456863" y="4768850"/>
          <p14:tracePt t="420723" x="10444163" y="4768850"/>
          <p14:tracePt t="420725" x="10444163" y="4756150"/>
          <p14:tracePt t="420756" x="10444163" y="4741863"/>
          <p14:tracePt t="420772" x="10444163" y="4729163"/>
          <p14:tracePt t="420796" x="10483850" y="4700588"/>
          <p14:tracePt t="420804" x="10510838" y="4687888"/>
          <p14:tracePt t="420818" x="10545763" y="4673600"/>
          <p14:tracePt t="420828" x="10572750" y="4673600"/>
          <p14:tracePt t="420843" x="10599738" y="4652963"/>
          <p14:tracePt t="420852" x="10641013" y="4652963"/>
          <p14:tracePt t="420861" x="10668000" y="4652963"/>
          <p14:tracePt t="420873" x="10709275" y="4652963"/>
          <p14:tracePt t="420884" x="10742613" y="4652963"/>
          <p14:tracePt t="420907" x="10825163" y="4652963"/>
          <p14:tracePt t="420918" x="10864850" y="4652963"/>
          <p14:tracePt t="420928" x="10906125" y="4652963"/>
          <p14:tracePt t="420943" x="10953750" y="4652963"/>
          <p14:tracePt t="420953" x="11007725" y="4673600"/>
          <p14:tracePt t="420962" x="11049000" y="4673600"/>
          <p14:tracePt t="420974" x="11090275" y="4673600"/>
          <p14:tracePt t="420990" x="11137900" y="4673600"/>
          <p14:tracePt t="421001" x="11164888" y="4673600"/>
          <p14:tracePt t="421010" x="11191875" y="4673600"/>
          <p14:tracePt t="421019" x="11218863" y="4673600"/>
          <p14:tracePt t="421040" x="11233150" y="4673600"/>
          <p14:tracePt t="421041" x="11260138" y="4673600"/>
          <p14:tracePt t="421052" x="11272838" y="4673600"/>
          <p14:tracePt t="421065" x="11301413" y="4673600"/>
          <p14:tracePt t="421075" x="11334750" y="4673600"/>
          <p14:tracePt t="421090" x="11361738" y="4673600"/>
          <p14:tracePt t="421102" x="11376025" y="4687888"/>
          <p14:tracePt t="421119" x="11403013" y="4687888"/>
          <p14:tracePt t="421139" x="11415713" y="4687888"/>
          <p14:tracePt t="421144" x="11430000" y="4687888"/>
          <p14:tracePt t="421153" x="11430000" y="4700588"/>
          <p14:tracePt t="421234" x="11430000" y="4714875"/>
          <p14:tracePt t="421243" x="11415713" y="4714875"/>
          <p14:tracePt t="421255" x="11388725" y="4729163"/>
          <p14:tracePt t="421273" x="11361738" y="4729163"/>
          <p14:tracePt t="421284" x="11320463" y="4741863"/>
          <p14:tracePt t="421292" x="11272838" y="4756150"/>
          <p14:tracePt t="421305" x="11218863" y="4768850"/>
          <p14:tracePt t="421323" x="11090275" y="4783138"/>
          <p14:tracePt t="421334" x="11022013" y="4783138"/>
          <p14:tracePt t="421359" x="10864850" y="4783138"/>
          <p14:tracePt t="421366" x="10810875" y="4783138"/>
          <p14:tracePt t="421378" x="10742613" y="4783138"/>
          <p14:tracePt t="421391" x="10694988" y="4768850"/>
          <p14:tracePt t="421408" x="10653713" y="4768850"/>
          <p14:tracePt t="421419" x="10614025" y="4768850"/>
          <p14:tracePt t="421426" x="10587038" y="4756150"/>
          <p14:tracePt t="421439" x="10558463" y="4756150"/>
          <p14:tracePt t="421456" x="10531475" y="4756150"/>
          <p14:tracePt t="421468" x="10510838" y="4741863"/>
          <p14:tracePt t="421494" x="10498138" y="4741863"/>
          <p14:tracePt t="421525" x="10510838" y="4741863"/>
          <p14:tracePt t="421537" x="10510838" y="4729163"/>
          <p14:tracePt t="421548" x="10531475" y="4714875"/>
          <p14:tracePt t="421558" x="10545763" y="4714875"/>
          <p14:tracePt t="421572" x="10558463" y="4700588"/>
          <p14:tracePt t="421585" x="10587038" y="4700588"/>
          <p14:tracePt t="421592" x="10614025" y="4700588"/>
          <p14:tracePt t="421603" x="10653713" y="4700588"/>
          <p14:tracePt t="421625" x="10694988" y="4714875"/>
          <p14:tracePt t="421636" x="10709275" y="4729163"/>
          <p14:tracePt t="421653" x="10709275" y="4741863"/>
          <p14:tracePt t="421661" x="10694988" y="4756150"/>
          <p14:tracePt t="421677" x="10682288" y="4783138"/>
          <p14:tracePt t="421686" x="10641013" y="4824413"/>
          <p14:tracePt t="421705" x="10558463" y="4884738"/>
          <p14:tracePt t="421722" x="10498138" y="4911725"/>
          <p14:tracePt t="421733" x="10456863" y="4926013"/>
          <p14:tracePt t="421760" x="10429875" y="4938713"/>
          <p14:tracePt t="421762" x="10402888" y="4938713"/>
          <p14:tracePt t="421771" x="10388600" y="4938713"/>
          <p14:tracePt t="421838" x="10388600" y="4926013"/>
          <p14:tracePt t="421907" x="10375900" y="4926013"/>
          <p14:tracePt t="421929" x="10361613" y="4926013"/>
          <p14:tracePt t="421941" x="10334625" y="4926013"/>
          <p14:tracePt t="421951" x="10313988" y="4926013"/>
          <p14:tracePt t="421974" x="10287000" y="4926013"/>
          <p14:tracePt t="421976" x="10272713" y="4926013"/>
          <p14:tracePt t="421986" x="10260013" y="4926013"/>
          <p14:tracePt t="421997" x="10245725" y="4926013"/>
          <p14:tracePt t="422023" x="10233025" y="4938713"/>
          <p14:tracePt t="422042" x="10233025" y="4953000"/>
          <p14:tracePt t="422068" x="10233025" y="4967288"/>
          <p14:tracePt t="422077" x="10245725" y="4979988"/>
          <p14:tracePt t="422116" x="10287000" y="4994275"/>
          <p14:tracePt t="422128" x="10313988" y="4994275"/>
          <p14:tracePt t="422137" x="10348913" y="4994275"/>
          <p14:tracePt t="422157" x="10388600" y="4994275"/>
          <p14:tracePt t="422158" x="10444163" y="5006975"/>
          <p14:tracePt t="422168" x="10498138" y="5006975"/>
          <p14:tracePt t="422177" x="10572750" y="5006975"/>
          <p14:tracePt t="422192" x="10653713" y="5006975"/>
          <p14:tracePt t="422202" x="10694988" y="5006975"/>
          <p14:tracePt t="422210" x="10769600" y="5006975"/>
          <p14:tracePt t="422223" x="10837863" y="5006975"/>
          <p14:tracePt t="422243" x="10879138" y="5006975"/>
          <p14:tracePt t="422244" x="10939463" y="5006975"/>
          <p14:tracePt t="422255" x="10995025" y="5006975"/>
          <p14:tracePt t="422266" x="11049000" y="5006975"/>
          <p14:tracePt t="422289" x="11137900" y="5006975"/>
          <p14:tracePt t="422301" x="11191875" y="5006975"/>
          <p14:tracePt t="422311" x="11233150" y="4994275"/>
          <p14:tracePt t="422332" x="11272838" y="4994275"/>
          <p14:tracePt t="422336" x="11320463" y="4994275"/>
          <p14:tracePt t="422345" x="11349038" y="4994275"/>
          <p14:tracePt t="422374" x="11388725" y="4994275"/>
          <p14:tracePt t="422388" x="11403013" y="4979988"/>
          <p14:tracePt t="422395" x="11415713" y="4979988"/>
          <p14:tracePt t="422414" x="11430000" y="4967288"/>
          <p14:tracePt t="422452" x="11444288" y="4967288"/>
          <p14:tracePt t="422459" x="11444288" y="4953000"/>
          <p14:tracePt t="422503" x="11444288" y="4938713"/>
          <p14:tracePt t="422591" x="11456988" y="4953000"/>
          <p14:tracePt t="422603" x="11483975" y="4953000"/>
          <p14:tracePt t="422619" x="11518900" y="4967288"/>
          <p14:tracePt t="422627" x="11545888" y="4967288"/>
          <p14:tracePt t="422638" x="11587163" y="4967288"/>
          <p14:tracePt t="422657" x="11614150" y="4967288"/>
          <p14:tracePt t="422665" x="11626850" y="4967288"/>
          <p14:tracePt t="422694" x="11626850" y="4953000"/>
          <p14:tracePt t="422709" x="11641138" y="4953000"/>
          <p14:tracePt t="422719" x="11641138" y="4938713"/>
          <p14:tracePt t="422738" x="11641138" y="4926013"/>
          <p14:tracePt t="422757" x="11641138" y="4911725"/>
          <p14:tracePt t="422766" x="11626850" y="4899025"/>
          <p14:tracePt t="422775" x="11626850" y="4884738"/>
          <p14:tracePt t="422791" x="11614150" y="4884738"/>
          <p14:tracePt t="422819" x="11599863" y="4884738"/>
          <p14:tracePt t="422822" x="11599863" y="4872038"/>
          <p14:tracePt t="422840" x="11587163" y="4872038"/>
          <p14:tracePt t="422841" x="11572875" y="4872038"/>
          <p14:tracePt t="422855" x="11558588" y="4884738"/>
          <p14:tracePt t="422876" x="11545888" y="4884738"/>
          <p14:tracePt t="422899" x="11545888" y="4899025"/>
          <p14:tracePt t="422930" x="11558588" y="4899025"/>
          <p14:tracePt t="422942" x="11572875" y="4899025"/>
          <p14:tracePt t="422955" x="11587163" y="4899025"/>
          <p14:tracePt t="423020" x="11587163" y="4884738"/>
          <p14:tracePt t="423040" x="11587163" y="4872038"/>
          <p14:tracePt t="423055" x="11572875" y="4851400"/>
          <p14:tracePt t="423076" x="11558588" y="4851400"/>
          <p14:tracePt t="423110" x="11545888" y="4851400"/>
          <p14:tracePt t="423139" x="11545888" y="4872038"/>
          <p14:tracePt t="423150" x="11545888" y="4884738"/>
          <p14:tracePt t="423176" x="11545888" y="4899025"/>
          <p14:tracePt t="423189" x="11558588" y="4911725"/>
          <p14:tracePt t="423212" x="11572875" y="4911725"/>
          <p14:tracePt t="423217" x="11599863" y="4911725"/>
          <p14:tracePt t="423224" x="11614150" y="4899025"/>
          <p14:tracePt t="423257" x="11641138" y="4899025"/>
          <p14:tracePt t="423261" x="11641138" y="4884738"/>
          <p14:tracePt t="423267" x="11641138" y="4872038"/>
          <p14:tracePt t="423296" x="11641138" y="4851400"/>
          <p14:tracePt t="423305" x="11641138" y="4837113"/>
          <p14:tracePt t="423322" x="11626850" y="4837113"/>
          <p14:tracePt t="423358" x="11614150" y="4837113"/>
          <p14:tracePt t="423375" x="11599863" y="4851400"/>
          <p14:tracePt t="423391" x="11587163" y="4872038"/>
          <p14:tracePt t="423404" x="11587163" y="4884738"/>
          <p14:tracePt t="423448" x="11599863" y="4884738"/>
          <p14:tracePt t="423461" x="11626850" y="4884738"/>
          <p14:tracePt t="423474" x="11641138" y="4884738"/>
          <p14:tracePt t="423485" x="11653838" y="4884738"/>
          <p14:tracePt t="423493" x="11668125" y="4872038"/>
          <p14:tracePt t="423509" x="11682413" y="4872038"/>
          <p14:tracePt t="423527" x="11682413" y="4851400"/>
          <p14:tracePt t="423553" x="11668125" y="4851400"/>
          <p14:tracePt t="423562" x="11653838" y="4837113"/>
          <p14:tracePt t="423572" x="11641138" y="4837113"/>
          <p14:tracePt t="423583" x="11626850" y="4824413"/>
          <p14:tracePt t="423608" x="11587163" y="4824413"/>
          <p14:tracePt t="423628" x="11558588" y="4824413"/>
          <p14:tracePt t="423630" x="11545888" y="4837113"/>
          <p14:tracePt t="423641" x="11518900" y="4837113"/>
          <p14:tracePt t="423657" x="11518900" y="4851400"/>
          <p14:tracePt t="423668" x="11498263" y="4872038"/>
          <p14:tracePt t="423686" x="11498263" y="4884738"/>
          <p14:tracePt t="423704" x="11498263" y="4899025"/>
          <p14:tracePt t="423711" x="11518900" y="4899025"/>
          <p14:tracePt t="423723" x="11531600" y="4911725"/>
          <p14:tracePt t="423736" x="11558588" y="4911725"/>
          <p14:tracePt t="423753" x="11572875" y="4911725"/>
          <p14:tracePt t="423754" x="11599863" y="4911725"/>
          <p14:tracePt t="423762" x="11614150" y="4911725"/>
          <p14:tracePt t="423779" x="11641138" y="4899025"/>
          <p14:tracePt t="423803" x="11653838" y="4884738"/>
          <p14:tracePt t="423827" x="11653838" y="4872038"/>
          <p14:tracePt t="423834" x="11653838" y="4851400"/>
          <p14:tracePt t="423868" x="11641138" y="4824413"/>
          <p14:tracePt t="423878" x="11626850" y="4824413"/>
          <p14:tracePt t="423887" x="11614150" y="4824413"/>
          <p14:tracePt t="423911" x="11599863" y="4824413"/>
          <p14:tracePt t="423925" x="11587163" y="4837113"/>
          <p14:tracePt t="423935" x="11572875" y="4837113"/>
          <p14:tracePt t="423943" x="11558588" y="4851400"/>
          <p14:tracePt t="423959" x="11558588" y="4872038"/>
          <p14:tracePt t="424002" x="11572875" y="4884738"/>
          <p14:tracePt t="424011" x="11599863" y="4884738"/>
          <p14:tracePt t="424025" x="11614150" y="4884738"/>
          <p14:tracePt t="424033" x="11626850" y="4884738"/>
          <p14:tracePt t="424052" x="11641138" y="4884738"/>
          <p14:tracePt t="424059" x="11653838" y="4872038"/>
          <p14:tracePt t="424100" x="11653838" y="4837113"/>
          <p14:tracePt t="424117" x="11641138" y="4837113"/>
          <p14:tracePt t="424126" x="11626850" y="4824413"/>
          <p14:tracePt t="424140" x="11614150" y="4824413"/>
          <p14:tracePt t="424151" x="11599863" y="4824413"/>
          <p14:tracePt t="424159" x="11587163" y="4824413"/>
          <p14:tracePt t="424168" x="11572875" y="4824413"/>
          <p14:tracePt t="424190" x="11558588" y="4837113"/>
          <p14:tracePt t="424201" x="11558588" y="4851400"/>
          <p14:tracePt t="424224" x="11558588" y="4872038"/>
          <p14:tracePt t="424225" x="11558588" y="4884738"/>
          <p14:tracePt t="424235" x="11572875" y="4899025"/>
          <p14:tracePt t="424262" x="11587163" y="4899025"/>
          <p14:tracePt t="424265" x="11614150" y="4899025"/>
          <p14:tracePt t="424272" x="11626850" y="4899025"/>
          <p14:tracePt t="424289" x="11653838" y="4899025"/>
          <p14:tracePt t="424306" x="11668125" y="4884738"/>
          <p14:tracePt t="424358" x="11653838" y="4837113"/>
          <p14:tracePt t="424360" x="11641138" y="4824413"/>
          <p14:tracePt t="424371" x="11626850" y="4824413"/>
          <p14:tracePt t="424391" x="11614150" y="4824413"/>
          <p14:tracePt t="424405" x="11599863" y="4824413"/>
          <p14:tracePt t="424428" x="11587163" y="4837113"/>
          <p14:tracePt t="424437" x="11587163" y="4851400"/>
          <p14:tracePt t="424450" x="11572875" y="4872038"/>
          <p14:tracePt t="424476" x="11587163" y="4884738"/>
          <p14:tracePt t="424494" x="11599863" y="4884738"/>
          <p14:tracePt t="424518" x="11626850" y="4884738"/>
          <p14:tracePt t="424539" x="11653838" y="4884738"/>
          <p14:tracePt t="424555" x="11653838" y="4872038"/>
          <p14:tracePt t="424570" x="11668125" y="4872038"/>
          <p14:tracePt t="424576" x="11668125" y="4851400"/>
          <p14:tracePt t="424585" x="11668125" y="4837113"/>
          <p14:tracePt t="424618" x="11653838" y="4824413"/>
          <p14:tracePt t="424651" x="11641138" y="4824413"/>
          <p14:tracePt t="424662" x="11626850" y="4837113"/>
          <p14:tracePt t="424685" x="11614150" y="4851400"/>
          <p14:tracePt t="424714" x="11614150" y="4872038"/>
          <p14:tracePt t="424722" x="11614150" y="4884738"/>
          <p14:tracePt t="424741" x="11626850" y="4899025"/>
          <p14:tracePt t="424753" x="11641138" y="4899025"/>
          <p14:tracePt t="424771" x="11653838" y="4899025"/>
          <p14:tracePt t="424783" x="11668125" y="4899025"/>
          <p14:tracePt t="424789" x="11682413" y="4899025"/>
          <p14:tracePt t="424798" x="11695113" y="4884738"/>
          <p14:tracePt t="424821" x="11695113" y="4872038"/>
          <p14:tracePt t="424844" x="11682413" y="4851400"/>
          <p14:tracePt t="424855" x="11653838" y="4824413"/>
          <p14:tracePt t="424870" x="11641138" y="4824413"/>
          <p14:tracePt t="424878" x="11614150" y="4810125"/>
          <p14:tracePt t="424898" x="11599863" y="4810125"/>
          <p14:tracePt t="424910" x="11587163" y="4824413"/>
          <p14:tracePt t="424922" x="11572875" y="4837113"/>
          <p14:tracePt t="424947" x="11587163" y="4872038"/>
          <p14:tracePt t="424957" x="11587163" y="4884738"/>
          <p14:tracePt t="424973" x="11614150" y="4899025"/>
          <p14:tracePt t="424984" x="11626850" y="4899025"/>
          <p14:tracePt t="424992" x="11653838" y="4911725"/>
          <p14:tracePt t="425008" x="11682413" y="4911725"/>
          <p14:tracePt t="425017" x="11695113" y="4911725"/>
          <p14:tracePt t="425034" x="11715750" y="4899025"/>
          <p14:tracePt t="425037" x="11730038" y="4899025"/>
          <p14:tracePt t="425055" x="11730038" y="4884738"/>
          <p14:tracePt t="425068" x="11730038" y="4872038"/>
          <p14:tracePt t="425081" x="11715750" y="4851400"/>
          <p14:tracePt t="425090" x="11695113" y="4837113"/>
          <p14:tracePt t="425126" x="11653838" y="4837113"/>
          <p14:tracePt t="425154" x="11641138" y="4837113"/>
          <p14:tracePt t="425161" x="11626850" y="4851400"/>
          <p14:tracePt t="425184" x="11626850" y="4872038"/>
          <p14:tracePt t="425211" x="11626850" y="4884738"/>
          <p14:tracePt t="425226" x="11641138" y="4884738"/>
          <p14:tracePt t="425236" x="11668125" y="4884738"/>
          <p14:tracePt t="425260" x="11695113" y="4884738"/>
          <p14:tracePt t="425269" x="11730038" y="4884738"/>
          <p14:tracePt t="425295" x="11742738" y="4884738"/>
          <p14:tracePt t="425307" x="11742738" y="4872038"/>
          <p14:tracePt t="425338" x="11730038" y="4851400"/>
          <p14:tracePt t="425361" x="11715750" y="4837113"/>
          <p14:tracePt t="425374" x="11695113" y="4837113"/>
          <p14:tracePt t="425395" x="11682413" y="4851400"/>
          <p14:tracePt t="425407" x="11668125" y="4851400"/>
          <p14:tracePt t="425418" x="11668125" y="4872038"/>
          <p14:tracePt t="425441" x="11668125" y="4899025"/>
          <p14:tracePt t="425453" x="11682413" y="4911725"/>
          <p14:tracePt t="425463" x="11695113" y="4911725"/>
          <p14:tracePt t="425483" x="11715750" y="4911725"/>
          <p14:tracePt t="425490" x="11742738" y="4911725"/>
          <p14:tracePt t="425497" x="11757025" y="4911725"/>
          <p14:tracePt t="425525" x="11757025" y="4899025"/>
          <p14:tracePt t="425535" x="11769725" y="4884738"/>
          <p14:tracePt t="425544" x="11757025" y="4884738"/>
          <p14:tracePt t="425552" x="11757025" y="4872038"/>
          <p14:tracePt t="425575" x="11715750" y="4837113"/>
          <p14:tracePt t="425586" x="11695113" y="4837113"/>
          <p14:tracePt t="425598" x="11682413" y="4837113"/>
          <p14:tracePt t="425608" x="11668125" y="4837113"/>
          <p14:tracePt t="425626" x="11653838" y="4837113"/>
          <p14:tracePt t="425634" x="11641138" y="4837113"/>
          <p14:tracePt t="425642" x="11641138" y="4851400"/>
          <p14:tracePt t="425664" x="11641138" y="4872038"/>
          <p14:tracePt t="425677" x="11653838" y="4884738"/>
          <p14:tracePt t="425695" x="11653838" y="4899025"/>
          <p14:tracePt t="425704" x="11668125" y="4899025"/>
          <p14:tracePt t="425713" x="11682413" y="4899025"/>
          <p14:tracePt t="425721" x="11715750" y="4899025"/>
          <p14:tracePt t="425744" x="11730038" y="4899025"/>
          <p14:tracePt t="425753" x="11742738" y="4884738"/>
          <p14:tracePt t="425778" x="11742738" y="4872038"/>
          <p14:tracePt t="425788" x="11742738" y="4851400"/>
          <p14:tracePt t="425807" x="11730038" y="4837113"/>
          <p14:tracePt t="425818" x="11715750" y="4837113"/>
          <p14:tracePt t="425825" x="11695113" y="4837113"/>
          <p14:tracePt t="425834" x="11682413" y="4837113"/>
          <p14:tracePt t="425874" x="11653838" y="4851400"/>
          <p14:tracePt t="425883" x="11641138" y="4851400"/>
          <p14:tracePt t="425890" x="11641138" y="4872038"/>
          <p14:tracePt t="425909" x="11641138" y="4884738"/>
          <p14:tracePt t="425923" x="11653838" y="4884738"/>
          <p14:tracePt t="425959" x="11695113" y="4884738"/>
          <p14:tracePt t="425970" x="11715750" y="4884738"/>
          <p14:tracePt t="425980" x="11715750" y="4872038"/>
          <p14:tracePt t="425990" x="11715750" y="4851400"/>
          <p14:tracePt t="426016" x="11715750" y="4837113"/>
          <p14:tracePt t="426024" x="11682413" y="4824413"/>
          <p14:tracePt t="426035" x="11653838" y="4810125"/>
          <p14:tracePt t="426059" x="11587163" y="4810125"/>
          <p14:tracePt t="426069" x="11572875" y="4810125"/>
          <p14:tracePt t="426081" x="11558588" y="4824413"/>
          <p14:tracePt t="426093" x="11545888" y="4837113"/>
          <p14:tracePt t="426111" x="11545888" y="4851400"/>
          <p14:tracePt t="426116" x="11545888" y="4872038"/>
          <p14:tracePt t="426125" x="11558588" y="4872038"/>
          <p14:tracePt t="426158" x="11599863" y="4899025"/>
          <p14:tracePt t="426159" x="11626850" y="4899025"/>
          <p14:tracePt t="426170" x="11653838" y="4899025"/>
          <p14:tracePt t="426181" x="11682413" y="4899025"/>
          <p14:tracePt t="426205" x="11695113" y="4884738"/>
          <p14:tracePt t="426218" x="11715750" y="4872038"/>
          <p14:tracePt t="426242" x="11695113" y="4851400"/>
          <p14:tracePt t="426250" x="11682413" y="4837113"/>
          <p14:tracePt t="426260" x="11653838" y="4824413"/>
          <p14:tracePt t="426293" x="11599863" y="4824413"/>
          <p14:tracePt t="426295" x="11572875" y="4824413"/>
          <p14:tracePt t="426305" x="11558588" y="4824413"/>
          <p14:tracePt t="426316" x="11545888" y="4837113"/>
          <p14:tracePt t="426340" x="11531600" y="4851400"/>
          <p14:tracePt t="426352" x="11531600" y="4872038"/>
          <p14:tracePt t="426376" x="11545888" y="4884738"/>
          <p14:tracePt t="426379" x="11558588" y="4899025"/>
          <p14:tracePt t="426388" x="11587163" y="4899025"/>
          <p14:tracePt t="426396" x="11614150" y="4899025"/>
          <p14:tracePt t="426410" x="11626850" y="4899025"/>
          <p14:tracePt t="426420" x="11653838" y="4899025"/>
          <p14:tracePt t="426437" x="11668125" y="4899025"/>
          <p14:tracePt t="426443" x="11668125" y="4884738"/>
          <p14:tracePt t="426454" x="11682413" y="4884738"/>
          <p14:tracePt t="426462" x="11682413" y="4872038"/>
          <p14:tracePt t="426506" x="11668125" y="4872038"/>
          <p14:tracePt t="426720" x="11668125" y="4851400"/>
          <p14:tracePt t="426731" x="11653838" y="4851400"/>
          <p14:tracePt t="427520" x="11653838" y="4872038"/>
          <p14:tracePt t="427521" x="11641138" y="4872038"/>
          <p14:tracePt t="427531" x="11626850" y="4872038"/>
          <p14:tracePt t="427541" x="11599863" y="4872038"/>
          <p14:tracePt t="427553" x="11531600" y="4851400"/>
          <p14:tracePt t="427565" x="11456988" y="4851400"/>
          <p14:tracePt t="427576" x="11430000" y="4837113"/>
          <p14:tracePt t="427800" x="11415713" y="4837113"/>
          <p14:tracePt t="427812" x="11388725" y="4837113"/>
          <p14:tracePt t="427826" x="11349038" y="4837113"/>
          <p14:tracePt t="427837" x="11245850" y="4851400"/>
          <p14:tracePt t="427856" x="11034713" y="4851400"/>
          <p14:tracePt t="427857" x="10783888" y="4851400"/>
          <p14:tracePt t="427869" x="10348913" y="4899025"/>
          <p14:tracePt t="427880" x="9837738" y="4979988"/>
          <p14:tracePt t="427893" x="9456738" y="5033963"/>
          <p14:tracePt t="427907" x="8967788" y="5137150"/>
          <p14:tracePt t="427918" x="8524875" y="5232400"/>
          <p14:tracePt t="427925" x="8143875" y="5319713"/>
          <p14:tracePt t="427942" x="7891463" y="5375275"/>
          <p14:tracePt t="427954" x="7626350" y="5435600"/>
          <p14:tracePt t="427959" x="7415213" y="5462588"/>
          <p14:tracePt t="427979" x="7300913" y="5491163"/>
          <p14:tracePt t="427982" x="7191375" y="5503863"/>
          <p14:tracePt t="427994" x="7102475" y="5518150"/>
          <p14:tracePt t="428026" x="7007225" y="5518150"/>
          <p14:tracePt t="428029" x="6973888" y="5518150"/>
          <p14:tracePt t="428061" x="6946900" y="5518150"/>
          <p14:tracePt t="428062" x="6932613" y="5518150"/>
          <p14:tracePt t="428072" x="6919913" y="5503863"/>
          <p14:tracePt t="428073" x="6905625" y="5503863"/>
          <p14:tracePt t="428101" x="6891338" y="5503863"/>
          <p14:tracePt t="428151" x="6878638" y="5503863"/>
          <p14:tracePt t="428172" x="6864350" y="5491163"/>
          <p14:tracePt t="428187" x="6851650" y="5491163"/>
          <p14:tracePt t="428196" x="6837363" y="5491163"/>
          <p14:tracePt t="428206" x="6810375" y="5476875"/>
          <p14:tracePt t="428227" x="6777038" y="5476875"/>
          <p14:tracePt t="428228" x="6748463" y="5476875"/>
          <p14:tracePt t="428242" x="6721475" y="5476875"/>
          <p14:tracePt t="428259" x="6681788" y="5462588"/>
          <p14:tracePt t="428267" x="6626225" y="5462588"/>
          <p14:tracePt t="428276" x="6578600" y="5462588"/>
          <p14:tracePt t="428301" x="6497638" y="5449888"/>
          <p14:tracePt t="428308" x="6483350" y="5449888"/>
          <p14:tracePt t="428320" x="6456363" y="5449888"/>
          <p14:tracePt t="428338" x="6443663" y="5449888"/>
          <p14:tracePt t="428356" x="6429375" y="5449888"/>
          <p14:tracePt t="428367" x="6429375" y="5435600"/>
          <p14:tracePt t="428387" x="6415088" y="5435600"/>
          <p14:tracePt t="428405" x="6415088" y="5414963"/>
          <p14:tracePt t="428413" x="6402388" y="5414963"/>
          <p14:tracePt t="428424" x="6381750" y="5402263"/>
          <p14:tracePt t="428440" x="6367463" y="5387975"/>
          <p14:tracePt t="428477" x="6354763" y="5387975"/>
          <p14:tracePt t="428479" x="6300788" y="5360988"/>
          <p14:tracePt t="428489" x="6300788" y="5348288"/>
          <p14:tracePt t="428509" x="6286500" y="5348288"/>
          <p14:tracePt t="428513" x="6272213" y="5348288"/>
          <p14:tracePt t="428534" x="6259513" y="5348288"/>
          <p14:tracePt t="428700" x="6245225" y="5334000"/>
          <p14:tracePt t="428812" x="6259513" y="5334000"/>
          <p14:tracePt t="428824" x="6272213" y="5334000"/>
          <p14:tracePt t="428847" x="6286500" y="5334000"/>
          <p14:tracePt t="428876" x="6300788" y="5334000"/>
          <p14:tracePt t="428927" x="6313488" y="5334000"/>
          <p14:tracePt t="428974" x="6327775" y="5334000"/>
          <p14:tracePt t="429016" x="6340475" y="5334000"/>
          <p14:tracePt t="429028" x="6354763" y="5334000"/>
          <p14:tracePt t="429047" x="6367463" y="5348288"/>
          <p14:tracePt t="429056" x="6402388" y="5348288"/>
          <p14:tracePt t="429063" x="6429375" y="5348288"/>
          <p14:tracePt t="429081" x="6456363" y="5348288"/>
          <p14:tracePt t="429108" x="6483350" y="5348288"/>
          <p14:tracePt t="429110" x="6510338" y="5360988"/>
          <p14:tracePt t="429128" x="6565900" y="5360988"/>
          <p14:tracePt t="429141" x="6578600" y="5360988"/>
          <p14:tracePt t="429251" x="6599238" y="5360988"/>
          <p14:tracePt t="429263" x="6613525" y="5360988"/>
          <p14:tracePt t="429277" x="6626225" y="5360988"/>
          <p14:tracePt t="429289" x="6667500" y="5360988"/>
          <p14:tracePt t="429298" x="6694488" y="5360988"/>
          <p14:tracePt t="429314" x="6735763" y="5360988"/>
          <p14:tracePt t="429325" x="6777038" y="5360988"/>
          <p14:tracePt t="429332" x="6824663" y="5360988"/>
          <p14:tracePt t="429343" x="6864350" y="5360988"/>
          <p14:tracePt t="429366" x="6946900" y="5360988"/>
          <p14:tracePt t="429377" x="6973888" y="5360988"/>
          <p14:tracePt t="429388" x="7007225" y="5360988"/>
          <p14:tracePt t="429413" x="7089775" y="5360988"/>
          <p14:tracePt t="429424" x="7116763" y="5360988"/>
          <p14:tracePt t="429433" x="7170738" y="5360988"/>
          <p14:tracePt t="429452" x="7232650" y="5360988"/>
          <p14:tracePt t="429458" x="7272338" y="5360988"/>
          <p14:tracePt t="429467" x="7340600" y="5375275"/>
          <p14:tracePt t="429485" x="7415213" y="5375275"/>
          <p14:tracePt t="429497" x="7483475" y="5375275"/>
          <p14:tracePt t="429502" x="7586663" y="5375275"/>
          <p14:tracePt t="429512" x="7694613" y="5375275"/>
          <p14:tracePt t="429530" x="7824788" y="5375275"/>
          <p14:tracePt t="429547" x="8007350" y="5375275"/>
          <p14:tracePt t="429559" x="8102600" y="5375275"/>
          <p14:tracePt t="429568" x="8164513" y="5375275"/>
          <p14:tracePt t="429580" x="8232775" y="5375275"/>
          <p14:tracePt t="429598" x="8301038" y="5387975"/>
          <p14:tracePt t="429607" x="8361363" y="5387975"/>
          <p14:tracePt t="429624" x="8415338" y="5387975"/>
          <p14:tracePt t="429626" x="8483600" y="5387975"/>
          <p14:tracePt t="429647" x="8539163" y="5402263"/>
          <p14:tracePt t="429649" x="8599488" y="5402263"/>
          <p14:tracePt t="429659" x="8653463" y="5402263"/>
          <p14:tracePt t="429670" x="8709025" y="5402263"/>
          <p14:tracePt t="429700" x="8796338" y="5402263"/>
          <p14:tracePt t="429708" x="8837613" y="5402263"/>
          <p14:tracePt t="429715" x="8878888" y="5402263"/>
          <p14:tracePt t="429745" x="8932863" y="5402263"/>
          <p14:tracePt t="429752" x="8967788" y="5402263"/>
          <p14:tracePt t="429762" x="8994775" y="5402263"/>
          <p14:tracePt t="429772" x="9034463" y="5402263"/>
          <p14:tracePt t="429794" x="9090025" y="5402263"/>
          <p14:tracePt t="429808" x="9129713" y="5402263"/>
          <p14:tracePt t="429820" x="9177338" y="5402263"/>
          <p14:tracePt t="429830" x="9218613" y="5402263"/>
          <p14:tracePt t="429844" x="9245600" y="5402263"/>
          <p14:tracePt t="429856" x="9272588" y="5402263"/>
          <p14:tracePt t="429865" x="9286875" y="5402263"/>
          <p14:tracePt t="429894" x="9301163" y="5402263"/>
          <p14:tracePt t="430637" x="9286875" y="5402263"/>
          <p14:tracePt t="430648" x="9245600" y="5402263"/>
          <p14:tracePt t="430666" x="9164638" y="5402263"/>
          <p14:tracePt t="430673" x="9075738" y="5387975"/>
          <p14:tracePt t="430683" x="8953500" y="5375275"/>
          <p14:tracePt t="430703" x="8810625" y="5360988"/>
          <p14:tracePt t="430706" x="8709025" y="5348288"/>
          <p14:tracePt t="430715" x="8653463" y="5348288"/>
          <p14:tracePt t="430741" x="8558213" y="5348288"/>
          <p14:tracePt t="430749" x="8539163" y="5348288"/>
          <p14:tracePt t="430761" x="8524875" y="5348288"/>
          <p14:tracePt t="430771" x="8497888" y="5348288"/>
          <p14:tracePt t="430787" x="8470900" y="5348288"/>
          <p14:tracePt t="430795" x="8415338" y="5348288"/>
          <p14:tracePt t="431321" x="8415338" y="5360988"/>
          <p14:tracePt t="431332" x="8415338" y="5348288"/>
          <p14:tracePt t="431367" x="8429625" y="5348288"/>
          <p14:tracePt t="431390" x="8443913" y="5348288"/>
          <p14:tracePt t="431591" x="8429625" y="5348288"/>
          <p14:tracePt t="431661" x="8429625" y="5334000"/>
          <p14:tracePt t="432007" x="8443913" y="5334000"/>
          <p14:tracePt t="432042" x="8456613" y="5334000"/>
          <p14:tracePt t="432053" x="8470900" y="5334000"/>
          <p14:tracePt t="432080" x="8497888" y="5319713"/>
          <p14:tracePt t="432090" x="8510588" y="5319713"/>
          <p14:tracePt t="432099" x="8524875" y="5319713"/>
          <p14:tracePt t="432118" x="8558213" y="5319713"/>
          <p14:tracePt t="432126" x="8586788" y="5319713"/>
          <p14:tracePt t="432133" x="8613775" y="5319713"/>
          <p14:tracePt t="432145" x="8640763" y="5319713"/>
          <p14:tracePt t="432166" x="8653463" y="5319713"/>
          <p14:tracePt t="432168" x="8682038" y="5319713"/>
          <p14:tracePt t="432178" x="8682038" y="5334000"/>
          <p14:tracePt t="432205" x="8667750" y="5334000"/>
          <p14:tracePt t="432208" x="8640763" y="5319713"/>
          <p14:tracePt t="432581" x="8653463" y="5319713"/>
          <p14:tracePt t="432604" x="8667750" y="5319713"/>
          <p14:tracePt t="432628" x="8694738" y="5319713"/>
          <p14:tracePt t="432639" x="8709025" y="5319713"/>
          <p14:tracePt t="432655" x="8721725" y="5319713"/>
          <p14:tracePt t="432665" x="8756650" y="5319713"/>
          <p14:tracePt t="432674" x="8769350" y="5319713"/>
          <p14:tracePt t="432692" x="8783638" y="5319713"/>
          <p14:tracePt t="432701" x="8796338" y="5334000"/>
          <p14:tracePt t="432707" x="8810625" y="5334000"/>
          <p14:tracePt t="432726" x="8824913" y="5334000"/>
          <p14:tracePt t="432734" x="8837613" y="5334000"/>
          <p14:tracePt t="432743" x="8837613" y="5348288"/>
          <p14:tracePt t="432832" x="8851900" y="5348288"/>
          <p14:tracePt t="432853" x="8864600" y="5348288"/>
          <p14:tracePt t="432886" x="8878888" y="5348288"/>
          <p14:tracePt t="432910" x="8891588" y="5348288"/>
          <p14:tracePt t="432935" x="8905875" y="5334000"/>
          <p14:tracePt t="432943" x="8920163" y="5334000"/>
          <p14:tracePt t="432954" x="8932863" y="5334000"/>
          <p14:tracePt t="432972" x="8953500" y="5334000"/>
          <p14:tracePt t="432978" x="8967788" y="5348288"/>
          <p14:tracePt t="432991" x="8980488" y="5348288"/>
          <p14:tracePt t="433000" x="9007475" y="5348288"/>
          <p14:tracePt t="433023" x="9048750" y="5348288"/>
          <p14:tracePt t="433034" x="9063038" y="5348288"/>
          <p14:tracePt t="433046" x="9075738" y="5348288"/>
          <p14:tracePt t="433071" x="9063038" y="5348288"/>
          <p14:tracePt t="433082" x="9034463" y="5348288"/>
          <p14:tracePt t="433537" x="9048750" y="5348288"/>
          <p14:tracePt t="433549" x="9063038" y="5348288"/>
          <p14:tracePt t="433560" x="9075738" y="5348288"/>
          <p14:tracePt t="433572" x="9090025" y="5348288"/>
          <p14:tracePt t="433585" x="9102725" y="5348288"/>
          <p14:tracePt t="433606" x="9117013" y="5348288"/>
          <p14:tracePt t="433619" x="9129713" y="5348288"/>
          <p14:tracePt t="433629" x="9150350" y="5348288"/>
          <p14:tracePt t="433640" x="9164638" y="5348288"/>
          <p14:tracePt t="433657" x="9177338" y="5348288"/>
          <p14:tracePt t="433667" x="9205913" y="5348288"/>
          <p14:tracePt t="433674" x="9259888" y="5348288"/>
          <p14:tracePt t="433691" x="9328150" y="5348288"/>
          <p14:tracePt t="433703" x="9429750" y="5348288"/>
          <p14:tracePt t="433708" x="9572625" y="5348288"/>
          <p14:tracePt t="433728" x="9667875" y="5348288"/>
          <p14:tracePt t="433730" x="9810750" y="5348288"/>
          <p14:tracePt t="433742" x="9891713" y="5360988"/>
          <p14:tracePt t="433753" x="9939338" y="5360988"/>
          <p14:tracePt t="433775" x="9939338" y="5348288"/>
          <p14:tracePt t="433955" x="9939338" y="5360988"/>
          <p14:tracePt t="433987" x="9967913" y="5360988"/>
          <p14:tracePt t="433999" x="10021888" y="5360988"/>
          <p14:tracePt t="434011" x="10048875" y="5360988"/>
          <p14:tracePt t="434030" x="10102850" y="5375275"/>
          <p14:tracePt t="434037" x="10137775" y="5375275"/>
          <p14:tracePt t="434047" x="10191750" y="5375275"/>
          <p14:tracePt t="434067" x="10233025" y="5375275"/>
          <p14:tracePt t="434068" x="10245725" y="5375275"/>
          <p14:tracePt t="434079" x="10272713" y="5375275"/>
          <p14:tracePt t="434102" x="10287000" y="5375275"/>
          <p14:tracePt t="434147" x="10287000" y="5360988"/>
          <p14:tracePt t="434201" x="10287000" y="5348288"/>
          <p14:tracePt t="434280" x="10287000" y="5334000"/>
          <p14:tracePt t="434359" x="10272713" y="5334000"/>
          <p14:tracePt t="434370" x="10272713" y="5319713"/>
          <p14:tracePt t="434382" x="10260013" y="5319713"/>
          <p14:tracePt t="434393" x="10245725" y="5319713"/>
          <p14:tracePt t="434418" x="10233025" y="5319713"/>
          <p14:tracePt t="434439" x="10218738" y="5319713"/>
          <p14:tracePt t="434607" x="10218738" y="5307013"/>
          <p14:tracePt t="434641" x="10218738" y="5292725"/>
          <p14:tracePt t="434730" x="10233025" y="5292725"/>
          <p14:tracePt t="434754" x="10260013" y="5292725"/>
          <p14:tracePt t="434773" x="10301288" y="5292725"/>
          <p14:tracePt t="434780" x="10334625" y="5307013"/>
          <p14:tracePt t="434793" x="10388600" y="5307013"/>
          <p14:tracePt t="434812" x="10498138" y="5319713"/>
          <p14:tracePt t="434823" x="10545763" y="5334000"/>
          <p14:tracePt t="434853" x="10626725" y="5334000"/>
          <p14:tracePt t="434861" x="10653713" y="5334000"/>
          <p14:tracePt t="434872" x="10682288" y="5334000"/>
          <p14:tracePt t="434881" x="10709275" y="5348288"/>
          <p14:tracePt t="434912" x="10769600" y="5348288"/>
          <p14:tracePt t="434922" x="10783888" y="5348288"/>
          <p14:tracePt t="434945" x="10796588" y="5348288"/>
          <p14:tracePt t="434946" x="10825163" y="5348288"/>
          <p14:tracePt t="434956" x="10852150" y="5348288"/>
          <p14:tracePt t="434983" x="10906125" y="5360988"/>
          <p14:tracePt t="434992" x="10939463" y="5360988"/>
          <p14:tracePt t="435003" x="10968038" y="5360988"/>
          <p14:tracePt t="435013" x="10995025" y="5360988"/>
          <p14:tracePt t="435029" x="11022013" y="5360988"/>
          <p14:tracePt t="435038" x="11049000" y="5360988"/>
          <p14:tracePt t="435047" x="11075988" y="5360988"/>
          <p14:tracePt t="435069" x="11102975" y="5360988"/>
          <p14:tracePt t="435072" x="11137900" y="5360988"/>
          <p14:tracePt t="435080" x="11150600" y="5360988"/>
          <p14:tracePt t="435092" x="11177588" y="5360988"/>
          <p14:tracePt t="435103" x="11206163" y="5360988"/>
          <p14:tracePt t="435126" x="11245850" y="5360988"/>
          <p14:tracePt t="435137" x="11260138" y="5360988"/>
          <p14:tracePt t="435147" x="11287125" y="5360988"/>
          <p14:tracePt t="435161" x="11301413" y="5360988"/>
          <p14:tracePt t="435177" x="11320463" y="5360988"/>
          <p14:tracePt t="435184" x="11334750" y="5360988"/>
          <p14:tracePt t="435193" x="11349038" y="5360988"/>
          <p14:tracePt t="435204" x="11361738" y="5360988"/>
          <p14:tracePt t="435225" x="11376025" y="5360988"/>
          <p14:tracePt t="435227" x="11388725" y="5360988"/>
          <p14:tracePt t="435238" x="11403013" y="5360988"/>
          <p14:tracePt t="435249" x="11415713" y="5360988"/>
          <p14:tracePt t="435262" x="11444288" y="5360988"/>
          <p14:tracePt t="435275" x="11456988" y="5360988"/>
          <p14:tracePt t="435294" x="11471275" y="5360988"/>
          <p14:tracePt t="435307" x="11483975" y="5360988"/>
          <p14:tracePt t="435339" x="11498263" y="5360988"/>
          <p14:tracePt t="435361" x="11518900" y="5360988"/>
          <p14:tracePt t="435373" x="11531600" y="5360988"/>
          <p14:tracePt t="435397" x="11545888" y="5360988"/>
          <p14:tracePt t="435407" x="11558588" y="5360988"/>
          <p14:tracePt t="435419" x="11572875" y="5360988"/>
          <p14:tracePt t="435464" x="11587163" y="5360988"/>
          <p14:tracePt t="435475" x="11599863" y="5360988"/>
          <p14:tracePt t="435487" x="11614150" y="5348288"/>
          <p14:tracePt t="435497" x="11626850" y="5348288"/>
          <p14:tracePt t="435519" x="11641138" y="5348288"/>
          <p14:tracePt t="435531" x="11641138" y="5334000"/>
          <p14:tracePt t="435576" x="11653838" y="5334000"/>
          <p14:tracePt t="435586" x="11653838" y="5319713"/>
          <p14:tracePt t="435609" x="11668125" y="5319713"/>
          <p14:tracePt t="435620" x="11668125" y="5307013"/>
          <p14:tracePt t="435644" x="11682413" y="5292725"/>
          <p14:tracePt t="435666" x="11695113" y="5280025"/>
          <p14:tracePt t="435687" x="11715750" y="5265738"/>
          <p14:tracePt t="435703" x="11730038" y="5253038"/>
          <p14:tracePt t="435724" x="11742738" y="5232400"/>
          <p14:tracePt t="435759" x="11757025" y="5218113"/>
          <p14:tracePt t="435791" x="11757025" y="5205413"/>
          <p14:tracePt t="435824" x="11757025" y="5191125"/>
          <p14:tracePt t="435846" x="11757025" y="5176838"/>
          <p14:tracePt t="435849" x="11769725" y="5176838"/>
          <p14:tracePt t="435858" x="11769725" y="5164138"/>
          <p14:tracePt t="435884" x="11769725" y="5149850"/>
          <p14:tracePt t="435890" x="11769725" y="5137150"/>
          <p14:tracePt t="435902" x="11769725" y="5122863"/>
          <p14:tracePt t="435926" x="11769725" y="5110163"/>
          <p14:tracePt t="435935" x="11769725" y="5095875"/>
          <p14:tracePt t="435947" x="11769725" y="5081588"/>
          <p14:tracePt t="435974" x="11769725" y="5068888"/>
          <p14:tracePt t="435993" x="11769725" y="5054600"/>
          <p14:tracePt t="436060" x="11757025" y="5033963"/>
          <p14:tracePt t="436071" x="11742738" y="5033963"/>
          <p14:tracePt t="436093" x="11730038" y="5033963"/>
          <p14:tracePt t="436104" x="11715750" y="5033963"/>
          <p14:tracePt t="436126" x="11695113" y="5033963"/>
          <p14:tracePt t="436127" x="11682413" y="5033963"/>
          <p14:tracePt t="436139" x="11653838" y="5033963"/>
          <p14:tracePt t="436149" x="11641138" y="5033963"/>
          <p14:tracePt t="436161" x="11614150" y="5033963"/>
          <p14:tracePt t="436176" x="11587163" y="5033963"/>
          <p14:tracePt t="436186" x="11572875" y="5033963"/>
          <p14:tracePt t="436195" x="11558588" y="5033963"/>
          <p14:tracePt t="436208" x="11531600" y="5033963"/>
          <p14:tracePt t="436222" x="11518900" y="5033963"/>
          <p14:tracePt t="436258" x="11498263" y="5033963"/>
          <p14:tracePt t="436318" x="11498263" y="5021263"/>
          <p14:tracePt t="436329" x="11483975" y="5021263"/>
          <p14:tracePt t="436374" x="11471275" y="5021263"/>
          <p14:tracePt t="436408" x="11456988" y="5021263"/>
          <p14:tracePt t="436423" x="11444288" y="5021263"/>
          <p14:tracePt t="436443" x="11430000" y="5021263"/>
          <p14:tracePt t="436456" x="11415713" y="5021263"/>
          <p14:tracePt t="436476" x="11403013" y="5021263"/>
          <p14:tracePt t="436488" x="11388725" y="5021263"/>
          <p14:tracePt t="436508" x="11376025" y="5021263"/>
          <p14:tracePt t="436510" x="11361738" y="5021263"/>
          <p14:tracePt t="436521" x="11349038" y="5021263"/>
          <p14:tracePt t="436542" x="11334750" y="5021263"/>
          <p14:tracePt t="436545" x="11301413" y="5021263"/>
          <p14:tracePt t="436554" x="11272838" y="5006975"/>
          <p14:tracePt t="436579" x="11245850" y="5006975"/>
          <p14:tracePt t="436580" x="11218863" y="5006975"/>
          <p14:tracePt t="436589" x="11177588" y="5006975"/>
          <p14:tracePt t="436609" x="11150600" y="5006975"/>
          <p14:tracePt t="436611" x="11123613" y="5006975"/>
          <p14:tracePt t="436622" x="11075988" y="5006975"/>
          <p14:tracePt t="436641" x="11049000" y="5006975"/>
          <p14:tracePt t="436655" x="11022013" y="5006975"/>
          <p14:tracePt t="436658" x="10995025" y="5006975"/>
          <p14:tracePt t="436666" x="10968038" y="5006975"/>
          <p14:tracePt t="436677" x="10939463" y="5006975"/>
          <p14:tracePt t="436707" x="10879138" y="5006975"/>
          <p14:tracePt t="436718" x="10852150" y="5006975"/>
          <p14:tracePt t="436726" x="10825163" y="5006975"/>
          <p14:tracePt t="436744" x="10783888" y="5006975"/>
          <p14:tracePt t="436756" x="10729913" y="5021263"/>
          <p14:tracePt t="436757" x="10682288" y="5021263"/>
          <p14:tracePt t="436778" x="10626725" y="5021263"/>
          <p14:tracePt t="436780" x="10558463" y="5006975"/>
          <p14:tracePt t="436792" x="10510838" y="5006975"/>
          <p14:tracePt t="436807" x="10444163" y="5006975"/>
          <p14:tracePt t="436816" x="10375900" y="5006975"/>
          <p14:tracePt t="436825" x="10313988" y="5006975"/>
          <p14:tracePt t="436835" x="10272713" y="5006975"/>
          <p14:tracePt t="436846" x="10218738" y="5006975"/>
          <p14:tracePt t="436881" x="10150475" y="5006975"/>
          <p14:tracePt t="436884" x="10117138" y="5006975"/>
          <p14:tracePt t="436893" x="10090150" y="5006975"/>
          <p14:tracePt t="436903" x="10075863" y="5006975"/>
          <p14:tracePt t="436923" x="10063163" y="5006975"/>
          <p14:tracePt t="436929" x="10048875" y="5006975"/>
          <p14:tracePt t="436952" x="10048875" y="4994275"/>
          <p14:tracePt t="437004" x="10048875" y="4979988"/>
          <p14:tracePt t="437022" x="10063163" y="4967288"/>
          <p14:tracePt t="437034" x="10075863" y="4953000"/>
          <p14:tracePt t="437042" x="10102850" y="4938713"/>
          <p14:tracePt t="437057" x="10150475" y="4926013"/>
          <p14:tracePt t="437079" x="10177463" y="4911725"/>
          <p14:tracePt t="437080" x="10233025" y="4899025"/>
          <p14:tracePt t="437114" x="10301288" y="4884738"/>
          <p14:tracePt t="437121" x="10388600" y="4872038"/>
          <p14:tracePt t="437122" x="10444163" y="4872038"/>
          <p14:tracePt t="437140" x="10531475" y="4872038"/>
          <p14:tracePt t="437152" x="10572750" y="4872038"/>
          <p14:tracePt t="437162" x="10626725" y="4872038"/>
          <p14:tracePt t="437177" x="10668000" y="4872038"/>
          <p14:tracePt t="437185" x="10729913" y="4851400"/>
          <p14:tracePt t="437195" x="10783888" y="4851400"/>
          <p14:tracePt t="437207" x="10837863" y="4837113"/>
          <p14:tracePt t="437227" x="10879138" y="4837113"/>
          <p14:tracePt t="437234" x="10939463" y="4824413"/>
          <p14:tracePt t="437259" x="11034713" y="4824413"/>
          <p14:tracePt t="437274" x="11090275" y="4810125"/>
          <p14:tracePt t="437275" x="11137900" y="4810125"/>
          <p14:tracePt t="437287" x="11164888" y="4810125"/>
          <p14:tracePt t="437297" x="11206163" y="4810125"/>
          <p14:tracePt t="437309" x="11233150" y="4810125"/>
          <p14:tracePt t="437326" x="11260138" y="4810125"/>
          <p14:tracePt t="437336" x="11287125" y="4810125"/>
          <p14:tracePt t="437345" x="11320463" y="4810125"/>
          <p14:tracePt t="437355" x="11361738" y="4810125"/>
          <p14:tracePt t="437377" x="11415713" y="4810125"/>
          <p14:tracePt t="437388" x="11444288" y="4810125"/>
          <p14:tracePt t="437398" x="11471275" y="4810125"/>
          <p14:tracePt t="437409" x="11498263" y="4810125"/>
          <p14:tracePt t="437427" x="11545888" y="4824413"/>
          <p14:tracePt t="437436" x="11572875" y="4824413"/>
          <p14:tracePt t="437443" x="11587163" y="4824413"/>
          <p14:tracePt t="437455" x="11614150" y="4824413"/>
          <p14:tracePt t="437473" x="11641138" y="4824413"/>
          <p14:tracePt t="437501" x="11653838" y="4824413"/>
          <p14:tracePt t="437502" x="11668125" y="4824413"/>
          <p14:tracePt t="437512" x="11682413" y="4824413"/>
          <p14:tracePt t="437523" x="11682413" y="4837113"/>
          <p14:tracePt t="437524" x="11695113" y="4837113"/>
          <p14:tracePt t="437537" x="11715750" y="4837113"/>
          <p14:tracePt t="437544" x="11715750" y="4851400"/>
          <p14:tracePt t="437561" x="11730038" y="4851400"/>
          <p14:tracePt t="437569" x="11742738" y="4872038"/>
          <p14:tracePt t="437610" x="11742738" y="4884738"/>
          <p14:tracePt t="437624" x="11730038" y="4899025"/>
          <p14:tracePt t="437634" x="11695113" y="4899025"/>
          <p14:tracePt t="437657" x="11653838" y="4911725"/>
          <p14:tracePt t="437658" x="11614150" y="4938713"/>
          <p14:tracePt t="437675" x="11572875" y="4953000"/>
          <p14:tracePt t="437686" x="11498263" y="4967288"/>
          <p14:tracePt t="437696" x="11430000" y="4979988"/>
          <p14:tracePt t="437711" x="11388725" y="4994275"/>
          <p14:tracePt t="437713" x="11334750" y="4994275"/>
          <p14:tracePt t="437725" x="11272838" y="4994275"/>
          <p14:tracePt t="437743" x="11233150" y="4994275"/>
          <p14:tracePt t="437754" x="11206163" y="4994275"/>
          <p14:tracePt t="437770" x="11164888" y="4994275"/>
          <p14:tracePt t="437773" x="11123613" y="4994275"/>
          <p14:tracePt t="437790" x="11090275" y="4994275"/>
          <p14:tracePt t="437791" x="11034713" y="4994275"/>
          <p14:tracePt t="437803" x="10995025" y="4994275"/>
          <p14:tracePt t="437816" x="10953750" y="4994275"/>
          <p14:tracePt t="437826" x="10906125" y="4994275"/>
          <p14:tracePt t="437839" x="10864850" y="4994275"/>
          <p14:tracePt t="437850" x="10825163" y="4994275"/>
          <p14:tracePt t="437861" x="10796588" y="4994275"/>
          <p14:tracePt t="437871" x="10769600" y="4994275"/>
          <p14:tracePt t="437888" x="10729913" y="4994275"/>
          <p14:tracePt t="437896" x="10709275" y="4994275"/>
          <p14:tracePt t="437907" x="10668000" y="4994275"/>
          <p14:tracePt t="437918" x="10641013" y="4994275"/>
          <p14:tracePt t="437940" x="10599738" y="4994275"/>
          <p14:tracePt t="437952" x="10558463" y="4994275"/>
          <p14:tracePt t="437962" x="10531475" y="4979988"/>
          <p14:tracePt t="437975" x="10498138" y="4979988"/>
          <p14:tracePt t="437990" x="10471150" y="4979988"/>
          <p14:tracePt t="438001" x="10429875" y="4979988"/>
          <p14:tracePt t="438018" x="10388600" y="4979988"/>
          <p14:tracePt t="438029" x="10375900" y="4979988"/>
          <p14:tracePt t="438043" x="10361613" y="4979988"/>
          <p14:tracePt t="438053" x="10348913" y="4979988"/>
          <p14:tracePt t="438063" x="10334625" y="4979988"/>
          <p14:tracePt t="438091" x="10301288" y="4979988"/>
          <p14:tracePt t="438103" x="10272713" y="4979988"/>
          <p14:tracePt t="438110" x="10260013" y="4979988"/>
          <p14:tracePt t="438119" x="10233025" y="4967288"/>
          <p14:tracePt t="438140" x="10218738" y="4967288"/>
          <p14:tracePt t="438142" x="10206038" y="4967288"/>
          <p14:tracePt t="438218" x="10206038" y="4953000"/>
          <p14:tracePt t="438229" x="10218738" y="4953000"/>
          <p14:tracePt t="438241" x="10233025" y="4938713"/>
          <p14:tracePt t="438253" x="10272713" y="4926013"/>
          <p14:tracePt t="438264" x="10348913" y="4899025"/>
          <p14:tracePt t="438280" x="10402888" y="4884738"/>
          <p14:tracePt t="438292" x="10483850" y="4872038"/>
          <p14:tracePt t="438309" x="10572750" y="4851400"/>
          <p14:tracePt t="438311" x="10641013" y="4851400"/>
          <p14:tracePt t="438326" x="10709275" y="4837113"/>
          <p14:tracePt t="438336" x="10796588" y="4837113"/>
          <p14:tracePt t="438355" x="10864850" y="4837113"/>
          <p14:tracePt t="438357" x="10906125" y="4837113"/>
          <p14:tracePt t="438376" x="11034713" y="4837113"/>
          <p14:tracePt t="438388" x="11075988" y="4837113"/>
          <p14:tracePt t="438398" x="11137900" y="4837113"/>
          <p14:tracePt t="438411" x="11177588" y="4837113"/>
          <p14:tracePt t="438427" x="11218863" y="4837113"/>
          <p14:tracePt t="438436" x="11245850" y="4837113"/>
          <p14:tracePt t="438444" x="11287125" y="4837113"/>
          <p14:tracePt t="438461" x="11320463" y="4837113"/>
          <p14:tracePt t="438468" x="11349038" y="4837113"/>
          <p14:tracePt t="438478" x="11376025" y="4837113"/>
          <p14:tracePt t="438505" x="11430000" y="4837113"/>
          <p14:tracePt t="438512" x="11456988" y="4837113"/>
          <p14:tracePt t="438547" x="11498263" y="4851400"/>
          <p14:tracePt t="438551" x="11545888" y="4851400"/>
          <p14:tracePt t="438559" x="11641138" y="4872038"/>
          <p14:tracePt t="438574" x="11695113" y="4884738"/>
          <p14:tracePt t="438586" x="11730038" y="4884738"/>
          <p14:tracePt t="438609" x="11769725" y="4899025"/>
          <p14:tracePt t="438612" x="11784013" y="4899025"/>
          <p14:tracePt t="438613" x="11796713" y="4899025"/>
          <p14:tracePt t="438724" x="11784013" y="4911725"/>
          <p14:tracePt t="438738" x="11769725" y="4911725"/>
          <p14:tracePt t="438747" x="11730038" y="4926013"/>
          <p14:tracePt t="438759" x="11653838" y="4953000"/>
          <p14:tracePt t="438775" x="11599863" y="4967288"/>
          <p14:tracePt t="438785" x="11531600" y="4967288"/>
          <p14:tracePt t="438802" x="11444288" y="4979988"/>
          <p14:tracePt t="438810" x="11388725" y="4979988"/>
          <p14:tracePt t="438827" x="11260138" y="4979988"/>
          <p14:tracePt t="438838" x="11191875" y="4979988"/>
          <p14:tracePt t="438850" x="11164888" y="4979988"/>
          <p14:tracePt t="438862" x="11123613" y="4979988"/>
          <p14:tracePt t="438878" x="11090275" y="4979988"/>
          <p14:tracePt t="438993" x="11102975" y="4979988"/>
          <p14:tracePt t="439007" x="11137900" y="4979988"/>
          <p14:tracePt t="439007" x="11164888" y="4994275"/>
          <p14:tracePt t="439018" x="11233150" y="5006975"/>
          <p14:tracePt t="439029" x="11301413" y="5021263"/>
          <p14:tracePt t="439043" x="11361738" y="5021263"/>
          <p14:tracePt t="439063" x="11415713" y="5033963"/>
          <p14:tracePt t="439065" x="11471275" y="5068888"/>
          <p14:tracePt t="439076" x="11498263" y="5068888"/>
          <p14:tracePt t="439090" x="11545888" y="5081588"/>
          <p14:tracePt t="439097" x="11558588" y="5095875"/>
          <p14:tracePt t="439118" x="11572875" y="5095875"/>
          <p14:tracePt t="439119" x="11587163" y="5095875"/>
          <p14:tracePt t="439142" x="11599863" y="5095875"/>
          <p14:tracePt t="439153" x="11614150" y="5095875"/>
          <p14:tracePt t="439177" x="11626850" y="5095875"/>
          <p14:tracePt t="439191" x="11641138" y="5095875"/>
          <p14:tracePt t="439201" x="11653838" y="5095875"/>
          <p14:tracePt t="439210" x="11653838" y="5081588"/>
          <p14:tracePt t="439228" x="11668125" y="5081588"/>
          <p14:tracePt t="439235" x="11682413" y="5068888"/>
          <p14:tracePt t="439262" x="11695113" y="5054600"/>
          <p14:tracePt t="439312" x="11695113" y="5033963"/>
          <p14:tracePt t="439432" x="11682413" y="5054600"/>
          <p14:tracePt t="439444" x="11668125" y="5068888"/>
          <p14:tracePt t="439457" x="11668125" y="5081588"/>
          <p14:tracePt t="439468" x="11668125" y="5110163"/>
          <p14:tracePt t="439478" x="11668125" y="5122863"/>
          <p14:tracePt t="439493" x="11682413" y="5137150"/>
          <p14:tracePt t="439503" x="11695113" y="5137150"/>
          <p14:tracePt t="439514" x="11715750" y="5137150"/>
          <p14:tracePt t="439542" x="11730038" y="5137150"/>
          <p14:tracePt t="439551" x="11742738" y="5137150"/>
          <p14:tracePt t="439559" x="11769725" y="5137150"/>
          <p14:tracePt t="439592" x="11769725" y="5122863"/>
          <p14:tracePt t="439593" x="11784013" y="5110163"/>
          <p14:tracePt t="439604" x="11796713" y="5081588"/>
          <p14:tracePt t="439614" x="11811000" y="5054600"/>
          <p14:tracePt t="439639" x="11811000" y="5033963"/>
          <p14:tracePt t="439683" x="11811000" y="5021263"/>
          <p14:tracePt t="439726" x="11796713" y="5021263"/>
          <p14:tracePt t="439738" x="11784013" y="5033963"/>
          <p14:tracePt t="439757" x="11769725" y="5033963"/>
          <p14:tracePt t="439763" x="11769725" y="5054600"/>
          <p14:tracePt t="439773" x="11757025" y="5054600"/>
          <p14:tracePt t="439797" x="11742738" y="5068888"/>
          <p14:tracePt t="439830" x="11757025" y="5081588"/>
          <p14:tracePt t="439852" x="11769725" y="5081588"/>
          <p14:tracePt t="439862" x="11784013" y="5081588"/>
          <p14:tracePt t="439886" x="11796713" y="5081588"/>
          <p14:tracePt t="439896" x="11811000" y="5081588"/>
          <p14:tracePt t="439914" x="11825288" y="5068888"/>
          <p14:tracePt t="439923" x="11825288" y="5054600"/>
          <p14:tracePt t="439960" x="11825288" y="5021263"/>
          <p14:tracePt t="439969" x="11811000" y="5006975"/>
          <p14:tracePt t="439977" x="11796713" y="4994275"/>
          <p14:tracePt t="439993" x="11784013" y="4994275"/>
          <p14:tracePt t="440009" x="11769725" y="4979988"/>
          <p14:tracePt t="440010" x="11757025" y="4979988"/>
          <p14:tracePt t="440021" x="11742738" y="4979988"/>
          <p14:tracePt t="440065" x="11742738" y="4994275"/>
          <p14:tracePt t="440087" x="11742738" y="5021263"/>
          <p14:tracePt t="440097" x="11730038" y="5021263"/>
          <p14:tracePt t="440110" x="11730038" y="5033963"/>
          <p14:tracePt t="440121" x="11730038" y="5054600"/>
          <p14:tracePt t="440143" x="11742738" y="5054600"/>
          <p14:tracePt t="440154" x="11757025" y="5068888"/>
          <p14:tracePt t="440166" x="11769725" y="5068888"/>
          <p14:tracePt t="440192" x="11784013" y="5068888"/>
          <p14:tracePt t="440203" x="11784013" y="5054600"/>
          <p14:tracePt t="440211" x="11796713" y="5054600"/>
          <p14:tracePt t="440235" x="11796713" y="5033963"/>
          <p14:tracePt t="440244" x="11796713" y="5021263"/>
          <p14:tracePt t="440271" x="11796713" y="5006975"/>
          <p14:tracePt t="440313" x="11784013" y="5006975"/>
          <p14:tracePt t="440355" x="11769725" y="5021263"/>
          <p14:tracePt t="440356" x="11757025" y="5033963"/>
          <p14:tracePt t="440369" x="11742738" y="5033963"/>
          <p14:tracePt t="440393" x="11742738" y="5054600"/>
          <p14:tracePt t="440424" x="11757025" y="5054600"/>
          <p14:tracePt t="440435" x="11757025" y="5068888"/>
          <p14:tracePt t="440446" x="11742738" y="5068888"/>
          <p14:tracePt t="440458" x="11682413" y="5068888"/>
          <p14:tracePt t="440614" x="11682413" y="5081588"/>
          <p14:tracePt t="440638" x="11695113" y="5081588"/>
          <p14:tracePt t="440639" x="11715750" y="5095875"/>
          <p14:tracePt t="440648" x="11742738" y="5095875"/>
          <p14:tracePt t="440660" x="11769725" y="5110163"/>
          <p14:tracePt t="440680" x="11796713" y="5110163"/>
          <p14:tracePt t="440688" x="11811000" y="5122863"/>
          <p14:tracePt t="440701" x="11837988" y="5122863"/>
          <p14:tracePt t="440717" x="11879263" y="5149850"/>
          <p14:tracePt t="440720" x="11912600" y="5164138"/>
          <p14:tracePt t="440749" x="11953875" y="5205413"/>
          <p14:tracePt t="440750" x="11980863" y="5253038"/>
          <p14:tracePt t="440781" x="12007850" y="5292725"/>
          <p14:tracePt t="440789" x="12022138" y="5307013"/>
          <p14:tracePt t="440799" x="12034838" y="5319713"/>
          <p14:tracePt t="440874" x="12034838" y="5307013"/>
          <p14:tracePt t="441121" x="12022138" y="5307013"/>
          <p14:tracePt t="441133" x="11995150" y="5307013"/>
          <p14:tracePt t="441144" x="11953875" y="5292725"/>
          <p14:tracePt t="441162" x="11912600" y="5292725"/>
          <p14:tracePt t="441172" x="11852275" y="5280025"/>
          <p14:tracePt t="441187" x="11825288" y="5280025"/>
          <p14:tracePt t="441195" x="11796713" y="5280025"/>
          <p14:tracePt t="441211" x="11784013" y="5280025"/>
          <p14:tracePt t="441234" x="11796713" y="5280025"/>
          <p14:tracePt t="441247" x="11811000" y="5280025"/>
          <p14:tracePt t="441260" x="11825288" y="5280025"/>
          <p14:tracePt t="441271" x="11837988" y="5280025"/>
          <p14:tracePt t="441280" x="11864975" y="5280025"/>
          <p14:tracePt t="441292" x="11891963" y="5280025"/>
          <p14:tracePt t="441310" x="11926888" y="5280025"/>
          <p14:tracePt t="441316" x="11953875" y="5292725"/>
          <p14:tracePt t="441329" x="11968163" y="5292725"/>
          <p14:tracePt t="441347" x="11980863" y="5292725"/>
          <p14:tracePt t="441514" x="11968163" y="5292725"/>
          <p14:tracePt t="441639" x="11980863" y="5292725"/>
          <p14:tracePt t="441650" x="11995150" y="5292725"/>
          <p14:tracePt t="441667" x="12007850" y="5292725"/>
          <p14:tracePt t="441687" x="12022138" y="5292725"/>
          <p14:tracePt t="441784" x="12007850" y="5292725"/>
          <p14:tracePt t="441798" x="11995150" y="5292725"/>
          <p14:tracePt t="441811" x="11980863" y="5292725"/>
          <p14:tracePt t="441819" x="11968163" y="5292725"/>
          <p14:tracePt t="441907" x="11980863" y="5292725"/>
          <p14:tracePt t="441931" x="12007850" y="5280025"/>
          <p14:tracePt t="441946" x="12022138" y="5280025"/>
          <p14:tracePt t="441954" x="12049125" y="5280025"/>
          <p14:tracePt t="441968" x="12076113" y="5280025"/>
          <p14:tracePt t="441979" x="12111038" y="5280025"/>
          <p14:tracePt t="441999" x="12123738" y="5280025"/>
          <p14:tracePt t="442065" x="12111038" y="5280025"/>
          <p14:tracePt t="442079" x="12111038" y="5292725"/>
          <p14:tracePt t="442089" x="12090400" y="5292725"/>
          <p14:tracePt t="442101" x="12076113" y="5292725"/>
          <p14:tracePt t="442122" x="12063413" y="5292725"/>
          <p14:tracePt t="442123" x="12063413" y="5280025"/>
          <p14:tracePt t="442134" x="12049125" y="5280025"/>
          <p14:tracePt t="442234" x="12063413" y="5280025"/>
          <p14:tracePt t="442245" x="12076113" y="5280025"/>
          <p14:tracePt t="442281" x="12090400" y="5280025"/>
          <p14:tracePt t="442335" x="12076113" y="5280025"/>
          <p14:tracePt t="442346" x="12063413" y="5280025"/>
          <p14:tracePt t="442358" x="12049125" y="5280025"/>
          <p14:tracePt t="442370" x="12034838" y="5280025"/>
          <p14:tracePt t="442394" x="12007850" y="5280025"/>
          <p14:tracePt t="442403" x="11995150" y="5280025"/>
          <p14:tracePt t="442459" x="12007850" y="5280025"/>
          <p14:tracePt t="442481" x="12022138" y="5280025"/>
          <p14:tracePt t="442496" x="12034838" y="5280025"/>
          <p14:tracePt t="442505" x="12063413" y="5292725"/>
          <p14:tracePt t="442517" x="12076113" y="5292725"/>
          <p14:tracePt t="442573" x="12063413" y="5292725"/>
          <p14:tracePt t="442584" x="12049125" y="5292725"/>
          <p14:tracePt t="442603" x="12034838" y="5292725"/>
          <p14:tracePt t="442613" x="12007850" y="5292725"/>
          <p14:tracePt t="442620" x="11995150" y="5292725"/>
          <p14:tracePt t="442640" x="11968163" y="5292725"/>
          <p14:tracePt t="442643" x="11953875" y="5280025"/>
          <p14:tracePt t="442741" x="11968163" y="5292725"/>
          <p14:tracePt t="442751" x="11980863" y="5292725"/>
          <p14:tracePt t="442763" x="12022138" y="5292725"/>
          <p14:tracePt t="442775" x="12063413" y="5292725"/>
          <p14:tracePt t="442786" x="12076113" y="5307013"/>
          <p14:tracePt t="442803" x="12123738" y="5307013"/>
          <p14:tracePt t="442855" x="12111038" y="5307013"/>
          <p14:tracePt t="442866" x="12090400" y="5307013"/>
          <p14:tracePt t="442886" x="12049125" y="5292725"/>
          <p14:tracePt t="442888" x="11995150" y="5292725"/>
          <p14:tracePt t="442899" x="11953875" y="5292725"/>
          <p14:tracePt t="442921" x="11891963" y="5292725"/>
          <p14:tracePt t="442922" x="11852275" y="5292725"/>
          <p14:tracePt t="442933" x="11837988" y="5292725"/>
          <p14:tracePt t="442988" x="11852275" y="5292725"/>
          <p14:tracePt t="442999" x="11879263" y="5292725"/>
          <p14:tracePt t="443016" x="11912600" y="5292725"/>
          <p14:tracePt t="443024" x="11939588" y="5292725"/>
          <p14:tracePt t="443034" x="11995150" y="5292725"/>
          <p14:tracePt t="443054" x="12034838" y="5292725"/>
          <p14:tracePt t="443062" x="12063413" y="5307013"/>
          <p14:tracePt t="443112" x="12034838" y="5307013"/>
          <p14:tracePt t="443124" x="12007850" y="5292725"/>
          <p14:tracePt t="443139" x="11980863" y="5292725"/>
          <p14:tracePt t="443148" x="11939588" y="5292725"/>
          <p14:tracePt t="443157" x="11912600" y="5292725"/>
          <p14:tracePt t="443175" x="11891963" y="5292725"/>
          <p14:tracePt t="443224" x="11912600" y="5292725"/>
          <p14:tracePt t="443237" x="11926888" y="5292725"/>
          <p14:tracePt t="443249" x="11953875" y="5307013"/>
          <p14:tracePt t="443267" x="11980863" y="5307013"/>
          <p14:tracePt t="443275" x="12022138" y="5307013"/>
          <p14:tracePt t="443285" x="12049125" y="5307013"/>
          <p14:tracePt t="443294" x="12076113" y="5307013"/>
          <p14:tracePt t="443339" x="12049125" y="5307013"/>
          <p14:tracePt t="443350" x="12022138" y="5307013"/>
          <p14:tracePt t="443372" x="11995150" y="5307013"/>
          <p14:tracePt t="443374" x="11968163" y="5307013"/>
          <p14:tracePt t="443405" x="11926888" y="5307013"/>
          <p14:tracePt t="443450" x="11939588" y="5307013"/>
          <p14:tracePt t="443464" x="11953875" y="5307013"/>
          <p14:tracePt t="443474" x="11968163" y="5307013"/>
          <p14:tracePt t="443488" x="11995150" y="5307013"/>
          <p14:tracePt t="443497" x="12022138" y="5307013"/>
          <p14:tracePt t="443507" x="12034838" y="5307013"/>
          <p14:tracePt t="443566" x="12007850" y="5307013"/>
          <p14:tracePt t="443574" x="11980863" y="5307013"/>
          <p14:tracePt t="443588" x="11953875" y="5307013"/>
          <p14:tracePt t="443601" x="11912600" y="5307013"/>
          <p14:tracePt t="443618" x="11879263" y="5307013"/>
          <p14:tracePt t="443619" x="11864975" y="5307013"/>
          <p14:tracePt t="443663" x="11879263" y="5307013"/>
          <p14:tracePt t="443675" x="11891963" y="5307013"/>
          <p14:tracePt t="443688" x="11926888" y="5307013"/>
          <p14:tracePt t="443705" x="11939588" y="5307013"/>
          <p14:tracePt t="443715" x="11980863" y="5307013"/>
          <p14:tracePt t="443723" x="12007850" y="5307013"/>
          <p14:tracePt t="443734" x="12034838" y="5307013"/>
          <p14:tracePt t="443754" x="12049125" y="5307013"/>
          <p14:tracePt t="443789" x="12034838" y="5307013"/>
          <p14:tracePt t="443799" x="12007850" y="5307013"/>
          <p14:tracePt t="443821" x="11980863" y="5307013"/>
          <p14:tracePt t="443823" x="11953875" y="5292725"/>
          <p14:tracePt t="443833" x="11926888" y="5292725"/>
          <p14:tracePt t="443899" x="11939588" y="5292725"/>
          <p14:tracePt t="443916" x="11953875" y="5292725"/>
          <p14:tracePt t="443924" x="11968163" y="5292725"/>
          <p14:tracePt t="443934" x="11980863" y="5292725"/>
          <p14:tracePt t="443956" x="12007850" y="5292725"/>
          <p14:tracePt t="443957" x="12022138" y="5292725"/>
          <p14:tracePt t="443968" x="12034838" y="5292725"/>
          <p14:tracePt t="444169" x="12049125" y="5280025"/>
          <p14:tracePt t="444183" x="12063413" y="5265738"/>
          <p14:tracePt t="444192" x="12063413" y="5253038"/>
          <p14:tracePt t="444203" x="12076113" y="5232400"/>
          <p14:tracePt t="444227" x="12076113" y="5218113"/>
          <p14:tracePt t="444240" x="12076113" y="5205413"/>
          <p14:tracePt t="444250" x="12076113" y="5191125"/>
          <p14:tracePt t="444269" x="12076113" y="5164138"/>
          <p14:tracePt t="444274" x="12063413" y="5164138"/>
          <p14:tracePt t="444282" x="12063413" y="5149850"/>
          <p14:tracePt t="444308" x="12049125" y="5137150"/>
          <p14:tracePt t="444312" x="12034838" y="5122863"/>
          <p14:tracePt t="444321" x="12022138" y="5122863"/>
          <p14:tracePt t="444345" x="11995150" y="5110163"/>
          <p14:tracePt t="444363" x="11980863" y="5095875"/>
          <p14:tracePt t="444365" x="11968163" y="5095875"/>
          <p14:tracePt t="444376" x="11953875" y="5095875"/>
          <p14:tracePt t="444413" x="11939588" y="5095875"/>
          <p14:tracePt t="444431" x="11926888" y="5110163"/>
          <p14:tracePt t="444443" x="11912600" y="5110163"/>
          <p14:tracePt t="444452" x="11891963" y="5110163"/>
          <p14:tracePt t="444467" x="11891963" y="5122863"/>
          <p14:tracePt t="444477" x="11879263" y="5137150"/>
          <p14:tracePt t="444487" x="11864975" y="5137150"/>
          <p14:tracePt t="444499" x="11852275" y="5149850"/>
          <p14:tracePt t="444523" x="11837988" y="5164138"/>
          <p14:tracePt t="444532" x="11837988" y="5176838"/>
          <p14:tracePt t="444551" x="11837988" y="5191125"/>
          <p14:tracePt t="444566" x="11837988" y="5205413"/>
          <p14:tracePt t="444569" x="11837988" y="5218113"/>
          <p14:tracePt t="444577" x="11837988" y="5232400"/>
          <p14:tracePt t="444587" x="11852275" y="5253038"/>
          <p14:tracePt t="444619" x="11864975" y="5265738"/>
          <p14:tracePt t="444624" x="11879263" y="5280025"/>
          <p14:tracePt t="444645" x="11912600" y="5280025"/>
          <p14:tracePt t="444665" x="11926888" y="5280025"/>
          <p14:tracePt t="444677" x="11939588" y="5280025"/>
          <p14:tracePt t="444712" x="11953875" y="5280025"/>
          <p14:tracePt t="444725" x="11953875" y="5265738"/>
          <p14:tracePt t="444733" x="11968163" y="5253038"/>
          <p14:tracePt t="444749" x="11980863" y="5218113"/>
          <p14:tracePt t="444764" x="11980863" y="5205413"/>
          <p14:tracePt t="444778" x="11980863" y="5176838"/>
          <p14:tracePt t="444779" x="11980863" y="5149850"/>
          <p14:tracePt t="444797" x="11968163" y="5137150"/>
          <p14:tracePt t="444808" x="11953875" y="5122863"/>
          <p14:tracePt t="444816" x="11939588" y="5110163"/>
          <p14:tracePt t="444834" x="11891963" y="5095875"/>
          <p14:tracePt t="444850" x="11864975" y="5095875"/>
          <p14:tracePt t="444861" x="11852275" y="5095875"/>
          <p14:tracePt t="444871" x="11837988" y="5095875"/>
          <p14:tracePt t="444900" x="11825288" y="5095875"/>
          <p14:tracePt t="444903" x="11811000" y="5110163"/>
          <p14:tracePt t="444915" x="11796713" y="5122863"/>
          <p14:tracePt t="444932" x="11796713" y="5137150"/>
          <p14:tracePt t="444942" x="11784013" y="5149850"/>
          <p14:tracePt t="444963" x="11796713" y="5176838"/>
          <p14:tracePt t="444980" x="11825288" y="5218113"/>
          <p14:tracePt t="445013" x="11864975" y="5232400"/>
          <p14:tracePt t="445014" x="11891963" y="5253038"/>
          <p14:tracePt t="445027" x="11926888" y="5253038"/>
          <p14:tracePt t="445044" x="11953875" y="5253038"/>
          <p14:tracePt t="445053" x="11980863" y="5253038"/>
          <p14:tracePt t="445068" x="12007850" y="5232400"/>
          <p14:tracePt t="445076" x="12022138" y="5232400"/>
          <p14:tracePt t="445089" x="12034838" y="5218113"/>
          <p14:tracePt t="445116" x="12049125" y="5191125"/>
          <p14:tracePt t="445117" x="12049125" y="5149850"/>
          <p14:tracePt t="445127" x="12049125" y="5122863"/>
          <p14:tracePt t="445147" x="12034838" y="5095875"/>
          <p14:tracePt t="445148" x="12022138" y="5081588"/>
          <p14:tracePt t="445182" x="11939588" y="5033963"/>
          <p14:tracePt t="445194" x="11891963" y="5033963"/>
          <p14:tracePt t="445212" x="11864975" y="5033963"/>
          <p14:tracePt t="445228" x="11852275" y="5033963"/>
          <p14:tracePt t="445243" x="11837988" y="5033963"/>
          <p14:tracePt t="445252" x="11837988" y="5068888"/>
          <p14:tracePt t="445262" x="11825288" y="5081588"/>
          <p14:tracePt t="445282" x="11825288" y="5110163"/>
          <p14:tracePt t="445292" x="11825288" y="5149850"/>
          <p14:tracePt t="445299" x="11825288" y="5176838"/>
          <p14:tracePt t="445311" x="11825288" y="5191125"/>
          <p14:tracePt t="445334" x="11852275" y="5232400"/>
          <p14:tracePt t="445346" x="11879263" y="5232400"/>
          <p14:tracePt t="445359" x="11891963" y="5253038"/>
          <p14:tracePt t="445381" x="11926888" y="5253038"/>
          <p14:tracePt t="445382" x="11939588" y="5253038"/>
          <p14:tracePt t="445392" x="11968163" y="5232400"/>
          <p14:tracePt t="445413" x="12007850" y="5218113"/>
          <p14:tracePt t="445430" x="12034838" y="5176838"/>
          <p14:tracePt t="445465" x="12034838" y="5110163"/>
          <p14:tracePt t="445477" x="12034838" y="5095875"/>
          <p14:tracePt t="445489" x="12022138" y="5081588"/>
          <p14:tracePt t="445500" x="12007850" y="5081588"/>
          <p14:tracePt t="445512" x="11995150" y="5081588"/>
          <p14:tracePt t="445520" x="11968163" y="5081588"/>
          <p14:tracePt t="445538" x="11953875" y="5081588"/>
          <p14:tracePt t="445549" x="11912600" y="5081588"/>
          <p14:tracePt t="445562" x="11879263" y="5095875"/>
          <p14:tracePt t="445569" x="11852275" y="5110163"/>
          <p14:tracePt t="445594" x="11825288" y="5137150"/>
          <p14:tracePt t="445597" x="11811000" y="5164138"/>
          <p14:tracePt t="445611" x="11811000" y="5176838"/>
          <p14:tracePt t="445613" x="11811000" y="5205413"/>
          <p14:tracePt t="445636" x="11825288" y="5253038"/>
          <p14:tracePt t="445650" x="11852275" y="5265738"/>
          <p14:tracePt t="445682" x="11939588" y="5280025"/>
          <p14:tracePt t="445693" x="11968163" y="5280025"/>
          <p14:tracePt t="445711" x="12007850" y="5265738"/>
          <p14:tracePt t="445713" x="12022138" y="5265738"/>
          <p14:tracePt t="445736" x="12049125" y="5253038"/>
          <p14:tracePt t="445737" x="12063413" y="5218113"/>
          <p14:tracePt t="445748" x="12063413" y="5205413"/>
          <p14:tracePt t="445773" x="12076113" y="5164138"/>
          <p14:tracePt t="445779" x="12063413" y="5137150"/>
          <p14:tracePt t="445793" x="12049125" y="5122863"/>
          <p14:tracePt t="445818" x="12022138" y="5095875"/>
          <p14:tracePt t="445825" x="12007850" y="5095875"/>
          <p14:tracePt t="445835" x="11980863" y="5095875"/>
          <p14:tracePt t="445859" x="11968163" y="5095875"/>
          <p14:tracePt t="445860" x="11953875" y="5095875"/>
          <p14:tracePt t="445881" x="11939588" y="5095875"/>
          <p14:tracePt t="445882" x="11926888" y="5110163"/>
          <p14:tracePt t="445897" x="11891963" y="5122863"/>
          <p14:tracePt t="445915" x="11891963" y="5137150"/>
          <p14:tracePt t="445916" x="11879263" y="5176838"/>
          <p14:tracePt t="445927" x="11879263" y="5205413"/>
          <p14:tracePt t="445936" x="11879263" y="5218113"/>
          <p14:tracePt t="445949" x="11891963" y="5253038"/>
          <p14:tracePt t="445960" x="11912600" y="5265738"/>
          <p14:tracePt t="445978" x="11953875" y="5280025"/>
          <p14:tracePt t="445997" x="11980863" y="5292725"/>
          <p14:tracePt t="445998" x="12022138" y="5292725"/>
          <p14:tracePt t="446009" x="12049125" y="5292725"/>
          <p14:tracePt t="446023" x="12076113" y="5292725"/>
          <p14:tracePt t="446051" x="12111038" y="5265738"/>
          <p14:tracePt t="446053" x="12123738" y="5232400"/>
          <p14:tracePt t="446065" x="12123738" y="5218113"/>
          <p14:tracePt t="446079" x="12123738" y="5191125"/>
          <p14:tracePt t="446091" x="12123738" y="5176838"/>
          <p14:tracePt t="446100" x="12111038" y="5164138"/>
          <p14:tracePt t="446110" x="12076113" y="5149850"/>
          <p14:tracePt t="446131" x="12049125" y="5122863"/>
          <p14:tracePt t="446143" x="12022138" y="5122863"/>
          <p14:tracePt t="446162" x="12007850" y="5122863"/>
          <p14:tracePt t="446164" x="11995150" y="5122863"/>
          <p14:tracePt t="446182" x="11980863" y="5122863"/>
          <p14:tracePt t="446184" x="11968163" y="5137150"/>
          <p14:tracePt t="446196" x="11953875" y="5149850"/>
          <p14:tracePt t="446214" x="11939588" y="5176838"/>
          <p14:tracePt t="446247" x="11926888" y="5253038"/>
          <p14:tracePt t="446254" x="11926888" y="5265738"/>
          <p14:tracePt t="446277" x="11980863" y="5292725"/>
          <p14:tracePt t="446286" x="12007850" y="5307013"/>
          <p14:tracePt t="446298" x="12049125" y="5319713"/>
          <p14:tracePt t="446323" x="12123738" y="5319713"/>
          <p14:tracePt t="446331" x="12150725" y="5319713"/>
          <p14:tracePt t="446351" x="12177713" y="5307013"/>
          <p14:tracePt t="448986" x="12177713" y="5033963"/>
          <p14:tracePt t="448995" x="12177713" y="4994275"/>
          <p14:tracePt t="449007" x="12165013" y="4967288"/>
          <p14:tracePt t="449030" x="12150725" y="4938713"/>
          <p14:tracePt t="449032" x="12138025" y="4911725"/>
          <p14:tracePt t="449040" x="12123738" y="4884738"/>
          <p14:tracePt t="449052" x="12090400" y="4824413"/>
          <p14:tracePt t="449066" x="12063413" y="4795838"/>
          <p14:tracePt t="449077" x="12022138" y="4741863"/>
          <p14:tracePt t="449086" x="11980863" y="4700588"/>
          <p14:tracePt t="449116" x="11926888" y="4640263"/>
          <p14:tracePt t="449118" x="11879263" y="4613275"/>
          <p14:tracePt t="449129" x="11811000" y="4557713"/>
          <p14:tracePt t="449166" x="11730038" y="4503738"/>
          <p14:tracePt t="449168" x="11518900" y="4402138"/>
          <p14:tracePt t="449178" x="11430000" y="4375150"/>
          <p14:tracePt t="449201" x="11287125" y="4319588"/>
          <p14:tracePt t="449220" x="11206163" y="4306888"/>
          <p14:tracePt t="449225" x="11137900" y="4271963"/>
          <p14:tracePt t="449235" x="11034713" y="4259263"/>
          <p14:tracePt t="449255" x="10968038" y="4232275"/>
          <p14:tracePt t="449256" x="10864850" y="4217988"/>
          <p14:tracePt t="449272" x="10796588" y="4205288"/>
          <p14:tracePt t="449301" x="10545763" y="4149725"/>
          <p14:tracePt t="449303" x="10456863" y="4137025"/>
          <p14:tracePt t="449317" x="10334625" y="4110038"/>
          <p14:tracePt t="449329" x="10245725" y="4089400"/>
          <p14:tracePt t="449341" x="10102850" y="4062413"/>
          <p14:tracePt t="449347" x="10021888" y="4048125"/>
          <p14:tracePt t="449369" x="9837738" y="4021138"/>
          <p14:tracePt t="449380" x="9769475" y="4006850"/>
          <p14:tracePt t="449405" x="9626600" y="3994150"/>
          <p14:tracePt t="449414" x="9545638" y="3994150"/>
          <p14:tracePt t="449424" x="9471025" y="3994150"/>
          <p14:tracePt t="449450" x="9301163" y="3994150"/>
          <p14:tracePt t="449462" x="9205913" y="3994150"/>
          <p14:tracePt t="449471" x="9102725" y="3994150"/>
          <p14:tracePt t="449482" x="9021763" y="3994150"/>
          <p14:tracePt t="449504" x="8905875" y="3994150"/>
          <p14:tracePt t="449506" x="8824913" y="3994150"/>
          <p14:tracePt t="449515" x="8721725" y="3994150"/>
          <p14:tracePt t="449539" x="8640763" y="3994150"/>
          <p14:tracePt t="449543" x="8524875" y="3994150"/>
          <p14:tracePt t="449549" x="8429625" y="3994150"/>
          <p14:tracePt t="449571" x="8361363" y="3994150"/>
          <p14:tracePt t="449574" x="8245475" y="3994150"/>
          <p14:tracePt t="449583" x="8143875" y="3994150"/>
          <p14:tracePt t="449602" x="8034338" y="3994150"/>
          <p14:tracePt t="449605" x="7947025" y="3994150"/>
          <p14:tracePt t="449618" x="7837488" y="3994150"/>
          <p14:tracePt t="449626" x="7748588" y="3994150"/>
          <p14:tracePt t="449674" x="7415213" y="4062413"/>
          <p14:tracePt t="449689" x="7367588" y="4089400"/>
          <p14:tracePt t="449704" x="7300913" y="4122738"/>
          <p14:tracePt t="449706" x="7272338" y="4137025"/>
          <p14:tracePt t="449737" x="7232650" y="4176713"/>
          <p14:tracePt t="449738" x="7191375" y="4217988"/>
          <p14:tracePt t="449747" x="7158038" y="4244975"/>
          <p14:tracePt t="449763" x="7143750" y="4292600"/>
          <p14:tracePt t="449767" x="7129463" y="4333875"/>
          <p14:tracePt t="449791" x="7102475" y="4429125"/>
          <p14:tracePt t="449804" x="7102475" y="4491038"/>
          <p14:tracePt t="449813" x="7102475" y="4545013"/>
          <p14:tracePt t="449821" x="7116763" y="4586288"/>
          <p14:tracePt t="449837" x="7129463" y="4640263"/>
          <p14:tracePt t="449845" x="7143750" y="4687888"/>
          <p14:tracePt t="449869" x="7205663" y="4783138"/>
          <p14:tracePt t="449901" x="7300913" y="4884738"/>
          <p14:tracePt t="449903" x="7367588" y="4938713"/>
          <p14:tracePt t="449935" x="7566025" y="5068888"/>
          <p14:tracePt t="449947" x="7626350" y="5095875"/>
          <p14:tracePt t="449961" x="7708900" y="5122863"/>
          <p14:tracePt t="449968" x="7748588" y="5137150"/>
          <p14:tracePt t="449985" x="7837488" y="5164138"/>
          <p14:tracePt t="449986" x="7905750" y="5191125"/>
          <p14:tracePt t="450021" x="8062913" y="5218113"/>
          <p14:tracePt t="450023" x="8143875" y="5218113"/>
          <p14:tracePt t="450033" x="8245475" y="5232400"/>
          <p14:tracePt t="450055" x="8340725" y="5253038"/>
          <p14:tracePt t="450058" x="8483600" y="5253038"/>
          <p14:tracePt t="450088" x="8640763" y="5253038"/>
          <p14:tracePt t="450091" x="8920163" y="5265738"/>
          <p14:tracePt t="450099" x="9034463" y="5265738"/>
          <p14:tracePt t="450121" x="9218613" y="5280025"/>
          <p14:tracePt t="450123" x="9361488" y="5280025"/>
          <p14:tracePt t="450133" x="9545638" y="5280025"/>
          <p14:tracePt t="450152" x="9682163" y="5265738"/>
          <p14:tracePt t="450163" x="9864725" y="5265738"/>
          <p14:tracePt t="450170" x="10048875" y="5232400"/>
          <p14:tracePt t="450205" x="10483850" y="5137150"/>
          <p14:tracePt t="450212" x="10653713" y="5081588"/>
          <p14:tracePt t="450240" x="10891838" y="4938713"/>
          <p14:tracePt t="450248" x="11022013" y="4837113"/>
          <p14:tracePt t="450273" x="11177588" y="4687888"/>
          <p14:tracePt t="450288" x="11206163" y="4625975"/>
          <p14:tracePt t="450309" x="11245850" y="4557713"/>
          <p14:tracePt t="450311" x="11260138" y="4518025"/>
          <p14:tracePt t="450312" x="11272838" y="4470400"/>
          <p14:tracePt t="450336" x="11260138" y="4402138"/>
          <p14:tracePt t="450348" x="11245850" y="4375150"/>
          <p14:tracePt t="450360" x="11218863" y="4348163"/>
          <p14:tracePt t="450369" x="11164888" y="4306888"/>
          <p14:tracePt t="450386" x="11102975" y="4271963"/>
          <p14:tracePt t="450397" x="10995025" y="4232275"/>
          <p14:tracePt t="450418" x="10906125" y="4191000"/>
          <p14:tracePt t="450420" x="10756900" y="4149725"/>
          <p14:tracePt t="450454" x="10218738" y="4021138"/>
          <p14:tracePt t="450464" x="10075863" y="3994150"/>
          <p14:tracePt t="450482" x="9891713" y="3952875"/>
          <p14:tracePt t="450483" x="9783763" y="3925888"/>
          <p14:tracePt t="450504" x="9525000" y="3890963"/>
          <p14:tracePt t="450516" x="9456738" y="3878263"/>
          <p14:tracePt t="450527" x="9388475" y="3878263"/>
          <p14:tracePt t="450538" x="9348788" y="3863975"/>
          <p14:tracePt t="450554" x="9301163" y="3863975"/>
          <p14:tracePt t="450567" x="9259888" y="3863975"/>
          <p14:tracePt t="450581" x="9218613" y="3863975"/>
          <p14:tracePt t="450584" x="9177338" y="3863975"/>
          <p14:tracePt t="450603" x="9102725" y="3863975"/>
          <p14:tracePt t="450605" x="9007475" y="3863975"/>
          <p14:tracePt t="450617" x="8932863" y="3878263"/>
          <p14:tracePt t="450635" x="8824913" y="3878263"/>
          <p14:tracePt t="450646" x="8769350" y="3878263"/>
          <p14:tracePt t="450654" x="8667750" y="3890963"/>
          <p14:tracePt t="450664" x="8599488" y="3890963"/>
          <p14:tracePt t="450687" x="8415338" y="3911600"/>
          <p14:tracePt t="450699" x="8340725" y="3911600"/>
          <p14:tracePt t="450707" x="8245475" y="3925888"/>
          <p14:tracePt t="450723" x="8177213" y="3938588"/>
          <p14:tracePt t="450752" x="7905750" y="3979863"/>
          <p14:tracePt t="450767" x="7837488" y="3994150"/>
          <p14:tracePt t="450778" x="7796213" y="4006850"/>
          <p14:tracePt t="450795" x="7748588" y="4021138"/>
          <p14:tracePt t="450802" x="7735888" y="4033838"/>
          <p14:tracePt t="450818" x="7694613" y="4075113"/>
          <p14:tracePt t="450842" x="7681913" y="4089400"/>
          <p14:tracePt t="450843" x="7681913" y="4122738"/>
          <p14:tracePt t="450852" x="7681913" y="4149725"/>
          <p14:tracePt t="450870" x="7681913" y="4176713"/>
          <p14:tracePt t="450881" x="7681913" y="4205288"/>
          <p14:tracePt t="450888" x="7681913" y="4232275"/>
          <p14:tracePt t="450904" x="7681913" y="4259263"/>
          <p14:tracePt t="450915" x="7681913" y="4292600"/>
          <p14:tracePt t="450924" x="7681913" y="4319588"/>
          <p14:tracePt t="450933" x="7681913" y="4348163"/>
          <p14:tracePt t="450953" x="7694613" y="4387850"/>
          <p14:tracePt t="450955" x="7708900" y="4414838"/>
          <p14:tracePt t="450983" x="7735888" y="4503738"/>
          <p14:tracePt t="451000" x="7783513" y="4572000"/>
          <p14:tracePt t="451013" x="7796213" y="4613275"/>
          <p14:tracePt t="451037" x="7837488" y="4687888"/>
          <p14:tracePt t="451044" x="7878763" y="4729163"/>
          <p14:tracePt t="451068" x="7959725" y="4783138"/>
          <p14:tracePt t="451083" x="8007350" y="4810125"/>
          <p14:tracePt t="451117" x="8143875" y="4884738"/>
          <p14:tracePt t="451125" x="8301038" y="4911725"/>
          <p14:tracePt t="451145" x="8361363" y="4926013"/>
          <p14:tracePt t="451146" x="8443913" y="4926013"/>
          <p14:tracePt t="451156" x="8510588" y="4926013"/>
          <p14:tracePt t="451171" x="8613775" y="4938713"/>
          <p14:tracePt t="451182" x="8667750" y="4938713"/>
          <p14:tracePt t="451190" x="8783638" y="4938713"/>
          <p14:tracePt t="451203" x="8920163" y="4938713"/>
          <p14:tracePt t="451212" x="9021763" y="4926013"/>
          <p14:tracePt t="451241" x="9328150" y="4899025"/>
          <p14:tracePt t="451255" x="9510713" y="4851400"/>
          <p14:tracePt t="451266" x="9640888" y="4824413"/>
          <p14:tracePt t="451289" x="9810750" y="4756150"/>
          <p14:tracePt t="451290" x="9906000" y="4700588"/>
          <p14:tracePt t="451292" x="10048875" y="4598988"/>
          <p14:tracePt t="451323" x="10206038" y="4429125"/>
          <p14:tracePt t="451336" x="10245725" y="4360863"/>
          <p14:tracePt t="451339" x="10272713" y="4306888"/>
          <p14:tracePt t="451369" x="10272713" y="4205288"/>
          <p14:tracePt t="451371" x="10260013" y="4164013"/>
          <p14:tracePt t="451382" x="10233025" y="4122738"/>
          <p14:tracePt t="451404" x="10206038" y="4075113"/>
          <p14:tracePt t="451406" x="10150475" y="4033838"/>
          <p14:tracePt t="451416" x="10102850" y="4021138"/>
          <p14:tracePt t="451443" x="10007600" y="3967163"/>
          <p14:tracePt t="451450" x="9953625" y="3938588"/>
          <p14:tracePt t="451474" x="9825038" y="3890963"/>
          <p14:tracePt t="451490" x="9756775" y="3878263"/>
          <p14:tracePt t="451499" x="9694863" y="3878263"/>
          <p14:tracePt t="451517" x="9558338" y="3851275"/>
          <p14:tracePt t="451538" x="9471025" y="3851275"/>
          <p14:tracePt t="451540" x="9415463" y="3851275"/>
          <p14:tracePt t="451551" x="9313863" y="3851275"/>
          <p14:tracePt t="451562" x="9218613" y="3851275"/>
          <p14:tracePt t="451585" x="9048750" y="3863975"/>
          <p14:tracePt t="451600" x="8980488" y="3863975"/>
          <p14:tracePt t="451618" x="8878888" y="3878263"/>
          <p14:tracePt t="451620" x="8824913" y="3890963"/>
          <p14:tracePt t="451629" x="8736013" y="3911600"/>
          <p14:tracePt t="451658" x="8640763" y="3925888"/>
          <p14:tracePt t="451667" x="8586788" y="3938588"/>
          <p14:tracePt t="451689" x="8510588" y="3967163"/>
          <p14:tracePt t="451699" x="8483600" y="3979863"/>
          <p14:tracePt t="451724" x="8415338" y="4021138"/>
          <p14:tracePt t="451733" x="8388350" y="4033838"/>
          <p14:tracePt t="451776" x="8313738" y="4122738"/>
          <p14:tracePt t="451778" x="8301038" y="4137025"/>
          <p14:tracePt t="451788" x="8272463" y="4176713"/>
          <p14:tracePt t="451805" x="8259763" y="4205288"/>
          <p14:tracePt t="451819" x="8245475" y="4244975"/>
          <p14:tracePt t="451820" x="8232775" y="4292600"/>
          <p14:tracePt t="451843" x="8232775" y="4319588"/>
          <p14:tracePt t="451847" x="8232775" y="4375150"/>
          <p14:tracePt t="451856" x="8232775" y="4402138"/>
          <p14:tracePt t="451869" x="8232775" y="4443413"/>
          <p14:tracePt t="451880" x="8232775" y="4470400"/>
          <p14:tracePt t="451888" x="8259763" y="4530725"/>
          <p14:tracePt t="451901" x="8272463" y="4572000"/>
          <p14:tracePt t="451919" x="8313738" y="4625975"/>
          <p14:tracePt t="451928" x="8375650" y="4673600"/>
          <p14:tracePt t="451956" x="8524875" y="4768850"/>
          <p14:tracePt t="451967" x="8586788" y="4795838"/>
          <p14:tracePt t="451989" x="8640763" y="4810125"/>
          <p14:tracePt t="451993" x="8721725" y="4824413"/>
          <p14:tracePt t="452027" x="9075738" y="4851400"/>
          <p14:tracePt t="452035" x="9205913" y="4851400"/>
          <p14:tracePt t="452050" x="9388475" y="4851400"/>
          <p14:tracePt t="452069" x="9510713" y="4851400"/>
          <p14:tracePt t="452071" x="9721850" y="4851400"/>
          <p14:tracePt t="452081" x="9879013" y="4851400"/>
          <p14:tracePt t="452091" x="10075863" y="4810125"/>
          <p14:tracePt t="452103" x="10233025" y="4768850"/>
          <p14:tracePt t="452117" x="10334625" y="4729163"/>
          <p14:tracePt t="452144" x="10483850" y="4613275"/>
          <p14:tracePt t="452147" x="10531475" y="4530725"/>
          <p14:tracePt t="452181" x="10545763" y="4470400"/>
          <p14:tracePt t="452183" x="10545763" y="4387850"/>
          <p14:tracePt t="452196" x="10498138" y="4232275"/>
          <p14:tracePt t="452206" x="10456863" y="4164013"/>
          <p14:tracePt t="452217" x="10429875" y="4137025"/>
          <p14:tracePt t="452228" x="10375900" y="4089400"/>
          <p14:tracePt t="452238" x="10334625" y="4062413"/>
          <p14:tracePt t="452250" x="10233025" y="4021138"/>
          <p14:tracePt t="452269" x="10164763" y="3994150"/>
          <p14:tracePt t="452271" x="10021888" y="3967163"/>
          <p14:tracePt t="452291" x="9810750" y="3938588"/>
          <p14:tracePt t="452306" x="9375775" y="3890963"/>
          <p14:tracePt t="452316" x="9177338" y="3878263"/>
          <p14:tracePt t="452327" x="8878888" y="3878263"/>
          <p14:tracePt t="452353" x="8456613" y="3878263"/>
          <p14:tracePt t="452365" x="8272463" y="3878263"/>
          <p14:tracePt t="452373" x="8191500" y="3878263"/>
          <p14:tracePt t="452390" x="8089900" y="3911600"/>
          <p14:tracePt t="452398" x="8048625" y="3938588"/>
          <p14:tracePt t="452424" x="7980363" y="3994150"/>
          <p14:tracePt t="452436" x="7932738" y="4033838"/>
          <p14:tracePt t="452468" x="7905750" y="4089400"/>
          <p14:tracePt t="452470" x="7878763" y="4191000"/>
          <p14:tracePt t="452502" x="7878763" y="4217988"/>
          <p14:tracePt t="452503" x="7878763" y="4319588"/>
          <p14:tracePt t="452513" x="7878763" y="4375150"/>
          <p14:tracePt t="452522" x="7878763" y="4402138"/>
          <p14:tracePt t="452531" x="7891463" y="4443413"/>
          <p14:tracePt t="452555" x="7920038" y="4503738"/>
          <p14:tracePt t="452565" x="7947025" y="4530725"/>
          <p14:tracePt t="452581" x="7959725" y="4557713"/>
          <p14:tracePt t="452614" x="8048625" y="4625975"/>
          <p14:tracePt t="452631" x="8164513" y="4652963"/>
          <p14:tracePt t="452649" x="8245475" y="4652963"/>
          <p14:tracePt t="452657" x="8328025" y="4673600"/>
          <p14:tracePt t="452665" x="8483600" y="4673600"/>
          <p14:tracePt t="452685" x="8626475" y="4687888"/>
          <p14:tracePt t="452689" x="8810625" y="4687888"/>
          <p14:tracePt t="452697" x="8932863" y="4700588"/>
          <p14:tracePt t="452723" x="9075738" y="4700588"/>
          <p14:tracePt t="452728" x="9191625" y="4700588"/>
          <p14:tracePt t="452734" x="9245600" y="4700588"/>
          <p14:tracePt t="452754" x="9313863" y="4687888"/>
          <p14:tracePt t="452755" x="9348788" y="4687888"/>
          <p14:tracePt t="452768" x="9375775" y="4673600"/>
          <p14:tracePt t="452786" x="9388475" y="4652963"/>
          <p14:tracePt t="452789" x="9402763" y="4652963"/>
          <p14:tracePt t="452800" x="9415463" y="4640263"/>
          <p14:tracePt t="452812" x="9429750" y="4625975"/>
          <p14:tracePt t="452836" x="9456738" y="4613275"/>
          <p14:tracePt t="452854" x="9471025" y="4598988"/>
          <p14:tracePt t="452855" x="9483725" y="4586288"/>
          <p14:tracePt t="452869" x="9498013" y="4572000"/>
          <p14:tracePt t="452890" x="9498013" y="4557713"/>
          <p14:tracePt t="452901" x="9510713" y="4557713"/>
          <p14:tracePt t="452912" x="9510713" y="4545013"/>
          <p14:tracePt t="452937" x="9510713" y="4530725"/>
          <p14:tracePt t="452949" x="9525000" y="4530725"/>
          <p14:tracePt t="452969" x="9525000" y="4518025"/>
          <p14:tracePt t="453012" x="9525000" y="4503738"/>
          <p14:tracePt t="453038" x="9545638" y="4503738"/>
          <p14:tracePt t="453508" x="9545638" y="4491038"/>
          <p14:tracePt t="453720" x="9525000" y="4470400"/>
          <p14:tracePt t="453732" x="9483725" y="4456113"/>
          <p14:tracePt t="453743" x="9456738" y="4443413"/>
          <p14:tracePt t="453755" x="9388475" y="4414838"/>
          <p14:tracePt t="453766" x="9313863" y="4387850"/>
          <p14:tracePt t="453778" x="9232900" y="4360863"/>
          <p14:tracePt t="453788" x="9164638" y="4348163"/>
          <p14:tracePt t="453803" x="9063038" y="4319588"/>
          <p14:tracePt t="453815" x="8967788" y="4306888"/>
          <p14:tracePt t="453835" x="8769350" y="4259263"/>
          <p14:tracePt t="453853" x="8626475" y="4244975"/>
          <p14:tracePt t="453863" x="8524875" y="4232275"/>
          <p14:tracePt t="453871" x="8388350" y="4217988"/>
          <p14:tracePt t="453890" x="8245475" y="4205288"/>
          <p14:tracePt t="453891" x="8116888" y="4205288"/>
          <p14:tracePt t="453906" x="8021638" y="4191000"/>
          <p14:tracePt t="453914" x="7878763" y="4176713"/>
          <p14:tracePt t="453937" x="7640638" y="4149725"/>
          <p14:tracePt t="453955" x="7497763" y="4137025"/>
          <p14:tracePt t="453962" x="7354888" y="4122738"/>
          <p14:tracePt t="453970" x="7245350" y="4110038"/>
          <p14:tracePt t="454004" x="6878638" y="4089400"/>
          <p14:tracePt t="454015" x="6824663" y="4089400"/>
          <p14:tracePt t="454025" x="6762750" y="4089400"/>
          <p14:tracePt t="454037" x="6721475" y="4075113"/>
          <p14:tracePt t="454055" x="6708775" y="4075113"/>
          <p14:tracePt t="454065" x="6681788" y="4075113"/>
          <p14:tracePt t="454099" x="6667500" y="4075113"/>
          <p14:tracePt t="454115" x="6653213" y="4075113"/>
          <p14:tracePt t="454150" x="6599238" y="4062413"/>
          <p14:tracePt t="454285" x="6653213" y="4075113"/>
          <p14:tracePt t="454296" x="7102475" y="4137025"/>
          <p14:tracePt t="454305" x="7415213" y="4164013"/>
          <p14:tracePt t="454318" x="7524750" y="4164013"/>
          <p14:tracePt t="454329" x="7566025" y="4176713"/>
          <p14:tracePt t="454350" x="7599363" y="4176713"/>
          <p14:tracePt t="454364" x="7586663" y="4176713"/>
          <p14:tracePt t="454386" x="7539038" y="4164013"/>
          <p14:tracePt t="454390" x="7483475" y="4149725"/>
          <p14:tracePt t="454400" x="7429500" y="4137025"/>
          <p14:tracePt t="454429" x="7327900" y="4122738"/>
          <p14:tracePt t="454430" x="7286625" y="4110038"/>
          <p14:tracePt t="454448" x="7259638" y="4110038"/>
          <p14:tracePt t="454458" x="7245350" y="4110038"/>
          <p14:tracePt t="454465" x="7232650" y="4110038"/>
          <p14:tracePt t="454479" x="7218363" y="4110038"/>
          <p14:tracePt t="454490" x="7218363" y="4089400"/>
          <p14:tracePt t="454526" x="7205663" y="4089400"/>
          <p14:tracePt t="454533" x="7205663" y="4075113"/>
          <p14:tracePt t="454543" x="7205663" y="4062413"/>
          <p14:tracePt t="454568" x="7191375" y="4062413"/>
          <p14:tracePt t="454573" x="7170738" y="4048125"/>
          <p14:tracePt t="454581" x="7129463" y="4021138"/>
          <p14:tracePt t="454594" x="7089775" y="3994150"/>
          <p14:tracePt t="454614" x="7062788" y="3979863"/>
          <p14:tracePt t="454615" x="7007225" y="3967163"/>
          <p14:tracePt t="454647" x="6837363" y="3911600"/>
          <p14:tracePt t="454678" x="6735763" y="3890963"/>
          <p14:tracePt t="454679" x="6694488" y="3878263"/>
          <p14:tracePt t="454710" x="6599238" y="3863975"/>
          <p14:tracePt t="454711" x="6551613" y="3863975"/>
          <p14:tracePt t="454731" x="6510338" y="3851275"/>
          <p14:tracePt t="454739" x="6483350" y="3851275"/>
          <p14:tracePt t="454748" x="6456363" y="3836988"/>
          <p14:tracePt t="454765" x="6415088" y="3836988"/>
          <p14:tracePt t="454773" x="6381750" y="3824288"/>
          <p14:tracePt t="454795" x="6354763" y="3824288"/>
          <p14:tracePt t="454796" x="6327775" y="3810000"/>
          <p14:tracePt t="454808" x="6300788" y="3810000"/>
          <p14:tracePt t="454828" x="6272213" y="3810000"/>
          <p14:tracePt t="454855" x="6245225" y="3810000"/>
          <p14:tracePt t="454874" x="6232525" y="3810000"/>
          <p14:tracePt t="454883" x="6218238" y="3836988"/>
          <p14:tracePt t="454897" x="6205538" y="3851275"/>
          <p14:tracePt t="454907" x="6184900" y="3878263"/>
          <p14:tracePt t="454922" x="6170613" y="3911600"/>
          <p14:tracePt t="454956" x="6184900" y="3952875"/>
          <p14:tracePt t="454968" x="6184900" y="3967163"/>
          <p14:tracePt t="454979" x="6205538" y="3979863"/>
          <p14:tracePt t="454985" x="6218238" y="3979863"/>
          <p14:tracePt t="455001" x="6245225" y="3979863"/>
          <p14:tracePt t="455016" x="6259513" y="3979863"/>
          <p14:tracePt t="455030" x="6313488" y="3979863"/>
          <p14:tracePt t="455041" x="6340475" y="3967163"/>
          <p14:tracePt t="455056" x="6354763" y="3967163"/>
          <p14:tracePt t="455064" x="6354763" y="3952875"/>
          <p14:tracePt t="455077" x="6367463" y="3938588"/>
          <p14:tracePt t="455103" x="6354763" y="3911600"/>
          <p14:tracePt t="455115" x="6340475" y="3890963"/>
          <p14:tracePt t="455116" x="6327775" y="3863975"/>
          <p14:tracePt t="455130" x="6313488" y="3851275"/>
          <p14:tracePt t="455160" x="6245225" y="3824288"/>
          <p14:tracePt t="455162" x="6205538" y="3824288"/>
          <p14:tracePt t="455179" x="6170613" y="3824288"/>
          <p14:tracePt t="455190" x="6143625" y="3824288"/>
          <p14:tracePt t="455199" x="6129338" y="3824288"/>
          <p14:tracePt t="455213" x="6116638" y="3836988"/>
          <p14:tracePt t="455224" x="6102350" y="3851275"/>
          <p14:tracePt t="455243" x="6089650" y="3890963"/>
          <p14:tracePt t="455262" x="6089650" y="3911600"/>
          <p14:tracePt t="455275" x="6089650" y="3925888"/>
          <p14:tracePt t="455285" x="6102350" y="3925888"/>
          <p14:tracePt t="455298" x="6129338" y="3938588"/>
          <p14:tracePt t="455324" x="6157913" y="3938588"/>
          <p14:tracePt t="455325" x="6184900" y="3938588"/>
          <p14:tracePt t="455333" x="6232525" y="3938588"/>
          <p14:tracePt t="455342" x="6272213" y="3938588"/>
          <p14:tracePt t="455366" x="6300788" y="3938588"/>
          <p14:tracePt t="455368" x="6327775" y="3925888"/>
          <p14:tracePt t="455376" x="6340475" y="3911600"/>
          <p14:tracePt t="455400" x="6340475" y="3890963"/>
          <p14:tracePt t="455401" x="6340475" y="3863975"/>
          <p14:tracePt t="455410" x="6340475" y="3851275"/>
          <p14:tracePt t="455430" x="6340475" y="3836988"/>
          <p14:tracePt t="455432" x="6327775" y="3824288"/>
          <p14:tracePt t="455444" x="6300788" y="3795713"/>
          <p14:tracePt t="455462" x="6286500" y="3795713"/>
          <p14:tracePt t="455475" x="6259513" y="3795713"/>
          <p14:tracePt t="455477" x="6245225" y="3795713"/>
          <p14:tracePt t="455488" x="6218238" y="3795713"/>
          <p14:tracePt t="455499" x="6205538" y="3795713"/>
          <p14:tracePt t="455530" x="6170613" y="3810000"/>
          <p14:tracePt t="455539" x="6157913" y="3824288"/>
          <p14:tracePt t="455566" x="6157913" y="3851275"/>
          <p14:tracePt t="455578" x="6157913" y="3863975"/>
          <p14:tracePt t="455604" x="6184900" y="3878263"/>
          <p14:tracePt t="455613" x="6218238" y="3878263"/>
          <p14:tracePt t="455625" x="6245225" y="3890963"/>
          <p14:tracePt t="455649" x="6300788" y="3890963"/>
          <p14:tracePt t="455659" x="6313488" y="3890963"/>
          <p14:tracePt t="455668" x="6340475" y="3878263"/>
          <p14:tracePt t="455679" x="6354763" y="3878263"/>
          <p14:tracePt t="455701" x="6354763" y="3863975"/>
          <p14:tracePt t="455713" x="6354763" y="3851275"/>
          <p14:tracePt t="455724" x="6354763" y="3836988"/>
          <p14:tracePt t="455748" x="6340475" y="3795713"/>
          <p14:tracePt t="455759" x="6327775" y="3795713"/>
          <p14:tracePt t="455769" x="6313488" y="3783013"/>
          <p14:tracePt t="455791" x="6286500" y="3783013"/>
          <p14:tracePt t="455792" x="6259513" y="3768725"/>
          <p14:tracePt t="455802" x="6245225" y="3768725"/>
          <p14:tracePt t="455830" x="6218238" y="3768725"/>
          <p14:tracePt t="455840" x="6184900" y="3783013"/>
          <p14:tracePt t="455850" x="6157913" y="3810000"/>
          <p14:tracePt t="455866" x="6143625" y="3824288"/>
          <p14:tracePt t="455882" x="6129338" y="3878263"/>
          <p14:tracePt t="455893" x="6129338" y="3890963"/>
          <p14:tracePt t="455910" x="6129338" y="3911600"/>
          <p14:tracePt t="455919" x="6143625" y="3925888"/>
          <p14:tracePt t="455935" x="6170613" y="3938588"/>
          <p14:tracePt t="455942" x="6218238" y="3952875"/>
          <p14:tracePt t="455963" x="6300788" y="3952875"/>
          <p14:tracePt t="455979" x="6340475" y="3952875"/>
          <p14:tracePt t="455986" x="6367463" y="3952875"/>
          <p14:tracePt t="455997" x="6402388" y="3952875"/>
          <p14:tracePt t="456016" x="6415088" y="3925888"/>
          <p14:tracePt t="456029" x="6429375" y="3911600"/>
          <p14:tracePt t="456053" x="6415088" y="3851275"/>
          <p14:tracePt t="456063" x="6381750" y="3836988"/>
          <p14:tracePt t="456073" x="6367463" y="3824288"/>
          <p14:tracePt t="456101" x="6313488" y="3795713"/>
          <p14:tracePt t="456118" x="6300788" y="3795713"/>
          <p14:tracePt t="456119" x="6286500" y="3795713"/>
          <p14:tracePt t="456130" x="6259513" y="3795713"/>
          <p14:tracePt t="456142" x="6245225" y="3810000"/>
          <p14:tracePt t="456163" x="6218238" y="3851275"/>
          <p14:tracePt t="456175" x="6205538" y="3890963"/>
          <p14:tracePt t="456197" x="6184900" y="3938588"/>
          <p14:tracePt t="456207" x="6205538" y="3952875"/>
          <p14:tracePt t="456219" x="6218238" y="3967163"/>
          <p14:tracePt t="456257" x="6327775" y="3994150"/>
          <p14:tracePt t="456275" x="6367463" y="3979863"/>
          <p14:tracePt t="456277" x="6415088" y="3979863"/>
          <p14:tracePt t="456295" x="6456363" y="3967163"/>
          <p14:tracePt t="456302" x="6470650" y="3967163"/>
          <p14:tracePt t="456312" x="6483350" y="3938588"/>
          <p14:tracePt t="456331" x="6483350" y="3925888"/>
          <p14:tracePt t="456333" x="6470650" y="3890963"/>
          <p14:tracePt t="456342" x="6456363" y="3878263"/>
          <p14:tracePt t="456373" x="6381750" y="3824288"/>
          <p14:tracePt t="456379" x="6340475" y="3824288"/>
          <p14:tracePt t="456391" x="6286500" y="3810000"/>
          <p14:tracePt t="456417" x="6184900" y="3810000"/>
          <p14:tracePt t="456426" x="6143625" y="3824288"/>
          <p14:tracePt t="456454" x="6089650" y="3836988"/>
          <p14:tracePt t="456466" x="6075363" y="3851275"/>
          <p14:tracePt t="456483" x="6075363" y="3863975"/>
          <p14:tracePt t="456497" x="6089650" y="3878263"/>
          <p14:tracePt t="456530" x="6102350" y="3890963"/>
          <p14:tracePt t="456531" x="6157913" y="3925888"/>
          <p14:tracePt t="456562" x="6205538" y="3925888"/>
          <p14:tracePt t="456563" x="6327775" y="3925888"/>
          <p14:tracePt t="456574" x="6367463" y="3925888"/>
          <p14:tracePt t="456582" x="6415088" y="3925888"/>
          <p14:tracePt t="456591" x="6443663" y="3911600"/>
          <p14:tracePt t="456615" x="6456363" y="3878263"/>
          <p14:tracePt t="456625" x="6456363" y="3863975"/>
          <p14:tracePt t="456650" x="6429375" y="3824288"/>
          <p14:tracePt t="456658" x="6415088" y="3810000"/>
          <p14:tracePt t="456689" x="6340475" y="3795713"/>
          <p14:tracePt t="456695" x="6300788" y="3795713"/>
          <p14:tracePt t="456719" x="6245225" y="3795713"/>
          <p14:tracePt t="456732" x="6218238" y="3810000"/>
          <p14:tracePt t="456742" x="6184900" y="3824288"/>
          <p14:tracePt t="456765" x="6157913" y="3863975"/>
          <p14:tracePt t="456780" x="6157913" y="3890963"/>
          <p14:tracePt t="456782" x="6157913" y="3925888"/>
          <p14:tracePt t="456792" x="6170613" y="3938588"/>
          <p14:tracePt t="456807" x="6184900" y="3952875"/>
          <p14:tracePt t="456829" x="6259513" y="3967163"/>
          <p14:tracePt t="456849" x="6300788" y="3967163"/>
          <p14:tracePt t="456863" x="6367463" y="3967163"/>
          <p14:tracePt t="456864" x="6429375" y="3967163"/>
          <p14:tracePt t="456881" x="6497638" y="3979863"/>
          <p14:tracePt t="456883" x="6538913" y="3979863"/>
          <p14:tracePt t="456894" x="6565900" y="3967163"/>
          <p14:tracePt t="456928" x="6565900" y="3952875"/>
          <p14:tracePt t="456946" x="6565900" y="3938588"/>
          <p14:tracePt t="456958" x="6565900" y="3925888"/>
          <p14:tracePt t="456966" x="6551613" y="3890963"/>
          <p14:tracePt t="456978" x="6524625" y="3863975"/>
          <p14:tracePt t="456997" x="6456363" y="3824288"/>
          <p14:tracePt t="457008" x="6402388" y="3795713"/>
          <p14:tracePt t="457029" x="6286500" y="3768725"/>
          <p14:tracePt t="457042" x="6245225" y="3768725"/>
          <p14:tracePt t="457061" x="6218238" y="3768725"/>
          <p14:tracePt t="457063" x="6170613" y="3768725"/>
          <p14:tracePt t="457077" x="6143625" y="3795713"/>
          <p14:tracePt t="457086" x="6116638" y="3824288"/>
          <p14:tracePt t="457107" x="6102350" y="3851275"/>
          <p14:tracePt t="457109" x="6089650" y="3890963"/>
          <p14:tracePt t="457129" x="6089650" y="3925888"/>
          <p14:tracePt t="457131" x="6089650" y="3952875"/>
          <p14:tracePt t="457142" x="6102350" y="3967163"/>
          <p14:tracePt t="457153" x="6116638" y="3979863"/>
          <p14:tracePt t="457164" x="6129338" y="3994150"/>
          <p14:tracePt t="457179" x="6157913" y="3994150"/>
          <p14:tracePt t="457191" x="6184900" y="3994150"/>
          <p14:tracePt t="457198" x="6218238" y="3994150"/>
          <p14:tracePt t="457214" x="6245225" y="3994150"/>
          <p14:tracePt t="457225" x="6286500" y="3979863"/>
          <p14:tracePt t="457242" x="6327775" y="3967163"/>
          <p14:tracePt t="457244" x="6354763" y="3952875"/>
          <p14:tracePt t="457289" x="6381750" y="3890963"/>
          <p14:tracePt t="457290" x="6381750" y="3878263"/>
          <p14:tracePt t="457309" x="6381750" y="3863975"/>
          <p14:tracePt t="457325" x="6367463" y="3851275"/>
          <p14:tracePt t="457334" x="6354763" y="3851275"/>
          <p14:tracePt t="457345" x="6340475" y="3851275"/>
          <p14:tracePt t="457364" x="6327775" y="3851275"/>
          <p14:tracePt t="457374" x="6300788" y="3851275"/>
          <p14:tracePt t="457382" x="6272213" y="3851275"/>
          <p14:tracePt t="457391" x="6245225" y="3863975"/>
          <p14:tracePt t="457413" x="6205538" y="3911600"/>
          <p14:tracePt t="457425" x="6170613" y="3938588"/>
          <p14:tracePt t="457444" x="6170613" y="3952875"/>
          <p14:tracePt t="457445" x="6170613" y="3979863"/>
          <p14:tracePt t="457462" x="6170613" y="3994150"/>
          <p14:tracePt t="457474" x="6170613" y="4006850"/>
          <p14:tracePt t="457482" x="6184900" y="4006850"/>
          <p14:tracePt t="457491" x="6218238" y="4006850"/>
          <p14:tracePt t="457514" x="6272213" y="4006850"/>
          <p14:tracePt t="457525" x="6313488" y="4006850"/>
          <p14:tracePt t="457536" x="6354763" y="3994150"/>
          <p14:tracePt t="457551" x="6381750" y="3979863"/>
          <p14:tracePt t="457578" x="6429375" y="3938588"/>
          <p14:tracePt t="457592" x="6429375" y="3911600"/>
          <p14:tracePt t="457594" x="6415088" y="3878263"/>
          <p14:tracePt t="457618" x="6367463" y="3836988"/>
          <p14:tracePt t="457627" x="6340475" y="3824288"/>
          <p14:tracePt t="457647" x="6300788" y="3810000"/>
          <p14:tracePt t="457650" x="6245225" y="3810000"/>
          <p14:tracePt t="457660" x="6218238" y="3810000"/>
          <p14:tracePt t="457675" x="6170613" y="3824288"/>
          <p14:tracePt t="457684" x="6129338" y="3851275"/>
          <p14:tracePt t="457706" x="6102350" y="3925888"/>
          <p14:tracePt t="457715" x="6116638" y="3952875"/>
          <p14:tracePt t="457729" x="6129338" y="3979863"/>
          <p14:tracePt t="457741" x="6157913" y="3994150"/>
          <p14:tracePt t="457761" x="6205538" y="4006850"/>
          <p14:tracePt t="457762" x="6272213" y="4006850"/>
          <p14:tracePt t="457777" x="6327775" y="4021138"/>
          <p14:tracePt t="457791" x="6415088" y="4006850"/>
          <p14:tracePt t="457805" x="6470650" y="3994150"/>
          <p14:tracePt t="457806" x="6510338" y="3979863"/>
          <p14:tracePt t="457829" x="6524625" y="3938588"/>
          <p14:tracePt t="457842" x="6524625" y="3911600"/>
          <p14:tracePt t="457852" x="6510338" y="3890963"/>
          <p14:tracePt t="457866" x="6483350" y="3863975"/>
          <p14:tracePt t="457891" x="6402388" y="3851275"/>
          <p14:tracePt t="457900" x="6367463" y="3851275"/>
          <p14:tracePt t="457912" x="6327775" y="3851275"/>
          <p14:tracePt t="457924" x="6300788" y="3878263"/>
          <p14:tracePt t="457936" x="6272213" y="3890963"/>
          <p14:tracePt t="457951" x="6259513" y="3925888"/>
          <p14:tracePt t="457958" x="6259513" y="3952875"/>
          <p14:tracePt t="457974" x="6272213" y="3979863"/>
          <p14:tracePt t="457989" x="6286500" y="3994150"/>
          <p14:tracePt t="457998" x="6313488" y="3994150"/>
          <p14:tracePt t="458013" x="6340475" y="4006850"/>
          <p14:tracePt t="458027" x="6381750" y="4006850"/>
          <p14:tracePt t="458033" x="6429375" y="4006850"/>
          <p14:tracePt t="458048" x="6470650" y="3994150"/>
          <p14:tracePt t="458057" x="6510338" y="3994150"/>
          <p14:tracePt t="458081" x="6565900" y="3967163"/>
          <p14:tracePt t="458098" x="6565900" y="3952875"/>
          <p14:tracePt t="458109" x="6565900" y="3938588"/>
          <p14:tracePt t="458123" x="6551613" y="3925888"/>
          <p14:tracePt t="458133" x="6524625" y="3890963"/>
          <p14:tracePt t="458178" x="6402388" y="3863975"/>
          <p14:tracePt t="458179" x="6340475" y="3863975"/>
          <p14:tracePt t="458191" x="6300788" y="3878263"/>
          <p14:tracePt t="458206" x="6272213" y="3890963"/>
          <p14:tracePt t="458215" x="6232525" y="3911600"/>
          <p14:tracePt t="458232" x="6218238" y="3952875"/>
          <p14:tracePt t="458245" x="6205538" y="3967163"/>
          <p14:tracePt t="458264" x="6218238" y="3979863"/>
          <p14:tracePt t="458281" x="6218238" y="3994150"/>
          <p14:tracePt t="458282" x="6245225" y="3994150"/>
          <p14:tracePt t="458292" x="6272213" y="4006850"/>
          <p14:tracePt t="458313" x="6327775" y="4006850"/>
          <p14:tracePt t="458324" x="6367463" y="4006850"/>
          <p14:tracePt t="458335" x="6402388" y="3994150"/>
          <p14:tracePt t="458347" x="6415088" y="3994150"/>
          <p14:tracePt t="458368" x="6415088" y="3979863"/>
          <p14:tracePt t="458413" x="6415088" y="3967163"/>
          <p14:tracePt t="458425" x="6402388" y="3967163"/>
          <p14:tracePt t="458436" x="6402388" y="3952875"/>
          <p14:tracePt t="464454" x="6653213" y="3967163"/>
          <p14:tracePt t="464465" x="6777038" y="3967163"/>
          <p14:tracePt t="464476" x="6864350" y="3967163"/>
          <p14:tracePt t="464487" x="6973888" y="3967163"/>
          <p14:tracePt t="464499" x="7048500" y="3967163"/>
          <p14:tracePt t="464513" x="7102475" y="3952875"/>
          <p14:tracePt t="464521" x="7129463" y="3952875"/>
          <p14:tracePt t="464535" x="7129463" y="3938588"/>
          <p14:tracePt t="464554" x="7129463" y="3925888"/>
          <p14:tracePt t="464615" x="6959600" y="3836988"/>
          <p14:tracePt t="464626" x="6878638" y="3824288"/>
          <p14:tracePt t="464664" x="6551613" y="3890963"/>
          <p14:tracePt t="464670" x="6415088" y="3979863"/>
          <p14:tracePt t="464682" x="6286500" y="4075113"/>
          <p14:tracePt t="464694" x="6218238" y="4164013"/>
          <p14:tracePt t="464732" x="6218238" y="4491038"/>
          <p14:tracePt t="464757" x="6272213" y="4586288"/>
          <p14:tracePt t="464758" x="6340475" y="4652963"/>
          <p14:tracePt t="464777" x="6456363" y="4741863"/>
          <p14:tracePt t="464785" x="6538913" y="4768850"/>
          <p14:tracePt t="464799" x="6667500" y="4795838"/>
          <p14:tracePt t="464809" x="6777038" y="4795838"/>
          <p14:tracePt t="464832" x="7218363" y="4795838"/>
          <p14:tracePt t="464845" x="7429500" y="4783138"/>
          <p14:tracePt t="464848" x="7708900" y="4756150"/>
          <p14:tracePt t="464860" x="7980363" y="4714875"/>
          <p14:tracePt t="464871" x="8218488" y="4640263"/>
          <p14:tracePt t="464883" x="8375650" y="4572000"/>
          <p14:tracePt t="464897" x="8539163" y="4470400"/>
          <p14:tracePt t="464927" x="8769350" y="4259263"/>
          <p14:tracePt t="464929" x="8864600" y="4110038"/>
          <p14:tracePt t="464947" x="8920163" y="3925888"/>
          <p14:tracePt t="464949" x="8953500" y="3756025"/>
          <p14:tracePt t="464980" x="8920163" y="3402013"/>
          <p14:tracePt t="464985" x="8864600" y="3205163"/>
          <p14:tracePt t="464994" x="8796338" y="3048000"/>
          <p14:tracePt t="465012" x="8694738" y="2851150"/>
          <p14:tracePt t="465031" x="8572500" y="2681288"/>
          <p14:tracePt t="465032" x="8470900" y="2551113"/>
          <p14:tracePt t="465066" x="8007350" y="2217738"/>
          <p14:tracePt t="465077" x="7878763" y="2143125"/>
          <p14:tracePt t="465092" x="7667625" y="2047875"/>
          <p14:tracePt t="465099" x="7429500" y="1958975"/>
          <p14:tracePt t="465118" x="7259638" y="1905000"/>
          <p14:tracePt t="465119" x="7021513" y="1851025"/>
          <p14:tracePt t="465129" x="6777038" y="1803400"/>
          <p14:tracePt t="465140" x="6524625" y="1789113"/>
          <p14:tracePt t="465165" x="6170613" y="1803400"/>
          <p14:tracePt t="465177" x="5959475" y="1836738"/>
          <p14:tracePt t="465187" x="5810250" y="1890713"/>
          <p14:tracePt t="465204" x="5592763" y="1973263"/>
          <p14:tracePt t="465213" x="5381625" y="2116138"/>
          <p14:tracePt t="465221" x="5245100" y="2244725"/>
          <p14:tracePt t="465250" x="4932363" y="2598738"/>
          <p14:tracePt t="465252" x="4837113" y="2747963"/>
          <p14:tracePt t="465284" x="4776788" y="2851150"/>
          <p14:tracePt t="465286" x="4667250" y="3128963"/>
          <p14:tracePt t="465298" x="4640263" y="3232150"/>
          <p14:tracePt t="465316" x="4640263" y="3360738"/>
          <p14:tracePt t="465327" x="4681538" y="3509963"/>
          <p14:tracePt t="465345" x="4789488" y="3795713"/>
          <p14:tracePt t="465354" x="4891088" y="3952875"/>
          <p14:tracePt t="465375" x="4986338" y="4089400"/>
          <p14:tracePt t="465377" x="5075238" y="4176713"/>
          <p14:tracePt t="465398" x="5170488" y="4292600"/>
          <p14:tracePt t="465405" x="5272088" y="4375150"/>
          <p14:tracePt t="465418" x="5367338" y="4456113"/>
          <p14:tracePt t="465452" x="5810250" y="4687888"/>
          <p14:tracePt t="465458" x="5905500" y="4700588"/>
          <p14:tracePt t="465466" x="6062663" y="4729163"/>
          <p14:tracePt t="465501" x="6626225" y="4768850"/>
          <p14:tracePt t="465511" x="6864350" y="4756150"/>
          <p14:tracePt t="465535" x="7259638" y="4673600"/>
          <p14:tracePt t="465546" x="7443788" y="4598988"/>
          <p14:tracePt t="465557" x="7599363" y="4491038"/>
          <p14:tracePt t="465568" x="7681913" y="4402138"/>
          <p14:tracePt t="465581" x="7783513" y="4259263"/>
          <p14:tracePt t="465597" x="7851775" y="4075113"/>
          <p14:tracePt t="465613" x="7878763" y="3863975"/>
          <p14:tracePt t="465614" x="7878763" y="3694113"/>
          <p14:tracePt t="465632" x="7824788" y="3443288"/>
          <p14:tracePt t="465641" x="7721600" y="3232150"/>
          <p14:tracePt t="465651" x="7640638" y="3089275"/>
          <p14:tracePt t="465669" x="7510463" y="2946400"/>
          <p14:tracePt t="465672" x="7388225" y="2851150"/>
          <p14:tracePt t="465682" x="7286625" y="2795588"/>
          <p14:tracePt t="465711" x="6959600" y="2693988"/>
          <p14:tracePt t="465716" x="6748463" y="2667000"/>
          <p14:tracePt t="465725" x="6599238" y="2667000"/>
          <p14:tracePt t="465751" x="6102350" y="2720975"/>
          <p14:tracePt t="465764" x="5905500" y="2782888"/>
          <p14:tracePt t="465777" x="5667375" y="2890838"/>
          <p14:tracePt t="465791" x="5443538" y="3021013"/>
          <p14:tracePt t="465804" x="5232400" y="3176588"/>
          <p14:tracePt t="465811" x="5102225" y="3286125"/>
          <p14:tracePt t="465821" x="4946650" y="3455988"/>
          <p14:tracePt t="465843" x="4824413" y="3598863"/>
          <p14:tracePt t="465845" x="4762500" y="3694113"/>
          <p14:tracePt t="465864" x="4708525" y="3795713"/>
          <p14:tracePt t="465865" x="4681538" y="3878263"/>
          <p14:tracePt t="465879" x="4681538" y="3938588"/>
          <p14:tracePt t="465888" x="4681538" y="4021138"/>
          <p14:tracePt t="465900" x="4708525" y="4089400"/>
          <p14:tracePt t="465911" x="4748213" y="4176713"/>
          <p14:tracePt t="465935" x="4878388" y="4319588"/>
          <p14:tracePt t="465950" x="4986338" y="4402138"/>
          <p14:tracePt t="465982" x="5340350" y="4572000"/>
          <p14:tracePt t="465987" x="5497513" y="4613275"/>
          <p14:tracePt t="466010" x="5776913" y="4673600"/>
          <p14:tracePt t="466018" x="5959475" y="4687888"/>
          <p14:tracePt t="466031" x="6102350" y="4687888"/>
          <p14:tracePt t="466043" x="6300788" y="4673600"/>
          <p14:tracePt t="466061" x="6456363" y="4640263"/>
          <p14:tracePt t="466078" x="6538913" y="4598988"/>
          <p14:tracePt t="466080" x="6653213" y="4545013"/>
          <p14:tracePt t="466114" x="6796088" y="4387850"/>
          <p14:tracePt t="466115" x="6837363" y="4306888"/>
          <p14:tracePt t="466138" x="6851650" y="4164013"/>
          <p14:tracePt t="466145" x="6824663" y="4006850"/>
          <p14:tracePt t="466147" x="6796088" y="3863975"/>
          <p14:tracePt t="466178" x="6599238" y="3530600"/>
          <p14:tracePt t="466179" x="6456363" y="3375025"/>
          <p14:tracePt t="466192" x="6340475" y="3271838"/>
          <p14:tracePt t="466214" x="6184900" y="3190875"/>
          <p14:tracePt t="466216" x="6048375" y="3128963"/>
          <p14:tracePt t="466246" x="5789613" y="3101975"/>
          <p14:tracePt t="466248" x="5653088" y="3116263"/>
          <p14:tracePt t="466279" x="5300663" y="3217863"/>
          <p14:tracePt t="466280" x="5062538" y="3348038"/>
          <p14:tracePt t="466289" x="4837113" y="3544888"/>
          <p14:tracePt t="466305" x="4708525" y="3681413"/>
          <p14:tracePt t="466314" x="4565650" y="3878263"/>
          <p14:tracePt t="466332" x="4483100" y="4048125"/>
          <p14:tracePt t="466334" x="4443413" y="4164013"/>
          <p14:tracePt t="466362" x="4408488" y="4292600"/>
          <p14:tracePt t="466365" x="4408488" y="4387850"/>
          <p14:tracePt t="466367" x="4429125" y="4470400"/>
          <p14:tracePt t="466395" x="4443413" y="4530725"/>
          <p14:tracePt t="466396" x="4497388" y="4598988"/>
          <p14:tracePt t="466420" x="4578350" y="4687888"/>
          <p14:tracePt t="466427" x="4667250" y="4741863"/>
          <p14:tracePt t="466429" x="4803775" y="4824413"/>
          <p14:tracePt t="466463" x="5286375" y="5095875"/>
          <p14:tracePt t="466475" x="5483225" y="5164138"/>
          <p14:tracePt t="466485" x="5640388" y="5232400"/>
          <p14:tracePt t="466501" x="5748338" y="5265738"/>
          <p14:tracePt t="466503" x="5891213" y="5292725"/>
          <p14:tracePt t="466535" x="6062663" y="5307013"/>
          <p14:tracePt t="466537" x="6129338" y="5319713"/>
          <p14:tracePt t="466568" x="6205538" y="5319713"/>
          <p14:tracePt t="466570" x="6218238" y="5319713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0C42-B4E7-4C1D-AF99-27F72C3B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RSA Example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934681B-7E51-4F04-8CCA-39E699F3B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80807" y="118477"/>
            <a:ext cx="6311193" cy="1815883"/>
            <a:chOff x="5177407" y="-35662"/>
            <a:chExt cx="6311193" cy="181588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B8E57C5-3D94-4D2D-BD1A-DD37B5F32A4B}"/>
                </a:ext>
              </a:extLst>
            </p:cNvPr>
            <p:cNvSpPr/>
            <p:nvPr/>
          </p:nvSpPr>
          <p:spPr>
            <a:xfrm>
              <a:off x="5177407" y="-35662"/>
              <a:ext cx="5917313" cy="1586556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BBFB83-CB3E-4933-B78C-5D96EA47C736}"/>
                </a:ext>
              </a:extLst>
            </p:cNvPr>
            <p:cNvSpPr txBox="1"/>
            <p:nvPr/>
          </p:nvSpPr>
          <p:spPr>
            <a:xfrm>
              <a:off x="5200693" y="-35661"/>
              <a:ext cx="628790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RSA Key Generation</a:t>
              </a:r>
              <a:br>
                <a:rPr lang="en-US" sz="1400" b="1" dirty="0"/>
              </a:br>
              <a:r>
                <a:rPr lang="en-US" sz="1400" b="1" dirty="0"/>
                <a:t>Output</a:t>
              </a:r>
              <a:r>
                <a:rPr lang="en-US" sz="1400" dirty="0"/>
                <a:t>: public key: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</a:rPr>
                <a:t>k</a:t>
              </a:r>
              <a:r>
                <a:rPr lang="en-US" sz="1400" i="1" baseline="-25000" dirty="0" err="1">
                  <a:solidFill>
                    <a:schemeClr val="accent1">
                      <a:lumMod val="75000"/>
                    </a:schemeClr>
                  </a:solidFill>
                </a:rPr>
                <a:t>pub</a:t>
              </a:r>
              <a:r>
                <a:rPr lang="en-US" sz="1400" i="1" dirty="0"/>
                <a:t> </a:t>
              </a:r>
              <a:r>
                <a:rPr lang="en-US" sz="1400" dirty="0"/>
                <a:t>= (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</a:rPr>
                <a:t>n</a:t>
              </a:r>
              <a:r>
                <a:rPr lang="en-US" sz="1400" dirty="0"/>
                <a:t>,</a:t>
              </a:r>
              <a:r>
                <a:rPr lang="en-US" sz="1400" i="1" dirty="0">
                  <a:solidFill>
                    <a:srgbClr val="0070C0"/>
                  </a:solidFill>
                </a:rPr>
                <a:t> e</a:t>
              </a:r>
              <a:r>
                <a:rPr lang="en-US" sz="1400" dirty="0"/>
                <a:t>) and private key: </a:t>
              </a:r>
              <a:r>
                <a:rPr lang="en-US" sz="1400" i="1" dirty="0" err="1">
                  <a:solidFill>
                    <a:schemeClr val="tx2">
                      <a:lumMod val="75000"/>
                    </a:schemeClr>
                  </a:solidFill>
                </a:rPr>
                <a:t>k</a:t>
              </a:r>
              <a:r>
                <a:rPr lang="en-US" sz="1400" i="1" baseline="-25000" dirty="0" err="1">
                  <a:solidFill>
                    <a:schemeClr val="tx2">
                      <a:lumMod val="75000"/>
                    </a:schemeClr>
                  </a:solidFill>
                </a:rPr>
                <a:t>pr</a:t>
              </a:r>
              <a:r>
                <a:rPr lang="en-US" sz="1400" i="1" dirty="0"/>
                <a:t> </a:t>
              </a:r>
              <a:r>
                <a:rPr lang="en-US" sz="1400" dirty="0"/>
                <a:t>= </a:t>
              </a:r>
              <a:r>
                <a:rPr lang="en-US" sz="1400" i="1" dirty="0">
                  <a:solidFill>
                    <a:schemeClr val="tx2">
                      <a:lumMod val="75000"/>
                    </a:schemeClr>
                  </a:solidFill>
                </a:rPr>
                <a:t>d</a:t>
              </a:r>
              <a:br>
                <a:rPr lang="en-US" sz="1400" dirty="0"/>
              </a:br>
              <a:r>
                <a:rPr lang="en-US" sz="1400" dirty="0"/>
                <a:t>1. Choose two large primes </a:t>
              </a:r>
              <a:r>
                <a:rPr lang="en-US" sz="1400" i="1" dirty="0">
                  <a:solidFill>
                    <a:srgbClr val="FF0000"/>
                  </a:solidFill>
                </a:rPr>
                <a:t>p</a:t>
              </a:r>
              <a:r>
                <a:rPr lang="en-US" sz="1400" i="1" dirty="0"/>
                <a:t> </a:t>
              </a:r>
              <a:r>
                <a:rPr lang="en-US" sz="1400" dirty="0"/>
                <a:t>and </a:t>
              </a:r>
              <a:r>
                <a:rPr lang="en-US" sz="1400" i="1" dirty="0">
                  <a:solidFill>
                    <a:srgbClr val="FF0000"/>
                  </a:solidFill>
                </a:rPr>
                <a:t>q</a:t>
              </a:r>
              <a:r>
                <a:rPr lang="en-US" sz="1400" dirty="0"/>
                <a:t>.</a:t>
              </a:r>
              <a:br>
                <a:rPr lang="en-US" sz="1400" dirty="0"/>
              </a:br>
              <a:r>
                <a:rPr lang="en-US" sz="1400" dirty="0"/>
                <a:t>2. Compute 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</a:rPr>
                <a:t>n</a:t>
              </a:r>
              <a:r>
                <a:rPr lang="en-US" sz="1400" i="1" dirty="0"/>
                <a:t> </a:t>
              </a:r>
              <a:r>
                <a:rPr lang="en-US" sz="1400" dirty="0"/>
                <a:t>= </a:t>
              </a:r>
              <a:r>
                <a:rPr lang="en-US" sz="1400" i="1" dirty="0" err="1">
                  <a:solidFill>
                    <a:srgbClr val="FF0000"/>
                  </a:solidFill>
                </a:rPr>
                <a:t>p</a:t>
              </a:r>
              <a:r>
                <a:rPr lang="en-US" sz="1400" dirty="0" err="1"/>
                <a:t>·</a:t>
              </a:r>
              <a:r>
                <a:rPr lang="en-US" sz="1400" i="1" dirty="0" err="1">
                  <a:solidFill>
                    <a:srgbClr val="FF0000"/>
                  </a:solidFill>
                </a:rPr>
                <a:t>q</a:t>
              </a:r>
              <a:r>
                <a:rPr lang="en-US" sz="1400" dirty="0"/>
                <a:t>.</a:t>
              </a:r>
              <a:br>
                <a:rPr lang="en-US" sz="1400" dirty="0"/>
              </a:br>
              <a:r>
                <a:rPr lang="en-US" sz="1400" dirty="0"/>
                <a:t>3. Compute </a:t>
              </a:r>
              <a:r>
                <a:rPr lang="el-GR" sz="1400" dirty="0">
                  <a:solidFill>
                    <a:srgbClr val="7030A0"/>
                  </a:solidFill>
                </a:rPr>
                <a:t>Φ(</a:t>
              </a:r>
              <a:r>
                <a:rPr lang="en-US" sz="1400" i="1" dirty="0">
                  <a:solidFill>
                    <a:srgbClr val="7030A0"/>
                  </a:solidFill>
                </a:rPr>
                <a:t>n</a:t>
              </a:r>
              <a:r>
                <a:rPr lang="en-US" sz="1400" dirty="0">
                  <a:solidFill>
                    <a:srgbClr val="7030A0"/>
                  </a:solidFill>
                </a:rPr>
                <a:t>)</a:t>
              </a:r>
              <a:r>
                <a:rPr lang="en-US" sz="1400" dirty="0"/>
                <a:t> = (</a:t>
              </a:r>
              <a:r>
                <a:rPr lang="en-US" sz="1400" i="1" dirty="0">
                  <a:solidFill>
                    <a:srgbClr val="FF0000"/>
                  </a:solidFill>
                </a:rPr>
                <a:t>p</a:t>
              </a:r>
              <a:r>
                <a:rPr lang="en-US" sz="1400" dirty="0"/>
                <a:t>−1)(</a:t>
              </a:r>
              <a:r>
                <a:rPr lang="en-US" sz="1400" i="1" dirty="0">
                  <a:solidFill>
                    <a:srgbClr val="FF0000"/>
                  </a:solidFill>
                </a:rPr>
                <a:t>q</a:t>
              </a:r>
              <a:r>
                <a:rPr lang="en-US" sz="1400" dirty="0"/>
                <a:t>−1).</a:t>
              </a:r>
              <a:br>
                <a:rPr lang="en-US" sz="1400" dirty="0"/>
              </a:br>
              <a:r>
                <a:rPr lang="en-US" sz="1400" dirty="0"/>
                <a:t>4. Select the public exponent </a:t>
              </a:r>
              <a:r>
                <a:rPr lang="en-US" sz="1400" i="1" dirty="0">
                  <a:solidFill>
                    <a:srgbClr val="0070C0"/>
                  </a:solidFill>
                </a:rPr>
                <a:t>e</a:t>
              </a:r>
              <a:r>
                <a:rPr lang="en-US" sz="1400" i="1" dirty="0"/>
                <a:t> </a:t>
              </a:r>
              <a:r>
                <a:rPr lang="en-US" sz="1400" dirty="0"/>
                <a:t>∈ {1,2,...,</a:t>
              </a:r>
              <a:r>
                <a:rPr lang="el-GR" sz="1400" dirty="0">
                  <a:solidFill>
                    <a:srgbClr val="7030A0"/>
                  </a:solidFill>
                </a:rPr>
                <a:t>Φ(</a:t>
              </a:r>
              <a:r>
                <a:rPr lang="en-US" sz="1400" i="1" dirty="0">
                  <a:solidFill>
                    <a:srgbClr val="7030A0"/>
                  </a:solidFill>
                </a:rPr>
                <a:t>n</a:t>
              </a:r>
              <a:r>
                <a:rPr lang="en-US" sz="1400" dirty="0">
                  <a:solidFill>
                    <a:srgbClr val="7030A0"/>
                  </a:solidFill>
                </a:rPr>
                <a:t>)</a:t>
              </a:r>
              <a:r>
                <a:rPr lang="en-US" sz="1400" dirty="0"/>
                <a:t>−1} such that </a:t>
              </a:r>
              <a:r>
                <a:rPr lang="en-US" sz="1400" dirty="0" err="1"/>
                <a:t>gcd</a:t>
              </a:r>
              <a:r>
                <a:rPr lang="en-US" sz="1400" dirty="0"/>
                <a:t>(</a:t>
              </a:r>
              <a:r>
                <a:rPr lang="en-US" sz="1400" i="1" dirty="0">
                  <a:solidFill>
                    <a:srgbClr val="0070C0"/>
                  </a:solidFill>
                </a:rPr>
                <a:t>e</a:t>
              </a:r>
              <a:r>
                <a:rPr lang="en-US" sz="1400" dirty="0"/>
                <a:t>,</a:t>
              </a:r>
              <a:r>
                <a:rPr lang="el-GR" sz="1400" dirty="0">
                  <a:solidFill>
                    <a:srgbClr val="7030A0"/>
                  </a:solidFill>
                </a:rPr>
                <a:t>Φ(</a:t>
              </a:r>
              <a:r>
                <a:rPr lang="en-US" sz="1400" i="1" dirty="0">
                  <a:solidFill>
                    <a:srgbClr val="7030A0"/>
                  </a:solidFill>
                </a:rPr>
                <a:t>n</a:t>
              </a:r>
              <a:r>
                <a:rPr lang="en-US" sz="1400" dirty="0">
                  <a:solidFill>
                    <a:srgbClr val="7030A0"/>
                  </a:solidFill>
                </a:rPr>
                <a:t>)</a:t>
              </a:r>
              <a:r>
                <a:rPr lang="en-US" sz="1400" dirty="0"/>
                <a:t>) = 1. </a:t>
              </a:r>
            </a:p>
            <a:p>
              <a:r>
                <a:rPr lang="en-US" sz="1400" dirty="0"/>
                <a:t>5. Compute the private key </a:t>
              </a:r>
              <a:r>
                <a:rPr lang="en-US" sz="1400" i="1" dirty="0">
                  <a:solidFill>
                    <a:schemeClr val="tx2">
                      <a:lumMod val="75000"/>
                    </a:schemeClr>
                  </a:solidFill>
                </a:rPr>
                <a:t>d</a:t>
              </a:r>
              <a:r>
                <a:rPr lang="en-US" sz="1400" i="1" dirty="0"/>
                <a:t> </a:t>
              </a:r>
              <a:r>
                <a:rPr lang="en-US" sz="1400" dirty="0"/>
                <a:t>such that </a:t>
              </a:r>
              <a:r>
                <a:rPr lang="en-US" sz="1400" i="1" dirty="0">
                  <a:solidFill>
                    <a:schemeClr val="tx2">
                      <a:lumMod val="75000"/>
                    </a:schemeClr>
                  </a:solidFill>
                </a:rPr>
                <a:t>d</a:t>
              </a:r>
              <a:r>
                <a:rPr lang="en-US" sz="1400" dirty="0"/>
                <a:t>·</a:t>
              </a:r>
              <a:r>
                <a:rPr lang="en-US" sz="1400" i="1" dirty="0">
                  <a:solidFill>
                    <a:srgbClr val="0070C0"/>
                  </a:solidFill>
                </a:rPr>
                <a:t> e</a:t>
              </a:r>
              <a:r>
                <a:rPr lang="en-US" sz="1400" i="1" dirty="0"/>
                <a:t> </a:t>
              </a:r>
              <a:r>
                <a:rPr lang="en-US" sz="1400" dirty="0"/>
                <a:t>≡ 1 mod </a:t>
              </a:r>
              <a:r>
                <a:rPr lang="el-GR" sz="1400" dirty="0">
                  <a:solidFill>
                    <a:srgbClr val="7030A0"/>
                  </a:solidFill>
                </a:rPr>
                <a:t>Φ(</a:t>
              </a:r>
              <a:r>
                <a:rPr lang="en-US" sz="1400" i="1" dirty="0">
                  <a:solidFill>
                    <a:srgbClr val="7030A0"/>
                  </a:solidFill>
                </a:rPr>
                <a:t>n</a:t>
              </a:r>
              <a:r>
                <a:rPr lang="en-US" sz="1400" dirty="0">
                  <a:solidFill>
                    <a:srgbClr val="7030A0"/>
                  </a:solidFill>
                </a:rPr>
                <a:t>)</a:t>
              </a:r>
              <a:r>
                <a:rPr lang="en-US" sz="1400" dirty="0"/>
                <a:t> </a:t>
              </a:r>
            </a:p>
            <a:p>
              <a:endParaRPr lang="en-US" sz="14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B00AE42-9C08-4652-A4AA-69EC65997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233" y="3783086"/>
            <a:ext cx="1163782" cy="1371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CE6915-0B10-46C3-84CB-825F2364EE7B}"/>
              </a:ext>
            </a:extLst>
          </p:cNvPr>
          <p:cNvSpPr/>
          <p:nvPr/>
        </p:nvSpPr>
        <p:spPr>
          <a:xfrm>
            <a:off x="766868" y="3472965"/>
            <a:ext cx="7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" pitchFamily="2" charset="0"/>
              </a:rPr>
              <a:t>Alice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8213D-4EEC-4626-B9DF-D068171F5499}"/>
              </a:ext>
            </a:extLst>
          </p:cNvPr>
          <p:cNvSpPr/>
          <p:nvPr/>
        </p:nvSpPr>
        <p:spPr>
          <a:xfrm>
            <a:off x="1913889" y="3334465"/>
            <a:ext cx="1719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" pitchFamily="2" charset="0"/>
              </a:rPr>
              <a:t>message</a:t>
            </a:r>
            <a:r>
              <a:rPr lang="zh-CN" altLang="en-US" dirty="0">
                <a:latin typeface="Times" pitchFamily="2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" pitchFamily="2" charset="0"/>
              </a:rPr>
              <a:t>x </a:t>
            </a:r>
            <a:r>
              <a:rPr lang="en-US" dirty="0">
                <a:latin typeface="CMR10"/>
              </a:rPr>
              <a:t>= </a:t>
            </a:r>
            <a:r>
              <a:rPr lang="en-US" dirty="0">
                <a:solidFill>
                  <a:srgbClr val="FF0000"/>
                </a:solidFill>
                <a:latin typeface="Times" pitchFamily="2" charset="0"/>
              </a:rPr>
              <a:t>4</a:t>
            </a:r>
            <a:r>
              <a:rPr lang="en-US" dirty="0">
                <a:latin typeface="Times" pitchFamily="2" charset="0"/>
              </a:rPr>
              <a:t> 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55B924-50CB-48B3-B7C5-4EA730D68C73}"/>
                  </a:ext>
                </a:extLst>
              </p:cNvPr>
              <p:cNvSpPr/>
              <p:nvPr/>
            </p:nvSpPr>
            <p:spPr>
              <a:xfrm>
                <a:off x="1891606" y="4284220"/>
                <a:ext cx="1729256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30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i="1" dirty="0">
                  <a:solidFill>
                    <a:schemeClr val="accent1">
                      <a:lumMod val="75000"/>
                    </a:schemeClr>
                  </a:solidFill>
                  <a:latin typeface="Times" pitchFamily="2" charset="0"/>
                </a:endParaRP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33</m:t>
                    </m:r>
                  </m:oMath>
                </a14:m>
                <a:endParaRPr lang="en-US" i="1" dirty="0">
                  <a:latin typeface="Times" pitchFamily="2" charset="0"/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64 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33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lang="en-US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55B924-50CB-48B3-B7C5-4EA730D68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606" y="4284220"/>
                <a:ext cx="1729256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6B41E9-41B0-4997-A2A8-0EAB5A94B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3827016" y="3828421"/>
            <a:ext cx="365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E13923-3C29-4E4C-BE69-9CD5EDF6B5AA}"/>
              </a:ext>
            </a:extLst>
          </p:cNvPr>
          <p:cNvSpPr txBox="1"/>
          <p:nvPr/>
        </p:nvSpPr>
        <p:spPr>
          <a:xfrm>
            <a:off x="5351734" y="3486891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k</a:t>
            </a:r>
            <a:r>
              <a:rPr lang="en-US" i="1" baseline="-25000" dirty="0" err="1">
                <a:solidFill>
                  <a:schemeClr val="accent1">
                    <a:lumMod val="75000"/>
                  </a:schemeClr>
                </a:solidFill>
              </a:rPr>
              <a:t>pub</a:t>
            </a:r>
            <a:r>
              <a:rPr lang="en-US" i="1" dirty="0"/>
              <a:t> </a:t>
            </a:r>
            <a:r>
              <a:rPr lang="en-US" dirty="0"/>
              <a:t>= (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dirty="0"/>
              <a:t>,</a:t>
            </a:r>
            <a:r>
              <a:rPr lang="en-US" i="1" dirty="0">
                <a:solidFill>
                  <a:srgbClr val="0070C0"/>
                </a:solidFill>
              </a:rPr>
              <a:t> e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F955C9-916E-4BF3-82D6-9E755E4D31B2}"/>
              </a:ext>
            </a:extLst>
          </p:cNvPr>
          <p:cNvSpPr/>
          <p:nvPr/>
        </p:nvSpPr>
        <p:spPr>
          <a:xfrm>
            <a:off x="7256017" y="3074524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4. choose </a:t>
            </a:r>
            <a:r>
              <a:rPr lang="en-US" i="1" dirty="0">
                <a:solidFill>
                  <a:srgbClr val="0070C0"/>
                </a:solidFill>
                <a:latin typeface="Times" pitchFamily="2" charset="0"/>
              </a:rPr>
              <a:t>e = 3</a:t>
            </a:r>
            <a:br>
              <a:rPr lang="en-US" dirty="0">
                <a:latin typeface="Times" pitchFamily="2" charset="0"/>
              </a:rPr>
            </a:br>
            <a:endParaRPr lang="en-US" baseline="30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58E894-798B-4ABD-910D-5ACCD815A8E1}"/>
              </a:ext>
            </a:extLst>
          </p:cNvPr>
          <p:cNvSpPr/>
          <p:nvPr/>
        </p:nvSpPr>
        <p:spPr>
          <a:xfrm>
            <a:off x="7256017" y="27507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3. </a:t>
            </a:r>
            <a:r>
              <a:rPr lang="el-GR" dirty="0">
                <a:solidFill>
                  <a:srgbClr val="7030A0"/>
                </a:solidFill>
                <a:latin typeface="Times" pitchFamily="2" charset="0"/>
              </a:rPr>
              <a:t>Φ(</a:t>
            </a:r>
            <a:r>
              <a:rPr lang="en-US" dirty="0">
                <a:solidFill>
                  <a:srgbClr val="7030A0"/>
                </a:solidFill>
                <a:latin typeface="Times" pitchFamily="2" charset="0"/>
              </a:rPr>
              <a:t>n)</a:t>
            </a:r>
            <a:r>
              <a:rPr lang="en-US" dirty="0">
                <a:latin typeface="Times" pitchFamily="2" charset="0"/>
              </a:rPr>
              <a:t> = (p−1)(q−1) = </a:t>
            </a:r>
            <a:r>
              <a:rPr lang="en-US" dirty="0">
                <a:solidFill>
                  <a:srgbClr val="7030A0"/>
                </a:solidFill>
                <a:latin typeface="Times" pitchFamily="2" charset="0"/>
              </a:rPr>
              <a:t>20</a:t>
            </a:r>
            <a:r>
              <a:rPr lang="en-US" dirty="0">
                <a:latin typeface="Times" pitchFamily="2" charset="0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945C40-D8AA-4FCA-9B8B-8952839849EF}"/>
              </a:ext>
            </a:extLst>
          </p:cNvPr>
          <p:cNvSpPr/>
          <p:nvPr/>
        </p:nvSpPr>
        <p:spPr>
          <a:xfrm>
            <a:off x="7271344" y="3381423"/>
            <a:ext cx="2013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 pitchFamily="2" charset="0"/>
              </a:rPr>
              <a:t>5.</a:t>
            </a:r>
            <a:r>
              <a:rPr lang="zh-CN" altLang="en-US" dirty="0">
                <a:latin typeface="Times" pitchFamily="2" charset="0"/>
              </a:rPr>
              <a:t>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</a:rPr>
              <a:t>d </a:t>
            </a:r>
            <a:r>
              <a:rPr lang="en-US" dirty="0">
                <a:latin typeface="CMSY10"/>
              </a:rPr>
              <a:t>≡</a:t>
            </a:r>
            <a:r>
              <a:rPr lang="en-US" i="1" dirty="0">
                <a:solidFill>
                  <a:srgbClr val="0070C0"/>
                </a:solidFill>
                <a:latin typeface="Times" pitchFamily="2" charset="0"/>
              </a:rPr>
              <a:t>e</a:t>
            </a:r>
            <a:r>
              <a:rPr lang="en-US" i="1" baseline="30000" dirty="0">
                <a:latin typeface="Times" pitchFamily="2" charset="0"/>
              </a:rPr>
              <a:t>-1</a:t>
            </a:r>
            <a:r>
              <a:rPr lang="en-US" dirty="0">
                <a:latin typeface="CMSY10"/>
              </a:rPr>
              <a:t> ≡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imes" pitchFamily="2" charset="0"/>
              </a:rPr>
              <a:t>7</a:t>
            </a:r>
            <a:r>
              <a:rPr lang="en-US" i="1" dirty="0">
                <a:solidFill>
                  <a:srgbClr val="0070C0"/>
                </a:solidFill>
                <a:latin typeface="Times" pitchFamily="2" charset="0"/>
              </a:rPr>
              <a:t> </a:t>
            </a:r>
            <a:r>
              <a:rPr lang="en-US" i="1" dirty="0">
                <a:latin typeface="Times" pitchFamily="2" charset="0"/>
              </a:rPr>
              <a:t>mod </a:t>
            </a:r>
            <a:r>
              <a:rPr lang="en-US" i="1" dirty="0">
                <a:solidFill>
                  <a:srgbClr val="7030A0"/>
                </a:solidFill>
                <a:latin typeface="Times" pitchFamily="2" charset="0"/>
              </a:rPr>
              <a:t>20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7EBB9-C869-4C48-905B-CD88D9280AB5}"/>
              </a:ext>
            </a:extLst>
          </p:cNvPr>
          <p:cNvSpPr/>
          <p:nvPr/>
        </p:nvSpPr>
        <p:spPr>
          <a:xfrm>
            <a:off x="10900275" y="3472965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" pitchFamily="2" charset="0"/>
              </a:rPr>
              <a:t>Bob 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86F0F55-2A7D-4750-8C5C-F0F2FADD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34" y="3759376"/>
            <a:ext cx="1165891" cy="108978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6CD094-D5E8-4B02-8086-90017381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827016" y="4020150"/>
            <a:ext cx="36576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DD5540-9F01-4126-AAE7-2771AAEF36AE}"/>
              </a:ext>
            </a:extLst>
          </p:cNvPr>
          <p:cNvSpPr txBox="1"/>
          <p:nvPr/>
        </p:nvSpPr>
        <p:spPr>
          <a:xfrm>
            <a:off x="5593549" y="400545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 pitchFamily="2" charset="0"/>
              </a:rPr>
              <a:t>y</a:t>
            </a:r>
            <a:endParaRPr lang="en-US" baseline="-25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58340-E532-42F4-A130-1DD26A5D0259}"/>
              </a:ext>
            </a:extLst>
          </p:cNvPr>
          <p:cNvSpPr/>
          <p:nvPr/>
        </p:nvSpPr>
        <p:spPr>
          <a:xfrm>
            <a:off x="7256017" y="2150660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1.choose </a:t>
            </a:r>
            <a:r>
              <a:rPr lang="en-US" i="1" dirty="0">
                <a:solidFill>
                  <a:srgbClr val="FF0000"/>
                </a:solidFill>
                <a:latin typeface="Times" pitchFamily="2" charset="0"/>
              </a:rPr>
              <a:t>p</a:t>
            </a:r>
            <a:r>
              <a:rPr lang="en-US" i="1" dirty="0">
                <a:latin typeface="Times" pitchFamily="2" charset="0"/>
              </a:rPr>
              <a:t> = 3</a:t>
            </a:r>
            <a:r>
              <a:rPr lang="zh-CN" altLang="en-US" i="1" dirty="0">
                <a:latin typeface="Times" pitchFamily="2" charset="0"/>
              </a:rPr>
              <a:t> </a:t>
            </a:r>
            <a:r>
              <a:rPr lang="en-US" dirty="0">
                <a:latin typeface="Times" pitchFamily="2" charset="0"/>
              </a:rPr>
              <a:t>and</a:t>
            </a:r>
            <a:r>
              <a:rPr lang="zh-CN" altLang="en-US" dirty="0">
                <a:latin typeface="Times" pitchFamily="2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" pitchFamily="2" charset="0"/>
              </a:rPr>
              <a:t>q</a:t>
            </a:r>
            <a:r>
              <a:rPr lang="en-US" i="1" dirty="0">
                <a:latin typeface="Times" pitchFamily="2" charset="0"/>
              </a:rPr>
              <a:t> = 11</a:t>
            </a:r>
            <a:r>
              <a:rPr lang="zh-CN" altLang="en-US" i="1" dirty="0">
                <a:latin typeface="Times" pitchFamily="2" charset="0"/>
              </a:rPr>
              <a:t> </a:t>
            </a:r>
            <a:br>
              <a:rPr lang="en-US" dirty="0">
                <a:latin typeface="Times" pitchFamily="2" charset="0"/>
              </a:rPr>
            </a:br>
            <a:endParaRPr lang="en-US" baseline="30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4E5068-C8F1-48AC-B688-202C02E631B8}"/>
              </a:ext>
            </a:extLst>
          </p:cNvPr>
          <p:cNvSpPr/>
          <p:nvPr/>
        </p:nvSpPr>
        <p:spPr>
          <a:xfrm>
            <a:off x="7256017" y="2471228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" pitchFamily="2" charset="0"/>
              </a:rPr>
              <a:t>2.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i="1" dirty="0">
                <a:latin typeface="Times" pitchFamily="2" charset="0"/>
              </a:rPr>
              <a:t> </a:t>
            </a:r>
            <a:r>
              <a:rPr lang="en-US" dirty="0">
                <a:latin typeface="CMR10"/>
              </a:rPr>
              <a:t>= </a:t>
            </a:r>
            <a:r>
              <a:rPr lang="en-US" i="1" dirty="0">
                <a:latin typeface="Times" pitchFamily="2" charset="0"/>
              </a:rPr>
              <a:t>p </a:t>
            </a:r>
            <a:r>
              <a:rPr lang="en-US" dirty="0">
                <a:latin typeface="CMSY10"/>
              </a:rPr>
              <a:t>· </a:t>
            </a:r>
            <a:r>
              <a:rPr lang="en-US" i="1" dirty="0">
                <a:latin typeface="Times" pitchFamily="2" charset="0"/>
              </a:rPr>
              <a:t>q =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" pitchFamily="2" charset="0"/>
              </a:rPr>
              <a:t>33</a:t>
            </a:r>
            <a:br>
              <a:rPr lang="en-US" dirty="0">
                <a:latin typeface="Times" pitchFamily="2" charset="0"/>
              </a:rPr>
            </a:br>
            <a:endParaRPr lang="en-US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ECCD1F-6527-4A9C-B4E3-B71182F30EEA}"/>
                  </a:ext>
                </a:extLst>
              </p:cNvPr>
              <p:cNvSpPr/>
              <p:nvPr/>
            </p:nvSpPr>
            <p:spPr>
              <a:xfrm>
                <a:off x="8001415" y="4092967"/>
                <a:ext cx="2705055" cy="18211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 dirty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solidFill>
                    <a:schemeClr val="accent6"/>
                  </a:solidFill>
                  <a:latin typeface="Times" pitchFamily="2" charset="0"/>
                </a:endParaRP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31</m:t>
                    </m:r>
                    <m:r>
                      <a:rPr lang="en-US" i="1" baseline="300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baseline="30000" dirty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solidFill>
                    <a:schemeClr val="accent6"/>
                  </a:solidFill>
                  <a:latin typeface="Times" pitchFamily="2" charset="0"/>
                </a:endParaRP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(−2)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33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−128 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33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33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+4 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33 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ECCD1F-6527-4A9C-B4E3-B71182F30E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415" y="4092967"/>
                <a:ext cx="2705055" cy="18211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F0A931-A966-4404-A65D-7F5D0D85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05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3840"/>
    </mc:Choice>
    <mc:Fallback xmlns="">
      <p:transition spd="slow" advTm="503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2" grpId="0"/>
      <p:bldP spid="19" grpId="0"/>
      <p:bldP spid="18" grpId="0"/>
      <p:bldP spid="20" grpId="0"/>
      <p:bldP spid="15" grpId="0"/>
      <p:bldP spid="17" grpId="0"/>
      <p:bldP spid="16" grpId="0" build="p"/>
    </p:bldLst>
  </p:timing>
  <p:extLst>
    <p:ext uri="{3A86A75C-4F4B-4683-9AE1-C65F6400EC91}">
      <p14:laserTraceLst xmlns:p14="http://schemas.microsoft.com/office/powerpoint/2010/main">
        <p14:tracePtLst>
          <p14:tracePt t="14983" x="6143625" y="5307013"/>
          <p14:tracePt t="14992" x="6089650" y="5292725"/>
          <p14:tracePt t="15002" x="6021388" y="5280025"/>
          <p14:tracePt t="15018" x="5946775" y="5253038"/>
          <p14:tracePt t="15026" x="5891213" y="5218113"/>
          <p14:tracePt t="15042" x="5810250" y="5176838"/>
          <p14:tracePt t="15058" x="5735638" y="5137150"/>
          <p14:tracePt t="15063" x="5694363" y="5110163"/>
          <p14:tracePt t="15077" x="5653088" y="5081588"/>
          <p14:tracePt t="15078" x="5626100" y="5068888"/>
          <p14:tracePt t="15104" x="5613400" y="5054600"/>
          <p14:tracePt t="15115" x="5592763" y="5033963"/>
          <p14:tracePt t="15124" x="5578475" y="5033963"/>
          <p14:tracePt t="15139" x="5565775" y="5021263"/>
          <p14:tracePt t="15149" x="5538788" y="5006975"/>
          <p14:tracePt t="15171" x="5395913" y="4938713"/>
          <p14:tracePt t="15199" x="5170488" y="4824413"/>
          <p14:tracePt t="15203" x="4986338" y="4729163"/>
          <p14:tracePt t="15219" x="4864100" y="4652963"/>
          <p14:tracePt t="15231" x="4694238" y="4572000"/>
          <p14:tracePt t="15246" x="4551363" y="4491038"/>
          <p14:tracePt t="15247" x="4429125" y="4414838"/>
          <p14:tracePt t="15258" x="4340225" y="4360863"/>
          <p14:tracePt t="15272" x="4211638" y="4306888"/>
          <p14:tracePt t="15282" x="4116388" y="4232275"/>
          <p14:tracePt t="15300" x="4048125" y="4176713"/>
          <p14:tracePt t="15320" x="3959225" y="4110038"/>
          <p14:tracePt t="15322" x="3878263" y="4048125"/>
          <p14:tracePt t="15331" x="3789363" y="3979863"/>
          <p14:tracePt t="15341" x="3735388" y="3938588"/>
          <p14:tracePt t="15369" x="3592513" y="3836988"/>
          <p14:tracePt t="15371" x="3551238" y="3810000"/>
          <p14:tracePt t="15382" x="3497263" y="3783013"/>
          <p14:tracePt t="15401" x="3455988" y="3756025"/>
          <p14:tracePt t="15408" x="3422650" y="3741738"/>
          <p14:tracePt t="15430" x="3367088" y="3729038"/>
          <p14:tracePt t="15452" x="3340100" y="3708400"/>
          <p14:tracePt t="15453" x="3327400" y="3694113"/>
          <p14:tracePt t="15464" x="3313113" y="3694113"/>
          <p14:tracePt t="15473" x="3286125" y="3681413"/>
          <p14:tracePt t="15484" x="3259138" y="3667125"/>
          <p14:tracePt t="15508" x="3157538" y="3625850"/>
          <p14:tracePt t="15520" x="3089275" y="3598863"/>
          <p14:tracePt t="15537" x="3027363" y="3557588"/>
          <p14:tracePt t="15548" x="2946400" y="3530600"/>
          <p14:tracePt t="15573" x="2863850" y="3482975"/>
          <p14:tracePt t="15575" x="2803525" y="3455988"/>
          <p14:tracePt t="15590" x="2708275" y="3429000"/>
          <p14:tracePt t="15614" x="2667000" y="3429000"/>
          <p14:tracePt t="15621" x="2619375" y="3429000"/>
          <p14:tracePt t="15638" x="2592388" y="3443288"/>
          <p14:tracePt t="15652" x="2551113" y="3443288"/>
          <p14:tracePt t="15674" x="2482850" y="3470275"/>
          <p14:tracePt t="15676" x="2408238" y="3509963"/>
          <p14:tracePt t="15690" x="2327275" y="3598863"/>
          <p14:tracePt t="15707" x="2312988" y="3625850"/>
          <p14:tracePt t="15708" x="2300288" y="3652838"/>
          <p14:tracePt t="15738" x="2300288" y="3681413"/>
          <p14:tracePt t="15748" x="2312988" y="3694113"/>
          <p14:tracePt t="15758" x="2327275" y="3694113"/>
          <p14:tracePt t="15767" x="2354263" y="3708400"/>
          <p14:tracePt t="15789" x="2470150" y="3708400"/>
          <p14:tracePt t="15799" x="2524125" y="3708400"/>
          <p14:tracePt t="15810" x="2592388" y="3708400"/>
          <p14:tracePt t="15821" x="2681288" y="3694113"/>
          <p14:tracePt t="15839" x="2735263" y="3681413"/>
          <p14:tracePt t="15846" x="2816225" y="3652838"/>
          <p14:tracePt t="15871" x="2959100" y="3586163"/>
          <p14:tracePt t="15888" x="3014663" y="3509963"/>
          <p14:tracePt t="15900" x="3014663" y="3482975"/>
          <p14:tracePt t="15910" x="3014663" y="3455988"/>
          <p14:tracePt t="15947" x="2973388" y="3402013"/>
          <p14:tracePt t="15949" x="2932113" y="3387725"/>
          <p14:tracePt t="15967" x="2843213" y="3348038"/>
          <p14:tracePt t="15986" x="2789238" y="3327400"/>
          <p14:tracePt t="15998" x="2735263" y="3327400"/>
          <p14:tracePt t="16005" x="2681288" y="3313113"/>
          <p14:tracePt t="16019" x="2605088" y="3313113"/>
          <p14:tracePt t="16029" x="2538413" y="3313113"/>
          <p14:tracePt t="16038" x="2482850" y="3327400"/>
          <p14:tracePt t="16049" x="2422525" y="3348038"/>
          <p14:tracePt t="16068" x="2339975" y="3402013"/>
          <p14:tracePt t="16095" x="2300288" y="3470275"/>
          <p14:tracePt t="16104" x="2286000" y="3497263"/>
          <p14:tracePt t="16121" x="2300288" y="3544888"/>
          <p14:tracePt t="16131" x="2312988" y="3571875"/>
          <p14:tracePt t="16152" x="2339975" y="3598863"/>
          <p14:tracePt t="16154" x="2366963" y="3613150"/>
          <p14:tracePt t="16163" x="2422525" y="3625850"/>
          <p14:tracePt t="16189" x="2565400" y="3625850"/>
          <p14:tracePt t="16198" x="2667000" y="3613150"/>
          <p14:tracePt t="16216" x="2762250" y="3586163"/>
          <p14:tracePt t="16218" x="2830513" y="3544888"/>
          <p14:tracePt t="16237" x="2878138" y="3455988"/>
          <p14:tracePt t="16264" x="2878138" y="3375025"/>
          <p14:tracePt t="16271" x="2843213" y="3327400"/>
          <p14:tracePt t="16289" x="2803525" y="3286125"/>
          <p14:tracePt t="16297" x="2735263" y="3244850"/>
          <p14:tracePt t="16307" x="2681288" y="3232150"/>
          <p14:tracePt t="16341" x="2482850" y="3217863"/>
          <p14:tracePt t="16352" x="2408238" y="3232150"/>
          <p14:tracePt t="16364" x="2354263" y="3259138"/>
          <p14:tracePt t="16375" x="2300288" y="3286125"/>
          <p14:tracePt t="16388" x="2271713" y="3313113"/>
          <p14:tracePt t="16398" x="2252663" y="3360738"/>
          <p14:tracePt t="16417" x="2252663" y="3387725"/>
          <p14:tracePt t="16418" x="2252663" y="3414713"/>
          <p14:tracePt t="16432" x="2271713" y="3443288"/>
          <p14:tracePt t="16444" x="2312988" y="3455988"/>
          <p14:tracePt t="16455" x="2354263" y="3470275"/>
          <p14:tracePt t="16470" x="2422525" y="3497263"/>
          <p14:tracePt t="16480" x="2538413" y="3497263"/>
          <p14:tracePt t="16493" x="2646363" y="3497263"/>
          <p14:tracePt t="16518" x="2735263" y="3497263"/>
          <p14:tracePt t="16520" x="2905125" y="3443288"/>
          <p14:tracePt t="16532" x="2932113" y="3414713"/>
          <p14:tracePt t="16544" x="2959100" y="3387725"/>
          <p14:tracePt t="16570" x="2946400" y="3313113"/>
          <p14:tracePt t="16580" x="2932113" y="3300413"/>
          <p14:tracePt t="16590" x="2905125" y="3271838"/>
          <p14:tracePt t="16603" x="2878138" y="3259138"/>
          <p14:tracePt t="16614" x="2830513" y="3244850"/>
          <p14:tracePt t="16632" x="2735263" y="3232150"/>
          <p14:tracePt t="16654" x="2667000" y="3259138"/>
          <p14:tracePt t="16665" x="2619375" y="3271838"/>
          <p14:tracePt t="16679" x="2592388" y="3313113"/>
          <p14:tracePt t="16704" x="2578100" y="3348038"/>
          <p14:tracePt t="16721" x="2578100" y="3387725"/>
          <p14:tracePt t="16723" x="2592388" y="3429000"/>
          <p14:tracePt t="16736" x="2633663" y="3482975"/>
          <p14:tracePt t="16748" x="2681288" y="3497263"/>
          <p14:tracePt t="16762" x="2735263" y="3497263"/>
          <p14:tracePt t="16769" x="2776538" y="3509963"/>
          <p14:tracePt t="16789" x="2843213" y="3509963"/>
          <p14:tracePt t="16800" x="2878138" y="3497263"/>
          <p14:tracePt t="16818" x="2890838" y="3497263"/>
          <p14:tracePt t="16824" x="2905125" y="3482975"/>
          <p14:tracePt t="16848" x="2919413" y="3470275"/>
          <p14:tracePt t="16866" x="2919413" y="3455988"/>
          <p14:tracePt t="16890" x="2905125" y="3455988"/>
          <p14:tracePt t="17597" x="2919413" y="3455988"/>
          <p14:tracePt t="17608" x="2919413" y="3470275"/>
          <p14:tracePt t="17633" x="2932113" y="3482975"/>
          <p14:tracePt t="17665" x="2946400" y="3497263"/>
          <p14:tracePt t="17934" x="2959100" y="3497263"/>
          <p14:tracePt t="17946" x="2973388" y="3497263"/>
          <p14:tracePt t="17957" x="2986088" y="3497263"/>
          <p14:tracePt t="17969" x="3000375" y="3497263"/>
          <p14:tracePt t="17980" x="3027363" y="3497263"/>
          <p14:tracePt t="17992" x="3041650" y="3497263"/>
          <p14:tracePt t="18007" x="3074988" y="3497263"/>
          <p14:tracePt t="18017" x="3089275" y="3497263"/>
          <p14:tracePt t="18026" x="3101975" y="3497263"/>
          <p14:tracePt t="22446" x="3101975" y="3414713"/>
          <p14:tracePt t="22447" x="3089275" y="3375025"/>
          <p14:tracePt t="22459" x="3074988" y="3348038"/>
          <p14:tracePt t="22469" x="3041650" y="3327400"/>
          <p14:tracePt t="22481" x="3027363" y="3313113"/>
          <p14:tracePt t="22495" x="3000375" y="3300413"/>
          <p14:tracePt t="22515" x="2959100" y="3300413"/>
          <p14:tracePt t="22528" x="2932113" y="3300413"/>
          <p14:tracePt t="22538" x="2890838" y="3300413"/>
          <p14:tracePt t="22549" x="2878138" y="3313113"/>
          <p14:tracePt t="22566" x="2816225" y="3327400"/>
          <p14:tracePt t="22576" x="2789238" y="3348038"/>
          <p14:tracePt t="22588" x="2747963" y="3375025"/>
          <p14:tracePt t="22618" x="2708275" y="3402013"/>
          <p14:tracePt t="22621" x="2633663" y="3482975"/>
          <p14:tracePt t="22632" x="2605088" y="3509963"/>
          <p14:tracePt t="22649" x="2592388" y="3544888"/>
          <p14:tracePt t="22650" x="2592388" y="3571875"/>
          <p14:tracePt t="22672" x="2592388" y="3586163"/>
          <p14:tracePt t="22710" x="2633663" y="3613150"/>
          <p14:tracePt t="22729" x="2708275" y="3613150"/>
          <p14:tracePt t="22748" x="2735263" y="3613150"/>
          <p14:tracePt t="22755" x="2776538" y="3613150"/>
          <p14:tracePt t="22765" x="2816225" y="3613150"/>
          <p14:tracePt t="22786" x="2878138" y="3586163"/>
          <p14:tracePt t="22796" x="2890838" y="3571875"/>
          <p14:tracePt t="22821" x="2905125" y="3530600"/>
          <p14:tracePt t="22831" x="2890838" y="3497263"/>
          <p14:tracePt t="22845" x="2863850" y="3470275"/>
          <p14:tracePt t="22869" x="2789238" y="3414713"/>
          <p14:tracePt t="22877" x="2735263" y="3402013"/>
          <p14:tracePt t="22886" x="2693988" y="3402013"/>
          <p14:tracePt t="22906" x="2646363" y="3387725"/>
          <p14:tracePt t="22914" x="2605088" y="3387725"/>
          <p14:tracePt t="22923" x="2578100" y="3402013"/>
          <p14:tracePt t="22950" x="2524125" y="3429000"/>
          <p14:tracePt t="22962" x="2497138" y="3455988"/>
          <p14:tracePt t="22969" x="2497138" y="3482975"/>
          <p14:tracePt t="22985" x="2497138" y="3530600"/>
          <p14:tracePt t="23016" x="2509838" y="3571875"/>
          <p14:tracePt t="23025" x="2524125" y="3586163"/>
          <p14:tracePt t="23027" x="2565400" y="3598863"/>
          <p14:tracePt t="23045" x="2592388" y="3598863"/>
          <p14:tracePt t="23046" x="2619375" y="3598863"/>
          <p14:tracePt t="23055" x="2667000" y="3586163"/>
          <p14:tracePt t="23073" x="2708275" y="3571875"/>
          <p14:tracePt t="23082" x="2735263" y="3557588"/>
          <p14:tracePt t="23101" x="2762250" y="3482975"/>
          <p14:tracePt t="23112" x="2762250" y="3455988"/>
          <p14:tracePt t="23130" x="2747963" y="3429000"/>
          <p14:tracePt t="23137" x="2735263" y="3402013"/>
          <p14:tracePt t="23159" x="2693988" y="3375025"/>
          <p14:tracePt t="23171" x="2667000" y="3375025"/>
          <p14:tracePt t="23183" x="2646363" y="3375025"/>
          <p14:tracePt t="23194" x="2619375" y="3375025"/>
          <p14:tracePt t="23208" x="2605088" y="3375025"/>
          <p14:tracePt t="23233" x="2592388" y="3387725"/>
          <p14:tracePt t="23234" x="2592388" y="3414713"/>
          <p14:tracePt t="23236" x="2592388" y="3429000"/>
          <p14:tracePt t="23245" x="2592388" y="3455988"/>
          <p14:tracePt t="23264" x="2605088" y="3482975"/>
          <p14:tracePt t="23275" x="2633663" y="3497263"/>
          <p14:tracePt t="23290" x="2667000" y="3509963"/>
          <p14:tracePt t="23293" x="2720975" y="3530600"/>
          <p14:tracePt t="23312" x="2830513" y="3530600"/>
          <p14:tracePt t="23327" x="2878138" y="3530600"/>
          <p14:tracePt t="23340" x="2905125" y="3509963"/>
          <p14:tracePt t="23350" x="2919413" y="3497263"/>
          <p14:tracePt t="23366" x="2919413" y="3482975"/>
          <p14:tracePt t="23376" x="2919413" y="3455988"/>
          <p14:tracePt t="23384" x="2905125" y="3429000"/>
          <p14:tracePt t="23401" x="2890838" y="3402013"/>
          <p14:tracePt t="23410" x="2843213" y="3375025"/>
          <p14:tracePt t="23431" x="2803525" y="3360738"/>
          <p14:tracePt t="23433" x="2776538" y="3360738"/>
          <p14:tracePt t="23449" x="2720975" y="3348038"/>
          <p14:tracePt t="23450" x="2681288" y="3348038"/>
          <p14:tracePt t="23481" x="2605088" y="3360738"/>
          <p14:tracePt t="23482" x="2578100" y="3387725"/>
          <p14:tracePt t="23494" x="2565400" y="3414713"/>
          <p14:tracePt t="23511" x="2551113" y="3443288"/>
          <p14:tracePt t="23520" x="2551113" y="3470275"/>
          <p14:tracePt t="23532" x="2578100" y="3497263"/>
          <p14:tracePt t="23544" x="2592388" y="3530600"/>
          <p14:tracePt t="23559" x="2633663" y="3544888"/>
          <p14:tracePt t="23562" x="2681288" y="3557588"/>
          <p14:tracePt t="23582" x="2762250" y="3557588"/>
          <p14:tracePt t="23585" x="2816225" y="3557588"/>
          <p14:tracePt t="23595" x="2890838" y="3557588"/>
          <p14:tracePt t="23614" x="2946400" y="3544888"/>
          <p14:tracePt t="23618" x="2959100" y="3509963"/>
          <p14:tracePt t="23629" x="2973388" y="3482975"/>
          <p14:tracePt t="23648" x="2973388" y="3455988"/>
          <p14:tracePt t="23664" x="2959100" y="3414713"/>
          <p14:tracePt t="23665" x="2932113" y="3387725"/>
          <p14:tracePt t="23677" x="2878138" y="3348038"/>
          <p14:tracePt t="23693" x="2803525" y="3313113"/>
          <p14:tracePt t="23695" x="2747963" y="3313113"/>
          <p14:tracePt t="23716" x="2667000" y="3313113"/>
          <p14:tracePt t="23719" x="2592388" y="3327400"/>
          <p14:tracePt t="23730" x="2538413" y="3348038"/>
          <p14:tracePt t="23748" x="2509838" y="3375025"/>
          <p14:tracePt t="23760" x="2482850" y="3414713"/>
          <p14:tracePt t="23768" x="2482850" y="3455988"/>
          <p14:tracePt t="23778" x="2509838" y="3497263"/>
          <p14:tracePt t="23801" x="2605088" y="3571875"/>
          <p14:tracePt t="23811" x="2681288" y="3598863"/>
          <p14:tracePt t="23821" x="2735263" y="3613150"/>
          <p14:tracePt t="23850" x="2803525" y="3613150"/>
          <p14:tracePt t="23854" x="2890838" y="3598863"/>
          <p14:tracePt t="23855" x="2932113" y="3586163"/>
          <p14:tracePt t="23865" x="2986088" y="3571875"/>
          <p14:tracePt t="23882" x="3014663" y="3557588"/>
          <p14:tracePt t="23895" x="3014663" y="3544888"/>
          <p14:tracePt t="23903" x="3027363" y="3509963"/>
          <p14:tracePt t="23915" x="3027363" y="3497263"/>
          <p14:tracePt t="23933" x="3014663" y="3470275"/>
          <p14:tracePt t="23945" x="2986088" y="3443288"/>
          <p14:tracePt t="23963" x="2959100" y="3443288"/>
          <p14:tracePt t="23971" x="2932113" y="3429000"/>
          <p14:tracePt t="23981" x="2878138" y="3429000"/>
          <p14:tracePt t="23995" x="2816225" y="3429000"/>
          <p14:tracePt t="24012" x="2762250" y="3443288"/>
          <p14:tracePt t="24013" x="2708275" y="3443288"/>
          <p14:tracePt t="24025" x="2646363" y="3470275"/>
          <p14:tracePt t="24042" x="2592388" y="3497263"/>
          <p14:tracePt t="24062" x="2565400" y="3509963"/>
          <p14:tracePt t="24063" x="2551113" y="3530600"/>
          <p14:tracePt t="24086" x="2551113" y="3544888"/>
          <p14:tracePt t="24089" x="2565400" y="3557588"/>
          <p14:tracePt t="24105" x="2592388" y="3571875"/>
          <p14:tracePt t="24120" x="2646363" y="3586163"/>
          <p14:tracePt t="24129" x="2693988" y="3598863"/>
          <p14:tracePt t="24149" x="2830513" y="3598863"/>
          <p14:tracePt t="24161" x="2878138" y="3586163"/>
          <p14:tracePt t="24171" x="2932113" y="3571875"/>
          <p14:tracePt t="24187" x="2946400" y="3544888"/>
          <p14:tracePt t="24211" x="2959100" y="3509963"/>
          <p14:tracePt t="24213" x="2946400" y="3482975"/>
          <p14:tracePt t="24231" x="2919413" y="3443288"/>
          <p14:tracePt t="24243" x="2878138" y="3429000"/>
          <p14:tracePt t="24252" x="2803525" y="3402013"/>
          <p14:tracePt t="24262" x="2735263" y="3387725"/>
          <p14:tracePt t="24283" x="2605088" y="3387725"/>
          <p14:tracePt t="24295" x="2565400" y="3414713"/>
          <p14:tracePt t="24304" x="2524125" y="3443288"/>
          <p14:tracePt t="24320" x="2509838" y="3455988"/>
          <p14:tracePt t="24343" x="2524125" y="3509963"/>
          <p14:tracePt t="24352" x="2538413" y="3544888"/>
          <p14:tracePt t="24363" x="2565400" y="3571875"/>
          <p14:tracePt t="24390" x="2667000" y="3598863"/>
          <p14:tracePt t="24398" x="2720975" y="3598863"/>
          <p14:tracePt t="24418" x="2830513" y="3598863"/>
          <p14:tracePt t="24427" x="2863850" y="3586163"/>
          <p14:tracePt t="24447" x="2890838" y="3557588"/>
          <p14:tracePt t="24454" x="2890838" y="3544888"/>
          <p14:tracePt t="24474" x="2890838" y="3509963"/>
          <p14:tracePt t="24476" x="2878138" y="3497263"/>
          <p14:tracePt t="24487" x="2843213" y="3470275"/>
          <p14:tracePt t="24500" x="2789238" y="3443288"/>
          <p14:tracePt t="24523" x="2667000" y="3414713"/>
          <p14:tracePt t="24532" x="2592388" y="3414713"/>
          <p14:tracePt t="24550" x="2497138" y="3429000"/>
          <p14:tracePt t="24562" x="2470150" y="3455988"/>
          <p14:tracePt t="24582" x="2449513" y="3482975"/>
          <p14:tracePt t="24594" x="2449513" y="3497263"/>
          <p14:tracePt t="24596" x="2470150" y="3530600"/>
          <p14:tracePt t="24613" x="2497138" y="3557588"/>
          <p14:tracePt t="24632" x="2565400" y="3586163"/>
          <p14:tracePt t="24644" x="2592388" y="3586163"/>
          <p14:tracePt t="24656" x="2605088" y="3598863"/>
          <p14:tracePt t="25867" x="2973388" y="3586163"/>
          <p14:tracePt t="25877" x="3435350" y="3557588"/>
          <p14:tracePt t="25888" x="3776663" y="3544888"/>
          <p14:tracePt t="25902" x="4232275" y="3530600"/>
          <p14:tracePt t="25911" x="4592638" y="3530600"/>
          <p14:tracePt t="25923" x="4789488" y="3530600"/>
          <p14:tracePt t="25944" x="5021263" y="3557588"/>
          <p14:tracePt t="25945" x="5129213" y="3571875"/>
          <p14:tracePt t="25957" x="5197475" y="3586163"/>
          <p14:tracePt t="26654" x="5218113" y="3586163"/>
          <p14:tracePt t="26664" x="5470525" y="3613150"/>
          <p14:tracePt t="26679" x="5891213" y="3652838"/>
          <p14:tracePt t="26688" x="6184900" y="3681413"/>
          <p14:tracePt t="26699" x="6640513" y="3729038"/>
          <p14:tracePt t="26716" x="6919913" y="3741738"/>
          <p14:tracePt t="26725" x="7367588" y="3783013"/>
          <p14:tracePt t="26734" x="7653338" y="3824288"/>
          <p14:tracePt t="26744" x="7959725" y="3863975"/>
          <p14:tracePt t="26767" x="8021638" y="3890963"/>
          <p14:tracePt t="27046" x="8034338" y="3890963"/>
          <p14:tracePt t="27069" x="8062913" y="3911600"/>
          <p14:tracePt t="27081" x="8102600" y="3911600"/>
          <p14:tracePt t="27093" x="8191500" y="3925888"/>
          <p14:tracePt t="27104" x="8286750" y="3938588"/>
          <p14:tracePt t="27120" x="8456613" y="3952875"/>
          <p14:tracePt t="27131" x="8558213" y="3952875"/>
          <p14:tracePt t="27141" x="8694738" y="3952875"/>
          <p14:tracePt t="27165" x="9021763" y="3967163"/>
          <p14:tracePt t="27176" x="9259888" y="3967163"/>
          <p14:tracePt t="27207" x="9653588" y="3967163"/>
          <p14:tracePt t="27218" x="9810750" y="3967163"/>
          <p14:tracePt t="27219" x="9994900" y="3967163"/>
          <p14:tracePt t="27229" x="10164763" y="3952875"/>
          <p14:tracePt t="27249" x="10245725" y="3938588"/>
          <p14:tracePt t="27251" x="10361613" y="3925888"/>
          <p14:tracePt t="27262" x="10402888" y="3911600"/>
          <p14:tracePt t="27283" x="10456863" y="3890963"/>
          <p14:tracePt t="27286" x="10471150" y="3890963"/>
          <p14:tracePt t="27296" x="10483850" y="3878263"/>
          <p14:tracePt t="27324" x="10483850" y="3851275"/>
          <p14:tracePt t="27330" x="10483850" y="3836988"/>
          <p14:tracePt t="27352" x="10483850" y="3824288"/>
          <p14:tracePt t="27367" x="10483850" y="3810000"/>
          <p14:tracePt t="27386" x="10483850" y="3795713"/>
          <p14:tracePt t="27397" x="10471150" y="3783013"/>
          <p14:tracePt t="27466" x="10471150" y="3768725"/>
          <p14:tracePt t="27487" x="10483850" y="3756025"/>
          <p14:tracePt t="27499" x="10498138" y="3756025"/>
          <p14:tracePt t="27515" x="10510838" y="3729038"/>
          <p14:tracePt t="27526" x="10545763" y="3694113"/>
          <p14:tracePt t="27535" x="10558463" y="3681413"/>
          <p14:tracePt t="27550" x="10587038" y="3652838"/>
          <p14:tracePt t="27557" x="10599738" y="3640138"/>
          <p14:tracePt t="27588" x="10626725" y="3625850"/>
          <p14:tracePt t="27591" x="10641013" y="3613150"/>
          <p14:tracePt t="27802" x="10626725" y="3625850"/>
          <p14:tracePt t="27812" x="10614025" y="3652838"/>
          <p14:tracePt t="27828" x="10599738" y="3681413"/>
          <p14:tracePt t="27836" x="10587038" y="3708400"/>
          <p14:tracePt t="27847" x="10587038" y="3729038"/>
          <p14:tracePt t="27864" x="10587038" y="3741738"/>
          <p14:tracePt t="27872" x="10599738" y="3768725"/>
          <p14:tracePt t="27881" x="10626725" y="3783013"/>
          <p14:tracePt t="27907" x="10682288" y="3795713"/>
          <p14:tracePt t="27909" x="10729913" y="3810000"/>
          <p14:tracePt t="27919" x="10769600" y="3824288"/>
          <p14:tracePt t="27947" x="10783888" y="3824288"/>
          <p14:tracePt t="28262" x="10796588" y="3824288"/>
          <p14:tracePt t="28274" x="10796588" y="3836988"/>
          <p14:tracePt t="28286" x="10810875" y="3836988"/>
          <p14:tracePt t="28296" x="10825163" y="3836988"/>
          <p14:tracePt t="28315" x="10837863" y="3836988"/>
          <p14:tracePt t="28330" x="10852150" y="3836988"/>
          <p14:tracePt t="28342" x="10864850" y="3836988"/>
          <p14:tracePt t="28362" x="10879138" y="3836988"/>
          <p14:tracePt t="28368" x="10891838" y="3836988"/>
          <p14:tracePt t="28376" x="10906125" y="3836988"/>
          <p14:tracePt t="28409" x="10926763" y="3836988"/>
          <p14:tracePt t="28410" x="10953750" y="3836988"/>
          <p14:tracePt t="28421" x="10968038" y="3836988"/>
          <p14:tracePt t="28433" x="10980738" y="3836988"/>
          <p14:tracePt t="28444" x="10995025" y="3851275"/>
          <p14:tracePt t="28470" x="11007725" y="3851275"/>
          <p14:tracePt t="28478" x="11022013" y="3851275"/>
          <p14:tracePt t="28496" x="11034713" y="3851275"/>
          <p14:tracePt t="28506" x="11063288" y="3851275"/>
          <p14:tracePt t="28531" x="11075988" y="3851275"/>
          <p14:tracePt t="28536" x="11102975" y="3851275"/>
          <p14:tracePt t="28538" x="11137900" y="3851275"/>
          <p14:tracePt t="28546" x="11164888" y="3851275"/>
          <p14:tracePt t="28556" x="11177588" y="3851275"/>
          <p14:tracePt t="28567" x="11218863" y="3851275"/>
          <p14:tracePt t="28592" x="11260138" y="3851275"/>
          <p14:tracePt t="28603" x="11301413" y="3836988"/>
          <p14:tracePt t="28612" x="11334750" y="3824288"/>
          <p14:tracePt t="28630" x="11361738" y="3810000"/>
          <p14:tracePt t="28637" x="11388725" y="3783013"/>
          <p14:tracePt t="28662" x="11415713" y="3694113"/>
          <p14:tracePt t="28675" x="11415713" y="3667125"/>
          <p14:tracePt t="28687" x="11415713" y="3625850"/>
          <p14:tracePt t="28700" x="11415713" y="3586163"/>
          <p14:tracePt t="28702" x="11415713" y="3557588"/>
          <p14:tracePt t="28721" x="11403013" y="3544888"/>
          <p14:tracePt t="28728" x="11388725" y="3509963"/>
          <p14:tracePt t="28751" x="11349038" y="3470275"/>
          <p14:tracePt t="28760" x="11301413" y="3443288"/>
          <p14:tracePt t="28775" x="11260138" y="3414713"/>
          <p14:tracePt t="28787" x="11218863" y="3402013"/>
          <p14:tracePt t="28808" x="11090275" y="3375025"/>
          <p14:tracePt t="28818" x="11034713" y="3360738"/>
          <p14:tracePt t="28840" x="10879138" y="3360738"/>
          <p14:tracePt t="28855" x="10810875" y="3360738"/>
          <p14:tracePt t="28864" x="10756900" y="3360738"/>
          <p14:tracePt t="28874" x="10694988" y="3375025"/>
          <p14:tracePt t="28884" x="10653713" y="3387725"/>
          <p14:tracePt t="28908" x="10599738" y="3414713"/>
          <p14:tracePt t="28920" x="10572750" y="3443288"/>
          <p14:tracePt t="28937" x="10545763" y="3470275"/>
          <p14:tracePt t="28957" x="10531475" y="3497263"/>
          <p14:tracePt t="28960" x="10510838" y="3530600"/>
          <p14:tracePt t="28962" x="10498138" y="3571875"/>
          <p14:tracePt t="28972" x="10498138" y="3598863"/>
          <p14:tracePt t="28990" x="10498138" y="3640138"/>
          <p14:tracePt t="28997" x="10498138" y="3667125"/>
          <p14:tracePt t="29014" x="10498138" y="3681413"/>
          <p14:tracePt t="29019" x="10498138" y="3694113"/>
          <p14:tracePt t="29028" x="10510838" y="3708400"/>
          <p14:tracePt t="29042" x="10531475" y="3729038"/>
          <p14:tracePt t="29054" x="10545763" y="3741738"/>
          <p14:tracePt t="29069" x="10558463" y="3768725"/>
          <p14:tracePt t="29078" x="10587038" y="3783013"/>
          <p14:tracePt t="29092" x="10614025" y="3795713"/>
          <p14:tracePt t="29112" x="10668000" y="3824288"/>
          <p14:tracePt t="29114" x="10742613" y="3851275"/>
          <p14:tracePt t="29123" x="10825163" y="3863975"/>
          <p14:tracePt t="29142" x="10968038" y="3911600"/>
          <p14:tracePt t="29154" x="11049000" y="3925888"/>
          <p14:tracePt t="29175" x="11123613" y="3938588"/>
          <p14:tracePt t="29176" x="11191875" y="3938588"/>
          <p14:tracePt t="29188" x="11272838" y="3938588"/>
          <p14:tracePt t="29197" x="11320463" y="3925888"/>
          <p14:tracePt t="29212" x="11388725" y="3911600"/>
          <p14:tracePt t="29225" x="11430000" y="3890963"/>
          <p14:tracePt t="29248" x="11483975" y="3863975"/>
          <p14:tracePt t="29250" x="11498263" y="3824288"/>
          <p14:tracePt t="29274" x="11545888" y="3783013"/>
          <p14:tracePt t="29275" x="11558588" y="3741738"/>
          <p14:tracePt t="29277" x="11558588" y="3694113"/>
          <p14:tracePt t="29298" x="11558588" y="3652838"/>
          <p14:tracePt t="29312" x="11558588" y="3613150"/>
          <p14:tracePt t="29314" x="11545888" y="3586163"/>
          <p14:tracePt t="29325" x="11531600" y="3557588"/>
          <p14:tracePt t="29340" x="11518900" y="3544888"/>
          <p14:tracePt t="29364" x="11498263" y="3530600"/>
          <p14:tracePt t="29375" x="11444288" y="3497263"/>
          <p14:tracePt t="29376" x="11403013" y="3482975"/>
          <p14:tracePt t="29409" x="11320463" y="3470275"/>
          <p14:tracePt t="29410" x="11245850" y="3470275"/>
          <p14:tracePt t="29422" x="11177588" y="3470275"/>
          <p14:tracePt t="29452" x="11049000" y="3482975"/>
          <p14:tracePt t="29461" x="10968038" y="3509963"/>
          <p14:tracePt t="29470" x="10926763" y="3530600"/>
          <p14:tracePt t="29493" x="10825163" y="3598863"/>
          <p14:tracePt t="29505" x="10796588" y="3640138"/>
          <p14:tracePt t="29520" x="10783888" y="3667125"/>
          <p14:tracePt t="29540" x="10769600" y="3694113"/>
          <p14:tracePt t="29542" x="10769600" y="3741738"/>
          <p14:tracePt t="29552" x="10756900" y="3756025"/>
          <p14:tracePt t="29562" x="10769600" y="3768725"/>
          <p14:tracePt t="29579" x="10769600" y="3783013"/>
          <p14:tracePt t="29584" x="10769600" y="3795713"/>
          <p14:tracePt t="29602" x="10783888" y="3810000"/>
          <p14:tracePt t="29628" x="10796588" y="3810000"/>
          <p14:tracePt t="29637" x="10810875" y="3810000"/>
          <p14:tracePt t="29647" x="10825163" y="3810000"/>
          <p14:tracePt t="29677" x="10837863" y="3810000"/>
          <p14:tracePt t="29739" x="10852150" y="3810000"/>
          <p14:tracePt t="59025" x="10769600" y="3756025"/>
          <p14:tracePt t="59041" x="10572750" y="3557588"/>
          <p14:tracePt t="59047" x="10402888" y="3313113"/>
          <p14:tracePt t="59062" x="10272713" y="3149600"/>
          <p14:tracePt t="59070" x="10090150" y="2919413"/>
          <p14:tracePt t="59083" x="9967913" y="2768600"/>
          <p14:tracePt t="59101" x="9626600" y="2455863"/>
          <p14:tracePt t="59113" x="9444038" y="2300288"/>
          <p14:tracePt t="59129" x="9259888" y="2184400"/>
          <p14:tracePt t="59147" x="9164638" y="2128838"/>
          <p14:tracePt t="59158" x="9007475" y="2062163"/>
          <p14:tracePt t="59160" x="8920163" y="2020888"/>
          <p14:tracePt t="59183" x="8783638" y="1958975"/>
          <p14:tracePt t="59200" x="8769350" y="1946275"/>
          <p14:tracePt t="59267" x="8756650" y="1946275"/>
          <p14:tracePt t="59279" x="8721725" y="1931988"/>
          <p14:tracePt t="59296" x="8640763" y="1890713"/>
          <p14:tracePt t="59304" x="8429625" y="1762125"/>
          <p14:tracePt t="59314" x="8191500" y="1625600"/>
          <p14:tracePt t="59334" x="7947025" y="1470025"/>
          <p14:tracePt t="59342" x="7796213" y="1366838"/>
          <p14:tracePt t="59352" x="7640638" y="1285875"/>
          <p14:tracePt t="59383" x="7402513" y="1196975"/>
          <p14:tracePt t="59395" x="7354888" y="1184275"/>
          <p14:tracePt t="59406" x="7327900" y="1184275"/>
          <p14:tracePt t="59415" x="7313613" y="1184275"/>
          <p14:tracePt t="59451" x="7300913" y="1184275"/>
          <p14:tracePt t="59476" x="7286625" y="1196975"/>
          <p14:tracePt t="59511" x="7272338" y="1196975"/>
          <p14:tracePt t="59518" x="7272338" y="1211263"/>
          <p14:tracePt t="59565" x="7259638" y="1211263"/>
          <p14:tracePt t="59616" x="7245350" y="1211263"/>
          <p14:tracePt t="59627" x="7218363" y="1211263"/>
          <p14:tracePt t="59644" x="7191375" y="1211263"/>
          <p14:tracePt t="59652" x="7158038" y="1196975"/>
          <p14:tracePt t="59663" x="7129463" y="1196975"/>
          <p14:tracePt t="59682" x="7102475" y="1184275"/>
          <p14:tracePt t="59691" x="7075488" y="1184275"/>
          <p14:tracePt t="59708" x="7062788" y="1184275"/>
          <p14:tracePt t="59709" x="7034213" y="1184275"/>
          <p14:tracePt t="59719" x="7021513" y="1184275"/>
          <p14:tracePt t="59734" x="7007225" y="1184275"/>
          <p14:tracePt t="59787" x="7021513" y="1184275"/>
          <p14:tracePt t="59797" x="7048500" y="1184275"/>
          <p14:tracePt t="59812" x="7089775" y="1184275"/>
          <p14:tracePt t="59821" x="7129463" y="1184275"/>
          <p14:tracePt t="59834" x="7170738" y="1196975"/>
          <p14:tracePt t="59845" x="7205663" y="1196975"/>
          <p14:tracePt t="59864" x="7232650" y="1196975"/>
          <p14:tracePt t="59866" x="7259638" y="1196975"/>
          <p14:tracePt t="59877" x="7272338" y="1196975"/>
          <p14:tracePt t="59942" x="7245350" y="1196975"/>
          <p14:tracePt t="59953" x="7218363" y="1196975"/>
          <p14:tracePt t="59965" x="7129463" y="1184275"/>
          <p14:tracePt t="59980" x="7048500" y="1184275"/>
          <p14:tracePt t="59992" x="6959600" y="1184275"/>
          <p14:tracePt t="60000" x="6905625" y="1184275"/>
          <p14:tracePt t="60016" x="6837363" y="1169988"/>
          <p14:tracePt t="60027" x="6796088" y="1169988"/>
          <p14:tracePt t="60035" x="6777038" y="1169988"/>
          <p14:tracePt t="60045" x="6762750" y="1169988"/>
          <p14:tracePt t="60091" x="6777038" y="1169988"/>
          <p14:tracePt t="60101" x="6796088" y="1169988"/>
          <p14:tracePt t="60113" x="6810375" y="1169988"/>
          <p14:tracePt t="60128" x="6837363" y="1169988"/>
          <p14:tracePt t="60136" x="6878638" y="1169988"/>
          <p14:tracePt t="60147" x="6919913" y="1169988"/>
          <p14:tracePt t="60165" x="6973888" y="1169988"/>
          <p14:tracePt t="60172" x="7034213" y="1184275"/>
          <p14:tracePt t="60184" x="7089775" y="1184275"/>
          <p14:tracePt t="60193" x="7116763" y="1184275"/>
          <p14:tracePt t="60220" x="7170738" y="1196975"/>
          <p14:tracePt t="60274" x="7158038" y="1196975"/>
          <p14:tracePt t="60282" x="7116763" y="1196975"/>
          <p14:tracePt t="60302" x="7048500" y="1196975"/>
          <p14:tracePt t="60303" x="7007225" y="1196975"/>
          <p14:tracePt t="60315" x="6919913" y="1184275"/>
          <p14:tracePt t="60335" x="6851650" y="1184275"/>
          <p14:tracePt t="60341" x="6777038" y="1184275"/>
          <p14:tracePt t="60350" x="6735763" y="1184275"/>
          <p14:tracePt t="60360" x="6694488" y="1169988"/>
          <p14:tracePt t="60381" x="6667500" y="1169988"/>
          <p14:tracePt t="60442" x="6694488" y="1169988"/>
          <p14:tracePt t="60451" x="6735763" y="1169988"/>
          <p14:tracePt t="60466" x="6762750" y="1184275"/>
          <p14:tracePt t="60477" x="6824663" y="1184275"/>
          <p14:tracePt t="60486" x="6891338" y="1184275"/>
          <p14:tracePt t="60501" x="6932613" y="1196975"/>
          <p14:tracePt t="60510" x="6973888" y="1196975"/>
          <p14:tracePt t="60518" x="7021513" y="1196975"/>
          <p14:tracePt t="60537" x="7034213" y="1196975"/>
          <p14:tracePt t="60546" x="7048500" y="1196975"/>
          <p14:tracePt t="60598" x="7021513" y="1196975"/>
          <p14:tracePt t="60612" x="7007225" y="1196975"/>
          <p14:tracePt t="60629" x="6973888" y="1211263"/>
          <p14:tracePt t="60630" x="6932613" y="1211263"/>
          <p14:tracePt t="60644" x="6891338" y="1211263"/>
          <p14:tracePt t="60654" x="6864350" y="1211263"/>
          <p14:tracePt t="60664" x="6837363" y="1211263"/>
          <p14:tracePt t="60683" x="6824663" y="1211263"/>
          <p14:tracePt t="60719" x="6837363" y="1211263"/>
          <p14:tracePt t="60731" x="6851650" y="1196975"/>
          <p14:tracePt t="60767" x="6946900" y="1196975"/>
          <p14:tracePt t="60781" x="7075488" y="1196975"/>
          <p14:tracePt t="60788" x="7143750" y="1211263"/>
          <p14:tracePt t="60804" x="7205663" y="1211263"/>
          <p14:tracePt t="60813" x="7232650" y="1211263"/>
          <p14:tracePt t="60822" x="7272338" y="1211263"/>
          <p14:tracePt t="60845" x="7313613" y="1211263"/>
          <p14:tracePt t="60862" x="7327900" y="1211263"/>
          <p14:tracePt t="60870" x="7340600" y="1211263"/>
          <p14:tracePt t="60880" x="7354888" y="1211263"/>
          <p14:tracePt t="60896" x="7367588" y="1211263"/>
          <p14:tracePt t="60904" x="7388225" y="1211263"/>
          <p14:tracePt t="60913" x="7402513" y="1211263"/>
          <p14:tracePt t="60923" x="7429500" y="1211263"/>
          <p14:tracePt t="60950" x="7483475" y="1211263"/>
          <p14:tracePt t="60961" x="7524750" y="1211263"/>
          <p14:tracePt t="60971" x="7551738" y="1211263"/>
          <p14:tracePt t="60980" x="7613650" y="1211263"/>
          <p14:tracePt t="61000" x="7653338" y="1211263"/>
          <p14:tracePt t="61003" x="7708900" y="1211263"/>
          <p14:tracePt t="61012" x="7748588" y="1211263"/>
          <p14:tracePt t="61024" x="7824788" y="1211263"/>
          <p14:tracePt t="61049" x="7920038" y="1211263"/>
          <p14:tracePt t="61061" x="7980363" y="1211263"/>
          <p14:tracePt t="61070" x="8034338" y="1211263"/>
          <p14:tracePt t="61085" x="8089900" y="1211263"/>
          <p14:tracePt t="61095" x="8143875" y="1211263"/>
          <p14:tracePt t="61103" x="8205788" y="1211263"/>
          <p14:tracePt t="61114" x="8259763" y="1211263"/>
          <p14:tracePt t="61133" x="8286750" y="1211263"/>
          <p14:tracePt t="61143" x="8328025" y="1223963"/>
          <p14:tracePt t="61156" x="8375650" y="1223963"/>
          <p14:tracePt t="61164" x="8388350" y="1223963"/>
          <p14:tracePt t="61180" x="8402638" y="1223963"/>
          <p14:tracePt t="61237" x="8388350" y="1223963"/>
          <p14:tracePt t="61249" x="8361363" y="1223963"/>
          <p14:tracePt t="61272" x="8301038" y="1223963"/>
          <p14:tracePt t="61275" x="8232775" y="1223963"/>
          <p14:tracePt t="61283" x="8164513" y="1223963"/>
          <p14:tracePt t="61299" x="8089900" y="1244600"/>
          <p14:tracePt t="61311" x="7994650" y="1244600"/>
          <p14:tracePt t="61320" x="7932738" y="1244600"/>
          <p14:tracePt t="61355" x="7626350" y="1258888"/>
          <p14:tracePt t="61364" x="7551738" y="1258888"/>
          <p14:tracePt t="61372" x="7470775" y="1258888"/>
          <p14:tracePt t="61386" x="7415213" y="1258888"/>
          <p14:tracePt t="61395" x="7388225" y="1258888"/>
          <p14:tracePt t="61407" x="7354888" y="1258888"/>
          <p14:tracePt t="61495" x="7354888" y="1244600"/>
          <p14:tracePt t="61510" x="7367588" y="1244600"/>
          <p14:tracePt t="61519" x="7388225" y="1244600"/>
          <p14:tracePt t="61530" x="7415213" y="1244600"/>
          <p14:tracePt t="61549" x="7443788" y="1244600"/>
          <p14:tracePt t="61555" x="7483475" y="1244600"/>
          <p14:tracePt t="61566" x="7524750" y="1258888"/>
          <p14:tracePt t="61575" x="7566025" y="1258888"/>
          <p14:tracePt t="61599" x="7667625" y="1271588"/>
          <p14:tracePt t="61612" x="7721600" y="1271588"/>
          <p14:tracePt t="61620" x="7762875" y="1271588"/>
          <p14:tracePt t="61637" x="7796213" y="1271588"/>
          <p14:tracePt t="61644" x="7837488" y="1271588"/>
          <p14:tracePt t="61654" x="7851775" y="1271588"/>
          <p14:tracePt t="61666" x="7864475" y="1271588"/>
          <p14:tracePt t="61685" x="7878763" y="1271588"/>
          <p14:tracePt t="61733" x="7864475" y="1271588"/>
          <p14:tracePt t="61744" x="7851775" y="1271588"/>
          <p14:tracePt t="61755" x="7796213" y="1271588"/>
          <p14:tracePt t="61767" x="7721600" y="1271588"/>
          <p14:tracePt t="61783" x="7640638" y="1271588"/>
          <p14:tracePt t="61812" x="7566025" y="1271588"/>
          <p14:tracePt t="61814" x="7483475" y="1258888"/>
          <p14:tracePt t="61829" x="7313613" y="1258888"/>
          <p14:tracePt t="61838" x="7232650" y="1258888"/>
          <p14:tracePt t="61848" x="7158038" y="1244600"/>
          <p14:tracePt t="61863" x="7116763" y="1244600"/>
          <p14:tracePt t="61871" x="7089775" y="1244600"/>
          <p14:tracePt t="61883" x="7075488" y="1244600"/>
          <p14:tracePt t="62259" x="7102475" y="1244600"/>
          <p14:tracePt t="62263" x="7129463" y="1244600"/>
          <p14:tracePt t="62275" x="7170738" y="1244600"/>
          <p14:tracePt t="62284" x="7205663" y="1244600"/>
          <p14:tracePt t="62297" x="7259638" y="1258888"/>
          <p14:tracePt t="62308" x="7313613" y="1258888"/>
          <p14:tracePt t="62317" x="7367588" y="1258888"/>
          <p14:tracePt t="62334" x="7402513" y="1258888"/>
          <p14:tracePt t="62341" x="7443788" y="1258888"/>
          <p14:tracePt t="62351" x="7470775" y="1258888"/>
          <p14:tracePt t="62378" x="7497763" y="1258888"/>
          <p14:tracePt t="62386" x="7510463" y="1258888"/>
          <p14:tracePt t="62396" x="7524750" y="1258888"/>
          <p14:tracePt t="62422" x="7539038" y="1258888"/>
          <p14:tracePt t="62643" x="7566025" y="1258888"/>
          <p14:tracePt t="62643" x="7586663" y="1258888"/>
          <p14:tracePt t="62653" x="7613650" y="1258888"/>
          <p14:tracePt t="62665" x="7626350" y="1258888"/>
          <p14:tracePt t="62679" x="7653338" y="1258888"/>
          <p14:tracePt t="62691" x="7667625" y="1258888"/>
          <p14:tracePt t="62901" x="7681913" y="1258888"/>
          <p14:tracePt t="62912" x="7694613" y="1258888"/>
          <p14:tracePt t="62925" x="7708900" y="1258888"/>
          <p14:tracePt t="62935" x="7721600" y="1258888"/>
          <p14:tracePt t="62960" x="7735888" y="1258888"/>
          <p14:tracePt t="62972" x="7748588" y="1258888"/>
          <p14:tracePt t="63182" x="7762875" y="1258888"/>
          <p14:tracePt t="63193" x="7783513" y="1258888"/>
          <p14:tracePt t="63217" x="7796213" y="1258888"/>
          <p14:tracePt t="63229" x="7810500" y="1258888"/>
          <p14:tracePt t="63248" x="7824788" y="1258888"/>
          <p14:tracePt t="63476" x="7837488" y="1258888"/>
          <p14:tracePt t="63478" x="7851775" y="1258888"/>
          <p14:tracePt t="63487" x="7864475" y="1258888"/>
          <p14:tracePt t="63497" x="7878763" y="1258888"/>
          <p14:tracePt t="63513" x="7891463" y="1258888"/>
          <p14:tracePt t="63532" x="7905750" y="1258888"/>
          <p14:tracePt t="63688" x="7920038" y="1258888"/>
          <p14:tracePt t="63699" x="7932738" y="1258888"/>
          <p14:tracePt t="63711" x="7947025" y="1258888"/>
          <p14:tracePt t="63727" x="7959725" y="1258888"/>
          <p14:tracePt t="63735" x="7994650" y="1258888"/>
          <p14:tracePt t="63747" x="8007350" y="1258888"/>
          <p14:tracePt t="63768" x="8021638" y="1258888"/>
          <p14:tracePt t="63770" x="8048625" y="1258888"/>
          <p14:tracePt t="63780" x="8062913" y="1258888"/>
          <p14:tracePt t="63826" x="8075613" y="1258888"/>
          <p14:tracePt t="72207" x="7994650" y="1258888"/>
          <p14:tracePt t="72219" x="7920038" y="1258888"/>
          <p14:tracePt t="72230" x="7905750" y="1271588"/>
          <p14:tracePt t="72244" x="7920038" y="1300163"/>
          <p14:tracePt t="72256" x="7959725" y="1366838"/>
          <p14:tracePt t="72275" x="8075613" y="1524000"/>
          <p14:tracePt t="72296" x="8177213" y="1652588"/>
          <p14:tracePt t="72304" x="8301038" y="1824038"/>
          <p14:tracePt t="72332" x="8415338" y="1946275"/>
          <p14:tracePt t="72336" x="8599488" y="2128838"/>
          <p14:tracePt t="72346" x="8682038" y="2170113"/>
          <p14:tracePt t="72358" x="8769350" y="2217738"/>
          <p14:tracePt t="72371" x="8905875" y="2244725"/>
          <p14:tracePt t="72384" x="9048750" y="2286000"/>
          <p14:tracePt t="72394" x="9177338" y="2327275"/>
          <p14:tracePt t="72410" x="9259888" y="2354263"/>
          <p14:tracePt t="72411" x="9348788" y="2366963"/>
          <p14:tracePt t="72446" x="9456738" y="2401888"/>
          <p14:tracePt t="72468" x="9483725" y="2401888"/>
          <p14:tracePt t="72495" x="9498013" y="2401888"/>
          <p14:tracePt t="72504" x="9525000" y="2414588"/>
          <p14:tracePt t="72515" x="9558338" y="2428875"/>
          <p14:tracePt t="72532" x="9586913" y="2443163"/>
          <p14:tracePt t="72544" x="9599613" y="2443163"/>
          <p14:tracePt t="72571" x="9640888" y="2497138"/>
          <p14:tracePt t="72579" x="9667875" y="2538413"/>
          <p14:tracePt t="72600" x="9694863" y="2565400"/>
          <p14:tracePt t="72602" x="9721850" y="2586038"/>
          <p14:tracePt t="72625" x="9742488" y="2613025"/>
          <p14:tracePt t="72626" x="9756775" y="2613025"/>
          <p14:tracePt t="72646" x="9756775" y="2625725"/>
          <p14:tracePt t="72660" x="9769475" y="2625725"/>
          <p14:tracePt t="72671" x="9769475" y="2640013"/>
          <p14:tracePt t="72681" x="9783763" y="2640013"/>
          <p14:tracePt t="72692" x="9783763" y="2652713"/>
          <p14:tracePt t="72712" x="9796463" y="2652713"/>
          <p14:tracePt t="72823" x="9796463" y="2640013"/>
          <p14:tracePt t="72872" x="9783763" y="2640013"/>
          <p14:tracePt t="72891" x="9769475" y="2640013"/>
          <p14:tracePt t="72907" x="9756775" y="2652713"/>
          <p14:tracePt t="72918" x="9721850" y="2652713"/>
          <p14:tracePt t="72934" x="9694863" y="2667000"/>
          <p14:tracePt t="72944" x="9682163" y="2681288"/>
          <p14:tracePt t="72965" x="9653588" y="2693988"/>
          <p14:tracePt t="72967" x="9626600" y="2708275"/>
          <p14:tracePt t="72999" x="9572625" y="2782888"/>
          <p14:tracePt t="73030" x="9558338" y="2863850"/>
          <p14:tracePt t="73041" x="9572625" y="2878138"/>
          <p14:tracePt t="73057" x="9586913" y="2905125"/>
          <p14:tracePt t="73082" x="9613900" y="2919413"/>
          <p14:tracePt t="73083" x="9640888" y="2919413"/>
          <p14:tracePt t="73095" x="9667875" y="2919413"/>
          <p14:tracePt t="73117" x="9709150" y="2919413"/>
          <p14:tracePt t="73118" x="9742488" y="2905125"/>
          <p14:tracePt t="73129" x="9769475" y="2890838"/>
          <p14:tracePt t="73152" x="9783763" y="2863850"/>
          <p14:tracePt t="73154" x="9810750" y="2836863"/>
          <p14:tracePt t="73163" x="9810750" y="2795588"/>
          <p14:tracePt t="73194" x="9810750" y="2768600"/>
          <p14:tracePt t="73195" x="9810750" y="2735263"/>
          <p14:tracePt t="73196" x="9796463" y="2708275"/>
          <p14:tracePt t="73209" x="9769475" y="2693988"/>
          <p14:tracePt t="73218" x="9742488" y="2693988"/>
          <p14:tracePt t="73237" x="9709150" y="2693988"/>
          <p14:tracePt t="73245" x="9682163" y="2708275"/>
          <p14:tracePt t="73254" x="9653588" y="2720975"/>
          <p14:tracePt t="73274" x="9626600" y="2768600"/>
          <p14:tracePt t="73278" x="9613900" y="2795588"/>
          <p14:tracePt t="73296" x="9613900" y="2836863"/>
          <p14:tracePt t="73298" x="9613900" y="2851150"/>
          <p14:tracePt t="73309" x="9626600" y="2863850"/>
          <p14:tracePt t="73344" x="9626600" y="2878138"/>
          <p14:tracePt t="73347" x="9653588" y="2890838"/>
          <p14:tracePt t="73358" x="9709150" y="2890838"/>
          <p14:tracePt t="73368" x="9721850" y="2890838"/>
          <p14:tracePt t="73382" x="9756775" y="2890838"/>
          <p14:tracePt t="73391" x="9783763" y="2878138"/>
          <p14:tracePt t="73412" x="9796463" y="2863850"/>
          <p14:tracePt t="73413" x="9810750" y="2836863"/>
          <p14:tracePt t="73425" x="9810750" y="2824163"/>
          <p14:tracePt t="73447" x="9810750" y="2795588"/>
          <p14:tracePt t="73449" x="9810750" y="2782888"/>
          <p14:tracePt t="73459" x="9796463" y="2768600"/>
          <p14:tracePt t="73494" x="9769475" y="2768600"/>
          <p14:tracePt t="73506" x="9756775" y="2768600"/>
          <p14:tracePt t="73516" x="9709150" y="2809875"/>
          <p14:tracePt t="73532" x="9682163" y="2836863"/>
          <p14:tracePt t="73534" x="9653588" y="2890838"/>
          <p14:tracePt t="73563" x="9626600" y="2979738"/>
          <p14:tracePt t="73573" x="9640888" y="2994025"/>
          <p14:tracePt t="73591" x="9667875" y="3033713"/>
          <p14:tracePt t="73609" x="9682163" y="3048000"/>
          <p14:tracePt t="73617" x="9709150" y="3048000"/>
          <p14:tracePt t="73628" x="9756775" y="3062288"/>
          <p14:tracePt t="73642" x="9769475" y="3048000"/>
          <p14:tracePt t="73661" x="9783763" y="3048000"/>
          <p14:tracePt t="73662" x="9796463" y="3033713"/>
          <p14:tracePt t="73673" x="9810750" y="3033713"/>
          <p14:tracePt t="73681" x="9810750" y="3021013"/>
          <p14:tracePt t="74524" x="9783763" y="2994025"/>
          <p14:tracePt t="74534" x="9667875" y="2905125"/>
          <p14:tracePt t="74545" x="9525000" y="2809875"/>
          <p14:tracePt t="74562" x="9259888" y="2640013"/>
          <p14:tracePt t="74569" x="9034463" y="2509838"/>
          <p14:tracePt t="74580" x="8694738" y="2327275"/>
          <p14:tracePt t="74600" x="8470900" y="2217738"/>
          <p14:tracePt t="74607" x="8177213" y="2074863"/>
          <p14:tracePt t="74615" x="7891463" y="1946275"/>
          <p14:tracePt t="74626" x="7721600" y="1878013"/>
          <p14:tracePt t="74652" x="7402513" y="1762125"/>
          <p14:tracePt t="74663" x="7272338" y="1720850"/>
          <p14:tracePt t="74689" x="7089775" y="1666875"/>
          <p14:tracePt t="74698" x="7034213" y="1652588"/>
          <p14:tracePt t="74708" x="6994525" y="1639888"/>
          <p14:tracePt t="74731" x="6973888" y="1639888"/>
          <p14:tracePt t="74733" x="6959600" y="1639888"/>
          <p14:tracePt t="74739" x="6946900" y="1639888"/>
          <p14:tracePt t="74753" x="6919913" y="1625600"/>
          <p14:tracePt t="74766" x="6905625" y="1625600"/>
          <p14:tracePt t="74804" x="6878638" y="1625600"/>
          <p14:tracePt t="74806" x="6864350" y="1625600"/>
          <p14:tracePt t="74823" x="6837363" y="1625600"/>
          <p14:tracePt t="74830" x="6810375" y="1625600"/>
          <p14:tracePt t="74839" x="6748463" y="1625600"/>
          <p14:tracePt t="74851" x="6708775" y="1625600"/>
          <p14:tracePt t="74869" x="6640513" y="1604963"/>
          <p14:tracePt t="74875" x="6578600" y="1604963"/>
          <p14:tracePt t="74899" x="6443663" y="1577975"/>
          <p14:tracePt t="74917" x="6286500" y="1550988"/>
          <p14:tracePt t="74952" x="6062663" y="1497013"/>
          <p14:tracePt t="74963" x="6021388" y="1482725"/>
          <p14:tracePt t="74978" x="5973763" y="1482725"/>
          <p14:tracePt t="74987" x="5959475" y="1482725"/>
          <p14:tracePt t="75003" x="5946775" y="1470025"/>
          <p14:tracePt t="75130" x="5959475" y="1470025"/>
          <p14:tracePt t="75145" x="5959475" y="1455738"/>
          <p14:tracePt t="75187" x="5973763" y="1455738"/>
          <p14:tracePt t="75253" x="5986463" y="1455738"/>
          <p14:tracePt t="75265" x="6007100" y="1455738"/>
          <p14:tracePt t="75281" x="6021388" y="1455738"/>
          <p14:tracePt t="75289" x="6048375" y="1455738"/>
          <p14:tracePt t="75301" x="6089650" y="1455738"/>
          <p14:tracePt t="75318" x="6102350" y="1455738"/>
          <p14:tracePt t="75327" x="6143625" y="1455738"/>
          <p14:tracePt t="75335" x="6170613" y="1455738"/>
          <p14:tracePt t="75345" x="6184900" y="1455738"/>
          <p14:tracePt t="75369" x="6205538" y="1455738"/>
          <p14:tracePt t="75434" x="6184900" y="1455738"/>
          <p14:tracePt t="75441" x="6170613" y="1455738"/>
          <p14:tracePt t="75449" x="6157913" y="1455738"/>
          <p14:tracePt t="75465" x="6129338" y="1455738"/>
          <p14:tracePt t="75472" x="6116638" y="1455738"/>
          <p14:tracePt t="75481" x="6089650" y="1455738"/>
          <p14:tracePt t="75504" x="6075363" y="1455738"/>
          <p14:tracePt t="75568" x="6102350" y="1455738"/>
          <p14:tracePt t="75580" x="6129338" y="1455738"/>
          <p14:tracePt t="75596" x="6170613" y="1455738"/>
          <p14:tracePt t="75604" x="6245225" y="1455738"/>
          <p14:tracePt t="75615" x="6313488" y="1455738"/>
          <p14:tracePt t="75638" x="6367463" y="1455738"/>
          <p14:tracePt t="75639" x="6429375" y="1455738"/>
          <p14:tracePt t="75649" x="6470650" y="1455738"/>
          <p14:tracePt t="75670" x="6497638" y="1455738"/>
          <p14:tracePt t="76819" x="6524625" y="1455738"/>
          <p14:tracePt t="76828" x="6551613" y="1455738"/>
          <p14:tracePt t="76840" x="6613525" y="1455738"/>
          <p14:tracePt t="76855" x="6667500" y="1455738"/>
          <p14:tracePt t="76863" x="6708775" y="1455738"/>
          <p14:tracePt t="76875" x="6762750" y="1455738"/>
          <p14:tracePt t="76896" x="6796088" y="1455738"/>
          <p14:tracePt t="76898" x="6824663" y="1455738"/>
          <p14:tracePt t="76909" x="6837363" y="1455738"/>
          <p14:tracePt t="76920" x="6851650" y="1455738"/>
          <p14:tracePt t="76930" x="6864350" y="1455738"/>
          <p14:tracePt t="76947" x="6878638" y="1455738"/>
          <p14:tracePt t="76966" x="6891338" y="1455738"/>
          <p14:tracePt t="76999" x="6905625" y="1455738"/>
          <p14:tracePt t="77010" x="6919913" y="1455738"/>
          <p14:tracePt t="77032" x="6946900" y="1455738"/>
          <p14:tracePt t="77044" x="6959600" y="1455738"/>
          <p14:tracePt t="77056" x="6973888" y="1455738"/>
          <p14:tracePt t="77068" x="6994525" y="1455738"/>
          <p14:tracePt t="77081" x="7007225" y="1455738"/>
          <p14:tracePt t="77093" x="7021513" y="1455738"/>
          <p14:tracePt t="77105" x="7034213" y="1455738"/>
          <p14:tracePt t="77132" x="7089775" y="1455738"/>
          <p14:tracePt t="77134" x="7102475" y="1455738"/>
          <p14:tracePt t="77147" x="7116763" y="1455738"/>
          <p14:tracePt t="77166" x="7129463" y="1455738"/>
          <p14:tracePt t="77167" x="7158038" y="1455738"/>
          <p14:tracePt t="77178" x="7170738" y="1455738"/>
          <p14:tracePt t="77191" x="7191375" y="1455738"/>
          <p14:tracePt t="77214" x="7205663" y="1455738"/>
          <p14:tracePt t="77225" x="7218363" y="1455738"/>
          <p14:tracePt t="77237" x="7232650" y="1455738"/>
          <p14:tracePt t="77538" x="7245350" y="1455738"/>
          <p14:tracePt t="77543" x="7272338" y="1455738"/>
          <p14:tracePt t="77563" x="7340600" y="1455738"/>
          <p14:tracePt t="77574" x="7402513" y="1443038"/>
          <p14:tracePt t="77584" x="7456488" y="1443038"/>
          <p14:tracePt t="77601" x="7483475" y="1443038"/>
          <p14:tracePt t="77607" x="7510463" y="1455738"/>
          <p14:tracePt t="77618" x="7524750" y="1455738"/>
          <p14:tracePt t="77633" x="7539038" y="1470025"/>
          <p14:tracePt t="77645" x="7524750" y="1482725"/>
          <p14:tracePt t="77684" x="7510463" y="1482725"/>
          <p14:tracePt t="77831" x="7510463" y="1497013"/>
          <p14:tracePt t="77841" x="7429500" y="1470025"/>
          <p14:tracePt t="77852" x="7354888" y="1455738"/>
          <p14:tracePt t="77864" x="7327900" y="1455738"/>
          <p14:tracePt t="77876" x="7300913" y="1455738"/>
          <p14:tracePt t="77887" x="7286625" y="1455738"/>
          <p14:tracePt t="77907" x="7272338" y="1455738"/>
          <p14:tracePt t="77944" x="7286625" y="1455738"/>
          <p14:tracePt t="77955" x="7313613" y="1455738"/>
          <p14:tracePt t="77967" x="7354888" y="1455738"/>
          <p14:tracePt t="77977" x="7388225" y="1455738"/>
          <p14:tracePt t="77993" x="7456488" y="1455738"/>
          <p14:tracePt t="78004" x="7524750" y="1443038"/>
          <p14:tracePt t="78013" x="7566025" y="1443038"/>
          <p14:tracePt t="78029" x="7613650" y="1443038"/>
          <p14:tracePt t="78038" x="7667625" y="1443038"/>
          <p14:tracePt t="78046" x="7708900" y="1455738"/>
          <p14:tracePt t="78064" x="7735888" y="1455738"/>
          <p14:tracePt t="78079" x="7796213" y="1455738"/>
          <p14:tracePt t="78090" x="7810500" y="1455738"/>
          <p14:tracePt t="78122" x="7851775" y="1470025"/>
          <p14:tracePt t="78124" x="7864475" y="1470025"/>
          <p14:tracePt t="78139" x="7878763" y="1470025"/>
          <p14:tracePt t="78147" x="7891463" y="1470025"/>
          <p14:tracePt t="78163" x="7905750" y="1470025"/>
          <p14:tracePt t="78171" x="7920038" y="1470025"/>
          <p14:tracePt t="78189" x="7932738" y="1470025"/>
          <p14:tracePt t="78198" x="7947025" y="1470025"/>
          <p14:tracePt t="78214" x="7959725" y="1470025"/>
          <p14:tracePt t="78219" x="7980363" y="1470025"/>
          <p14:tracePt t="78229" x="7994650" y="1470025"/>
          <p14:tracePt t="78239" x="8007350" y="1470025"/>
          <p14:tracePt t="78256" x="8021638" y="1470025"/>
          <p14:tracePt t="78259" x="8048625" y="1470025"/>
          <p14:tracePt t="78271" x="8075613" y="1470025"/>
          <p14:tracePt t="78283" x="8102600" y="1470025"/>
          <p14:tracePt t="78293" x="8129588" y="1470025"/>
          <p14:tracePt t="78308" x="8177213" y="1470025"/>
          <p14:tracePt t="78321" x="8205788" y="1470025"/>
          <p14:tracePt t="78331" x="8218488" y="1470025"/>
          <p14:tracePt t="78341" x="8245475" y="1470025"/>
          <p14:tracePt t="78358" x="8259763" y="1470025"/>
          <p14:tracePt t="78360" x="8286750" y="1470025"/>
          <p14:tracePt t="78384" x="8328025" y="1470025"/>
          <p14:tracePt t="78395" x="8340725" y="1455738"/>
          <p14:tracePt t="78410" x="8361363" y="1455738"/>
          <p14:tracePt t="78421" x="8375650" y="1455738"/>
          <p14:tracePt t="78430" x="8388350" y="1455738"/>
          <p14:tracePt t="78462" x="8402638" y="1455738"/>
          <p14:tracePt t="78464" x="8415338" y="1455738"/>
          <p14:tracePt t="78477" x="8429625" y="1455738"/>
          <p14:tracePt t="78486" x="8443913" y="1455738"/>
          <p14:tracePt t="78506" x="8470900" y="1455738"/>
          <p14:tracePt t="78521" x="8483600" y="1455738"/>
          <p14:tracePt t="78531" x="8497888" y="1455738"/>
          <p14:tracePt t="78545" x="8510588" y="1455738"/>
          <p14:tracePt t="78554" x="8524875" y="1455738"/>
          <p14:tracePt t="78595" x="8539163" y="1455738"/>
          <p14:tracePt t="78623" x="8524875" y="1455738"/>
          <p14:tracePt t="78934" x="8558213" y="1455738"/>
          <p14:tracePt t="78943" x="8572500" y="1470025"/>
          <p14:tracePt t="79023" x="8586788" y="1470025"/>
          <p14:tracePt t="79046" x="8599488" y="1470025"/>
          <p14:tracePt t="79061" x="8626475" y="1470025"/>
          <p14:tracePt t="79072" x="8653463" y="1482725"/>
          <p14:tracePt t="79081" x="8682038" y="1482725"/>
          <p14:tracePt t="79098" x="8709025" y="1482725"/>
          <p14:tracePt t="79106" x="8756650" y="1482725"/>
          <p14:tracePt t="79114" x="8783638" y="1482725"/>
          <p14:tracePt t="79153" x="8837613" y="1482725"/>
          <p14:tracePt t="79166" x="8851900" y="1482725"/>
          <p14:tracePt t="79176" x="8864600" y="1482725"/>
          <p14:tracePt t="79210" x="8878888" y="1482725"/>
          <p14:tracePt t="79263" x="8891588" y="1482725"/>
          <p14:tracePt t="79282" x="8905875" y="1482725"/>
          <p14:tracePt t="79294" x="8920163" y="1482725"/>
          <p14:tracePt t="79306" x="8932863" y="1482725"/>
          <p14:tracePt t="79337" x="8994775" y="1470025"/>
          <p14:tracePt t="79339" x="9034463" y="1470025"/>
          <p14:tracePt t="79358" x="9075738" y="1470025"/>
          <p14:tracePt t="79365" x="9117013" y="1470025"/>
          <p14:tracePt t="79381" x="9164638" y="1470025"/>
          <p14:tracePt t="79389" x="9205913" y="1470025"/>
          <p14:tracePt t="79399" x="9245600" y="1470025"/>
          <p14:tracePt t="79412" x="9286875" y="1470025"/>
          <p14:tracePt t="79422" x="9313863" y="1470025"/>
          <p14:tracePt t="79430" x="9328150" y="1470025"/>
          <p14:tracePt t="79445" x="9361488" y="1470025"/>
          <p14:tracePt t="79464" x="9375775" y="1470025"/>
          <p14:tracePt t="79473" x="9388475" y="1470025"/>
          <p14:tracePt t="79500" x="9402763" y="1470025"/>
          <p14:tracePt t="79504" x="9415463" y="1470025"/>
          <p14:tracePt t="79510" x="9444038" y="1470025"/>
          <p14:tracePt t="79529" x="9471025" y="1455738"/>
          <p14:tracePt t="79530" x="9498013" y="1455738"/>
          <p14:tracePt t="79543" x="9525000" y="1455738"/>
          <p14:tracePt t="79560" x="9572625" y="1455738"/>
          <p14:tracePt t="79568" x="9613900" y="1455738"/>
          <p14:tracePt t="79581" x="9653588" y="1455738"/>
          <p14:tracePt t="79591" x="9694863" y="1470025"/>
          <p14:tracePt t="79615" x="9796463" y="1470025"/>
          <p14:tracePt t="79633" x="9879013" y="1470025"/>
          <p14:tracePt t="79643" x="9939338" y="1470025"/>
          <p14:tracePt t="79655" x="9994900" y="1470025"/>
          <p14:tracePt t="79676" x="10048875" y="1482725"/>
          <p14:tracePt t="79678" x="10117138" y="1482725"/>
          <p14:tracePt t="79697" x="10191750" y="1482725"/>
          <p14:tracePt t="79700" x="10233025" y="1497013"/>
          <p14:tracePt t="79711" x="10287000" y="1497013"/>
          <p14:tracePt t="79727" x="10348913" y="1509713"/>
          <p14:tracePt t="79740" x="10375900" y="1509713"/>
          <p14:tracePt t="79747" x="10388600" y="1524000"/>
          <p14:tracePt t="79759" x="10388600" y="1538288"/>
          <p14:tracePt t="79779" x="10375900" y="1538288"/>
          <p14:tracePt t="80002" x="10375900" y="1550988"/>
          <p14:tracePt t="80012" x="10388600" y="1538288"/>
          <p14:tracePt t="80023" x="10444163" y="1550988"/>
          <p14:tracePt t="80040" x="10444163" y="1538288"/>
          <p14:tracePt t="80047" x="10471150" y="1538288"/>
          <p14:tracePt t="80077" x="10483850" y="1538288"/>
          <p14:tracePt t="80084" x="10498138" y="1538288"/>
          <p14:tracePt t="80093" x="10510838" y="1538288"/>
          <p14:tracePt t="80119" x="10531475" y="1538288"/>
          <p14:tracePt t="80127" x="10545763" y="1538288"/>
          <p14:tracePt t="80150" x="10558463" y="1538288"/>
          <p14:tracePt t="80151" x="10572750" y="1538288"/>
          <p14:tracePt t="80161" x="10614025" y="1538288"/>
          <p14:tracePt t="80179" x="10626725" y="1538288"/>
          <p14:tracePt t="80190" x="10668000" y="1538288"/>
          <p14:tracePt t="80197" x="10709275" y="1538288"/>
          <p14:tracePt t="80206" x="10742613" y="1538288"/>
          <p14:tracePt t="80233" x="10783888" y="1538288"/>
          <p14:tracePt t="80242" x="10810875" y="1538288"/>
          <p14:tracePt t="80251" x="10810875" y="1524000"/>
          <p14:tracePt t="80283" x="10837863" y="1524000"/>
          <p14:tracePt t="80284" x="10837863" y="1509713"/>
          <p14:tracePt t="80408" x="10852150" y="1509713"/>
          <p14:tracePt t="80430" x="10864850" y="1509713"/>
          <p14:tracePt t="80447" x="10879138" y="1509713"/>
          <p14:tracePt t="80458" x="10891838" y="1509713"/>
          <p14:tracePt t="80466" x="10906125" y="1509713"/>
          <p14:tracePt t="80482" x="10926763" y="1509713"/>
          <p14:tracePt t="80490" x="10939463" y="1524000"/>
          <p14:tracePt t="80511" x="10953750" y="1524000"/>
          <p14:tracePt t="80711" x="10968038" y="1524000"/>
          <p14:tracePt t="80722" x="10980738" y="1524000"/>
          <p14:tracePt t="80732" x="10995025" y="1524000"/>
          <p14:tracePt t="80746" x="11007725" y="1509713"/>
          <p14:tracePt t="80756" x="11022013" y="1509713"/>
          <p14:tracePt t="80767" x="11034713" y="1509713"/>
          <p14:tracePt t="81497" x="11063288" y="1509713"/>
          <p14:tracePt t="81509" x="11075988" y="1509713"/>
          <p14:tracePt t="81523" x="11102975" y="1509713"/>
          <p14:tracePt t="81532" x="11137900" y="1524000"/>
          <p14:tracePt t="81543" x="11164888" y="1524000"/>
          <p14:tracePt t="81560" x="11191875" y="1524000"/>
          <p14:tracePt t="81570" x="11206163" y="1524000"/>
          <p14:tracePt t="81579" x="11218863" y="1524000"/>
          <p14:tracePt t="81590" x="11233150" y="1524000"/>
          <p14:tracePt t="81735" x="11245850" y="1524000"/>
          <p14:tracePt t="81756" x="11260138" y="1524000"/>
          <p14:tracePt t="81773" x="11272838" y="1524000"/>
          <p14:tracePt t="81781" x="11301413" y="1524000"/>
          <p14:tracePt t="81809" x="11320463" y="1524000"/>
          <p14:tracePt t="81816" x="11334750" y="1524000"/>
          <p14:tracePt t="81825" x="11349038" y="1524000"/>
          <p14:tracePt t="81871" x="11361738" y="1524000"/>
          <p14:tracePt t="81925" x="11376025" y="1524000"/>
          <p14:tracePt t="81974" x="11388725" y="1524000"/>
          <p14:tracePt t="81983" x="11403013" y="1524000"/>
          <p14:tracePt t="82011" x="11415713" y="1524000"/>
          <p14:tracePt t="82031" x="11430000" y="1524000"/>
          <p14:tracePt t="82049" x="11444288" y="1524000"/>
          <p14:tracePt t="82051" x="11471275" y="1524000"/>
          <p14:tracePt t="82061" x="11483975" y="1524000"/>
          <p14:tracePt t="82088" x="11498263" y="1524000"/>
          <p14:tracePt t="82095" x="11518900" y="1524000"/>
          <p14:tracePt t="82127" x="11531600" y="1524000"/>
          <p14:tracePt t="82354" x="11498263" y="1538288"/>
          <p14:tracePt t="82354" x="11483975" y="1538288"/>
          <p14:tracePt t="82363" x="11471275" y="1538288"/>
          <p14:tracePt t="82375" x="11456988" y="1538288"/>
          <p14:tracePt t="82392" x="11444288" y="1538288"/>
          <p14:tracePt t="82401" x="11430000" y="1550988"/>
          <p14:tracePt t="82411" x="11415713" y="1550988"/>
          <p14:tracePt t="82421" x="11403013" y="1550988"/>
          <p14:tracePt t="82436" x="11376025" y="1565275"/>
          <p14:tracePt t="82449" x="11349038" y="1577975"/>
          <p14:tracePt t="82464" x="11272838" y="1604963"/>
          <p14:tracePt t="82466" x="11177588" y="1652588"/>
          <p14:tracePt t="82482" x="11034713" y="1708150"/>
          <p14:tracePt t="82517" x="10796588" y="1776413"/>
          <p14:tracePt t="82518" x="10682288" y="1803400"/>
          <p14:tracePt t="82527" x="10614025" y="1803400"/>
          <p14:tracePt t="82535" x="10572750" y="1803400"/>
          <p14:tracePt t="82552" x="10558463" y="1803400"/>
          <p14:tracePt t="84501" x="10483850" y="1905000"/>
          <p14:tracePt t="84594" x="9558338" y="2586038"/>
          <p14:tracePt t="84622" x="9498013" y="2613025"/>
          <p14:tracePt t="84631" x="9471025" y="2625725"/>
          <p14:tracePt t="84643" x="9456738" y="2625725"/>
          <p14:tracePt t="84651" x="9429750" y="2640013"/>
          <p14:tracePt t="84667" x="9388475" y="2640013"/>
          <p14:tracePt t="84674" x="9328150" y="2667000"/>
          <p14:tracePt t="84700" x="9232900" y="2720975"/>
          <p14:tracePt t="84710" x="9205913" y="2735263"/>
          <p14:tracePt t="84720" x="9129713" y="2782888"/>
          <p14:tracePt t="84744" x="9007475" y="2851150"/>
          <p14:tracePt t="84760" x="8932863" y="2890838"/>
          <p14:tracePt t="84762" x="8851900" y="2967038"/>
          <p14:tracePt t="84784" x="8769350" y="3021013"/>
          <p14:tracePt t="84795" x="8721725" y="3048000"/>
          <p14:tracePt t="84796" x="8682038" y="3089275"/>
          <p14:tracePt t="84817" x="8599488" y="3128963"/>
          <p14:tracePt t="84834" x="8572500" y="3128963"/>
          <p14:tracePt t="84843" x="8539163" y="3149600"/>
          <p14:tracePt t="84997" x="8539163" y="3190875"/>
          <p14:tracePt t="85008" x="8539163" y="3217863"/>
          <p14:tracePt t="85024" x="8524875" y="3244850"/>
          <p14:tracePt t="85034" x="8524875" y="3259138"/>
          <p14:tracePt t="85043" x="8524875" y="3286125"/>
          <p14:tracePt t="85060" x="8524875" y="3300413"/>
          <p14:tracePt t="85067" x="8524875" y="3313113"/>
          <p14:tracePt t="85077" x="8510588" y="3327400"/>
          <p14:tracePt t="85103" x="8497888" y="3348038"/>
          <p14:tracePt t="85104" x="8497888" y="3360738"/>
          <p14:tracePt t="85113" x="8483600" y="3360738"/>
          <p14:tracePt t="85122" x="8483600" y="3375025"/>
          <p14:tracePt t="85142" x="8483600" y="3387725"/>
          <p14:tracePt t="85156" x="8470900" y="3387725"/>
          <p14:tracePt t="85170" x="8470900" y="3402013"/>
          <p14:tracePt t="85189" x="8470900" y="3414713"/>
          <p14:tracePt t="85214" x="8470900" y="3429000"/>
          <p14:tracePt t="85227" x="8483600" y="3429000"/>
          <p14:tracePt t="85242" x="8497888" y="3443288"/>
          <p14:tracePt t="85252" x="8524875" y="3455988"/>
          <p14:tracePt t="85269" x="8558213" y="3455988"/>
          <p14:tracePt t="85272" x="8599488" y="3470275"/>
          <p14:tracePt t="85288" x="8640763" y="3482975"/>
          <p14:tracePt t="85295" x="8667750" y="3482975"/>
          <p14:tracePt t="85315" x="8756650" y="3497263"/>
          <p14:tracePt t="85326" x="8783638" y="3497263"/>
          <p14:tracePt t="85342" x="8810625" y="3482975"/>
          <p14:tracePt t="85353" x="8851900" y="3482975"/>
          <p14:tracePt t="85362" x="8878888" y="3455988"/>
          <p14:tracePt t="85397" x="8967788" y="3348038"/>
          <p14:tracePt t="85407" x="8967788" y="3286125"/>
          <p14:tracePt t="85415" x="8980488" y="3259138"/>
          <p14:tracePt t="85428" x="8967788" y="3232150"/>
          <p14:tracePt t="85453" x="8932863" y="3163888"/>
          <p14:tracePt t="85462" x="8905875" y="3149600"/>
          <p14:tracePt t="85476" x="8878888" y="3116263"/>
          <p14:tracePt t="85487" x="8851900" y="3101975"/>
          <p14:tracePt t="85505" x="8783638" y="3074988"/>
          <p14:tracePt t="85526" x="8682038" y="3062288"/>
          <p14:tracePt t="85537" x="8626475" y="3062288"/>
          <p14:tracePt t="85562" x="8572500" y="3062288"/>
          <p14:tracePt t="85563" x="8510588" y="3074988"/>
          <p14:tracePt t="85572" x="8470900" y="3074988"/>
          <p14:tracePt t="85593" x="8375650" y="3101975"/>
          <p14:tracePt t="85605" x="8328025" y="3128963"/>
          <p14:tracePt t="85624" x="8301038" y="3163888"/>
          <p14:tracePt t="85639" x="8272463" y="3176588"/>
          <p14:tracePt t="85640" x="8259763" y="3205163"/>
          <p14:tracePt t="85674" x="8232775" y="3271838"/>
          <p14:tracePt t="85687" x="8232775" y="3300413"/>
          <p14:tracePt t="85701" x="8232775" y="3348038"/>
          <p14:tracePt t="85710" x="8232775" y="3375025"/>
          <p14:tracePt t="85725" x="8259763" y="3387725"/>
          <p14:tracePt t="85740" x="8286750" y="3402013"/>
          <p14:tracePt t="85742" x="8313738" y="3402013"/>
          <p14:tracePt t="85761" x="8361363" y="3414713"/>
          <p14:tracePt t="85762" x="8402638" y="3414713"/>
          <p14:tracePt t="85774" x="8470900" y="3429000"/>
          <p14:tracePt t="85792" x="8539163" y="3429000"/>
          <p14:tracePt t="85806" x="8640763" y="3429000"/>
          <p14:tracePt t="85821" x="8824913" y="3402013"/>
          <p14:tracePt t="85832" x="8905875" y="3387725"/>
          <p14:tracePt t="85843" x="8967788" y="3375025"/>
          <p14:tracePt t="85858" x="9048750" y="3327400"/>
          <p14:tracePt t="85870" x="9102725" y="3286125"/>
          <p14:tracePt t="85888" x="9150350" y="3217863"/>
          <p14:tracePt t="85898" x="9150350" y="3190875"/>
          <p14:tracePt t="85921" x="9129713" y="3128963"/>
          <p14:tracePt t="85933" x="9102725" y="3116263"/>
          <p14:tracePt t="85943" x="9063038" y="3089275"/>
          <p14:tracePt t="85961" x="9034463" y="3074988"/>
          <p14:tracePt t="85970" x="8994775" y="3062288"/>
          <p14:tracePt t="85992" x="8891588" y="3048000"/>
          <p14:tracePt t="86024" x="8769350" y="3062288"/>
          <p14:tracePt t="86025" x="8709025" y="3074988"/>
          <p14:tracePt t="86058" x="8613775" y="3128963"/>
          <p14:tracePt t="86070" x="8599488" y="3149600"/>
          <p14:tracePt t="86084" x="8586788" y="3176588"/>
          <p14:tracePt t="86095" x="8572500" y="3205163"/>
          <p14:tracePt t="86111" x="8572500" y="3217863"/>
          <p14:tracePt t="86114" x="8572500" y="3232150"/>
          <p14:tracePt t="86126" x="8586788" y="3259138"/>
          <p14:tracePt t="86146" x="8613775" y="3286125"/>
          <p14:tracePt t="86150" x="8640763" y="3300413"/>
          <p14:tracePt t="86159" x="8682038" y="3313113"/>
          <p14:tracePt t="86185" x="8769350" y="3313113"/>
          <p14:tracePt t="86192" x="8810625" y="3313113"/>
          <p14:tracePt t="86202" x="8837613" y="3313113"/>
          <p14:tracePt t="86225" x="8891588" y="3313113"/>
          <p14:tracePt t="86247" x="8905875" y="3313113"/>
          <p14:tracePt t="86708" x="8932863" y="3286125"/>
          <p14:tracePt t="86717" x="8953500" y="3271838"/>
          <p14:tracePt t="86729" x="8967788" y="3259138"/>
          <p14:tracePt t="86743" x="8994775" y="3244850"/>
          <p14:tracePt t="86752" x="9021763" y="3217863"/>
          <p14:tracePt t="86763" x="9048750" y="3190875"/>
          <p14:tracePt t="86785" x="9075738" y="3176588"/>
          <p14:tracePt t="86786" x="9117013" y="3149600"/>
          <p14:tracePt t="86797" x="9164638" y="3128963"/>
          <p14:tracePt t="86814" x="9191625" y="3116263"/>
          <p14:tracePt t="86824" x="9232900" y="3101975"/>
          <p14:tracePt t="86839" x="9286875" y="3074988"/>
          <p14:tracePt t="86848" x="9348788" y="3062288"/>
          <p14:tracePt t="86865" x="9456738" y="3021013"/>
          <p14:tracePt t="86883" x="9510713" y="3006725"/>
          <p14:tracePt t="86897" x="9545638" y="2994025"/>
          <p14:tracePt t="86899" x="9586913" y="2979738"/>
          <p14:tracePt t="86915" x="9613900" y="2967038"/>
          <p14:tracePt t="86934" x="9640888" y="2946400"/>
          <p14:tracePt t="86935" x="9653588" y="2932113"/>
          <p14:tracePt t="86949" x="9667875" y="2932113"/>
          <p14:tracePt t="86957" x="9667875" y="2919413"/>
          <p14:tracePt t="86979" x="9682163" y="2905125"/>
          <p14:tracePt t="86992" x="9682163" y="2890838"/>
          <p14:tracePt t="87005" x="9682163" y="2878138"/>
          <p14:tracePt t="87015" x="9682163" y="2863850"/>
          <p14:tracePt t="87023" x="9682163" y="2851150"/>
          <p14:tracePt t="87052" x="9667875" y="2836863"/>
          <p14:tracePt t="87122" x="9653588" y="2836863"/>
          <p14:tracePt t="87123" x="9626600" y="2851150"/>
          <p14:tracePt t="87124" x="9613900" y="2878138"/>
          <p14:tracePt t="87136" x="9613900" y="2905125"/>
          <p14:tracePt t="87151" x="9626600" y="2932113"/>
          <p14:tracePt t="87164" x="9626600" y="2946400"/>
          <p14:tracePt t="87172" x="9653588" y="2967038"/>
          <p14:tracePt t="87190" x="9682163" y="2979738"/>
          <p14:tracePt t="87191" x="9709150" y="2979738"/>
          <p14:tracePt t="87203" x="9742488" y="2979738"/>
          <p14:tracePt t="87224" x="9769475" y="2979738"/>
          <p14:tracePt t="87229" x="9796463" y="2979738"/>
          <p14:tracePt t="87236" x="9810750" y="2967038"/>
          <p14:tracePt t="87260" x="9810750" y="2932113"/>
          <p14:tracePt t="87270" x="9810750" y="2919413"/>
          <p14:tracePt t="87281" x="9796463" y="2890838"/>
          <p14:tracePt t="87301" x="9783763" y="2863850"/>
          <p14:tracePt t="87321" x="9742488" y="2836863"/>
          <p14:tracePt t="87322" x="9709150" y="2824163"/>
          <p14:tracePt t="87356" x="9653588" y="2809875"/>
          <p14:tracePt t="87358" x="9599613" y="2809875"/>
          <p14:tracePt t="87361" x="9558338" y="2824163"/>
          <p14:tracePt t="87371" x="9525000" y="2851150"/>
          <p14:tracePt t="87396" x="9498013" y="2878138"/>
          <p14:tracePt t="87397" x="9471025" y="2905125"/>
          <p14:tracePt t="87432" x="9483725" y="3021013"/>
          <p14:tracePt t="87448" x="9510713" y="3048000"/>
          <p14:tracePt t="87457" x="9558338" y="3062288"/>
          <p14:tracePt t="87468" x="9599613" y="3062288"/>
          <p14:tracePt t="87487" x="9742488" y="3074988"/>
          <p14:tracePt t="87499" x="9810750" y="3062288"/>
          <p14:tracePt t="87517" x="9837738" y="3048000"/>
          <p14:tracePt t="87518" x="9852025" y="3033713"/>
          <p14:tracePt t="87537" x="9852025" y="3006725"/>
          <p14:tracePt t="87546" x="9852025" y="2994025"/>
          <p14:tracePt t="87570" x="9769475" y="2919413"/>
          <p14:tracePt t="87580" x="9682163" y="2890838"/>
          <p14:tracePt t="87605" x="9483725" y="2851150"/>
          <p14:tracePt t="87618" x="9402763" y="2836863"/>
          <p14:tracePt t="87619" x="9348788" y="2836863"/>
          <p14:tracePt t="87647" x="9205913" y="2878138"/>
          <p14:tracePt t="87656" x="9164638" y="2905125"/>
          <p14:tracePt t="87670" x="9117013" y="2932113"/>
          <p14:tracePt t="87679" x="9102725" y="2979738"/>
          <p14:tracePt t="87701" x="9102725" y="3006725"/>
          <p14:tracePt t="87719" x="9102725" y="3021013"/>
          <p14:tracePt t="87721" x="9117013" y="3021013"/>
          <p14:tracePt t="87751" x="9150350" y="3021013"/>
          <p14:tracePt t="87757" x="9177338" y="3021013"/>
          <p14:tracePt t="87768" x="9218613" y="3006725"/>
          <p14:tracePt t="87782" x="9232900" y="2994025"/>
          <p14:tracePt t="87822" x="9245600" y="2979738"/>
          <p14:tracePt t="87825" x="9245600" y="2932113"/>
          <p14:tracePt t="87836" x="9218613" y="2919413"/>
          <p14:tracePt t="87852" x="9191625" y="2919413"/>
          <p14:tracePt t="87857" x="9164638" y="2919413"/>
          <p14:tracePt t="87869" x="9117013" y="2905125"/>
          <p14:tracePt t="87881" x="9075738" y="2905125"/>
          <p14:tracePt t="87905" x="8994775" y="2932113"/>
          <p14:tracePt t="87915" x="8967788" y="2967038"/>
          <p14:tracePt t="87934" x="8920163" y="2979738"/>
          <p14:tracePt t="87935" x="8891588" y="3006725"/>
          <p14:tracePt t="87954" x="8864600" y="3033713"/>
          <p14:tracePt t="87985" x="8837613" y="3048000"/>
          <p14:tracePt t="87986" x="8824913" y="3074988"/>
          <p14:tracePt t="88025" x="8824913" y="3089275"/>
          <p14:tracePt t="88046" x="8837613" y="3089275"/>
          <p14:tracePt t="88112" x="8824913" y="3089275"/>
          <p14:tracePt t="88135" x="8810625" y="3101975"/>
          <p14:tracePt t="88149" x="8796338" y="3116263"/>
          <p14:tracePt t="88161" x="8783638" y="3149600"/>
          <p14:tracePt t="88170" x="8769350" y="3176588"/>
          <p14:tracePt t="88186" x="8769350" y="3190875"/>
          <p14:tracePt t="88197" x="8769350" y="3205163"/>
          <p14:tracePt t="88216" x="8796338" y="3217863"/>
          <p14:tracePt t="88238" x="8851900" y="3217863"/>
          <p14:tracePt t="88249" x="8891588" y="3217863"/>
          <p14:tracePt t="88260" x="8932863" y="3205163"/>
          <p14:tracePt t="88273" x="8967788" y="3205163"/>
          <p14:tracePt t="88289" x="8980488" y="3190875"/>
          <p14:tracePt t="88297" x="8994775" y="3163888"/>
          <p14:tracePt t="88318" x="8994775" y="3116263"/>
          <p14:tracePt t="88336" x="8980488" y="3101975"/>
          <p14:tracePt t="88346" x="8967788" y="3074988"/>
          <p14:tracePt t="88370" x="8953500" y="3074988"/>
          <p14:tracePt t="88372" x="8920163" y="3062288"/>
          <p14:tracePt t="88373" x="8905875" y="3062288"/>
          <p14:tracePt t="88384" x="8891588" y="3062288"/>
          <p14:tracePt t="88417" x="8878888" y="3074988"/>
          <p14:tracePt t="88430" x="8878888" y="3101975"/>
          <p14:tracePt t="88440" x="8878888" y="3149600"/>
          <p14:tracePt t="88458" x="8891588" y="3190875"/>
          <p14:tracePt t="88468" x="8920163" y="3205163"/>
          <p14:tracePt t="88483" x="8967788" y="3217863"/>
          <p14:tracePt t="88486" x="9034463" y="3232150"/>
          <p14:tracePt t="88501" x="9117013" y="3244850"/>
          <p14:tracePt t="88519" x="9191625" y="3244850"/>
          <p14:tracePt t="88520" x="9272588" y="3244850"/>
          <p14:tracePt t="88531" x="9348788" y="3232150"/>
          <p14:tracePt t="88540" x="9388475" y="3217863"/>
          <p14:tracePt t="88556" x="9429750" y="3190875"/>
          <p14:tracePt t="88577" x="9471025" y="3089275"/>
          <p14:tracePt t="88586" x="9483725" y="3062288"/>
          <p14:tracePt t="88604" x="9498013" y="3006725"/>
          <p14:tracePt t="88614" x="9498013" y="2946400"/>
          <p14:tracePt t="88635" x="9498013" y="2863850"/>
          <p14:tracePt t="88646" x="9498013" y="2836863"/>
          <p14:tracePt t="88655" x="9483725" y="2795588"/>
          <p14:tracePt t="88668" x="9471025" y="2782888"/>
          <p14:tracePt t="88706" x="9444038" y="2768600"/>
          <p14:tracePt t="88715" x="9415463" y="2768600"/>
          <p14:tracePt t="88723" x="9375775" y="2782888"/>
          <p14:tracePt t="88739" x="9313863" y="2795588"/>
          <p14:tracePt t="88748" x="9245600" y="2836863"/>
          <p14:tracePt t="88768" x="9164638" y="2905125"/>
          <p14:tracePt t="88787" x="9150350" y="2919413"/>
          <p14:tracePt t="88796" x="9150350" y="2932113"/>
          <p14:tracePt t="88808" x="9150350" y="2946400"/>
          <p14:tracePt t="88829" x="9205913" y="2994025"/>
          <p14:tracePt t="88838" x="9272588" y="3006725"/>
          <p14:tracePt t="88858" x="9429750" y="3006725"/>
          <p14:tracePt t="88873" x="9525000" y="3006725"/>
          <p14:tracePt t="88883" x="9613900" y="2994025"/>
          <p14:tracePt t="88893" x="9667875" y="2967038"/>
          <p14:tracePt t="88919" x="9742488" y="2905125"/>
          <p14:tracePt t="88931" x="9742488" y="2890838"/>
          <p14:tracePt t="88944" x="9742488" y="2878138"/>
          <p14:tracePt t="88947" x="9721850" y="2863850"/>
          <p14:tracePt t="88958" x="9694863" y="2851150"/>
          <p14:tracePt t="88973" x="9667875" y="2836863"/>
          <p14:tracePt t="88983" x="9640888" y="2836863"/>
          <p14:tracePt t="89000" x="9613900" y="2851150"/>
          <p14:tracePt t="89018" x="9572625" y="2863850"/>
          <p14:tracePt t="89019" x="9525000" y="2919413"/>
          <p14:tracePt t="89042" x="9483725" y="3006725"/>
          <p14:tracePt t="89057" x="9483725" y="3021013"/>
          <p14:tracePt t="89070" x="9483725" y="3048000"/>
          <p14:tracePt t="89072" x="9510713" y="3062288"/>
          <p14:tracePt t="89085" x="9545638" y="3074988"/>
          <p14:tracePt t="89105" x="9626600" y="3074988"/>
          <p14:tracePt t="89115" x="9682163" y="3074988"/>
          <p14:tracePt t="89126" x="9721850" y="3062288"/>
          <p14:tracePt t="89153" x="9810750" y="3006725"/>
          <p14:tracePt t="89164" x="9837738" y="2979738"/>
          <p14:tracePt t="89187" x="9852025" y="2905125"/>
          <p14:tracePt t="89197" x="9837738" y="2878138"/>
          <p14:tracePt t="89207" x="9825038" y="2863850"/>
          <p14:tracePt t="89232" x="9783763" y="2836863"/>
          <p14:tracePt t="89239" x="9756775" y="2824163"/>
          <p14:tracePt t="89271" x="9721850" y="2824163"/>
          <p14:tracePt t="89272" x="9709150" y="2824163"/>
          <p14:tracePt t="89284" x="9682163" y="2836863"/>
          <p14:tracePt t="89310" x="9626600" y="2919413"/>
          <p14:tracePt t="89318" x="9626600" y="2946400"/>
          <p14:tracePt t="89337" x="9626600" y="2979738"/>
          <p14:tracePt t="89351" x="9626600" y="3006725"/>
          <p14:tracePt t="89353" x="9640888" y="3006725"/>
          <p14:tracePt t="89364" x="9653588" y="3021013"/>
          <p14:tracePt t="89377" x="9682163" y="3021013"/>
          <p14:tracePt t="89387" x="9709150" y="3021013"/>
          <p14:tracePt t="89400" x="9742488" y="3021013"/>
          <p14:tracePt t="89408" x="9769475" y="3021013"/>
          <p14:tracePt t="89421" x="9796463" y="3006725"/>
          <p14:tracePt t="89434" x="9810750" y="2994025"/>
          <p14:tracePt t="89463" x="9837738" y="2932113"/>
          <p14:tracePt t="89466" x="9825038" y="2905125"/>
          <p14:tracePt t="89485" x="9825038" y="2890838"/>
          <p14:tracePt t="89487" x="9796463" y="2863850"/>
          <p14:tracePt t="89499" x="9769475" y="2851150"/>
          <p14:tracePt t="89517" x="9756775" y="2836863"/>
          <p14:tracePt t="89529" x="9709150" y="2836863"/>
          <p14:tracePt t="89536" x="9682163" y="2836863"/>
          <p14:tracePt t="89554" x="9626600" y="2863850"/>
          <p14:tracePt t="89564" x="9586913" y="2890838"/>
          <p14:tracePt t="89591" x="9558338" y="2967038"/>
          <p14:tracePt t="89602" x="9558338" y="2994025"/>
          <p14:tracePt t="89618" x="9572625" y="3006725"/>
          <p14:tracePt t="89621" x="9586913" y="3021013"/>
          <p14:tracePt t="89634" x="9613900" y="3033713"/>
          <p14:tracePt t="89664" x="9694863" y="3048000"/>
          <p14:tracePt t="89669" x="9721850" y="3048000"/>
          <p14:tracePt t="89704" x="9810750" y="3021013"/>
          <p14:tracePt t="89714" x="9825038" y="2994025"/>
          <p14:tracePt t="89741" x="9837738" y="2932113"/>
          <p14:tracePt t="89748" x="9837738" y="2919413"/>
          <p14:tracePt t="89772" x="9825038" y="2905125"/>
          <p14:tracePt t="89786" x="9810750" y="2905125"/>
          <p14:tracePt t="89797" x="9796463" y="2905125"/>
          <p14:tracePt t="89804" x="9783763" y="2905125"/>
          <p14:tracePt t="89838" x="9694863" y="2967038"/>
          <p14:tracePt t="89848" x="9682163" y="3006725"/>
          <p14:tracePt t="89867" x="9667875" y="3021013"/>
          <p14:tracePt t="89869" x="9667875" y="3048000"/>
          <p14:tracePt t="89902" x="9694863" y="3062288"/>
          <p14:tracePt t="89904" x="9721850" y="3074988"/>
          <p14:tracePt t="89935" x="9837738" y="3089275"/>
          <p14:tracePt t="89948" x="9879013" y="3074988"/>
          <p14:tracePt t="89963" x="9906000" y="3062288"/>
          <p14:tracePt t="89973" x="9939338" y="3048000"/>
          <p14:tracePt t="89989" x="9953625" y="3006725"/>
          <p14:tracePt t="89998" x="9953625" y="2979738"/>
          <p14:tracePt t="90015" x="9920288" y="2932113"/>
          <p14:tracePt t="90017" x="9906000" y="2905125"/>
          <p14:tracePt t="90036" x="9852025" y="2878138"/>
          <p14:tracePt t="90038" x="9783763" y="2851150"/>
          <p14:tracePt t="90068" x="9721850" y="2836863"/>
          <p14:tracePt t="90070" x="9653588" y="2824163"/>
          <p14:tracePt t="90072" x="9599613" y="2824163"/>
          <p14:tracePt t="90083" x="9572625" y="2836863"/>
          <p14:tracePt t="90104" x="9558338" y="2851150"/>
          <p14:tracePt t="90117" x="9545638" y="2890838"/>
          <p14:tracePt t="90118" x="9525000" y="2919413"/>
          <p14:tracePt t="90135" x="9525000" y="2946400"/>
          <p14:tracePt t="90159" x="9558338" y="2979738"/>
          <p14:tracePt t="90162" x="9599613" y="3006725"/>
          <p14:tracePt t="90181" x="9640888" y="3006725"/>
          <p14:tracePt t="90188" x="9694863" y="3021013"/>
          <p14:tracePt t="90206" x="9721850" y="3006725"/>
          <p14:tracePt t="90211" x="9756775" y="3006725"/>
          <p14:tracePt t="90221" x="9783763" y="2994025"/>
          <p14:tracePt t="90233" x="9796463" y="2979738"/>
          <p14:tracePt t="90246" x="9810750" y="2967038"/>
          <p14:tracePt t="90260" x="9810750" y="2932113"/>
          <p14:tracePt t="90268" x="9810750" y="2905125"/>
          <p14:tracePt t="90285" x="9796463" y="2863850"/>
          <p14:tracePt t="90298" x="9769475" y="2851150"/>
          <p14:tracePt t="90321" x="9709150" y="2836863"/>
          <p14:tracePt t="90330" x="9682163" y="2824163"/>
          <p14:tracePt t="90352" x="9653588" y="2824163"/>
          <p14:tracePt t="90353" x="9640888" y="2836863"/>
          <p14:tracePt t="90367" x="9626600" y="2851150"/>
          <p14:tracePt t="90400" x="9613900" y="2919413"/>
          <p14:tracePt t="90402" x="9613900" y="2946400"/>
          <p14:tracePt t="90414" x="9613900" y="2979738"/>
          <p14:tracePt t="90422" x="9626600" y="2994025"/>
          <p14:tracePt t="90435" x="9640888" y="3006725"/>
          <p14:tracePt t="90454" x="9667875" y="3006725"/>
          <p14:tracePt t="90456" x="9694863" y="3006725"/>
          <p14:tracePt t="90465" x="9742488" y="3006725"/>
          <p14:tracePt t="90484" x="9769475" y="3006725"/>
          <p14:tracePt t="90489" x="9796463" y="2994025"/>
          <p14:tracePt t="90512" x="9810750" y="2946400"/>
          <p14:tracePt t="90525" x="9810750" y="2932113"/>
          <p14:tracePt t="90537" x="9796463" y="2890838"/>
          <p14:tracePt t="90559" x="9756775" y="2851150"/>
          <p14:tracePt t="90571" x="9721850" y="2851150"/>
          <p14:tracePt t="90584" x="9694863" y="2836863"/>
          <p14:tracePt t="90597" x="9682163" y="2836863"/>
          <p14:tracePt t="90606" x="9667875" y="2851150"/>
          <p14:tracePt t="90617" x="9640888" y="2878138"/>
          <p14:tracePt t="90634" x="9626600" y="2905125"/>
          <p14:tracePt t="90635" x="9613900" y="2946400"/>
          <p14:tracePt t="90664" x="9613900" y="3021013"/>
          <p14:tracePt t="90670" x="9613900" y="3033713"/>
          <p14:tracePt t="90687" x="9626600" y="3033713"/>
          <p14:tracePt t="90696" x="9653588" y="3048000"/>
          <p14:tracePt t="90706" x="9667875" y="3048000"/>
          <p14:tracePt t="90736" x="9721850" y="3021013"/>
          <p14:tracePt t="90747" x="9721850" y="3006725"/>
          <p14:tracePt t="90757" x="9721850" y="2979738"/>
          <p14:tracePt t="90770" x="9721850" y="2946400"/>
          <p14:tracePt t="90781" x="9721850" y="2932113"/>
          <p14:tracePt t="90793" x="9694863" y="2905125"/>
          <p14:tracePt t="90818" x="9626600" y="2863850"/>
          <p14:tracePt t="90830" x="9599613" y="2863850"/>
          <p14:tracePt t="90843" x="9558338" y="2863850"/>
          <p14:tracePt t="90868" x="9545638" y="2890838"/>
          <p14:tracePt t="90870" x="9498013" y="2946400"/>
          <p14:tracePt t="90881" x="9498013" y="2979738"/>
          <p14:tracePt t="90899" x="9510713" y="3006725"/>
          <p14:tracePt t="90912" x="9545638" y="3033713"/>
          <p14:tracePt t="90925" x="9586913" y="3048000"/>
          <p14:tracePt t="90933" x="9640888" y="3074988"/>
          <p14:tracePt t="90954" x="9769475" y="3074988"/>
          <p14:tracePt t="90965" x="9837738" y="3074988"/>
          <p14:tracePt t="90973" x="9864725" y="3062288"/>
          <p14:tracePt t="90987" x="9906000" y="3033713"/>
          <p14:tracePt t="91016" x="9939338" y="2967038"/>
          <p14:tracePt t="91017" x="9920288" y="2932113"/>
          <p14:tracePt t="91033" x="9906000" y="2905125"/>
          <p14:tracePt t="91068" x="9810750" y="2824163"/>
          <p14:tracePt t="91080" x="9783763" y="2824163"/>
          <p14:tracePt t="91092" x="9756775" y="2824163"/>
          <p14:tracePt t="91121" x="9709150" y="2878138"/>
          <p14:tracePt t="91131" x="9694863" y="2905125"/>
          <p14:tracePt t="91141" x="9694863" y="2967038"/>
          <p14:tracePt t="91170" x="9694863" y="3021013"/>
          <p14:tracePt t="91179" x="9709150" y="3033713"/>
          <p14:tracePt t="91190" x="9721850" y="3033713"/>
          <p14:tracePt t="91216" x="9783763" y="3048000"/>
          <p14:tracePt t="91234" x="9810750" y="3033713"/>
          <p14:tracePt t="91235" x="9852025" y="3021013"/>
          <p14:tracePt t="91260" x="9891713" y="2979738"/>
          <p14:tracePt t="91269" x="9906000" y="2946400"/>
          <p14:tracePt t="91292" x="9920288" y="2919413"/>
          <p14:tracePt t="91293" x="9906000" y="2890838"/>
          <p14:tracePt t="91319" x="9837738" y="2809875"/>
          <p14:tracePt t="91331" x="9796463" y="2795588"/>
          <p14:tracePt t="91353" x="9756775" y="2795588"/>
          <p14:tracePt t="91355" x="9709150" y="2782888"/>
          <p14:tracePt t="91365" x="9682163" y="2782888"/>
          <p14:tracePt t="91377" x="9653588" y="2795588"/>
          <p14:tracePt t="91411" x="9599613" y="2851150"/>
          <p14:tracePt t="91413" x="9572625" y="2878138"/>
          <p14:tracePt t="91431" x="9558338" y="2919413"/>
          <p14:tracePt t="91434" x="9558338" y="2946400"/>
          <p14:tracePt t="91451" x="9558338" y="2967038"/>
          <p14:tracePt t="91458" x="9572625" y="2979738"/>
          <p14:tracePt t="91470" x="9586913" y="2994025"/>
          <p14:tracePt t="91484" x="9599613" y="2994025"/>
          <p14:tracePt t="91508" x="9626600" y="3006725"/>
          <p14:tracePt t="91517" x="9653588" y="3006725"/>
          <p14:tracePt t="91529" x="9667875" y="3006725"/>
          <p14:tracePt t="91530" x="9694863" y="3006725"/>
          <p14:tracePt t="91538" x="9721850" y="3006725"/>
          <p14:tracePt t="91557" x="9769475" y="2994025"/>
          <p14:tracePt t="91567" x="9796463" y="2994025"/>
          <p14:tracePt t="91568" x="9810750" y="2967038"/>
          <p14:tracePt t="91580" x="9837738" y="2946400"/>
          <p14:tracePt t="91604" x="9837738" y="2919413"/>
          <p14:tracePt t="91605" x="9852025" y="2905125"/>
          <p14:tracePt t="91615" x="9837738" y="2878138"/>
          <p14:tracePt t="91635" x="9837738" y="2863850"/>
          <p14:tracePt t="91637" x="9810750" y="2836863"/>
          <p14:tracePt t="91646" x="9796463" y="2809875"/>
          <p14:tracePt t="91658" x="9769475" y="2795588"/>
          <p14:tracePt t="91681" x="9742488" y="2782888"/>
          <p14:tracePt t="91682" x="9709150" y="2782888"/>
          <p14:tracePt t="91692" x="9682163" y="2782888"/>
          <p14:tracePt t="91728" x="9667875" y="2782888"/>
          <p14:tracePt t="91737" x="9653588" y="2795588"/>
          <p14:tracePt t="91749" x="9640888" y="2809875"/>
          <p14:tracePt t="91771" x="9626600" y="2836863"/>
          <p14:tracePt t="91773" x="9599613" y="2878138"/>
          <p14:tracePt t="91782" x="9572625" y="2905125"/>
          <p14:tracePt t="91808" x="9545638" y="2967038"/>
          <p14:tracePt t="91818" x="9545638" y="2979738"/>
          <p14:tracePt t="91841" x="9558338" y="3021013"/>
          <p14:tracePt t="91851" x="9572625" y="3033713"/>
          <p14:tracePt t="91878" x="9599613" y="3074988"/>
          <p14:tracePt t="91887" x="9613900" y="3089275"/>
          <p14:tracePt t="91898" x="9640888" y="3101975"/>
          <p14:tracePt t="91918" x="9667875" y="3116263"/>
          <p14:tracePt t="91936" x="9694863" y="3116263"/>
          <p14:tracePt t="91948" x="9709150" y="3116263"/>
          <p14:tracePt t="91951" x="9742488" y="3101975"/>
          <p14:tracePt t="91964" x="9756775" y="3101975"/>
          <p14:tracePt t="91973" x="9769475" y="3089275"/>
          <p14:tracePt t="91989" x="9783763" y="3074988"/>
          <p14:tracePt t="92001" x="9796463" y="3048000"/>
          <p14:tracePt t="92017" x="9810750" y="3021013"/>
          <p14:tracePt t="92019" x="9810750" y="3006725"/>
          <p14:tracePt t="92035" x="9810750" y="2979738"/>
          <p14:tracePt t="92047" x="9810750" y="2946400"/>
          <p14:tracePt t="92054" x="9810750" y="2932113"/>
          <p14:tracePt t="92072" x="9810750" y="2919413"/>
          <p14:tracePt t="92074" x="9796463" y="2890838"/>
          <p14:tracePt t="92087" x="9769475" y="2878138"/>
          <p14:tracePt t="92109" x="9709150" y="2836863"/>
          <p14:tracePt t="92118" x="9682163" y="2836863"/>
          <p14:tracePt t="92147" x="9640888" y="2824163"/>
          <p14:tracePt t="92159" x="9626600" y="2824163"/>
          <p14:tracePt t="92172" x="9599613" y="2824163"/>
          <p14:tracePt t="92180" x="9586913" y="2836863"/>
          <p14:tracePt t="92191" x="9572625" y="2851150"/>
          <p14:tracePt t="92222" x="9545638" y="2905125"/>
          <p14:tracePt t="92233" x="9510713" y="2994025"/>
          <p14:tracePt t="92252" x="9510713" y="3006725"/>
          <p14:tracePt t="92256" x="9525000" y="3033713"/>
          <p14:tracePt t="92266" x="9545638" y="3033713"/>
          <p14:tracePt t="92290" x="9572625" y="3048000"/>
          <p14:tracePt t="92295" x="9586913" y="3062288"/>
          <p14:tracePt t="92302" x="9599613" y="3062288"/>
          <p14:tracePt t="92319" x="9613900" y="3062288"/>
          <p14:tracePt t="92614" x="9626600" y="3062288"/>
          <p14:tracePt t="92623" x="9626600" y="3048000"/>
          <p14:tracePt t="92635" x="9640888" y="3048000"/>
          <p14:tracePt t="92658" x="9653588" y="3033713"/>
          <p14:tracePt t="92670" x="9667875" y="3033713"/>
          <p14:tracePt t="92688" x="9682163" y="3021013"/>
          <p14:tracePt t="92697" x="9709150" y="3006725"/>
          <p14:tracePt t="92708" x="9742488" y="2979738"/>
          <p14:tracePt t="92726" x="9769475" y="2946400"/>
          <p14:tracePt t="92738" x="9796463" y="2905125"/>
          <p14:tracePt t="92740" x="9825038" y="2878138"/>
          <p14:tracePt t="92764" x="9825038" y="2824163"/>
          <p14:tracePt t="92772" x="9825038" y="2795588"/>
          <p14:tracePt t="92786" x="9810750" y="2795588"/>
          <p14:tracePt t="92796" x="9796463" y="2782888"/>
          <p14:tracePt t="92812" x="9783763" y="2768600"/>
          <p14:tracePt t="92836" x="9756775" y="2747963"/>
          <p14:tracePt t="92838" x="9721850" y="2747963"/>
          <p14:tracePt t="92840" x="9682163" y="2747963"/>
          <p14:tracePt t="92855" x="9667875" y="2747963"/>
          <p14:tracePt t="92864" x="9640888" y="2747963"/>
          <p14:tracePt t="92878" x="9626600" y="2768600"/>
          <p14:tracePt t="92887" x="9599613" y="2795588"/>
          <p14:tracePt t="92910" x="9545638" y="2863850"/>
          <p14:tracePt t="92921" x="9525000" y="2905125"/>
          <p14:tracePt t="92943" x="9510713" y="2994025"/>
          <p14:tracePt t="92975" x="9558338" y="3089275"/>
          <p14:tracePt t="92989" x="9599613" y="3116263"/>
          <p14:tracePt t="93005" x="9626600" y="3128963"/>
          <p14:tracePt t="93013" x="9653588" y="3149600"/>
          <p14:tracePt t="93023" x="9682163" y="3149600"/>
          <p14:tracePt t="93048" x="9721850" y="3149600"/>
          <p14:tracePt t="93056" x="9742488" y="3149600"/>
          <p14:tracePt t="93076" x="9783763" y="3116263"/>
          <p14:tracePt t="93087" x="9796463" y="3101975"/>
          <p14:tracePt t="93105" x="9810750" y="3089275"/>
          <p14:tracePt t="93114" x="9810750" y="3074988"/>
          <p14:tracePt t="93133" x="9810750" y="3062288"/>
          <p14:tracePt t="93135" x="9783763" y="3048000"/>
          <p14:tracePt t="93146" x="9756775" y="3033713"/>
          <p14:tracePt t="93157" x="9694863" y="3021013"/>
          <p14:tracePt t="93184" x="9572625" y="3021013"/>
          <p14:tracePt t="93192" x="9471025" y="3033713"/>
          <p14:tracePt t="93212" x="9259888" y="3089275"/>
          <p14:tracePt t="93222" x="9150350" y="3128963"/>
          <p14:tracePt t="93241" x="9075738" y="3176588"/>
          <p14:tracePt t="93267" x="9034463" y="3190875"/>
          <p14:tracePt t="93269" x="9007475" y="3205163"/>
          <p14:tracePt t="93287" x="8980488" y="3217863"/>
          <p14:tracePt t="93445" x="8994775" y="3217863"/>
          <p14:tracePt t="93472" x="9021763" y="3205163"/>
          <p14:tracePt t="93480" x="9063038" y="3190875"/>
          <p14:tracePt t="93491" x="9129713" y="3176588"/>
          <p14:tracePt t="93509" x="9245600" y="3128963"/>
          <p14:tracePt t="93518" x="9348788" y="3089275"/>
          <p14:tracePt t="93528" x="9498013" y="3033713"/>
          <p14:tracePt t="93545" x="9640888" y="2994025"/>
          <p14:tracePt t="93561" x="9709150" y="2967038"/>
          <p14:tracePt t="93562" x="9756775" y="2946400"/>
          <p14:tracePt t="93591" x="9796463" y="2932113"/>
          <p14:tracePt t="93908" x="9810750" y="2932113"/>
          <p14:tracePt t="93919" x="9810750" y="2946400"/>
          <p14:tracePt t="93940" x="9810750" y="2967038"/>
          <p14:tracePt t="93968" x="9796463" y="2979738"/>
          <p14:tracePt t="93979" x="9769475" y="2994025"/>
          <p14:tracePt t="93990" x="9756775" y="3006725"/>
          <p14:tracePt t="94006" x="9721850" y="3006725"/>
          <p14:tracePt t="94011" x="9709150" y="3021013"/>
          <p14:tracePt t="94040" x="9694863" y="3021013"/>
          <p14:tracePt t="94110" x="9709150" y="3021013"/>
          <p14:tracePt t="94146" x="9721850" y="3006725"/>
          <p14:tracePt t="94157" x="9742488" y="3006725"/>
          <p14:tracePt t="94178" x="9756775" y="3006725"/>
          <p14:tracePt t="94222" x="9769475" y="3006725"/>
          <p14:tracePt t="94256" x="9783763" y="2994025"/>
          <p14:tracePt t="94271" x="9796463" y="2994025"/>
          <p14:tracePt t="94318" x="9810750" y="2994025"/>
          <p14:tracePt t="94379" x="9796463" y="3021013"/>
          <p14:tracePt t="94390" x="9796463" y="3033713"/>
          <p14:tracePt t="94403" x="9796463" y="3048000"/>
          <p14:tracePt t="94424" x="9796463" y="3062288"/>
          <p14:tracePt t="94441" x="9810750" y="3062288"/>
          <p14:tracePt t="94474" x="9825038" y="3062288"/>
          <p14:tracePt t="94508" x="9837738" y="3062288"/>
          <p14:tracePt t="94517" x="9837738" y="3048000"/>
          <p14:tracePt t="94534" x="9852025" y="3048000"/>
          <p14:tracePt t="94545" x="9852025" y="3033713"/>
          <p14:tracePt t="95336" x="9864725" y="3021013"/>
          <p14:tracePt t="95357" x="9906000" y="2994025"/>
          <p14:tracePt t="95365" x="9967913" y="2946400"/>
          <p14:tracePt t="95375" x="10034588" y="2890838"/>
          <p14:tracePt t="95392" x="10137775" y="2795588"/>
          <p14:tracePt t="95393" x="10233025" y="2681288"/>
          <p14:tracePt t="95419" x="10334625" y="2497138"/>
          <p14:tracePt t="95429" x="10375900" y="2401888"/>
          <p14:tracePt t="95447" x="10388600" y="2339975"/>
          <p14:tracePt t="95450" x="10388600" y="2300288"/>
          <p14:tracePt t="95464" x="10402888" y="2259013"/>
          <p14:tracePt t="95476" x="10402888" y="2217738"/>
          <p14:tracePt t="95488" x="10388600" y="2184400"/>
          <p14:tracePt t="95499" x="10388600" y="2143125"/>
          <p14:tracePt t="95513" x="10361613" y="2116138"/>
          <p14:tracePt t="95525" x="10361613" y="2101850"/>
          <p14:tracePt t="95534" x="10334625" y="2074863"/>
          <p14:tracePt t="95548" x="10301288" y="2047875"/>
          <p14:tracePt t="95564" x="10272713" y="2047875"/>
          <p14:tracePt t="95567" x="10260013" y="2033588"/>
          <p14:tracePt t="95575" x="10233025" y="2020888"/>
          <p14:tracePt t="95601" x="10206038" y="2020888"/>
          <p14:tracePt t="95617" x="10191750" y="2020888"/>
          <p14:tracePt t="95618" x="10177463" y="2020888"/>
          <p14:tracePt t="95629" x="10164763" y="2033588"/>
          <p14:tracePt t="95640" x="10150475" y="2033588"/>
          <p14:tracePt t="95663" x="10117138" y="2047875"/>
          <p14:tracePt t="95675" x="10102850" y="2047875"/>
          <p14:tracePt t="95686" x="10090150" y="2062163"/>
          <p14:tracePt t="95709" x="10075863" y="2062163"/>
          <p14:tracePt t="95719" x="10034588" y="2062163"/>
          <p14:tracePt t="95730" x="9980613" y="2062163"/>
          <p14:tracePt t="95750" x="9864725" y="2047875"/>
          <p14:tracePt t="95756" x="9709150" y="2033588"/>
          <p14:tracePt t="95779" x="9129713" y="1946275"/>
          <p14:tracePt t="95799" x="8599488" y="1878013"/>
          <p14:tracePt t="95810" x="8301038" y="1803400"/>
          <p14:tracePt t="95820" x="7994650" y="1735138"/>
          <p14:tracePt t="95833" x="7762875" y="1681163"/>
          <p14:tracePt t="95851" x="7524750" y="1639888"/>
          <p14:tracePt t="95858" x="7340600" y="1604963"/>
          <p14:tracePt t="95867" x="7232650" y="1592263"/>
          <p14:tracePt t="95897" x="7102475" y="1592263"/>
          <p14:tracePt t="95898" x="7089775" y="1592263"/>
          <p14:tracePt t="95910" x="7075488" y="1592263"/>
          <p14:tracePt t="95921" x="7075488" y="1604963"/>
          <p14:tracePt t="95932" x="7062788" y="1604963"/>
          <p14:tracePt t="95948" x="7048500" y="1625600"/>
          <p14:tracePt t="95957" x="7034213" y="1625600"/>
          <p14:tracePt t="95966" x="7007225" y="1639888"/>
          <p14:tracePt t="95997" x="6946900" y="1652588"/>
          <p14:tracePt t="96007" x="6891338" y="1666875"/>
          <p14:tracePt t="96036" x="6708775" y="1681163"/>
          <p14:tracePt t="96047" x="6653213" y="1693863"/>
          <p14:tracePt t="96057" x="6626225" y="1693863"/>
          <p14:tracePt t="96082" x="6551613" y="1681163"/>
          <p14:tracePt t="96102" x="6510338" y="1681163"/>
          <p14:tracePt t="96105" x="6483350" y="1666875"/>
          <p14:tracePt t="96113" x="6443663" y="1652588"/>
          <p14:tracePt t="96137" x="6367463" y="1652588"/>
          <p14:tracePt t="96146" x="6354763" y="1652588"/>
          <p14:tracePt t="96159" x="6327775" y="1652588"/>
          <p14:tracePt t="96181" x="6313488" y="1652588"/>
          <p14:tracePt t="96197" x="6286500" y="1652588"/>
          <p14:tracePt t="96210" x="6272213" y="1652588"/>
          <p14:tracePt t="96220" x="6259513" y="1652588"/>
          <p14:tracePt t="96251" x="6232525" y="1652588"/>
          <p14:tracePt t="96252" x="6184900" y="1652588"/>
          <p14:tracePt t="96264" x="6170613" y="1652588"/>
          <p14:tracePt t="96280" x="6157913" y="1666875"/>
          <p14:tracePt t="96292" x="6143625" y="1666875"/>
          <p14:tracePt t="96314" x="6129338" y="1666875"/>
          <p14:tracePt t="96327" x="6116638" y="1666875"/>
          <p14:tracePt t="96341" x="6102350" y="1666875"/>
          <p14:tracePt t="96474" x="6116638" y="1666875"/>
          <p14:tracePt t="96485" x="6129338" y="1666875"/>
          <p14:tracePt t="96496" x="6143625" y="1666875"/>
          <p14:tracePt t="96510" x="6170613" y="1666875"/>
          <p14:tracePt t="96519" x="6205538" y="1666875"/>
          <p14:tracePt t="96535" x="6245225" y="1666875"/>
          <p14:tracePt t="96544" x="6286500" y="1666875"/>
          <p14:tracePt t="96552" x="6354763" y="1666875"/>
          <p14:tracePt t="96581" x="6470650" y="1666875"/>
          <p14:tracePt t="96591" x="6538913" y="1666875"/>
          <p14:tracePt t="96600" x="6578600" y="1666875"/>
          <p14:tracePt t="96618" x="6667500" y="1666875"/>
          <p14:tracePt t="96622" x="6735763" y="1666875"/>
          <p14:tracePt t="96630" x="6796088" y="1666875"/>
          <p14:tracePt t="96655" x="6905625" y="1666875"/>
          <p14:tracePt t="96665" x="6959600" y="1666875"/>
          <p14:tracePt t="96677" x="7007225" y="1666875"/>
          <p14:tracePt t="96688" x="7075488" y="1666875"/>
          <p14:tracePt t="96699" x="7143750" y="1666875"/>
          <p14:tracePt t="96717" x="7191375" y="1666875"/>
          <p14:tracePt t="96724" x="7245350" y="1666875"/>
          <p14:tracePt t="96733" x="7313613" y="1666875"/>
          <p14:tracePt t="96743" x="7388225" y="1666875"/>
          <p14:tracePt t="96766" x="7524750" y="1666875"/>
          <p14:tracePt t="96777" x="7613650" y="1681163"/>
          <p14:tracePt t="96788" x="7667625" y="1681163"/>
          <p14:tracePt t="96799" x="7721600" y="1681163"/>
          <p14:tracePt t="96816" x="7796213" y="1681163"/>
          <p14:tracePt t="96825" x="7851775" y="1681163"/>
          <p14:tracePt t="96833" x="7891463" y="1681163"/>
          <p14:tracePt t="96844" x="7959725" y="1681163"/>
          <p14:tracePt t="96867" x="8007350" y="1681163"/>
          <p14:tracePt t="96868" x="8062913" y="1681163"/>
          <p14:tracePt t="96879" x="8102600" y="1681163"/>
          <p14:tracePt t="96889" x="8164513" y="1681163"/>
          <p14:tracePt t="96915" x="8218488" y="1681163"/>
          <p14:tracePt t="96926" x="8259763" y="1681163"/>
          <p14:tracePt t="96935" x="8301038" y="1681163"/>
          <p14:tracePt t="96948" x="8328025" y="1681163"/>
          <p14:tracePt t="96966" x="8375650" y="1681163"/>
          <p14:tracePt t="96967" x="8415338" y="1681163"/>
          <p14:tracePt t="96979" x="8456613" y="1681163"/>
          <p14:tracePt t="96991" x="8510588" y="1681163"/>
          <p14:tracePt t="97013" x="8653463" y="1681163"/>
          <p14:tracePt t="97026" x="8709025" y="1681163"/>
          <p14:tracePt t="97037" x="8796338" y="1693863"/>
          <p14:tracePt t="97056" x="8891588" y="1693863"/>
          <p14:tracePt t="97057" x="8967788" y="1708150"/>
          <p14:tracePt t="97069" x="9063038" y="1720850"/>
          <p14:tracePt t="97085" x="9150350" y="1720850"/>
          <p14:tracePt t="97100" x="9218613" y="1735138"/>
          <p14:tracePt t="97109" x="9286875" y="1735138"/>
          <p14:tracePt t="97117" x="9361488" y="1747838"/>
          <p14:tracePt t="97156" x="9572625" y="1762125"/>
          <p14:tracePt t="97169" x="9653588" y="1762125"/>
          <p14:tracePt t="97174" x="9709150" y="1762125"/>
          <p14:tracePt t="97183" x="9783763" y="1776413"/>
          <p14:tracePt t="97195" x="9852025" y="1776413"/>
          <p14:tracePt t="97208" x="9920288" y="1776413"/>
          <p14:tracePt t="97219" x="9967913" y="1789113"/>
          <p14:tracePt t="97232" x="10021888" y="1789113"/>
          <p14:tracePt t="97246" x="10063163" y="1789113"/>
          <p14:tracePt t="97253" x="10075863" y="1789113"/>
          <p14:tracePt t="97263" x="10090150" y="1789113"/>
          <p14:tracePt t="97309" x="10075863" y="1789113"/>
          <p14:tracePt t="97317" x="10048875" y="1789113"/>
          <p14:tracePt t="97327" x="9980613" y="1789113"/>
          <p14:tracePt t="97348" x="9864725" y="1789113"/>
          <p14:tracePt t="97350" x="9709150" y="1824038"/>
          <p14:tracePt t="97363" x="9510713" y="1836738"/>
          <p14:tracePt t="97384" x="9361488" y="1851025"/>
          <p14:tracePt t="97385" x="9164638" y="1851025"/>
          <p14:tracePt t="97396" x="8953500" y="1851025"/>
          <p14:tracePt t="97416" x="8796338" y="1851025"/>
          <p14:tracePt t="97419" x="8586788" y="1836738"/>
          <p14:tracePt t="97429" x="8375650" y="1803400"/>
          <p14:tracePt t="97462" x="8245475" y="1789113"/>
          <p14:tracePt t="97464" x="8089900" y="1762125"/>
          <p14:tracePt t="97476" x="7878763" y="1735138"/>
          <p14:tracePt t="97497" x="7810500" y="1735138"/>
          <p14:tracePt t="97498" x="7735888" y="1735138"/>
          <p14:tracePt t="97509" x="7681913" y="1735138"/>
          <p14:tracePt t="97519" x="7653338" y="1735138"/>
          <p14:tracePt t="97530" x="7613650" y="1735138"/>
          <p14:tracePt t="97547" x="7566025" y="1735138"/>
          <p14:tracePt t="97558" x="7539038" y="1735138"/>
          <p14:tracePt t="97568" x="7524750" y="1735138"/>
          <p14:tracePt t="97586" x="7497763" y="1735138"/>
          <p14:tracePt t="97590" x="7483475" y="1735138"/>
          <p14:tracePt t="97598" x="7470775" y="1735138"/>
          <p14:tracePt t="97610" x="7456488" y="1735138"/>
          <p14:tracePt t="97633" x="7415213" y="1735138"/>
          <p14:tracePt t="97644" x="7402513" y="1735138"/>
          <p14:tracePt t="97655" x="7367588" y="1735138"/>
          <p14:tracePt t="97682" x="7354888" y="1735138"/>
          <p14:tracePt t="97694" x="7340600" y="1720850"/>
          <p14:tracePt t="97712" x="7327900" y="1720850"/>
          <p14:tracePt t="97791" x="7327900" y="1708150"/>
          <p14:tracePt t="97800" x="7313613" y="1708150"/>
          <p14:tracePt t="97829" x="7300913" y="1708150"/>
          <p14:tracePt t="97848" x="7286625" y="1708150"/>
          <p14:tracePt t="97869" x="7259638" y="1708150"/>
          <p14:tracePt t="97879" x="7232650" y="1708150"/>
          <p14:tracePt t="97905" x="7170738" y="1708150"/>
          <p14:tracePt t="97913" x="7143750" y="1708150"/>
          <p14:tracePt t="97926" x="7129463" y="1708150"/>
          <p14:tracePt t="97951" x="7116763" y="1708150"/>
          <p14:tracePt t="98126" x="7143750" y="1708150"/>
          <p14:tracePt t="98147" x="7158038" y="1708150"/>
          <p14:tracePt t="98159" x="7191375" y="1708150"/>
          <p14:tracePt t="98170" x="7205663" y="1708150"/>
          <p14:tracePt t="98183" x="7218363" y="1708150"/>
          <p14:tracePt t="98193" x="7245350" y="1708150"/>
          <p14:tracePt t="98208" x="7259638" y="1708150"/>
          <p14:tracePt t="98217" x="7272338" y="1708150"/>
          <p14:tracePt t="98239" x="7286625" y="1708150"/>
          <p14:tracePt t="98283" x="7300913" y="1708150"/>
          <p14:tracePt t="98476" x="7313613" y="1708150"/>
          <p14:tracePt t="98478" x="7327900" y="1708150"/>
          <p14:tracePt t="98510" x="7340600" y="1708150"/>
          <p14:tracePt t="98520" x="7300913" y="1708150"/>
          <p14:tracePt t="98946" x="7313613" y="1708150"/>
          <p14:tracePt t="98957" x="7313613" y="1720850"/>
          <p14:tracePt t="98969" x="7327900" y="1720850"/>
          <p14:tracePt t="98980" x="7340600" y="1720850"/>
          <p14:tracePt t="99070" x="7354888" y="1720850"/>
          <p14:tracePt t="99115" x="7367588" y="1720850"/>
          <p14:tracePt t="99216" x="7388225" y="1720850"/>
          <p14:tracePt t="99239" x="7402513" y="1720850"/>
          <p14:tracePt t="99253" x="7415213" y="1720850"/>
          <p14:tracePt t="99263" x="7443788" y="1720850"/>
          <p14:tracePt t="99282" x="7456488" y="1720850"/>
          <p14:tracePt t="99287" x="7497763" y="1720850"/>
          <p14:tracePt t="99297" x="7539038" y="1720850"/>
          <p14:tracePt t="99308" x="7586663" y="1720850"/>
          <p14:tracePt t="99331" x="7653338" y="1735138"/>
          <p14:tracePt t="99344" x="7681913" y="1735138"/>
          <p14:tracePt t="99366" x="7708900" y="1735138"/>
          <p14:tracePt t="99368" x="7721600" y="1735138"/>
          <p14:tracePt t="99377" x="7748588" y="1735138"/>
          <p14:tracePt t="99398" x="7762875" y="1735138"/>
          <p14:tracePt t="99431" x="7783513" y="1735138"/>
          <p14:tracePt t="99499" x="7796213" y="1720850"/>
          <p14:tracePt t="99527" x="7810500" y="1720850"/>
          <p14:tracePt t="99534" x="7837488" y="1720850"/>
          <p14:tracePt t="99563" x="7878763" y="1720850"/>
          <p14:tracePt t="99568" x="7891463" y="1720850"/>
          <p14:tracePt t="99578" x="7920038" y="1720850"/>
          <p14:tracePt t="99602" x="7947025" y="1720850"/>
          <p14:tracePt t="99604" x="7980363" y="1720850"/>
          <p14:tracePt t="99612" x="8021638" y="1720850"/>
          <p14:tracePt t="99622" x="8034338" y="1720850"/>
          <p14:tracePt t="99644" x="8075613" y="1720850"/>
          <p14:tracePt t="99646" x="8102600" y="1720850"/>
          <p14:tracePt t="99666" x="8116888" y="1720850"/>
          <p14:tracePt t="99673" x="8129588" y="1720850"/>
          <p14:tracePt t="99692" x="8143875" y="1720850"/>
          <p14:tracePt t="99869" x="8164513" y="1720850"/>
          <p14:tracePt t="99903" x="8177213" y="1720850"/>
          <p14:tracePt t="99927" x="8191500" y="1720850"/>
          <p14:tracePt t="99955" x="8205788" y="1720850"/>
          <p14:tracePt t="99974" x="8218488" y="1720850"/>
          <p14:tracePt t="100039" x="8232775" y="1720850"/>
          <p14:tracePt t="100060" x="8245475" y="1720850"/>
          <p14:tracePt t="100074" x="8259763" y="1720850"/>
          <p14:tracePt t="100087" x="8272463" y="1720850"/>
          <p14:tracePt t="100096" x="8313738" y="1720850"/>
          <p14:tracePt t="100112" x="8375650" y="1720850"/>
          <p14:tracePt t="100122" x="8443913" y="1720850"/>
          <p14:tracePt t="100130" x="8497888" y="1720850"/>
          <p14:tracePt t="100157" x="8640763" y="1735138"/>
          <p14:tracePt t="100171" x="8682038" y="1735138"/>
          <p14:tracePt t="100181" x="8721725" y="1735138"/>
          <p14:tracePt t="100198" x="8756650" y="1747838"/>
          <p14:tracePt t="100201" x="8783638" y="1747838"/>
          <p14:tracePt t="100212" x="8810625" y="1747838"/>
          <p14:tracePt t="100221" x="8837613" y="1747838"/>
          <p14:tracePt t="100244" x="8864600" y="1747838"/>
          <p14:tracePt t="100254" x="8878888" y="1747838"/>
          <p14:tracePt t="100264" x="8891588" y="1747838"/>
          <p14:tracePt t="100298" x="8905875" y="1747838"/>
          <p14:tracePt t="100302" x="8920163" y="1747838"/>
          <p14:tracePt t="100343" x="8891588" y="1735138"/>
          <p14:tracePt t="100836" x="8905875" y="1735138"/>
          <p14:tracePt t="100847" x="8905875" y="1747838"/>
          <p14:tracePt t="100874" x="8920163" y="1747838"/>
          <p14:tracePt t="100903" x="8932863" y="1747838"/>
          <p14:tracePt t="100962" x="8953500" y="1747838"/>
          <p14:tracePt t="100983" x="8967788" y="1747838"/>
          <p14:tracePt t="101000" x="8980488" y="1747838"/>
          <p14:tracePt t="101019" x="8994775" y="1735138"/>
          <p14:tracePt t="101039" x="9007475" y="1735138"/>
          <p14:tracePt t="101041" x="9021763" y="1735138"/>
          <p14:tracePt t="101052" x="9034463" y="1735138"/>
          <p14:tracePt t="101076" x="9048750" y="1735138"/>
          <p14:tracePt t="101243" x="9075738" y="1735138"/>
          <p14:tracePt t="101252" x="9090025" y="1735138"/>
          <p14:tracePt t="101267" x="9102725" y="1735138"/>
          <p14:tracePt t="101276" x="9117013" y="1735138"/>
          <p14:tracePt t="101287" x="9150350" y="1735138"/>
          <p14:tracePt t="101307" x="9164638" y="1735138"/>
          <p14:tracePt t="101312" x="9177338" y="1735138"/>
          <p14:tracePt t="101322" x="9191625" y="1735138"/>
          <p14:tracePt t="101500" x="9218613" y="1735138"/>
          <p14:tracePt t="101504" x="9232900" y="1735138"/>
          <p14:tracePt t="101516" x="9245600" y="1735138"/>
          <p14:tracePt t="101525" x="9272588" y="1735138"/>
          <p14:tracePt t="101535" x="9301163" y="1735138"/>
          <p14:tracePt t="101549" x="9328150" y="1735138"/>
          <p14:tracePt t="101560" x="9361488" y="1735138"/>
          <p14:tracePt t="101574" x="9388475" y="1735138"/>
          <p14:tracePt t="101584" x="9402763" y="1735138"/>
          <p14:tracePt t="101593" x="9415463" y="1735138"/>
          <p14:tracePt t="101603" x="9429750" y="1735138"/>
          <p14:tracePt t="101625" x="9444038" y="1735138"/>
          <p14:tracePt t="101648" x="9456738" y="1735138"/>
          <p14:tracePt t="101660" x="9471025" y="1735138"/>
          <p14:tracePt t="101803" x="9471025" y="1720850"/>
          <p14:tracePt t="101816" x="9483725" y="1720850"/>
          <p14:tracePt t="102120" x="9498013" y="1720850"/>
          <p14:tracePt t="102130" x="9510713" y="1720850"/>
          <p14:tracePt t="102141" x="9525000" y="1720850"/>
          <p14:tracePt t="102155" x="9525000" y="1708150"/>
          <p14:tracePt t="102165" x="9545638" y="1708150"/>
          <p14:tracePt t="102192" x="9558338" y="1708150"/>
          <p14:tracePt t="102367" x="9572625" y="1708150"/>
          <p14:tracePt t="102401" x="9586913" y="1708150"/>
          <p14:tracePt t="102423" x="9599613" y="1708150"/>
          <p14:tracePt t="102458" x="9613900" y="1708150"/>
          <p14:tracePt t="102524" x="9626600" y="1708150"/>
          <p14:tracePt t="102625" x="9640888" y="1708150"/>
          <p14:tracePt t="102647" x="9653588" y="1708150"/>
          <p14:tracePt t="102671" x="9667875" y="1708150"/>
          <p14:tracePt t="102705" x="9682163" y="1708150"/>
          <p14:tracePt t="102706" x="9694863" y="1708150"/>
          <p14:tracePt t="102718" x="9709150" y="1708150"/>
          <p14:tracePt t="102722" x="9721850" y="1708150"/>
          <p14:tracePt t="102730" x="9742488" y="1708150"/>
          <p14:tracePt t="102750" x="9756775" y="1708150"/>
          <p14:tracePt t="102942" x="9769475" y="1708150"/>
          <p14:tracePt t="102951" x="9783763" y="1708150"/>
          <p14:tracePt t="102963" x="9796463" y="1708150"/>
          <p14:tracePt t="102976" x="9810750" y="1708150"/>
          <p14:tracePt t="102986" x="9837738" y="1708150"/>
          <p14:tracePt t="102998" x="9852025" y="1708150"/>
          <p14:tracePt t="103018" x="9864725" y="1708150"/>
          <p14:tracePt t="103019" x="9879013" y="1708150"/>
          <p14:tracePt t="103031" x="9891713" y="1708150"/>
          <p14:tracePt t="103055" x="9906000" y="1708150"/>
          <p14:tracePt t="103066" x="9920288" y="1708150"/>
          <p14:tracePt t="103077" x="9939338" y="1708150"/>
          <p14:tracePt t="103112" x="9953625" y="1708150"/>
          <p14:tracePt t="103145" x="9967913" y="1708150"/>
          <p14:tracePt t="103154" x="9980613" y="1708150"/>
          <p14:tracePt t="103181" x="9994900" y="1708150"/>
          <p14:tracePt t="103190" x="10007600" y="1708150"/>
          <p14:tracePt t="103200" x="10021888" y="1708150"/>
          <p14:tracePt t="103219" x="10034588" y="1708150"/>
          <p14:tracePt t="103229" x="10048875" y="1708150"/>
          <p14:tracePt t="103257" x="10063163" y="1708150"/>
          <p14:tracePt t="103268" x="10075863" y="1708150"/>
          <p14:tracePt t="103295" x="10090150" y="1708150"/>
          <p14:tracePt t="103304" x="10102850" y="1708150"/>
          <p14:tracePt t="103314" x="10117138" y="1708150"/>
          <p14:tracePt t="103324" x="10137775" y="1708150"/>
          <p14:tracePt t="103347" x="10150475" y="1708150"/>
          <p14:tracePt t="103482" x="10137775" y="1708150"/>
          <p14:tracePt t="103491" x="10102850" y="1720850"/>
          <p14:tracePt t="103503" x="10075863" y="1735138"/>
          <p14:tracePt t="103518" x="10007600" y="1803400"/>
          <p14:tracePt t="103526" x="9891713" y="1973263"/>
          <p14:tracePt t="103542" x="9682163" y="2312988"/>
          <p14:tracePt t="103557" x="9498013" y="2640013"/>
          <p14:tracePt t="103565" x="9205913" y="3176588"/>
          <p14:tracePt t="103589" x="8953500" y="3667125"/>
          <p14:tracePt t="103591" x="8810625" y="3994150"/>
          <p14:tracePt t="103599" x="8667750" y="4402138"/>
          <p14:tracePt t="103608" x="8626475" y="4783138"/>
          <p14:tracePt t="103627" x="8626475" y="5081588"/>
          <p14:tracePt t="103636" x="8667750" y="5265738"/>
          <p14:tracePt t="103643" x="8721725" y="5462588"/>
          <p14:tracePt t="103671" x="8783638" y="5646738"/>
          <p14:tracePt t="103684" x="8783638" y="5661025"/>
          <p14:tracePt t="103685" x="8736013" y="5661025"/>
          <p14:tracePt t="103975" x="8756650" y="5646738"/>
          <p14:tracePt t="104000" x="8736013" y="5634038"/>
          <p14:tracePt t="104010" x="8709025" y="5613400"/>
          <p14:tracePt t="104021" x="8667750" y="5613400"/>
          <p14:tracePt t="104042" x="8626475" y="5599113"/>
          <p14:tracePt t="104043" x="8539163" y="5613400"/>
          <p14:tracePt t="104054" x="8456613" y="5634038"/>
          <p14:tracePt t="104066" x="8272463" y="5715000"/>
          <p14:tracePt t="104082" x="8089900" y="5816600"/>
          <p14:tracePt t="104093" x="7748588" y="6042025"/>
          <p14:tracePt t="104109" x="7354888" y="6319838"/>
          <p14:tracePt t="104126" x="7116763" y="6503988"/>
          <p14:tracePt t="104127" x="6837363" y="6742113"/>
          <p14:tracePt t="104912" x="6538913" y="6777038"/>
          <p14:tracePt t="104922" x="6708775" y="6592888"/>
          <p14:tracePt t="104932" x="6851650" y="6435725"/>
          <p14:tracePt t="104949" x="6994525" y="6224588"/>
          <p14:tracePt t="104956" x="7116763" y="6054725"/>
          <p14:tracePt t="104974" x="7170738" y="5953125"/>
          <p14:tracePt t="104979" x="7218363" y="5872163"/>
          <p14:tracePt t="105012" x="7232650" y="5816600"/>
          <p14:tracePt t="105013" x="7218363" y="5816600"/>
          <p14:tracePt t="105023" x="7205663" y="5795963"/>
          <p14:tracePt t="105040" x="7158038" y="5795963"/>
          <p14:tracePt t="105054" x="7089775" y="5830888"/>
          <p14:tracePt t="105065" x="6946900" y="5911850"/>
          <p14:tracePt t="105076" x="6777038" y="6069013"/>
          <p14:tracePt t="105088" x="6653213" y="6211888"/>
          <p14:tracePt t="105091" x="6483350" y="6462713"/>
          <p14:tracePt t="105102" x="6354763" y="6700838"/>
          <p14:tracePt t="105661" x="0" y="0"/>
        </p14:tracePtLst>
        <p14:tracePtLst>
          <p14:tracePt t="262030" x="4000500" y="6789738"/>
          <p14:tracePt t="262039" x="4062413" y="6592888"/>
          <p14:tracePt t="262053" x="4143375" y="6211888"/>
          <p14:tracePt t="262091" x="4211638" y="5414963"/>
          <p14:tracePt t="262096" x="4211638" y="4456113"/>
          <p14:tracePt t="262130" x="4232275" y="4164013"/>
          <p14:tracePt t="262132" x="4244975" y="3824288"/>
          <p14:tracePt t="262143" x="4271963" y="3402013"/>
          <p14:tracePt t="262154" x="4286250" y="3259138"/>
          <p14:tracePt t="262163" x="4300538" y="3163888"/>
          <p14:tracePt t="262178" x="4300538" y="3101975"/>
          <p14:tracePt t="262188" x="4300538" y="3074988"/>
          <p14:tracePt t="262197" x="4300538" y="3048000"/>
          <p14:tracePt t="262208" x="4286250" y="3021013"/>
          <p14:tracePt t="262221" x="4286250" y="3006725"/>
          <p14:tracePt t="262241" x="4286250" y="2994025"/>
          <p14:tracePt t="262242" x="4286250" y="2946400"/>
          <p14:tracePt t="262254" x="4271963" y="2919413"/>
          <p14:tracePt t="262269" x="4259263" y="2890838"/>
          <p14:tracePt t="262280" x="4232275" y="2851150"/>
          <p14:tracePt t="262324" x="4027488" y="2693988"/>
          <p14:tracePt t="262325" x="3946525" y="2667000"/>
          <p14:tracePt t="262336" x="3919538" y="2652713"/>
          <p14:tracePt t="262355" x="3905250" y="2640013"/>
          <p14:tracePt t="262356" x="3878263" y="2598738"/>
          <p14:tracePt t="262375" x="3878263" y="2551113"/>
          <p14:tracePt t="262377" x="3863975" y="2470150"/>
          <p14:tracePt t="262390" x="3851275" y="2401888"/>
          <p14:tracePt t="262401" x="3830638" y="2327275"/>
          <p14:tracePt t="262410" x="3816350" y="2300288"/>
          <p14:tracePt t="262443" x="3789363" y="2232025"/>
          <p14:tracePt t="262445" x="3776663" y="2205038"/>
          <p14:tracePt t="262457" x="3735388" y="2170113"/>
          <p14:tracePt t="262475" x="3694113" y="2143125"/>
          <p14:tracePt t="262483" x="3652838" y="2128838"/>
          <p14:tracePt t="262500" x="3592513" y="2116138"/>
          <p14:tracePt t="262501" x="3538538" y="2101850"/>
          <p14:tracePt t="262516" x="3482975" y="2089150"/>
          <p14:tracePt t="262532" x="3455988" y="2089150"/>
          <p14:tracePt t="262543" x="3408363" y="2074863"/>
          <p14:tracePt t="262558" x="3381375" y="2074863"/>
          <p14:tracePt t="262559" x="3354388" y="2074863"/>
          <p14:tracePt t="262571" x="3340100" y="2062163"/>
          <p14:tracePt t="262595" x="3327400" y="2062163"/>
          <p14:tracePt t="262625" x="3313113" y="2062163"/>
          <p14:tracePt t="262637" x="3300413" y="2062163"/>
          <p14:tracePt t="262647" x="3271838" y="2062163"/>
          <p14:tracePt t="262665" x="3224213" y="2074863"/>
          <p14:tracePt t="262678" x="3197225" y="2074863"/>
          <p14:tracePt t="262689" x="3170238" y="2101850"/>
          <p14:tracePt t="262711" x="3143250" y="2143125"/>
          <p14:tracePt t="262713" x="3128963" y="2205038"/>
          <p14:tracePt t="262724" x="3128963" y="2244725"/>
          <p14:tracePt t="262726" x="3157538" y="2312988"/>
          <p14:tracePt t="262745" x="3211513" y="2354263"/>
          <p14:tracePt t="262754" x="3271838" y="2366963"/>
          <p14:tracePt t="262778" x="3354388" y="2387600"/>
          <p14:tracePt t="262782" x="3435350" y="2387600"/>
          <p14:tracePt t="262785" x="3509963" y="2387600"/>
          <p14:tracePt t="262794" x="3565525" y="2354263"/>
          <p14:tracePt t="262811" x="3605213" y="2327275"/>
          <p14:tracePt t="262822" x="3633788" y="2300288"/>
          <p14:tracePt t="262829" x="3652838" y="2271713"/>
          <p14:tracePt t="262855" x="3652838" y="2170113"/>
          <p14:tracePt t="262863" x="3652838" y="2128838"/>
          <p14:tracePt t="262873" x="3605213" y="2089150"/>
          <p14:tracePt t="262908" x="3455988" y="2020888"/>
          <p14:tracePt t="262924" x="3381375" y="2033588"/>
          <p14:tracePt t="262933" x="3340100" y="2047875"/>
          <p14:tracePt t="262944" x="3300413" y="2074863"/>
          <p14:tracePt t="262958" x="3259138" y="2116138"/>
          <p14:tracePt t="262979" x="3211513" y="2170113"/>
          <p14:tracePt t="262982" x="3211513" y="2205038"/>
          <p14:tracePt t="263000" x="3197225" y="2217738"/>
          <p14:tracePt t="263005" x="3197225" y="2232025"/>
          <p14:tracePt t="263020" x="3211513" y="2232025"/>
          <p14:tracePt t="263022" x="3224213" y="2244725"/>
          <p14:tracePt t="263032" x="3259138" y="2244725"/>
          <p14:tracePt t="263045" x="3286125" y="2232025"/>
          <p14:tracePt t="263055" x="3327400" y="2232025"/>
          <p14:tracePt t="263067" x="3367088" y="2217738"/>
          <p14:tracePt t="263096" x="3422650" y="2170113"/>
          <p14:tracePt t="263098" x="3435350" y="2143125"/>
          <p14:tracePt t="263113" x="3435350" y="2116138"/>
          <p14:tracePt t="263142" x="3435350" y="2101850"/>
          <p14:tracePt t="263144" x="3422650" y="2089150"/>
          <p14:tracePt t="263156" x="3395663" y="2062163"/>
          <p14:tracePt t="263164" x="3354388" y="2062163"/>
          <p14:tracePt t="263180" x="3327400" y="2062163"/>
          <p14:tracePt t="263190" x="3286125" y="2074863"/>
          <p14:tracePt t="263200" x="3238500" y="2101850"/>
          <p14:tracePt t="263215" x="3197225" y="2157413"/>
          <p14:tracePt t="263237" x="3170238" y="2217738"/>
          <p14:tracePt t="263240" x="3170238" y="2244725"/>
          <p14:tracePt t="263249" x="3170238" y="2286000"/>
          <p14:tracePt t="263256" x="3184525" y="2300288"/>
          <p14:tracePt t="263270" x="3211513" y="2312988"/>
          <p14:tracePt t="263287" x="3259138" y="2327275"/>
          <p14:tracePt t="263288" x="3313113" y="2327275"/>
          <p14:tracePt t="263299" x="3395663" y="2327275"/>
          <p14:tracePt t="263315" x="3455988" y="2312988"/>
          <p14:tracePt t="263326" x="3524250" y="2300288"/>
          <p14:tracePt t="263346" x="3619500" y="2259013"/>
          <p14:tracePt t="263356" x="3652838" y="2232025"/>
          <p14:tracePt t="263380" x="3667125" y="2205038"/>
          <p14:tracePt t="263382" x="3667125" y="2184400"/>
          <p14:tracePt t="263393" x="3667125" y="2157413"/>
          <p14:tracePt t="263412" x="3652838" y="2128838"/>
          <p14:tracePt t="263413" x="3619500" y="2116138"/>
          <p14:tracePt t="263425" x="3592513" y="2089150"/>
          <p14:tracePt t="263458" x="3497263" y="2074863"/>
          <p14:tracePt t="263459" x="3455988" y="2074863"/>
          <p14:tracePt t="263472" x="3395663" y="2089150"/>
          <p14:tracePt t="263497" x="3313113" y="2143125"/>
          <p14:tracePt t="263506" x="3286125" y="2184400"/>
          <p14:tracePt t="263533" x="3271838" y="2271713"/>
          <p14:tracePt t="263540" x="3271838" y="2286000"/>
          <p14:tracePt t="263548" x="3300413" y="2312988"/>
          <p14:tracePt t="263565" x="3354388" y="2327275"/>
          <p14:tracePt t="263582" x="3408363" y="2327275"/>
          <p14:tracePt t="263586" x="3497263" y="2339975"/>
          <p14:tracePt t="263614" x="3578225" y="2327275"/>
          <p14:tracePt t="263615" x="3694113" y="2300288"/>
          <p14:tracePt t="263626" x="3721100" y="2271713"/>
          <p14:tracePt t="263648" x="3735388" y="2244725"/>
          <p14:tracePt t="263659" x="3735388" y="2217738"/>
          <p14:tracePt t="263674" x="3721100" y="2205038"/>
          <p14:tracePt t="263694" x="3708400" y="2184400"/>
          <p14:tracePt t="263695" x="3694113" y="2170113"/>
          <p14:tracePt t="263707" x="3667125" y="2170113"/>
          <p14:tracePt t="263743" x="3633788" y="2157413"/>
          <p14:tracePt t="264155" x="3652838" y="2157413"/>
          <p14:tracePt t="264188" x="3667125" y="2157413"/>
          <p14:tracePt t="264200" x="3681413" y="2157413"/>
          <p14:tracePt t="264233" x="3652838" y="2157413"/>
          <p14:tracePt t="264244" x="3619500" y="2143125"/>
          <p14:tracePt t="264695" x="3633788" y="2128838"/>
          <p14:tracePt t="264805" x="3652838" y="2128838"/>
          <p14:tracePt t="264975" x="3667125" y="2128838"/>
          <p14:tracePt t="265719" x="3667125" y="2101850"/>
          <p14:tracePt t="265739" x="3667125" y="2089150"/>
          <p14:tracePt t="265762" x="3667125" y="2074863"/>
          <p14:tracePt t="265796" x="3667125" y="2062163"/>
          <p14:tracePt t="265819" x="3652838" y="2062163"/>
          <p14:tracePt t="265844" x="3633788" y="2062163"/>
          <p14:tracePt t="265853" x="3633788" y="2047875"/>
          <p14:tracePt t="265864" x="3619500" y="2047875"/>
          <p14:tracePt t="265889" x="3605213" y="2047875"/>
          <p14:tracePt t="265914" x="3592513" y="2047875"/>
          <p14:tracePt t="265923" x="3578225" y="2047875"/>
          <p14:tracePt t="265932" x="3565525" y="2047875"/>
          <p14:tracePt t="265943" x="3551238" y="2047875"/>
          <p14:tracePt t="265967" x="3538538" y="2047875"/>
          <p14:tracePt t="266001" x="3524250" y="2047875"/>
          <p14:tracePt t="266574" x="3509963" y="2047875"/>
          <p14:tracePt t="266618" x="3497263" y="2047875"/>
          <p14:tracePt t="266629" x="3455988" y="2047875"/>
          <p14:tracePt t="266648" x="3367088" y="2047875"/>
          <p14:tracePt t="266652" x="3271838" y="2047875"/>
          <p14:tracePt t="266663" x="3062288" y="2047875"/>
          <p14:tracePt t="266675" x="2816225" y="2062163"/>
          <p14:tracePt t="266685" x="2619375" y="2089150"/>
          <p14:tracePt t="266704" x="2312988" y="2101850"/>
          <p14:tracePt t="266712" x="1973263" y="2128838"/>
          <p14:tracePt t="266720" x="1747838" y="2143125"/>
          <p14:tracePt t="266738" x="1462088" y="2170113"/>
          <p14:tracePt t="266753" x="1143000" y="2217738"/>
          <p14:tracePt t="266765" x="1089025" y="2232025"/>
          <p14:tracePt t="266776" x="1027113" y="2244725"/>
          <p14:tracePt t="266803" x="1000125" y="2271713"/>
          <p14:tracePt t="266804" x="985838" y="2271713"/>
          <p14:tracePt t="266821" x="973138" y="2300288"/>
          <p14:tracePt t="266822" x="958850" y="2300288"/>
          <p14:tracePt t="266845" x="946150" y="2312988"/>
          <p14:tracePt t="266855" x="946150" y="2327275"/>
          <p14:tracePt t="266866" x="931863" y="2327275"/>
          <p14:tracePt t="266885" x="919163" y="2327275"/>
          <p14:tracePt t="266891" x="890588" y="2327275"/>
          <p14:tracePt t="266903" x="857250" y="2339975"/>
          <p14:tracePt t="266915" x="830263" y="2339975"/>
          <p14:tracePt t="266932" x="776288" y="2354263"/>
          <p14:tracePt t="266935" x="735013" y="2366963"/>
          <p14:tracePt t="266963" x="673100" y="2387600"/>
          <p14:tracePt t="266983" x="646113" y="2387600"/>
          <p14:tracePt t="266984" x="619125" y="2401888"/>
          <p14:tracePt t="266997" x="604838" y="2401888"/>
          <p14:tracePt t="267006" x="592138" y="2401888"/>
          <p14:tracePt t="267056" x="604838" y="2401888"/>
          <p14:tracePt t="267067" x="619125" y="2414588"/>
          <p14:tracePt t="267083" x="646113" y="2414588"/>
          <p14:tracePt t="267095" x="693738" y="2428875"/>
          <p14:tracePt t="267117" x="747713" y="2428875"/>
          <p14:tracePt t="267118" x="815975" y="2428875"/>
          <p14:tracePt t="267129" x="857250" y="2428875"/>
          <p14:tracePt t="267137" x="904875" y="2428875"/>
          <p14:tracePt t="267149" x="931863" y="2428875"/>
          <p14:tracePt t="267168" x="973138" y="2414588"/>
          <p14:tracePt t="267170" x="985838" y="2414588"/>
          <p14:tracePt t="267181" x="1014413" y="2401888"/>
          <p14:tracePt t="267205" x="1027113" y="2387600"/>
          <p14:tracePt t="267206" x="1041400" y="2366963"/>
          <p14:tracePt t="267216" x="1054100" y="2354263"/>
          <p14:tracePt t="267238" x="1089025" y="2300288"/>
          <p14:tracePt t="267249" x="1089025" y="2271713"/>
          <p14:tracePt t="267276" x="1089025" y="2217738"/>
          <p14:tracePt t="267284" x="1089025" y="2184400"/>
          <p14:tracePt t="267296" x="1068388" y="2157413"/>
          <p14:tracePt t="267305" x="1054100" y="2128838"/>
          <p14:tracePt t="267327" x="1041400" y="2116138"/>
          <p14:tracePt t="267328" x="1014413" y="2089150"/>
          <p14:tracePt t="267339" x="973138" y="2074863"/>
          <p14:tracePt t="267367" x="931863" y="2062163"/>
          <p14:tracePt t="267379" x="904875" y="2062163"/>
          <p14:tracePt t="267386" x="890588" y="2062163"/>
          <p14:tracePt t="267397" x="857250" y="2074863"/>
          <p14:tracePt t="267417" x="815975" y="2116138"/>
          <p14:tracePt t="267430" x="803275" y="2143125"/>
          <p14:tracePt t="267451" x="788988" y="2184400"/>
          <p14:tracePt t="267454" x="788988" y="2232025"/>
          <p14:tracePt t="267466" x="815975" y="2286000"/>
          <p14:tracePt t="267479" x="857250" y="2312988"/>
          <p14:tracePt t="267494" x="919163" y="2366963"/>
          <p14:tracePt t="267495" x="1000125" y="2414588"/>
          <p14:tracePt t="267516" x="1089025" y="2428875"/>
          <p14:tracePt t="267524" x="1184275" y="2443163"/>
          <p14:tracePt t="267535" x="1285875" y="2455863"/>
          <p14:tracePt t="267550" x="1339850" y="2455863"/>
          <p14:tracePt t="267555" x="1395413" y="2455863"/>
          <p14:tracePt t="267565" x="1422400" y="2443163"/>
          <p14:tracePt t="267582" x="1422400" y="2428875"/>
          <p14:tracePt t="267598" x="1422400" y="2414588"/>
          <p14:tracePt t="267599" x="1422400" y="2387600"/>
          <p14:tracePt t="267611" x="1408113" y="2339975"/>
          <p14:tracePt t="267628" x="1381125" y="2300288"/>
          <p14:tracePt t="267637" x="1327150" y="2244725"/>
          <p14:tracePt t="267671" x="1101725" y="2157413"/>
          <p14:tracePt t="267683" x="1027113" y="2157413"/>
          <p14:tracePt t="267694" x="973138" y="2157413"/>
          <p14:tracePt t="267704" x="946150" y="2170113"/>
          <p14:tracePt t="267717" x="919163" y="2205038"/>
          <p14:tracePt t="267728" x="904875" y="2217738"/>
          <p14:tracePt t="267737" x="904875" y="2232025"/>
          <p14:tracePt t="267745" x="904875" y="2259013"/>
          <p14:tracePt t="267769" x="958850" y="2286000"/>
          <p14:tracePt t="267780" x="1000125" y="2300288"/>
          <p14:tracePt t="267790" x="1068388" y="2300288"/>
          <p14:tracePt t="267804" x="1128713" y="2300288"/>
          <p14:tracePt t="267813" x="1184275" y="2300288"/>
          <p14:tracePt t="267834" x="1252538" y="2286000"/>
          <p14:tracePt t="267837" x="1285875" y="2271713"/>
          <p14:tracePt t="267846" x="1312863" y="2259013"/>
          <p14:tracePt t="267878" x="1339850" y="2157413"/>
          <p14:tracePt t="267907" x="1300163" y="2062163"/>
          <p14:tracePt t="267923" x="1252538" y="2033588"/>
          <p14:tracePt t="267928" x="1211263" y="2006600"/>
          <p14:tracePt t="267947" x="1089025" y="1985963"/>
          <p14:tracePt t="267967" x="1041400" y="1985963"/>
          <p14:tracePt t="267970" x="1000125" y="2006600"/>
          <p14:tracePt t="267980" x="958850" y="2033588"/>
          <p14:tracePt t="267997" x="931863" y="2062163"/>
          <p14:tracePt t="268008" x="919163" y="2101850"/>
          <p14:tracePt t="268025" x="904875" y="2157413"/>
          <p14:tracePt t="268028" x="904875" y="2184400"/>
          <p14:tracePt t="268037" x="904875" y="2232025"/>
          <p14:tracePt t="268051" x="919163" y="2259013"/>
          <p14:tracePt t="268063" x="946150" y="2271713"/>
          <p14:tracePt t="268076" x="973138" y="2286000"/>
          <p14:tracePt t="268086" x="1014413" y="2286000"/>
          <p14:tracePt t="268098" x="1054100" y="2286000"/>
          <p14:tracePt t="268111" x="1101725" y="2286000"/>
          <p14:tracePt t="268121" x="1143000" y="2271713"/>
          <p14:tracePt t="268131" x="1169988" y="2259013"/>
          <p14:tracePt t="268149" x="1196975" y="2217738"/>
          <p14:tracePt t="268177" x="1196975" y="2143125"/>
          <p14:tracePt t="268185" x="1184275" y="2116138"/>
          <p14:tracePt t="268205" x="1169988" y="2089150"/>
          <p14:tracePt t="268207" x="1157288" y="2074863"/>
          <p14:tracePt t="268234" x="1143000" y="2074863"/>
          <p14:tracePt t="268241" x="1128713" y="2089150"/>
          <p14:tracePt t="268260" x="1101725" y="2128838"/>
          <p14:tracePt t="268262" x="1068388" y="2170113"/>
          <p14:tracePt t="268284" x="1054100" y="2217738"/>
          <p14:tracePt t="268285" x="1054100" y="2244725"/>
          <p14:tracePt t="268297" x="1068388" y="2271713"/>
          <p14:tracePt t="268308" x="1089025" y="2286000"/>
          <p14:tracePt t="268335" x="1169988" y="2312988"/>
          <p14:tracePt t="268345" x="1238250" y="2312988"/>
          <p14:tracePt t="268354" x="1312863" y="2300288"/>
          <p14:tracePt t="268385" x="1354138" y="2300288"/>
          <p14:tracePt t="268387" x="1381125" y="2271713"/>
          <p14:tracePt t="268400" x="1408113" y="2232025"/>
          <p14:tracePt t="268417" x="1408113" y="2205038"/>
          <p14:tracePt t="268418" x="1395413" y="2170113"/>
          <p14:tracePt t="268430" x="1381125" y="2157413"/>
          <p14:tracePt t="268452" x="1354138" y="2143125"/>
          <p14:tracePt t="268454" x="1327150" y="2128838"/>
          <p14:tracePt t="268465" x="1300163" y="2128838"/>
          <p14:tracePt t="268486" x="1285875" y="2128838"/>
          <p14:tracePt t="268488" x="1265238" y="2143125"/>
          <p14:tracePt t="268497" x="1252538" y="2143125"/>
          <p14:tracePt t="268524" x="1252538" y="2157413"/>
          <p14:tracePt t="268554" x="1265238" y="2157413"/>
          <p14:tracePt t="268590" x="1285875" y="2157413"/>
          <p14:tracePt t="268620" x="1285875" y="2143125"/>
          <p14:tracePt t="268646" x="1285875" y="2128838"/>
          <p14:tracePt t="268666" x="1265238" y="2128838"/>
          <p14:tracePt t="268688" x="1252538" y="2128838"/>
          <p14:tracePt t="268689" x="1223963" y="2128838"/>
          <p14:tracePt t="268703" x="1196975" y="2143125"/>
          <p14:tracePt t="268715" x="1157288" y="2157413"/>
          <p14:tracePt t="268735" x="1101725" y="2217738"/>
          <p14:tracePt t="268747" x="1089025" y="2232025"/>
          <p14:tracePt t="268769" x="1089025" y="2244725"/>
          <p14:tracePt t="268778" x="1101725" y="2259013"/>
          <p14:tracePt t="268789" x="1116013" y="2259013"/>
          <p14:tracePt t="268807" x="1128713" y="2259013"/>
          <p14:tracePt t="268816" x="1143000" y="2259013"/>
          <p14:tracePt t="268824" x="1157288" y="2259013"/>
          <p14:tracePt t="268851" x="1169988" y="2259013"/>
          <p14:tracePt t="268902" x="1169988" y="2244725"/>
          <p14:tracePt t="269735" x="1238250" y="2259013"/>
          <p14:tracePt t="269745" x="1265238" y="2259013"/>
          <p14:tracePt t="269755" x="1300163" y="2271713"/>
          <p14:tracePt t="269770" x="1327150" y="2271713"/>
          <p14:tracePt t="269779" x="1339850" y="2286000"/>
          <p14:tracePt t="269791" x="1366838" y="2286000"/>
          <p14:tracePt t="269812" x="1381125" y="2286000"/>
          <p14:tracePt t="270061" x="1482725" y="2312988"/>
          <p14:tracePt t="270072" x="1592263" y="2354263"/>
          <p14:tracePt t="270082" x="1843088" y="2455863"/>
          <p14:tracePt t="270094" x="2224088" y="2613025"/>
          <p14:tracePt t="270105" x="2708275" y="2809875"/>
          <p14:tracePt t="270124" x="3101975" y="2967038"/>
          <p14:tracePt t="270131" x="3652838" y="3190875"/>
          <p14:tracePt t="270140" x="4157663" y="3375025"/>
          <p14:tracePt t="270166" x="4748213" y="3598863"/>
          <p14:tracePt t="270174" x="4946650" y="3667125"/>
          <p14:tracePt t="270184" x="5075238" y="3694113"/>
          <p14:tracePt t="270207" x="5116513" y="3708400"/>
          <p14:tracePt t="270210" x="5157788" y="3729038"/>
          <p14:tracePt t="270223" x="5184775" y="3729038"/>
          <p14:tracePt t="270243" x="5197475" y="3729038"/>
          <p14:tracePt t="270374" x="5218113" y="3741738"/>
          <p14:tracePt t="270386" x="5232400" y="3756025"/>
          <p14:tracePt t="270402" x="5245100" y="3756025"/>
          <p14:tracePt t="270410" x="5259388" y="3768725"/>
          <p14:tracePt t="270444" x="5245100" y="3756025"/>
          <p14:tracePt t="270478" x="5232400" y="3741738"/>
          <p14:tracePt t="270479" x="5170488" y="3708400"/>
          <p14:tracePt t="270491" x="5048250" y="3625850"/>
          <p14:tracePt t="270506" x="4959350" y="3571875"/>
          <p14:tracePt t="270518" x="4878388" y="3497263"/>
          <p14:tracePt t="270528" x="4803775" y="3443288"/>
          <p14:tracePt t="270538" x="4735513" y="3375025"/>
          <p14:tracePt t="270556" x="4592638" y="3271838"/>
          <p14:tracePt t="270568" x="4565650" y="3244850"/>
          <p14:tracePt t="270591" x="4524375" y="3232150"/>
          <p14:tracePt t="270594" x="4510088" y="3232150"/>
          <p14:tracePt t="270601" x="4497388" y="3232150"/>
          <p14:tracePt t="270613" x="4483100" y="3232150"/>
          <p14:tracePt t="270636" x="4470400" y="3232150"/>
          <p14:tracePt t="270655" x="4456113" y="3244850"/>
          <p14:tracePt t="270663" x="4429125" y="3259138"/>
          <p14:tracePt t="270676" x="4381500" y="3286125"/>
          <p14:tracePt t="270703" x="4354513" y="3313113"/>
          <p14:tracePt t="270704" x="4300538" y="3387725"/>
          <p14:tracePt t="270723" x="4300538" y="3402013"/>
          <p14:tracePt t="270725" x="4300538" y="3429000"/>
          <p14:tracePt t="270736" x="4313238" y="3455988"/>
          <p14:tracePt t="270760" x="4327525" y="3470275"/>
          <p14:tracePt t="270762" x="4367213" y="3470275"/>
          <p14:tracePt t="270771" x="4408488" y="3470275"/>
          <p14:tracePt t="270797" x="4497388" y="3470275"/>
          <p14:tracePt t="270806" x="4551363" y="3455988"/>
          <p14:tracePt t="270818" x="4605338" y="3429000"/>
          <p14:tracePt t="270826" x="4652963" y="3402013"/>
          <p14:tracePt t="270843" x="4667250" y="3375025"/>
          <p14:tracePt t="270852" x="4681538" y="3348038"/>
          <p14:tracePt t="270877" x="4681538" y="3271838"/>
          <p14:tracePt t="270891" x="4667250" y="3232150"/>
          <p14:tracePt t="270900" x="4640263" y="3205163"/>
          <p14:tracePt t="270919" x="4592638" y="3176588"/>
          <p14:tracePt t="270922" x="4538663" y="3163888"/>
          <p14:tracePt t="270944" x="4470400" y="3163888"/>
          <p14:tracePt t="270952" x="4443413" y="3163888"/>
          <p14:tracePt t="270961" x="4429125" y="3176588"/>
          <p14:tracePt t="270985" x="4408488" y="3190875"/>
          <p14:tracePt t="270995" x="4408488" y="3205163"/>
          <p14:tracePt t="271006" x="4429125" y="3205163"/>
          <p14:tracePt t="271036" x="4443413" y="3217863"/>
          <p14:tracePt t="271044" x="4456113" y="3217863"/>
          <p14:tracePt t="271063" x="4470400" y="3217863"/>
          <p14:tracePt t="271092" x="4497388" y="3205163"/>
          <p14:tracePt t="271100" x="4510088" y="3190875"/>
          <p14:tracePt t="271115" x="4524375" y="3190875"/>
          <p14:tracePt t="271142" x="4524375" y="3176588"/>
          <p14:tracePt t="271186" x="4524375" y="3190875"/>
          <p14:tracePt t="271199" x="4538663" y="3190875"/>
          <p14:tracePt t="271209" x="4578350" y="3217863"/>
          <p14:tracePt t="271220" x="4652963" y="3259138"/>
          <p14:tracePt t="271234" x="4721225" y="3286125"/>
          <p14:tracePt t="271245" x="4824413" y="3327400"/>
          <p14:tracePt t="271263" x="4946650" y="3375025"/>
          <p14:tracePt t="271266" x="5075238" y="3414713"/>
          <p14:tracePt t="271287" x="5143500" y="3443288"/>
          <p14:tracePt t="271304" x="5232400" y="3470275"/>
          <p14:tracePt t="271321" x="5232400" y="3482975"/>
          <p14:tracePt t="271468" x="5245100" y="3482975"/>
          <p14:tracePt t="271480" x="5272088" y="3482975"/>
          <p14:tracePt t="271489" x="5313363" y="3482975"/>
          <p14:tracePt t="271505" x="5340350" y="3470275"/>
          <p14:tracePt t="271524" x="5414963" y="3443288"/>
          <p14:tracePt t="271535" x="5429250" y="3429000"/>
          <p14:tracePt t="271555" x="5443538" y="3414713"/>
          <p14:tracePt t="271561" x="5443538" y="3387725"/>
          <p14:tracePt t="271570" x="5429250" y="3375025"/>
          <p14:tracePt t="271580" x="5414963" y="3348038"/>
          <p14:tracePt t="271605" x="5327650" y="3271838"/>
          <p14:tracePt t="271616" x="5286375" y="3259138"/>
          <p14:tracePt t="271639" x="5197475" y="3232150"/>
          <p14:tracePt t="271642" x="5116513" y="3205163"/>
          <p14:tracePt t="271651" x="5048250" y="3190875"/>
          <p14:tracePt t="271676" x="4803775" y="3176588"/>
          <p14:tracePt t="271684" x="4721225" y="3190875"/>
          <p14:tracePt t="271693" x="4605338" y="3205163"/>
          <p14:tracePt t="271716" x="4510088" y="3244850"/>
          <p14:tracePt t="271720" x="4456113" y="3271838"/>
          <p14:tracePt t="271748" x="4340225" y="3375025"/>
          <p14:tracePt t="271751" x="4313238" y="3429000"/>
          <p14:tracePt t="271770" x="4313238" y="3470275"/>
          <p14:tracePt t="271771" x="4327525" y="3544888"/>
          <p14:tracePt t="271783" x="4354513" y="3613150"/>
          <p14:tracePt t="271793" x="4395788" y="3681413"/>
          <p14:tracePt t="271808" x="4497388" y="3783013"/>
          <p14:tracePt t="271817" x="4640263" y="3863975"/>
          <p14:tracePt t="271844" x="4919663" y="3994150"/>
          <p14:tracePt t="271853" x="5075238" y="4021138"/>
          <p14:tracePt t="271876" x="5395913" y="4033838"/>
          <p14:tracePt t="271885" x="5592763" y="4021138"/>
          <p14:tracePt t="271898" x="5789613" y="3967163"/>
          <p14:tracePt t="271915" x="5919788" y="3911600"/>
          <p14:tracePt t="271925" x="6075363" y="3824288"/>
          <p14:tracePt t="271937" x="6157913" y="3756025"/>
          <p14:tracePt t="271949" x="6205538" y="3694113"/>
          <p14:tracePt t="271951" x="6205538" y="3613150"/>
          <p14:tracePt t="271968" x="6184900" y="3544888"/>
          <p14:tracePt t="271975" x="6129338" y="3470275"/>
          <p14:tracePt t="271991" x="6062663" y="3414713"/>
          <p14:tracePt t="272001" x="5905500" y="3360738"/>
          <p14:tracePt t="272025" x="5565775" y="3271838"/>
          <p14:tracePt t="272031" x="5327650" y="3271838"/>
          <p14:tracePt t="272041" x="5089525" y="3271838"/>
          <p14:tracePt t="272067" x="4776788" y="3348038"/>
          <p14:tracePt t="272074" x="4652963" y="3402013"/>
          <p14:tracePt t="272086" x="4565650" y="3455988"/>
          <p14:tracePt t="272121" x="4340225" y="3613150"/>
          <p14:tracePt t="272137" x="4327525" y="3640138"/>
          <p14:tracePt t="272150" x="4313238" y="3681413"/>
          <p14:tracePt t="272158" x="4313238" y="3708400"/>
          <p14:tracePt t="272171" x="4313238" y="3741738"/>
          <p14:tracePt t="272183" x="4327525" y="3768725"/>
          <p14:tracePt t="272191" x="4354513" y="3795713"/>
          <p14:tracePt t="272208" x="4408488" y="3810000"/>
          <p14:tracePt t="272210" x="4456113" y="3836988"/>
          <p14:tracePt t="272248" x="4667250" y="3851275"/>
          <p14:tracePt t="272256" x="4762500" y="3863975"/>
          <p14:tracePt t="272267" x="4919663" y="3851275"/>
          <p14:tracePt t="272285" x="5048250" y="3836988"/>
          <p14:tracePt t="272294" x="5245100" y="3795713"/>
          <p14:tracePt t="272305" x="5443538" y="3741738"/>
          <p14:tracePt t="272319" x="5551488" y="3681413"/>
          <p14:tracePt t="272340" x="5667375" y="3613150"/>
          <p14:tracePt t="272343" x="5721350" y="3557588"/>
          <p14:tracePt t="272352" x="5735638" y="3509963"/>
          <p14:tracePt t="272384" x="5721350" y="3470275"/>
          <p14:tracePt t="272385" x="5592763" y="3360738"/>
          <p14:tracePt t="272409" x="5483225" y="3313113"/>
          <p14:tracePt t="272416" x="5300663" y="3271838"/>
          <p14:tracePt t="272418" x="5089525" y="3244850"/>
          <p14:tracePt t="272432" x="4946650" y="3244850"/>
          <p14:tracePt t="272442" x="4748213" y="3259138"/>
          <p14:tracePt t="272455" x="4551363" y="3300413"/>
          <p14:tracePt t="272457" x="4340225" y="3375025"/>
          <p14:tracePt t="272488" x="4184650" y="3443288"/>
          <p14:tracePt t="272489" x="4048125" y="3544888"/>
          <p14:tracePt t="272490" x="3959225" y="3625850"/>
          <p14:tracePt t="272523" x="3932238" y="3729038"/>
          <p14:tracePt t="272524" x="3932238" y="3768725"/>
          <p14:tracePt t="272556" x="3932238" y="3795713"/>
          <p14:tracePt t="272570" x="3959225" y="3824288"/>
          <p14:tracePt t="272571" x="4000500" y="3863975"/>
          <p14:tracePt t="272581" x="4062413" y="3890963"/>
          <p14:tracePt t="272583" x="4116388" y="3911600"/>
          <p14:tracePt t="272603" x="4197350" y="3925888"/>
          <p14:tracePt t="272604" x="4300538" y="3938588"/>
          <p14:tracePt t="272616" x="4395788" y="3938588"/>
          <p14:tracePt t="272626" x="4592638" y="3925888"/>
          <p14:tracePt t="272642" x="4803775" y="3890963"/>
          <p14:tracePt t="272649" x="4986338" y="3851275"/>
          <p14:tracePt t="272660" x="5259388" y="3783013"/>
          <p14:tracePt t="272684" x="5483225" y="3708400"/>
          <p14:tracePt t="272686" x="5681663" y="3625850"/>
          <p14:tracePt t="272694" x="5762625" y="3571875"/>
          <p14:tracePt t="272729" x="5864225" y="3443288"/>
          <p14:tracePt t="272730" x="5878513" y="3414713"/>
          <p14:tracePt t="272739" x="5864225" y="3387725"/>
          <p14:tracePt t="272756" x="5810250" y="3327400"/>
          <p14:tracePt t="272771" x="5748338" y="3300413"/>
          <p14:tracePt t="272772" x="5626100" y="3244850"/>
          <p14:tracePt t="272806" x="5456238" y="3217863"/>
          <p14:tracePt t="272807" x="5116513" y="3176588"/>
          <p14:tracePt t="272817" x="4932363" y="3176588"/>
          <p14:tracePt t="272839" x="4762500" y="3205163"/>
          <p14:tracePt t="272842" x="4667250" y="3232150"/>
          <p14:tracePt t="272852" x="4565650" y="3286125"/>
          <p14:tracePt t="272876" x="4443413" y="3402013"/>
          <p14:tracePt t="272886" x="4429125" y="3470275"/>
          <p14:tracePt t="272907" x="4470400" y="3652838"/>
          <p14:tracePt t="272918" x="4524375" y="3729038"/>
          <p14:tracePt t="272944" x="4803775" y="3911600"/>
          <p14:tracePt t="272954" x="4919663" y="3967163"/>
          <p14:tracePt t="272982" x="5089525" y="4006850"/>
          <p14:tracePt t="272984" x="5259388" y="4033838"/>
          <p14:tracePt t="272987" x="5395913" y="4033838"/>
          <p14:tracePt t="273021" x="5789613" y="4021138"/>
          <p14:tracePt t="273024" x="5919788" y="4006850"/>
          <p14:tracePt t="273033" x="6075363" y="3952875"/>
          <p14:tracePt t="273042" x="6218238" y="3890963"/>
          <p14:tracePt t="273060" x="6286500" y="3824288"/>
          <p14:tracePt t="273070" x="6313488" y="3783013"/>
          <p14:tracePt t="273105" x="6327775" y="3708400"/>
          <p14:tracePt t="273109" x="6313488" y="3694113"/>
          <p14:tracePt t="273110" x="6300788" y="3681413"/>
          <p14:tracePt t="273121" x="6259513" y="3667125"/>
          <p14:tracePt t="273143" x="6184900" y="3652838"/>
          <p14:tracePt t="273154" x="6129338" y="3652838"/>
          <p14:tracePt t="273173" x="6062663" y="3652838"/>
          <p14:tracePt t="273183" x="6021388" y="3640138"/>
          <p14:tracePt t="273729" x="6021388" y="3652838"/>
          <p14:tracePt t="273739" x="6021388" y="3640138"/>
          <p14:tracePt t="273952" x="6034088" y="3640138"/>
          <p14:tracePt t="274010" x="6048375" y="3640138"/>
          <p14:tracePt t="274055" x="6062663" y="3640138"/>
          <p14:tracePt t="274100" x="6062663" y="3625850"/>
          <p14:tracePt t="274121" x="6075363" y="3625850"/>
          <p14:tracePt t="274137" x="6075363" y="3613150"/>
          <p14:tracePt t="274173" x="6075363" y="3598863"/>
          <p14:tracePt t="274190" x="6075363" y="3586163"/>
          <p14:tracePt t="274214" x="6075363" y="3571875"/>
          <p14:tracePt t="274224" x="6075363" y="3557588"/>
          <p14:tracePt t="274247" x="6075363" y="3544888"/>
          <p14:tracePt t="274257" x="6075363" y="3530600"/>
          <p14:tracePt t="274281" x="6062663" y="3509963"/>
          <p14:tracePt t="274292" x="6062663" y="3497263"/>
          <p14:tracePt t="274310" x="6048375" y="3482975"/>
          <p14:tracePt t="274320" x="6034088" y="3470275"/>
          <p14:tracePt t="274330" x="6021388" y="3455988"/>
          <p14:tracePt t="274358" x="5973763" y="3429000"/>
          <p14:tracePt t="274359" x="5959475" y="3414713"/>
          <p14:tracePt t="274374" x="5946775" y="3414713"/>
          <p14:tracePt t="274386" x="5946775" y="3402013"/>
          <p14:tracePt t="274397" x="5932488" y="3402013"/>
          <p14:tracePt t="274420" x="5919788" y="3387725"/>
          <p14:tracePt t="274458" x="5905500" y="3387725"/>
          <p14:tracePt t="275088" x="5891213" y="3387725"/>
          <p14:tracePt t="275212" x="5878513" y="3387725"/>
          <p14:tracePt t="276226" x="5864225" y="3455988"/>
          <p14:tracePt t="276236" x="5851525" y="3509963"/>
          <p14:tracePt t="276247" x="5810250" y="3613150"/>
          <p14:tracePt t="276259" x="5762625" y="3708400"/>
          <p14:tracePt t="276270" x="5721350" y="3768725"/>
          <p14:tracePt t="276285" x="5640388" y="3863975"/>
          <p14:tracePt t="276301" x="5565775" y="3925888"/>
          <p14:tracePt t="276308" x="5497513" y="3979863"/>
          <p14:tracePt t="276315" x="5456238" y="4021138"/>
          <p14:tracePt t="276340" x="5354638" y="4075113"/>
          <p14:tracePt t="276353" x="5327650" y="4089400"/>
          <p14:tracePt t="276363" x="5313363" y="4110038"/>
          <p14:tracePt t="276388" x="5300663" y="4110038"/>
          <p14:tracePt t="276417" x="5313363" y="4089400"/>
          <p14:tracePt t="276440" x="5327650" y="4075113"/>
          <p14:tracePt t="276442" x="5340350" y="4062413"/>
          <p14:tracePt t="276454" x="5354638" y="4033838"/>
          <p14:tracePt t="276469" x="5367338" y="4021138"/>
          <p14:tracePt t="276485" x="5381625" y="4006850"/>
          <p14:tracePt t="276486" x="5381625" y="3994150"/>
          <p14:tracePt t="276499" x="5381625" y="3979863"/>
          <p14:tracePt t="281592" x="5340350" y="3979863"/>
          <p14:tracePt t="281626" x="5381625" y="3967163"/>
          <p14:tracePt t="281637" x="5483225" y="3952875"/>
          <p14:tracePt t="281648" x="5578475" y="3952875"/>
          <p14:tracePt t="281666" x="5721350" y="3952875"/>
          <p14:tracePt t="281674" x="5919788" y="3979863"/>
          <p14:tracePt t="281683" x="6157913" y="4021138"/>
          <p14:tracePt t="281705" x="6313488" y="4033838"/>
          <p14:tracePt t="281708" x="6524625" y="4075113"/>
          <p14:tracePt t="281717" x="6735763" y="4089400"/>
          <p14:tracePt t="281741" x="7102475" y="4122738"/>
          <p14:tracePt t="281749" x="7259638" y="4122738"/>
          <p14:tracePt t="281771" x="7354888" y="4122738"/>
          <p14:tracePt t="281772" x="7443788" y="4122738"/>
          <p14:tracePt t="281786" x="7497763" y="4122738"/>
          <p14:tracePt t="281804" x="7539038" y="4122738"/>
          <p14:tracePt t="281807" x="7566025" y="4122738"/>
          <p14:tracePt t="281830" x="7586663" y="4110038"/>
          <p14:tracePt t="281852" x="7586663" y="4089400"/>
          <p14:tracePt t="281872" x="7586663" y="4062413"/>
          <p14:tracePt t="281873" x="7566025" y="4033838"/>
          <p14:tracePt t="281885" x="7539038" y="4021138"/>
          <p14:tracePt t="281896" x="7524750" y="3994150"/>
          <p14:tracePt t="281920" x="7483475" y="3967163"/>
          <p14:tracePt t="281933" x="7470775" y="3952875"/>
          <p14:tracePt t="281955" x="7429500" y="3925888"/>
          <p14:tracePt t="281957" x="7388225" y="3890963"/>
          <p14:tracePt t="281967" x="7327900" y="3878263"/>
          <p14:tracePt t="281995" x="7232650" y="3824288"/>
          <p14:tracePt t="282008" x="7205663" y="3810000"/>
          <p14:tracePt t="282009" x="7170738" y="3795713"/>
          <p14:tracePt t="282035" x="7143750" y="3768725"/>
          <p14:tracePt t="282052" x="7129463" y="3756025"/>
          <p14:tracePt t="282053" x="7116763" y="3741738"/>
          <p14:tracePt t="282065" x="7102475" y="3729038"/>
          <p14:tracePt t="282075" x="7075488" y="3708400"/>
          <p14:tracePt t="282090" x="7048500" y="3681413"/>
          <p14:tracePt t="282100" x="7034213" y="3667125"/>
          <p14:tracePt t="282118" x="7007225" y="3652838"/>
          <p14:tracePt t="282136" x="6994525" y="3640138"/>
          <p14:tracePt t="282137" x="6959600" y="3625850"/>
          <p14:tracePt t="282149" x="6932613" y="3625850"/>
          <p14:tracePt t="282168" x="6878638" y="3613150"/>
          <p14:tracePt t="282170" x="6824663" y="3598863"/>
          <p14:tracePt t="282203" x="6626225" y="3586163"/>
          <p14:tracePt t="282215" x="6578600" y="3586163"/>
          <p14:tracePt t="282232" x="6551613" y="3586163"/>
          <p14:tracePt t="282233" x="6510338" y="3586163"/>
          <p14:tracePt t="282253" x="6470650" y="3586163"/>
          <p14:tracePt t="282260" x="6443663" y="3586163"/>
          <p14:tracePt t="282270" x="6415088" y="3586163"/>
          <p14:tracePt t="282280" x="6381750" y="3586163"/>
          <p14:tracePt t="282305" x="6354763" y="3586163"/>
          <p14:tracePt t="282316" x="6340475" y="3586163"/>
          <p14:tracePt t="282338" x="6327775" y="3586163"/>
          <p14:tracePt t="282358" x="6313488" y="3598863"/>
          <p14:tracePt t="282369" x="6300788" y="3598863"/>
          <p14:tracePt t="282386" x="6286500" y="3598863"/>
          <p14:tracePt t="282398" x="6272213" y="3613150"/>
          <p14:tracePt t="282414" x="6259513" y="3625850"/>
          <p14:tracePt t="282416" x="6245225" y="3640138"/>
          <p14:tracePt t="282459" x="6218238" y="3667125"/>
          <p14:tracePt t="282462" x="6205538" y="3667125"/>
          <p14:tracePt t="282484" x="6184900" y="3694113"/>
          <p14:tracePt t="282498" x="6170613" y="3694113"/>
          <p14:tracePt t="282507" x="6170613" y="3708400"/>
          <p14:tracePt t="282522" x="6184900" y="3729038"/>
          <p14:tracePt t="282539" x="6205538" y="3741738"/>
          <p14:tracePt t="282558" x="6218238" y="3741738"/>
          <p14:tracePt t="282565" x="6218238" y="3756025"/>
          <p14:tracePt t="282574" x="6245225" y="3756025"/>
          <p14:tracePt t="282602" x="6313488" y="3768725"/>
          <p14:tracePt t="282619" x="6340475" y="3768725"/>
          <p14:tracePt t="282621" x="6381750" y="3768725"/>
          <p14:tracePt t="282632" x="6415088" y="3768725"/>
          <p14:tracePt t="282644" x="6443663" y="3756025"/>
          <p14:tracePt t="282670" x="6524625" y="3729038"/>
          <p14:tracePt t="282673" x="6551613" y="3708400"/>
          <p14:tracePt t="282684" x="6578600" y="3681413"/>
          <p14:tracePt t="282703" x="6599238" y="3640138"/>
          <p14:tracePt t="282714" x="6599238" y="3625850"/>
          <p14:tracePt t="282722" x="6599238" y="3598863"/>
          <p14:tracePt t="282753" x="6497638" y="3509963"/>
          <p14:tracePt t="282765" x="6415088" y="3482975"/>
          <p14:tracePt t="282784" x="6327775" y="3470275"/>
          <p14:tracePt t="282786" x="6272213" y="3470275"/>
          <p14:tracePt t="282798" x="6218238" y="3470275"/>
          <p14:tracePt t="282809" x="6157913" y="3482975"/>
          <p14:tracePt t="282820" x="6129338" y="3497263"/>
          <p14:tracePt t="282838" x="6102350" y="3530600"/>
          <p14:tracePt t="282848" x="6089650" y="3571875"/>
          <p14:tracePt t="282869" x="6089650" y="3652838"/>
          <p14:tracePt t="282881" x="6102350" y="3708400"/>
          <p14:tracePt t="282901" x="6129338" y="3756025"/>
          <p14:tracePt t="282902" x="6170613" y="3783013"/>
          <p14:tracePt t="282918" x="6232525" y="3810000"/>
          <p14:tracePt t="282920" x="6300788" y="3824288"/>
          <p14:tracePt t="282953" x="6456363" y="3836988"/>
          <p14:tracePt t="282954" x="6538913" y="3836988"/>
          <p14:tracePt t="282987" x="6613525" y="3836988"/>
          <p14:tracePt t="282989" x="6694488" y="3795713"/>
          <p14:tracePt t="282999" x="6721475" y="3783013"/>
          <p14:tracePt t="283010" x="6721475" y="3756025"/>
          <p14:tracePt t="283020" x="6721475" y="3729038"/>
          <p14:tracePt t="283037" x="6721475" y="3694113"/>
          <p14:tracePt t="283055" x="6708775" y="3667125"/>
          <p14:tracePt t="283057" x="6694488" y="3652838"/>
          <p14:tracePt t="283073" x="6653213" y="3625850"/>
          <p14:tracePt t="283106" x="6565900" y="3586163"/>
          <p14:tracePt t="283116" x="6551613" y="3598863"/>
          <p14:tracePt t="283139" x="6510338" y="3598863"/>
          <p14:tracePt t="283147" x="6497638" y="3625850"/>
          <p14:tracePt t="283180" x="6483350" y="3667125"/>
          <p14:tracePt t="283181" x="6483350" y="3681413"/>
          <p14:tracePt t="283191" x="6497638" y="3708400"/>
          <p14:tracePt t="283216" x="6510338" y="3729038"/>
          <p14:tracePt t="283224" x="6524625" y="3741738"/>
          <p14:tracePt t="283252" x="6538913" y="3741738"/>
          <p14:tracePt t="283302" x="6538913" y="3729038"/>
          <p14:tracePt t="283337" x="6551613" y="3729038"/>
          <p14:tracePt t="284404" x="6510338" y="3729038"/>
          <p14:tracePt t="284414" x="6402388" y="3756025"/>
          <p14:tracePt t="284426" x="6259513" y="3795713"/>
          <p14:tracePt t="284442" x="6170613" y="3836988"/>
          <p14:tracePt t="284450" x="6048375" y="3863975"/>
          <p14:tracePt t="284461" x="5973763" y="3878263"/>
          <p14:tracePt t="284479" x="5878513" y="3911600"/>
          <p14:tracePt t="284487" x="5810250" y="3925888"/>
          <p14:tracePt t="284496" x="5708650" y="3938588"/>
          <p14:tracePt t="284530" x="5367338" y="3967163"/>
          <p14:tracePt t="284540" x="5286375" y="3967163"/>
          <p14:tracePt t="284551" x="5197475" y="3979863"/>
          <p14:tracePt t="284564" x="5157788" y="3994150"/>
          <p14:tracePt t="284578" x="5075238" y="3994150"/>
          <p14:tracePt t="284589" x="5021263" y="4006850"/>
          <p14:tracePt t="284609" x="4932363" y="4021138"/>
          <p14:tracePt t="284611" x="4837113" y="4021138"/>
          <p14:tracePt t="284628" x="4776788" y="4033838"/>
          <p14:tracePt t="284630" x="4694238" y="4033838"/>
          <p14:tracePt t="284641" x="4652963" y="4033838"/>
          <p14:tracePt t="284663" x="4578350" y="4033838"/>
          <p14:tracePt t="284666" x="4538663" y="4033838"/>
          <p14:tracePt t="284675" x="4456113" y="4033838"/>
          <p14:tracePt t="284704" x="4271963" y="4033838"/>
          <p14:tracePt t="284711" x="4116388" y="4033838"/>
          <p14:tracePt t="284722" x="3986213" y="4033838"/>
          <p14:tracePt t="284732" x="3816350" y="4033838"/>
          <p14:tracePt t="284751" x="3708400" y="4033838"/>
          <p14:tracePt t="284758" x="3538538" y="4033838"/>
          <p14:tracePt t="284767" x="3435350" y="4033838"/>
          <p14:tracePt t="284791" x="3300413" y="4048125"/>
          <p14:tracePt t="284794" x="3157538" y="4062413"/>
          <p14:tracePt t="284801" x="3089275" y="4075113"/>
          <p14:tracePt t="284830" x="2973388" y="4089400"/>
          <p14:tracePt t="284845" x="2959100" y="4089400"/>
          <p14:tracePt t="284889" x="2973388" y="4089400"/>
          <p14:tracePt t="284899" x="3000375" y="4075113"/>
          <p14:tracePt t="284911" x="3027363" y="4075113"/>
          <p14:tracePt t="284930" x="3074988" y="4062413"/>
          <p14:tracePt t="284940" x="3116263" y="4062413"/>
          <p14:tracePt t="284949" x="3128963" y="4062413"/>
          <p14:tracePt t="284959" x="3143250" y="4062413"/>
          <p14:tracePt t="303856" x="3116263" y="3967163"/>
          <p14:tracePt t="303866" x="3116263" y="3890963"/>
          <p14:tracePt t="303877" x="3116263" y="3851275"/>
          <p14:tracePt t="303889" x="3116263" y="3810000"/>
          <p14:tracePt t="303900" x="3116263" y="3783013"/>
          <p14:tracePt t="303911" x="3128963" y="3756025"/>
          <p14:tracePt t="303922" x="3143250" y="3741738"/>
          <p14:tracePt t="303964" x="3143250" y="3708400"/>
          <p14:tracePt t="303969" x="3143250" y="3694113"/>
          <p14:tracePt t="303979" x="3143250" y="3681413"/>
          <p14:tracePt t="304018" x="3143250" y="3640138"/>
          <p14:tracePt t="304035" x="3143250" y="3625850"/>
          <p14:tracePt t="304040" x="3143250" y="3598863"/>
          <p14:tracePt t="304050" x="3143250" y="3530600"/>
          <p14:tracePt t="304057" x="3143250" y="3482975"/>
          <p14:tracePt t="304101" x="3101975" y="3387725"/>
          <p14:tracePt t="304107" x="3089275" y="3375025"/>
          <p14:tracePt t="304153" x="3041650" y="3348038"/>
          <p14:tracePt t="304166" x="3027363" y="3360738"/>
          <p14:tracePt t="304173" x="3014663" y="3360738"/>
          <p14:tracePt t="304206" x="2905125" y="3402013"/>
          <p14:tracePt t="304207" x="2830513" y="3443288"/>
          <p14:tracePt t="304216" x="2762250" y="3470275"/>
          <p14:tracePt t="304233" x="2720975" y="3497263"/>
          <p14:tracePt t="304238" x="2708275" y="3530600"/>
          <p14:tracePt t="304264" x="2708275" y="3557588"/>
          <p14:tracePt t="304273" x="2720975" y="3571875"/>
          <p14:tracePt t="304287" x="2762250" y="3586163"/>
          <p14:tracePt t="304298" x="2803525" y="3586163"/>
          <p14:tracePt t="304319" x="2932113" y="3598863"/>
          <p14:tracePt t="304334" x="3014663" y="3598863"/>
          <p14:tracePt t="304340" x="3089275" y="3586163"/>
          <p14:tracePt t="304367" x="3143250" y="3571875"/>
          <p14:tracePt t="304382" x="3224213" y="3544888"/>
          <p14:tracePt t="304406" x="3238500" y="3509963"/>
          <p14:tracePt t="304415" x="3238500" y="3455988"/>
          <p14:tracePt t="304428" x="3224213" y="3414713"/>
          <p14:tracePt t="304430" x="3197225" y="3387725"/>
          <p14:tracePt t="304447" x="3128963" y="3360738"/>
          <p14:tracePt t="304456" x="3041650" y="3327400"/>
          <p14:tracePt t="304471" x="2986088" y="3313113"/>
          <p14:tracePt t="304480" x="2919413" y="3313113"/>
          <p14:tracePt t="304503" x="2863850" y="3313113"/>
          <p14:tracePt t="304504" x="2830513" y="3327400"/>
          <p14:tracePt t="304513" x="2789238" y="3360738"/>
          <p14:tracePt t="304521" x="2747963" y="3387725"/>
          <p14:tracePt t="304546" x="2720975" y="3414713"/>
          <p14:tracePt t="304548" x="2708275" y="3443288"/>
          <p14:tracePt t="304580" x="2708275" y="3497263"/>
          <p14:tracePt t="304589" x="2735263" y="3509963"/>
          <p14:tracePt t="304604" x="2776538" y="3509963"/>
          <p14:tracePt t="304614" x="2816225" y="3509963"/>
          <p14:tracePt t="304623" x="2890838" y="3509963"/>
          <p14:tracePt t="304636" x="2973388" y="3497263"/>
          <p14:tracePt t="304647" x="3062288" y="3482975"/>
          <p14:tracePt t="304670" x="3170238" y="3443288"/>
          <p14:tracePt t="304684" x="3184525" y="3443288"/>
          <p14:tracePt t="304709" x="3184525" y="3429000"/>
          <p14:tracePt t="304745" x="3170238" y="3429000"/>
          <p14:tracePt t="304756" x="3157538" y="3429000"/>
          <p14:tracePt t="304779" x="3143250" y="3429000"/>
          <p14:tracePt t="304791" x="3128963" y="3429000"/>
          <p14:tracePt t="304801" x="3116263" y="3429000"/>
          <p14:tracePt t="304818" x="3101975" y="3429000"/>
          <p14:tracePt t="305114" x="3116263" y="3429000"/>
          <p14:tracePt t="305352" x="3116263" y="3544888"/>
          <p14:tracePt t="305364" x="3101975" y="3613150"/>
          <p14:tracePt t="305373" x="3101975" y="3681413"/>
          <p14:tracePt t="305386" x="3101975" y="3783013"/>
          <p14:tracePt t="305397" x="3089275" y="3878263"/>
          <p14:tracePt t="305414" x="3074988" y="3967163"/>
          <p14:tracePt t="305423" x="3062288" y="4062413"/>
          <p14:tracePt t="305432" x="3041650" y="4137025"/>
          <p14:tracePt t="305457" x="3041650" y="4244975"/>
          <p14:tracePt t="305466" x="3041650" y="4292600"/>
          <p14:tracePt t="305476" x="3041650" y="4319588"/>
          <p14:tracePt t="305500" x="3027363" y="4333875"/>
          <p14:tracePt t="305502" x="3027363" y="4360863"/>
          <p14:tracePt t="305524" x="3027363" y="4375150"/>
          <p14:tracePt t="305535" x="3014663" y="4375150"/>
          <p14:tracePt t="305567" x="3000375" y="4375150"/>
          <p14:tracePt t="305578" x="3000375" y="4387850"/>
          <p14:tracePt t="305591" x="2973388" y="4387850"/>
          <p14:tracePt t="305614" x="2932113" y="4414838"/>
          <p14:tracePt t="305625" x="2890838" y="4443413"/>
          <p14:tracePt t="305644" x="2816225" y="4491038"/>
          <p14:tracePt t="305671" x="2747963" y="4545013"/>
          <p14:tracePt t="305680" x="2735263" y="4557713"/>
          <p14:tracePt t="305712" x="2708275" y="4572000"/>
          <p14:tracePt t="305732" x="2693988" y="4586288"/>
          <p14:tracePt t="305770" x="2681288" y="4586288"/>
          <p14:tracePt t="305778" x="2667000" y="4586288"/>
          <p14:tracePt t="305785" x="2646363" y="4586288"/>
          <p14:tracePt t="305807" x="2619375" y="4586288"/>
          <p14:tracePt t="305816" x="2605088" y="4598988"/>
          <p14:tracePt t="305828" x="2592388" y="4598988"/>
          <p14:tracePt t="305846" x="2565400" y="4598988"/>
          <p14:tracePt t="305848" x="2538413" y="4613275"/>
          <p14:tracePt t="305869" x="2509838" y="4613275"/>
          <p14:tracePt t="305871" x="2482850" y="4625975"/>
          <p14:tracePt t="305881" x="2449513" y="4640263"/>
          <p14:tracePt t="305899" x="2422525" y="4673600"/>
          <p14:tracePt t="305916" x="2408238" y="4687888"/>
          <p14:tracePt t="305931" x="2408238" y="4700588"/>
          <p14:tracePt t="306005" x="2422525" y="4700588"/>
          <p14:tracePt t="306015" x="2435225" y="4700588"/>
          <p14:tracePt t="306029" x="2449513" y="4687888"/>
          <p14:tracePt t="306041" x="2470150" y="4673600"/>
          <p14:tracePt t="306063" x="2482850" y="4652963"/>
          <p14:tracePt t="306064" x="2482850" y="4640263"/>
          <p14:tracePt t="306075" x="2482850" y="4625975"/>
          <p14:tracePt t="306084" x="2482850" y="4613275"/>
          <p14:tracePt t="306139" x="2470150" y="4613275"/>
          <p14:tracePt t="306150" x="2449513" y="4613275"/>
          <p14:tracePt t="306163" x="2449513" y="4640263"/>
          <p14:tracePt t="306175" x="2435225" y="4652963"/>
          <p14:tracePt t="306186" x="2435225" y="4673600"/>
          <p14:tracePt t="306201" x="2435225" y="4687888"/>
          <p14:tracePt t="306265" x="2449513" y="4687888"/>
          <p14:tracePt t="306279" x="2470150" y="4687888"/>
          <p14:tracePt t="306297" x="2470150" y="4673600"/>
          <p14:tracePt t="306298" x="2470150" y="4652963"/>
          <p14:tracePt t="306309" x="2470150" y="4625975"/>
          <p14:tracePt t="306321" x="2470150" y="4613275"/>
          <p14:tracePt t="306355" x="2449513" y="4613275"/>
          <p14:tracePt t="306357" x="2435225" y="4613275"/>
          <p14:tracePt t="306365" x="2422525" y="4625975"/>
          <p14:tracePt t="306377" x="2395538" y="4640263"/>
          <p14:tracePt t="306395" x="2395538" y="4652963"/>
          <p14:tracePt t="306403" x="2381250" y="4652963"/>
          <p14:tracePt t="306433" x="2395538" y="4652963"/>
          <p14:tracePt t="306444" x="2408238" y="4652963"/>
          <p14:tracePt t="306473" x="2422525" y="4652963"/>
          <p14:tracePt t="306474" x="2435225" y="4652963"/>
          <p14:tracePt t="306492" x="2449513" y="4640263"/>
          <p14:tracePt t="306517" x="2470150" y="4625975"/>
          <p14:tracePt t="306551" x="2449513" y="4640263"/>
          <p14:tracePt t="306559" x="2435225" y="4652963"/>
          <p14:tracePt t="306569" x="2435225" y="4687888"/>
          <p14:tracePt t="306582" x="2435225" y="4700588"/>
          <p14:tracePt t="306601" x="2435225" y="4714875"/>
          <p14:tracePt t="306635" x="2470150" y="4714875"/>
          <p14:tracePt t="306647" x="2482850" y="4714875"/>
          <p14:tracePt t="306670" x="2497138" y="4700588"/>
          <p14:tracePt t="306680" x="2497138" y="4687888"/>
          <p14:tracePt t="306682" x="2509838" y="4673600"/>
          <p14:tracePt t="306695" x="2509838" y="4652963"/>
          <p14:tracePt t="306716" x="2509838" y="4625975"/>
          <p14:tracePt t="306719" x="2509838" y="4613275"/>
          <p14:tracePt t="306725" x="2497138" y="4598988"/>
          <p14:tracePt t="306753" x="2482850" y="4598988"/>
          <p14:tracePt t="306761" x="2470150" y="4613275"/>
          <p14:tracePt t="306770" x="2449513" y="4625975"/>
          <p14:tracePt t="306791" x="2435225" y="4640263"/>
          <p14:tracePt t="306798" x="2422525" y="4652963"/>
          <p14:tracePt t="306827" x="2435225" y="4673600"/>
          <p14:tracePt t="306845" x="2449513" y="4673600"/>
          <p14:tracePt t="306862" x="2470150" y="4673600"/>
          <p14:tracePt t="306873" x="2482850" y="4673600"/>
          <p14:tracePt t="306901" x="2482850" y="4640263"/>
          <p14:tracePt t="306910" x="2482850" y="4625975"/>
          <p14:tracePt t="306918" x="2482850" y="4613275"/>
          <p14:tracePt t="306948" x="2470150" y="4613275"/>
          <p14:tracePt t="306962" x="2449513" y="4613275"/>
          <p14:tracePt t="306980" x="2435225" y="4625975"/>
          <p14:tracePt t="306991" x="2435225" y="4640263"/>
          <p14:tracePt t="306998" x="2422525" y="4652963"/>
          <p14:tracePt t="307029" x="2435225" y="4673600"/>
          <p14:tracePt t="307042" x="2449513" y="4687888"/>
          <p14:tracePt t="307054" x="2470150" y="4687888"/>
          <p14:tracePt t="307063" x="2470150" y="4673600"/>
          <p14:tracePt t="307082" x="2482850" y="4673600"/>
          <p14:tracePt t="307091" x="2482850" y="4652963"/>
          <p14:tracePt t="307099" x="2497138" y="4640263"/>
          <p14:tracePt t="307117" x="2497138" y="4625975"/>
          <p14:tracePt t="307130" x="2482850" y="4613275"/>
          <p14:tracePt t="307147" x="2482850" y="4598988"/>
          <p14:tracePt t="307175" x="2470150" y="4598988"/>
          <p14:tracePt t="307177" x="2470150" y="4613275"/>
          <p14:tracePt t="307188" x="2449513" y="4625975"/>
          <p14:tracePt t="307200" x="2449513" y="4652963"/>
          <p14:tracePt t="307210" x="2449513" y="4673600"/>
          <p14:tracePt t="307232" x="2449513" y="4687888"/>
          <p14:tracePt t="307243" x="2470150" y="4687888"/>
          <p14:tracePt t="307255" x="2482850" y="4687888"/>
          <p14:tracePt t="307280" x="2497138" y="4687888"/>
          <p14:tracePt t="307291" x="2497138" y="4673600"/>
          <p14:tracePt t="307317" x="2509838" y="4652963"/>
          <p14:tracePt t="307325" x="2509838" y="4640263"/>
          <p14:tracePt t="307333" x="2497138" y="4613275"/>
          <p14:tracePt t="307366" x="2482850" y="4613275"/>
          <p14:tracePt t="307367" x="2470150" y="4613275"/>
          <p14:tracePt t="307378" x="2449513" y="4625975"/>
          <p14:tracePt t="307402" x="2422525" y="4673600"/>
          <p14:tracePt t="307411" x="2422525" y="4687888"/>
          <p14:tracePt t="307439" x="2422525" y="4700588"/>
          <p14:tracePt t="307446" x="2435225" y="4700588"/>
          <p14:tracePt t="307459" x="2449513" y="4700588"/>
          <p14:tracePt t="307467" x="2470150" y="4700588"/>
          <p14:tracePt t="307492" x="2482850" y="4700588"/>
          <p14:tracePt t="307501" x="2482850" y="4687888"/>
          <p14:tracePt t="307513" x="2482850" y="4673600"/>
          <p14:tracePt t="307540" x="2482850" y="4652963"/>
          <p14:tracePt t="307668" x="2497138" y="4652963"/>
          <p14:tracePt t="307691" x="2509838" y="4652963"/>
          <p14:tracePt t="307703" x="2524125" y="4652963"/>
          <p14:tracePt t="307716" x="2538413" y="4652963"/>
          <p14:tracePt t="307733" x="2551113" y="4640263"/>
          <p14:tracePt t="307751" x="2565400" y="4640263"/>
          <p14:tracePt t="307787" x="2578100" y="4625975"/>
          <p14:tracePt t="307815" x="2592388" y="4625975"/>
          <p14:tracePt t="307817" x="2605088" y="4625975"/>
          <p14:tracePt t="307827" x="2633663" y="4613275"/>
          <p14:tracePt t="307841" x="2708275" y="4613275"/>
          <p14:tracePt t="307873" x="3128963" y="4557713"/>
          <p14:tracePt t="307875" x="3435350" y="4518025"/>
          <p14:tracePt t="307895" x="4048125" y="4443413"/>
          <p14:tracePt t="307897" x="4789488" y="4333875"/>
          <p14:tracePt t="307913" x="5354638" y="4244975"/>
          <p14:tracePt t="307921" x="6143625" y="4110038"/>
          <p14:tracePt t="307932" x="6905625" y="3952875"/>
          <p14:tracePt t="307948" x="7402513" y="3863975"/>
          <p14:tracePt t="307958" x="7980363" y="3756025"/>
          <p14:tracePt t="307970" x="8456613" y="3652838"/>
          <p14:tracePt t="307979" x="8810625" y="3571875"/>
          <p14:tracePt t="307998" x="9129713" y="3482975"/>
          <p14:tracePt t="308010" x="9218613" y="3443288"/>
          <p14:tracePt t="308027" x="9259888" y="3429000"/>
          <p14:tracePt t="308036" x="9301163" y="3414713"/>
          <p14:tracePt t="308048" x="9313863" y="3387725"/>
          <p14:tracePt t="308073" x="9328150" y="3375025"/>
          <p14:tracePt t="308074" x="9313863" y="3360738"/>
          <p14:tracePt t="308085" x="9313863" y="3348038"/>
          <p14:tracePt t="308099" x="9301163" y="3348038"/>
          <p14:tracePt t="308111" x="9272588" y="3327400"/>
          <p14:tracePt t="308121" x="9245600" y="3327400"/>
          <p14:tracePt t="308134" x="9218613" y="3327400"/>
          <p14:tracePt t="308165" x="9129713" y="3313113"/>
          <p14:tracePt t="308168" x="9117013" y="3313113"/>
          <p14:tracePt t="308176" x="9090025" y="3300413"/>
          <p14:tracePt t="308207" x="9021763" y="3300413"/>
          <p14:tracePt t="308229" x="8980488" y="3300413"/>
          <p14:tracePt t="308292" x="8967788" y="3300413"/>
          <p14:tracePt t="308301" x="8932863" y="3313113"/>
          <p14:tracePt t="308312" x="8905875" y="3313113"/>
          <p14:tracePt t="308334" x="8864600" y="3327400"/>
          <p14:tracePt t="308335" x="8796338" y="3348038"/>
          <p14:tracePt t="308346" x="8721725" y="3348038"/>
          <p14:tracePt t="308369" x="8667750" y="3348038"/>
          <p14:tracePt t="308372" x="8599488" y="3360738"/>
          <p14:tracePt t="308381" x="8524875" y="3360738"/>
          <p14:tracePt t="308404" x="8443913" y="3348038"/>
          <p14:tracePt t="308414" x="8415338" y="3348038"/>
          <p14:tracePt t="308427" x="8402638" y="3348038"/>
          <p14:tracePt t="308436" x="8388350" y="3348038"/>
          <p14:tracePt t="308501" x="8402638" y="3348038"/>
          <p14:tracePt t="308514" x="8415338" y="3348038"/>
          <p14:tracePt t="308526" x="8470900" y="3348038"/>
          <p14:tracePt t="308536" x="8539163" y="3348038"/>
          <p14:tracePt t="308549" x="8613775" y="3360738"/>
          <p14:tracePt t="308561" x="8709025" y="3360738"/>
          <p14:tracePt t="308573" x="8796338" y="3360738"/>
          <p14:tracePt t="308600" x="8891588" y="3360738"/>
          <p14:tracePt t="308609" x="8905875" y="3360738"/>
          <p14:tracePt t="308638" x="8878888" y="3360738"/>
          <p14:tracePt t="308649" x="8824913" y="3360738"/>
          <p14:tracePt t="308666" x="8769350" y="3360738"/>
          <p14:tracePt t="308677" x="8653463" y="3348038"/>
          <p14:tracePt t="308694" x="8539163" y="3348038"/>
          <p14:tracePt t="308696" x="8456613" y="3348038"/>
          <p14:tracePt t="308715" x="8340725" y="3348038"/>
          <p14:tracePt t="308717" x="8245475" y="3327400"/>
          <p14:tracePt t="308727" x="8191500" y="3327400"/>
          <p14:tracePt t="308748" x="8177213" y="3327400"/>
          <p14:tracePt t="308784" x="8191500" y="3327400"/>
          <p14:tracePt t="308796" x="8232775" y="3327400"/>
          <p14:tracePt t="308808" x="8259763" y="3327400"/>
          <p14:tracePt t="308820" x="8313738" y="3327400"/>
          <p14:tracePt t="308835" x="8402638" y="3327400"/>
          <p14:tracePt t="308841" x="8470900" y="3327400"/>
          <p14:tracePt t="308852" x="8524875" y="3327400"/>
          <p14:tracePt t="308879" x="8599488" y="3327400"/>
          <p14:tracePt t="308912" x="8572500" y="3327400"/>
          <p14:tracePt t="308921" x="8524875" y="3327400"/>
          <p14:tracePt t="308935" x="8456613" y="3327400"/>
          <p14:tracePt t="308945" x="8361363" y="3327400"/>
          <p14:tracePt t="308961" x="8245475" y="3327400"/>
          <p14:tracePt t="308963" x="8191500" y="3327400"/>
          <p14:tracePt t="308976" x="8129588" y="3327400"/>
          <p14:tracePt t="308988" x="8102600" y="3327400"/>
          <p14:tracePt t="309031" x="8143875" y="3327400"/>
          <p14:tracePt t="309044" x="8218488" y="3327400"/>
          <p14:tracePt t="309061" x="8313738" y="3348038"/>
          <p14:tracePt t="309070" x="8470900" y="3348038"/>
          <p14:tracePt t="309080" x="8599488" y="3360738"/>
          <p14:tracePt t="309099" x="8769350" y="3360738"/>
          <p14:tracePt t="309102" x="8878888" y="3375025"/>
          <p14:tracePt t="309111" x="8932863" y="3375025"/>
          <p14:tracePt t="309134" x="8953500" y="3375025"/>
          <p14:tracePt t="309143" x="8932863" y="3375025"/>
          <p14:tracePt t="309154" x="8891588" y="3387725"/>
          <p14:tracePt t="309171" x="8824913" y="3387725"/>
          <p14:tracePt t="309182" x="8736013" y="3387725"/>
          <p14:tracePt t="309191" x="8653463" y="3387725"/>
          <p14:tracePt t="309221" x="8510588" y="3387725"/>
          <p14:tracePt t="309228" x="8483600" y="3387725"/>
          <p14:tracePt t="309237" x="8470900" y="3387725"/>
          <p14:tracePt t="309280" x="8483600" y="3387725"/>
          <p14:tracePt t="309291" x="8510588" y="3375025"/>
          <p14:tracePt t="309292" x="8572500" y="3375025"/>
          <p14:tracePt t="309307" x="8613775" y="3375025"/>
          <p14:tracePt t="309315" x="8682038" y="3375025"/>
          <p14:tracePt t="309332" x="8756650" y="3375025"/>
          <p14:tracePt t="309342" x="8796338" y="3387725"/>
          <p14:tracePt t="309351" x="8824913" y="3387725"/>
          <p14:tracePt t="309382" x="8796338" y="3387725"/>
          <p14:tracePt t="309393" x="8756650" y="3387725"/>
          <p14:tracePt t="309408" x="8682038" y="3387725"/>
          <p14:tracePt t="309419" x="8626475" y="3387725"/>
          <p14:tracePt t="309436" x="8539163" y="3387725"/>
          <p14:tracePt t="309437" x="8470900" y="3387725"/>
          <p14:tracePt t="309448" x="8429625" y="3387725"/>
          <p14:tracePt t="309459" x="8415338" y="3387725"/>
          <p14:tracePt t="309482" x="8402638" y="3387725"/>
          <p14:tracePt t="309503" x="8415338" y="3387725"/>
          <p14:tracePt t="309519" x="8443913" y="3375025"/>
          <p14:tracePt t="309529" x="8470900" y="3375025"/>
          <p14:tracePt t="309541" x="8510588" y="3375025"/>
          <p14:tracePt t="309553" x="8572500" y="3387725"/>
          <p14:tracePt t="309568" x="8599488" y="3387725"/>
          <p14:tracePt t="309573" x="8640763" y="3387725"/>
          <p14:tracePt t="309600" x="8682038" y="3387725"/>
          <p14:tracePt t="309627" x="8667750" y="3387725"/>
          <p14:tracePt t="309650" x="8626475" y="3402013"/>
          <p14:tracePt t="309661" x="8586788" y="3402013"/>
          <p14:tracePt t="309680" x="8539163" y="3402013"/>
          <p14:tracePt t="309687" x="8510588" y="3402013"/>
          <p14:tracePt t="309699" x="8483600" y="3402013"/>
          <p14:tracePt t="309718" x="8470900" y="3402013"/>
          <p14:tracePt t="309752" x="8483600" y="3402013"/>
          <p14:tracePt t="309763" x="8510588" y="3402013"/>
          <p14:tracePt t="309781" x="8558213" y="3402013"/>
          <p14:tracePt t="309792" x="8586788" y="3402013"/>
          <p14:tracePt t="309799" x="8653463" y="3402013"/>
          <p14:tracePt t="309811" x="8709025" y="3402013"/>
          <p14:tracePt t="309831" x="8769350" y="3402013"/>
          <p14:tracePt t="309853" x="8783638" y="3402013"/>
          <p14:tracePt t="309887" x="8769350" y="3402013"/>
          <p14:tracePt t="309899" x="8756650" y="3402013"/>
          <p14:tracePt t="309920" x="8736013" y="3402013"/>
          <p14:tracePt t="310042" x="8721725" y="3402013"/>
          <p14:tracePt t="310053" x="8694738" y="3402013"/>
          <p14:tracePt t="310065" x="8653463" y="3414713"/>
          <p14:tracePt t="310079" x="8539163" y="3443288"/>
          <p14:tracePt t="310092" x="8429625" y="3470275"/>
          <p14:tracePt t="310100" x="8143875" y="3557588"/>
          <p14:tracePt t="310118" x="7748588" y="3694113"/>
          <p14:tracePt t="310125" x="7388225" y="3824288"/>
          <p14:tracePt t="310134" x="6824663" y="4006850"/>
          <p14:tracePt t="310160" x="5748338" y="4402138"/>
          <p14:tracePt t="310168" x="5381625" y="4518025"/>
          <p14:tracePt t="310179" x="4919663" y="4673600"/>
          <p14:tracePt t="310200" x="4551363" y="4783138"/>
          <p14:tracePt t="310203" x="4340225" y="4824413"/>
          <p14:tracePt t="310214" x="4157663" y="4851400"/>
          <p14:tracePt t="310227" x="4027488" y="4872038"/>
          <p14:tracePt t="310239" x="3959225" y="4872038"/>
          <p14:tracePt t="310249" x="3890963" y="4872038"/>
          <p14:tracePt t="310266" x="3816350" y="4851400"/>
          <p14:tracePt t="310277" x="3762375" y="4837113"/>
          <p14:tracePt t="310284" x="3708400" y="4824413"/>
          <p14:tracePt t="310300" x="3619500" y="4810125"/>
          <p14:tracePt t="310327" x="3497263" y="4783138"/>
          <p14:tracePt t="310339" x="3354388" y="4768850"/>
          <p14:tracePt t="310348" x="3313113" y="4768850"/>
          <p14:tracePt t="310364" x="3259138" y="4783138"/>
          <p14:tracePt t="310383" x="3184525" y="4795838"/>
          <p14:tracePt t="310395" x="3157538" y="4810125"/>
          <p14:tracePt t="310403" x="3116263" y="4824413"/>
          <p14:tracePt t="310419" x="3062288" y="4872038"/>
          <p14:tracePt t="310426" x="3014663" y="4899025"/>
          <p14:tracePt t="310460" x="2878138" y="4967288"/>
          <p14:tracePt t="310462" x="2816225" y="4979988"/>
          <p14:tracePt t="310486" x="2681288" y="5006975"/>
          <p14:tracePt t="310500" x="2605088" y="5006975"/>
          <p14:tracePt t="310510" x="2538413" y="4994275"/>
          <p14:tracePt t="310521" x="2422525" y="4979988"/>
          <p14:tracePt t="310533" x="2300288" y="4953000"/>
          <p14:tracePt t="310549" x="2128838" y="4911725"/>
          <p14:tracePt t="310561" x="2054225" y="4884738"/>
          <p14:tracePt t="310585" x="2041525" y="4851400"/>
          <p14:tracePt t="310595" x="2041525" y="4837113"/>
          <p14:tracePt t="310672" x="2041525" y="4851400"/>
          <p14:tracePt t="310697" x="2054225" y="4851400"/>
          <p14:tracePt t="310745" x="2074863" y="4851400"/>
          <p14:tracePt t="310754" x="2089150" y="4851400"/>
          <p14:tracePt t="310783" x="2116138" y="4851400"/>
          <p14:tracePt t="310792" x="2143125" y="4851400"/>
          <p14:tracePt t="310801" x="2170113" y="4851400"/>
          <p14:tracePt t="310819" x="2211388" y="4851400"/>
          <p14:tracePt t="310820" x="2238375" y="4837113"/>
          <p14:tracePt t="310831" x="2252663" y="4837113"/>
          <p14:tracePt t="311032" x="2286000" y="4837113"/>
          <p14:tracePt t="311044" x="2312988" y="4837113"/>
          <p14:tracePt t="311055" x="2327275" y="4837113"/>
          <p14:tracePt t="311079" x="2327275" y="4824413"/>
          <p14:tracePt t="311134" x="2339975" y="4824413"/>
          <p14:tracePt t="311147" x="2339975" y="4810125"/>
          <p14:tracePt t="311168" x="2339975" y="4795838"/>
          <p14:tracePt t="311181" x="2354263" y="4795838"/>
          <p14:tracePt t="311197" x="2354263" y="4783138"/>
          <p14:tracePt t="311206" x="2366963" y="4768850"/>
          <p14:tracePt t="311218" x="2381250" y="4768850"/>
          <p14:tracePt t="311239" x="2395538" y="4768850"/>
          <p14:tracePt t="311260" x="2408238" y="4768850"/>
          <p14:tracePt t="311284" x="2422525" y="4768850"/>
          <p14:tracePt t="311296" x="2449513" y="4783138"/>
          <p14:tracePt t="311307" x="2470150" y="4783138"/>
          <p14:tracePt t="311319" x="2497138" y="4795838"/>
          <p14:tracePt t="311334" x="2524125" y="4810125"/>
          <p14:tracePt t="311357" x="2538413" y="4810125"/>
          <p14:tracePt t="311359" x="2551113" y="4810125"/>
          <p14:tracePt t="311371" x="2565400" y="4824413"/>
          <p14:tracePt t="311437" x="2578100" y="4824413"/>
          <p14:tracePt t="311472" x="2592388" y="4824413"/>
          <p14:tracePt t="311485" x="2605088" y="4824413"/>
          <p14:tracePt t="311500" x="2619375" y="4810125"/>
          <p14:tracePt t="311512" x="2646363" y="4810125"/>
          <p14:tracePt t="311520" x="2681288" y="4810125"/>
          <p14:tracePt t="311535" x="2693988" y="4810125"/>
          <p14:tracePt t="311544" x="2735263" y="4810125"/>
          <p14:tracePt t="311552" x="2762250" y="4824413"/>
          <p14:tracePt t="311565" x="2789238" y="4824413"/>
          <p14:tracePt t="311583" x="2816225" y="4824413"/>
          <p14:tracePt t="311585" x="2843213" y="4824413"/>
          <p14:tracePt t="311597" x="2878138" y="4824413"/>
          <p14:tracePt t="311611" x="2890838" y="4824413"/>
          <p14:tracePt t="311621" x="2905125" y="4824413"/>
          <p14:tracePt t="311710" x="2919413" y="4824413"/>
          <p14:tracePt t="311745" x="2932113" y="4824413"/>
          <p14:tracePt t="311754" x="2946400" y="4824413"/>
          <p14:tracePt t="311765" x="2959100" y="4824413"/>
          <p14:tracePt t="311786" x="2986088" y="4824413"/>
          <p14:tracePt t="311787" x="3000375" y="4824413"/>
          <p14:tracePt t="311799" x="3014663" y="4824413"/>
          <p14:tracePt t="311809" x="3027363" y="4824413"/>
          <p14:tracePt t="311836" x="3041650" y="4824413"/>
          <p14:tracePt t="311844" x="3062288" y="4824413"/>
          <p14:tracePt t="311879" x="3074988" y="4824413"/>
          <p14:tracePt t="311890" x="3089275" y="4824413"/>
          <p14:tracePt t="311913" x="3101975" y="4810125"/>
          <p14:tracePt t="311923" x="3128963" y="4795838"/>
          <p14:tracePt t="311950" x="3184525" y="4768850"/>
          <p14:tracePt t="311962" x="3224213" y="4741863"/>
          <p14:tracePt t="311983" x="3286125" y="4700588"/>
          <p14:tracePt t="311986" x="3313113" y="4673600"/>
          <p14:tracePt t="311995" x="3367088" y="4625975"/>
          <p14:tracePt t="312021" x="3422650" y="4557713"/>
          <p14:tracePt t="312024" x="3422650" y="4545013"/>
          <p14:tracePt t="312035" x="3435350" y="4530725"/>
          <p14:tracePt t="312058" x="3422650" y="4503738"/>
          <p14:tracePt t="312080" x="3408363" y="4491038"/>
          <p14:tracePt t="312104" x="3395663" y="4491038"/>
          <p14:tracePt t="312135" x="3381375" y="4491038"/>
          <p14:tracePt t="312159" x="3367088" y="4503738"/>
          <p14:tracePt t="312181" x="3367088" y="4518025"/>
          <p14:tracePt t="312195" x="3367088" y="4530725"/>
          <p14:tracePt t="312206" x="3381375" y="4545013"/>
          <p14:tracePt t="312220" x="3395663" y="4557713"/>
          <p14:tracePt t="312230" x="3422650" y="4572000"/>
          <p14:tracePt t="312247" x="3435350" y="4572000"/>
          <p14:tracePt t="312251" x="3470275" y="4572000"/>
          <p14:tracePt t="312273" x="3509963" y="4557713"/>
          <p14:tracePt t="312283" x="3524250" y="4557713"/>
          <p14:tracePt t="312294" x="3524250" y="4545013"/>
          <p14:tracePt t="312306" x="3524250" y="4518025"/>
          <p14:tracePt t="312320" x="3524250" y="4503738"/>
          <p14:tracePt t="312329" x="3524250" y="4470400"/>
          <p14:tracePt t="312353" x="3497263" y="4456113"/>
          <p14:tracePt t="312358" x="3482975" y="4429125"/>
          <p14:tracePt t="312365" x="3470275" y="4414838"/>
          <p14:tracePt t="312392" x="3422650" y="4414838"/>
          <p14:tracePt t="312420" x="3395663" y="4456113"/>
          <p14:tracePt t="312439" x="3395663" y="4491038"/>
          <p14:tracePt t="312445" x="3395663" y="4518025"/>
          <p14:tracePt t="312453" x="3395663" y="4545013"/>
          <p14:tracePt t="312466" x="3408363" y="4557713"/>
          <p14:tracePt t="312485" x="3422650" y="4557713"/>
          <p14:tracePt t="312496" x="3435350" y="4557713"/>
          <p14:tracePt t="312509" x="3455988" y="4557713"/>
          <p14:tracePt t="312520" x="3470275" y="4557713"/>
          <p14:tracePt t="312536" x="3470275" y="4545013"/>
          <p14:tracePt t="312546" x="3482975" y="4530725"/>
          <p14:tracePt t="312566" x="3482975" y="4503738"/>
          <p14:tracePt t="312568" x="3482975" y="4491038"/>
          <p14:tracePt t="312579" x="3470275" y="4456113"/>
          <p14:tracePt t="312598" x="3455988" y="4443413"/>
          <p14:tracePt t="312599" x="3435350" y="4414838"/>
          <p14:tracePt t="312626" x="3367088" y="4414838"/>
          <p14:tracePt t="312635" x="3340100" y="4429125"/>
          <p14:tracePt t="312646" x="3327400" y="4443413"/>
          <p14:tracePt t="312666" x="3313113" y="4470400"/>
          <p14:tracePt t="312670" x="3300413" y="4503738"/>
          <p14:tracePt t="312679" x="3313113" y="4530725"/>
          <p14:tracePt t="312704" x="3354388" y="4557713"/>
          <p14:tracePt t="312735" x="3524250" y="4572000"/>
          <p14:tracePt t="312746" x="3578225" y="4572000"/>
          <p14:tracePt t="312761" x="3633788" y="4557713"/>
          <p14:tracePt t="312793" x="3721100" y="4491038"/>
          <p14:tracePt t="312813" x="3681413" y="4443413"/>
          <p14:tracePt t="312991" x="3681413" y="4456113"/>
          <p14:tracePt t="313001" x="3851275" y="4456113"/>
          <p14:tracePt t="313012" x="4027488" y="4443413"/>
          <p14:tracePt t="313028" x="4286250" y="4375150"/>
          <p14:tracePt t="313037" x="4483100" y="4319588"/>
          <p14:tracePt t="313048" x="4837113" y="4205288"/>
          <p14:tracePt t="313059" x="5272088" y="4075113"/>
          <p14:tracePt t="313074" x="5578475" y="3994150"/>
          <p14:tracePt t="313083" x="6116638" y="3851275"/>
          <p14:tracePt t="313093" x="6456363" y="3729038"/>
          <p14:tracePt t="313116" x="7245350" y="3443288"/>
          <p14:tracePt t="313134" x="7626350" y="3271838"/>
          <p14:tracePt t="313146" x="7864475" y="3176588"/>
          <p14:tracePt t="313153" x="8143875" y="3048000"/>
          <p14:tracePt t="313168" x="8361363" y="2967038"/>
          <p14:tracePt t="313175" x="8456613" y="2919413"/>
          <p14:tracePt t="313195" x="8524875" y="2878138"/>
          <p14:tracePt t="313198" x="8539163" y="2863850"/>
          <p14:tracePt t="313216" x="8539163" y="2836863"/>
          <p14:tracePt t="313240" x="8510588" y="2809875"/>
          <p14:tracePt t="313253" x="8497888" y="2795588"/>
          <p14:tracePt t="313285" x="8483600" y="2768600"/>
          <p14:tracePt t="313321" x="8470900" y="2735263"/>
          <p14:tracePt t="313331" x="8456613" y="2720975"/>
          <p14:tracePt t="313350" x="8443913" y="2708275"/>
          <p14:tracePt t="313375" x="8443913" y="2693988"/>
          <p14:tracePt t="313406" x="8456613" y="2681288"/>
          <p14:tracePt t="313408" x="8470900" y="2667000"/>
          <p14:tracePt t="313419" x="8497888" y="2640013"/>
          <p14:tracePt t="313441" x="8524875" y="2625725"/>
          <p14:tracePt t="313445" x="8539163" y="2613025"/>
          <p14:tracePt t="313472" x="8558213" y="2586038"/>
          <p14:tracePt t="313483" x="8558213" y="2565400"/>
          <p14:tracePt t="313499" x="8539163" y="2565400"/>
          <p14:tracePt t="313509" x="8524875" y="2565400"/>
          <p14:tracePt t="313530" x="8510588" y="2565400"/>
          <p14:tracePt t="313531" x="8470900" y="2565400"/>
          <p14:tracePt t="313543" x="8429625" y="2565400"/>
          <p14:tracePt t="313554" x="8388350" y="2565400"/>
          <p14:tracePt t="313569" x="8313738" y="2598738"/>
          <p14:tracePt t="313581" x="8245475" y="2613025"/>
          <p14:tracePt t="313618" x="8177213" y="2652713"/>
          <p14:tracePt t="313620" x="8164513" y="2667000"/>
          <p14:tracePt t="313621" x="8177213" y="2681288"/>
          <p14:tracePt t="313633" x="8191500" y="2693988"/>
          <p14:tracePt t="313648" x="8232775" y="2693988"/>
          <p14:tracePt t="313666" x="8301038" y="2708275"/>
          <p14:tracePt t="313667" x="8361363" y="2708275"/>
          <p14:tracePt t="313681" x="8456613" y="2708275"/>
          <p14:tracePt t="313691" x="8539163" y="2708275"/>
          <p14:tracePt t="313709" x="8626475" y="2693988"/>
          <p14:tracePt t="313719" x="8667750" y="2681288"/>
          <p14:tracePt t="313739" x="8709025" y="2667000"/>
          <p14:tracePt t="313741" x="8709025" y="2652713"/>
          <p14:tracePt t="313759" x="8709025" y="2625725"/>
          <p14:tracePt t="313763" x="8682038" y="2613025"/>
          <p14:tracePt t="313778" x="8640763" y="2586038"/>
          <p14:tracePt t="313780" x="8586788" y="2551113"/>
          <p14:tracePt t="313797" x="8497888" y="2524125"/>
          <p14:tracePt t="313806" x="8388350" y="2509838"/>
          <p14:tracePt t="313818" x="8286750" y="2497138"/>
          <p14:tracePt t="313831" x="8232775" y="2497138"/>
          <p14:tracePt t="313838" x="8164513" y="2509838"/>
          <p14:tracePt t="313856" x="8129588" y="2538413"/>
          <p14:tracePt t="313859" x="8102600" y="2551113"/>
          <p14:tracePt t="313887" x="8102600" y="2598738"/>
          <p14:tracePt t="313897" x="8116888" y="2613025"/>
          <p14:tracePt t="313916" x="8218488" y="2652713"/>
          <p14:tracePt t="313938" x="8361363" y="2667000"/>
          <p14:tracePt t="313950" x="8456613" y="2667000"/>
          <p14:tracePt t="313960" x="8539163" y="2667000"/>
          <p14:tracePt t="313970" x="8599488" y="2667000"/>
          <p14:tracePt t="313987" x="8653463" y="2652713"/>
          <p14:tracePt t="313998" x="8694738" y="2640013"/>
          <p14:tracePt t="314022" x="8694738" y="2613025"/>
          <p14:tracePt t="314031" x="8682038" y="2598738"/>
          <p14:tracePt t="314052" x="8640763" y="2565400"/>
          <p14:tracePt t="314069" x="8613775" y="2565400"/>
          <p14:tracePt t="314071" x="8558213" y="2551113"/>
          <p14:tracePt t="314105" x="8524875" y="2551113"/>
          <p14:tracePt t="314106" x="8456613" y="2586038"/>
          <p14:tracePt t="314116" x="8443913" y="2613025"/>
          <p14:tracePt t="314138" x="8443913" y="2625725"/>
          <p14:tracePt t="314139" x="8443913" y="2640013"/>
          <p14:tracePt t="314150" x="8443913" y="2652713"/>
          <p14:tracePt t="314173" x="8456613" y="2652713"/>
          <p14:tracePt t="314175" x="8483600" y="2652713"/>
          <p14:tracePt t="314185" x="8524875" y="2652713"/>
          <p14:tracePt t="314211" x="8613775" y="2652713"/>
          <p14:tracePt t="314221" x="8640763" y="2640013"/>
          <p14:tracePt t="314232" x="8653463" y="2625725"/>
          <p14:tracePt t="314255" x="8667750" y="2613025"/>
          <p14:tracePt t="314373" x="8682038" y="2613025"/>
          <p14:tracePt t="314399" x="8709025" y="2613025"/>
          <p14:tracePt t="314409" x="8736013" y="2613025"/>
          <p14:tracePt t="314420" x="8756650" y="2613025"/>
          <p14:tracePt t="314438" x="8783638" y="2613025"/>
          <p14:tracePt t="314448" x="8810625" y="2598738"/>
          <p14:tracePt t="314496" x="8783638" y="2586038"/>
          <p14:tracePt t="314521" x="8756650" y="2586038"/>
          <p14:tracePt t="314533" x="8721725" y="2586038"/>
          <p14:tracePt t="314535" x="8667750" y="2625725"/>
          <p14:tracePt t="314548" x="8653463" y="2640013"/>
          <p14:tracePt t="314559" x="8640763" y="2667000"/>
          <p14:tracePt t="314591" x="8640763" y="2681288"/>
          <p14:tracePt t="314598" x="8667750" y="2693988"/>
          <p14:tracePt t="314600" x="8694738" y="2693988"/>
          <p14:tracePt t="314614" x="8721725" y="2693988"/>
          <p14:tracePt t="314625" x="8769350" y="2681288"/>
          <p14:tracePt t="314639" x="8810625" y="2667000"/>
          <p14:tracePt t="314669" x="8824913" y="2640013"/>
          <p14:tracePt t="314670" x="8837613" y="2613025"/>
          <p14:tracePt t="314686" x="8824913" y="2598738"/>
          <p14:tracePt t="314696" x="8810625" y="2586038"/>
          <p14:tracePt t="314713" x="8709025" y="2565400"/>
          <p14:tracePt t="314736" x="8640763" y="2586038"/>
          <p14:tracePt t="314748" x="8599488" y="2613025"/>
          <p14:tracePt t="314759" x="8586788" y="2625725"/>
          <p14:tracePt t="314774" x="8586788" y="2652713"/>
          <p14:tracePt t="314795" x="8599488" y="2681288"/>
          <p14:tracePt t="314805" x="8640763" y="2693988"/>
          <p14:tracePt t="314820" x="8694738" y="2693988"/>
          <p14:tracePt t="314831" x="8769350" y="2693988"/>
          <p14:tracePt t="314846" x="8837613" y="2693988"/>
          <p14:tracePt t="314849" x="8891588" y="2681288"/>
          <p14:tracePt t="314870" x="8932863" y="2667000"/>
          <p14:tracePt t="314872" x="8953500" y="2652713"/>
          <p14:tracePt t="314900" x="8932863" y="2625725"/>
          <p14:tracePt t="314924" x="8920163" y="2625725"/>
          <p14:tracePt t="314925" x="8851900" y="2613025"/>
          <p14:tracePt t="314933" x="8694738" y="2598738"/>
          <p14:tracePt t="314948" x="8402638" y="2598738"/>
          <p14:tracePt t="314950" x="8062913" y="2625725"/>
          <p14:tracePt t="314968" x="7402513" y="2708275"/>
          <p14:tracePt t="314975" x="6667500" y="2863850"/>
          <p14:tracePt t="314986" x="6157913" y="3033713"/>
          <p14:tracePt t="315000" x="5470525" y="3327400"/>
          <p14:tracePt t="315020" x="4851400" y="3667125"/>
          <p14:tracePt t="315022" x="4470400" y="3911600"/>
          <p14:tracePt t="315032" x="4014788" y="4205288"/>
          <p14:tracePt t="315052" x="3708400" y="4414838"/>
          <p14:tracePt t="315053" x="3509963" y="4586288"/>
          <p14:tracePt t="315088" x="3367088" y="4768850"/>
          <p14:tracePt t="315099" x="3367088" y="4783138"/>
          <p14:tracePt t="315116" x="3381375" y="4783138"/>
          <p14:tracePt t="315140" x="3395663" y="4768850"/>
          <p14:tracePt t="315153" x="3422650" y="4756150"/>
          <p14:tracePt t="315167" x="3435350" y="4741863"/>
          <p14:tracePt t="315192" x="3470275" y="4714875"/>
          <p14:tracePt t="315212" x="3497263" y="4687888"/>
          <p14:tracePt t="315214" x="3509963" y="4673600"/>
          <p14:tracePt t="315235" x="3551238" y="4652963"/>
          <p14:tracePt t="315252" x="3565525" y="4640263"/>
          <p14:tracePt t="315297" x="3538538" y="4652963"/>
          <p14:tracePt t="315317" x="3524250" y="4652963"/>
          <p14:tracePt t="315324" x="3524250" y="4673600"/>
          <p14:tracePt t="315353" x="3509963" y="4673600"/>
          <p14:tracePt t="315365" x="3509963" y="4687888"/>
          <p14:tracePt t="315389" x="3497263" y="4687888"/>
          <p14:tracePt t="315391" x="3482975" y="4687888"/>
          <p14:tracePt t="329360" x="3973513" y="4729163"/>
          <p14:tracePt t="329371" x="4157663" y="4729163"/>
          <p14:tracePt t="329381" x="4259263" y="4729163"/>
          <p14:tracePt t="329392" x="4354513" y="4729163"/>
          <p14:tracePt t="329404" x="4429125" y="4729163"/>
          <p14:tracePt t="329420" x="4524375" y="4714875"/>
          <p14:tracePt t="329432" x="4605338" y="4700588"/>
          <p14:tracePt t="329442" x="4652963" y="4687888"/>
          <p14:tracePt t="329466" x="4694238" y="4687888"/>
          <p14:tracePt t="329487" x="4694238" y="4673600"/>
          <p14:tracePt t="329488" x="4708525" y="4673600"/>
          <p14:tracePt t="329497" x="4708525" y="4640263"/>
          <p14:tracePt t="329506" x="4735513" y="4625975"/>
          <p14:tracePt t="329518" x="4762500" y="4613275"/>
          <p14:tracePt t="329539" x="4837113" y="4586288"/>
          <p14:tracePt t="329542" x="4932363" y="4557713"/>
          <p14:tracePt t="329551" x="5033963" y="4545013"/>
          <p14:tracePt t="329575" x="5232400" y="4518025"/>
          <p14:tracePt t="329593" x="5259388" y="4503738"/>
          <p14:tracePt t="329599" x="5272088" y="4491038"/>
          <p14:tracePt t="329625" x="5286375" y="4470400"/>
          <p14:tracePt t="329642" x="5327650" y="4429125"/>
          <p14:tracePt t="329653" x="5340350" y="4402138"/>
          <p14:tracePt t="329669" x="5367338" y="4375150"/>
          <p14:tracePt t="329689" x="5395913" y="4319588"/>
          <p14:tracePt t="329700" x="5414963" y="4292600"/>
          <p14:tracePt t="329716" x="5443538" y="4271963"/>
          <p14:tracePt t="329736" x="5456238" y="4244975"/>
          <p14:tracePt t="329737" x="5470525" y="4217988"/>
          <p14:tracePt t="329748" x="5470525" y="4205288"/>
          <p14:tracePt t="329761" x="5470525" y="4191000"/>
          <p14:tracePt t="329777" x="5470525" y="4176713"/>
          <p14:tracePt t="329790" x="5470525" y="4164013"/>
          <p14:tracePt t="329820" x="5470525" y="4149725"/>
          <p14:tracePt t="329845" x="5456238" y="4149725"/>
          <p14:tracePt t="329855" x="5443538" y="4137025"/>
          <p14:tracePt t="329869" x="5429250" y="4149725"/>
          <p14:tracePt t="329881" x="5414963" y="4149725"/>
          <p14:tracePt t="329892" x="5381625" y="4176713"/>
          <p14:tracePt t="329908" x="5354638" y="4205288"/>
          <p14:tracePt t="329914" x="5340350" y="4244975"/>
          <p14:tracePt t="329946" x="5354638" y="4319588"/>
          <p14:tracePt t="329947" x="5395913" y="4360863"/>
          <p14:tracePt t="329974" x="5497513" y="4387850"/>
          <p14:tracePt t="329987" x="5538788" y="4387850"/>
          <p14:tracePt t="329999" x="5592763" y="4387850"/>
          <p14:tracePt t="330001" x="5681663" y="4360863"/>
          <p14:tracePt t="330013" x="5721350" y="4348163"/>
          <p14:tracePt t="330024" x="5776913" y="4319588"/>
          <p14:tracePt t="330039" x="5810250" y="4292600"/>
          <p14:tracePt t="330050" x="5824538" y="4259263"/>
          <p14:tracePt t="330070" x="5810250" y="4205288"/>
          <p14:tracePt t="330105" x="5721350" y="4137025"/>
          <p14:tracePt t="330117" x="5681663" y="4122738"/>
          <p14:tracePt t="330133" x="5653088" y="4122738"/>
          <p14:tracePt t="330140" x="5613400" y="4122738"/>
          <p14:tracePt t="330154" x="5578475" y="4137025"/>
          <p14:tracePt t="330166" x="5538788" y="4164013"/>
          <p14:tracePt t="330185" x="5524500" y="4191000"/>
          <p14:tracePt t="330187" x="5510213" y="4232275"/>
          <p14:tracePt t="330203" x="5510213" y="4259263"/>
          <p14:tracePt t="330204" x="5524500" y="4292600"/>
          <p14:tracePt t="330228" x="5538788" y="4319588"/>
          <p14:tracePt t="330250" x="5626100" y="4333875"/>
          <p14:tracePt t="330262" x="5721350" y="4333875"/>
          <p14:tracePt t="330271" x="5776913" y="4319588"/>
          <p14:tracePt t="330289" x="5824538" y="4306888"/>
          <p14:tracePt t="330298" x="5851525" y="4292600"/>
          <p14:tracePt t="330308" x="5864225" y="4271963"/>
          <p14:tracePt t="330344" x="5878513" y="4244975"/>
          <p14:tracePt t="330365" x="5878513" y="4232275"/>
          <p14:tracePt t="333456" x="5919788" y="4232275"/>
          <p14:tracePt t="333478" x="6021388" y="4232275"/>
          <p14:tracePt t="333488" x="6157913" y="4232275"/>
          <p14:tracePt t="333494" x="6443663" y="4232275"/>
          <p14:tracePt t="333501" x="6932613" y="4217988"/>
          <p14:tracePt t="333513" x="7313613" y="4205288"/>
          <p14:tracePt t="333524" x="7470775" y="4205288"/>
          <p14:tracePt t="333526" x="7613650" y="4176713"/>
          <p14:tracePt t="333534" x="7694613" y="4176713"/>
          <p14:tracePt t="333564" x="7878763" y="4176713"/>
          <p14:tracePt t="333580" x="7980363" y="4176713"/>
          <p14:tracePt t="333581" x="8048625" y="4176713"/>
          <p14:tracePt t="333593" x="8129588" y="4176713"/>
          <p14:tracePt t="333601" x="8205788" y="4191000"/>
          <p14:tracePt t="333635" x="8361363" y="4217988"/>
          <p14:tracePt t="333636" x="8429625" y="4217988"/>
          <p14:tracePt t="333649" x="8524875" y="4232275"/>
          <p14:tracePt t="333668" x="8613775" y="4232275"/>
          <p14:tracePt t="333669" x="8709025" y="4244975"/>
          <p14:tracePt t="333686" x="8810625" y="4244975"/>
          <p14:tracePt t="333696" x="8864600" y="4244975"/>
          <p14:tracePt t="333703" x="8953500" y="4259263"/>
          <p14:tracePt t="333736" x="9048750" y="4271963"/>
          <p14:tracePt t="333738" x="9090025" y="4271963"/>
          <p14:tracePt t="333747" x="9129713" y="4292600"/>
          <p14:tracePt t="333782" x="9129713" y="4271963"/>
          <p14:tracePt t="334095" x="9129713" y="4292600"/>
          <p14:tracePt t="334119" x="9117013" y="4292600"/>
          <p14:tracePt t="334130" x="9102725" y="4292600"/>
          <p14:tracePt t="334148" x="9090025" y="4306888"/>
          <p14:tracePt t="334158" x="9075738" y="4319588"/>
          <p14:tracePt t="334168" x="9063038" y="4319588"/>
          <p14:tracePt t="334186" x="9048750" y="4333875"/>
          <p14:tracePt t="334194" x="9034463" y="4348163"/>
          <p14:tracePt t="334202" x="9021763" y="4348163"/>
          <p14:tracePt t="334217" x="9007475" y="4360863"/>
          <p14:tracePt t="334233" x="8994775" y="4360863"/>
          <p14:tracePt t="334265" x="8980488" y="4360863"/>
          <p14:tracePt t="334268" x="8967788" y="4360863"/>
          <p14:tracePt t="334276" x="8953500" y="4360863"/>
          <p14:tracePt t="334303" x="8920163" y="4375150"/>
          <p14:tracePt t="334314" x="8905875" y="4375150"/>
          <p14:tracePt t="334325" x="8878888" y="4375150"/>
          <p14:tracePt t="334334" x="8851900" y="4375150"/>
          <p14:tracePt t="334357" x="8837613" y="4375150"/>
          <p14:tracePt t="334358" x="8824913" y="4375150"/>
          <p14:tracePt t="334367" x="8796338" y="4387850"/>
          <p14:tracePt t="334378" x="8783638" y="4387850"/>
          <p14:tracePt t="334400" x="8769350" y="4387850"/>
          <p14:tracePt t="334448" x="8756650" y="4387850"/>
          <p14:tracePt t="334501" x="8736013" y="4387850"/>
          <p14:tracePt t="334526" x="8721725" y="4387850"/>
          <p14:tracePt t="334546" x="8721725" y="4402138"/>
          <p14:tracePt t="334624" x="8736013" y="4402138"/>
          <p14:tracePt t="334639" x="8756650" y="4402138"/>
          <p14:tracePt t="334663" x="8769350" y="4387850"/>
          <p14:tracePt t="334716" x="8756650" y="4387850"/>
          <p14:tracePt t="334728" x="8721725" y="4387850"/>
          <p14:tracePt t="334744" x="8694738" y="4387850"/>
          <p14:tracePt t="334752" x="8682038" y="4387850"/>
          <p14:tracePt t="334763" x="8667750" y="4387850"/>
          <p14:tracePt t="334781" x="8653463" y="4387850"/>
          <p14:tracePt t="334827" x="8667750" y="4387850"/>
          <p14:tracePt t="334841" x="8682038" y="4387850"/>
          <p14:tracePt t="334852" x="8709025" y="4402138"/>
          <p14:tracePt t="334867" x="8756650" y="4402138"/>
          <p14:tracePt t="334876" x="8769350" y="4402138"/>
          <p14:tracePt t="334885" x="8796338" y="4402138"/>
          <p14:tracePt t="334895" x="8810625" y="4402138"/>
          <p14:tracePt t="334942" x="8796338" y="4402138"/>
          <p14:tracePt t="334951" x="8769350" y="4402138"/>
          <p14:tracePt t="334963" x="8736013" y="4402138"/>
          <p14:tracePt t="334980" x="8694738" y="4402138"/>
          <p14:tracePt t="334991" x="8682038" y="4402138"/>
          <p14:tracePt t="335000" x="8653463" y="4402138"/>
          <p14:tracePt t="335061" x="8667750" y="4402138"/>
          <p14:tracePt t="335063" x="8682038" y="4402138"/>
          <p14:tracePt t="335075" x="8694738" y="4402138"/>
          <p14:tracePt t="335097" x="8709025" y="4402138"/>
          <p14:tracePt t="335098" x="8721725" y="4402138"/>
          <p14:tracePt t="335109" x="8736013" y="4402138"/>
          <p14:tracePt t="335310" x="8756650" y="4402138"/>
          <p14:tracePt t="335332" x="8769350" y="4387850"/>
          <p14:tracePt t="335345" x="8783638" y="4387850"/>
          <p14:tracePt t="335367" x="8796338" y="4375150"/>
          <p14:tracePt t="335380" x="8810625" y="4375150"/>
          <p14:tracePt t="335390" x="8810625" y="4360863"/>
          <p14:tracePt t="335412" x="8824913" y="4360863"/>
          <p14:tracePt t="335424" x="8824913" y="4348163"/>
          <p14:tracePt t="335436" x="8837613" y="4348163"/>
          <p14:tracePt t="335460" x="8851900" y="4333875"/>
          <p14:tracePt t="335493" x="8864600" y="4333875"/>
          <p14:tracePt t="335508" x="8891588" y="4319588"/>
          <p14:tracePt t="335521" x="8905875" y="4319588"/>
          <p14:tracePt t="335529" x="8920163" y="4306888"/>
          <p14:tracePt t="335550" x="8932863" y="4292600"/>
          <p14:tracePt t="335572" x="8932863" y="4259263"/>
          <p14:tracePt t="335581" x="8932863" y="4244975"/>
          <p14:tracePt t="335598" x="8932863" y="4232275"/>
          <p14:tracePt t="335609" x="8932863" y="4205288"/>
          <p14:tracePt t="335617" x="8932863" y="4191000"/>
          <p14:tracePt t="335644" x="8905875" y="4164013"/>
          <p14:tracePt t="335655" x="8891588" y="4164013"/>
          <p14:tracePt t="335664" x="8878888" y="4164013"/>
          <p14:tracePt t="335681" x="8864600" y="4164013"/>
          <p14:tracePt t="335686" x="8837613" y="4164013"/>
          <p14:tracePt t="335695" x="8824913" y="4164013"/>
          <p14:tracePt t="335722" x="8783638" y="4191000"/>
          <p14:tracePt t="335730" x="8783638" y="4205288"/>
          <p14:tracePt t="335740" x="8769350" y="4217988"/>
          <p14:tracePt t="335775" x="8769350" y="4244975"/>
          <p14:tracePt t="335792" x="8769350" y="4259263"/>
          <p14:tracePt t="335800" x="8783638" y="4259263"/>
          <p14:tracePt t="335810" x="8796338" y="4259263"/>
          <p14:tracePt t="335825" x="8810625" y="4259263"/>
          <p14:tracePt t="335832" x="8824913" y="4259263"/>
          <p14:tracePt t="335841" x="8837613" y="4259263"/>
          <p14:tracePt t="335853" x="8851900" y="4259263"/>
          <p14:tracePt t="335877" x="8864600" y="4232275"/>
          <p14:tracePt t="335891" x="8878888" y="4205288"/>
          <p14:tracePt t="335910" x="8878888" y="4176713"/>
          <p14:tracePt t="335928" x="8878888" y="4149725"/>
          <p14:tracePt t="335930" x="8878888" y="4137025"/>
          <p14:tracePt t="335941" x="8851900" y="4122738"/>
          <p14:tracePt t="335960" x="8824913" y="4110038"/>
          <p14:tracePt t="335984" x="8810625" y="4110038"/>
          <p14:tracePt t="335994" x="8783638" y="4110038"/>
          <p14:tracePt t="335996" x="8756650" y="4122738"/>
          <p14:tracePt t="335998" x="8721725" y="4137025"/>
          <p14:tracePt t="336026" x="8709025" y="4149725"/>
          <p14:tracePt t="336027" x="8694738" y="4191000"/>
          <p14:tracePt t="336058" x="8694738" y="4217988"/>
          <p14:tracePt t="336059" x="8694738" y="4244975"/>
          <p14:tracePt t="336079" x="8709025" y="4244975"/>
          <p14:tracePt t="336091" x="8721725" y="4244975"/>
          <p14:tracePt t="336113" x="8756650" y="4244975"/>
          <p14:tracePt t="336123" x="8769350" y="4244975"/>
          <p14:tracePt t="336133" x="8769350" y="4232275"/>
          <p14:tracePt t="336147" x="8783638" y="4217988"/>
          <p14:tracePt t="336166" x="8796338" y="4205288"/>
          <p14:tracePt t="336592" x="8810625" y="4205288"/>
          <p14:tracePt t="336604" x="8824913" y="4217988"/>
          <p14:tracePt t="336618" x="8837613" y="4217988"/>
          <p14:tracePt t="336628" x="8851900" y="4217988"/>
          <p14:tracePt t="336639" x="8864600" y="4217988"/>
          <p14:tracePt t="336659" x="8864600" y="4232275"/>
          <p14:tracePt t="336664" x="8878888" y="4232275"/>
          <p14:tracePt t="336739" x="8878888" y="4244975"/>
          <p14:tracePt t="336787" x="8891588" y="4259263"/>
          <p14:tracePt t="336829" x="8905875" y="4259263"/>
          <p14:tracePt t="336864" x="8920163" y="4259263"/>
          <p14:tracePt t="336890" x="8932863" y="4259263"/>
          <p14:tracePt t="336925" x="8953500" y="4259263"/>
          <p14:tracePt t="336940" x="8967788" y="4259263"/>
          <p14:tracePt t="336947" x="8980488" y="4259263"/>
          <p14:tracePt t="336965" x="8994775" y="4259263"/>
          <p14:tracePt t="336976" x="9007475" y="4259263"/>
          <p14:tracePt t="336988" x="9021763" y="4259263"/>
          <p14:tracePt t="337012" x="9048750" y="4259263"/>
          <p14:tracePt t="337023" x="9075738" y="4259263"/>
          <p14:tracePt t="337046" x="9102725" y="4259263"/>
          <p14:tracePt t="337066" x="9117013" y="4259263"/>
          <p14:tracePt t="337083" x="9129713" y="4259263"/>
          <p14:tracePt t="337130" x="9150350" y="4259263"/>
          <p14:tracePt t="337256" x="9164638" y="4259263"/>
          <p14:tracePt t="337272" x="9191625" y="4259263"/>
          <p14:tracePt t="337280" x="9218613" y="4271963"/>
          <p14:tracePt t="337291" x="9245600" y="4271963"/>
          <p14:tracePt t="337313" x="9286875" y="4271963"/>
          <p14:tracePt t="337314" x="9313863" y="4271963"/>
          <p14:tracePt t="337326" x="9328150" y="4271963"/>
          <p14:tracePt t="337337" x="9348788" y="4271963"/>
          <p14:tracePt t="337582" x="9328150" y="4271963"/>
          <p14:tracePt t="339823" x="9301163" y="4217988"/>
          <p14:tracePt t="339835" x="9272588" y="4191000"/>
          <p14:tracePt t="339845" x="9232900" y="4137025"/>
          <p14:tracePt t="339857" x="9205913" y="4110038"/>
          <p14:tracePt t="340001" x="9272588" y="4089400"/>
          <p14:tracePt t="340014" x="9375775" y="4075113"/>
          <p14:tracePt t="340027" x="9525000" y="4048125"/>
          <p14:tracePt t="340036" x="9667875" y="4048125"/>
          <p14:tracePt t="340047" x="9756775" y="4048125"/>
          <p14:tracePt t="340066" x="9825038" y="4048125"/>
          <p14:tracePt t="340072" x="9852025" y="4048125"/>
          <p14:tracePt t="340081" x="9852025" y="4062413"/>
          <p14:tracePt t="340126" x="9852025" y="4075113"/>
          <p14:tracePt t="340137" x="9825038" y="4122738"/>
          <p14:tracePt t="340148" x="9769475" y="4205288"/>
          <p14:tracePt t="340162" x="9742488" y="4271963"/>
          <p14:tracePt t="340173" x="9682163" y="4387850"/>
          <p14:tracePt t="340185" x="9626600" y="4503738"/>
          <p14:tracePt t="340195" x="9586913" y="4572000"/>
          <p14:tracePt t="340236" x="9471025" y="4714875"/>
          <p14:tracePt t="340238" x="9429750" y="4756150"/>
          <p14:tracePt t="340239" x="9402763" y="4768850"/>
          <p14:tracePt t="340250" x="9388475" y="4783138"/>
          <p14:tracePt t="340317" x="9402763" y="4783138"/>
          <p14:tracePt t="340329" x="9402763" y="4768850"/>
          <p14:tracePt t="340496" x="9388475" y="4768850"/>
          <p14:tracePt t="340507" x="9348788" y="4768850"/>
          <p14:tracePt t="340520" x="9301163" y="4768850"/>
          <p14:tracePt t="340532" x="9259888" y="4756150"/>
          <p14:tracePt t="340542" x="9218613" y="4756150"/>
          <p14:tracePt t="340557" x="9164638" y="4741863"/>
          <p14:tracePt t="340566" x="9075738" y="4714875"/>
          <p14:tracePt t="340590" x="8953500" y="4673600"/>
          <p14:tracePt t="340607" x="8905875" y="4652963"/>
          <p14:tracePt t="340612" x="8864600" y="4640263"/>
          <p14:tracePt t="340636" x="8851900" y="4613275"/>
          <p14:tracePt t="340679" x="8851900" y="4598988"/>
          <p14:tracePt t="340680" x="8837613" y="4598988"/>
          <p14:tracePt t="340690" x="8837613" y="4586288"/>
          <p14:tracePt t="340737" x="8837613" y="4572000"/>
          <p14:tracePt t="340770" x="8837613" y="4557713"/>
          <p14:tracePt t="340791" x="8837613" y="4545013"/>
          <p14:tracePt t="340816" x="8824913" y="4530725"/>
          <p14:tracePt t="340827" x="8810625" y="4530725"/>
          <p14:tracePt t="340843" x="8810625" y="4518025"/>
          <p14:tracePt t="340848" x="8796338" y="4518025"/>
          <p14:tracePt t="340858" x="8783638" y="4518025"/>
          <p14:tracePt t="340885" x="8783638" y="4503738"/>
          <p14:tracePt t="340892" x="8769350" y="4503738"/>
          <p14:tracePt t="340981" x="8756650" y="4518025"/>
          <p14:tracePt t="340991" x="8756650" y="4530725"/>
          <p14:tracePt t="341005" x="8756650" y="4545013"/>
          <p14:tracePt t="341092" x="8769350" y="4545013"/>
          <p14:tracePt t="341104" x="8783638" y="4530725"/>
          <p14:tracePt t="341119" x="8796338" y="4518025"/>
          <p14:tracePt t="341128" x="8810625" y="4491038"/>
          <p14:tracePt t="341142" x="8810625" y="4470400"/>
          <p14:tracePt t="341157" x="8810625" y="4456113"/>
          <p14:tracePt t="341168" x="8810625" y="4443413"/>
          <p14:tracePt t="341185" x="8796338" y="4429125"/>
          <p14:tracePt t="341210" x="8769350" y="4429125"/>
          <p14:tracePt t="341220" x="8756650" y="4429125"/>
          <p14:tracePt t="341229" x="8721725" y="4443413"/>
          <p14:tracePt t="341246" x="8694738" y="4443413"/>
          <p14:tracePt t="341255" x="8682038" y="4456113"/>
          <p14:tracePt t="341289" x="8667750" y="4470400"/>
          <p14:tracePt t="341291" x="8667750" y="4491038"/>
          <p14:tracePt t="341308" x="8667750" y="4503738"/>
          <p14:tracePt t="341334" x="8682038" y="4503738"/>
          <p14:tracePt t="341343" x="8694738" y="4503738"/>
          <p14:tracePt t="341353" x="8709025" y="4503738"/>
          <p14:tracePt t="341374" x="8721725" y="4491038"/>
          <p14:tracePt t="341387" x="8736013" y="4491038"/>
          <p14:tracePt t="341389" x="8736013" y="4470400"/>
          <p14:tracePt t="341401" x="8756650" y="4456113"/>
          <p14:tracePt t="341422" x="8756650" y="4443413"/>
          <p14:tracePt t="341444" x="8756650" y="4429125"/>
          <p14:tracePt t="341447" x="8736013" y="4414838"/>
          <p14:tracePt t="341475" x="8721725" y="4414838"/>
          <p14:tracePt t="341476" x="8709025" y="4414838"/>
          <p14:tracePt t="341487" x="8694738" y="4414838"/>
          <p14:tracePt t="341501" x="8682038" y="4429125"/>
          <p14:tracePt t="341527" x="8667750" y="4443413"/>
          <p14:tracePt t="341557" x="8682038" y="4470400"/>
          <p14:tracePt t="341608" x="8694738" y="4470400"/>
          <p14:tracePt t="341639" x="8709025" y="4456113"/>
          <p14:tracePt t="341658" x="8709025" y="4443413"/>
          <p14:tracePt t="341680" x="8709025" y="4429125"/>
          <p14:tracePt t="341745" x="8682038" y="4443413"/>
          <p14:tracePt t="341758" x="8667750" y="4443413"/>
          <p14:tracePt t="341788" x="8653463" y="4456113"/>
          <p14:tracePt t="341793" x="8653463" y="4470400"/>
          <p14:tracePt t="341827" x="8667750" y="4491038"/>
          <p14:tracePt t="341860" x="8682038" y="4491038"/>
          <p14:tracePt t="341861" x="8709025" y="4491038"/>
          <p14:tracePt t="341872" x="8721725" y="4491038"/>
          <p14:tracePt t="341894" x="8756650" y="4470400"/>
          <p14:tracePt t="341897" x="8769350" y="4456113"/>
          <p14:tracePt t="341925" x="8783638" y="4443413"/>
          <p14:tracePt t="341929" x="8783638" y="4414838"/>
          <p14:tracePt t="341958" x="8769350" y="4402138"/>
          <p14:tracePt t="341970" x="8756650" y="4387850"/>
          <p14:tracePt t="342007" x="8736013" y="4387850"/>
          <p14:tracePt t="342008" x="8709025" y="4387850"/>
          <p14:tracePt t="342019" x="8694738" y="4402138"/>
          <p14:tracePt t="342035" x="8682038" y="4414838"/>
          <p14:tracePt t="342046" x="8667750" y="4429125"/>
          <p14:tracePt t="342063" x="8667750" y="4443413"/>
          <p14:tracePt t="342068" x="8667750" y="4456113"/>
          <p14:tracePt t="342093" x="8682038" y="4470400"/>
          <p14:tracePt t="342095" x="8694738" y="4470400"/>
          <p14:tracePt t="342108" x="8709025" y="4470400"/>
          <p14:tracePt t="342128" x="8721725" y="4456113"/>
          <p14:tracePt t="342140" x="8736013" y="4456113"/>
          <p14:tracePt t="342161" x="8736013" y="4443413"/>
          <p14:tracePt t="342166" x="8736013" y="4429125"/>
          <p14:tracePt t="342175" x="8756650" y="4414838"/>
          <p14:tracePt t="342201" x="8736013" y="4387850"/>
          <p14:tracePt t="342227" x="8721725" y="4387850"/>
          <p14:tracePt t="342257" x="8709025" y="4387850"/>
          <p14:tracePt t="342260" x="8694738" y="4402138"/>
          <p14:tracePt t="342268" x="8667750" y="4414838"/>
          <p14:tracePt t="342280" x="8653463" y="4429125"/>
          <p14:tracePt t="342319" x="8640763" y="4429125"/>
          <p14:tracePt t="342321" x="8626475" y="4456113"/>
          <p14:tracePt t="342334" x="8640763" y="4456113"/>
          <p14:tracePt t="342379" x="8653463" y="4456113"/>
          <p14:tracePt t="342411" x="8667750" y="4456113"/>
          <p14:tracePt t="342568" x="8682038" y="4456113"/>
          <p14:tracePt t="342577" x="8694738" y="4456113"/>
          <p14:tracePt t="342585" x="8721725" y="4456113"/>
          <p14:tracePt t="342593" x="8756650" y="4456113"/>
          <p14:tracePt t="342607" x="8783638" y="4470400"/>
          <p14:tracePt t="342616" x="8810625" y="4470400"/>
          <p14:tracePt t="342625" x="8837613" y="4491038"/>
          <p14:tracePt t="342645" x="8864600" y="4491038"/>
          <p14:tracePt t="342648" x="8878888" y="4503738"/>
          <p14:tracePt t="342659" x="8891588" y="4503738"/>
          <p14:tracePt t="342871" x="8905875" y="4503738"/>
          <p14:tracePt t="342915" x="8920163" y="4503738"/>
          <p14:tracePt t="343016" x="8932863" y="4503738"/>
          <p14:tracePt t="343051" x="8953500" y="4503738"/>
          <p14:tracePt t="343077" x="8967788" y="4503738"/>
          <p14:tracePt t="343086" x="8967788" y="4518025"/>
          <p14:tracePt t="343115" x="8980488" y="4518025"/>
          <p14:tracePt t="343133" x="8994775" y="4518025"/>
          <p14:tracePt t="343157" x="9007475" y="4518025"/>
          <p14:tracePt t="343164" x="9021763" y="4518025"/>
          <p14:tracePt t="343183" x="9034463" y="4518025"/>
          <p14:tracePt t="343195" x="9048750" y="4518025"/>
          <p14:tracePt t="343201" x="9063038" y="4530725"/>
          <p14:tracePt t="343212" x="9075738" y="4530725"/>
          <p14:tracePt t="343235" x="9117013" y="4530725"/>
          <p14:tracePt t="343245" x="9129713" y="4530725"/>
          <p14:tracePt t="343263" x="9150350" y="4530725"/>
          <p14:tracePt t="343272" x="9164638" y="4530725"/>
          <p14:tracePt t="343293" x="9177338" y="4530725"/>
          <p14:tracePt t="343399" x="9191625" y="4530725"/>
          <p14:tracePt t="343412" x="9205913" y="4530725"/>
          <p14:tracePt t="343422" x="9218613" y="4545013"/>
          <p14:tracePt t="343434" x="9232900" y="4545013"/>
          <p14:tracePt t="343450" x="9245600" y="4545013"/>
          <p14:tracePt t="343461" x="9259888" y="4545013"/>
          <p14:tracePt t="343470" x="9286875" y="4545013"/>
          <p14:tracePt t="343479" x="9301163" y="4545013"/>
          <p14:tracePt t="343502" x="9313863" y="4545013"/>
          <p14:tracePt t="343514" x="9328150" y="4545013"/>
          <p14:tracePt t="343524" x="9348788" y="4545013"/>
          <p14:tracePt t="343548" x="9361488" y="4545013"/>
          <p14:tracePt t="343995" x="9348788" y="4545013"/>
          <p14:tracePt t="344053" x="9328150" y="4545013"/>
          <p14:tracePt t="344074" x="9313863" y="4545013"/>
          <p14:tracePt t="344088" x="9286875" y="4545013"/>
          <p14:tracePt t="344099" x="9272588" y="4545013"/>
          <p14:tracePt t="344109" x="9245600" y="4545013"/>
          <p14:tracePt t="344123" x="9205913" y="4545013"/>
          <p14:tracePt t="344135" x="9177338" y="4545013"/>
          <p14:tracePt t="344143" x="9150350" y="4545013"/>
          <p14:tracePt t="344154" x="9102725" y="4545013"/>
          <p14:tracePt t="344176" x="9063038" y="4545013"/>
          <p14:tracePt t="344177" x="9034463" y="4545013"/>
          <p14:tracePt t="344189" x="9007475" y="4545013"/>
          <p14:tracePt t="344199" x="8980488" y="4545013"/>
          <p14:tracePt t="344223" x="8932863" y="4545013"/>
          <p14:tracePt t="344236" x="8905875" y="4545013"/>
          <p14:tracePt t="344245" x="8891588" y="4545013"/>
          <p14:tracePt t="344267" x="8878888" y="4545013"/>
          <p14:tracePt t="344312" x="8864600" y="4545013"/>
          <p14:tracePt t="344323" x="8864600" y="4557713"/>
          <p14:tracePt t="344338" x="8851900" y="4557713"/>
          <p14:tracePt t="344352" x="8837613" y="4572000"/>
          <p14:tracePt t="344370" x="8824913" y="4572000"/>
          <p14:tracePt t="344394" x="8810625" y="4586288"/>
          <p14:tracePt t="344430" x="8796338" y="4586288"/>
          <p14:tracePt t="344807" x="8810625" y="4586288"/>
          <p14:tracePt t="344973" x="8810625" y="4572000"/>
          <p14:tracePt t="345043" x="8810625" y="4557713"/>
          <p14:tracePt t="345120" x="8810625" y="4545013"/>
          <p14:tracePt t="345159" x="8810625" y="4530725"/>
          <p14:tracePt t="345169" x="8796338" y="4530725"/>
          <p14:tracePt t="345222" x="8796338" y="4518025"/>
          <p14:tracePt t="345257" x="8783638" y="4518025"/>
          <p14:tracePt t="345336" x="8769350" y="4518025"/>
          <p14:tracePt t="345357" x="8769350" y="4503738"/>
          <p14:tracePt t="345370" x="8756650" y="4503738"/>
          <p14:tracePt t="345402" x="8736013" y="4503738"/>
          <p14:tracePt t="345730" x="8736013" y="4491038"/>
          <p14:tracePt t="345740" x="8721725" y="4491038"/>
          <p14:tracePt t="346459" x="8736013" y="4491038"/>
          <p14:tracePt t="346519" x="8736013" y="4503738"/>
          <p14:tracePt t="346551" x="8736013" y="4518025"/>
          <p14:tracePt t="346562" x="8721725" y="4518025"/>
          <p14:tracePt t="346629" x="8721725" y="4530725"/>
          <p14:tracePt t="346641" x="8736013" y="4530725"/>
          <p14:tracePt t="346663" x="8756650" y="4530725"/>
          <p14:tracePt t="346674" x="8769350" y="4530725"/>
          <p14:tracePt t="346696" x="8783638" y="4530725"/>
          <p14:tracePt t="346708" x="8796338" y="4530725"/>
          <p14:tracePt t="346719" x="8810625" y="4530725"/>
          <p14:tracePt t="346732" x="8824913" y="4530725"/>
          <p14:tracePt t="346756" x="8837613" y="4530725"/>
          <p14:tracePt t="346944" x="8851900" y="4545013"/>
          <p14:tracePt t="346956" x="8864600" y="4545013"/>
          <p14:tracePt t="346965" x="8891588" y="4545013"/>
          <p14:tracePt t="346977" x="8920163" y="4557713"/>
          <p14:tracePt t="346989" x="8967788" y="4557713"/>
          <p14:tracePt t="347004" x="8994775" y="4557713"/>
          <p14:tracePt t="347024" x="9102725" y="4586288"/>
          <p14:tracePt t="347034" x="9150350" y="4586288"/>
          <p14:tracePt t="347050" x="9205913" y="4586288"/>
          <p14:tracePt t="347060" x="9245600" y="4598988"/>
          <p14:tracePt t="347074" x="9272588" y="4598988"/>
          <p14:tracePt t="347083" x="9286875" y="4598988"/>
          <p14:tracePt t="347105" x="9313863" y="4598988"/>
          <p14:tracePt t="347157" x="9328150" y="4598988"/>
          <p14:tracePt t="347225" x="9348788" y="4598988"/>
          <p14:tracePt t="347237" x="9361488" y="4613275"/>
          <p14:tracePt t="347254" x="9375775" y="4613275"/>
          <p14:tracePt t="347266" x="9388475" y="4613275"/>
          <p14:tracePt t="347294" x="9402763" y="4613275"/>
          <p14:tracePt t="347296" x="9415463" y="4613275"/>
          <p14:tracePt t="347305" x="9429750" y="4613275"/>
          <p14:tracePt t="348406" x="9328150" y="4687888"/>
          <p14:tracePt t="348418" x="9286875" y="4729163"/>
          <p14:tracePt t="348428" x="9205913" y="4795838"/>
          <p14:tracePt t="348439" x="9075738" y="4911725"/>
          <p14:tracePt t="348451" x="8905875" y="5033963"/>
          <p14:tracePt t="348464" x="8736013" y="5164138"/>
          <p14:tracePt t="348483" x="8470900" y="5334000"/>
          <p14:tracePt t="348490" x="8177213" y="5491163"/>
          <p14:tracePt t="348502" x="7980363" y="5586413"/>
          <p14:tracePt t="348519" x="7721600" y="5688013"/>
          <p14:tracePt t="348523" x="7524750" y="5768975"/>
          <p14:tracePt t="348531" x="7367588" y="5830888"/>
          <p14:tracePt t="348556" x="7218363" y="5899150"/>
          <p14:tracePt t="348566" x="7158038" y="5926138"/>
          <p14:tracePt t="348592" x="7102475" y="5967413"/>
          <p14:tracePt t="348601" x="7089775" y="5994400"/>
          <p14:tracePt t="348620" x="7062788" y="6027738"/>
          <p14:tracePt t="348623" x="7048500" y="6054725"/>
          <p14:tracePt t="348637" x="7034213" y="6096000"/>
          <p14:tracePt t="348650" x="7007225" y="6137275"/>
          <p14:tracePt t="348673" x="6973888" y="6176963"/>
          <p14:tracePt t="348683" x="6946900" y="6238875"/>
          <p14:tracePt t="348694" x="6905625" y="6319838"/>
          <p14:tracePt t="348696" x="6891338" y="6361113"/>
          <p14:tracePt t="348713" x="6864350" y="6423025"/>
          <p14:tracePt t="348714" x="6824663" y="6477000"/>
          <p14:tracePt t="348724" x="6777038" y="6545263"/>
          <p14:tracePt t="348734" x="6721475" y="6578600"/>
          <p14:tracePt t="348747" x="6667500" y="6634163"/>
          <p14:tracePt t="348756" x="6613525" y="6673850"/>
          <p14:tracePt t="348766" x="6565900" y="6700838"/>
          <p14:tracePt t="348784" x="6524625" y="6729413"/>
          <p14:tracePt t="348795" x="6497638" y="6756400"/>
          <p14:tracePt t="348817" x="6483350" y="6777038"/>
          <p14:tracePt t="348819" x="6456363" y="6804025"/>
          <p14:tracePt t="348827" x="6443663" y="6816725"/>
          <p14:tracePt t="348836" x="6429375" y="6831013"/>
          <p14:tracePt t="348861" x="6415088" y="6843713"/>
          <p14:tracePt t="349419" x="6694488" y="6777038"/>
          <p14:tracePt t="349430" x="7021513" y="6619875"/>
          <p14:tracePt t="349446" x="7272338" y="6503988"/>
          <p14:tracePt t="349454" x="7681913" y="6319838"/>
          <p14:tracePt t="349464" x="8116888" y="6122988"/>
          <p14:tracePt t="349486" x="8599488" y="5884863"/>
          <p14:tracePt t="349488" x="8932863" y="5700713"/>
          <p14:tracePt t="349499" x="9361488" y="5462588"/>
          <p14:tracePt t="349509" x="9653588" y="5292725"/>
          <p14:tracePt t="349520" x="9796463" y="5191125"/>
          <p14:tracePt t="349536" x="9864725" y="5122863"/>
          <p14:tracePt t="349547" x="9879013" y="5095875"/>
          <p14:tracePt t="349571" x="9864725" y="5095875"/>
          <p14:tracePt t="349580" x="9837738" y="5081588"/>
          <p14:tracePt t="349590" x="9709150" y="5081588"/>
          <p14:tracePt t="349615" x="9498013" y="5081588"/>
          <p14:tracePt t="349617" x="9034463" y="5191125"/>
          <p14:tracePt t="349624" x="8524875" y="5402263"/>
          <p14:tracePt t="349634" x="8191500" y="5613400"/>
          <p14:tracePt t="349666" x="7340600" y="6211888"/>
          <p14:tracePt t="349668" x="6994525" y="6435725"/>
          <p14:tracePt t="349684" x="6735763" y="6578600"/>
          <p14:tracePt t="349696" x="6483350" y="6729413"/>
          <p14:tracePt t="349704" x="6300788" y="6831013"/>
          <p14:tracePt t="350270" x="0" y="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F590-11A9-0755-227F-3D68BAB5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11111"/>
                </a:solidFill>
              </a:rPr>
              <a:t>RSA Example: From Text to Ciphertext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0257914-AA2C-08E7-5CD4-988D8B08C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94520" y="246888"/>
            <a:ext cx="2697480" cy="713232"/>
          </a:xfrm>
          <a:prstGeom prst="roundRect">
            <a:avLst>
              <a:gd name="adj" fmla="val 7692"/>
            </a:avLst>
          </a:prstGeom>
          <a:solidFill>
            <a:srgbClr val="F7F7F7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ABB14E-0529-253B-CD4F-F2F8810C607D}"/>
              </a:ext>
            </a:extLst>
          </p:cNvPr>
          <p:cNvSpPr/>
          <p:nvPr/>
        </p:nvSpPr>
        <p:spPr>
          <a:xfrm>
            <a:off x="9677400" y="4023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Encrypt: c = m^e mod 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m = c^d mod n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F171E9-9805-400B-7797-8BC31801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37360"/>
            <a:ext cx="3520440" cy="41605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79A525-9742-422E-0F41-990BC9E32D53}"/>
              </a:ext>
            </a:extLst>
          </p:cNvPr>
          <p:cNvSpPr/>
          <p:nvPr/>
        </p:nvSpPr>
        <p:spPr>
          <a:xfrm>
            <a:off x="896112" y="1901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1. Public key setup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6F8D9D-E19E-A238-19F3-47FB330991A5}"/>
              </a:ext>
            </a:extLst>
          </p:cNvPr>
          <p:cNvSpPr/>
          <p:nvPr/>
        </p:nvSpPr>
        <p:spPr>
          <a:xfrm>
            <a:off x="896112" y="2267712"/>
            <a:ext cx="315468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Choose toy RSA parameters: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• p = 61, q = 53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• n = pq = 3233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• public key = (e, n) = (17, 3233)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• private key = (d, n) = (2753, 3233)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Anyone can use the public key to encrypt.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D4D1D3-1CB4-E92F-AA61-F58E75522948}"/>
              </a:ext>
            </a:extLst>
          </p:cNvPr>
          <p:cNvSpPr/>
          <p:nvPr/>
        </p:nvSpPr>
        <p:spPr>
          <a:xfrm>
            <a:off x="896112" y="55046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In real RSA, n is hundreds or thousands of bits long.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1A3F847-3CD2-F38A-D0D0-F5E2359E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737360"/>
            <a:ext cx="3520440" cy="41605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881164-E88F-341A-AB16-A3B27CE32987}"/>
              </a:ext>
            </a:extLst>
          </p:cNvPr>
          <p:cNvSpPr/>
          <p:nvPr/>
        </p:nvSpPr>
        <p:spPr>
          <a:xfrm>
            <a:off x="4507992" y="1901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2. Encode the plaintext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DDB2B5-031A-1E04-5B26-4B096FEC1054}"/>
              </a:ext>
            </a:extLst>
          </p:cNvPr>
          <p:cNvSpPr/>
          <p:nvPr/>
        </p:nvSpPr>
        <p:spPr>
          <a:xfrm>
            <a:off x="4507992" y="2267712"/>
            <a:ext cx="315468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Message: “HI”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Use a simple mapping: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A = 01, B = 02, ... , Z = 26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So: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H → 08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I → 09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We encrypt each symbol as a small block: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m₁ = 8,  m₂ = 9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834330-18B0-25E0-3D09-46FE8E510A27}"/>
              </a:ext>
            </a:extLst>
          </p:cNvPr>
          <p:cNvSpPr/>
          <p:nvPr/>
        </p:nvSpPr>
        <p:spPr>
          <a:xfrm>
            <a:off x="4507992" y="55046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Real systems use padding and standard encodings, not this toy mapping.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A7E99B-D425-C3F9-69F7-E3BC09F8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0" y="1737360"/>
            <a:ext cx="3520440" cy="41605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B7A223F-F8A3-89E8-5362-DF9FC1C8B5F0}"/>
              </a:ext>
            </a:extLst>
          </p:cNvPr>
          <p:cNvSpPr/>
          <p:nvPr/>
        </p:nvSpPr>
        <p:spPr>
          <a:xfrm>
            <a:off x="8119872" y="1901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3. Encrypt each block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3B56A4D-371A-562B-8F27-DD653A82F88A}"/>
              </a:ext>
            </a:extLst>
          </p:cNvPr>
          <p:cNvSpPr/>
          <p:nvPr/>
        </p:nvSpPr>
        <p:spPr>
          <a:xfrm>
            <a:off x="8119872" y="2267712"/>
            <a:ext cx="315468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Apply RSA encryption: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c = m^e mod n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For H: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c₁ = 8^17 mod 3233 = 2041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For I: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c₂ = 9^17 mod 3233 = 1972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Ciphertext sent: [2041, 1972]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2DE366C-E308-5E5E-D092-3DE8A8DBBBAB}"/>
              </a:ext>
            </a:extLst>
          </p:cNvPr>
          <p:cNvSpPr/>
          <p:nvPr/>
        </p:nvSpPr>
        <p:spPr>
          <a:xfrm>
            <a:off x="8119872" y="55046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Receiver uses d = 2753 to recover 8 and 9, then decodes “HI”.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71C2758-6AD7-615A-927B-EFA3BCA8A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9392" y="3749040"/>
            <a:ext cx="457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FE2335D-51D5-2FAA-4AB9-270AE4AEA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91272" y="3749040"/>
            <a:ext cx="457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3B58CA9-E307-8067-17BA-D9CFE6849B9B}"/>
              </a:ext>
            </a:extLst>
          </p:cNvPr>
          <p:cNvSpPr/>
          <p:nvPr/>
        </p:nvSpPr>
        <p:spPr>
          <a:xfrm>
            <a:off x="302940" y="6172211"/>
            <a:ext cx="11427624" cy="43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Note: this example shows the RSA workflow clearly, but actual RSA encryption must use secure padding (for example, OAEP), which will be introduced in the next lecture.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4720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C251-9DDD-7A5E-C504-8DB7DFB9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6BDC7-F80C-A9B4-756B-D206ED95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Public key cryptography uses two keys</a:t>
            </a:r>
          </a:p>
          <a:p>
            <a:r>
              <a:rPr lang="en-US" b="1" dirty="0"/>
              <a:t>Public/private key cryptography serve different purposes</a:t>
            </a:r>
          </a:p>
          <a:p>
            <a:pPr lvl="1"/>
            <a:r>
              <a:rPr lang="en-US" dirty="0"/>
              <a:t>Public key cryptography is useful for key exchange, authentication, and digital signatures; private key cryptography is faster for bulk data encryption</a:t>
            </a:r>
          </a:p>
          <a:p>
            <a:r>
              <a:rPr lang="en-US" b="1" dirty="0"/>
              <a:t>Trapdoor one-way functions are the foundation</a:t>
            </a:r>
          </a:p>
          <a:p>
            <a:pPr lvl="1"/>
            <a:r>
              <a:rPr lang="en-US" dirty="0"/>
              <a:t>The public operation is easy to compute, but reversing it is hard without the private key</a:t>
            </a:r>
          </a:p>
          <a:p>
            <a:r>
              <a:rPr lang="en-US" b="1" dirty="0"/>
              <a:t>Modular exponentiation is the core RSA operation</a:t>
            </a:r>
          </a:p>
          <a:p>
            <a:pPr lvl="1"/>
            <a:r>
              <a:rPr lang="en-US" dirty="0"/>
              <a:t>The square-and-multiply algorithm makes encryption and decryption practical</a:t>
            </a:r>
          </a:p>
          <a:p>
            <a:r>
              <a:rPr lang="en-US" b="1" dirty="0"/>
              <a:t>In practice, public key cryptography is usually combined with symmetric cryptography</a:t>
            </a:r>
          </a:p>
          <a:p>
            <a:pPr lvl="1"/>
            <a:r>
              <a:rPr lang="en-US" dirty="0"/>
              <a:t>Public key methods establish trust or keys, and symmetric methods handle fast data encryption</a:t>
            </a:r>
          </a:p>
        </p:txBody>
      </p:sp>
    </p:spTree>
    <p:extLst>
      <p:ext uri="{BB962C8B-B14F-4D97-AF65-F5344CB8AC3E}">
        <p14:creationId xmlns:p14="http://schemas.microsoft.com/office/powerpoint/2010/main" val="37985200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1.2|1.1|1.6|2.2|13.4|33.1|6.1|3.2|3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0.5|1.5|10.2|4.6|2|2.6|3.8|8.4|2.4|9.2|2|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2.7|6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|8.2|6.5|15.2|6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6|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1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|72.8|59.2|65.2|2.8|0.6|0.7|24.6|44.4|8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6|2.4|0.4|40.5|0.8|0.4|0.4|0.3|0.2|0.3|0.3|0.3|5.7|0.2|8.5|2|7.4|0.7|2.4|19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45.1|27.7|3.1|23.2|34|7.1|2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34.4|3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8|27.2|30.2|2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|19|14.4|18.3|156.9|39.4|5.3|10.6|19.9|2|9.2|4.2|7.4|120.4|17.9|4.5|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9F8E18-988D-4C98-A4DE-B09CF0DB1777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2239</Words>
  <Application>Microsoft Office PowerPoint</Application>
  <PresentationFormat>Widescreen</PresentationFormat>
  <Paragraphs>281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CMR10</vt:lpstr>
      <vt:lpstr>CMSY10</vt:lpstr>
      <vt:lpstr>ＭＳ Ｐゴシック</vt:lpstr>
      <vt:lpstr>Aptos</vt:lpstr>
      <vt:lpstr>Aptos Display</vt:lpstr>
      <vt:lpstr>Arial</vt:lpstr>
      <vt:lpstr>Cambria Math</vt:lpstr>
      <vt:lpstr>Times</vt:lpstr>
      <vt:lpstr>Wingdings</vt:lpstr>
      <vt:lpstr>Office Theme</vt:lpstr>
      <vt:lpstr>Public Key Cryptography and RSA</vt:lpstr>
      <vt:lpstr>Private-Key Cryptography</vt:lpstr>
      <vt:lpstr>Public-Key Cryptography</vt:lpstr>
      <vt:lpstr>Public-Key Cryptography (cont. pg2)</vt:lpstr>
      <vt:lpstr>Public-Key Cryptography (cont. pg3)</vt:lpstr>
      <vt:lpstr>Public Key Cryptography vs Private Key Cryptography</vt:lpstr>
      <vt:lpstr>Applications of Public Key Cryptography</vt:lpstr>
      <vt:lpstr>One-Way Trapdoor Function</vt:lpstr>
      <vt:lpstr>RSA</vt:lpstr>
      <vt:lpstr>RSA History</vt:lpstr>
      <vt:lpstr>RSA Steps</vt:lpstr>
      <vt:lpstr>Key Generation (page 1)</vt:lpstr>
      <vt:lpstr>Key Generation (page 2)</vt:lpstr>
      <vt:lpstr>Key Generation (page 3)</vt:lpstr>
      <vt:lpstr>Encryption &amp; Decryption</vt:lpstr>
      <vt:lpstr>Square and Multiply Algorithm</vt:lpstr>
      <vt:lpstr>RSA Example</vt:lpstr>
      <vt:lpstr>RSA Example: From Text to Ciphertext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22</cp:revision>
  <dcterms:created xsi:type="dcterms:W3CDTF">2026-03-27T20:08:55Z</dcterms:created>
  <dcterms:modified xsi:type="dcterms:W3CDTF">2026-04-21T04:08:58Z</dcterms:modified>
</cp:coreProperties>
</file>