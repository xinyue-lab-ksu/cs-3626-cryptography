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87" r:id="rId3"/>
    <p:sldId id="416" r:id="rId4"/>
    <p:sldId id="328" r:id="rId5"/>
    <p:sldId id="329" r:id="rId6"/>
    <p:sldId id="305" r:id="rId7"/>
    <p:sldId id="299" r:id="rId8"/>
    <p:sldId id="332" r:id="rId9"/>
    <p:sldId id="417" r:id="rId10"/>
    <p:sldId id="353" r:id="rId11"/>
    <p:sldId id="330" r:id="rId12"/>
    <p:sldId id="288" r:id="rId13"/>
    <p:sldId id="325" r:id="rId14"/>
    <p:sldId id="326" r:id="rId15"/>
    <p:sldId id="298" r:id="rId16"/>
    <p:sldId id="289" r:id="rId17"/>
    <p:sldId id="290" r:id="rId18"/>
    <p:sldId id="32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66" d="100"/>
          <a:sy n="66" d="100"/>
        </p:scale>
        <p:origin x="90" y="726"/>
      </p:cViewPr>
      <p:guideLst/>
    </p:cSldViewPr>
  </p:slideViewPr>
  <p:outlineViewPr>
    <p:cViewPr>
      <p:scale>
        <a:sx n="33" d="100"/>
        <a:sy n="33" d="100"/>
      </p:scale>
      <p:origin x="0" y="-1213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69A1C-D0FB-8B4C-83C2-B758A1D4AB30}"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A30F21-AD4D-0C40-8D7E-BA0D4331ECF7}" type="slidenum">
              <a:rPr lang="en-US" smtClean="0"/>
              <a:t>‹#›</a:t>
            </a:fld>
            <a:endParaRPr lang="en-US"/>
          </a:p>
        </p:txBody>
      </p:sp>
    </p:spTree>
    <p:extLst>
      <p:ext uri="{BB962C8B-B14F-4D97-AF65-F5344CB8AC3E}">
        <p14:creationId xmlns:p14="http://schemas.microsoft.com/office/powerpoint/2010/main" val="154304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9290BF03-7E2C-C345-A609-7EB917678F68}" type="slidenum">
              <a:rPr lang="en-AU">
                <a:latin typeface="Arial" pitchFamily="-84" charset="0"/>
              </a:rPr>
              <a:pPr/>
              <a:t>2</a:t>
            </a:fld>
            <a:endParaRPr lang="en-AU">
              <a:latin typeface="Arial" pitchFamily="-8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4CFE621-EEF9-6041-BC1C-8ABF6C760EE6}" type="slidenum">
              <a:rPr lang="en-AU">
                <a:latin typeface="Arial" pitchFamily="-84" charset="0"/>
              </a:rPr>
              <a:pPr/>
              <a:t>3</a:t>
            </a:fld>
            <a:endParaRPr lang="en-AU">
              <a:latin typeface="Arial" pitchFamily="-8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4CFE621-EEF9-6041-BC1C-8ABF6C760EE6}" type="slidenum">
              <a:rPr lang="en-AU">
                <a:latin typeface="Arial" pitchFamily="-84" charset="0"/>
              </a:rPr>
              <a:pPr/>
              <a:t>4</a:t>
            </a:fld>
            <a:endParaRPr lang="en-AU">
              <a:latin typeface="Arial" pitchFamily="-8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2553747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p:cNvSpPr>
          <p:nvPr>
            <p:ph type="sldImg"/>
          </p:nvPr>
        </p:nvSpPr>
        <p:spPr>
          <a:ln/>
        </p:spPr>
      </p:sp>
      <p:sp>
        <p:nvSpPr>
          <p:cNvPr id="82947"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82948" name="Slide Number Placeholder 3"/>
          <p:cNvSpPr>
            <a:spLocks noGrp="1"/>
          </p:cNvSpPr>
          <p:nvPr>
            <p:ph type="sldNum" sz="quarter" idx="5"/>
          </p:nvPr>
        </p:nvSpPr>
        <p:spPr>
          <a:noFill/>
        </p:spPr>
        <p:txBody>
          <a:bodyPr/>
          <a:lstStyle/>
          <a:p>
            <a:fld id="{B6692294-9F54-4844-9B91-96E24026936D}" type="slidenum">
              <a:rPr lang="en-AU" smtClean="0">
                <a:latin typeface="Arial" pitchFamily="-84" charset="0"/>
              </a:rPr>
              <a:pPr/>
              <a:t>5</a:t>
            </a:fld>
            <a:endParaRPr lang="en-AU">
              <a:latin typeface="Arial" pitchFamily="-84" charset="0"/>
            </a:endParaRPr>
          </a:p>
        </p:txBody>
      </p:sp>
    </p:spTree>
    <p:extLst>
      <p:ext uri="{BB962C8B-B14F-4D97-AF65-F5344CB8AC3E}">
        <p14:creationId xmlns:p14="http://schemas.microsoft.com/office/powerpoint/2010/main" val="232257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p:cNvSpPr>
          <p:nvPr>
            <p:ph type="sldImg"/>
          </p:nvPr>
        </p:nvSpPr>
        <p:spPr>
          <a:ln/>
        </p:spPr>
      </p:sp>
      <p:sp>
        <p:nvSpPr>
          <p:cNvPr id="82947"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82948" name="Slide Number Placeholder 3"/>
          <p:cNvSpPr>
            <a:spLocks noGrp="1"/>
          </p:cNvSpPr>
          <p:nvPr>
            <p:ph type="sldNum" sz="quarter" idx="5"/>
          </p:nvPr>
        </p:nvSpPr>
        <p:spPr>
          <a:noFill/>
        </p:spPr>
        <p:txBody>
          <a:bodyPr/>
          <a:lstStyle/>
          <a:p>
            <a:fld id="{B6692294-9F54-4844-9B91-96E24026936D}" type="slidenum">
              <a:rPr lang="en-AU" smtClean="0">
                <a:latin typeface="Arial" pitchFamily="-84" charset="0"/>
              </a:rPr>
              <a:pPr/>
              <a:t>6</a:t>
            </a:fld>
            <a:endParaRPr lang="en-AU">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ED21BAF-D79C-924B-B52C-F6C67F3DDD4A}" type="slidenum">
              <a:rPr lang="en-AU">
                <a:latin typeface="Arial" pitchFamily="-84" charset="0"/>
              </a:rPr>
              <a:pPr/>
              <a:t>7</a:t>
            </a:fld>
            <a:endParaRPr lang="en-AU">
              <a:latin typeface="Arial" pitchFamily="-84" charset="0"/>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p:cNvSpPr>
          <p:nvPr>
            <p:ph type="sldImg"/>
          </p:nvPr>
        </p:nvSpPr>
        <p:spPr>
          <a:ln/>
        </p:spPr>
      </p:sp>
      <p:sp>
        <p:nvSpPr>
          <p:cNvPr id="87043"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87044" name="Slide Number Placeholder 3"/>
          <p:cNvSpPr>
            <a:spLocks noGrp="1"/>
          </p:cNvSpPr>
          <p:nvPr>
            <p:ph type="sldNum" sz="quarter" idx="5"/>
          </p:nvPr>
        </p:nvSpPr>
        <p:spPr>
          <a:noFill/>
        </p:spPr>
        <p:txBody>
          <a:bodyPr/>
          <a:lstStyle/>
          <a:p>
            <a:fld id="{D0E6E408-8864-ED45-98B7-1A1DC8A85DC9}" type="slidenum">
              <a:rPr lang="en-AU" smtClean="0">
                <a:latin typeface="Arial" pitchFamily="-84" charset="0"/>
              </a:rPr>
              <a:pPr/>
              <a:t>8</a:t>
            </a:fld>
            <a:endParaRPr lang="en-AU">
              <a:latin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468D2DB-E8A3-5946-9873-9C999757F12A}" type="slidenum">
              <a:rPr lang="en-AU" smtClean="0"/>
              <a:pPr>
                <a:defRPr/>
              </a:pPr>
              <a:t>9</a:t>
            </a:fld>
            <a:endParaRPr lang="en-AU" dirty="0"/>
          </a:p>
        </p:txBody>
      </p:sp>
    </p:spTree>
    <p:extLst>
      <p:ext uri="{BB962C8B-B14F-4D97-AF65-F5344CB8AC3E}">
        <p14:creationId xmlns:p14="http://schemas.microsoft.com/office/powerpoint/2010/main" val="4003834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D3178CD-E717-E34A-A881-B019EC9117C1}" type="slidenum">
              <a:rPr lang="en-AU">
                <a:latin typeface="Arial" pitchFamily="-84" charset="0"/>
              </a:rPr>
              <a:pPr/>
              <a:t>11</a:t>
            </a:fld>
            <a:endParaRPr lang="en-AU">
              <a:latin typeface="Arial" pitchFamily="-84" charset="0"/>
            </a:endParaRPr>
          </a:p>
        </p:txBody>
      </p:sp>
      <p:sp>
        <p:nvSpPr>
          <p:cNvPr id="46083" name="Rectangle 2"/>
          <p:cNvSpPr>
            <a:spLocks noGrp="1" noRot="1" noChangeAspect="1" noChangeArrowheads="1" noTextEdit="1"/>
          </p:cNvSpPr>
          <p:nvPr>
            <p:ph type="sldImg"/>
          </p:nvPr>
        </p:nvSpPr>
        <p:spPr>
          <a:xfrm>
            <a:off x="381000" y="685800"/>
            <a:ext cx="6096000" cy="3429000"/>
          </a:xfrm>
          <a:ln/>
        </p:spPr>
      </p:sp>
      <p:sp>
        <p:nvSpPr>
          <p:cNvPr id="46084"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19774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145C6549-4801-2942-9A8F-B31F51D24AF2}" type="slidenum">
              <a:rPr lang="en-AU">
                <a:latin typeface="Arial" pitchFamily="-84" charset="0"/>
              </a:rPr>
              <a:pPr/>
              <a:t>12</a:t>
            </a:fld>
            <a:endParaRPr lang="en-AU">
              <a:latin typeface="Arial" pitchFamily="-8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p:cNvSpPr>
          <p:nvPr>
            <p:ph type="sldImg"/>
          </p:nvPr>
        </p:nvSpPr>
        <p:spPr>
          <a:ln/>
        </p:spPr>
      </p:sp>
      <p:sp>
        <p:nvSpPr>
          <p:cNvPr id="91139"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91140" name="Slide Number Placeholder 3"/>
          <p:cNvSpPr>
            <a:spLocks noGrp="1"/>
          </p:cNvSpPr>
          <p:nvPr>
            <p:ph type="sldNum" sz="quarter" idx="5"/>
          </p:nvPr>
        </p:nvSpPr>
        <p:spPr>
          <a:noFill/>
        </p:spPr>
        <p:txBody>
          <a:bodyPr/>
          <a:lstStyle/>
          <a:p>
            <a:fld id="{450A3DB6-B437-7E46-B84D-4756016FD173}" type="slidenum">
              <a:rPr lang="en-AU" smtClean="0">
                <a:latin typeface="Arial" pitchFamily="-84" charset="0"/>
              </a:rPr>
              <a:pPr/>
              <a:t>13</a:t>
            </a:fld>
            <a:endParaRPr lang="en-AU">
              <a:latin typeface="Arial" pitchFamily="-8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p:cNvSpPr>
          <p:nvPr>
            <p:ph type="sldImg"/>
          </p:nvPr>
        </p:nvSpPr>
        <p:spPr>
          <a:ln/>
        </p:spPr>
      </p:sp>
      <p:sp>
        <p:nvSpPr>
          <p:cNvPr id="93187"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93188" name="Slide Number Placeholder 3"/>
          <p:cNvSpPr>
            <a:spLocks noGrp="1"/>
          </p:cNvSpPr>
          <p:nvPr>
            <p:ph type="sldNum" sz="quarter" idx="5"/>
          </p:nvPr>
        </p:nvSpPr>
        <p:spPr>
          <a:noFill/>
        </p:spPr>
        <p:txBody>
          <a:bodyPr/>
          <a:lstStyle/>
          <a:p>
            <a:fld id="{DD39A0A5-0B62-1D43-B2C4-23F666D3CB1E}" type="slidenum">
              <a:rPr lang="en-AU" smtClean="0">
                <a:latin typeface="Arial" pitchFamily="-84" charset="0"/>
              </a:rPr>
              <a:pPr/>
              <a:t>14</a:t>
            </a:fld>
            <a:endParaRPr lang="en-AU">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AD5FCFB-A3AD-7E4B-BBAB-398317BD902F}" type="slidenum">
              <a:rPr lang="en-AU">
                <a:latin typeface="Arial" pitchFamily="-84" charset="0"/>
              </a:rPr>
              <a:pPr/>
              <a:t>15</a:t>
            </a:fld>
            <a:endParaRPr lang="en-AU">
              <a:latin typeface="Arial" pitchFamily="-84" charset="0"/>
            </a:endParaRPr>
          </a:p>
        </p:txBody>
      </p:sp>
      <p:sp>
        <p:nvSpPr>
          <p:cNvPr id="95235" name="Rectangle 2"/>
          <p:cNvSpPr>
            <a:spLocks noGrp="1" noRot="1" noChangeAspect="1" noChangeArrowheads="1" noTextEdit="1"/>
          </p:cNvSpPr>
          <p:nvPr>
            <p:ph type="sldImg"/>
          </p:nvPr>
        </p:nvSpPr>
        <p:spPr>
          <a:solidFill>
            <a:srgbClr val="FFFFFF"/>
          </a:solidFill>
          <a:ln/>
        </p:spPr>
      </p:sp>
      <p:sp>
        <p:nvSpPr>
          <p:cNvPr id="95236" name="Rectangle 3"/>
          <p:cNvSpPr>
            <a:spLocks noGrp="1" noChangeArrowheads="1"/>
          </p:cNvSpPr>
          <p:nvPr>
            <p:ph type="body" idx="1"/>
          </p:nvPr>
        </p:nvSpPr>
        <p:spPr>
          <a:noFill/>
          <a:ln/>
        </p:spPr>
        <p:txBody>
          <a:bodyPr/>
          <a:lstStyle/>
          <a:p>
            <a:pPr eaLnBrk="1" hangingPunct="1"/>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6D133919-2259-8442-A215-F1F2A4B93F25}" type="slidenum">
              <a:rPr lang="en-AU">
                <a:latin typeface="Arial" pitchFamily="-84" charset="0"/>
              </a:rPr>
              <a:pPr/>
              <a:t>16</a:t>
            </a:fld>
            <a:endParaRPr lang="en-AU">
              <a:latin typeface="Arial" pitchFamily="-84" charset="0"/>
            </a:endParaRPr>
          </a:p>
        </p:txBody>
      </p:sp>
      <p:sp>
        <p:nvSpPr>
          <p:cNvPr id="97283"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97284"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mc:Choice>
        <mc:Fallback xmlns="">
          <p:sp>
            <p:nvSpPr>
              <p:cNvPr id="97284" name="Rectangle 3"/>
              <p:cNvSpPr>
                <a:spLocks noGrp="1" noChangeArrowheads="1"/>
              </p:cNvSpPr>
              <p:nvPr>
                <p:ph type="body" idx="1"/>
              </p:nvPr>
            </p:nvSpPr>
            <p:spPr>
              <a:noFill/>
              <a:ln/>
            </p:spPr>
            <p:txBody>
              <a:bodyPr/>
              <a:lstStyle/>
              <a:p>
                <a:r>
                  <a:rPr lang="en-US" dirty="0"/>
                  <a:t>One major reason AES was selected is its implementation efficiency.</a:t>
                </a:r>
              </a:p>
              <a:p>
                <a:r>
                  <a:rPr lang="en-US" dirty="0"/>
                  <a:t>AES operates entirely on bytes and performs arithmetic in the finite field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On an 8-bit processor, this is ideal.</a:t>
                </a:r>
              </a:p>
              <a:p>
                <a:r>
                  <a:rPr lang="en-US" dirty="0" err="1"/>
                  <a:t>AddRoundKey</a:t>
                </a:r>
                <a:r>
                  <a:rPr lang="en-US" dirty="0"/>
                  <a:t> is simply a bytewise XOR.</a:t>
                </a:r>
              </a:p>
              <a:p>
                <a:r>
                  <a:rPr lang="en-US" dirty="0" err="1"/>
                  <a:t>ShiftRows</a:t>
                </a:r>
                <a:r>
                  <a:rPr lang="en-US" dirty="0"/>
                  <a:t> is just a byte permutation.</a:t>
                </a:r>
              </a:p>
              <a:p>
                <a:r>
                  <a:rPr lang="en-US" dirty="0" err="1"/>
                  <a:t>SubBytes</a:t>
                </a:r>
                <a:r>
                  <a:rPr lang="en-US" dirty="0"/>
                  <a:t> can be implemented as a 256-byte lookup table.</a:t>
                </a:r>
              </a:p>
              <a:p>
                <a:r>
                  <a:rPr lang="en-US" dirty="0"/>
                  <a:t>Even </a:t>
                </a:r>
                <a:r>
                  <a:rPr lang="en-US" dirty="0" err="1"/>
                  <a:t>MixColumns</a:t>
                </a:r>
                <a:r>
                  <a:rPr lang="en-US" dirty="0"/>
                  <a:t>, although algebraically defined as matrix multiplication, operates on bytes in the finite field.</a:t>
                </a:r>
              </a:p>
              <a:p>
                <a:r>
                  <a:rPr lang="en-US" dirty="0"/>
                  <a:t>This byte-oriented design makes AES efficient even on constrained devices.</a:t>
                </a:r>
              </a:p>
              <a:p>
                <a:endParaRPr lang="en-US" dirty="0">
                  <a:latin typeface="Arial" pitchFamily="-84" charset="0"/>
                  <a:ea typeface="Arial" pitchFamily="-84" charset="0"/>
                  <a:cs typeface="Arial" pitchFamily="-84" charset="0"/>
                </a:endParaRPr>
              </a:p>
            </p:txBody>
          </p:sp>
        </mc:Fallback>
      </mc:AlternateContent>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07A22EB9-4C59-8D43-93FD-6BCF0A9727AF}" type="slidenum">
              <a:rPr lang="en-AU">
                <a:latin typeface="Arial" pitchFamily="-84" charset="0"/>
              </a:rPr>
              <a:pPr/>
              <a:t>17</a:t>
            </a:fld>
            <a:endParaRPr lang="en-AU">
              <a:latin typeface="Arial" pitchFamily="-8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18</a:t>
            </a:fld>
            <a:endParaRPr lang="en-AU">
              <a:latin typeface="Arial" pitchFamily="-84" charset="0"/>
            </a:endParaRPr>
          </a:p>
        </p:txBody>
      </p:sp>
      <p:sp>
        <p:nvSpPr>
          <p:cNvPr id="101379"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01380" name="Rectangle 3"/>
              <p:cNvSpPr>
                <a:spLocks noGrp="1" noChangeArrowheads="1"/>
              </p:cNvSpPr>
              <p:nvPr>
                <p:ph type="body" idx="1"/>
              </p:nvPr>
            </p:nvSpPr>
            <p:spPr>
              <a:noFill/>
              <a:ln/>
            </p:spPr>
            <p:txBody>
              <a:bodyPr/>
              <a:lstStyle/>
              <a:p>
                <a:endParaRPr lang="en-US" dirty="0"/>
              </a:p>
            </p:txBody>
          </p:sp>
        </mc:Choice>
        <mc:Fallback xmlns="">
          <p:sp>
            <p:nvSpPr>
              <p:cNvPr id="101380" name="Rectangle 3"/>
              <p:cNvSpPr>
                <a:spLocks noGrp="1" noChangeArrowheads="1"/>
              </p:cNvSpPr>
              <p:nvPr>
                <p:ph type="body" idx="1"/>
              </p:nvPr>
            </p:nvSpPr>
            <p:spPr>
              <a:noFill/>
              <a:ln/>
            </p:spPr>
            <p:txBody>
              <a:bodyPr/>
              <a:lstStyle/>
              <a:p>
                <a:r>
                  <a:rPr lang="en-US" dirty="0"/>
                  <a:t>Let’s conclude our discussion of AES.</a:t>
                </a:r>
              </a:p>
              <a:p>
                <a:r>
                  <a:rPr lang="en-US" dirty="0"/>
                  <a:t>AES is built on a strong mathematical foundation: finite field arithmetic in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Each byte is treated as a polynomial, and all operations are carefully defined within this field to guarantee invertibility and consistency.</a:t>
                </a:r>
              </a:p>
              <a:p>
                <a:r>
                  <a:rPr lang="en-US" dirty="0"/>
                  <a:t>Each round of AES combines four transformations.</a:t>
                </a:r>
              </a:p>
              <a:p>
                <a:r>
                  <a:rPr lang="en-US" dirty="0" err="1"/>
                  <a:t>SubBytes</a:t>
                </a:r>
                <a:r>
                  <a:rPr lang="en-US" dirty="0"/>
                  <a:t> provides nonlinearity, which prevents simple algebraic relationships between input and output.</a:t>
                </a:r>
              </a:p>
              <a:p>
                <a:r>
                  <a:rPr lang="en-US" dirty="0" err="1"/>
                  <a:t>ShiftRows</a:t>
                </a:r>
                <a:r>
                  <a:rPr lang="en-US" dirty="0"/>
                  <a:t> and </a:t>
                </a:r>
                <a:r>
                  <a:rPr lang="en-US" dirty="0" err="1"/>
                  <a:t>MixColumns</a:t>
                </a:r>
                <a:r>
                  <a:rPr lang="en-US" dirty="0"/>
                  <a:t> together provide diffusion, ensuring that small changes spread throughout the entire state.</a:t>
                </a:r>
              </a:p>
              <a:p>
                <a:r>
                  <a:rPr lang="en-US" dirty="0" err="1"/>
                  <a:t>AddRoundKey</a:t>
                </a:r>
                <a:r>
                  <a:rPr lang="en-US" dirty="0"/>
                  <a:t> injects the secret key into every round.</a:t>
                </a:r>
              </a:p>
              <a:p>
                <a:r>
                  <a:rPr lang="en-US" dirty="0"/>
                  <a:t>The key schedule expands the master key into multiple round keys, adding both nonlinearity and diffusion of key material.</a:t>
                </a:r>
              </a:p>
              <a:p>
                <a:r>
                  <a:rPr lang="en-US" dirty="0"/>
                  <a:t>From a security perspective, AES was designed to resist known attacks such as linear and differential cryptanalysis.</a:t>
                </a:r>
              </a:p>
              <a:p>
                <a:r>
                  <a:rPr lang="en-US" dirty="0"/>
                  <a:t>From an implementation perspective, it is efficient on both constrained and high-performance systems.</a:t>
                </a:r>
              </a:p>
              <a:p>
                <a:r>
                  <a:rPr lang="en-US"/>
                  <a:t>The central idea is that AES security does not rely on one single transformation, but on the interaction between nonlinearity, diffusion, and key mixing — all grounded in finite field arithmetic.</a:t>
                </a:r>
              </a:p>
            </p:txBody>
          </p:sp>
        </mc:Fallback>
      </mc:AlternateContent>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CE66-FCA3-7724-464B-1B7D22D18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A185CC-ADF8-FF3F-B55C-36B9CC5141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D44747-99F7-305A-39F8-22BD9E498A50}"/>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D6A3357-AAE3-B686-1E77-D213CBF48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787E4-33D2-2906-78D2-6A65CD41B6E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07714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386-7C28-4B33-C68E-ED0B759CB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0F41B6-164A-F85C-EA74-E11F4DF41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387A0-CD47-638E-9F94-CF3B55E305A7}"/>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3E687EE6-4C84-4F71-9A9C-35E312001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1F498-E2D7-4667-1D8A-7BAB2502B2A3}"/>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54057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5570-47BC-CDED-C7E3-7578479219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EF5A1A-461F-AAFE-F6EC-32799AD1A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1CD001-477E-48A7-7597-2D0190A1E5D9}"/>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548E097D-2E54-6EC8-4A68-D8CB95A88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084DB-C4E4-4749-480F-EBA8F4F8D1A9}"/>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25720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C619-D70E-600B-07EA-D89FA5D3EB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16D8E3-D99B-151A-7746-880B11FCAD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BD1DD7-4CBF-1846-565D-A523F861BE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C8BD03-2B0A-6D42-9EE1-47B01DCBADA6}"/>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80A3F0AA-3F44-76AB-25CD-6DEC18A659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C1229-5B4B-1D64-D1E0-6186B95AE5CA}"/>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27013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4018-69D0-BCE8-4B4A-BECB55B2A0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602A4F-8BD2-7F9F-F6E3-1E024CCC8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EFC8C4-D7EB-11B4-640B-709DEA824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C9B9A7-FEE0-2B95-9F9C-8DB4AE305F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11419B-7C0B-81C1-E232-6BE93251F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89A10E-5E63-DA06-E4C5-2A0E3D3E9FA8}"/>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8" name="Footer Placeholder 7">
            <a:extLst>
              <a:ext uri="{FF2B5EF4-FFF2-40B4-BE49-F238E27FC236}">
                <a16:creationId xmlns:a16="http://schemas.microsoft.com/office/drawing/2014/main" id="{EE7F663E-9618-8E06-3F14-971E83449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C7C976-0C58-981C-07AC-76955709776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569563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933-2B58-9CA8-209E-B95F3A4F21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CE9B1C-A47B-D52E-3722-F37E2810FE04}"/>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4" name="Footer Placeholder 3">
            <a:extLst>
              <a:ext uri="{FF2B5EF4-FFF2-40B4-BE49-F238E27FC236}">
                <a16:creationId xmlns:a16="http://schemas.microsoft.com/office/drawing/2014/main" id="{E025BADE-F954-909B-6AEC-7B45FEE2AA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7F4636-2429-CE9E-B110-16289C1210B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1731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1847C-0E0D-2743-6714-555F94CBF38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3" name="Footer Placeholder 2">
            <a:extLst>
              <a:ext uri="{FF2B5EF4-FFF2-40B4-BE49-F238E27FC236}">
                <a16:creationId xmlns:a16="http://schemas.microsoft.com/office/drawing/2014/main" id="{E39FAA1B-B4CF-B32A-642F-8C08D8138D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77954A-9B1D-04B1-5F4C-26C0403B56AC}"/>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683203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6AAD-E20A-006D-BF1E-7BC52C908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D8C6E2-6096-077E-F49A-8EB698D3A9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BFD346-23EB-6A2A-2EA9-9F33C51964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4FEDA-5784-BCE8-9624-A53C917B287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AA6E43C3-1FFC-03CF-83A0-B3041E1C3E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F5B54-62FA-C358-3AEC-8C1282E0DA27}"/>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7533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0984-A60A-564A-0ED9-678DE0188B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D7105-0927-3D9A-896B-AF88FCC0F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AA3121-D1B8-5F79-E769-CF5A00200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01CC5-0CFF-88FF-CC47-734C6010F2D5}"/>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932C8492-AE8D-BD8A-464E-F3B828C02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5E386-9A88-43A2-F564-DE1718D66705}"/>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58924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19D1-5E2B-24BC-963E-903BAFACD0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50B405-7FDD-CC5F-EE91-777E9F212C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5FE73-34C8-C17A-1BE3-4602E73CB59C}"/>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AD187A1-5947-BE0B-EDA6-3E3598BB8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E8D76-350D-62C9-A6A1-9792B83B7362}"/>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3834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92F41-A533-0739-742C-EA04521F97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76777A-090F-5097-1B73-223617EEE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BE48EE-6A31-8AEC-6950-8343B52FA663}"/>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275EBE66-C6A3-800F-328C-55EB1A54B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090CB3-D657-D68F-82C4-239DB426DF3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080016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851AB-4DE4-6D07-1580-A0B39B1B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624D30-877E-31CD-C625-85293F2E9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CC00C-C420-5AF7-6669-8098C4C4B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722F699C-407E-A984-6911-55673DEC3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0316CE-A33D-997F-6331-DE62036D4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E7CE58-9EBE-9843-94F4-2C636B645A47}" type="slidenum">
              <a:rPr lang="en-US" smtClean="0"/>
              <a:t>‹#›</a:t>
            </a:fld>
            <a:endParaRPr lang="en-US"/>
          </a:p>
        </p:txBody>
      </p:sp>
    </p:spTree>
    <p:extLst>
      <p:ext uri="{BB962C8B-B14F-4D97-AF65-F5344CB8AC3E}">
        <p14:creationId xmlns:p14="http://schemas.microsoft.com/office/powerpoint/2010/main" val="2655648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gP4PqVGudtg" TargetMode="External"/><Relationship Id="rId2" Type="http://schemas.openxmlformats.org/officeDocument/2006/relationships/hyperlink" Target="https://formaestudio.com/rijndaelinspector/archivos/Rijndael_Animation_v4_eng-html5.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B041-D6CA-E5F7-B543-E3B38551FE35}"/>
              </a:ext>
            </a:extLst>
          </p:cNvPr>
          <p:cNvSpPr>
            <a:spLocks noGrp="1"/>
          </p:cNvSpPr>
          <p:nvPr>
            <p:ph type="ctrTitle"/>
          </p:nvPr>
        </p:nvSpPr>
        <p:spPr/>
        <p:txBody>
          <a:bodyPr>
            <a:normAutofit/>
          </a:bodyPr>
          <a:lstStyle/>
          <a:p>
            <a:r>
              <a:rPr lang="en-US" dirty="0"/>
              <a:t>Advanced Encryption Standard</a:t>
            </a:r>
          </a:p>
        </p:txBody>
      </p:sp>
      <p:sp>
        <p:nvSpPr>
          <p:cNvPr id="3" name="Subtitle 2">
            <a:extLst>
              <a:ext uri="{FF2B5EF4-FFF2-40B4-BE49-F238E27FC236}">
                <a16:creationId xmlns:a16="http://schemas.microsoft.com/office/drawing/2014/main" id="{03D6572C-C518-0678-FC03-B89091F8048F}"/>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Tree>
    <p:extLst>
      <p:ext uri="{BB962C8B-B14F-4D97-AF65-F5344CB8AC3E}">
        <p14:creationId xmlns:p14="http://schemas.microsoft.com/office/powerpoint/2010/main" val="4008507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a:t>AES Key Expansion</a:t>
            </a:r>
            <a:endParaRPr lang="en-AU"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CA8BF0E-E416-C9CF-4738-2DEE14586B46}"/>
                  </a:ext>
                </a:extLst>
              </p:cNvPr>
              <p:cNvSpPr>
                <a:spLocks noGrp="1"/>
              </p:cNvSpPr>
              <p:nvPr>
                <p:ph sz="half" idx="1"/>
              </p:nvPr>
            </p:nvSpPr>
            <p:spPr/>
            <p:txBody>
              <a:bodyPr>
                <a:normAutofit fontScale="92500" lnSpcReduction="10000"/>
              </a:bodyPr>
              <a:lstStyle/>
              <a:p>
                <a:r>
                  <a:rPr lang="en-US" b="1" dirty="0"/>
                  <a:t>Purpose of the Key Schedule</a:t>
                </a:r>
              </a:p>
              <a:p>
                <a:pPr lvl="1"/>
                <a:r>
                  <a:rPr lang="en-US" dirty="0"/>
                  <a:t>AES uses a different round key in each round</a:t>
                </a:r>
              </a:p>
              <a:p>
                <a:pPr lvl="1"/>
                <a:r>
                  <a:rPr lang="en-US" dirty="0"/>
                  <a:t>A 128-bit key must generate:</a:t>
                </a:r>
              </a:p>
              <a:p>
                <a:pPr lvl="2"/>
                <a:r>
                  <a:rPr lang="en-US" dirty="0"/>
                  <a:t>1 initial round key</a:t>
                </a:r>
              </a:p>
              <a:p>
                <a:pPr lvl="2"/>
                <a:r>
                  <a:rPr lang="en-US" dirty="0"/>
                  <a:t>10 round keys</a:t>
                </a:r>
              </a:p>
              <a:p>
                <a:pPr lvl="1"/>
                <a:r>
                  <a:rPr lang="en-US" dirty="0"/>
                  <a:t>Total: 11 round keys (44 words)</a:t>
                </a:r>
              </a:p>
              <a:p>
                <a:r>
                  <a:rPr lang="en-US" b="1" dirty="0"/>
                  <a:t>Input and Output (AES-128)</a:t>
                </a:r>
              </a:p>
              <a:p>
                <a:pPr lvl="1"/>
                <a:r>
                  <a:rPr lang="en-US" dirty="0"/>
                  <a:t>Input: 128-bit key (4 words)</a:t>
                </a:r>
              </a:p>
              <a:p>
                <a:pPr lvl="1"/>
                <a:r>
                  <a:rPr lang="en-US" dirty="0"/>
                  <a:t>Output: 44 words (176 bytes)</a:t>
                </a:r>
              </a:p>
              <a:p>
                <a:pPr lvl="1"/>
                <a14:m>
                  <m:oMath xmlns:m="http://schemas.openxmlformats.org/officeDocument/2006/math">
                    <m:r>
                      <a:rPr lang="en-US" i="1">
                        <a:latin typeface="Cambria Math" panose="02040503050406030204" pitchFamily="18" charset="0"/>
                      </a:rPr>
                      <m:t>𝑤</m:t>
                    </m:r>
                    <m:d>
                      <m:dPr>
                        <m:begChr m:val="["/>
                        <m:endChr m:val="]"/>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i="1">
                        <a:latin typeface="Cambria Math" panose="02040503050406030204" pitchFamily="18" charset="0"/>
                      </a:rPr>
                      <m:t>𝑤</m:t>
                    </m:r>
                    <m:d>
                      <m:dPr>
                        <m:begChr m:val="["/>
                        <m:endChr m:val="]"/>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i="1">
                        <a:latin typeface="Cambria Math" panose="02040503050406030204" pitchFamily="18" charset="0"/>
                      </a:rPr>
                      <m:t>𝑤</m:t>
                    </m:r>
                    <m:d>
                      <m:dPr>
                        <m:begChr m:val="["/>
                        <m:endChr m:val="]"/>
                        <m:ctrlPr>
                          <a:rPr lang="ar-AE" i="1">
                            <a:latin typeface="Cambria Math" panose="02040503050406030204" pitchFamily="18" charset="0"/>
                          </a:rPr>
                        </m:ctrlPr>
                      </m:dPr>
                      <m:e>
                        <m:r>
                          <a:rPr lang="ar-AE">
                            <a:latin typeface="Cambria Math" panose="02040503050406030204" pitchFamily="18" charset="0"/>
                          </a:rPr>
                          <m:t>43</m:t>
                        </m:r>
                      </m:e>
                    </m:d>
                  </m:oMath>
                </a14:m>
                <a:endParaRPr lang="ar-AE" dirty="0"/>
              </a:p>
              <a:p>
                <a:pPr lvl="1"/>
                <a:r>
                  <a:rPr lang="en-US" dirty="0"/>
                  <a:t>Each round uses 4 consecutive words.</a:t>
                </a:r>
              </a:p>
              <a:p>
                <a:endParaRPr lang="en-US" dirty="0"/>
              </a:p>
            </p:txBody>
          </p:sp>
        </mc:Choice>
        <mc:Fallback xmlns="">
          <p:sp>
            <p:nvSpPr>
              <p:cNvPr id="4" name="Content Placeholder 3">
                <a:extLst>
                  <a:ext uri="{FF2B5EF4-FFF2-40B4-BE49-F238E27FC236}">
                    <a16:creationId xmlns:a16="http://schemas.microsoft.com/office/drawing/2014/main" id="{BCA8BF0E-E416-C9CF-4738-2DEE14586B46}"/>
                  </a:ext>
                </a:extLst>
              </p:cNvPr>
              <p:cNvSpPr>
                <a:spLocks noGrp="1" noRot="1" noChangeAspect="1" noMove="1" noResize="1" noEditPoints="1" noAdjustHandles="1" noChangeArrowheads="1" noChangeShapeType="1" noTextEdit="1"/>
              </p:cNvSpPr>
              <p:nvPr>
                <p:ph sz="half" idx="1"/>
              </p:nvPr>
            </p:nvSpPr>
            <p:spPr>
              <a:blipFill>
                <a:blip r:embed="rId4"/>
                <a:stretch>
                  <a:fillRect l="-1956" t="-2616" b="-2616"/>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34055727-8A20-82AC-69B6-7543C3E46D44}"/>
              </a:ext>
            </a:extLst>
          </p:cNvPr>
          <p:cNvSpPr>
            <a:spLocks noGrp="1"/>
          </p:cNvSpPr>
          <p:nvPr>
            <p:ph sz="half" idx="2"/>
          </p:nvPr>
        </p:nvSpPr>
        <p:spPr/>
        <p:txBody>
          <a:bodyPr>
            <a:normAutofit fontScale="92500" lnSpcReduction="10000"/>
          </a:bodyPr>
          <a:lstStyle/>
          <a:p>
            <a:r>
              <a:rPr lang="en-US" b="1" dirty="0"/>
              <a:t>Design Idea</a:t>
            </a:r>
          </a:p>
          <a:p>
            <a:pPr lvl="1"/>
            <a:r>
              <a:rPr lang="en-US" dirty="0"/>
              <a:t>Each new word depends on:</a:t>
            </a:r>
          </a:p>
          <a:p>
            <a:pPr lvl="2"/>
            <a:r>
              <a:rPr lang="en-US" dirty="0"/>
              <a:t>The previous word</a:t>
            </a:r>
          </a:p>
          <a:p>
            <a:pPr lvl="2"/>
            <a:r>
              <a:rPr lang="en-US" dirty="0"/>
              <a:t>The word four positions back</a:t>
            </a:r>
          </a:p>
          <a:p>
            <a:pPr lvl="1"/>
            <a:r>
              <a:rPr lang="en-US" dirty="0"/>
              <a:t>Periodic nonlinear transformation strengthens security</a:t>
            </a:r>
          </a:p>
          <a:p>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9440"/>
    </mc:Choice>
    <mc:Fallback xmlns="">
      <p:transition spd="slow" advTm="22944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ES key expansion procedures.">
            <a:extLst>
              <a:ext uri="{FF2B5EF4-FFF2-40B4-BE49-F238E27FC236}">
                <a16:creationId xmlns:a16="http://schemas.microsoft.com/office/drawing/2014/main" id="{0C67823E-97EC-2341-9D30-11AF90DBF9AE}"/>
              </a:ext>
            </a:extLst>
          </p:cNvPr>
          <p:cNvPicPr>
            <a:picLocks noChangeAspect="1"/>
          </p:cNvPicPr>
          <p:nvPr/>
        </p:nvPicPr>
        <p:blipFill>
          <a:blip r:embed="rId4"/>
          <a:stretch>
            <a:fillRect/>
          </a:stretch>
        </p:blipFill>
        <p:spPr>
          <a:xfrm>
            <a:off x="32625" y="-171400"/>
            <a:ext cx="5806463" cy="7514246"/>
          </a:xfrm>
          <a:prstGeom prst="rect">
            <a:avLst/>
          </a:prstGeom>
        </p:spPr>
      </p:pic>
      <p:sp>
        <p:nvSpPr>
          <p:cNvPr id="2" name="TextBox 1">
            <a:extLst>
              <a:ext uri="{FF2B5EF4-FFF2-40B4-BE49-F238E27FC236}">
                <a16:creationId xmlns:a16="http://schemas.microsoft.com/office/drawing/2014/main" id="{27372D32-4BA0-2645-88FD-39AC29FC06E4}"/>
              </a:ext>
            </a:extLst>
          </p:cNvPr>
          <p:cNvSpPr txBox="1"/>
          <p:nvPr/>
        </p:nvSpPr>
        <p:spPr>
          <a:xfrm>
            <a:off x="6096000" y="444786"/>
            <a:ext cx="5410200" cy="4216539"/>
          </a:xfrm>
          <a:prstGeom prst="rect">
            <a:avLst/>
          </a:prstGeom>
          <a:noFill/>
        </p:spPr>
        <p:txBody>
          <a:bodyPr wrap="square" rtlCol="0">
            <a:spAutoFit/>
          </a:bodyPr>
          <a:lstStyle/>
          <a:p>
            <a:r>
              <a:rPr lang="en-US" sz="2000" dirty="0">
                <a:solidFill>
                  <a:schemeClr val="tx2"/>
                </a:solidFill>
                <a:latin typeface="+mn-lt"/>
              </a:rPr>
              <a:t>g-function: 3 steps</a:t>
            </a:r>
          </a:p>
          <a:p>
            <a:endParaRPr lang="en-US" sz="1600" dirty="0"/>
          </a:p>
          <a:p>
            <a:pPr marL="285750" indent="-285750">
              <a:buFont typeface="Arial" panose="020B0604020202020204" pitchFamily="34" charset="0"/>
              <a:buChar char="•"/>
            </a:pPr>
            <a:r>
              <a:rPr lang="en-US" sz="2000" b="1" u="sng" dirty="0" err="1">
                <a:solidFill>
                  <a:schemeClr val="tx2"/>
                </a:solidFill>
                <a:latin typeface="+mn-lt"/>
              </a:rPr>
              <a:t>RotWord</a:t>
            </a:r>
            <a:r>
              <a:rPr lang="en-US" sz="2000" dirty="0">
                <a:solidFill>
                  <a:schemeClr val="tx2"/>
                </a:solidFill>
                <a:latin typeface="+mn-lt"/>
              </a:rPr>
              <a:t> performs a one-byte circular left shift on a word. This means that an input word [B0, B1, B2, B3] is transformed into [B1, B2, B3, B0].</a:t>
            </a:r>
          </a:p>
          <a:p>
            <a:pPr marL="285750" indent="-285750">
              <a:buFont typeface="Arial" panose="020B0604020202020204" pitchFamily="34" charset="0"/>
              <a:buChar char="•"/>
            </a:pPr>
            <a:r>
              <a:rPr lang="en-US" sz="2000" b="1" u="sng" dirty="0" err="1">
                <a:solidFill>
                  <a:schemeClr val="tx2"/>
                </a:solidFill>
                <a:latin typeface="+mn-lt"/>
              </a:rPr>
              <a:t>SubWord</a:t>
            </a:r>
            <a:r>
              <a:rPr lang="en-US" sz="2000" dirty="0">
                <a:solidFill>
                  <a:schemeClr val="tx2"/>
                </a:solidFill>
                <a:latin typeface="+mn-lt"/>
              </a:rPr>
              <a:t> performs a byte substitution on each byte of its input word, using the S-box.</a:t>
            </a:r>
          </a:p>
          <a:p>
            <a:pPr marL="285750" indent="-285750">
              <a:buFont typeface="Arial" panose="020B0604020202020204" pitchFamily="34" charset="0"/>
              <a:buChar char="•"/>
            </a:pPr>
            <a:r>
              <a:rPr lang="en-US" sz="2000" dirty="0">
                <a:solidFill>
                  <a:schemeClr val="tx2"/>
                </a:solidFill>
                <a:latin typeface="+mn-lt"/>
              </a:rPr>
              <a:t>The result of steps 1 and 2 is </a:t>
            </a:r>
            <a:r>
              <a:rPr lang="en-US" sz="2000" b="1" u="sng" dirty="0">
                <a:solidFill>
                  <a:schemeClr val="tx2"/>
                </a:solidFill>
                <a:latin typeface="+mn-lt"/>
              </a:rPr>
              <a:t>XOR</a:t>
            </a:r>
            <a:r>
              <a:rPr lang="en-US" sz="2000" dirty="0">
                <a:solidFill>
                  <a:schemeClr val="tx2"/>
                </a:solidFill>
                <a:latin typeface="+mn-lt"/>
              </a:rPr>
              <a:t>ed with a round constant, </a:t>
            </a:r>
            <a:r>
              <a:rPr lang="en-US" sz="2000" dirty="0" err="1">
                <a:solidFill>
                  <a:schemeClr val="tx2"/>
                </a:solidFill>
                <a:latin typeface="+mn-lt"/>
              </a:rPr>
              <a:t>Rcon</a:t>
            </a:r>
            <a:r>
              <a:rPr lang="en-US" sz="2000" dirty="0">
                <a:solidFill>
                  <a:schemeClr val="tx2"/>
                </a:solidFill>
                <a:latin typeface="+mn-lt"/>
              </a:rPr>
              <a:t>[j].</a:t>
            </a:r>
          </a:p>
          <a:p>
            <a:pPr marL="742950" lvl="1" indent="-285750">
              <a:buFont typeface="Arial" panose="020B0604020202020204" pitchFamily="34" charset="0"/>
              <a:buChar char="•"/>
            </a:pPr>
            <a:r>
              <a:rPr lang="en-US" dirty="0">
                <a:solidFill>
                  <a:schemeClr val="tx2"/>
                </a:solidFill>
                <a:latin typeface="+mn-lt"/>
              </a:rPr>
              <a:t>The round constant is different for each round and is defined as </a:t>
            </a:r>
            <a:r>
              <a:rPr lang="en-US" dirty="0" err="1">
                <a:solidFill>
                  <a:schemeClr val="tx2"/>
                </a:solidFill>
                <a:latin typeface="+mn-lt"/>
              </a:rPr>
              <a:t>Rcon</a:t>
            </a:r>
            <a:r>
              <a:rPr lang="en-US" dirty="0">
                <a:solidFill>
                  <a:schemeClr val="tx2"/>
                </a:solidFill>
                <a:latin typeface="+mn-lt"/>
              </a:rPr>
              <a:t>[j] = (RC[j], 0, 0, 0), with RC[1] = 1, RC[j] = 2 * RC[j - 1] and with multiplication defined over the field GF(2</a:t>
            </a:r>
            <a:r>
              <a:rPr lang="en-US" baseline="30000" dirty="0">
                <a:solidFill>
                  <a:schemeClr val="tx2"/>
                </a:solidFill>
                <a:latin typeface="+mn-lt"/>
              </a:rPr>
              <a:t>8</a:t>
            </a:r>
            <a:r>
              <a:rPr lang="en-US" dirty="0">
                <a:solidFill>
                  <a:schemeClr val="tx2"/>
                </a:solidFill>
                <a:latin typeface="+mn-lt"/>
              </a:rPr>
              <a:t>).</a:t>
            </a:r>
          </a:p>
        </p:txBody>
      </p:sp>
      <p:pic>
        <p:nvPicPr>
          <p:cNvPr id="6" name="Picture 5" descr="A table displaying values of j from 1 to 10 in the first row and corresponding RC[j] values in hexadecimal format in the second row. The table highlights a progression of RC[j] values, including notable entries like 01, 10, 40, 1B, and 36, arranged in two rows with clear labels.">
            <a:extLst>
              <a:ext uri="{FF2B5EF4-FFF2-40B4-BE49-F238E27FC236}">
                <a16:creationId xmlns:a16="http://schemas.microsoft.com/office/drawing/2014/main" id="{34EC91ED-8218-0A43-BBBC-A5F8E086410C}"/>
              </a:ext>
            </a:extLst>
          </p:cNvPr>
          <p:cNvPicPr>
            <a:picLocks noChangeAspect="1"/>
          </p:cNvPicPr>
          <p:nvPr/>
        </p:nvPicPr>
        <p:blipFill>
          <a:blip r:embed="rId5"/>
          <a:stretch>
            <a:fillRect/>
          </a:stretch>
        </p:blipFill>
        <p:spPr>
          <a:xfrm>
            <a:off x="3879946" y="5517232"/>
            <a:ext cx="8255372" cy="897323"/>
          </a:xfrm>
          <a:prstGeom prst="rect">
            <a:avLst/>
          </a:prstGeom>
        </p:spPr>
      </p:pic>
      <p:sp>
        <p:nvSpPr>
          <p:cNvPr id="4" name="TextBox 3">
            <a:extLst>
              <a:ext uri="{FF2B5EF4-FFF2-40B4-BE49-F238E27FC236}">
                <a16:creationId xmlns:a16="http://schemas.microsoft.com/office/drawing/2014/main" id="{67E3495A-4379-4B19-A364-2342E57E479C}"/>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5" name="Title 4">
            <a:extLst>
              <a:ext uri="{FF2B5EF4-FFF2-40B4-BE49-F238E27FC236}">
                <a16:creationId xmlns:a16="http://schemas.microsoft.com/office/drawing/2014/main" id="{803F21F4-FF31-3E42-ED86-099B5B569D4E}"/>
              </a:ext>
            </a:extLst>
          </p:cNvPr>
          <p:cNvSpPr>
            <a:spLocks noGrp="1"/>
          </p:cNvSpPr>
          <p:nvPr>
            <p:ph type="title"/>
          </p:nvPr>
        </p:nvSpPr>
        <p:spPr>
          <a:xfrm>
            <a:off x="4204386" y="0"/>
            <a:ext cx="3783227" cy="520367"/>
          </a:xfrm>
        </p:spPr>
        <p:txBody>
          <a:bodyPr>
            <a:normAutofit fontScale="90000"/>
          </a:bodyPr>
          <a:lstStyle/>
          <a:p>
            <a:pPr algn="ctr"/>
            <a:r>
              <a:rPr lang="en-US" dirty="0"/>
              <a:t>G-function</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00640"/>
    </mc:Choice>
    <mc:Fallback xmlns="">
      <p:transition spd="slow" advTm="11006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extLst>
    <p:ext uri="{3A86A75C-4F4B-4683-9AE1-C65F6400EC91}">
      <p14:laserTraceLst xmlns:p14="http://schemas.microsoft.com/office/powerpoint/2010/main">
        <p14:tracePtLst>
          <p14:tracePt t="831217" x="3925888" y="6483350"/>
          <p14:tracePt t="831225" x="3640138" y="6170613"/>
          <p14:tracePt t="831231" x="3170238" y="5634038"/>
          <p14:tracePt t="831243" x="2728913" y="5110163"/>
          <p14:tracePt t="831254" x="2279650" y="4578350"/>
          <p14:tracePt t="831265" x="2014538" y="4279900"/>
          <p14:tracePt t="831278" x="1720850" y="3952875"/>
          <p14:tracePt t="831289" x="1544638" y="3735388"/>
          <p14:tracePt t="831309" x="1449388" y="3633788"/>
          <p14:tracePt t="831310" x="1360488" y="3544888"/>
          <p14:tracePt t="831343" x="1279525" y="3470275"/>
          <p14:tracePt t="831345" x="1258888" y="3462338"/>
          <p14:tracePt t="831433" x="1258888" y="3470275"/>
          <p14:tracePt t="831445" x="1258888" y="3482975"/>
          <p14:tracePt t="831459" x="1258888" y="3517900"/>
          <p14:tracePt t="831468" x="1258888" y="3538538"/>
          <p14:tracePt t="831481" x="1252538" y="3544888"/>
          <p14:tracePt t="831492" x="1244600" y="3544888"/>
          <p14:tracePt t="831502" x="1204913" y="3538538"/>
          <p14:tracePt t="831513" x="1122363" y="3517900"/>
          <p14:tracePt t="831525" x="1033463" y="3497263"/>
          <p14:tracePt t="831535" x="911225" y="3470275"/>
          <p14:tracePt t="831547" x="809625" y="3443288"/>
          <p14:tracePt t="831559" x="741363" y="3435350"/>
          <p14:tracePt t="831570" x="666750" y="3435350"/>
          <p14:tracePt t="831582" x="633413" y="3443288"/>
          <p14:tracePt t="831592" x="619125" y="3462338"/>
          <p14:tracePt t="831603" x="612775" y="3497263"/>
          <p14:tracePt t="831615" x="619125" y="3565525"/>
          <p14:tracePt t="831628" x="646113" y="3640138"/>
          <p14:tracePt t="831638" x="681038" y="3694113"/>
          <p14:tracePt t="831649" x="714375" y="3768725"/>
          <p14:tracePt t="831662" x="755650" y="3851275"/>
          <p14:tracePt t="831671" x="788988" y="3905250"/>
          <p14:tracePt t="831683" x="857250" y="3979863"/>
          <p14:tracePt t="831695" x="911225" y="4054475"/>
          <p14:tracePt t="831704" x="958850" y="4089400"/>
          <p14:tracePt t="831716" x="1014413" y="4129088"/>
          <p14:tracePt t="831730" x="1062038" y="4149725"/>
          <p14:tracePt t="831739" x="1089025" y="4149725"/>
          <p14:tracePt t="831750" x="1122363" y="4149725"/>
          <p14:tracePt t="831763" x="1136650" y="4137025"/>
          <p14:tracePt t="831776" x="1157288" y="4122738"/>
          <p14:tracePt t="831786" x="1157288" y="4110038"/>
          <p14:tracePt t="831797" x="1157288" y="4081463"/>
          <p14:tracePt t="831809" x="1149350" y="4054475"/>
          <p14:tracePt t="831819" x="1128713" y="4014788"/>
          <p14:tracePt t="831830" x="1089025" y="3973513"/>
          <p14:tracePt t="831844" x="1033463" y="3925888"/>
          <p14:tracePt t="831854" x="979488" y="3905250"/>
          <p14:tracePt t="831863" x="925513" y="3890963"/>
          <p14:tracePt t="831878" x="863600" y="3890963"/>
          <p14:tracePt t="831887" x="830263" y="3905250"/>
          <p14:tracePt t="831896" x="815975" y="3925888"/>
          <p14:tracePt t="831912" x="815975" y="3959225"/>
          <p14:tracePt t="831921" x="830263" y="4006850"/>
          <p14:tracePt t="831931" x="842963" y="4033838"/>
          <p14:tracePt t="831946" x="877888" y="4062413"/>
          <p14:tracePt t="831954" x="911225" y="4081463"/>
          <p14:tracePt t="831964" x="958850" y="4089400"/>
          <p14:tracePt t="831979" x="985838" y="4089400"/>
          <p14:tracePt t="831988" x="1033463" y="4089400"/>
          <p14:tracePt t="831997" x="1074738" y="4075113"/>
          <p14:tracePt t="832012" x="1101725" y="4062413"/>
          <p14:tracePt t="832021" x="1122363" y="4048125"/>
          <p14:tracePt t="832033" x="1122363" y="4027488"/>
          <p14:tracePt t="832046" x="1122363" y="4000500"/>
          <p14:tracePt t="832056" x="1109663" y="3973513"/>
          <p14:tracePt t="832066" x="1081088" y="3932238"/>
          <p14:tracePt t="832080" x="1041400" y="3925888"/>
          <p14:tracePt t="832091" x="1014413" y="3911600"/>
          <p14:tracePt t="832102" x="985838" y="3911600"/>
          <p14:tracePt t="832113" x="966788" y="3932238"/>
          <p14:tracePt t="832125" x="952500" y="3938588"/>
          <p14:tracePt t="832135" x="952500" y="3973513"/>
          <p14:tracePt t="832147" x="952500" y="4000500"/>
          <p14:tracePt t="832158" x="958850" y="4027488"/>
          <p14:tracePt t="832168" x="979488" y="4048125"/>
          <p14:tracePt t="832179" x="1000125" y="4054475"/>
          <p14:tracePt t="832192" x="1027113" y="4062413"/>
          <p14:tracePt t="832202" x="1041400" y="4062413"/>
          <p14:tracePt t="832233" x="1074738" y="4062413"/>
          <p14:tracePt t="832236" x="1101725" y="4062413"/>
          <p14:tracePt t="832245" x="1122363" y="4054475"/>
          <p14:tracePt t="832246" x="1128713" y="4048125"/>
          <p14:tracePt t="832261" x="1128713" y="4033838"/>
          <p14:tracePt t="832268" x="1136650" y="4033838"/>
          <p14:tracePt t="832281" x="1136650" y="4027488"/>
          <p14:tracePt t="832322" x="1136650" y="4033838"/>
          <p14:tracePt t="832334" x="1157288" y="4033838"/>
          <p14:tracePt t="832346" x="1176338" y="4048125"/>
          <p14:tracePt t="832358" x="1211263" y="4062413"/>
          <p14:tracePt t="832369" x="1271588" y="4075113"/>
          <p14:tracePt t="832381" x="1327150" y="4081463"/>
          <p14:tracePt t="832393" x="1408113" y="4089400"/>
          <p14:tracePt t="832404" x="1482725" y="4089400"/>
          <p14:tracePt t="832415" x="1544638" y="4081463"/>
          <p14:tracePt t="832428" x="1565275" y="4075113"/>
          <p14:tracePt t="832439" x="1571625" y="4062413"/>
          <p14:tracePt t="832448" x="1571625" y="4054475"/>
          <p14:tracePt t="832463" x="1571625" y="4048125"/>
          <p14:tracePt t="832472" x="1565275" y="4033838"/>
          <p14:tracePt t="832481" x="1550988" y="4014788"/>
          <p14:tracePt t="832496" x="1530350" y="4006850"/>
          <p14:tracePt t="832506" x="1517650" y="3986213"/>
          <p14:tracePt t="832519" x="1497013" y="3973513"/>
          <p14:tracePt t="832529" x="1476375" y="3959225"/>
          <p14:tracePt t="832542" x="1455738" y="3959225"/>
          <p14:tracePt t="832550" x="1443038" y="3952875"/>
          <p14:tracePt t="832563" x="1422400" y="3952875"/>
          <p14:tracePt t="832574" x="1408113" y="3959225"/>
          <p14:tracePt t="832585" x="1395413" y="3973513"/>
          <p14:tracePt t="832596" x="1374775" y="3979863"/>
          <p14:tracePt t="832609" x="1360488" y="4000500"/>
          <p14:tracePt t="832619" x="1354138" y="4027488"/>
          <p14:tracePt t="832630" x="1354138" y="4054475"/>
          <p14:tracePt t="832643" x="1360488" y="4062413"/>
          <p14:tracePt t="832652" x="1374775" y="4081463"/>
          <p14:tracePt t="832663" x="1381125" y="4089400"/>
          <p14:tracePt t="832676" x="1401763" y="4089400"/>
          <p14:tracePt t="832686" x="1422400" y="4089400"/>
          <p14:tracePt t="832697" x="1449388" y="4089400"/>
          <p14:tracePt t="832709" x="1476375" y="4089400"/>
          <p14:tracePt t="832719" x="1482725" y="4081463"/>
          <p14:tracePt t="832731" x="1503363" y="4075113"/>
          <p14:tracePt t="832744" x="1517650" y="4062413"/>
          <p14:tracePt t="832754" x="1524000" y="4054475"/>
          <p14:tracePt t="832774" x="1530350" y="4048125"/>
          <p14:tracePt t="832873" x="1524000" y="4048125"/>
          <p14:tracePt t="832907" x="1517650" y="4054475"/>
          <p14:tracePt t="832919" x="1517650" y="4062413"/>
          <p14:tracePt t="832932" x="1503363" y="4075113"/>
          <p14:tracePt t="832943" x="1503363" y="4081463"/>
          <p14:tracePt t="832954" x="1503363" y="4110038"/>
          <p14:tracePt t="832967" x="1503363" y="4129088"/>
          <p14:tracePt t="832977" x="1503363" y="4157663"/>
          <p14:tracePt t="832988" x="1517650" y="4184650"/>
          <p14:tracePt t="833001" x="1524000" y="4224338"/>
          <p14:tracePt t="833012" x="1524000" y="4252913"/>
          <p14:tracePt t="833023" x="1524000" y="4259263"/>
          <p14:tracePt t="833035" x="1524000" y="4271963"/>
          <p14:tracePt t="833054" x="1524000" y="4279900"/>
          <p14:tracePt t="833066" x="1517650" y="4279900"/>
          <p14:tracePt t="833076" x="1503363" y="4279900"/>
          <p14:tracePt t="833088" x="1497013" y="4271963"/>
          <p14:tracePt t="833101" x="1476375" y="4271963"/>
          <p14:tracePt t="833111" x="1455738" y="4259263"/>
          <p14:tracePt t="833134" x="1455738" y="4252913"/>
          <p14:tracePt t="833144" x="1455738" y="4232275"/>
          <p14:tracePt t="833156" x="1470025" y="4211638"/>
          <p14:tracePt t="833169" x="1476375" y="4197350"/>
          <p14:tracePt t="833179" x="1497013" y="4176713"/>
          <p14:tracePt t="833192" x="1517650" y="4149725"/>
          <p14:tracePt t="833203" x="1524000" y="4137025"/>
          <p14:tracePt t="833215" x="1544638" y="4122738"/>
          <p14:tracePt t="833225" x="1565275" y="4102100"/>
          <p14:tracePt t="833237" x="1577975" y="4089400"/>
          <p14:tracePt t="833249" x="1592263" y="4081463"/>
          <p14:tracePt t="833279" x="1598613" y="4081463"/>
          <p14:tracePt t="833282" x="1598613" y="4075113"/>
          <p14:tracePt t="833295" x="1604963" y="4062413"/>
          <p14:tracePt t="833323" x="1604963" y="4054475"/>
          <p14:tracePt t="833346" x="1598613" y="4048125"/>
          <p14:tracePt t="833357" x="1598613" y="4033838"/>
          <p14:tracePt t="833380" x="1598613" y="4027488"/>
          <p14:tracePt t="833402" x="1598613" y="4014788"/>
          <p14:tracePt t="833415" x="1592263" y="4006850"/>
          <p14:tracePt t="833426" x="1592263" y="4000500"/>
          <p14:tracePt t="833438" x="1577975" y="3986213"/>
          <p14:tracePt t="833459" x="1571625" y="3979863"/>
          <p14:tracePt t="833537" x="1571625" y="3986213"/>
          <p14:tracePt t="833550" x="1571625" y="4000500"/>
          <p14:tracePt t="833560" x="1565275" y="4006850"/>
          <p14:tracePt t="833572" x="1550988" y="4033838"/>
          <p14:tracePt t="833583" x="1544638" y="4048125"/>
          <p14:tracePt t="833595" x="1530350" y="4054475"/>
          <p14:tracePt t="833607" x="1524000" y="4075113"/>
          <p14:tracePt t="833627" x="1517650" y="4081463"/>
          <p14:tracePt t="833640" x="1517650" y="4102100"/>
          <p14:tracePt t="833651" x="1517650" y="4110038"/>
          <p14:tracePt t="833663" x="1524000" y="4129088"/>
          <p14:tracePt t="833676" x="1530350" y="4137025"/>
          <p14:tracePt t="833686" x="1544638" y="4149725"/>
          <p14:tracePt t="833696" x="1550988" y="4157663"/>
          <p14:tracePt t="833711" x="1565275" y="4170363"/>
          <p14:tracePt t="833721" x="1571625" y="4176713"/>
          <p14:tracePt t="833731" x="1577975" y="4176713"/>
          <p14:tracePt t="833745" x="1592263" y="4176713"/>
          <p14:tracePt t="833754" x="1598613" y="4176713"/>
          <p14:tracePt t="833765" x="1604963" y="4176713"/>
          <p14:tracePt t="833778" x="1604963" y="4170363"/>
          <p14:tracePt t="833788" x="1619250" y="4157663"/>
          <p14:tracePt t="833798" x="1619250" y="4149725"/>
          <p14:tracePt t="833812" x="1619250" y="4122738"/>
          <p14:tracePt t="833822" x="1619250" y="4089400"/>
          <p14:tracePt t="833833" x="1619250" y="4062413"/>
          <p14:tracePt t="833845" x="1604963" y="4033838"/>
          <p14:tracePt t="833857" x="1604963" y="4006850"/>
          <p14:tracePt t="833867" x="1598613" y="3986213"/>
          <p14:tracePt t="833878" x="1598613" y="3979863"/>
          <p14:tracePt t="833998" x="1604963" y="3986213"/>
          <p14:tracePt t="834021" x="1604963" y="4000500"/>
          <p14:tracePt t="834032" x="1604963" y="4014788"/>
          <p14:tracePt t="834045" x="1604963" y="4027488"/>
          <p14:tracePt t="834056" x="1604963" y="4033838"/>
          <p14:tracePt t="834077" x="1604963" y="4048125"/>
          <p14:tracePt t="834178" x="1619250" y="4033838"/>
          <p14:tracePt t="834190" x="1625600" y="4033838"/>
          <p14:tracePt t="834201" x="1639888" y="4027488"/>
          <p14:tracePt t="834213" x="1639888" y="4014788"/>
          <p14:tracePt t="834225" x="1652588" y="4014788"/>
          <p14:tracePt t="834237" x="1666875" y="4006850"/>
          <p14:tracePt t="834248" x="1673225" y="4006850"/>
          <p14:tracePt t="834260" x="1673225" y="4000500"/>
          <p14:tracePt t="834303" x="1687513" y="4006850"/>
          <p14:tracePt t="834325" x="1693863" y="4033838"/>
          <p14:tracePt t="834330" x="1700213" y="4054475"/>
          <p14:tracePt t="834340" x="1714500" y="4075113"/>
          <p14:tracePt t="834350" x="1720850" y="4081463"/>
          <p14:tracePt t="834361" x="1728788" y="4089400"/>
          <p14:tracePt t="834375" x="1741488" y="4102100"/>
          <p14:tracePt t="834385" x="1768475" y="4102100"/>
          <p14:tracePt t="834395" x="1803400" y="4102100"/>
          <p14:tracePt t="834408" x="1836738" y="4102100"/>
          <p14:tracePt t="834420" x="1871663" y="4102100"/>
          <p14:tracePt t="834430" x="1898650" y="4102100"/>
          <p14:tracePt t="834442" x="1925638" y="4089400"/>
          <p14:tracePt t="834452" x="1938338" y="4081463"/>
          <p14:tracePt t="834463" x="1946275" y="4075113"/>
          <p14:tracePt t="834538" x="1938338" y="4075113"/>
          <p14:tracePt t="834550" x="1925638" y="4075113"/>
          <p14:tracePt t="834562" x="1919288" y="4075113"/>
          <p14:tracePt t="834573" x="1911350" y="4075113"/>
          <p14:tracePt t="834865" x="1911350" y="4081463"/>
          <p14:tracePt t="834921" x="1911350" y="4089400"/>
          <p14:tracePt t="834955" x="1898650" y="4089400"/>
          <p14:tracePt t="834977" x="1890713" y="4102100"/>
          <p14:tracePt t="834989" x="1884363" y="4110038"/>
          <p14:tracePt t="835001" x="1863725" y="4122738"/>
          <p14:tracePt t="835012" x="1803400" y="4157663"/>
          <p14:tracePt t="835024" x="1714500" y="4211638"/>
          <p14:tracePt t="835037" x="1598613" y="4271963"/>
          <p14:tracePt t="835047" x="1428750" y="4348163"/>
          <p14:tracePt t="835058" x="1252538" y="4429125"/>
          <p14:tracePt t="835072" x="1122363" y="4470400"/>
          <p14:tracePt t="835082" x="966788" y="4518025"/>
          <p14:tracePt t="835093" x="857250" y="4551363"/>
          <p14:tracePt t="835105" x="768350" y="4572000"/>
          <p14:tracePt t="835116" x="735013" y="4578350"/>
          <p14:tracePt t="835125" x="681038" y="4578350"/>
          <p14:tracePt t="835140" x="612775" y="4572000"/>
          <p14:tracePt t="835405" x="612775" y="4578350"/>
          <p14:tracePt t="835427" x="598488" y="4578350"/>
          <p14:tracePt t="835439" x="565150" y="4578350"/>
          <p14:tracePt t="835451" x="538163" y="4578350"/>
          <p14:tracePt t="835461" x="496888" y="4578350"/>
          <p14:tracePt t="835474" x="461963" y="4592638"/>
          <p14:tracePt t="835486" x="434975" y="4592638"/>
          <p14:tracePt t="835498" x="387350" y="4592638"/>
          <p14:tracePt t="835508" x="347663" y="4598988"/>
          <p14:tracePt t="835519" x="312738" y="4598988"/>
          <p14:tracePt t="835532" x="292100" y="4598988"/>
          <p14:tracePt t="835542" x="271463" y="4598988"/>
          <p14:tracePt t="835574" x="271463" y="4592638"/>
          <p14:tracePt t="835585" x="292100" y="4592638"/>
          <p14:tracePt t="835597" x="319088" y="4592638"/>
          <p14:tracePt t="835608" x="374650" y="4592638"/>
          <p14:tracePt t="835620" x="449263" y="4592638"/>
          <p14:tracePt t="835632" x="509588" y="4592638"/>
          <p14:tracePt t="835642" x="544513" y="4592638"/>
          <p14:tracePt t="835654" x="565150" y="4592638"/>
          <p14:tracePt t="835666" x="571500" y="4592638"/>
          <p14:tracePt t="835686" x="557213" y="4592638"/>
          <p14:tracePt t="835699" x="517525" y="4592638"/>
          <p14:tracePt t="835709" x="461963" y="4592638"/>
          <p14:tracePt t="835722" x="366713" y="4592638"/>
          <p14:tracePt t="835734" x="271463" y="4578350"/>
          <p14:tracePt t="835744" x="176213" y="4578350"/>
          <p14:tracePt t="835757" x="142875" y="4572000"/>
          <p14:tracePt t="835768" x="101600" y="4572000"/>
          <p14:tracePt t="835779" x="95250" y="4572000"/>
          <p14:tracePt t="835810" x="101600" y="4572000"/>
          <p14:tracePt t="835821" x="122238" y="4572000"/>
          <p14:tracePt t="835834" x="163513" y="4572000"/>
          <p14:tracePt t="835844" x="204788" y="4578350"/>
          <p14:tracePt t="835857" x="252413" y="4578350"/>
          <p14:tracePt t="835868" x="279400" y="4578350"/>
          <p14:tracePt t="835880" x="300038" y="4578350"/>
          <p14:tracePt t="835891" x="312738" y="4578350"/>
          <p14:tracePt t="835912" x="300038" y="4578350"/>
          <p14:tracePt t="835923" x="271463" y="4578350"/>
          <p14:tracePt t="835935" x="244475" y="4578350"/>
          <p14:tracePt t="835947" x="196850" y="4578350"/>
          <p14:tracePt t="835958" x="163513" y="4578350"/>
          <p14:tracePt t="835969" x="128588" y="4578350"/>
          <p14:tracePt t="835981" x="122238" y="4578350"/>
          <p14:tracePt t="835992" x="115888" y="4578350"/>
          <p14:tracePt t="836013" x="122238" y="4578350"/>
          <p14:tracePt t="836024" x="128588" y="4578350"/>
          <p14:tracePt t="836036" x="163513" y="4578350"/>
          <p14:tracePt t="836048" x="176213" y="4592638"/>
          <p14:tracePt t="836059" x="217488" y="4592638"/>
          <p14:tracePt t="836071" x="252413" y="4592638"/>
          <p14:tracePt t="836082" x="271463" y="4592638"/>
          <p14:tracePt t="836093" x="279400" y="4592638"/>
          <p14:tracePt t="836147" x="271463" y="4592638"/>
          <p14:tracePt t="836159" x="265113" y="4578350"/>
          <p14:tracePt t="836215" x="271463" y="4578350"/>
          <p14:tracePt t="836226" x="292100" y="4578350"/>
          <p14:tracePt t="836239" x="300038" y="4578350"/>
          <p14:tracePt t="836250" x="319088" y="4578350"/>
          <p14:tracePt t="836261" x="339725" y="4578350"/>
          <p14:tracePt t="836274" x="360363" y="4578350"/>
          <p14:tracePt t="836316" x="339725" y="4578350"/>
          <p14:tracePt t="836327" x="319088" y="4578350"/>
          <p14:tracePt t="836340" x="300038" y="4578350"/>
          <p14:tracePt t="836372" x="300038" y="4592638"/>
          <p14:tracePt t="836384" x="319088" y="4592638"/>
          <p14:tracePt t="836396" x="360363" y="4598988"/>
          <p14:tracePt t="836429" x="395288" y="4598988"/>
          <p14:tracePt t="836432" x="434975" y="4598988"/>
          <p14:tracePt t="836442" x="482600" y="4598988"/>
          <p14:tracePt t="836445" x="517525" y="4598988"/>
          <p14:tracePt t="836453" x="544513" y="4598988"/>
          <p14:tracePt t="836467" x="565150" y="4598988"/>
          <p14:tracePt t="836485" x="571500" y="4598988"/>
          <p14:tracePt t="836530" x="585788" y="4592638"/>
          <p14:tracePt t="836541" x="592138" y="4592638"/>
          <p14:tracePt t="836553" x="598488" y="4592638"/>
          <p14:tracePt t="836565" x="619125" y="4592638"/>
          <p14:tracePt t="836575" x="639763" y="4578350"/>
          <p14:tracePt t="836588" x="660400" y="4578350"/>
          <p14:tracePt t="836599" x="666750" y="4578350"/>
          <p14:tracePt t="836610" x="681038" y="4578350"/>
          <p14:tracePt t="836788" x="693738" y="4578350"/>
          <p14:tracePt t="836801" x="714375" y="4578350"/>
          <p14:tracePt t="836812" x="755650" y="4578350"/>
          <p14:tracePt t="836824" x="788988" y="4578350"/>
          <p14:tracePt t="836835" x="815975" y="4592638"/>
          <p14:tracePt t="836847" x="836613" y="4592638"/>
          <p14:tracePt t="836858" x="842963" y="4592638"/>
          <p14:tracePt t="836980" x="857250" y="4592638"/>
          <p14:tracePt t="836991" x="884238" y="4592638"/>
          <p14:tracePt t="837004" x="911225" y="4598988"/>
          <p14:tracePt t="837018" x="952500" y="4598988"/>
          <p14:tracePt t="837028" x="979488" y="4598988"/>
          <p14:tracePt t="837039" x="1014413" y="4598988"/>
          <p14:tracePt t="837053" x="1054100" y="4598988"/>
          <p14:tracePt t="837063" x="1074738" y="4592638"/>
          <p14:tracePt t="837072" x="1101725" y="4592638"/>
          <p14:tracePt t="837086" x="1109663" y="4592638"/>
          <p14:tracePt t="837250" x="1109663" y="4578350"/>
          <p14:tracePt t="837253" x="1122363" y="4578350"/>
          <p14:tracePt t="837267" x="1122363" y="4572000"/>
          <p14:tracePt t="837275" x="1128713" y="4572000"/>
          <p14:tracePt t="837287" x="1128713" y="4565650"/>
          <p14:tracePt t="837298" x="1128713" y="4551363"/>
          <p14:tracePt t="837317" x="1128713" y="4545013"/>
          <p14:tracePt t="837362" x="1122363" y="4545013"/>
          <p14:tracePt t="837385" x="1109663" y="4545013"/>
          <p14:tracePt t="837441" x="1109663" y="4551363"/>
          <p14:tracePt t="837475" x="1109663" y="4565650"/>
          <p14:tracePt t="837478" x="1122363" y="4572000"/>
          <p14:tracePt t="837490" x="1157288" y="4598988"/>
          <p14:tracePt t="837498" x="1176338" y="4613275"/>
          <p14:tracePt t="837510" x="1211263" y="4613275"/>
          <p14:tracePt t="837524" x="1258888" y="4613275"/>
          <p14:tracePt t="837536" x="1319213" y="4613275"/>
          <p14:tracePt t="837544" x="1354138" y="4613275"/>
          <p14:tracePt t="837557" x="1401763" y="4613275"/>
          <p14:tracePt t="837567" x="1443038" y="4613275"/>
          <p14:tracePt t="837580" x="1455738" y="4613275"/>
          <p14:tracePt t="837591" x="1470025" y="4598988"/>
          <p14:tracePt t="837603" x="1476375" y="4598988"/>
          <p14:tracePt t="837812" x="1482725" y="4598988"/>
          <p14:tracePt t="838240" x="1503363" y="4598988"/>
          <p14:tracePt t="838248" x="1524000" y="4598988"/>
          <p14:tracePt t="838253" x="1530350" y="4598988"/>
          <p14:tracePt t="838267" x="1550988" y="4598988"/>
          <p14:tracePt t="838275" x="1565275" y="4592638"/>
          <p14:tracePt t="838285" x="1571625" y="4592638"/>
          <p14:tracePt t="838301" x="1577975" y="4598988"/>
          <p14:tracePt t="838319" x="1571625" y="4598988"/>
          <p14:tracePt t="838323" x="1544638" y="4598988"/>
          <p14:tracePt t="838657" x="1550988" y="4598988"/>
          <p14:tracePt t="838660" x="1577975" y="4578350"/>
          <p14:tracePt t="838669" x="1604963" y="4572000"/>
          <p14:tracePt t="838679" x="1639888" y="4530725"/>
          <p14:tracePt t="838691" x="1666875" y="4470400"/>
          <p14:tracePt t="838702" x="1700213" y="4408488"/>
          <p14:tracePt t="838713" x="1762125" y="4306888"/>
          <p14:tracePt t="838729" x="1789113" y="4232275"/>
          <p14:tracePt t="838739" x="1836738" y="4122738"/>
          <p14:tracePt t="838747" x="1863725" y="4033838"/>
          <p14:tracePt t="838763" x="1898650" y="3932238"/>
          <p14:tracePt t="838773" x="1911350" y="3863975"/>
          <p14:tracePt t="838782" x="1925638" y="3783013"/>
          <p14:tracePt t="838796" x="1938338" y="3708400"/>
          <p14:tracePt t="838807" x="1946275" y="3667125"/>
          <p14:tracePt t="838815" x="1946275" y="3633788"/>
          <p14:tracePt t="838830" x="1946275" y="3605213"/>
          <p14:tracePt t="838840" x="1946275" y="3586163"/>
          <p14:tracePt t="838849" x="1946275" y="3565525"/>
          <p14:tracePt t="838863" x="1946275" y="3557588"/>
          <p14:tracePt t="838882" x="1946275" y="3544888"/>
          <p14:tracePt t="838898" x="1958975" y="3544888"/>
          <p14:tracePt t="838915" x="1973263" y="3544888"/>
          <p14:tracePt t="838928" x="1993900" y="3544888"/>
          <p14:tracePt t="838938" x="2014538" y="3544888"/>
          <p14:tracePt t="838950" x="2033588" y="3538538"/>
          <p14:tracePt t="838962" x="2047875" y="3517900"/>
          <p14:tracePt t="838973" x="2068513" y="3497263"/>
          <p14:tracePt t="838986" x="2089150" y="3482975"/>
          <p14:tracePt t="838997" x="2095500" y="3470275"/>
          <p14:tracePt t="839010" x="2095500" y="3462338"/>
          <p14:tracePt t="839072" x="2095500" y="3470275"/>
          <p14:tracePt t="839095" x="2109788" y="3470275"/>
          <p14:tracePt t="839106" x="2122488" y="3482975"/>
          <p14:tracePt t="839118" x="2143125" y="3482975"/>
          <p14:tracePt t="839130" x="2184400" y="3482975"/>
          <p14:tracePt t="839140" x="2232025" y="3482975"/>
          <p14:tracePt t="839153" x="2265363" y="3482975"/>
          <p14:tracePt t="839164" x="2292350" y="3482975"/>
          <p14:tracePt t="839176" x="2327275" y="3482975"/>
          <p14:tracePt t="839187" x="2333625" y="3470275"/>
          <p14:tracePt t="839230" x="2312988" y="3470275"/>
          <p14:tracePt t="839243" x="2286000" y="3470275"/>
          <p14:tracePt t="839253" x="2238375" y="3470275"/>
          <p14:tracePt t="839265" x="2190750" y="3470275"/>
          <p14:tracePt t="839277" x="2157413" y="3470275"/>
          <p14:tracePt t="839287" x="2122488" y="3482975"/>
          <p14:tracePt t="839299" x="2109788" y="3482975"/>
          <p14:tracePt t="839342" x="2122488" y="3482975"/>
          <p14:tracePt t="839354" x="2163763" y="3490913"/>
          <p14:tracePt t="839365" x="2238375" y="3497263"/>
          <p14:tracePt t="839378" x="2327275" y="3509963"/>
          <p14:tracePt t="839388" x="2401888" y="3509963"/>
          <p14:tracePt t="839400" x="2482850" y="3509963"/>
          <p14:tracePt t="839412" x="2565400" y="3509963"/>
          <p14:tracePt t="839422" x="2605088" y="3509963"/>
          <p14:tracePt t="839435" x="2660650" y="3509963"/>
          <p14:tracePt t="839447" x="2687638" y="3509963"/>
          <p14:tracePt t="839457" x="2708275" y="3497263"/>
          <p14:tracePt t="839469" x="2720975" y="3497263"/>
          <p14:tracePt t="839533" x="2708275" y="3497263"/>
          <p14:tracePt t="839567" x="2700338" y="3497263"/>
          <p14:tracePt t="839580" x="2681288" y="3497263"/>
          <p14:tracePt t="839595" x="2660650" y="3497263"/>
          <p14:tracePt t="839605" x="2625725" y="3497263"/>
          <p14:tracePt t="839616" x="2598738" y="3497263"/>
          <p14:tracePt t="839628" x="2551113" y="3497263"/>
          <p14:tracePt t="839638" x="2524125" y="3497263"/>
          <p14:tracePt t="839647" x="2490788" y="3497263"/>
          <p14:tracePt t="839662" x="2476500" y="3497263"/>
          <p14:tracePt t="839702" x="2490788" y="3497263"/>
          <p14:tracePt t="839714" x="2538413" y="3497263"/>
          <p14:tracePt t="839727" x="2586038" y="3497263"/>
          <p14:tracePt t="839737" x="2673350" y="3509963"/>
          <p14:tracePt t="839749" x="2747963" y="3509963"/>
          <p14:tracePt t="839761" x="2803525" y="3509963"/>
          <p14:tracePt t="839771" x="2884488" y="3509963"/>
          <p14:tracePt t="839783" x="2952750" y="3509963"/>
          <p14:tracePt t="839795" x="2994025" y="3509963"/>
          <p14:tracePt t="839806" x="3021013" y="3509963"/>
          <p14:tracePt t="839818" x="3027363" y="3509963"/>
          <p14:tracePt t="839871" x="3006725" y="3509963"/>
          <p14:tracePt t="839883" x="2979738" y="3509963"/>
          <p14:tracePt t="839895" x="2946400" y="3509963"/>
          <p14:tracePt t="839905" x="2905125" y="3509963"/>
          <p14:tracePt t="839917" x="2830513" y="3497263"/>
          <p14:tracePt t="839930" x="2755900" y="3497263"/>
          <p14:tracePt t="839940" x="2687638" y="3497263"/>
          <p14:tracePt t="839953" x="2660650" y="3497263"/>
          <p14:tracePt t="839964" x="2633663" y="3497263"/>
          <p14:tracePt t="839976" x="2625725" y="3497263"/>
          <p14:tracePt t="840017" x="2633663" y="3497263"/>
          <p14:tracePt t="840030" x="2652713" y="3497263"/>
          <p14:tracePt t="840040" x="2681288" y="3497263"/>
          <p14:tracePt t="840053" x="2720975" y="3497263"/>
          <p14:tracePt t="840064" x="2747963" y="3509963"/>
          <p14:tracePt t="840077" x="2782888" y="3509963"/>
          <p14:tracePt t="840087" x="2824163" y="3509963"/>
          <p14:tracePt t="840098" x="2843213" y="3517900"/>
          <p14:tracePt t="840111" x="2857500" y="3517900"/>
          <p14:tracePt t="840121" x="2871788" y="3517900"/>
          <p14:tracePt t="840152" x="2851150" y="3517900"/>
          <p14:tracePt t="840165" x="2830513" y="3517900"/>
          <p14:tracePt t="840177" x="2776538" y="3517900"/>
          <p14:tracePt t="840187" x="2708275" y="3517900"/>
          <p14:tracePt t="840199" x="2633663" y="3517900"/>
          <p14:tracePt t="840211" x="2586038" y="3517900"/>
          <p14:tracePt t="840221" x="2538413" y="3509963"/>
          <p14:tracePt t="840233" x="2503488" y="3509963"/>
          <p14:tracePt t="840287" x="2524125" y="3509963"/>
          <p14:tracePt t="840299" x="2557463" y="3517900"/>
          <p14:tracePt t="840311" x="2605088" y="3517900"/>
          <p14:tracePt t="840321" x="2646363" y="3517900"/>
          <p14:tracePt t="840333" x="2687638" y="3530600"/>
          <p14:tracePt t="840345" x="2747963" y="3530600"/>
          <p14:tracePt t="840356" x="2782888" y="3530600"/>
          <p14:tracePt t="840369" x="2803525" y="3530600"/>
          <p14:tracePt t="840380" x="2809875" y="3530600"/>
          <p14:tracePt t="840422" x="2782888" y="3530600"/>
          <p14:tracePt t="840434" x="2755900" y="3530600"/>
          <p14:tracePt t="840447" x="2708275" y="3530600"/>
          <p14:tracePt t="840456" x="2660650" y="3530600"/>
          <p14:tracePt t="840470" x="2646363" y="3530600"/>
          <p14:tracePt t="840481" x="2625725" y="3530600"/>
          <p14:tracePt t="840492" x="2625725" y="3538538"/>
          <p14:tracePt t="840524" x="2646363" y="3538538"/>
          <p14:tracePt t="840535" x="2673350" y="3538538"/>
          <p14:tracePt t="840547" x="2700338" y="3538538"/>
          <p14:tracePt t="840559" x="2735263" y="3544888"/>
          <p14:tracePt t="840570" x="2776538" y="3544888"/>
          <p14:tracePt t="840581" x="2795588" y="3544888"/>
          <p14:tracePt t="840594" x="2809875" y="3557588"/>
          <p14:tracePt t="840614" x="2824163" y="3565525"/>
          <p14:tracePt t="840619" x="2830513" y="3565525"/>
          <p14:tracePt t="840632" x="2830513" y="3571875"/>
          <p14:tracePt t="840638" x="2824163" y="3592513"/>
          <p14:tracePt t="840648" x="2809875" y="3605213"/>
          <p14:tracePt t="840664" x="2782888" y="3633788"/>
          <p14:tracePt t="840675" x="2735263" y="3660775"/>
          <p14:tracePt t="840683" x="2681288" y="3687763"/>
          <p14:tracePt t="840698" x="2646363" y="3708400"/>
          <p14:tracePt t="840709" x="2613025" y="3735388"/>
          <p14:tracePt t="840718" x="2586038" y="3741738"/>
          <p14:tracePt t="840731" x="2578100" y="3756025"/>
          <p14:tracePt t="840742" x="2565400" y="3756025"/>
          <p14:tracePt t="840782" x="2578100" y="3756025"/>
          <p14:tracePt t="840794" x="2598738" y="3756025"/>
          <p14:tracePt t="840805" x="2625725" y="3756025"/>
          <p14:tracePt t="840817" x="2660650" y="3756025"/>
          <p14:tracePt t="840829" x="2700338" y="3756025"/>
          <p14:tracePt t="840839" x="2728913" y="3762375"/>
          <p14:tracePt t="840852" x="2755900" y="3762375"/>
          <p14:tracePt t="840864" x="2768600" y="3762375"/>
          <p14:tracePt t="840876" x="2776538" y="3762375"/>
          <p14:tracePt t="840895" x="2768600" y="3768725"/>
          <p14:tracePt t="840907" x="2735263" y="3783013"/>
          <p14:tracePt t="840920" x="2708275" y="3789363"/>
          <p14:tracePt t="840931" x="2660650" y="3810000"/>
          <p14:tracePt t="840944" x="2605088" y="3816350"/>
          <p14:tracePt t="840954" x="2557463" y="3830638"/>
          <p14:tracePt t="840963" x="2524125" y="3830638"/>
          <p14:tracePt t="840978" x="2490788" y="3830638"/>
          <p14:tracePt t="840988" x="2482850" y="3830638"/>
          <p14:tracePt t="841008" x="2490788" y="3830638"/>
          <p14:tracePt t="841019" x="2503488" y="3830638"/>
          <p14:tracePt t="841031" x="2530475" y="3816350"/>
          <p14:tracePt t="841044" x="2578100" y="3816350"/>
          <p14:tracePt t="841054" x="2633663" y="3810000"/>
          <p14:tracePt t="841066" x="2681288" y="3810000"/>
          <p14:tracePt t="841078" x="2755900" y="3810000"/>
          <p14:tracePt t="841088" x="2824163" y="3810000"/>
          <p14:tracePt t="841100" x="2898775" y="3810000"/>
          <p14:tracePt t="841111" x="2932113" y="3816350"/>
          <p14:tracePt t="841122" x="2973388" y="3816350"/>
          <p14:tracePt t="841133" x="2979738" y="3830638"/>
          <p14:tracePt t="841154" x="2973388" y="3830638"/>
          <p14:tracePt t="841166" x="2946400" y="3851275"/>
          <p14:tracePt t="841178" x="2898775" y="3857625"/>
          <p14:tracePt t="841189" x="2809875" y="3878263"/>
          <p14:tracePt t="841202" x="2700338" y="3884613"/>
          <p14:tracePt t="841214" x="2586038" y="3890963"/>
          <p14:tracePt t="841226" x="2524125" y="3890963"/>
          <p14:tracePt t="841236" x="2449513" y="3884613"/>
          <p14:tracePt t="841248" x="2408238" y="3878263"/>
          <p14:tracePt t="841260" x="2401888" y="3878263"/>
          <p14:tracePt t="841289" x="2408238" y="3878263"/>
          <p14:tracePt t="841301" x="2435225" y="3878263"/>
          <p14:tracePt t="841314" x="2490788" y="3884613"/>
          <p14:tracePt t="841325" x="2551113" y="3905250"/>
          <p14:tracePt t="841336" x="2652713" y="3925888"/>
          <p14:tracePt t="841348" x="2747963" y="3959225"/>
          <p14:tracePt t="841361" x="2843213" y="3986213"/>
          <p14:tracePt t="841370" x="2884488" y="4006850"/>
          <p14:tracePt t="841382" x="2919413" y="4027488"/>
          <p14:tracePt t="841395" x="2925763" y="4033838"/>
          <p14:tracePt t="841405" x="2925763" y="4048125"/>
          <p14:tracePt t="841416" x="2905125" y="4048125"/>
          <p14:tracePt t="841428" x="2857500" y="4054475"/>
          <p14:tracePt t="841438" x="2803525" y="4062413"/>
          <p14:tracePt t="841449" x="2708275" y="4062413"/>
          <p14:tracePt t="841461" x="2625725" y="4062413"/>
          <p14:tracePt t="841471" x="2551113" y="4062413"/>
          <p14:tracePt t="841482" x="2509838" y="4075113"/>
          <p14:tracePt t="841495" x="2482850" y="4075113"/>
          <p14:tracePt t="841505" x="2476500" y="4075113"/>
          <p14:tracePt t="841547" x="2482850" y="4062413"/>
          <p14:tracePt t="841560" x="2503488" y="4062413"/>
          <p14:tracePt t="841570" x="2530475" y="4062413"/>
          <p14:tracePt t="841582" x="2578100" y="4062413"/>
          <p14:tracePt t="841594" x="2613025" y="4075113"/>
          <p14:tracePt t="841605" x="2673350" y="4075113"/>
          <p14:tracePt t="841616" x="2735263" y="4075113"/>
          <p14:tracePt t="841628" x="2776538" y="4075113"/>
          <p14:tracePt t="841639" x="2824163" y="4075113"/>
          <p14:tracePt t="841671" x="2843213" y="4075113"/>
          <p14:tracePt t="841697" x="2830513" y="4075113"/>
          <p14:tracePt t="841710" x="2824163" y="4081463"/>
          <p14:tracePt t="841718" x="2782888" y="4081463"/>
          <p14:tracePt t="841731" x="2735263" y="4089400"/>
          <p14:tracePt t="841744" x="2700338" y="4102100"/>
          <p14:tracePt t="841754" x="2652713" y="4110038"/>
          <p14:tracePt t="841763" x="2598738" y="4122738"/>
          <p14:tracePt t="841777" x="2557463" y="4129088"/>
          <p14:tracePt t="841788" x="2530475" y="4137025"/>
          <p14:tracePt t="841796" x="2524125" y="4137025"/>
          <p14:tracePt t="841840" x="2530475" y="4137025"/>
          <p14:tracePt t="841851" x="2551113" y="4137025"/>
          <p14:tracePt t="841863" x="2565400" y="4137025"/>
          <p14:tracePt t="841875" x="2605088" y="4137025"/>
          <p14:tracePt t="841886" x="2625725" y="4137025"/>
          <p14:tracePt t="841898" x="2660650" y="4137025"/>
          <p14:tracePt t="841910" x="2708275" y="4137025"/>
          <p14:tracePt t="841920" x="2747963" y="4137025"/>
          <p14:tracePt t="841931" x="2776538" y="4149725"/>
          <p14:tracePt t="841945" x="2803525" y="4149725"/>
          <p14:tracePt t="841954" x="2830513" y="4149725"/>
          <p14:tracePt t="841966" x="2843213" y="4149725"/>
          <p14:tracePt t="841978" x="2857500" y="4149725"/>
          <p14:tracePt t="842301" x="2857500" y="4157663"/>
          <p14:tracePt t="842335" x="2851150" y="4157663"/>
          <p14:tracePt t="842347" x="2851150" y="4170363"/>
          <p14:tracePt t="842359" x="2830513" y="4170363"/>
          <p14:tracePt t="842370" x="2795588" y="4170363"/>
          <p14:tracePt t="842819" x="2803525" y="4170363"/>
          <p14:tracePt t="842886" x="2803525" y="4176713"/>
          <p14:tracePt t="842909" x="2795588" y="4176713"/>
          <p14:tracePt t="842921" x="2782888" y="4184650"/>
          <p14:tracePt t="842933" x="2776538" y="4205288"/>
          <p14:tracePt t="842944" x="2776538" y="4232275"/>
          <p14:tracePt t="842957" x="2768600" y="4271963"/>
          <p14:tracePt t="842967" x="2768600" y="4306888"/>
          <p14:tracePt t="842979" x="2755900" y="4327525"/>
          <p14:tracePt t="842991" x="2735263" y="4348163"/>
          <p14:tracePt t="843002" x="2708275" y="4367213"/>
          <p14:tracePt t="843013" x="2681288" y="4375150"/>
          <p14:tracePt t="843032" x="2633663" y="4381500"/>
          <p14:tracePt t="843041" x="2598738" y="4402138"/>
          <p14:tracePt t="843047" x="2578100" y="4408488"/>
          <p14:tracePt t="843058" x="2551113" y="4429125"/>
          <p14:tracePt t="843068" x="2524125" y="4456113"/>
          <p14:tracePt t="843079" x="2509838" y="4491038"/>
          <p14:tracePt t="843093" x="2490788" y="4503738"/>
          <p14:tracePt t="843105" x="2482850" y="4530725"/>
          <p14:tracePt t="843115" x="2462213" y="4551363"/>
          <p14:tracePt t="843127" x="2462213" y="4572000"/>
          <p14:tracePt t="843138" x="2455863" y="4592638"/>
          <p14:tracePt t="843149" x="2449513" y="4598988"/>
          <p14:tracePt t="843160" x="2435225" y="4613275"/>
          <p14:tracePt t="843172" x="2414588" y="4613275"/>
          <p14:tracePt t="843182" x="2408238" y="4619625"/>
          <p14:tracePt t="843194" x="2387600" y="4619625"/>
          <p14:tracePt t="843206" x="2381250" y="4619625"/>
          <p14:tracePt t="843216" x="2360613" y="4619625"/>
          <p14:tracePt t="843227" x="2354263" y="4619625"/>
          <p14:tracePt t="843238" x="2339975" y="4619625"/>
          <p14:tracePt t="843249" x="2333625" y="4619625"/>
          <p14:tracePt t="843291" x="2327275" y="4619625"/>
          <p14:tracePt t="843325" x="2312988" y="4619625"/>
          <p14:tracePt t="843347" x="2306638" y="4619625"/>
          <p14:tracePt t="843359" x="2292350" y="4619625"/>
          <p14:tracePt t="843381" x="2286000" y="4613275"/>
          <p14:tracePt t="843393" x="2279650" y="4613275"/>
          <p14:tracePt t="843406" x="2265363" y="4613275"/>
          <p14:tracePt t="843416" x="2259013" y="4613275"/>
          <p14:tracePt t="843439" x="2238375" y="4613275"/>
          <p14:tracePt t="843460" x="2232025" y="4613275"/>
          <p14:tracePt t="843472" x="2217738" y="4613275"/>
          <p14:tracePt t="843527" x="2211388" y="4613275"/>
          <p14:tracePt t="843583" x="2205038" y="4613275"/>
          <p14:tracePt t="843606" x="2190750" y="4613275"/>
          <p14:tracePt t="843629" x="2184400" y="4613275"/>
          <p14:tracePt t="843641" x="2170113" y="4613275"/>
          <p14:tracePt t="843674" x="2163763" y="4613275"/>
          <p14:tracePt t="843809" x="2170113" y="4613275"/>
          <p14:tracePt t="843812" x="2190750" y="4613275"/>
          <p14:tracePt t="843824" x="2232025" y="4613275"/>
          <p14:tracePt t="843832" x="2279650" y="4619625"/>
          <p14:tracePt t="843843" x="2339975" y="4625975"/>
          <p14:tracePt t="843858" x="2408238" y="4625975"/>
          <p14:tracePt t="843867" x="2462213" y="4625975"/>
          <p14:tracePt t="843880" x="2503488" y="4625975"/>
          <p14:tracePt t="843890" x="2530475" y="4640263"/>
          <p14:tracePt t="843902" x="2538413" y="4640263"/>
          <p14:tracePt t="843944" x="2530475" y="4640263"/>
          <p14:tracePt t="843955" x="2524125" y="4640263"/>
          <p14:tracePt t="843967" x="2509838" y="4640263"/>
          <p14:tracePt t="843979" x="2503488" y="4640263"/>
          <p14:tracePt t="843990" x="2482850" y="4640263"/>
          <p14:tracePt t="844002" x="2455863" y="4640263"/>
          <p14:tracePt t="844014" x="2414588" y="4640263"/>
          <p14:tracePt t="844024" x="2387600" y="4640263"/>
          <p14:tracePt t="844036" x="2339975" y="4640263"/>
          <p14:tracePt t="844048" x="2312988" y="4625975"/>
          <p14:tracePt t="844059" x="2292350" y="4625975"/>
          <p14:tracePt t="844069" x="2279650" y="4625975"/>
          <p14:tracePt t="844083" x="2265363" y="4625975"/>
          <p14:tracePt t="844202" x="2279650" y="4625975"/>
          <p14:tracePt t="844236" x="2286000" y="4625975"/>
          <p14:tracePt t="844248" x="2292350" y="4625975"/>
          <p14:tracePt t="844260" x="2312988" y="4625975"/>
          <p14:tracePt t="844272" x="2333625" y="4640263"/>
          <p14:tracePt t="844283" x="2360613" y="4640263"/>
          <p14:tracePt t="844296" x="2408238" y="4646613"/>
          <p14:tracePt t="844306" x="2476500" y="4646613"/>
          <p14:tracePt t="844317" x="2524125" y="4646613"/>
          <p14:tracePt t="844329" x="2598738" y="4646613"/>
          <p14:tracePt t="844340" x="2652713" y="4646613"/>
          <p14:tracePt t="844351" x="2700338" y="4646613"/>
          <p14:tracePt t="844363" x="2720975" y="4646613"/>
          <p14:tracePt t="844373" x="2728913" y="4646613"/>
          <p14:tracePt t="844439" x="2720975" y="4646613"/>
          <p14:tracePt t="844461" x="2720975" y="4640263"/>
          <p14:tracePt t="844472" x="2708275" y="4640263"/>
          <p14:tracePt t="844495" x="2700338" y="4640263"/>
          <p14:tracePt t="844506" x="2700338" y="4625975"/>
          <p14:tracePt t="844518" x="2687638" y="4625975"/>
          <p14:tracePt t="844529" x="2681288" y="4625975"/>
          <p14:tracePt t="846318" x="2687638" y="4625975"/>
          <p14:tracePt t="846340" x="2700338" y="4625975"/>
          <p14:tracePt t="846362" x="2708275" y="4625975"/>
          <p14:tracePt t="846385" x="2720975" y="4625975"/>
          <p14:tracePt t="846408" x="2728913" y="4625975"/>
          <p14:tracePt t="846420" x="2735263" y="4625975"/>
          <p14:tracePt t="846432" x="2747963" y="4625975"/>
          <p14:tracePt t="846453" x="2755900" y="4625975"/>
          <p14:tracePt t="846464" x="2768600" y="4625975"/>
          <p14:tracePt t="846487" x="2776538" y="4625975"/>
          <p14:tracePt t="846510" x="2782888" y="4625975"/>
          <p14:tracePt t="846722" x="2795588" y="4625975"/>
          <p14:tracePt t="846745" x="2803525" y="4625975"/>
          <p14:tracePt t="846757" x="2809875" y="4625975"/>
          <p14:tracePt t="846768" x="2824163" y="4625975"/>
          <p14:tracePt t="846780" x="2830513" y="4625975"/>
          <p14:tracePt t="846791" x="2843213" y="4625975"/>
          <p14:tracePt t="846804" x="2857500" y="4625975"/>
          <p14:tracePt t="846815" x="2871788" y="4640263"/>
          <p14:tracePt t="846828" x="2898775" y="4640263"/>
          <p14:tracePt t="846837" x="2919413" y="4640263"/>
          <p14:tracePt t="846848" x="2946400" y="4640263"/>
          <p14:tracePt t="846862" x="2967038" y="4640263"/>
          <p14:tracePt t="846872" x="2979738" y="4640263"/>
          <p14:tracePt t="846881" x="3000375" y="4640263"/>
          <p14:tracePt t="846916" x="3006725" y="4640263"/>
          <p14:tracePt t="847150" x="3021013" y="4640263"/>
          <p14:tracePt t="847791" x="3027363" y="4640263"/>
          <p14:tracePt t="847814" x="3041650" y="4640263"/>
          <p14:tracePt t="847825" x="3048000" y="4640263"/>
          <p14:tracePt t="847837" x="3054350" y="4640263"/>
          <p14:tracePt t="847849" x="3068638" y="4640263"/>
          <p14:tracePt t="847870" x="3074988" y="4640263"/>
          <p14:tracePt t="847882" x="3089275" y="4640263"/>
          <p14:tracePt t="849897" x="3095625" y="4646613"/>
          <p14:tracePt t="849908" x="3116263" y="4667250"/>
          <p14:tracePt t="849921" x="3163888" y="4694238"/>
          <p14:tracePt t="849929" x="3244850" y="4762500"/>
          <p14:tracePt t="849940" x="3375025" y="4837113"/>
          <p14:tracePt t="849952" x="3640138" y="4967288"/>
          <p14:tracePt t="849963" x="3986213" y="5095875"/>
          <p14:tracePt t="849975" x="4354513" y="5232400"/>
          <p14:tracePt t="849987" x="4613275" y="5307013"/>
          <p14:tracePt t="849996" x="4932363" y="5402263"/>
          <p14:tracePt t="850009" x="5191125" y="5476875"/>
          <p14:tracePt t="850020" x="5375275" y="5524500"/>
          <p14:tracePt t="850033" x="5572125" y="5551488"/>
          <p14:tracePt t="850054" x="5729288" y="5557838"/>
          <p14:tracePt t="850055" x="5830888" y="5572125"/>
          <p14:tracePt t="850068" x="5967413" y="5572125"/>
          <p14:tracePt t="850077" x="6102350" y="5557838"/>
          <p14:tracePt t="850087" x="6238875" y="5538788"/>
          <p14:tracePt t="850103" x="6348413" y="5524500"/>
          <p14:tracePt t="850112" x="6491288" y="5503863"/>
          <p14:tracePt t="850121" x="6653213" y="5462588"/>
          <p14:tracePt t="850137" x="6756400" y="5429250"/>
          <p14:tracePt t="850146" x="6884988" y="5387975"/>
          <p14:tracePt t="850155" x="6986588" y="5354638"/>
          <p14:tracePt t="850169" x="7048500" y="5334000"/>
          <p14:tracePt t="850179" x="7150100" y="5307013"/>
          <p14:tracePt t="850190" x="7245350" y="5292725"/>
          <p14:tracePt t="850203" x="7340600" y="5292725"/>
          <p14:tracePt t="850213" x="7402513" y="5292725"/>
          <p14:tracePt t="850224" x="7456488" y="5292725"/>
          <p14:tracePt t="850236" x="7518400" y="5292725"/>
          <p14:tracePt t="850246" x="7545388" y="5292725"/>
          <p14:tracePt t="850258" x="7572375" y="5286375"/>
          <p14:tracePt t="850270" x="7593013" y="5286375"/>
          <p14:tracePt t="850280" x="7599363" y="5280025"/>
          <p14:tracePt t="850292" x="7620000" y="5265738"/>
          <p14:tracePt t="850303" x="7640638" y="5259388"/>
          <p14:tracePt t="850316" x="7661275" y="5253038"/>
          <p14:tracePt t="850325" x="7667625" y="5232400"/>
          <p14:tracePt t="850337" x="7688263" y="5205413"/>
          <p14:tracePt t="850349" x="7694613" y="5170488"/>
          <p14:tracePt t="850360" x="7700963" y="5157788"/>
          <p14:tracePt t="850371" x="7700963" y="5116513"/>
          <p14:tracePt t="850383" x="7694613" y="5081588"/>
          <p14:tracePt t="850393" x="7688263" y="5054600"/>
          <p14:tracePt t="850405" x="7673975" y="5033963"/>
          <p14:tracePt t="850418" x="7667625" y="5014913"/>
          <p14:tracePt t="850426" x="7646988" y="5006975"/>
          <p14:tracePt t="850436" x="7620000" y="4994275"/>
          <p14:tracePt t="850451" x="7572375" y="4986338"/>
          <p14:tracePt t="850461" x="7504113" y="4986338"/>
          <p14:tracePt t="850473" x="7450138" y="4986338"/>
          <p14:tracePt t="850485" x="7375525" y="5006975"/>
          <p14:tracePt t="850494" x="7300913" y="5021263"/>
          <p14:tracePt t="850504" x="7245350" y="5041900"/>
          <p14:tracePt t="850519" x="7185025" y="5054600"/>
          <p14:tracePt t="850529" x="7110413" y="5081588"/>
          <p14:tracePt t="850538" x="7034213" y="5110163"/>
          <p14:tracePt t="850553" x="6980238" y="5116513"/>
          <p14:tracePt t="850562" x="6899275" y="5143500"/>
          <p14:tracePt t="850571" x="6810375" y="5164138"/>
          <p14:tracePt t="850586" x="6777038" y="5191125"/>
          <p14:tracePt t="850596" x="6742113" y="5211763"/>
          <p14:tracePt t="850605" x="6729413" y="5232400"/>
          <p14:tracePt t="850620" x="6715125" y="5238750"/>
          <p14:tracePt t="850630" x="6708775" y="5253038"/>
          <p14:tracePt t="850640" x="6708775" y="5265738"/>
          <p14:tracePt t="850653" x="6729413" y="5286375"/>
          <p14:tracePt t="850665" x="6735763" y="5292725"/>
          <p14:tracePt t="850674" x="6777038" y="5313363"/>
          <p14:tracePt t="850687" x="6831013" y="5334000"/>
          <p14:tracePt t="850698" x="6878638" y="5340350"/>
          <p14:tracePt t="850708" x="6959600" y="5340350"/>
          <p14:tracePt t="850720" x="7054850" y="5340350"/>
          <p14:tracePt t="850730" x="7137400" y="5334000"/>
          <p14:tracePt t="850742" x="7205663" y="5313363"/>
          <p14:tracePt t="850753" x="7272338" y="5292725"/>
          <p14:tracePt t="850765" x="7319963" y="5265738"/>
          <p14:tracePt t="850776" x="7340600" y="5238750"/>
          <p14:tracePt t="850787" x="7348538" y="5205413"/>
          <p14:tracePt t="850799" x="7348538" y="5164138"/>
          <p14:tracePt t="850809" x="7340600" y="5129213"/>
          <p14:tracePt t="850821" x="7307263" y="5095875"/>
          <p14:tracePt t="850833" x="7280275" y="5068888"/>
          <p14:tracePt t="850843" x="7224713" y="5054600"/>
          <p14:tracePt t="850855" x="7170738" y="5041900"/>
          <p14:tracePt t="850867" x="7062788" y="5021263"/>
          <p14:tracePt t="850877" x="6938963" y="5021263"/>
          <p14:tracePt t="850888" x="6864350" y="5021263"/>
          <p14:tracePt t="850901" x="6777038" y="5033963"/>
          <p14:tracePt t="850910" x="6694488" y="5054600"/>
          <p14:tracePt t="850924" x="6653213" y="5062538"/>
          <p14:tracePt t="850936" x="6613525" y="5081588"/>
          <p14:tracePt t="850945" x="6586538" y="5095875"/>
          <p14:tracePt t="850956" x="6557963" y="5116513"/>
          <p14:tracePt t="850968" x="6545263" y="5137150"/>
          <p14:tracePt t="850978" x="6538913" y="5164138"/>
          <p14:tracePt t="850988" x="6545263" y="5184775"/>
          <p14:tracePt t="851002" x="6545263" y="5205413"/>
          <p14:tracePt t="851012" x="6578600" y="5218113"/>
          <p14:tracePt t="851023" x="6619875" y="5238750"/>
          <p14:tracePt t="851036" x="6667500" y="5253038"/>
          <p14:tracePt t="851046" x="6777038" y="5265738"/>
          <p14:tracePt t="851057" x="6905625" y="5280025"/>
          <p14:tracePt t="851070" x="7054850" y="5280025"/>
          <p14:tracePt t="851080" x="7158038" y="5265738"/>
          <p14:tracePt t="851110" x="7272338" y="5253038"/>
          <p14:tracePt t="851119" x="7354888" y="5218113"/>
          <p14:tracePt t="851125" x="7402513" y="5191125"/>
          <p14:tracePt t="851127" x="7429500" y="5164138"/>
          <p14:tracePt t="851137" x="7450138" y="5137150"/>
          <p14:tracePt t="851152" x="7450138" y="5116513"/>
          <p14:tracePt t="851168" x="7429500" y="5095875"/>
          <p14:tracePt t="851168" x="7415213" y="5068888"/>
          <p14:tracePt t="851179" x="7381875" y="5041900"/>
          <p14:tracePt t="851192" x="7319963" y="5014913"/>
          <p14:tracePt t="851204" x="7232650" y="4994275"/>
          <p14:tracePt t="851216" x="7150100" y="4973638"/>
          <p14:tracePt t="851226" x="7096125" y="4973638"/>
          <p14:tracePt t="851237" x="7027863" y="4973638"/>
          <p14:tracePt t="851249" x="6986588" y="4986338"/>
          <p14:tracePt t="851259" x="6973888" y="4994275"/>
          <p14:tracePt t="851271" x="6938963" y="5014913"/>
          <p14:tracePt t="851283" x="6926263" y="5033963"/>
          <p14:tracePt t="851293" x="6911975" y="5062538"/>
          <p14:tracePt t="851305" x="6905625" y="5089525"/>
          <p14:tracePt t="851318" x="6905625" y="5110163"/>
          <p14:tracePt t="851327" x="6926263" y="5137150"/>
          <p14:tracePt t="851339" x="6938963" y="5157788"/>
          <p14:tracePt t="851352" x="6980238" y="5184775"/>
          <p14:tracePt t="851361" x="7034213" y="5205413"/>
          <p14:tracePt t="851370" x="7102475" y="5211763"/>
          <p14:tracePt t="851386" x="7224713" y="5218113"/>
          <p14:tracePt t="851395" x="7354888" y="5218113"/>
          <p14:tracePt t="851405" x="7497763" y="5205413"/>
          <p14:tracePt t="851418" x="7572375" y="5184775"/>
          <p14:tracePt t="851428" x="7640638" y="5157788"/>
          <p14:tracePt t="851437" x="7673975" y="5116513"/>
          <p14:tracePt t="851452" x="7688263" y="5095875"/>
          <p14:tracePt t="851462" x="7688263" y="5062538"/>
          <p14:tracePt t="851472" x="7673975" y="5033963"/>
          <p14:tracePt t="851486" x="7667625" y="5014913"/>
          <p14:tracePt t="851496" x="7646988" y="4986338"/>
          <p14:tracePt t="851506" x="7613650" y="4967288"/>
          <p14:tracePt t="851520" x="7551738" y="4946650"/>
          <p14:tracePt t="851530" x="7504113" y="4938713"/>
          <p14:tracePt t="851539" x="7450138" y="4938713"/>
          <p14:tracePt t="851553" x="7381875" y="4946650"/>
          <p14:tracePt t="851563" x="7348538" y="4959350"/>
          <p14:tracePt t="851574" x="7300913" y="4986338"/>
          <p14:tracePt t="851586" x="7259638" y="5014913"/>
          <p14:tracePt t="851596" x="7253288" y="5041900"/>
          <p14:tracePt t="851609" x="7245350" y="5068888"/>
          <p14:tracePt t="851621" x="7245350" y="5089525"/>
          <p14:tracePt t="851632" x="7259638" y="5116513"/>
          <p14:tracePt t="851643" x="7300913" y="5143500"/>
          <p14:tracePt t="851653" x="7381875" y="5170488"/>
          <p14:tracePt t="851667" x="7491413" y="5211763"/>
          <p14:tracePt t="851677" x="7572375" y="5218113"/>
          <p14:tracePt t="851687" x="7673975" y="5232400"/>
          <p14:tracePt t="851700" x="7769225" y="5232400"/>
          <p14:tracePt t="851709" x="7816850" y="5232400"/>
          <p14:tracePt t="851721" x="7858125" y="5218113"/>
          <p14:tracePt t="851732" x="7864475" y="5205413"/>
          <p14:tracePt t="851743" x="7864475" y="5191125"/>
          <p14:tracePt t="851755" x="7864475" y="5184775"/>
          <p14:tracePt t="851767" x="7858125" y="5164138"/>
          <p14:tracePt t="851777" x="7824788" y="5137150"/>
          <p14:tracePt t="851788" x="7789863" y="5095875"/>
          <p14:tracePt t="851801" x="7721600" y="5054600"/>
          <p14:tracePt t="851811" x="7688263" y="5021263"/>
          <p14:tracePt t="851822" x="7667625" y="5021263"/>
          <p14:tracePt t="851834" x="7661275" y="5021263"/>
          <p14:tracePt t="851864" x="7661275" y="5033963"/>
          <p14:tracePt t="851875" x="7646988" y="5041900"/>
          <p14:tracePt t="851887" x="7646988" y="5062538"/>
          <p14:tracePt t="851909" x="7640638" y="5068888"/>
          <p14:tracePt t="851913" x="7626350" y="5081588"/>
          <p14:tracePt t="851925" x="7613650" y="5089525"/>
          <p14:tracePt t="851938" x="7545388" y="5089525"/>
          <p14:tracePt t="852325" x="7566025" y="5110163"/>
          <p14:tracePt t="852329" x="7572375" y="5116513"/>
          <p14:tracePt t="852339" x="7572375" y="5143500"/>
          <p14:tracePt t="852352" x="7551738" y="5157788"/>
          <p14:tracePt t="852364" x="7545388" y="5164138"/>
          <p14:tracePt t="852372" x="7524750" y="5191125"/>
          <p14:tracePt t="852383" x="7504113" y="5232400"/>
          <p14:tracePt t="852399" x="7470775" y="5313363"/>
          <p14:tracePt t="852408" x="7415213" y="5456238"/>
          <p14:tracePt t="852417" x="7375525" y="5586413"/>
          <p14:tracePt t="852432" x="7307263" y="5830888"/>
          <p14:tracePt t="852442" x="7280275" y="6015038"/>
          <p14:tracePt t="852450" x="7232650" y="6259513"/>
          <p14:tracePt t="852465" x="7197725" y="6388100"/>
          <p14:tracePt t="852475" x="7129463" y="6545263"/>
          <p14:tracePt t="852484" x="7081838" y="6634163"/>
          <p14:tracePt t="852499" x="7027863" y="6715125"/>
          <p14:tracePt t="852509" x="6973888" y="6783388"/>
          <p14:tracePt t="852519" x="6932613" y="6810375"/>
          <p14:tracePt t="852533" x="6864350" y="6851650"/>
          <p14:tracePt t="853237" x="0" y="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able displaying values of j from 1 to 10 in the first row and corresponding RC[j] values in hexadecimal format in the second row. The RC[j] values show a progression with notable increments, including 01, 02, 04, 08, 10, 20, 40, 80, 1B, and 36.">
            <a:extLst>
              <a:ext uri="{FF2B5EF4-FFF2-40B4-BE49-F238E27FC236}">
                <a16:creationId xmlns:a16="http://schemas.microsoft.com/office/drawing/2014/main" id="{34EC91ED-8218-0A43-BBBC-A5F8E086410C}"/>
              </a:ext>
            </a:extLst>
          </p:cNvPr>
          <p:cNvPicPr>
            <a:picLocks noChangeAspect="1"/>
          </p:cNvPicPr>
          <p:nvPr/>
        </p:nvPicPr>
        <p:blipFill>
          <a:blip r:embed="rId4"/>
          <a:stretch>
            <a:fillRect/>
          </a:stretch>
        </p:blipFill>
        <p:spPr>
          <a:xfrm>
            <a:off x="3904003" y="5559369"/>
            <a:ext cx="8255372" cy="897323"/>
          </a:xfrm>
          <a:prstGeom prst="rect">
            <a:avLst/>
          </a:prstGeom>
        </p:spPr>
      </p:pic>
      <p:pic>
        <p:nvPicPr>
          <p:cNvPr id="3" name="Picture 2" descr="AES key expansion procedures.">
            <a:extLst>
              <a:ext uri="{FF2B5EF4-FFF2-40B4-BE49-F238E27FC236}">
                <a16:creationId xmlns:a16="http://schemas.microsoft.com/office/drawing/2014/main" id="{0C67823E-97EC-2341-9D30-11AF90DBF9AE}"/>
              </a:ext>
            </a:extLst>
          </p:cNvPr>
          <p:cNvPicPr>
            <a:picLocks noChangeAspect="1"/>
          </p:cNvPicPr>
          <p:nvPr/>
        </p:nvPicPr>
        <p:blipFill>
          <a:blip r:embed="rId5"/>
          <a:stretch>
            <a:fillRect/>
          </a:stretch>
        </p:blipFill>
        <p:spPr>
          <a:xfrm>
            <a:off x="32625" y="-171400"/>
            <a:ext cx="5806463" cy="7514246"/>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7372D32-4BA0-2645-88FD-39AC29FC06E4}"/>
                  </a:ext>
                </a:extLst>
              </p:cNvPr>
              <p:cNvSpPr txBox="1"/>
              <p:nvPr/>
            </p:nvSpPr>
            <p:spPr>
              <a:xfrm>
                <a:off x="6096000" y="474345"/>
                <a:ext cx="5410200" cy="5909310"/>
              </a:xfrm>
              <a:prstGeom prst="rect">
                <a:avLst/>
              </a:prstGeom>
              <a:noFill/>
            </p:spPr>
            <p:txBody>
              <a:bodyPr wrap="square" rtlCol="0">
                <a:spAutoFit/>
              </a:bodyPr>
              <a:lstStyle/>
              <a:p>
                <a:r>
                  <a:rPr lang="en-US" sz="2000" dirty="0">
                    <a:solidFill>
                      <a:schemeClr val="tx2"/>
                    </a:solidFill>
                    <a:latin typeface="+mn-lt"/>
                  </a:rPr>
                  <a:t>Assume in Round 8, the round key is</a:t>
                </a:r>
              </a:p>
              <a:p>
                <a:endParaRPr lang="en-US" sz="2000" dirty="0">
                  <a:solidFill>
                    <a:schemeClr val="tx2"/>
                  </a:solidFill>
                  <a:latin typeface="+mn-lt"/>
                </a:endParaRPr>
              </a:p>
              <a:p>
                <a:endParaRPr lang="en-US" sz="2000" dirty="0">
                  <a:solidFill>
                    <a:schemeClr val="tx2"/>
                  </a:solidFill>
                  <a:latin typeface="+mn-lt"/>
                </a:endParaRPr>
              </a:p>
              <a:p>
                <a:endParaRPr lang="en-US" sz="2000" dirty="0">
                  <a:solidFill>
                    <a:schemeClr val="tx2"/>
                  </a:solidFill>
                  <a:latin typeface="+mn-lt"/>
                </a:endParaRPr>
              </a:p>
              <a:p>
                <a:endParaRPr lang="en-US" sz="2000" dirty="0">
                  <a:solidFill>
                    <a:schemeClr val="tx2"/>
                  </a:solidFill>
                  <a:latin typeface="+mn-lt"/>
                </a:endParaRPr>
              </a:p>
              <a:p>
                <a:endParaRPr lang="en-US" sz="2000" dirty="0">
                  <a:solidFill>
                    <a:schemeClr val="tx2"/>
                  </a:solidFill>
                  <a:latin typeface="+mn-lt"/>
                </a:endParaRPr>
              </a:p>
              <a:p>
                <a:endParaRPr lang="en-US" sz="2000" dirty="0">
                  <a:solidFill>
                    <a:schemeClr val="tx2"/>
                  </a:solidFill>
                  <a:latin typeface="+mn-lt"/>
                </a:endParaRPr>
              </a:p>
              <a:p>
                <a:endParaRPr lang="en-US" sz="2000" dirty="0">
                  <a:solidFill>
                    <a:schemeClr val="tx2"/>
                  </a:solidFill>
                  <a:latin typeface="+mn-lt"/>
                </a:endParaRPr>
              </a:p>
              <a:p>
                <a:r>
                  <a:rPr lang="en-US" sz="2000" dirty="0">
                    <a:solidFill>
                      <a:schemeClr val="tx2"/>
                    </a:solidFill>
                    <a:latin typeface="+mn-lt"/>
                  </a:rPr>
                  <a:t>What is the first 4 bytes of the round key for Round 9?</a:t>
                </a:r>
              </a:p>
              <a:p>
                <a:pPr marL="342900" indent="-342900">
                  <a:buFont typeface="Arial" panose="020B0604020202020204" pitchFamily="34" charset="0"/>
                  <a:buChar char="•"/>
                </a:pPr>
                <a:r>
                  <a:rPr lang="en-US" sz="2000" dirty="0">
                    <a:solidFill>
                      <a:schemeClr val="tx2"/>
                    </a:solidFill>
                    <a:latin typeface="+mn-lt"/>
                  </a:rPr>
                  <a:t>w</a:t>
                </a:r>
                <a:r>
                  <a:rPr lang="en-US" sz="2000" baseline="-25000" dirty="0">
                    <a:solidFill>
                      <a:schemeClr val="tx2"/>
                    </a:solidFill>
                    <a:latin typeface="+mn-lt"/>
                  </a:rPr>
                  <a:t>35</a:t>
                </a:r>
                <a:r>
                  <a:rPr lang="en-US" sz="2000" dirty="0">
                    <a:solidFill>
                      <a:schemeClr val="tx2"/>
                    </a:solidFill>
                    <a:latin typeface="+mn-lt"/>
                  </a:rPr>
                  <a:t>= 7F 8D 29 2F</a:t>
                </a:r>
              </a:p>
              <a:p>
                <a:pPr marL="342900" indent="-342900">
                  <a:buFont typeface="Arial" panose="020B0604020202020204" pitchFamily="34" charset="0"/>
                  <a:buChar char="•"/>
                </a:pPr>
                <a:r>
                  <a:rPr lang="en-US" sz="2000" dirty="0" err="1">
                    <a:solidFill>
                      <a:schemeClr val="tx2"/>
                    </a:solidFill>
                    <a:latin typeface="+mn-lt"/>
                  </a:rPr>
                  <a:t>RotWord</a:t>
                </a:r>
                <a:r>
                  <a:rPr lang="en-US" sz="2000" dirty="0">
                    <a:solidFill>
                      <a:schemeClr val="tx2"/>
                    </a:solidFill>
                    <a:latin typeface="+mn-lt"/>
                  </a:rPr>
                  <a:t> = 8D 29 2F 7F</a:t>
                </a:r>
              </a:p>
              <a:p>
                <a:pPr marL="342900" indent="-342900">
                  <a:buFont typeface="Arial" panose="020B0604020202020204" pitchFamily="34" charset="0"/>
                  <a:buChar char="•"/>
                </a:pPr>
                <a:r>
                  <a:rPr lang="en-US" sz="2000" dirty="0" err="1">
                    <a:solidFill>
                      <a:schemeClr val="tx2"/>
                    </a:solidFill>
                    <a:latin typeface="+mn-lt"/>
                  </a:rPr>
                  <a:t>SubWord</a:t>
                </a:r>
                <a:r>
                  <a:rPr lang="en-US" sz="2000" dirty="0">
                    <a:solidFill>
                      <a:schemeClr val="tx2"/>
                    </a:solidFill>
                    <a:latin typeface="+mn-lt"/>
                  </a:rPr>
                  <a:t> = 5D A5 15 D2</a:t>
                </a:r>
              </a:p>
              <a:p>
                <a:pPr marL="342900" indent="-342900">
                  <a:buFont typeface="Arial" panose="020B0604020202020204" pitchFamily="34" charset="0"/>
                  <a:buChar char="•"/>
                </a:pPr>
                <a:r>
                  <a:rPr lang="en-US" sz="2000" dirty="0">
                    <a:solidFill>
                      <a:schemeClr val="tx2"/>
                    </a:solidFill>
                    <a:latin typeface="+mn-lt"/>
                  </a:rPr>
                  <a:t>Rcon</a:t>
                </a:r>
                <a:r>
                  <a:rPr lang="en-US" sz="2000" baseline="-25000" dirty="0">
                    <a:solidFill>
                      <a:schemeClr val="tx2"/>
                    </a:solidFill>
                    <a:latin typeface="+mn-lt"/>
                  </a:rPr>
                  <a:t>9</a:t>
                </a:r>
                <a:r>
                  <a:rPr lang="en-US" sz="2000" dirty="0">
                    <a:solidFill>
                      <a:schemeClr val="tx2"/>
                    </a:solidFill>
                    <a:latin typeface="+mn-lt"/>
                  </a:rPr>
                  <a:t> = [1B 00 00 00]</a:t>
                </a:r>
              </a:p>
              <a:p>
                <a:pPr marL="342900" indent="-342900">
                  <a:buFont typeface="Arial" panose="020B0604020202020204" pitchFamily="34" charset="0"/>
                  <a:buChar char="•"/>
                </a:pPr>
                <a:r>
                  <a:rPr lang="en-US" sz="2000" dirty="0" err="1">
                    <a:solidFill>
                      <a:schemeClr val="tx2"/>
                    </a:solidFill>
                    <a:latin typeface="+mn-lt"/>
                  </a:rPr>
                  <a:t>SubWord</a:t>
                </a:r>
                <a:r>
                  <a:rPr lang="en-US" sz="2000" dirty="0">
                    <a:solidFill>
                      <a:schemeClr val="tx2"/>
                    </a:solidFill>
                    <a:latin typeface="+mn-lt"/>
                  </a:rPr>
                  <a:t> </a:t>
                </a:r>
                <a14:m>
                  <m:oMath xmlns:m="http://schemas.openxmlformats.org/officeDocument/2006/math">
                    <m:r>
                      <a:rPr lang="en-US" sz="2000">
                        <a:solidFill>
                          <a:schemeClr val="tx2"/>
                        </a:solidFill>
                        <a:latin typeface="Cambria Math" panose="02040503050406030204" pitchFamily="18" charset="0"/>
                      </a:rPr>
                      <m:t>⊕</m:t>
                    </m:r>
                  </m:oMath>
                </a14:m>
                <a:r>
                  <a:rPr lang="en-US" sz="2000" dirty="0">
                    <a:solidFill>
                      <a:schemeClr val="tx2"/>
                    </a:solidFill>
                    <a:latin typeface="+mn-lt"/>
                  </a:rPr>
                  <a:t> Rcon9 = 46 A5 15 D2</a:t>
                </a:r>
              </a:p>
              <a:p>
                <a:pPr marL="342900" indent="-342900">
                  <a:buFont typeface="Arial" panose="020B0604020202020204" pitchFamily="34" charset="0"/>
                  <a:buChar char="•"/>
                </a:pPr>
                <a:r>
                  <a:rPr lang="en-US" sz="2000" dirty="0">
                    <a:solidFill>
                      <a:schemeClr val="tx2"/>
                    </a:solidFill>
                    <a:latin typeface="+mn-lt"/>
                  </a:rPr>
                  <a:t>W</a:t>
                </a:r>
                <a:r>
                  <a:rPr lang="en-US" sz="2000" baseline="-25000" dirty="0">
                    <a:solidFill>
                      <a:schemeClr val="tx2"/>
                    </a:solidFill>
                    <a:latin typeface="+mn-lt"/>
                  </a:rPr>
                  <a:t>36 </a:t>
                </a:r>
                <a:r>
                  <a:rPr lang="en-US" sz="2000" dirty="0">
                    <a:solidFill>
                      <a:schemeClr val="tx2"/>
                    </a:solidFill>
                    <a:latin typeface="+mn-lt"/>
                  </a:rPr>
                  <a:t>= w</a:t>
                </a:r>
                <a:r>
                  <a:rPr lang="en-US" sz="2000" baseline="-25000" dirty="0">
                    <a:solidFill>
                      <a:schemeClr val="tx2"/>
                    </a:solidFill>
                    <a:latin typeface="+mn-lt"/>
                  </a:rPr>
                  <a:t>32</a:t>
                </a:r>
                <a:r>
                  <a:rPr lang="en-US" sz="2000" dirty="0">
                    <a:solidFill>
                      <a:schemeClr val="tx2"/>
                    </a:solidFill>
                    <a:latin typeface="+mn-lt"/>
                  </a:rPr>
                  <a:t> </a:t>
                </a:r>
                <a14:m>
                  <m:oMath xmlns:m="http://schemas.openxmlformats.org/officeDocument/2006/math">
                    <m:r>
                      <a:rPr lang="en-US" sz="2000">
                        <a:solidFill>
                          <a:schemeClr val="tx2"/>
                        </a:solidFill>
                        <a:latin typeface="Cambria Math" panose="02040503050406030204" pitchFamily="18" charset="0"/>
                      </a:rPr>
                      <m:t>⊕</m:t>
                    </m:r>
                  </m:oMath>
                </a14:m>
                <a:r>
                  <a:rPr lang="en-US" sz="2000" dirty="0">
                    <a:solidFill>
                      <a:schemeClr val="tx2"/>
                    </a:solidFill>
                    <a:latin typeface="+mn-lt"/>
                  </a:rPr>
                  <a:t> 46 A5 15 D2 = AC 77 66 F3</a:t>
                </a:r>
              </a:p>
              <a:p>
                <a:endParaRPr lang="en-US" sz="2000" dirty="0">
                  <a:solidFill>
                    <a:schemeClr val="tx2"/>
                  </a:solidFill>
                  <a:latin typeface="+mn-lt"/>
                </a:endParaRPr>
              </a:p>
              <a:p>
                <a:endParaRPr lang="en-US" sz="2000" dirty="0">
                  <a:solidFill>
                    <a:schemeClr val="tx2"/>
                  </a:solidFill>
                  <a:latin typeface="+mn-lt"/>
                </a:endParaRPr>
              </a:p>
              <a:p>
                <a:endParaRPr lang="en-US" dirty="0">
                  <a:solidFill>
                    <a:schemeClr val="tx2"/>
                  </a:solidFill>
                  <a:latin typeface="+mn-lt"/>
                </a:endParaRPr>
              </a:p>
            </p:txBody>
          </p:sp>
        </mc:Choice>
        <mc:Fallback>
          <p:sp>
            <p:nvSpPr>
              <p:cNvPr id="2" name="TextBox 1">
                <a:extLst>
                  <a:ext uri="{FF2B5EF4-FFF2-40B4-BE49-F238E27FC236}">
                    <a16:creationId xmlns:a16="http://schemas.microsoft.com/office/drawing/2014/main" id="{27372D32-4BA0-2645-88FD-39AC29FC06E4}"/>
                  </a:ext>
                </a:extLst>
              </p:cNvPr>
              <p:cNvSpPr txBox="1">
                <a:spLocks noRot="1" noChangeAspect="1" noMove="1" noResize="1" noEditPoints="1" noAdjustHandles="1" noChangeArrowheads="1" noChangeShapeType="1" noTextEdit="1"/>
              </p:cNvSpPr>
              <p:nvPr/>
            </p:nvSpPr>
            <p:spPr>
              <a:xfrm>
                <a:off x="6096000" y="474345"/>
                <a:ext cx="5410200" cy="5909310"/>
              </a:xfrm>
              <a:prstGeom prst="rect">
                <a:avLst/>
              </a:prstGeom>
              <a:blipFill>
                <a:blip r:embed="rId6"/>
                <a:stretch>
                  <a:fillRect l="-1126" t="-619"/>
                </a:stretch>
              </a:blipFill>
            </p:spPr>
            <p:txBody>
              <a:bodyPr/>
              <a:lstStyle/>
              <a:p>
                <a:r>
                  <a:rPr lang="en-US">
                    <a:noFill/>
                  </a:rPr>
                  <a:t> </a:t>
                </a:r>
              </a:p>
            </p:txBody>
          </p:sp>
        </mc:Fallback>
      </mc:AlternateContent>
      <p:graphicFrame>
        <p:nvGraphicFramePr>
          <p:cNvPr id="5" name="Table 6">
            <a:extLst>
              <a:ext uri="{FF2B5EF4-FFF2-40B4-BE49-F238E27FC236}">
                <a16:creationId xmlns:a16="http://schemas.microsoft.com/office/drawing/2014/main" id="{97708FC6-2B23-3644-BEF1-7CD837F698D7}"/>
              </a:ext>
            </a:extLst>
          </p:cNvPr>
          <p:cNvGraphicFramePr>
            <a:graphicFrameLocks noGrp="1"/>
          </p:cNvGraphicFramePr>
          <p:nvPr>
            <p:extLst>
              <p:ext uri="{D42A27DB-BD31-4B8C-83A1-F6EECF244321}">
                <p14:modId xmlns:p14="http://schemas.microsoft.com/office/powerpoint/2010/main" val="1044268931"/>
              </p:ext>
            </p:extLst>
          </p:nvPr>
        </p:nvGraphicFramePr>
        <p:xfrm>
          <a:off x="6623220" y="980728"/>
          <a:ext cx="3581284" cy="1854200"/>
        </p:xfrm>
        <a:graphic>
          <a:graphicData uri="http://schemas.openxmlformats.org/drawingml/2006/table">
            <a:tbl>
              <a:tblPr firstRow="1" bandRow="1">
                <a:tableStyleId>{5940675A-B579-460E-94D1-54222C63F5DA}</a:tableStyleId>
              </a:tblPr>
              <a:tblGrid>
                <a:gridCol w="895321">
                  <a:extLst>
                    <a:ext uri="{9D8B030D-6E8A-4147-A177-3AD203B41FA5}">
                      <a16:colId xmlns:a16="http://schemas.microsoft.com/office/drawing/2014/main" val="584308812"/>
                    </a:ext>
                  </a:extLst>
                </a:gridCol>
                <a:gridCol w="895321">
                  <a:extLst>
                    <a:ext uri="{9D8B030D-6E8A-4147-A177-3AD203B41FA5}">
                      <a16:colId xmlns:a16="http://schemas.microsoft.com/office/drawing/2014/main" val="1704739479"/>
                    </a:ext>
                  </a:extLst>
                </a:gridCol>
                <a:gridCol w="895321">
                  <a:extLst>
                    <a:ext uri="{9D8B030D-6E8A-4147-A177-3AD203B41FA5}">
                      <a16:colId xmlns:a16="http://schemas.microsoft.com/office/drawing/2014/main" val="3032586858"/>
                    </a:ext>
                  </a:extLst>
                </a:gridCol>
                <a:gridCol w="895321">
                  <a:extLst>
                    <a:ext uri="{9D8B030D-6E8A-4147-A177-3AD203B41FA5}">
                      <a16:colId xmlns:a16="http://schemas.microsoft.com/office/drawing/2014/main" val="1186153094"/>
                    </a:ext>
                  </a:extLst>
                </a:gridCol>
              </a:tblGrid>
              <a:tr h="370840">
                <a:tc>
                  <a:txBody>
                    <a:bodyPr/>
                    <a:lstStyle/>
                    <a:p>
                      <a:r>
                        <a:rPr lang="en-US" b="1" dirty="0"/>
                        <a:t>w_32</a:t>
                      </a:r>
                    </a:p>
                  </a:txBody>
                  <a:tcPr/>
                </a:tc>
                <a:tc>
                  <a:txBody>
                    <a:bodyPr/>
                    <a:lstStyle/>
                    <a:p>
                      <a:r>
                        <a:rPr lang="en-US" b="1" dirty="0"/>
                        <a:t>w_33</a:t>
                      </a:r>
                    </a:p>
                  </a:txBody>
                  <a:tcPr/>
                </a:tc>
                <a:tc>
                  <a:txBody>
                    <a:bodyPr/>
                    <a:lstStyle/>
                    <a:p>
                      <a:r>
                        <a:rPr lang="en-US" b="1" dirty="0"/>
                        <a:t>w_34</a:t>
                      </a:r>
                    </a:p>
                  </a:txBody>
                  <a:tcPr/>
                </a:tc>
                <a:tc>
                  <a:txBody>
                    <a:bodyPr/>
                    <a:lstStyle/>
                    <a:p>
                      <a:r>
                        <a:rPr lang="en-US" b="1" dirty="0"/>
                        <a:t>w_35</a:t>
                      </a:r>
                    </a:p>
                  </a:txBody>
                  <a:tcPr/>
                </a:tc>
                <a:extLst>
                  <a:ext uri="{0D108BD9-81ED-4DB2-BD59-A6C34878D82A}">
                    <a16:rowId xmlns:a16="http://schemas.microsoft.com/office/drawing/2014/main" val="1275579411"/>
                  </a:ext>
                </a:extLst>
              </a:tr>
              <a:tr h="370840">
                <a:tc>
                  <a:txBody>
                    <a:bodyPr/>
                    <a:lstStyle/>
                    <a:p>
                      <a:r>
                        <a:rPr lang="en-US" dirty="0"/>
                        <a:t>EA</a:t>
                      </a:r>
                    </a:p>
                  </a:txBody>
                  <a:tcPr/>
                </a:tc>
                <a:tc>
                  <a:txBody>
                    <a:bodyPr/>
                    <a:lstStyle/>
                    <a:p>
                      <a:r>
                        <a:rPr lang="en-US" dirty="0"/>
                        <a:t>B5</a:t>
                      </a:r>
                    </a:p>
                  </a:txBody>
                  <a:tcPr/>
                </a:tc>
                <a:tc>
                  <a:txBody>
                    <a:bodyPr/>
                    <a:lstStyle/>
                    <a:p>
                      <a:r>
                        <a:rPr lang="en-US" dirty="0"/>
                        <a:t>31</a:t>
                      </a:r>
                    </a:p>
                  </a:txBody>
                  <a:tcPr/>
                </a:tc>
                <a:tc>
                  <a:txBody>
                    <a:bodyPr/>
                    <a:lstStyle/>
                    <a:p>
                      <a:r>
                        <a:rPr lang="en-US" dirty="0"/>
                        <a:t>7F</a:t>
                      </a:r>
                    </a:p>
                  </a:txBody>
                  <a:tcPr/>
                </a:tc>
                <a:extLst>
                  <a:ext uri="{0D108BD9-81ED-4DB2-BD59-A6C34878D82A}">
                    <a16:rowId xmlns:a16="http://schemas.microsoft.com/office/drawing/2014/main" val="3994249486"/>
                  </a:ext>
                </a:extLst>
              </a:tr>
              <a:tr h="370840">
                <a:tc>
                  <a:txBody>
                    <a:bodyPr/>
                    <a:lstStyle/>
                    <a:p>
                      <a:r>
                        <a:rPr lang="en-US" dirty="0"/>
                        <a:t>D2</a:t>
                      </a:r>
                    </a:p>
                  </a:txBody>
                  <a:tcPr/>
                </a:tc>
                <a:tc>
                  <a:txBody>
                    <a:bodyPr/>
                    <a:lstStyle/>
                    <a:p>
                      <a:r>
                        <a:rPr lang="en-US" dirty="0"/>
                        <a:t>8D</a:t>
                      </a:r>
                    </a:p>
                  </a:txBody>
                  <a:tcPr/>
                </a:tc>
                <a:tc>
                  <a:txBody>
                    <a:bodyPr/>
                    <a:lstStyle/>
                    <a:p>
                      <a:r>
                        <a:rPr lang="en-US" dirty="0"/>
                        <a:t>2B</a:t>
                      </a:r>
                    </a:p>
                  </a:txBody>
                  <a:tcPr/>
                </a:tc>
                <a:tc>
                  <a:txBody>
                    <a:bodyPr/>
                    <a:lstStyle/>
                    <a:p>
                      <a:r>
                        <a:rPr lang="en-US" dirty="0"/>
                        <a:t>8D</a:t>
                      </a:r>
                    </a:p>
                  </a:txBody>
                  <a:tcPr/>
                </a:tc>
                <a:extLst>
                  <a:ext uri="{0D108BD9-81ED-4DB2-BD59-A6C34878D82A}">
                    <a16:rowId xmlns:a16="http://schemas.microsoft.com/office/drawing/2014/main" val="772335067"/>
                  </a:ext>
                </a:extLst>
              </a:tr>
              <a:tr h="370840">
                <a:tc>
                  <a:txBody>
                    <a:bodyPr/>
                    <a:lstStyle/>
                    <a:p>
                      <a:r>
                        <a:rPr lang="en-US" dirty="0"/>
                        <a:t>73</a:t>
                      </a:r>
                    </a:p>
                  </a:txBody>
                  <a:tcPr/>
                </a:tc>
                <a:tc>
                  <a:txBody>
                    <a:bodyPr/>
                    <a:lstStyle/>
                    <a:p>
                      <a:r>
                        <a:rPr lang="en-US" dirty="0"/>
                        <a:t>BA</a:t>
                      </a:r>
                    </a:p>
                  </a:txBody>
                  <a:tcPr/>
                </a:tc>
                <a:tc>
                  <a:txBody>
                    <a:bodyPr/>
                    <a:lstStyle/>
                    <a:p>
                      <a:r>
                        <a:rPr lang="en-US" dirty="0"/>
                        <a:t>F5</a:t>
                      </a:r>
                    </a:p>
                  </a:txBody>
                  <a:tcPr/>
                </a:tc>
                <a:tc>
                  <a:txBody>
                    <a:bodyPr/>
                    <a:lstStyle/>
                    <a:p>
                      <a:r>
                        <a:rPr lang="en-US" dirty="0"/>
                        <a:t>29</a:t>
                      </a:r>
                    </a:p>
                  </a:txBody>
                  <a:tcPr/>
                </a:tc>
                <a:extLst>
                  <a:ext uri="{0D108BD9-81ED-4DB2-BD59-A6C34878D82A}">
                    <a16:rowId xmlns:a16="http://schemas.microsoft.com/office/drawing/2014/main" val="2668871675"/>
                  </a:ext>
                </a:extLst>
              </a:tr>
              <a:tr h="370840">
                <a:tc>
                  <a:txBody>
                    <a:bodyPr/>
                    <a:lstStyle/>
                    <a:p>
                      <a:r>
                        <a:rPr lang="en-US" dirty="0"/>
                        <a:t>21</a:t>
                      </a:r>
                    </a:p>
                  </a:txBody>
                  <a:tcPr/>
                </a:tc>
                <a:tc>
                  <a:txBody>
                    <a:bodyPr/>
                    <a:lstStyle/>
                    <a:p>
                      <a:r>
                        <a:rPr lang="en-US" dirty="0"/>
                        <a:t>D2</a:t>
                      </a:r>
                    </a:p>
                  </a:txBody>
                  <a:tcPr/>
                </a:tc>
                <a:tc>
                  <a:txBody>
                    <a:bodyPr/>
                    <a:lstStyle/>
                    <a:p>
                      <a:r>
                        <a:rPr lang="en-US" dirty="0"/>
                        <a:t>60</a:t>
                      </a:r>
                    </a:p>
                  </a:txBody>
                  <a:tcPr/>
                </a:tc>
                <a:tc>
                  <a:txBody>
                    <a:bodyPr/>
                    <a:lstStyle/>
                    <a:p>
                      <a:r>
                        <a:rPr lang="en-US" dirty="0"/>
                        <a:t>2F</a:t>
                      </a:r>
                    </a:p>
                  </a:txBody>
                  <a:tcPr/>
                </a:tc>
                <a:extLst>
                  <a:ext uri="{0D108BD9-81ED-4DB2-BD59-A6C34878D82A}">
                    <a16:rowId xmlns:a16="http://schemas.microsoft.com/office/drawing/2014/main" val="1458721291"/>
                  </a:ext>
                </a:extLst>
              </a:tr>
            </a:tbl>
          </a:graphicData>
        </a:graphic>
      </p:graphicFrame>
      <p:sp>
        <p:nvSpPr>
          <p:cNvPr id="7" name="TextBox 6">
            <a:extLst>
              <a:ext uri="{FF2B5EF4-FFF2-40B4-BE49-F238E27FC236}">
                <a16:creationId xmlns:a16="http://schemas.microsoft.com/office/drawing/2014/main" id="{D565924B-7BD5-54C4-45D4-A027C3095B59}"/>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4" name="Title 3">
            <a:extLst>
              <a:ext uri="{FF2B5EF4-FFF2-40B4-BE49-F238E27FC236}">
                <a16:creationId xmlns:a16="http://schemas.microsoft.com/office/drawing/2014/main" id="{F2806CC7-3511-9393-E0EA-9995F9F98740}"/>
              </a:ext>
            </a:extLst>
          </p:cNvPr>
          <p:cNvSpPr>
            <a:spLocks noGrp="1"/>
          </p:cNvSpPr>
          <p:nvPr>
            <p:ph type="title"/>
          </p:nvPr>
        </p:nvSpPr>
        <p:spPr>
          <a:xfrm>
            <a:off x="4398043" y="-344835"/>
            <a:ext cx="10515600" cy="1325563"/>
          </a:xfrm>
        </p:spPr>
        <p:txBody>
          <a:bodyPr>
            <a:normAutofit/>
          </a:bodyPr>
          <a:lstStyle/>
          <a:p>
            <a:r>
              <a:rPr lang="en-US" sz="2800" dirty="0"/>
              <a:t>Key Expansion Example</a:t>
            </a:r>
          </a:p>
        </p:txBody>
      </p:sp>
    </p:spTree>
    <p:custDataLst>
      <p:tags r:id="rId1"/>
    </p:custDataLst>
    <p:extLst>
      <p:ext uri="{BB962C8B-B14F-4D97-AF65-F5344CB8AC3E}">
        <p14:creationId xmlns:p14="http://schemas.microsoft.com/office/powerpoint/2010/main" val="3417495278"/>
      </p:ext>
    </p:extLst>
  </p:cSld>
  <p:clrMapOvr>
    <a:masterClrMapping/>
  </p:clrMapOvr>
  <mc:AlternateContent xmlns:mc="http://schemas.openxmlformats.org/markup-compatibility/2006" xmlns:p14="http://schemas.microsoft.com/office/powerpoint/2010/main">
    <mc:Choice Requires="p14">
      <p:transition spd="slow" p14:dur="2000" advTm="743488"/>
    </mc:Choice>
    <mc:Fallback xmlns="">
      <p:transition spd="slow" advTm="7434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extLst>
    <p:ext uri="{3A86A75C-4F4B-4683-9AE1-C65F6400EC91}">
      <p14:laserTraceLst xmlns:p14="http://schemas.microsoft.com/office/powerpoint/2010/main">
        <p14:tracePtLst>
          <p14:tracePt t="232342" x="4619625" y="6681788"/>
          <p14:tracePt t="232350" x="4673600" y="6423025"/>
          <p14:tracePt t="232351" x="4721225" y="6218238"/>
          <p14:tracePt t="232360" x="4789488" y="5905500"/>
          <p14:tracePt t="232372" x="4864100" y="5578475"/>
          <p14:tracePt t="232383" x="4919663" y="5334000"/>
          <p14:tracePt t="232395" x="4986338" y="4986338"/>
          <p14:tracePt t="232406" x="5041900" y="4646613"/>
          <p14:tracePt t="232417" x="5068888" y="4429125"/>
          <p14:tracePt t="232428" x="5089525" y="4157663"/>
          <p14:tracePt t="232439" x="5089525" y="3890963"/>
          <p14:tracePt t="232451" x="5089525" y="3660775"/>
          <p14:tracePt t="232464" x="5081588" y="3509963"/>
          <p14:tracePt t="232474" x="5068888" y="3313113"/>
          <p14:tracePt t="232496" x="5054600" y="3149600"/>
          <p14:tracePt t="232498" x="5021263" y="3021013"/>
          <p14:tracePt t="232519" x="4973638" y="2851150"/>
          <p14:tracePt t="232534" x="4938713" y="2776538"/>
          <p14:tracePt t="232541" x="4919663" y="2728913"/>
          <p14:tracePt t="232554" x="4891088" y="2673350"/>
          <p14:tracePt t="232564" x="4864100" y="2625725"/>
          <p14:tracePt t="232576" x="4843463" y="2586038"/>
          <p14:tracePt t="232586" x="4816475" y="2551113"/>
          <p14:tracePt t="232598" x="4776788" y="2503488"/>
          <p14:tracePt t="232609" x="4735513" y="2449513"/>
          <p14:tracePt t="232620" x="4687888" y="2408238"/>
          <p14:tracePt t="232632" x="4619625" y="2339975"/>
          <p14:tracePt t="232643" x="4530725" y="2286000"/>
          <p14:tracePt t="232655" x="4491038" y="2238375"/>
          <p14:tracePt t="232666" x="4429125" y="2205038"/>
          <p14:tracePt t="232677" x="4375150" y="2184400"/>
          <p14:tracePt t="232688" x="4333875" y="2163763"/>
          <p14:tracePt t="232700" x="4306888" y="2157413"/>
          <p14:tracePt t="232710" x="4292600" y="2136775"/>
          <p14:tracePt t="232722" x="4279900" y="2122488"/>
          <p14:tracePt t="232734" x="4259263" y="2109788"/>
          <p14:tracePt t="232746" x="4244975" y="2068513"/>
          <p14:tracePt t="232755" x="4224338" y="2020888"/>
          <p14:tracePt t="232781" x="4176713" y="1946275"/>
          <p14:tracePt t="232790" x="4157663" y="1898650"/>
          <p14:tracePt t="232801" x="4137025" y="1863725"/>
          <p14:tracePt t="232812" x="4122738" y="1843088"/>
          <p14:tracePt t="232823" x="4110038" y="1836738"/>
          <p14:tracePt t="232835" x="4110038" y="1824038"/>
          <p14:tracePt t="232855" x="4110038" y="1816100"/>
          <p14:tracePt t="232878" x="4102100" y="1816100"/>
          <p14:tracePt t="232890" x="4075113" y="1824038"/>
          <p14:tracePt t="232902" x="4062413" y="1816100"/>
          <p14:tracePt t="233058" x="4102100" y="1824038"/>
          <p14:tracePt t="233070" x="4176713" y="1851025"/>
          <p14:tracePt t="233082" x="4211638" y="1851025"/>
          <p14:tracePt t="233093" x="4252913" y="1851025"/>
          <p14:tracePt t="233104" x="4271963" y="1843088"/>
          <p14:tracePt t="233116" x="4292600" y="1836738"/>
          <p14:tracePt t="233127" x="4292600" y="1824038"/>
          <p14:tracePt t="233137" x="4292600" y="1803400"/>
          <p14:tracePt t="233151" x="4292600" y="1776413"/>
          <p14:tracePt t="233161" x="4279900" y="1747838"/>
          <p14:tracePt t="233172" x="4252913" y="1714500"/>
          <p14:tracePt t="233185" x="4232275" y="1673225"/>
          <p14:tracePt t="233197" x="4197350" y="1639888"/>
          <p14:tracePt t="233205" x="4157663" y="1619250"/>
          <p14:tracePt t="233220" x="4102100" y="1598613"/>
          <p14:tracePt t="233230" x="4027488" y="1592263"/>
          <p14:tracePt t="233240" x="3979863" y="1592263"/>
          <p14:tracePt t="233253" x="3911600" y="1592263"/>
          <p14:tracePt t="233263" x="3878263" y="1598613"/>
          <p14:tracePt t="233276" x="3816350" y="1619250"/>
          <p14:tracePt t="233286" x="3789363" y="1639888"/>
          <p14:tracePt t="233300" x="3762375" y="1652588"/>
          <p14:tracePt t="233309" x="3735388" y="1693863"/>
          <p14:tracePt t="233320" x="3735388" y="1714500"/>
          <p14:tracePt t="233331" x="3735388" y="1741488"/>
          <p14:tracePt t="233342" x="3741738" y="1762125"/>
          <p14:tracePt t="233354" x="3762375" y="1776413"/>
          <p14:tracePt t="233367" x="3803650" y="1795463"/>
          <p14:tracePt t="233385" x="3863975" y="1816100"/>
          <p14:tracePt t="233390" x="3952875" y="1816100"/>
          <p14:tracePt t="233403" x="4014788" y="1816100"/>
          <p14:tracePt t="233411" x="4129088" y="1795463"/>
          <p14:tracePt t="233421" x="4205288" y="1776413"/>
          <p14:tracePt t="233434" x="4271963" y="1741488"/>
          <p14:tracePt t="233444" x="4300538" y="1714500"/>
          <p14:tracePt t="233454" x="4306888" y="1673225"/>
          <p14:tracePt t="233467" x="4292600" y="1625600"/>
          <p14:tracePt t="233478" x="4252913" y="1577975"/>
          <p14:tracePt t="233486" x="4149725" y="1517650"/>
          <p14:tracePt t="233502" x="4048125" y="1476375"/>
          <p14:tracePt t="233512" x="3863975" y="1449388"/>
          <p14:tracePt t="233520" x="3741738" y="1443038"/>
          <p14:tracePt t="233536" x="3571875" y="1443038"/>
          <p14:tracePt t="233545" x="3482975" y="1449388"/>
          <p14:tracePt t="233554" x="3387725" y="1476375"/>
          <p14:tracePt t="233569" x="3319463" y="1524000"/>
          <p14:tracePt t="233579" x="3300413" y="1550988"/>
          <p14:tracePt t="233588" x="3286125" y="1598613"/>
          <p14:tracePt t="233603" x="3286125" y="1625600"/>
          <p14:tracePt t="233613" x="3300413" y="1666875"/>
          <p14:tracePt t="233634" x="3387725" y="1728788"/>
          <p14:tracePt t="233645" x="3482975" y="1762125"/>
          <p14:tracePt t="233657" x="3557588" y="1768475"/>
          <p14:tracePt t="233670" x="3687763" y="1776413"/>
          <p14:tracePt t="233680" x="3803650" y="1776413"/>
          <p14:tracePt t="233692" x="3959225" y="1768475"/>
          <p14:tracePt t="233704" x="4062413" y="1762125"/>
          <p14:tracePt t="233713" x="4184650" y="1728788"/>
          <p14:tracePt t="233724" x="4279900" y="1693863"/>
          <p14:tracePt t="233737" x="4319588" y="1673225"/>
          <p14:tracePt t="233747" x="4333875" y="1646238"/>
          <p14:tracePt t="233759" x="4333875" y="1625600"/>
          <p14:tracePt t="233773" x="4319588" y="1598613"/>
          <p14:tracePt t="233780" x="4292600" y="1571625"/>
          <p14:tracePt t="233791" x="4224338" y="1530350"/>
          <p14:tracePt t="233803" x="4149725" y="1503363"/>
          <p14:tracePt t="233816" x="4081463" y="1482725"/>
          <p14:tracePt t="233827" x="4006850" y="1470025"/>
          <p14:tracePt t="233836" x="3952875" y="1470025"/>
          <p14:tracePt t="233849" x="3884613" y="1470025"/>
          <p14:tracePt t="233859" x="3857625" y="1470025"/>
          <p14:tracePt t="233870" x="3830638" y="1482725"/>
          <p14:tracePt t="233883" x="3803650" y="1503363"/>
          <p14:tracePt t="233893" x="3783013" y="1517650"/>
          <p14:tracePt t="233903" x="3762375" y="1544638"/>
          <p14:tracePt t="233917" x="3741738" y="1565275"/>
          <p14:tracePt t="233928" x="3735388" y="1604963"/>
          <p14:tracePt t="233936" x="3729038" y="1639888"/>
          <p14:tracePt t="233951" x="3714750" y="1673225"/>
          <p14:tracePt t="233961" x="3714750" y="1720850"/>
          <p14:tracePt t="233971" x="3714750" y="1762125"/>
          <p14:tracePt t="233984" x="3735388" y="1803400"/>
          <p14:tracePt t="233995" x="3756025" y="1836738"/>
          <p14:tracePt t="234004" x="3789363" y="1884363"/>
          <p14:tracePt t="234020" x="3830638" y="1911350"/>
          <p14:tracePt t="234029" x="3890963" y="1946275"/>
          <p14:tracePt t="234040" x="3952875" y="1973263"/>
          <p14:tracePt t="234053" x="4048125" y="1993900"/>
          <p14:tracePt t="234063" x="4149725" y="2014538"/>
          <p14:tracePt t="234072" x="4224338" y="2020888"/>
          <p14:tracePt t="234087" x="4319588" y="2020888"/>
          <p14:tracePt t="234097" x="4375150" y="2014538"/>
          <p14:tracePt t="234105" x="4449763" y="2006600"/>
          <p14:tracePt t="234120" x="4491038" y="1985963"/>
          <p14:tracePt t="234130" x="4530725" y="1966913"/>
          <p14:tracePt t="234140" x="4565650" y="1938338"/>
          <p14:tracePt t="234154" x="4572000" y="1919288"/>
          <p14:tracePt t="234163" x="4578350" y="1890713"/>
          <p14:tracePt t="234175" x="4578350" y="1863725"/>
          <p14:tracePt t="234187" x="4572000" y="1824038"/>
          <p14:tracePt t="234199" x="4565650" y="1795463"/>
          <p14:tracePt t="234208" x="4524375" y="1762125"/>
          <p14:tracePt t="234219" x="4476750" y="1728788"/>
          <p14:tracePt t="234231" x="4429125" y="1714500"/>
          <p14:tracePt t="234242" x="4333875" y="1687513"/>
          <p14:tracePt t="234253" x="4252913" y="1673225"/>
          <p14:tracePt t="234264" x="4129088" y="1673225"/>
          <p14:tracePt t="234276" x="4033838" y="1673225"/>
          <p14:tracePt t="234287" x="3905250" y="1693863"/>
          <p14:tracePt t="234299" x="3789363" y="1741488"/>
          <p14:tracePt t="234310" x="3729038" y="1776413"/>
          <p14:tracePt t="234320" x="3633788" y="1851025"/>
          <p14:tracePt t="234333" x="3592513" y="1898650"/>
          <p14:tracePt t="234344" x="3557588" y="1966913"/>
          <p14:tracePt t="234353" x="3538538" y="2006600"/>
          <p14:tracePt t="234367" x="3530600" y="2062163"/>
          <p14:tracePt t="234377" x="3530600" y="2089150"/>
          <p14:tracePt t="234388" x="3530600" y="2122488"/>
          <p14:tracePt t="234400" x="3538538" y="2163763"/>
          <p14:tracePt t="234411" x="3544888" y="2190750"/>
          <p14:tracePt t="234431" x="3565525" y="2217738"/>
          <p14:tracePt t="234436" x="3586163" y="2238375"/>
          <p14:tracePt t="234446" x="3605213" y="2259013"/>
          <p14:tracePt t="234458" x="3619500" y="2265363"/>
          <p14:tracePt t="234469" x="3660775" y="2279650"/>
          <p14:tracePt t="234478" x="3708400" y="2292350"/>
          <p14:tracePt t="234488" x="3741738" y="2292350"/>
          <p14:tracePt t="234503" x="3816350" y="2306638"/>
          <p14:tracePt t="234513" x="3878263" y="2306638"/>
          <p14:tracePt t="234522" x="3979863" y="2306638"/>
          <p14:tracePt t="234536" x="4054475" y="2306638"/>
          <p14:tracePt t="234546" x="4170363" y="2286000"/>
          <p14:tracePt t="234557" x="4271963" y="2259013"/>
          <p14:tracePt t="234570" x="4333875" y="2238375"/>
          <p14:tracePt t="234580" x="4429125" y="2205038"/>
          <p14:tracePt t="234589" x="4476750" y="2170113"/>
          <p14:tracePt t="234604" x="4530725" y="2122488"/>
          <p14:tracePt t="234614" x="4565650" y="2095500"/>
          <p14:tracePt t="234625" x="4578350" y="2062163"/>
          <p14:tracePt t="234637" x="4578350" y="2020888"/>
          <p14:tracePt t="234648" x="4578350" y="1985963"/>
          <p14:tracePt t="234658" x="4565650" y="1946275"/>
          <p14:tracePt t="234671" x="4551363" y="1911350"/>
          <p14:tracePt t="234682" x="4518025" y="1871663"/>
          <p14:tracePt t="234693" x="4476750" y="1843088"/>
          <p14:tracePt t="234702" x="4408488" y="1803400"/>
          <p14:tracePt t="234716" x="4319588" y="1768475"/>
          <p14:tracePt t="234726" x="4252913" y="1747838"/>
          <p14:tracePt t="234736" x="4157663" y="1728788"/>
          <p14:tracePt t="234749" x="4081463" y="1720850"/>
          <p14:tracePt t="234770" x="4000500" y="1720850"/>
          <p14:tracePt t="234771" x="3932238" y="1720850"/>
          <p14:tracePt t="234781" x="3857625" y="1728788"/>
          <p14:tracePt t="234793" x="3783013" y="1762125"/>
          <p14:tracePt t="234803" x="3741738" y="1776413"/>
          <p14:tracePt t="234817" x="3687763" y="1824038"/>
          <p14:tracePt t="234827" x="3646488" y="1863725"/>
          <p14:tracePt t="234837" x="3613150" y="1919288"/>
          <p14:tracePt t="234851" x="3592513" y="1958975"/>
          <p14:tracePt t="234861" x="3571875" y="2014538"/>
          <p14:tracePt t="234870" x="3565525" y="2047875"/>
          <p14:tracePt t="234885" x="3557588" y="2109788"/>
          <p14:tracePt t="234895" x="3557588" y="2143125"/>
          <p14:tracePt t="234903" x="3557588" y="2170113"/>
          <p14:tracePt t="234919" x="3565525" y="2205038"/>
          <p14:tracePt t="234930" x="3571875" y="2232025"/>
          <p14:tracePt t="234938" x="3605213" y="2259013"/>
          <p14:tracePt t="234953" x="3633788" y="2279650"/>
          <p14:tracePt t="234963" x="3667125" y="2292350"/>
          <p14:tracePt t="234972" x="3714750" y="2312988"/>
          <p14:tracePt t="234987" x="3762375" y="2327275"/>
          <p14:tracePt t="234998" x="3830638" y="2333625"/>
          <p14:tracePt t="235006" x="3884613" y="2339975"/>
          <p14:tracePt t="235021" x="3986213" y="2339975"/>
          <p14:tracePt t="235030" x="4062413" y="2339975"/>
          <p14:tracePt t="235042" x="4176713" y="2327275"/>
          <p14:tracePt t="235054" x="4279900" y="2306638"/>
          <p14:tracePt t="235064" x="4354513" y="2286000"/>
          <p14:tracePt t="235084" x="4456113" y="2238375"/>
          <p14:tracePt t="235089" x="4524375" y="2205038"/>
          <p14:tracePt t="235102" x="4598988" y="2136775"/>
          <p14:tracePt t="235111" x="4646613" y="2089150"/>
          <p14:tracePt t="235120" x="4687888" y="2014538"/>
          <p14:tracePt t="235131" x="4700588" y="1966913"/>
          <p14:tracePt t="235143" x="4700588" y="1890713"/>
          <p14:tracePt t="235153" x="4694238" y="1824038"/>
          <p14:tracePt t="235166" x="4673600" y="1789113"/>
          <p14:tracePt t="235177" x="4619625" y="1728788"/>
          <p14:tracePt t="235186" x="4565650" y="1687513"/>
          <p14:tracePt t="235200" x="4443413" y="1625600"/>
          <p14:tracePt t="235210" x="4333875" y="1592263"/>
          <p14:tracePt t="235220" x="4170363" y="1550988"/>
          <p14:tracePt t="235234" x="4000500" y="1544638"/>
          <p14:tracePt t="235244" x="3890963" y="1544638"/>
          <p14:tracePt t="235254" x="3762375" y="1550988"/>
          <p14:tracePt t="235268" x="3694113" y="1577975"/>
          <p14:tracePt t="235278" x="3605213" y="1625600"/>
          <p14:tracePt t="235286" x="3557588" y="1673225"/>
          <p14:tracePt t="235301" x="3509963" y="1741488"/>
          <p14:tracePt t="235312" x="3482975" y="1803400"/>
          <p14:tracePt t="235320" x="3470275" y="1851025"/>
          <p14:tracePt t="235336" x="3462338" y="1925638"/>
          <p14:tracePt t="235345" x="3470275" y="1966913"/>
          <p14:tracePt t="235354" x="3482975" y="2033588"/>
          <p14:tracePt t="235369" x="3490913" y="2068513"/>
          <p14:tracePt t="235379" x="3517900" y="2109788"/>
          <p14:tracePt t="235390" x="3557588" y="2143125"/>
          <p14:tracePt t="235403" x="3571875" y="2163763"/>
          <p14:tracePt t="235413" x="3619500" y="2184400"/>
          <p14:tracePt t="235423" x="3660775" y="2205038"/>
          <p14:tracePt t="235434" x="3714750" y="2211388"/>
          <p14:tracePt t="235445" x="3762375" y="2217738"/>
          <p14:tracePt t="235457" x="3851275" y="2217738"/>
          <p14:tracePt t="235477" x="3938588" y="2232025"/>
          <p14:tracePt t="235484" x="4006850" y="2232025"/>
          <p14:tracePt t="235493" x="4102100" y="2217738"/>
          <p14:tracePt t="235502" x="4149725" y="2217738"/>
          <p14:tracePt t="235513" x="4197350" y="2211388"/>
          <p14:tracePt t="235524" x="4224338" y="2205038"/>
          <p14:tracePt t="235537" x="4252913" y="2184400"/>
          <p14:tracePt t="235549" x="4259263" y="2163763"/>
          <p14:tracePt t="235559" x="4271963" y="2136775"/>
          <p14:tracePt t="235569" x="4271963" y="2109788"/>
          <p14:tracePt t="235581" x="4271963" y="2081213"/>
          <p14:tracePt t="235592" x="4271963" y="2020888"/>
          <p14:tracePt t="235604" x="4259263" y="1973263"/>
          <p14:tracePt t="235615" x="4244975" y="1911350"/>
          <p14:tracePt t="235627" x="4211638" y="1851025"/>
          <p14:tracePt t="235636" x="4170363" y="1789113"/>
          <p14:tracePt t="235650" x="4102100" y="1741488"/>
          <p14:tracePt t="235661" x="4048125" y="1700213"/>
          <p14:tracePt t="235670" x="3959225" y="1673225"/>
          <p14:tracePt t="235683" x="3905250" y="1666875"/>
          <p14:tracePt t="235694" x="3810000" y="1666875"/>
          <p14:tracePt t="235704" x="3756025" y="1673225"/>
          <p14:tracePt t="235718" x="3681413" y="1700213"/>
          <p14:tracePt t="235728" x="3592513" y="1741488"/>
          <p14:tracePt t="235737" x="3544888" y="1776413"/>
          <p14:tracePt t="235751" x="3482975" y="1843088"/>
          <p14:tracePt t="235762" x="3449638" y="1884363"/>
          <p14:tracePt t="235771" x="3422650" y="1938338"/>
          <p14:tracePt t="235786" x="3414713" y="1973263"/>
          <p14:tracePt t="235795" x="3414713" y="2014538"/>
          <p14:tracePt t="235804" x="3435350" y="2047875"/>
          <p14:tracePt t="235819" x="3443288" y="2068513"/>
          <p14:tracePt t="235829" x="3482975" y="2109788"/>
          <p14:tracePt t="235838" x="3509963" y="2122488"/>
          <p14:tracePt t="235854" x="3571875" y="2143125"/>
          <p14:tracePt t="235863" x="3633788" y="2163763"/>
          <p14:tracePt t="235872" x="3756025" y="2184400"/>
          <p14:tracePt t="235887" x="3851275" y="2190750"/>
          <p14:tracePt t="235899" x="4014788" y="2190750"/>
          <p14:tracePt t="235906" x="4197350" y="2184400"/>
          <p14:tracePt t="235921" x="4319588" y="2170113"/>
          <p14:tracePt t="235931" x="4497388" y="2122488"/>
          <p14:tracePt t="235940" x="4619625" y="2089150"/>
          <p14:tracePt t="235954" x="4768850" y="2014538"/>
          <p14:tracePt t="235964" x="4851400" y="1958975"/>
          <p14:tracePt t="235974" x="4946650" y="1863725"/>
          <p14:tracePt t="235987" x="5006975" y="1776413"/>
          <p14:tracePt t="235997" x="5014913" y="1728788"/>
          <p14:tracePt t="236008" x="5006975" y="1666875"/>
          <p14:tracePt t="236021" x="4986338" y="1625600"/>
          <p14:tracePt t="236032" x="4932363" y="1571625"/>
          <p14:tracePt t="236042" x="4872038" y="1530350"/>
          <p14:tracePt t="236053" x="4748213" y="1482725"/>
          <p14:tracePt t="236066" x="4592638" y="1443038"/>
          <p14:tracePt t="236076" x="4476750" y="1408113"/>
          <p14:tracePt t="236086" x="4292600" y="1395413"/>
          <p14:tracePt t="236100" x="4170363" y="1395413"/>
          <p14:tracePt t="236110" x="4000500" y="1401763"/>
          <p14:tracePt t="236121" x="3878263" y="1408113"/>
          <p14:tracePt t="236134" x="3729038" y="1455738"/>
          <p14:tracePt t="236144" x="3613150" y="1517650"/>
          <p14:tracePt t="236155" x="3544888" y="1565275"/>
          <p14:tracePt t="236167" x="3490913" y="1625600"/>
          <p14:tracePt t="236178" x="3462338" y="1673225"/>
          <p14:tracePt t="236186" x="3443288" y="1728788"/>
          <p14:tracePt t="236202" x="3435350" y="1776413"/>
          <p14:tracePt t="236212" x="3435350" y="1816100"/>
          <p14:tracePt t="236220" x="3435350" y="1851025"/>
          <p14:tracePt t="236235" x="3449638" y="1890713"/>
          <p14:tracePt t="236245" x="3462338" y="1919288"/>
          <p14:tracePt t="236253" x="3482975" y="1946275"/>
          <p14:tracePt t="236269" x="3509963" y="1966913"/>
          <p14:tracePt t="236279" x="3530600" y="1985963"/>
          <p14:tracePt t="236290" x="3565525" y="2006600"/>
          <p14:tracePt t="236303" x="3586163" y="2020888"/>
          <p14:tracePt t="236313" x="3619500" y="2033588"/>
          <p14:tracePt t="236322" x="3660775" y="2041525"/>
          <p14:tracePt t="236337" x="3694113" y="2047875"/>
          <p14:tracePt t="236347" x="3735388" y="2047875"/>
          <p14:tracePt t="236357" x="3762375" y="2047875"/>
          <p14:tracePt t="236370" x="3810000" y="2062163"/>
          <p14:tracePt t="236380" x="3830638" y="2062163"/>
          <p14:tracePt t="236390" x="3863975" y="2062163"/>
          <p14:tracePt t="236403" x="3890963" y="2062163"/>
          <p14:tracePt t="236414" x="3911600" y="2047875"/>
          <p14:tracePt t="236423" x="3932238" y="2047875"/>
          <p14:tracePt t="236437" x="3952875" y="2047875"/>
          <p14:tracePt t="236447" x="3973513" y="2047875"/>
          <p14:tracePt t="236459" x="3979863" y="2047875"/>
          <p14:tracePt t="236471" x="4000500" y="2041525"/>
          <p14:tracePt t="236481" x="4014788" y="2033588"/>
          <p14:tracePt t="236492" x="4033838" y="2020888"/>
          <p14:tracePt t="236504" x="4062413" y="2006600"/>
          <p14:tracePt t="236534" x="4081463" y="1985963"/>
          <p14:tracePt t="236539" x="4122738" y="1946275"/>
          <p14:tracePt t="236552" x="4137025" y="1919288"/>
          <p14:tracePt t="236554" x="4170363" y="1871663"/>
          <p14:tracePt t="236564" x="4176713" y="1836738"/>
          <p14:tracePt t="236573" x="4176713" y="1789113"/>
          <p14:tracePt t="236586" x="4170363" y="1741488"/>
          <p14:tracePt t="236594" x="4157663" y="1714500"/>
          <p14:tracePt t="236602" x="4129088" y="1666875"/>
          <p14:tracePt t="236618" x="4089400" y="1639888"/>
          <p14:tracePt t="236628" x="4006850" y="1577975"/>
          <p14:tracePt t="236636" x="3932238" y="1550988"/>
          <p14:tracePt t="236652" x="3789363" y="1503363"/>
          <p14:tracePt t="236662" x="3640138" y="1476375"/>
          <p14:tracePt t="236671" x="3557588" y="1476375"/>
          <p14:tracePt t="236686" x="3462338" y="1476375"/>
          <p14:tracePt t="236696" x="3408363" y="1482725"/>
          <p14:tracePt t="236704" x="3348038" y="1517650"/>
          <p14:tracePt t="236719" x="3319463" y="1544638"/>
          <p14:tracePt t="236729" x="3271838" y="1598613"/>
          <p14:tracePt t="236739" x="3238500" y="1666875"/>
          <p14:tracePt t="236750" x="3217863" y="1720850"/>
          <p14:tracePt t="236762" x="3211513" y="1803400"/>
          <p14:tracePt t="236771" x="3211513" y="1863725"/>
          <p14:tracePt t="236786" x="3224213" y="1925638"/>
          <p14:tracePt t="236797" x="3244850" y="1973263"/>
          <p14:tracePt t="236805" x="3292475" y="2041525"/>
          <p14:tracePt t="236820" x="3348038" y="2089150"/>
          <p14:tracePt t="236830" x="3395663" y="2122488"/>
          <p14:tracePt t="236840" x="3470275" y="2163763"/>
          <p14:tracePt t="236854" x="3530600" y="2170113"/>
          <p14:tracePt t="236864" x="3619500" y="2190750"/>
          <p14:tracePt t="236873" x="3694113" y="2205038"/>
          <p14:tracePt t="236887" x="3810000" y="2205038"/>
          <p14:tracePt t="236897" x="3925888" y="2190750"/>
          <p14:tracePt t="236909" x="3986213" y="2184400"/>
          <p14:tracePt t="236920" x="4089400" y="2143125"/>
          <p14:tracePt t="236931" x="4149725" y="2116138"/>
          <p14:tracePt t="236942" x="4211638" y="2068513"/>
          <p14:tracePt t="236954" x="4252913" y="2033588"/>
          <p14:tracePt t="236964" x="4279900" y="1973263"/>
          <p14:tracePt t="236976" x="4292600" y="1938338"/>
          <p14:tracePt t="236986" x="4300538" y="1890713"/>
          <p14:tracePt t="237000" x="4292600" y="1851025"/>
          <p14:tracePt t="237010" x="4279900" y="1836738"/>
          <p14:tracePt t="237020" x="4259263" y="1795463"/>
          <p14:tracePt t="237034" x="4232275" y="1768475"/>
          <p14:tracePt t="237044" x="4184650" y="1728788"/>
          <p14:tracePt t="237054" x="4149725" y="1714500"/>
          <p14:tracePt t="237068" x="4102100" y="1693863"/>
          <p14:tracePt t="237078" x="4062413" y="1687513"/>
          <p14:tracePt t="237087" x="4048125" y="1687513"/>
          <p14:tracePt t="237101" x="4027488" y="1687513"/>
          <p14:tracePt t="237142" x="4014788" y="1687513"/>
          <p14:tracePt t="237165" x="4014788" y="1693863"/>
          <p14:tracePt t="238998" x="4014788" y="1700213"/>
          <p14:tracePt t="239001" x="4006850" y="1700213"/>
          <p14:tracePt t="239010" x="3986213" y="1700213"/>
          <p14:tracePt t="239144" x="4014788" y="1720850"/>
          <p14:tracePt t="239155" x="4054475" y="1720850"/>
          <p14:tracePt t="239168" x="4075113" y="1720850"/>
          <p14:tracePt t="239179" x="4102100" y="1700213"/>
          <p14:tracePt t="239191" x="4129088" y="1693863"/>
          <p14:tracePt t="239203" x="4157663" y="1693863"/>
          <p14:tracePt t="239214" x="4184650" y="1687513"/>
          <p14:tracePt t="239224" x="4224338" y="1666875"/>
          <p14:tracePt t="239238" x="4252913" y="1646238"/>
          <p14:tracePt t="239249" x="4271963" y="1625600"/>
          <p14:tracePt t="239258" x="4271963" y="1604963"/>
          <p14:tracePt t="239273" x="4259263" y="1592263"/>
          <p14:tracePt t="239283" x="4232275" y="1550988"/>
          <p14:tracePt t="239291" x="4170363" y="1524000"/>
          <p14:tracePt t="239306" x="4075113" y="1497013"/>
          <p14:tracePt t="239316" x="3986213" y="1476375"/>
          <p14:tracePt t="239326" x="3863975" y="1455738"/>
          <p14:tracePt t="239340" x="3735388" y="1455738"/>
          <p14:tracePt t="239350" x="3640138" y="1476375"/>
          <p14:tracePt t="239361" x="3544888" y="1517650"/>
          <p14:tracePt t="239374" x="3470275" y="1571625"/>
          <p14:tracePt t="239385" x="3422650" y="1625600"/>
          <p14:tracePt t="239396" x="3408363" y="1673225"/>
          <p14:tracePt t="239405" x="3395663" y="1741488"/>
          <p14:tracePt t="239417" x="3408363" y="1816100"/>
          <p14:tracePt t="239429" x="3422650" y="1890713"/>
          <p14:tracePt t="239440" x="3490913" y="1993900"/>
          <p14:tracePt t="239452" x="3571875" y="2095500"/>
          <p14:tracePt t="239463" x="3687763" y="2205038"/>
          <p14:tracePt t="239472" x="3768725" y="2259013"/>
          <p14:tracePt t="239487" x="3884613" y="2312988"/>
          <p14:tracePt t="239498" x="4000500" y="2354263"/>
          <p14:tracePt t="239507" x="4089400" y="2360613"/>
          <p14:tracePt t="239520" x="4244975" y="2360613"/>
          <p14:tracePt t="239530" x="4381500" y="2360613"/>
          <p14:tracePt t="239541" x="4524375" y="2333625"/>
          <p14:tracePt t="239554" x="4613275" y="2292350"/>
          <p14:tracePt t="239565" x="4694238" y="2238375"/>
          <p14:tracePt t="239573" x="4748213" y="2170113"/>
          <p14:tracePt t="239588" x="4768850" y="2122488"/>
          <p14:tracePt t="239598" x="4776788" y="2047875"/>
          <p14:tracePt t="239608" x="4748213" y="1958975"/>
          <p14:tracePt t="239622" x="4700588" y="1890713"/>
          <p14:tracePt t="239631" x="4619625" y="1803400"/>
          <p14:tracePt t="239641" x="4551363" y="1768475"/>
          <p14:tracePt t="239656" x="4497388" y="1741488"/>
          <p14:tracePt t="239673" x="4449763" y="1741488"/>
          <p14:tracePt t="239677" x="4395788" y="1741488"/>
          <p14:tracePt t="239689" x="4327525" y="1747838"/>
          <p14:tracePt t="239702" x="4292600" y="1768475"/>
          <p14:tracePt t="239713" x="4252913" y="1789113"/>
          <p14:tracePt t="239723" x="4232275" y="1803400"/>
          <p14:tracePt t="239737" x="4224338" y="1824038"/>
          <p14:tracePt t="239747" x="4224338" y="1836738"/>
          <p14:tracePt t="239755" x="4224338" y="1843088"/>
          <p14:tracePt t="239765" x="4224338" y="1851025"/>
          <p14:tracePt t="239787" x="4232275" y="1851025"/>
          <p14:tracePt t="239798" x="4232275" y="1863725"/>
          <p14:tracePt t="239809" x="4244975" y="1863725"/>
          <p14:tracePt t="239830" x="4252913" y="1863725"/>
          <p14:tracePt t="239843" x="4259263" y="1863725"/>
          <p14:tracePt t="240021" x="4259263" y="1851025"/>
          <p14:tracePt t="240033" x="4244975" y="1851025"/>
          <p14:tracePt t="240618" x="4252913" y="1851025"/>
          <p14:tracePt t="240674" x="4252913" y="1863725"/>
          <p14:tracePt t="240955" x="4244975" y="1863725"/>
          <p14:tracePt t="240989" x="4224338" y="1863725"/>
          <p14:tracePt t="241002" x="4205288" y="1871663"/>
          <p14:tracePt t="241014" x="4197350" y="1871663"/>
          <p14:tracePt t="241025" x="4170363" y="1884363"/>
          <p14:tracePt t="241037" x="4129088" y="1884363"/>
          <p14:tracePt t="241047" x="4089400" y="1890713"/>
          <p14:tracePt t="241059" x="4081463" y="1890713"/>
          <p14:tracePt t="241072" x="4081463" y="1898650"/>
          <p14:tracePt t="241203" x="4102100" y="1898650"/>
          <p14:tracePt t="241248" x="4102100" y="1890713"/>
          <p14:tracePt t="241260" x="4089400" y="1890713"/>
          <p14:tracePt t="241272" x="4081463" y="1890713"/>
          <p14:tracePt t="241282" x="4075113" y="1890713"/>
          <p14:tracePt t="241296" x="4062413" y="1890713"/>
          <p14:tracePt t="241306" x="4048125" y="1890713"/>
          <p14:tracePt t="241316" x="4014788" y="1890713"/>
          <p14:tracePt t="241329" x="3979863" y="1898650"/>
          <p14:tracePt t="241340" x="3932238" y="1919288"/>
          <p14:tracePt t="241352" x="3863975" y="1946275"/>
          <p14:tracePt t="241365" x="3789363" y="1966913"/>
          <p14:tracePt t="241375" x="3708400" y="1985963"/>
          <p14:tracePt t="241384" x="3646488" y="2006600"/>
          <p14:tracePt t="241399" x="3565525" y="2014538"/>
          <p14:tracePt t="241411" x="3497263" y="2014538"/>
          <p14:tracePt t="241420" x="3449638" y="2020888"/>
          <p14:tracePt t="241432" x="3422650" y="2020888"/>
          <p14:tracePt t="241442" x="3408363" y="2020888"/>
          <p14:tracePt t="241454" x="3395663" y="2014538"/>
          <p14:tracePt t="241464" x="3387725" y="2014538"/>
          <p14:tracePt t="241496" x="3375025" y="2006600"/>
          <p14:tracePt t="241507" x="3375025" y="1993900"/>
          <p14:tracePt t="241520" x="3375025" y="1985963"/>
          <p14:tracePt t="241532" x="3367088" y="1966913"/>
          <p14:tracePt t="241544" x="3360738" y="1946275"/>
          <p14:tracePt t="241555" x="3360738" y="1925638"/>
          <p14:tracePt t="241566" x="3348038" y="1890713"/>
          <p14:tracePt t="241577" x="3348038" y="1863725"/>
          <p14:tracePt t="241588" x="3340100" y="1824038"/>
          <p14:tracePt t="241598" x="3340100" y="1776413"/>
          <p14:tracePt t="241611" x="3340100" y="1747838"/>
          <p14:tracePt t="241622" x="3340100" y="1700213"/>
          <p14:tracePt t="241632" x="3348038" y="1673225"/>
          <p14:tracePt t="241646" x="3360738" y="1652588"/>
          <p14:tracePt t="241656" x="3367088" y="1639888"/>
          <p14:tracePt t="241665" x="3375025" y="1619250"/>
          <p14:tracePt t="241680" x="3375025" y="1598613"/>
          <p14:tracePt t="241689" x="3387725" y="1598613"/>
          <p14:tracePt t="241699" x="3387725" y="1592263"/>
          <p14:tracePt t="241712" x="3395663" y="1577975"/>
          <p14:tracePt t="241723" x="3408363" y="1571625"/>
          <p14:tracePt t="241778" x="3414713" y="1550988"/>
          <p14:tracePt t="241790" x="3414713" y="1544638"/>
          <p14:tracePt t="241822" x="3414713" y="1530350"/>
          <p14:tracePt t="241826" x="3408363" y="1524000"/>
          <p14:tracePt t="241837" x="3387725" y="1497013"/>
          <p14:tracePt t="241847" x="3375025" y="1497013"/>
          <p14:tracePt t="241857" x="3367088" y="1482725"/>
          <p14:tracePt t="241869" x="3348038" y="1482725"/>
          <p14:tracePt t="241882" x="3340100" y="1482725"/>
          <p14:tracePt t="241901" x="3327400" y="1482725"/>
          <p14:tracePt t="241913" x="3313113" y="1497013"/>
          <p14:tracePt t="241924" x="3300413" y="1517650"/>
          <p14:tracePt t="241937" x="3286125" y="1530350"/>
          <p14:tracePt t="241949" x="3265488" y="1565275"/>
          <p14:tracePt t="241961" x="3252788" y="1592263"/>
          <p14:tracePt t="241971" x="3244850" y="1619250"/>
          <p14:tracePt t="241983" x="3252788" y="1652588"/>
          <p14:tracePt t="241996" x="3265488" y="1693863"/>
          <p14:tracePt t="242004" x="3271838" y="1720850"/>
          <p14:tracePt t="242015" x="3300413" y="1741488"/>
          <p14:tracePt t="242029" x="3319463" y="1762125"/>
          <p14:tracePt t="242039" x="3340100" y="1768475"/>
          <p14:tracePt t="242048" x="3367088" y="1776413"/>
          <p14:tracePt t="242064" x="3395663" y="1776413"/>
          <p14:tracePt t="242073" x="3414713" y="1776413"/>
          <p14:tracePt t="242081" x="3422650" y="1776413"/>
          <p14:tracePt t="242097" x="3443288" y="1776413"/>
          <p14:tracePt t="242106" x="3449638" y="1762125"/>
          <p14:tracePt t="242116" x="3449638" y="1747838"/>
          <p14:tracePt t="242129" x="3462338" y="1720850"/>
          <p14:tracePt t="242139" x="3462338" y="1687513"/>
          <p14:tracePt t="242150" x="3462338" y="1652588"/>
          <p14:tracePt t="242163" x="3449638" y="1604963"/>
          <p14:tracePt t="242174" x="3435350" y="1550988"/>
          <p14:tracePt t="242184" x="3408363" y="1517650"/>
          <p14:tracePt t="242198" x="3375025" y="1497013"/>
          <p14:tracePt t="242208" x="3360738" y="1476375"/>
          <p14:tracePt t="242217" x="3340100" y="1476375"/>
          <p14:tracePt t="242231" x="3327400" y="1476375"/>
          <p14:tracePt t="242241" x="3319463" y="1482725"/>
          <p14:tracePt t="242252" x="3300413" y="1497013"/>
          <p14:tracePt t="242265" x="3271838" y="1530350"/>
          <p14:tracePt t="242276" x="3252788" y="1565275"/>
          <p14:tracePt t="242286" x="3244850" y="1604963"/>
          <p14:tracePt t="242300" x="3238500" y="1652588"/>
          <p14:tracePt t="242308" x="3244850" y="1687513"/>
          <p14:tracePt t="242320" x="3252788" y="1714500"/>
          <p14:tracePt t="242333" x="3265488" y="1728788"/>
          <p14:tracePt t="242343" x="3271838" y="1741488"/>
          <p14:tracePt t="242353" x="3292475" y="1741488"/>
          <p14:tracePt t="242365" x="3319463" y="1741488"/>
          <p14:tracePt t="242376" x="3360738" y="1741488"/>
          <p14:tracePt t="242387" x="3387725" y="1741488"/>
          <p14:tracePt t="242399" x="3435350" y="1720850"/>
          <p14:tracePt t="242411" x="3470275" y="1700213"/>
          <p14:tracePt t="242421" x="3490913" y="1687513"/>
          <p14:tracePt t="242431" x="3509963" y="1652588"/>
          <p14:tracePt t="242445" x="3517900" y="1625600"/>
          <p14:tracePt t="242455" x="3517900" y="1598613"/>
          <p14:tracePt t="242465" x="3517900" y="1571625"/>
          <p14:tracePt t="242477" x="3497263" y="1550988"/>
          <p14:tracePt t="242488" x="3482975" y="1524000"/>
          <p14:tracePt t="242498" x="3462338" y="1517650"/>
          <p14:tracePt t="242511" x="3422650" y="1497013"/>
          <p14:tracePt t="242522" x="3387725" y="1497013"/>
          <p14:tracePt t="242532" x="3348038" y="1497013"/>
          <p14:tracePt t="242546" x="3319463" y="1497013"/>
          <p14:tracePt t="242555" x="3292475" y="1517650"/>
          <p14:tracePt t="242566" x="3265488" y="1544638"/>
          <p14:tracePt t="242580" x="3244850" y="1571625"/>
          <p14:tracePt t="242590" x="3238500" y="1619250"/>
          <p14:tracePt t="242599" x="3238500" y="1652588"/>
          <p14:tracePt t="242613" x="3238500" y="1687513"/>
          <p14:tracePt t="242623" x="3244850" y="1714500"/>
          <p14:tracePt t="242632" x="3265488" y="1728788"/>
          <p14:tracePt t="242648" x="3292475" y="1741488"/>
          <p14:tracePt t="242657" x="3319463" y="1747838"/>
          <p14:tracePt t="242668" x="3360738" y="1747838"/>
          <p14:tracePt t="242682" x="3387725" y="1747838"/>
          <p14:tracePt t="242691" x="3414713" y="1741488"/>
          <p14:tracePt t="242701" x="3435350" y="1728788"/>
          <p14:tracePt t="242715" x="3449638" y="1714500"/>
          <p14:tracePt t="242725" x="3449638" y="1687513"/>
          <p14:tracePt t="242735" x="3449638" y="1666875"/>
          <p14:tracePt t="242748" x="3449638" y="1639888"/>
          <p14:tracePt t="242758" x="3443288" y="1598613"/>
          <p14:tracePt t="242772" x="3435350" y="1577975"/>
          <p14:tracePt t="242782" x="3414713" y="1550988"/>
          <p14:tracePt t="242792" x="3395663" y="1530350"/>
          <p14:tracePt t="242823" x="3375025" y="1524000"/>
          <p14:tracePt t="242829" x="3375025" y="1517650"/>
          <p14:tracePt t="242838" x="3367088" y="1517650"/>
          <p14:tracePt t="242847" x="3360738" y="1524000"/>
          <p14:tracePt t="242858" x="3348038" y="1530350"/>
          <p14:tracePt t="242871" x="3340100" y="1544638"/>
          <p14:tracePt t="242882" x="3340100" y="1550988"/>
          <p14:tracePt t="242894" x="3340100" y="1571625"/>
          <p14:tracePt t="242904" x="3340100" y="1592263"/>
          <p14:tracePt t="242915" x="3340100" y="1598613"/>
          <p14:tracePt t="242936" x="3348038" y="1604963"/>
          <p14:tracePt t="242948" x="3360738" y="1604963"/>
          <p14:tracePt t="242959" x="3367088" y="1604963"/>
          <p14:tracePt t="242971" x="3387725" y="1604963"/>
          <p14:tracePt t="242983" x="3408363" y="1604963"/>
          <p14:tracePt t="242994" x="3435350" y="1598613"/>
          <p14:tracePt t="243005" x="3443288" y="1592263"/>
          <p14:tracePt t="243015" x="3449638" y="1571625"/>
          <p14:tracePt t="243029" x="3462338" y="1550988"/>
          <p14:tracePt t="243040" x="3462338" y="1530350"/>
          <p14:tracePt t="243050" x="3462338" y="1517650"/>
          <p14:tracePt t="243064" x="3449638" y="1497013"/>
          <p14:tracePt t="243073" x="3435350" y="1476375"/>
          <p14:tracePt t="243083" x="3422650" y="1470025"/>
          <p14:tracePt t="243098" x="3395663" y="1455738"/>
          <p14:tracePt t="243108" x="3375025" y="1455738"/>
          <p14:tracePt t="243117" x="3367088" y="1455738"/>
          <p14:tracePt t="243131" x="3360738" y="1455738"/>
          <p14:tracePt t="243141" x="3340100" y="1470025"/>
          <p14:tracePt t="243152" x="3327400" y="1476375"/>
          <p14:tracePt t="243165" x="3313113" y="1503363"/>
          <p14:tracePt t="243175" x="3292475" y="1530350"/>
          <p14:tracePt t="243185" x="3292475" y="1565275"/>
          <p14:tracePt t="243199" x="3292475" y="1571625"/>
          <p14:tracePt t="243208" x="3292475" y="1592263"/>
          <p14:tracePt t="243221" x="3300413" y="1598613"/>
          <p14:tracePt t="243250" x="3313113" y="1598613"/>
          <p14:tracePt t="243263" x="3319463" y="1598613"/>
          <p14:tracePt t="243307" x="3327400" y="1598613"/>
          <p14:tracePt t="243396" x="3319463" y="1604963"/>
          <p14:tracePt t="243408" x="3313113" y="1639888"/>
          <p14:tracePt t="243421" x="3313113" y="1652588"/>
          <p14:tracePt t="243432" x="3313113" y="1673225"/>
          <p14:tracePt t="243443" x="3319463" y="1700213"/>
          <p14:tracePt t="243456" x="3327400" y="1720850"/>
          <p14:tracePt t="243466" x="3340100" y="1741488"/>
          <p14:tracePt t="243477" x="3360738" y="1762125"/>
          <p14:tracePt t="243490" x="3375025" y="1776413"/>
          <p14:tracePt t="243501" x="3408363" y="1795463"/>
          <p14:tracePt t="243511" x="3435350" y="1816100"/>
          <p14:tracePt t="243526" x="3462338" y="1824038"/>
          <p14:tracePt t="243536" x="3490913" y="1843088"/>
          <p14:tracePt t="243545" x="3517900" y="1863725"/>
          <p14:tracePt t="243559" x="3557588" y="1884363"/>
          <p14:tracePt t="243569" x="3605213" y="1898650"/>
          <p14:tracePt t="243579" x="3640138" y="1919288"/>
          <p14:tracePt t="243593" x="3687763" y="1946275"/>
          <p14:tracePt t="243603" x="3756025" y="1973263"/>
          <p14:tracePt t="243614" x="3816350" y="2006600"/>
          <p14:tracePt t="243626" x="3884613" y="2033588"/>
          <p14:tracePt t="243638" x="3979863" y="2062163"/>
          <p14:tracePt t="243648" x="4062413" y="2095500"/>
          <p14:tracePt t="243658" x="4129088" y="2116138"/>
          <p14:tracePt t="243670" x="4211638" y="2136775"/>
          <p14:tracePt t="243681" x="4279900" y="2157413"/>
          <p14:tracePt t="243691" x="4327525" y="2170113"/>
          <p14:tracePt t="243705" x="4375150" y="2184400"/>
          <p14:tracePt t="243715" x="4408488" y="2190750"/>
          <p14:tracePt t="243727" x="4429125" y="2190750"/>
          <p14:tracePt t="243738" x="4449763" y="2205038"/>
          <p14:tracePt t="243749" x="4456113" y="2205038"/>
          <p14:tracePt t="243758" x="4470400" y="2205038"/>
          <p14:tracePt t="243771" x="4470400" y="2211388"/>
          <p14:tracePt t="243783" x="4476750" y="2211388"/>
          <p14:tracePt t="243793" x="4476750" y="2217738"/>
          <p14:tracePt t="243805" x="4491038" y="2232025"/>
          <p14:tracePt t="243816" x="4491038" y="2238375"/>
          <p14:tracePt t="243826" x="4491038" y="2244725"/>
          <p14:tracePt t="243839" x="4491038" y="2265363"/>
          <p14:tracePt t="243849" x="4476750" y="2279650"/>
          <p14:tracePt t="243870" x="4476750" y="2306638"/>
          <p14:tracePt t="243874" x="4470400" y="2333625"/>
          <p14:tracePt t="243904" x="4470400" y="2354263"/>
          <p14:tracePt t="243908" x="4470400" y="2366963"/>
          <p14:tracePt t="243918" x="4470400" y="2401888"/>
          <p14:tracePt t="244668" x="4476750" y="2401888"/>
          <p14:tracePt t="244681" x="4476750" y="2387600"/>
          <p14:tracePt t="244692" x="4491038" y="2381250"/>
          <p14:tracePt t="244703" x="4497388" y="2381250"/>
          <p14:tracePt t="244714" x="4503738" y="2360613"/>
          <p14:tracePt t="244726" x="4503738" y="2327275"/>
          <p14:tracePt t="244737" x="4503738" y="2286000"/>
          <p14:tracePt t="244748" x="4497388" y="2205038"/>
          <p14:tracePt t="244762" x="4476750" y="2095500"/>
          <p14:tracePt t="244773" x="4443413" y="2014538"/>
          <p14:tracePt t="244782" x="4395788" y="1890713"/>
          <p14:tracePt t="244798" x="4327525" y="1776413"/>
          <p14:tracePt t="244805" x="4244975" y="1666875"/>
          <p14:tracePt t="244815" x="4197350" y="1592263"/>
          <p14:tracePt t="244830" x="4129088" y="1524000"/>
          <p14:tracePt t="244840" x="4075113" y="1476375"/>
          <p14:tracePt t="244850" x="4033838" y="1449388"/>
          <p14:tracePt t="244864" x="4000500" y="1428750"/>
          <p14:tracePt t="244876" x="3973513" y="1408113"/>
          <p14:tracePt t="244885" x="3952875" y="1401763"/>
          <p14:tracePt t="244898" x="3938588" y="1401763"/>
          <p14:tracePt t="244916" x="3932238" y="1401763"/>
          <p14:tracePt t="244917" x="3925888" y="1401763"/>
          <p14:tracePt t="244949" x="3911600" y="1401763"/>
          <p14:tracePt t="244971" x="3905250" y="1401763"/>
          <p14:tracePt t="244994" x="3890963" y="1395413"/>
          <p14:tracePt t="245017" x="3878263" y="1395413"/>
          <p14:tracePt t="245029" x="3863975" y="1381125"/>
          <p14:tracePt t="245040" x="3851275" y="1381125"/>
          <p14:tracePt t="245051" x="3816350" y="1360488"/>
          <p14:tracePt t="245063" x="3803650" y="1360488"/>
          <p14:tracePt t="245074" x="3783013" y="1354138"/>
          <p14:tracePt t="245087" x="3762375" y="1354138"/>
          <p14:tracePt t="245098" x="3741738" y="1354138"/>
          <p14:tracePt t="245110" x="3729038" y="1354138"/>
          <p14:tracePt t="245120" x="3708400" y="1360488"/>
          <p14:tracePt t="245131" x="3681413" y="1381125"/>
          <p14:tracePt t="245145" x="3646488" y="1408113"/>
          <p14:tracePt t="245155" x="3633788" y="1443038"/>
          <p14:tracePt t="245163" x="3633788" y="1470025"/>
          <p14:tracePt t="245178" x="3619500" y="1497013"/>
          <p14:tracePt t="245188" x="3619500" y="1530350"/>
          <p14:tracePt t="245198" x="3633788" y="1550988"/>
          <p14:tracePt t="245212" x="3640138" y="1577975"/>
          <p14:tracePt t="245222" x="3660775" y="1604963"/>
          <p14:tracePt t="245232" x="3687763" y="1625600"/>
          <p14:tracePt t="245247" x="3708400" y="1639888"/>
          <p14:tracePt t="245257" x="3735388" y="1646238"/>
          <p14:tracePt t="245266" x="3768725" y="1652588"/>
          <p14:tracePt t="245281" x="3803650" y="1652588"/>
          <p14:tracePt t="245290" x="3851275" y="1652588"/>
          <p14:tracePt t="245300" x="3905250" y="1646238"/>
          <p14:tracePt t="245314" x="3938588" y="1646238"/>
          <p14:tracePt t="245324" x="3986213" y="1625600"/>
          <p14:tracePt t="245335" x="4048125" y="1604963"/>
          <p14:tracePt t="245347" x="4102100" y="1577975"/>
          <p14:tracePt t="245357" x="4129088" y="1571625"/>
          <p14:tracePt t="245368" x="4149725" y="1550988"/>
          <p14:tracePt t="245381" x="4157663" y="1544638"/>
          <p14:tracePt t="245391" x="4170363" y="1544638"/>
          <p14:tracePt t="245444" x="4157663" y="1544638"/>
          <p14:tracePt t="245478" x="4157663" y="1550988"/>
          <p14:tracePt t="245489" x="4157663" y="1565275"/>
          <p14:tracePt t="245502" x="4170363" y="1571625"/>
          <p14:tracePt t="245523" x="4176713" y="1577975"/>
          <p14:tracePt t="245534" x="4205288" y="1577975"/>
          <p14:tracePt t="245547" x="4232275" y="1577975"/>
          <p14:tracePt t="245557" x="4279900" y="1577975"/>
          <p14:tracePt t="245570" x="4333875" y="1577975"/>
          <p14:tracePt t="245591" x="4375150" y="1577975"/>
          <p14:tracePt t="245592" x="4408488" y="1571625"/>
          <p14:tracePt t="245602" x="4449763" y="1565275"/>
          <p14:tracePt t="245614" x="4470400" y="1544638"/>
          <p14:tracePt t="245627" x="4470400" y="1530350"/>
          <p14:tracePt t="245637" x="4470400" y="1524000"/>
          <p14:tracePt t="245647" x="4456113" y="1517650"/>
          <p14:tracePt t="245662" x="4443413" y="1503363"/>
          <p14:tracePt t="245672" x="4408488" y="1497013"/>
          <p14:tracePt t="245682" x="4381500" y="1482725"/>
          <p14:tracePt t="245697" x="4348163" y="1482725"/>
          <p14:tracePt t="245706" x="4319588" y="1482725"/>
          <p14:tracePt t="245718" x="4279900" y="1503363"/>
          <p14:tracePt t="245730" x="4259263" y="1524000"/>
          <p14:tracePt t="245740" x="4252913" y="1544638"/>
          <p14:tracePt t="245749" x="4244975" y="1571625"/>
          <p14:tracePt t="245763" x="4252913" y="1598613"/>
          <p14:tracePt t="245777" x="4271963" y="1625600"/>
          <p14:tracePt t="245785" x="4300538" y="1652588"/>
          <p14:tracePt t="245796" x="4333875" y="1673225"/>
          <p14:tracePt t="245808" x="4375150" y="1687513"/>
          <p14:tracePt t="245819" x="4408488" y="1687513"/>
          <p14:tracePt t="245831" x="4449763" y="1687513"/>
          <p14:tracePt t="245841" x="4476750" y="1673225"/>
          <p14:tracePt t="245853" x="4491038" y="1673225"/>
          <p14:tracePt t="245864" x="4491038" y="1666875"/>
          <p14:tracePt t="245874" x="4491038" y="1652588"/>
          <p14:tracePt t="245886" x="4491038" y="1646238"/>
          <p14:tracePt t="245897" x="4476750" y="1639888"/>
          <p14:tracePt t="245907" x="4456113" y="1625600"/>
          <p14:tracePt t="245920" x="4443413" y="1619250"/>
          <p14:tracePt t="245930" x="4408488" y="1604963"/>
          <p14:tracePt t="245943" x="4381500" y="1598613"/>
          <p14:tracePt t="245973" x="4354513" y="1598613"/>
          <p14:tracePt t="245977" x="4327525" y="1598613"/>
          <p14:tracePt t="245987" x="4319588" y="1598613"/>
          <p14:tracePt t="245996" x="4319588" y="1604963"/>
          <p14:tracePt t="246011" x="4319588" y="1619250"/>
          <p14:tracePt t="246021" x="4327525" y="1625600"/>
          <p14:tracePt t="246031" x="4333875" y="1646238"/>
          <p14:tracePt t="246045" x="4354513" y="1646238"/>
          <p14:tracePt t="246054" x="4375150" y="1652588"/>
          <p14:tracePt t="246064" x="4395788" y="1652588"/>
          <p14:tracePt t="246079" x="4402138" y="1652588"/>
          <p14:tracePt t="246088" x="4408488" y="1652588"/>
          <p14:tracePt t="246142" x="4408488" y="1646238"/>
          <p14:tracePt t="246153" x="4402138" y="1646238"/>
          <p14:tracePt t="246175" x="4395788" y="1639888"/>
          <p14:tracePt t="246558" x="4402138" y="1639888"/>
          <p14:tracePt t="247278" x="4408488" y="1639888"/>
          <p14:tracePt t="247289" x="4422775" y="1625600"/>
          <p14:tracePt t="247401" x="4422775" y="1619250"/>
          <p14:tracePt t="247414" x="4408488" y="1619250"/>
          <p14:tracePt t="247435" x="4402138" y="1619250"/>
          <p14:tracePt t="247480" x="4395788" y="1619250"/>
          <p14:tracePt t="247492" x="4381500" y="1619250"/>
          <p14:tracePt t="247504" x="4367213" y="1625600"/>
          <p14:tracePt t="247515" x="4333875" y="1639888"/>
          <p14:tracePt t="247526" x="4306888" y="1652588"/>
          <p14:tracePt t="247540" x="4252913" y="1700213"/>
          <p14:tracePt t="247550" x="4205288" y="1762125"/>
          <p14:tracePt t="247560" x="4137025" y="1884363"/>
          <p14:tracePt t="247575" x="4081463" y="2047875"/>
          <p14:tracePt t="247585" x="4048125" y="2244725"/>
          <p14:tracePt t="247598" x="4014788" y="2401888"/>
          <p14:tracePt t="247607" x="3979863" y="2557463"/>
          <p14:tracePt t="247618" x="3938588" y="2681288"/>
          <p14:tracePt t="247629" x="3905250" y="2747963"/>
          <p14:tracePt t="247640" x="3884613" y="2803525"/>
          <p14:tracePt t="247654" x="3878263" y="2851150"/>
          <p14:tracePt t="247664" x="3878263" y="2871788"/>
          <p14:tracePt t="247674" x="3884613" y="2898775"/>
          <p14:tracePt t="247687" x="3890963" y="2905125"/>
          <p14:tracePt t="247698" x="3905250" y="2919413"/>
          <p14:tracePt t="247709" x="3911600" y="2925763"/>
          <p14:tracePt t="247722" x="3925888" y="2925763"/>
          <p14:tracePt t="247731" x="3932238" y="2925763"/>
          <p14:tracePt t="247750" x="3932238" y="2919413"/>
          <p14:tracePt t="247762" x="3938588" y="2905125"/>
          <p14:tracePt t="247774" x="3938588" y="2884488"/>
          <p14:tracePt t="247785" x="3938588" y="2878138"/>
          <p14:tracePt t="247798" x="3938588" y="2857500"/>
          <p14:tracePt t="247807" x="3938588" y="2843213"/>
          <p14:tracePt t="247820" x="3938588" y="2824163"/>
          <p14:tracePt t="247831" x="3938588" y="2803525"/>
          <p14:tracePt t="247841" x="3932238" y="2782888"/>
          <p14:tracePt t="247856" x="3911600" y="2776538"/>
          <p14:tracePt t="247866" x="3884613" y="2747963"/>
          <p14:tracePt t="247875" x="3836988" y="2728913"/>
          <p14:tracePt t="247897" x="3789363" y="2687638"/>
          <p14:tracePt t="247902" x="3756025" y="2673350"/>
          <p14:tracePt t="247913" x="3694113" y="2652713"/>
          <p14:tracePt t="247923" x="3633788" y="2633663"/>
          <p14:tracePt t="247933" x="3592513" y="2625725"/>
          <p14:tracePt t="247943" x="3538538" y="2613025"/>
          <p14:tracePt t="247958" x="3490913" y="2625725"/>
          <p14:tracePt t="247967" x="3470275" y="2633663"/>
          <p14:tracePt t="247978" x="3449638" y="2652713"/>
          <p14:tracePt t="247991" x="3449638" y="2681288"/>
          <p14:tracePt t="248001" x="3449638" y="2708275"/>
          <p14:tracePt t="248013" x="3462338" y="2728913"/>
          <p14:tracePt t="248025" x="3482975" y="2747963"/>
          <p14:tracePt t="248034" x="3517900" y="2776538"/>
          <p14:tracePt t="248045" x="3557588" y="2776538"/>
          <p14:tracePt t="248065" x="3605213" y="2782888"/>
          <p14:tracePt t="248071" x="3667125" y="2782888"/>
          <p14:tracePt t="248080" x="3741738" y="2776538"/>
          <p14:tracePt t="248090" x="3803650" y="2768600"/>
          <p14:tracePt t="248104" x="3878263" y="2755900"/>
          <p14:tracePt t="248114" x="3932238" y="2728913"/>
          <p14:tracePt t="248124" x="3959225" y="2720975"/>
          <p14:tracePt t="248137" x="3979863" y="2700338"/>
          <p14:tracePt t="248148" x="3986213" y="2681288"/>
          <p14:tracePt t="248158" x="3986213" y="2673350"/>
          <p14:tracePt t="248171" x="3979863" y="2652713"/>
          <p14:tracePt t="248181" x="3979863" y="2646363"/>
          <p14:tracePt t="248268" x="3986213" y="2646363"/>
          <p14:tracePt t="248279" x="4000500" y="2633663"/>
          <p14:tracePt t="248291" x="4014788" y="2633663"/>
          <p14:tracePt t="248302" x="4033838" y="2633663"/>
          <p14:tracePt t="248313" x="4054475" y="2633663"/>
          <p14:tracePt t="248325" x="4062413" y="2633663"/>
          <p14:tracePt t="248336" x="4075113" y="2633663"/>
          <p14:tracePt t="248348" x="4081463" y="2633663"/>
          <p14:tracePt t="248403" x="4089400" y="2633663"/>
          <p14:tracePt t="248436" x="4089400" y="2625725"/>
          <p14:tracePt t="248449" x="4102100" y="2613025"/>
          <p14:tracePt t="248460" x="4102100" y="2605088"/>
          <p14:tracePt t="248471" x="4110038" y="2598738"/>
          <p14:tracePt t="248483" x="4110038" y="2578100"/>
          <p14:tracePt t="248496" x="4110038" y="2557463"/>
          <p14:tracePt t="248506" x="4089400" y="2530475"/>
          <p14:tracePt t="248519" x="4075113" y="2503488"/>
          <p14:tracePt t="248531" x="4014788" y="2455863"/>
          <p14:tracePt t="248542" x="3932238" y="2408238"/>
          <p14:tracePt t="248552" x="3857625" y="2366963"/>
          <p14:tracePt t="248563" x="3741738" y="2339975"/>
          <p14:tracePt t="248576" x="3613150" y="2327275"/>
          <p14:tracePt t="248586" x="3509963" y="2312988"/>
          <p14:tracePt t="248597" x="3408363" y="2327275"/>
          <p14:tracePt t="248610" x="3327400" y="2339975"/>
          <p14:tracePt t="248621" x="3271838" y="2360613"/>
          <p14:tracePt t="248630" x="3244850" y="2387600"/>
          <p14:tracePt t="248643" x="3238500" y="2414588"/>
          <p14:tracePt t="248654" x="3238500" y="2435225"/>
          <p14:tracePt t="248664" x="3244850" y="2455863"/>
          <p14:tracePt t="248678" x="3265488" y="2482850"/>
          <p14:tracePt t="248688" x="3300413" y="2503488"/>
          <p14:tracePt t="248699" x="3348038" y="2524125"/>
          <p14:tracePt t="248711" x="3387725" y="2530475"/>
          <p14:tracePt t="248722" x="3443288" y="2538413"/>
          <p14:tracePt t="248730" x="3497263" y="2538413"/>
          <p14:tracePt t="248746" x="3544888" y="2538413"/>
          <p14:tracePt t="248755" x="3605213" y="2538413"/>
          <p14:tracePt t="248764" x="3646488" y="2530475"/>
          <p14:tracePt t="248779" x="3694113" y="2524125"/>
          <p14:tracePt t="248789" x="3714750" y="2509838"/>
          <p14:tracePt t="248798" x="3729038" y="2490788"/>
          <p14:tracePt t="248813" x="3729038" y="2482850"/>
          <p14:tracePt t="248823" x="3729038" y="2476500"/>
          <p14:tracePt t="248832" x="3714750" y="2462213"/>
          <p14:tracePt t="248847" x="3687763" y="2435225"/>
          <p14:tracePt t="248858" x="3660775" y="2414588"/>
          <p14:tracePt t="248866" x="3605213" y="2408238"/>
          <p14:tracePt t="248880" x="3544888" y="2387600"/>
          <p14:tracePt t="248890" x="3497263" y="2387600"/>
          <p14:tracePt t="248901" x="3462338" y="2387600"/>
          <p14:tracePt t="248914" x="3443288" y="2401888"/>
          <p14:tracePt t="248923" x="3435350" y="2408238"/>
          <p14:tracePt t="248934" x="3422650" y="2414588"/>
          <p14:tracePt t="248947" x="3422650" y="2428875"/>
          <p14:tracePt t="248957" x="3435350" y="2455863"/>
          <p14:tracePt t="248969" x="3449638" y="2476500"/>
          <p14:tracePt t="248982" x="3482975" y="2490788"/>
          <p14:tracePt t="248993" x="3517900" y="2524125"/>
          <p14:tracePt t="249002" x="3565525" y="2538413"/>
          <p14:tracePt t="249013" x="3605213" y="2551113"/>
          <p14:tracePt t="249026" x="3660775" y="2551113"/>
          <p14:tracePt t="249036" x="3714750" y="2551113"/>
          <p14:tracePt t="249048" x="3768725" y="2551113"/>
          <p14:tracePt t="249058" x="3810000" y="2538413"/>
          <p14:tracePt t="249070" x="3851275" y="2530475"/>
          <p14:tracePt t="249080" x="3857625" y="2509838"/>
          <p14:tracePt t="249094" x="3863975" y="2490788"/>
          <p14:tracePt t="249112" x="3863975" y="2462213"/>
          <p14:tracePt t="249116" x="3857625" y="2435225"/>
          <p14:tracePt t="249128" x="3851275" y="2408238"/>
          <p14:tracePt t="249138" x="3816350" y="2360613"/>
          <p14:tracePt t="249146" x="3768725" y="2312988"/>
          <p14:tracePt t="249162" x="3729038" y="2259013"/>
          <p14:tracePt t="249172" x="3687763" y="2211388"/>
          <p14:tracePt t="249180" x="3640138" y="2163763"/>
          <p14:tracePt t="249195" x="3613150" y="2122488"/>
          <p14:tracePt t="249205" x="3605213" y="2109788"/>
          <p14:tracePt t="249215" x="3592513" y="2089150"/>
          <p14:tracePt t="249236" x="3592513" y="2081213"/>
          <p14:tracePt t="249258" x="3613150" y="2062163"/>
          <p14:tracePt t="249270" x="3640138" y="2041525"/>
          <p14:tracePt t="249282" x="3681413" y="2014538"/>
          <p14:tracePt t="249295" x="3729038" y="1966913"/>
          <p14:tracePt t="249305" x="3783013" y="1898650"/>
          <p14:tracePt t="249317" x="3830638" y="1843088"/>
          <p14:tracePt t="249330" x="3884613" y="1768475"/>
          <p14:tracePt t="249340" x="3925888" y="1700213"/>
          <p14:tracePt t="249351" x="3952875" y="1639888"/>
          <p14:tracePt t="249364" x="3959225" y="1598613"/>
          <p14:tracePt t="249374" x="3973513" y="1565275"/>
          <p14:tracePt t="249384" x="3959225" y="1530350"/>
          <p14:tracePt t="249398" x="3952875" y="1517650"/>
          <p14:tracePt t="249409" x="3932238" y="1497013"/>
          <p14:tracePt t="249419" x="3890963" y="1482725"/>
          <p14:tracePt t="249429" x="3851275" y="1476375"/>
          <p14:tracePt t="249443" x="3810000" y="1476375"/>
          <p14:tracePt t="249453" x="3756025" y="1476375"/>
          <p14:tracePt t="249464" x="3687763" y="1482725"/>
          <p14:tracePt t="249476" x="3646488" y="1497013"/>
          <p14:tracePt t="249486" x="3619500" y="1517650"/>
          <p14:tracePt t="249496" x="3613150" y="1524000"/>
          <p14:tracePt t="249510" x="3613150" y="1530350"/>
          <p14:tracePt t="249519" x="3613150" y="1550988"/>
          <p14:tracePt t="249531" x="3619500" y="1577975"/>
          <p14:tracePt t="249542" x="3646488" y="1604963"/>
          <p14:tracePt t="249553" x="3687763" y="1639888"/>
          <p14:tracePt t="249563" x="3768725" y="1652588"/>
          <p14:tracePt t="249578" x="3857625" y="1652588"/>
          <p14:tracePt t="249587" x="3938588" y="1652588"/>
          <p14:tracePt t="249596" x="4054475" y="1639888"/>
          <p14:tracePt t="249610" x="4149725" y="1619250"/>
          <p14:tracePt t="249621" x="4211638" y="1592263"/>
          <p14:tracePt t="249632" x="4252913" y="1571625"/>
          <p14:tracePt t="249646" x="4271963" y="1550988"/>
          <p14:tracePt t="249655" x="4271963" y="1544638"/>
          <p14:tracePt t="249664" x="4271963" y="1530350"/>
          <p14:tracePt t="249679" x="4259263" y="1524000"/>
          <p14:tracePt t="249688" x="4244975" y="1517650"/>
          <p14:tracePt t="249698" x="4211638" y="1517650"/>
          <p14:tracePt t="249712" x="4184650" y="1517650"/>
          <p14:tracePt t="249722" x="4157663" y="1524000"/>
          <p14:tracePt t="249733" x="4137025" y="1530350"/>
          <p14:tracePt t="249747" x="4129088" y="1550988"/>
          <p14:tracePt t="249757" x="4129088" y="1571625"/>
          <p14:tracePt t="249768" x="4137025" y="1592263"/>
          <p14:tracePt t="249781" x="4157663" y="1604963"/>
          <p14:tracePt t="249789" x="4197350" y="1619250"/>
          <p14:tracePt t="249801" x="4244975" y="1619250"/>
          <p14:tracePt t="249814" x="4319588" y="1619250"/>
          <p14:tracePt t="249824" x="4375150" y="1619250"/>
          <p14:tracePt t="249836" x="4456113" y="1619250"/>
          <p14:tracePt t="249847" x="4518025" y="1604963"/>
          <p14:tracePt t="249859" x="4545013" y="1598613"/>
          <p14:tracePt t="249869" x="4565650" y="1577975"/>
          <p14:tracePt t="249881" x="4565650" y="1571625"/>
          <p14:tracePt t="249900" x="4551363" y="1565275"/>
          <p14:tracePt t="249912" x="4530725" y="1565275"/>
          <p14:tracePt t="249922" x="4503738" y="1565275"/>
          <p14:tracePt t="249935" x="4470400" y="1565275"/>
          <p14:tracePt t="249949" x="4422775" y="1571625"/>
          <p14:tracePt t="249959" x="4381500" y="1577975"/>
          <p14:tracePt t="249970" x="4354513" y="1598613"/>
          <p14:tracePt t="249980" x="4348163" y="1604963"/>
          <p14:tracePt t="249994" x="4333875" y="1625600"/>
          <p14:tracePt t="250004" x="4333875" y="1639888"/>
          <p14:tracePt t="250013" x="4348163" y="1646238"/>
          <p14:tracePt t="250026" x="4367213" y="1652588"/>
          <p14:tracePt t="250037" x="4381500" y="1652588"/>
          <p14:tracePt t="250047" x="4402138" y="1666875"/>
          <p14:tracePt t="250062" x="4422775" y="1666875"/>
          <p14:tracePt t="250071" x="4429125" y="1666875"/>
          <p14:tracePt t="250080" x="4443413" y="1666875"/>
          <p14:tracePt t="250113" x="4429125" y="1666875"/>
          <p14:tracePt t="250136" x="4422775" y="1673225"/>
          <p14:tracePt t="250158" x="4402138" y="1687513"/>
          <p14:tracePt t="250163" x="4381500" y="1693863"/>
          <p14:tracePt t="250172" x="4354513" y="1700213"/>
          <p14:tracePt t="250182" x="4319588" y="1720850"/>
          <p14:tracePt t="250203" x="4279900" y="1747838"/>
          <p14:tracePt t="250210" x="4259263" y="1762125"/>
          <p14:tracePt t="250220" x="4244975" y="1776413"/>
          <p14:tracePt t="250229" x="4232275" y="1789113"/>
          <p14:tracePt t="250240" x="4224338" y="1795463"/>
          <p14:tracePt t="250293" x="4232275" y="1795463"/>
          <p14:tracePt t="250316" x="4244975" y="1795463"/>
          <p14:tracePt t="250328" x="4252913" y="1789113"/>
          <p14:tracePt t="250339" x="4252913" y="1776413"/>
          <p14:tracePt t="250351" x="4259263" y="1762125"/>
          <p14:tracePt t="250363" x="4271963" y="1747838"/>
          <p14:tracePt t="250373" x="4271963" y="1728788"/>
          <p14:tracePt t="250386" x="4271963" y="1720850"/>
          <p14:tracePt t="250398" x="4259263" y="1714500"/>
          <p14:tracePt t="250417" x="4252913" y="1700213"/>
          <p14:tracePt t="250439" x="4244975" y="1700213"/>
          <p14:tracePt t="250451" x="4224338" y="1714500"/>
          <p14:tracePt t="250464" x="4211638" y="1714500"/>
          <p14:tracePt t="250479" x="4197350" y="1720850"/>
          <p14:tracePt t="250490" x="4184650" y="1741488"/>
          <p14:tracePt t="250504" x="4170363" y="1762125"/>
          <p14:tracePt t="250512" x="4157663" y="1768475"/>
          <p14:tracePt t="250530" x="4149725" y="1795463"/>
          <p14:tracePt t="250531" x="4149725" y="1816100"/>
          <p14:tracePt t="250545" x="4149725" y="1836738"/>
          <p14:tracePt t="250555" x="4149725" y="1851025"/>
          <p14:tracePt t="250564" x="4157663" y="1871663"/>
          <p14:tracePt t="250580" x="4170363" y="1890713"/>
          <p14:tracePt t="250589" x="4176713" y="1890713"/>
          <p14:tracePt t="250598" x="4197350" y="1898650"/>
          <p14:tracePt t="250613" x="4205288" y="1898650"/>
          <p14:tracePt t="250623" x="4211638" y="1898650"/>
          <p14:tracePt t="250653" x="4211638" y="1890713"/>
          <p14:tracePt t="250709" x="4205288" y="1890713"/>
          <p14:tracePt t="250720" x="4184650" y="1898650"/>
          <p14:tracePt t="250734" x="4176713" y="1919288"/>
          <p14:tracePt t="250745" x="4157663" y="1938338"/>
          <p14:tracePt t="250756" x="4122738" y="1973263"/>
          <p14:tracePt t="250767" x="4089400" y="2020888"/>
          <p14:tracePt t="250781" x="4081463" y="2062163"/>
          <p14:tracePt t="250791" x="4062413" y="2109788"/>
          <p14:tracePt t="250803" x="4062413" y="2143125"/>
          <p14:tracePt t="250813" x="4062413" y="2184400"/>
          <p14:tracePt t="250826" x="4062413" y="2205038"/>
          <p14:tracePt t="250836" x="4062413" y="2217738"/>
          <p14:tracePt t="250848" x="4075113" y="2232025"/>
          <p14:tracePt t="250860" x="4081463" y="2238375"/>
          <p14:tracePt t="250871" x="4081463" y="2244725"/>
          <p14:tracePt t="251046" x="4081463" y="2259013"/>
          <p14:tracePt t="251339" x="4081463" y="2244725"/>
          <p14:tracePt t="251373" x="4089400" y="2244725"/>
          <p14:tracePt t="252397" x="4081463" y="2259013"/>
          <p14:tracePt t="252400" x="4062413" y="2265363"/>
          <p14:tracePt t="252410" x="4048125" y="2286000"/>
          <p14:tracePt t="252421" x="4027488" y="2292350"/>
          <p14:tracePt t="252432" x="4006850" y="2306638"/>
          <p14:tracePt t="252858" x="4000500" y="2306638"/>
          <p14:tracePt t="252869" x="3979863" y="2292350"/>
          <p14:tracePt t="252881" x="3959225" y="2292350"/>
          <p14:tracePt t="252894" x="3925888" y="2292350"/>
          <p14:tracePt t="252904" x="3878263" y="2292350"/>
          <p14:tracePt t="252917" x="3836988" y="2306638"/>
          <p14:tracePt t="252927" x="3789363" y="2312988"/>
          <p14:tracePt t="252941" x="3735388" y="2333625"/>
          <p14:tracePt t="252951" x="3640138" y="2366963"/>
          <p14:tracePt t="252961" x="3565525" y="2401888"/>
          <p14:tracePt t="252974" x="3449638" y="2449513"/>
          <p14:tracePt t="252985" x="3348038" y="2490788"/>
          <p14:tracePt t="252995" x="3265488" y="2524125"/>
          <p14:tracePt t="253009" x="3217863" y="2538413"/>
          <p14:tracePt t="253019" x="3170238" y="2557463"/>
          <p14:tracePt t="253027" x="3149600" y="2565400"/>
          <p14:tracePt t="253043" x="3143250" y="2565400"/>
          <p14:tracePt t="253052" x="3143250" y="2578100"/>
          <p14:tracePt t="253173" x="3149600" y="2565400"/>
          <p14:tracePt t="253218" x="3143250" y="2557463"/>
          <p14:tracePt t="253364" x="3149600" y="2557463"/>
          <p14:tracePt t="253375" x="3163888" y="2557463"/>
          <p14:tracePt t="253387" x="3163888" y="2551113"/>
          <p14:tracePt t="253399" x="3170238" y="2538413"/>
          <p14:tracePt t="253421" x="3176588" y="2538413"/>
          <p14:tracePt t="253432" x="3190875" y="2530475"/>
          <p14:tracePt t="253455" x="3197225" y="2530475"/>
          <p14:tracePt t="253465" x="3197225" y="2524125"/>
          <p14:tracePt t="253478" x="3211513" y="2524125"/>
          <p14:tracePt t="253490" x="3217863" y="2509838"/>
          <p14:tracePt t="253501" x="3224213" y="2503488"/>
          <p14:tracePt t="253522" x="3238500" y="2490788"/>
          <p14:tracePt t="253533" x="3244850" y="2482850"/>
          <p14:tracePt t="253556" x="3244850" y="2462213"/>
          <p14:tracePt t="253567" x="3252788" y="2455863"/>
          <p14:tracePt t="253580" x="3252788" y="2449513"/>
          <p14:tracePt t="253591" x="3265488" y="2435225"/>
          <p14:tracePt t="253602" x="3271838" y="2428875"/>
          <p14:tracePt t="253615" x="3271838" y="2414588"/>
          <p14:tracePt t="253626" x="3286125" y="2408238"/>
          <p14:tracePt t="253646" x="3292475" y="2401888"/>
          <p14:tracePt t="253668" x="3292475" y="2387600"/>
          <p14:tracePt t="253681" x="3300413" y="2387600"/>
          <p14:tracePt t="253758" x="3313113" y="2387600"/>
          <p14:tracePt t="253769" x="3319463" y="2401888"/>
          <p14:tracePt t="253783" x="3340100" y="2408238"/>
          <p14:tracePt t="253792" x="3367088" y="2428875"/>
          <p14:tracePt t="253804" x="3395663" y="2449513"/>
          <p14:tracePt t="253817" x="3414713" y="2462213"/>
          <p14:tracePt t="253828" x="3435350" y="2482850"/>
          <p14:tracePt t="253840" x="3449638" y="2490788"/>
          <p14:tracePt t="253851" x="3470275" y="2503488"/>
          <p14:tracePt t="253861" x="3482975" y="2509838"/>
          <p14:tracePt t="253875" x="3490913" y="2509838"/>
          <p14:tracePt t="253884" x="3509963" y="2509838"/>
          <p14:tracePt t="253896" x="3517900" y="2509838"/>
          <p14:tracePt t="253908" x="3544888" y="2509838"/>
          <p14:tracePt t="253918" x="3571875" y="2509838"/>
          <p14:tracePt t="253928" x="3605213" y="2503488"/>
          <p14:tracePt t="253942" x="3646488" y="2490788"/>
          <p14:tracePt t="253952" x="3708400" y="2482850"/>
          <p14:tracePt t="253962" x="3762375" y="2476500"/>
          <p14:tracePt t="253977" x="3810000" y="2462213"/>
          <p14:tracePt t="253985" x="3863975" y="2455863"/>
          <p14:tracePt t="253995" x="3911600" y="2455863"/>
          <p14:tracePt t="254010" x="3932238" y="2449513"/>
          <p14:tracePt t="254019" x="3952875" y="2449513"/>
          <p14:tracePt t="254028" x="3959225" y="2449513"/>
          <p14:tracePt t="254043" x="3973513" y="2449513"/>
          <p14:tracePt t="254311" x="3979863" y="2449513"/>
          <p14:tracePt t="254321" x="4006850" y="2455863"/>
          <p14:tracePt t="254333" x="4054475" y="2462213"/>
          <p14:tracePt t="254354" x="4102100" y="2476500"/>
          <p14:tracePt t="254359" x="4149725" y="2482850"/>
          <p14:tracePt t="254368" x="4205288" y="2482850"/>
          <p14:tracePt t="254381" x="4259263" y="2482850"/>
          <p14:tracePt t="254392" x="4300538" y="2482850"/>
          <p14:tracePt t="254401" x="4333875" y="2482850"/>
          <p14:tracePt t="254416" x="4354513" y="2476500"/>
          <p14:tracePt t="254426" x="4375150" y="2476500"/>
          <p14:tracePt t="254670" x="4381500" y="2476500"/>
          <p14:tracePt t="254682" x="4395788" y="2476500"/>
          <p14:tracePt t="254692" x="4429125" y="2476500"/>
          <p14:tracePt t="254707" x="4456113" y="2476500"/>
          <p14:tracePt t="254717" x="4497388" y="2476500"/>
          <p14:tracePt t="254726" x="4545013" y="2476500"/>
          <p14:tracePt t="254738" x="4592638" y="2476500"/>
          <p14:tracePt t="254749" x="4646613" y="2476500"/>
          <p14:tracePt t="254761" x="4700588" y="2476500"/>
          <p14:tracePt t="254774" x="4748213" y="2476500"/>
          <p14:tracePt t="254784" x="4789488" y="2476500"/>
          <p14:tracePt t="254794" x="4810125" y="2462213"/>
          <p14:tracePt t="254808" x="4824413" y="2462213"/>
          <p14:tracePt t="254827" x="4837113" y="2462213"/>
          <p14:tracePt t="254962" x="4824413" y="2462213"/>
          <p14:tracePt t="255017" x="4816475" y="2462213"/>
          <p14:tracePt t="255040" x="4810125" y="2462213"/>
          <p14:tracePt t="255063" x="4795838" y="2462213"/>
          <p14:tracePt t="255074" x="4789488" y="2462213"/>
          <p14:tracePt t="255097" x="4768850" y="2462213"/>
          <p14:tracePt t="255108" x="4762500" y="2462213"/>
          <p14:tracePt t="255120" x="4748213" y="2462213"/>
          <p14:tracePt t="255132" x="4741863" y="2462213"/>
          <p14:tracePt t="255142" x="4721225" y="2462213"/>
          <p14:tracePt t="255164" x="4714875" y="2462213"/>
          <p14:tracePt t="255243" x="4721225" y="2476500"/>
          <p14:tracePt t="255265" x="4741863" y="2490788"/>
          <p14:tracePt t="255277" x="4748213" y="2503488"/>
          <p14:tracePt t="255290" x="4776788" y="2524125"/>
          <p14:tracePt t="255301" x="4795838" y="2530475"/>
          <p14:tracePt t="255322" x="4789488" y="2530475"/>
          <p14:tracePt t="255659" x="4795838" y="2530475"/>
          <p14:tracePt t="255682" x="4810125" y="2530475"/>
          <p14:tracePt t="255705" x="4816475" y="2530475"/>
          <p14:tracePt t="255716" x="4824413" y="2524125"/>
          <p14:tracePt t="255728" x="4837113" y="2524125"/>
          <p14:tracePt t="255749" x="4843463" y="2524125"/>
          <p14:tracePt t="255794" x="4837113" y="2524125"/>
          <p14:tracePt t="255963" x="4837113" y="2530475"/>
          <p14:tracePt t="255985" x="4851400" y="2551113"/>
          <p14:tracePt t="255997" x="4884738" y="2578100"/>
          <p14:tracePt t="256009" x="4932363" y="2625725"/>
          <p14:tracePt t="256020" x="5021263" y="2728913"/>
          <p14:tracePt t="256033" x="5170488" y="2878138"/>
          <p14:tracePt t="256043" x="5334000" y="3021013"/>
          <p14:tracePt t="256057" x="5613400" y="3252788"/>
          <p14:tracePt t="256067" x="5878513" y="3462338"/>
          <p14:tracePt t="256076" x="6027738" y="3586163"/>
          <p14:tracePt t="256091" x="6176963" y="3687763"/>
          <p14:tracePt t="256100" x="6300788" y="3762375"/>
          <p14:tracePt t="256111" x="6396038" y="3830638"/>
          <p14:tracePt t="256123" x="6462713" y="3863975"/>
          <p14:tracePt t="256135" x="6530975" y="3890963"/>
          <p14:tracePt t="256144" x="6578600" y="3925888"/>
          <p14:tracePt t="256157" x="6605588" y="3932238"/>
          <p14:tracePt t="256168" x="6619875" y="3932238"/>
          <p14:tracePt t="256180" x="6634163" y="3938588"/>
          <p14:tracePt t="256191" x="6653213" y="3938588"/>
          <p14:tracePt t="256203" x="6661150" y="3938588"/>
          <p14:tracePt t="256214" x="6681788" y="3952875"/>
          <p14:tracePt t="256226" x="6694488" y="3959225"/>
          <p14:tracePt t="256236" x="6715125" y="3973513"/>
          <p14:tracePt t="256248" x="6742113" y="3986213"/>
          <p14:tracePt t="256258" x="6783388" y="4006850"/>
          <p14:tracePt t="256271" x="6804025" y="4027488"/>
          <p14:tracePt t="256282" x="6831013" y="4033838"/>
          <p14:tracePt t="256291" x="6851650" y="4048125"/>
          <p14:tracePt t="256306" x="6858000" y="4048125"/>
          <p14:tracePt t="256315" x="6864350" y="4054475"/>
          <p14:tracePt t="256368" x="6878638" y="4048125"/>
          <p14:tracePt t="256379" x="6884988" y="4048125"/>
          <p14:tracePt t="256391" x="6905625" y="4048125"/>
          <p14:tracePt t="256405" x="6932613" y="4048125"/>
          <p14:tracePt t="256415" x="6980238" y="4033838"/>
          <p14:tracePt t="256425" x="7007225" y="4033838"/>
          <p14:tracePt t="256458" x="7048500" y="4027488"/>
          <p14:tracePt t="256463" x="7075488" y="4027488"/>
          <p14:tracePt t="256474" x="7075488" y="4006850"/>
          <p14:tracePt t="256684" x="7081838" y="4006850"/>
          <p14:tracePt t="256695" x="7096125" y="4000500"/>
          <p14:tracePt t="256707" x="7096125" y="3986213"/>
          <p14:tracePt t="256717" x="7110413" y="3986213"/>
          <p14:tracePt t="256730" x="7123113" y="3986213"/>
          <p14:tracePt t="256751" x="7129463" y="3979863"/>
          <p14:tracePt t="256773" x="7137400" y="3979863"/>
          <p14:tracePt t="256807" x="7150100" y="3979863"/>
          <p14:tracePt t="256829" x="7158038" y="3979863"/>
          <p14:tracePt t="256841" x="7177088" y="3979863"/>
          <p14:tracePt t="256853" x="7205663" y="3979863"/>
          <p14:tracePt t="256864" x="7245350" y="3979863"/>
          <p14:tracePt t="256876" x="7300913" y="3979863"/>
          <p14:tracePt t="256888" x="7396163" y="3979863"/>
          <p14:tracePt t="256898" x="7470775" y="3979863"/>
          <p14:tracePt t="256911" x="7613650" y="3986213"/>
          <p14:tracePt t="256923" x="7762875" y="3986213"/>
          <p14:tracePt t="256933" x="7920038" y="4000500"/>
          <p14:tracePt t="256945" x="8034338" y="4006850"/>
          <p14:tracePt t="256956" x="8158163" y="4006850"/>
          <p14:tracePt t="256967" x="8253413" y="4006850"/>
          <p14:tracePt t="256977" x="8286750" y="4006850"/>
          <p14:tracePt t="256989" x="8307388" y="4006850"/>
          <p14:tracePt t="257000" x="8313738" y="4006850"/>
          <p14:tracePt t="257021" x="8301038" y="4000500"/>
          <p14:tracePt t="257032" x="8239125" y="3986213"/>
          <p14:tracePt t="257046" x="8137525" y="3973513"/>
          <p14:tracePt t="257058" x="8034338" y="3952875"/>
          <p14:tracePt t="257070" x="7872413" y="3932238"/>
          <p14:tracePt t="257080" x="7694613" y="3911600"/>
          <p14:tracePt t="257090" x="7572375" y="3911600"/>
          <p14:tracePt t="257104" x="7423150" y="3905250"/>
          <p14:tracePt t="257114" x="7292975" y="3890963"/>
          <p14:tracePt t="257123" x="7218363" y="3890963"/>
          <p14:tracePt t="257138" x="7185025" y="3905250"/>
          <p14:tracePt t="257148" x="7170738" y="3905250"/>
          <p14:tracePt t="257178" x="7185025" y="3905250"/>
          <p14:tracePt t="257190" x="7218363" y="3905250"/>
          <p14:tracePt t="257202" x="7259638" y="3911600"/>
          <p14:tracePt t="257213" x="7327900" y="3911600"/>
          <p14:tracePt t="257224" x="7429500" y="3925888"/>
          <p14:tracePt t="257237" x="7551738" y="3932238"/>
          <p14:tracePt t="257248" x="7661275" y="3938588"/>
          <p14:tracePt t="257260" x="7789863" y="3938588"/>
          <p14:tracePt t="257273" x="7920038" y="3938588"/>
          <p14:tracePt t="257282" x="7986713" y="3938588"/>
          <p14:tracePt t="257294" x="8042275" y="3938588"/>
          <p14:tracePt t="257306" x="8054975" y="3938588"/>
          <p14:tracePt t="257325" x="8042275" y="3938588"/>
          <p14:tracePt t="257337" x="7986713" y="3938588"/>
          <p14:tracePt t="257347" x="7872413" y="3938588"/>
          <p14:tracePt t="257360" x="7769225" y="3938588"/>
          <p14:tracePt t="257372" x="7613650" y="3938588"/>
          <p14:tracePt t="257382" x="7450138" y="3952875"/>
          <p14:tracePt t="257395" x="7300913" y="3959225"/>
          <p14:tracePt t="257407" x="7218363" y="3973513"/>
          <p14:tracePt t="257419" x="7129463" y="3973513"/>
          <p14:tracePt t="257429" x="7096125" y="3973513"/>
          <p14:tracePt t="257441" x="7081838" y="3973513"/>
          <p14:tracePt t="257459" x="7096125" y="3973513"/>
          <p14:tracePt t="257472" x="7110413" y="3973513"/>
          <p14:tracePt t="257504" x="7170738" y="3973513"/>
          <p14:tracePt t="257508" x="7259638" y="3973513"/>
          <p14:tracePt t="257521" x="7375525" y="3979863"/>
          <p14:tracePt t="257523" x="7477125" y="3979863"/>
          <p14:tracePt t="257530" x="7613650" y="3979863"/>
          <p14:tracePt t="257539" x="7742238" y="3973513"/>
          <p14:tracePt t="257554" x="7816850" y="3973513"/>
          <p14:tracePt t="257564" x="7891463" y="3973513"/>
          <p14:tracePt t="257573" x="7932738" y="3959225"/>
          <p14:tracePt t="257588" x="7939088" y="3959225"/>
          <p14:tracePt t="257606" x="7912100" y="3959225"/>
          <p14:tracePt t="257618" x="7843838" y="3959225"/>
          <p14:tracePt t="257629" x="7783513" y="3959225"/>
          <p14:tracePt t="257641" x="7646988" y="3952875"/>
          <p14:tracePt t="257654" x="7518400" y="3952875"/>
          <p14:tracePt t="257664" x="7429500" y="3952875"/>
          <p14:tracePt t="257674" x="7327900" y="3952875"/>
          <p14:tracePt t="257688" x="7253288" y="3952875"/>
          <p14:tracePt t="257698" x="7224713" y="3952875"/>
          <p14:tracePt t="257709" x="7218363" y="3952875"/>
          <p14:tracePt t="257729" x="7224713" y="3952875"/>
          <p14:tracePt t="257742" x="7245350" y="3952875"/>
          <p14:tracePt t="257754" x="7292975" y="3952875"/>
          <p14:tracePt t="257764" x="7381875" y="3952875"/>
          <p14:tracePt t="257776" x="7504113" y="3952875"/>
          <p14:tracePt t="257789" x="7613650" y="3959225"/>
          <p14:tracePt t="257799" x="7748588" y="3959225"/>
          <p14:tracePt t="257811" x="7891463" y="3959225"/>
          <p14:tracePt t="257823" x="7980363" y="3959225"/>
          <p14:tracePt t="257833" x="8054975" y="3959225"/>
          <p14:tracePt t="257846" x="8081963" y="3959225"/>
          <p14:tracePt t="257857" x="8089900" y="3959225"/>
          <p14:tracePt t="257867" x="8081963" y="3959225"/>
          <p14:tracePt t="257879" x="8042275" y="3959225"/>
          <p14:tracePt t="257890" x="7959725" y="3959225"/>
          <p14:tracePt t="257900" x="7885113" y="3959225"/>
          <p14:tracePt t="257912" x="7762875" y="3973513"/>
          <p14:tracePt t="257924" x="7626350" y="3973513"/>
          <p14:tracePt t="257934" x="7539038" y="3979863"/>
          <p14:tracePt t="257946" x="7415213" y="3979863"/>
          <p14:tracePt t="257957" x="7319963" y="3979863"/>
          <p14:tracePt t="257968" x="7259638" y="3979863"/>
          <p14:tracePt t="257980" x="7224713" y="3979863"/>
          <p14:tracePt t="257989" x="7218363" y="3979863"/>
          <p14:tracePt t="258002" x="7205663" y="3979863"/>
          <p14:tracePt t="258033" x="7218363" y="3979863"/>
          <p14:tracePt t="258044" x="7224713" y="3979863"/>
          <p14:tracePt t="258067" x="7232650" y="3979863"/>
          <p14:tracePt t="258078" x="7245350" y="3979863"/>
          <p14:tracePt t="258100" x="7253288" y="3979863"/>
          <p14:tracePt t="258741" x="7259638" y="3979863"/>
          <p14:tracePt t="258764" x="7272338" y="3973513"/>
          <p14:tracePt t="258788" x="7280275" y="3973513"/>
          <p14:tracePt t="258798" x="7292975" y="3973513"/>
          <p14:tracePt t="258810" x="7307263" y="3973513"/>
          <p14:tracePt t="258822" x="7319963" y="3973513"/>
          <p14:tracePt t="258833" x="7327900" y="3973513"/>
          <p14:tracePt t="258844" x="7348538" y="3973513"/>
          <p14:tracePt t="258857" x="7354888" y="3973513"/>
          <p14:tracePt t="258867" x="7375525" y="3959225"/>
          <p14:tracePt t="258879" x="7396163" y="3959225"/>
          <p14:tracePt t="258892" x="7402513" y="3959225"/>
          <p14:tracePt t="258902" x="7423150" y="3959225"/>
          <p14:tracePt t="258913" x="7443788" y="3959225"/>
          <p14:tracePt t="258925" x="7456488" y="3959225"/>
          <p14:tracePt t="258935" x="7470775" y="3959225"/>
          <p14:tracePt t="258948" x="7491413" y="3959225"/>
          <p14:tracePt t="258959" x="7497763" y="3973513"/>
          <p14:tracePt t="258970" x="7504113" y="3973513"/>
          <p14:tracePt t="259113" x="7497763" y="3973513"/>
          <p14:tracePt t="259135" x="7491413" y="3973513"/>
          <p14:tracePt t="259923" x="7456488" y="3973513"/>
          <p14:tracePt t="259936" x="7429500" y="3979863"/>
          <p14:tracePt t="259948" x="7375525" y="4006850"/>
          <p14:tracePt t="259958" x="7327900" y="4054475"/>
          <p14:tracePt t="259969" x="7272338" y="4102100"/>
          <p14:tracePt t="259983" x="7218363" y="4149725"/>
          <p14:tracePt t="259993" x="7123113" y="4184650"/>
          <p14:tracePt t="260159" x="7123113" y="4176713"/>
          <p14:tracePt t="260182" x="7123113" y="4170363"/>
          <p14:tracePt t="260204" x="7096125" y="4170363"/>
          <p14:tracePt t="260216" x="7034213" y="4176713"/>
          <p14:tracePt t="260228" x="6938963" y="4197350"/>
          <p14:tracePt t="260240" x="6837363" y="4232275"/>
          <p14:tracePt t="260261" x="6667500" y="4319588"/>
          <p14:tracePt t="260266" x="6348413" y="4456113"/>
          <p14:tracePt t="260279" x="5926138" y="4646613"/>
          <p14:tracePt t="260287" x="5599113" y="4824413"/>
          <p14:tracePt t="260299" x="5116513" y="5137150"/>
          <p14:tracePt t="260309" x="4714875" y="5449888"/>
          <p14:tracePt t="260318" x="4491038" y="5653088"/>
          <p14:tracePt t="260333" x="4232275" y="5953125"/>
          <p14:tracePt t="260342" x="4081463" y="6218238"/>
          <p14:tracePt t="260352" x="3979863" y="6483350"/>
          <p14:tracePt t="260367" x="3932238" y="6661150"/>
          <p14:tracePt t="261271" x="0" y="0"/>
        </p14:tracePtLst>
        <p14:tracePtLst>
          <p14:tracePt t="283616" x="4578350" y="6742113"/>
          <p14:tracePt t="283629" x="4619625" y="6510338"/>
          <p14:tracePt t="283639" x="4652963" y="6218238"/>
          <p14:tracePt t="283650" x="4667250" y="5872163"/>
          <p14:tracePt t="283663" x="4667250" y="5572125"/>
          <p14:tracePt t="283672" x="4640263" y="5129213"/>
          <p14:tracePt t="283683" x="4572000" y="4652963"/>
          <p14:tracePt t="283697" x="4518025" y="4333875"/>
          <p14:tracePt t="283717" x="4408488" y="3911600"/>
          <p14:tracePt t="283720" x="4327525" y="3557588"/>
          <p14:tracePt t="283729" x="4252913" y="3360738"/>
          <p14:tracePt t="283753" x="4075113" y="2952750"/>
          <p14:tracePt t="283763" x="3979863" y="2809875"/>
          <p14:tracePt t="283780" x="3911600" y="2720975"/>
          <p14:tracePt t="283788" x="3836988" y="2613025"/>
          <p14:tracePt t="283802" x="3762375" y="2551113"/>
          <p14:tracePt t="283816" x="3714750" y="2503488"/>
          <p14:tracePt t="283824" x="3660775" y="2476500"/>
          <p14:tracePt t="283839" x="3619500" y="2455863"/>
          <p14:tracePt t="283848" x="3592513" y="2455863"/>
          <p14:tracePt t="283864" x="3571875" y="2455863"/>
          <p14:tracePt t="283865" x="3565525" y="2455863"/>
          <p14:tracePt t="283876" x="3557588" y="2455863"/>
          <p14:tracePt t="283887" x="3538538" y="2455863"/>
          <p14:tracePt t="283899" x="3530600" y="2462213"/>
          <p14:tracePt t="283909" x="3497263" y="2476500"/>
          <p14:tracePt t="283921" x="3482975" y="2482850"/>
          <p14:tracePt t="283932" x="3470275" y="2482850"/>
          <p14:tracePt t="283944" x="3449638" y="2482850"/>
          <p14:tracePt t="283954" x="3435350" y="2482850"/>
          <p14:tracePt t="283966" x="3422650" y="2462213"/>
          <p14:tracePt t="283980" x="3395663" y="2428875"/>
          <p14:tracePt t="283989" x="3360738" y="2366963"/>
          <p14:tracePt t="284000" x="3340100" y="2327275"/>
          <p14:tracePt t="284013" x="3319463" y="2306638"/>
          <p14:tracePt t="284023" x="3313113" y="2286000"/>
          <p14:tracePt t="284077" x="3300413" y="2306638"/>
          <p14:tracePt t="284088" x="3292475" y="2339975"/>
          <p14:tracePt t="284100" x="3286125" y="2408238"/>
          <p14:tracePt t="284114" x="3271838" y="2482850"/>
          <p14:tracePt t="284124" x="3286125" y="2551113"/>
          <p14:tracePt t="284135" x="3300413" y="2625725"/>
          <p14:tracePt t="284149" x="3340100" y="2681288"/>
          <p14:tracePt t="284158" x="3367088" y="2720975"/>
          <p14:tracePt t="284168" x="3408363" y="2755900"/>
          <p14:tracePt t="284182" x="3449638" y="2776538"/>
          <p14:tracePt t="284193" x="3509963" y="2795588"/>
          <p14:tracePt t="284203" x="3544888" y="2795588"/>
          <p14:tracePt t="284216" x="3613150" y="2795588"/>
          <p14:tracePt t="284226" x="3660775" y="2782888"/>
          <p14:tracePt t="284238" x="3694113" y="2776538"/>
          <p14:tracePt t="284248" x="3729038" y="2755900"/>
          <p14:tracePt t="284260" x="3735388" y="2728913"/>
          <p14:tracePt t="284270" x="3735388" y="2708275"/>
          <p14:tracePt t="284283" x="3729038" y="2687638"/>
          <p14:tracePt t="284295" x="3687763" y="2660650"/>
          <p14:tracePt t="284305" x="3640138" y="2633663"/>
          <p14:tracePt t="284315" x="3571875" y="2613025"/>
          <p14:tracePt t="284329" x="3482975" y="2605088"/>
          <p14:tracePt t="284339" x="3395663" y="2613025"/>
          <p14:tracePt t="284349" x="3348038" y="2625725"/>
          <p14:tracePt t="284363" x="3292475" y="2652713"/>
          <p14:tracePt t="284373" x="3265488" y="2700338"/>
          <p14:tracePt t="284383" x="3244850" y="2735263"/>
          <p14:tracePt t="284398" x="3244850" y="2768600"/>
          <p14:tracePt t="284407" x="3265488" y="2803525"/>
          <p14:tracePt t="284416" x="3300413" y="2843213"/>
          <p14:tracePt t="284431" x="3340100" y="2871788"/>
          <p14:tracePt t="284441" x="3414713" y="2898775"/>
          <p14:tracePt t="284449" x="3517900" y="2925763"/>
          <p14:tracePt t="284465" x="3613150" y="2932113"/>
          <p14:tracePt t="284474" x="3762375" y="2946400"/>
          <p14:tracePt t="284483" x="3905250" y="2946400"/>
          <p14:tracePt t="284498" x="4027488" y="2932113"/>
          <p14:tracePt t="284508" x="4089400" y="2925763"/>
          <p14:tracePt t="284517" x="4149725" y="2905125"/>
          <p14:tracePt t="284532" x="4170363" y="2884488"/>
          <p14:tracePt t="284542" x="4170363" y="2878138"/>
          <p14:tracePt t="284551" x="4157663" y="2857500"/>
          <p14:tracePt t="284566" x="4137025" y="2843213"/>
          <p14:tracePt t="284576" x="4089400" y="2809875"/>
          <p14:tracePt t="284586" x="4027488" y="2782888"/>
          <p14:tracePt t="284600" x="3911600" y="2768600"/>
          <p14:tracePt t="284608" x="3789363" y="2755900"/>
          <p14:tracePt t="284619" x="3714750" y="2755900"/>
          <p14:tracePt t="284632" x="3640138" y="2768600"/>
          <p14:tracePt t="284642" x="3605213" y="2795588"/>
          <p14:tracePt t="284652" x="3592513" y="2809875"/>
          <p14:tracePt t="284666" x="3586163" y="2843213"/>
          <p14:tracePt t="284676" x="3605213" y="2871788"/>
          <p14:tracePt t="284688" x="3646488" y="2919413"/>
          <p14:tracePt t="284700" x="3714750" y="2946400"/>
          <p14:tracePt t="284710" x="3830638" y="2994025"/>
          <p14:tracePt t="284721" x="3979863" y="3021013"/>
          <p14:tracePt t="284731" x="4102100" y="3027363"/>
          <p14:tracePt t="284746" x="4279900" y="3041650"/>
          <p14:tracePt t="284774" x="4429125" y="3041650"/>
          <p14:tracePt t="284780" x="4545013" y="3021013"/>
          <p14:tracePt t="284789" x="4640263" y="2973388"/>
          <p14:tracePt t="284799" x="4646613" y="2952750"/>
          <p14:tracePt t="284814" x="4640263" y="2932113"/>
          <p14:tracePt t="284823" x="4613275" y="2898775"/>
          <p14:tracePt t="284831" x="4530725" y="2851150"/>
          <p14:tracePt t="284846" x="4422775" y="2803525"/>
          <p14:tracePt t="284857" x="4306888" y="2768600"/>
          <p14:tracePt t="284865" x="4129088" y="2728913"/>
          <p14:tracePt t="284881" x="3959225" y="2720975"/>
          <p14:tracePt t="284891" x="3863975" y="2720975"/>
          <p14:tracePt t="284899" x="3762375" y="2735263"/>
          <p14:tracePt t="284914" x="3694113" y="2768600"/>
          <p14:tracePt t="284924" x="3667125" y="2782888"/>
          <p14:tracePt t="284933" x="3646488" y="2809875"/>
          <p14:tracePt t="284948" x="3646488" y="2830513"/>
          <p14:tracePt t="284958" x="3667125" y="2857500"/>
          <p14:tracePt t="284967" x="3694113" y="2878138"/>
          <p14:tracePt t="284982" x="3762375" y="2905125"/>
          <p14:tracePt t="284992" x="3857625" y="2932113"/>
          <p14:tracePt t="285001" x="3932238" y="2946400"/>
          <p14:tracePt t="285016" x="4054475" y="2967038"/>
          <p14:tracePt t="285026" x="4184650" y="2973388"/>
          <p14:tracePt t="285035" x="4306888" y="2973388"/>
          <p14:tracePt t="285049" x="4375150" y="2973388"/>
          <p14:tracePt t="285059" x="4443413" y="2967038"/>
          <p14:tracePt t="285068" x="4476750" y="2946400"/>
          <p14:tracePt t="285083" x="4491038" y="2932113"/>
          <p14:tracePt t="285092" x="4491038" y="2925763"/>
          <p14:tracePt t="285105" x="4476750" y="2905125"/>
          <p14:tracePt t="285115" x="4449763" y="2884488"/>
          <p14:tracePt t="285126" x="4375150" y="2851150"/>
          <p14:tracePt t="285137" x="4252913" y="2809875"/>
          <p14:tracePt t="285150" x="4110038" y="2795588"/>
          <p14:tracePt t="285160" x="4006850" y="2782888"/>
          <p14:tracePt t="285171" x="3878263" y="2782888"/>
          <p14:tracePt t="285183" x="3768725" y="2809875"/>
          <p14:tracePt t="285195" x="3708400" y="2830513"/>
          <p14:tracePt t="285206" x="3646488" y="2871788"/>
          <p14:tracePt t="285215" x="3633788" y="2898775"/>
          <p14:tracePt t="285229" x="3619500" y="2925763"/>
          <p14:tracePt t="285239" x="3633788" y="2946400"/>
          <p14:tracePt t="285249" x="3646488" y="2967038"/>
          <p14:tracePt t="285263" x="3694113" y="2994025"/>
          <p14:tracePt t="285272" x="3735388" y="3000375"/>
          <p14:tracePt t="285283" x="3803650" y="3021013"/>
          <p14:tracePt t="285296" x="3878263" y="3027363"/>
          <p14:tracePt t="285307" x="3932238" y="3027363"/>
          <p14:tracePt t="285316" x="4006850" y="3021013"/>
          <p14:tracePt t="285331" x="4075113" y="3006725"/>
          <p14:tracePt t="285341" x="4129088" y="2994025"/>
          <p14:tracePt t="285350" x="4149725" y="2973388"/>
          <p14:tracePt t="285365" x="4157663" y="2952750"/>
          <p14:tracePt t="285373" x="4157663" y="2925763"/>
          <p14:tracePt t="285383" x="4157663" y="2905125"/>
          <p14:tracePt t="285398" x="4129088" y="2878138"/>
          <p14:tracePt t="285408" x="4089400" y="2851150"/>
          <p14:tracePt t="285418" x="4027488" y="2824163"/>
          <p14:tracePt t="285432" x="3973513" y="2803525"/>
          <p14:tracePt t="285442" x="3884613" y="2782888"/>
          <p14:tracePt t="285450" x="3810000" y="2782888"/>
          <p14:tracePt t="285465" x="3756025" y="2782888"/>
          <p14:tracePt t="285475" x="3694113" y="2795588"/>
          <p14:tracePt t="285485" x="3646488" y="2809875"/>
          <p14:tracePt t="285499" x="3619500" y="2830513"/>
          <p14:tracePt t="285510" x="3592513" y="2857500"/>
          <p14:tracePt t="285520" x="3571875" y="2884488"/>
          <p14:tracePt t="285533" x="3571875" y="2905125"/>
          <p14:tracePt t="285542" x="3571875" y="2919413"/>
          <p14:tracePt t="285553" x="3571875" y="2925763"/>
          <p14:tracePt t="285566" x="3586163" y="2932113"/>
          <p14:tracePt t="285576" x="3586163" y="2946400"/>
          <p14:tracePt t="285587" x="3592513" y="2946400"/>
          <p14:tracePt t="285600" x="3605213" y="2952750"/>
          <p14:tracePt t="285611" x="3613150" y="2952750"/>
          <p14:tracePt t="285621" x="3613150" y="2967038"/>
          <p14:tracePt t="285633" x="3619500" y="2967038"/>
          <p14:tracePt t="285644" x="3640138" y="2967038"/>
          <p14:tracePt t="285655" x="3646488" y="2967038"/>
          <p14:tracePt t="285666" x="3667125" y="2973388"/>
          <p14:tracePt t="285678" x="3681413" y="2973388"/>
          <p14:tracePt t="285689" x="3694113" y="2973388"/>
          <p14:tracePt t="285700" x="3729038" y="2973388"/>
          <p14:tracePt t="285711" x="3741738" y="2973388"/>
          <p14:tracePt t="285722" x="3783013" y="2979738"/>
          <p14:tracePt t="285732" x="3810000" y="2979738"/>
          <p14:tracePt t="285746" x="3863975" y="2979738"/>
          <p14:tracePt t="285756" x="3932238" y="2979738"/>
          <p14:tracePt t="285765" x="4006850" y="2973388"/>
          <p14:tracePt t="285781" x="4075113" y="2967038"/>
          <p14:tracePt t="285791" x="4149725" y="2952750"/>
          <p14:tracePt t="285821" x="4197350" y="2932113"/>
          <p14:tracePt t="285825" x="4224338" y="2925763"/>
          <p14:tracePt t="285835" x="4252913" y="2898775"/>
          <p14:tracePt t="285848" x="4252913" y="2884488"/>
          <p14:tracePt t="285858" x="4244975" y="2878138"/>
          <p14:tracePt t="285867" x="4224338" y="2857500"/>
          <p14:tracePt t="285882" x="4205288" y="2843213"/>
          <p14:tracePt t="285890" x="4149725" y="2824163"/>
          <p14:tracePt t="285901" x="4089400" y="2795588"/>
          <p14:tracePt t="285916" x="4014788" y="2776538"/>
          <p14:tracePt t="285925" x="3952875" y="2768600"/>
          <p14:tracePt t="285935" x="3863975" y="2747963"/>
          <p14:tracePt t="285949" x="3803650" y="2747963"/>
          <p14:tracePt t="285959" x="3756025" y="2747963"/>
          <p14:tracePt t="285969" x="3694113" y="2755900"/>
          <p14:tracePt t="285982" x="3640138" y="2776538"/>
          <p14:tracePt t="285992" x="3592513" y="2795588"/>
          <p14:tracePt t="286004" x="3565525" y="2803525"/>
          <p14:tracePt t="286017" x="3538538" y="2830513"/>
          <p14:tracePt t="286028" x="3509963" y="2851150"/>
          <p14:tracePt t="286038" x="3497263" y="2857500"/>
          <p14:tracePt t="286050" x="3490913" y="2871788"/>
          <p14:tracePt t="286060" x="3490913" y="2878138"/>
          <p14:tracePt t="286071" x="3482975" y="2884488"/>
          <p14:tracePt t="286083" x="3482975" y="2898775"/>
          <p14:tracePt t="286093" x="3490913" y="2905125"/>
          <p14:tracePt t="286105" x="3490913" y="2919413"/>
          <p14:tracePt t="286116" x="3497263" y="2919413"/>
          <p14:tracePt t="286126" x="3517900" y="2932113"/>
          <p14:tracePt t="286139" x="3538538" y="2946400"/>
          <p14:tracePt t="286149" x="3557588" y="2952750"/>
          <p14:tracePt t="286162" x="3592513" y="2973388"/>
          <p14:tracePt t="286172" x="3633788" y="2979738"/>
          <p14:tracePt t="286183" x="3681413" y="3000375"/>
          <p14:tracePt t="286197" x="3708400" y="3006725"/>
          <p14:tracePt t="286207" x="3756025" y="3021013"/>
          <p14:tracePt t="286215" x="3783013" y="3027363"/>
          <p14:tracePt t="286231" x="3810000" y="3027363"/>
          <p14:tracePt t="286240" x="3836988" y="3041650"/>
          <p14:tracePt t="286249" x="3863975" y="3041650"/>
          <p14:tracePt t="286264" x="3890963" y="3041650"/>
          <p14:tracePt t="286274" x="3925888" y="3041650"/>
          <p14:tracePt t="286283" x="3959225" y="3041650"/>
          <p14:tracePt t="286298" x="4014788" y="3041650"/>
          <p14:tracePt t="286307" x="4054475" y="3027363"/>
          <p14:tracePt t="286316" x="4122738" y="3021013"/>
          <p14:tracePt t="286331" x="4197350" y="3006725"/>
          <p14:tracePt t="286341" x="4252913" y="3000375"/>
          <p14:tracePt t="286352" x="4306888" y="2994025"/>
          <p14:tracePt t="286366" x="4367213" y="2979738"/>
          <p14:tracePt t="286375" x="4408488" y="2973388"/>
          <p14:tracePt t="286386" x="4429125" y="2967038"/>
          <p14:tracePt t="286400" x="4443413" y="2952750"/>
          <p14:tracePt t="286408" x="4443413" y="2946400"/>
          <p14:tracePt t="286429" x="4443413" y="2932113"/>
          <p14:tracePt t="286434" x="4443413" y="2925763"/>
          <p14:tracePt t="286447" x="4422775" y="2905125"/>
          <p14:tracePt t="286456" x="4402138" y="2898775"/>
          <p14:tracePt t="286464" x="4381500" y="2878138"/>
          <p14:tracePt t="286476" x="4348163" y="2857500"/>
          <p14:tracePt t="286486" x="4300538" y="2843213"/>
          <p14:tracePt t="286500" x="4252913" y="2824163"/>
          <p14:tracePt t="286511" x="4184650" y="2803525"/>
          <p14:tracePt t="286522" x="4102100" y="2782888"/>
          <p14:tracePt t="286534" x="4033838" y="2776538"/>
          <p14:tracePt t="286545" x="3973513" y="2768600"/>
          <p14:tracePt t="286556" x="3905250" y="2755900"/>
          <p14:tracePt t="286566" x="3836988" y="2755900"/>
          <p14:tracePt t="286579" x="3789363" y="2755900"/>
          <p14:tracePt t="286589" x="3735388" y="2768600"/>
          <p14:tracePt t="286599" x="3687763" y="2782888"/>
          <p14:tracePt t="286612" x="3660775" y="2795588"/>
          <p14:tracePt t="286623" x="3640138" y="2803525"/>
          <p14:tracePt t="286633" x="3619500" y="2809875"/>
          <p14:tracePt t="286647" x="3613150" y="2824163"/>
          <p14:tracePt t="286657" x="3613150" y="2830513"/>
          <p14:tracePt t="286666" x="3605213" y="2830513"/>
          <p14:tracePt t="286680" x="3605213" y="2843213"/>
          <p14:tracePt t="286732" x="3605213" y="2851150"/>
          <p14:tracePt t="286744" x="3613150" y="2851150"/>
          <p14:tracePt t="286778" x="3619500" y="2857500"/>
          <p14:tracePt t="286788" x="3619500" y="2871788"/>
          <p14:tracePt t="286800" x="3633788" y="2871788"/>
          <p14:tracePt t="286813" x="3633788" y="2878138"/>
          <p14:tracePt t="286823" x="3640138" y="2878138"/>
          <p14:tracePt t="286836" x="3646488" y="2884488"/>
          <p14:tracePt t="286867" x="3660775" y="2884488"/>
          <p14:tracePt t="286871" x="3667125" y="2898775"/>
          <p14:tracePt t="286893" x="3681413" y="2898775"/>
          <p14:tracePt t="286913" x="3687763" y="2898775"/>
          <p14:tracePt t="287069" x="3694113" y="2898775"/>
          <p14:tracePt t="287362" x="3708400" y="2898775"/>
          <p14:tracePt t="287789" x="3714750" y="2898775"/>
          <p14:tracePt t="288005" x="3729038" y="2898775"/>
          <p14:tracePt t="288014" x="3735388" y="2898775"/>
          <p14:tracePt t="288027" x="3741738" y="2898775"/>
          <p14:tracePt t="288037" x="3768725" y="2898775"/>
          <p14:tracePt t="288050" x="3803650" y="2898775"/>
          <p14:tracePt t="288062" x="3830638" y="2898775"/>
          <p14:tracePt t="288073" x="3857625" y="2898775"/>
          <p14:tracePt t="288084" x="3884613" y="2898775"/>
          <p14:tracePt t="288096" x="3911600" y="2884488"/>
          <p14:tracePt t="288109" x="3932238" y="2884488"/>
          <p14:tracePt t="288119" x="3952875" y="2884488"/>
          <p14:tracePt t="288128" x="3973513" y="2878138"/>
          <p14:tracePt t="288143" x="3979863" y="2878138"/>
          <p14:tracePt t="288153" x="4000500" y="2878138"/>
          <p14:tracePt t="288162" x="4014788" y="2871788"/>
          <p14:tracePt t="288175" x="4027488" y="2857500"/>
          <p14:tracePt t="288185" x="4033838" y="2857500"/>
          <p14:tracePt t="288197" x="4048125" y="2851150"/>
          <p14:tracePt t="288210" x="4054475" y="2843213"/>
          <p14:tracePt t="288220" x="4062413" y="2843213"/>
          <p14:tracePt t="288232" x="4062413" y="2830513"/>
          <p14:tracePt t="288243" x="4062413" y="2824163"/>
          <p14:tracePt t="288273" x="4062413" y="2809875"/>
          <p14:tracePt t="288307" x="4054475" y="2809875"/>
          <p14:tracePt t="288318" x="4048125" y="2809875"/>
          <p14:tracePt t="288331" x="4033838" y="2809875"/>
          <p14:tracePt t="288342" x="4014788" y="2809875"/>
          <p14:tracePt t="288353" x="4000500" y="2809875"/>
          <p14:tracePt t="288366" x="3979863" y="2803525"/>
          <p14:tracePt t="288377" x="3959225" y="2803525"/>
          <p14:tracePt t="288388" x="3938588" y="2803525"/>
          <p14:tracePt t="288400" x="3925888" y="2803525"/>
          <p14:tracePt t="288411" x="3905250" y="2803525"/>
          <p14:tracePt t="288422" x="3878263" y="2803525"/>
          <p14:tracePt t="288433" x="3851275" y="2803525"/>
          <p14:tracePt t="288443" x="3830638" y="2803525"/>
          <p14:tracePt t="288455" x="3803650" y="2809875"/>
          <p14:tracePt t="288467" x="3762375" y="2824163"/>
          <p14:tracePt t="288477" x="3714750" y="2830513"/>
          <p14:tracePt t="288491" x="3681413" y="2843213"/>
          <p14:tracePt t="288501" x="3633788" y="2857500"/>
          <p14:tracePt t="288511" x="3571875" y="2878138"/>
          <p14:tracePt t="288526" x="3544888" y="2898775"/>
          <p14:tracePt t="288536" x="3509963" y="2919413"/>
          <p14:tracePt t="288545" x="3482975" y="2932113"/>
          <p14:tracePt t="288560" x="3462338" y="2946400"/>
          <p14:tracePt t="288570" x="3449638" y="2952750"/>
          <p14:tracePt t="288578" x="3443288" y="2952750"/>
          <p14:tracePt t="288593" x="3435350" y="2952750"/>
          <p14:tracePt t="288603" x="3435350" y="2967038"/>
          <p14:tracePt t="288612" x="3422650" y="2967038"/>
          <p14:tracePt t="288634" x="3414713" y="2973388"/>
          <p14:tracePt t="288656" x="3408363" y="2973388"/>
          <p14:tracePt t="288667" x="3395663" y="2973388"/>
          <p14:tracePt t="288689" x="3387725" y="2973388"/>
          <p14:tracePt t="288701" x="3367088" y="2979738"/>
          <p14:tracePt t="288714" x="3360738" y="2979738"/>
          <p14:tracePt t="288725" x="3348038" y="2979738"/>
          <p14:tracePt t="288736" x="3340100" y="2979738"/>
          <p14:tracePt t="288749" x="3327400" y="2979738"/>
          <p14:tracePt t="288847" x="3340100" y="2979738"/>
          <p14:tracePt t="288859" x="3360738" y="2979738"/>
          <p14:tracePt t="288870" x="3375025" y="2979738"/>
          <p14:tracePt t="288883" x="3414713" y="2979738"/>
          <p14:tracePt t="288895" x="3470275" y="2979738"/>
          <p14:tracePt t="288906" x="3509963" y="2994025"/>
          <p14:tracePt t="288918" x="3565525" y="2994025"/>
          <p14:tracePt t="288929" x="3633788" y="3000375"/>
          <p14:tracePt t="288941" x="3694113" y="3000375"/>
          <p14:tracePt t="288960" x="3762375" y="3006725"/>
          <p14:tracePt t="288965" x="3836988" y="3021013"/>
          <p14:tracePt t="288977" x="3932238" y="3027363"/>
          <p14:tracePt t="288986" x="4000500" y="3041650"/>
          <p14:tracePt t="288997" x="4075113" y="3041650"/>
          <p14:tracePt t="289010" x="4149725" y="3041650"/>
          <p14:tracePt t="289019" x="4205288" y="3041650"/>
          <p14:tracePt t="289028" x="4259263" y="3041650"/>
          <p14:tracePt t="289044" x="4319588" y="3041650"/>
          <p14:tracePt t="289054" x="4367213" y="3041650"/>
          <p14:tracePt t="289063" x="4402138" y="3027363"/>
          <p14:tracePt t="289079" x="4429125" y="3021013"/>
          <p14:tracePt t="289086" x="4456113" y="3006725"/>
          <p14:tracePt t="289099" x="4470400" y="3006725"/>
          <p14:tracePt t="289112" x="4491038" y="3000375"/>
          <p14:tracePt t="289119" x="4503738" y="2994025"/>
          <p14:tracePt t="289130" x="4524375" y="2979738"/>
          <p14:tracePt t="289145" x="4530725" y="2973388"/>
          <p14:tracePt t="289154" x="4530725" y="2967038"/>
          <p14:tracePt t="289165" x="4545013" y="2952750"/>
          <p14:tracePt t="289185" x="4545013" y="2946400"/>
          <p14:tracePt t="289198" x="4545013" y="2932113"/>
          <p14:tracePt t="289209" x="4545013" y="2925763"/>
          <p14:tracePt t="289219" x="4545013" y="2919413"/>
          <p14:tracePt t="289232" x="4524375" y="2905125"/>
          <p14:tracePt t="289244" x="4503738" y="2884488"/>
          <p14:tracePt t="289255" x="4470400" y="2878138"/>
          <p14:tracePt t="289267" x="4402138" y="2857500"/>
          <p14:tracePt t="289278" x="4319588" y="2843213"/>
          <p14:tracePt t="289290" x="4244975" y="2830513"/>
          <p14:tracePt t="289301" x="4102100" y="2809875"/>
          <p14:tracePt t="289312" x="3959225" y="2795588"/>
          <p14:tracePt t="289324" x="3816350" y="2776538"/>
          <p14:tracePt t="289335" x="3729038" y="2776538"/>
          <p14:tracePt t="289344" x="3633788" y="2776538"/>
          <p14:tracePt t="289357" x="3544888" y="2776538"/>
          <p14:tracePt t="289368" x="3497263" y="2782888"/>
          <p14:tracePt t="289378" x="3443288" y="2803525"/>
          <p14:tracePt t="289392" x="3395663" y="2824163"/>
          <p14:tracePt t="289402" x="3348038" y="2851150"/>
          <p14:tracePt t="289412" x="3319463" y="2871788"/>
          <p14:tracePt t="289426" x="3292475" y="2898775"/>
          <p14:tracePt t="289436" x="3271838" y="2919413"/>
          <p14:tracePt t="289444" x="3265488" y="2925763"/>
          <p14:tracePt t="289460" x="3252788" y="2946400"/>
          <p14:tracePt t="289469" x="3244850" y="2952750"/>
          <p14:tracePt t="289479" x="3244850" y="2967038"/>
          <p14:tracePt t="289493" x="3244850" y="2973388"/>
          <p14:tracePt t="289511" x="3244850" y="2979738"/>
          <p14:tracePt t="289524" x="3244850" y="2994025"/>
          <p14:tracePt t="289534" x="3252788" y="2994025"/>
          <p14:tracePt t="289546" x="3265488" y="3000375"/>
          <p14:tracePt t="289559" x="3286125" y="3000375"/>
          <p14:tracePt t="289569" x="3300413" y="3006725"/>
          <p14:tracePt t="289580" x="3327400" y="3006725"/>
          <p14:tracePt t="289595" x="3348038" y="3021013"/>
          <p14:tracePt t="289605" x="3375025" y="3027363"/>
          <p14:tracePt t="289614" x="3408363" y="3027363"/>
          <p14:tracePt t="289628" x="3443288" y="3041650"/>
          <p14:tracePt t="289637" x="3470275" y="3041650"/>
          <p14:tracePt t="289649" x="3509963" y="3048000"/>
          <p14:tracePt t="289661" x="3544888" y="3048000"/>
          <p14:tracePt t="289671" x="3586163" y="3048000"/>
          <p14:tracePt t="289682" x="3640138" y="3048000"/>
          <p14:tracePt t="289694" x="3694113" y="3048000"/>
          <p14:tracePt t="289705" x="3783013" y="3041650"/>
          <p14:tracePt t="289716" x="3836988" y="3041650"/>
          <p14:tracePt t="289729" x="3932238" y="3027363"/>
          <p14:tracePt t="289740" x="4027488" y="3021013"/>
          <p14:tracePt t="289751" x="4089400" y="3006725"/>
          <p14:tracePt t="289761" x="4184650" y="3000375"/>
          <p14:tracePt t="289774" x="4271963" y="2979738"/>
          <p14:tracePt t="289784" x="4333875" y="2973388"/>
          <p14:tracePt t="289795" x="4408488" y="2967038"/>
          <p14:tracePt t="289808" x="4470400" y="2952750"/>
          <p14:tracePt t="289817" x="4518025" y="2946400"/>
          <p14:tracePt t="289828" x="4545013" y="2932113"/>
          <p14:tracePt t="289841" x="4565650" y="2925763"/>
          <p14:tracePt t="289852" x="4572000" y="2919413"/>
          <p14:tracePt t="289862" x="4578350" y="2919413"/>
          <p14:tracePt t="289876" x="4578350" y="2905125"/>
          <p14:tracePt t="289895" x="4578350" y="2898775"/>
          <p14:tracePt t="289905" x="4572000" y="2884488"/>
          <p14:tracePt t="289918" x="4551363" y="2878138"/>
          <p14:tracePt t="289928" x="4530725" y="2871788"/>
          <p14:tracePt t="289942" x="4503738" y="2857500"/>
          <p14:tracePt t="289952" x="4449763" y="2843213"/>
          <p14:tracePt t="289961" x="4381500" y="2824163"/>
          <p14:tracePt t="289977" x="4319588" y="2803525"/>
          <p14:tracePt t="289987" x="4224338" y="2782888"/>
          <p14:tracePt t="290007" x="4122738" y="2776538"/>
          <p14:tracePt t="290008" x="4006850" y="2755900"/>
          <p14:tracePt t="290020" x="3890963" y="2747963"/>
          <p14:tracePt t="290031" x="3810000" y="2747963"/>
          <p14:tracePt t="290044" x="3714750" y="2747963"/>
          <p14:tracePt t="290054" x="3640138" y="2747963"/>
          <p14:tracePt t="290064" x="3571875" y="2755900"/>
          <p14:tracePt t="290078" x="3517900" y="2768600"/>
          <p14:tracePt t="290088" x="3482975" y="2782888"/>
          <p14:tracePt t="290099" x="3449638" y="2795588"/>
          <p14:tracePt t="290112" x="3422650" y="2809875"/>
          <p14:tracePt t="290122" x="3408363" y="2830513"/>
          <p14:tracePt t="290133" x="3387725" y="2843213"/>
          <p14:tracePt t="290145" x="3367088" y="2851150"/>
          <p14:tracePt t="290155" x="3360738" y="2871788"/>
          <p14:tracePt t="290166" x="3348038" y="2878138"/>
          <p14:tracePt t="290177" x="3348038" y="2884488"/>
          <p14:tracePt t="290188" x="3340100" y="2898775"/>
          <p14:tracePt t="290200" x="3340100" y="2905125"/>
          <p14:tracePt t="290220" x="3340100" y="2919413"/>
          <p14:tracePt t="290231" x="3348038" y="2925763"/>
          <p14:tracePt t="290253" x="3360738" y="2932113"/>
          <p14:tracePt t="290265" x="3367088" y="2946400"/>
          <p14:tracePt t="290277" x="3375025" y="2952750"/>
          <p14:tracePt t="290288" x="3395663" y="2952750"/>
          <p14:tracePt t="290301" x="3414713" y="2967038"/>
          <p14:tracePt t="290311" x="3443288" y="2973388"/>
          <p14:tracePt t="290325" x="3462338" y="2979738"/>
          <p14:tracePt t="290335" x="3497263" y="2994025"/>
          <p14:tracePt t="290345" x="3538538" y="3000375"/>
          <p14:tracePt t="290359" x="3565525" y="3000375"/>
          <p14:tracePt t="290369" x="3613150" y="3006725"/>
          <p14:tracePt t="290378" x="3646488" y="3021013"/>
          <p14:tracePt t="290393" x="3694113" y="3021013"/>
          <p14:tracePt t="290403" x="3735388" y="3021013"/>
          <p14:tracePt t="290412" x="3783013" y="3021013"/>
          <p14:tracePt t="290433" x="3830638" y="3021013"/>
          <p14:tracePt t="290438" x="3863975" y="3021013"/>
          <p14:tracePt t="290448" x="3925888" y="3021013"/>
          <p14:tracePt t="290460" x="3979863" y="3021013"/>
          <p14:tracePt t="290470" x="4054475" y="3021013"/>
          <p14:tracePt t="290480" x="4110038" y="3006725"/>
          <p14:tracePt t="290494" x="4197350" y="3006725"/>
          <p14:tracePt t="290504" x="4259263" y="3000375"/>
          <p14:tracePt t="290513" x="4319588" y="2994025"/>
          <p14:tracePt t="290528" x="4381500" y="2979738"/>
          <p14:tracePt t="290538" x="4443413" y="2973388"/>
          <p14:tracePt t="290548" x="4470400" y="2973388"/>
          <p14:tracePt t="290562" x="4503738" y="2952750"/>
          <p14:tracePt t="290573" x="4524375" y="2946400"/>
          <p14:tracePt t="290584" x="4545013" y="2925763"/>
          <p14:tracePt t="290593" x="4545013" y="2919413"/>
          <p14:tracePt t="290605" x="4551363" y="2905125"/>
          <p14:tracePt t="290617" x="4551363" y="2884488"/>
          <p14:tracePt t="290628" x="4545013" y="2878138"/>
          <p14:tracePt t="290640" x="4530725" y="2871788"/>
          <p14:tracePt t="290651" x="4518025" y="2857500"/>
          <p14:tracePt t="290660" x="4476750" y="2843213"/>
          <p14:tracePt t="290674" x="4443413" y="2830513"/>
          <p14:tracePt t="290684" x="4367213" y="2809875"/>
          <p14:tracePt t="290694" x="4279900" y="2803525"/>
          <p14:tracePt t="290708" x="4211638" y="2795588"/>
          <p14:tracePt t="290718" x="4129088" y="2782888"/>
          <p14:tracePt t="290728" x="4033838" y="2782888"/>
          <p14:tracePt t="290741" x="3973513" y="2782888"/>
          <p14:tracePt t="290752" x="3884613" y="2782888"/>
          <p14:tracePt t="290762" x="3810000" y="2782888"/>
          <p14:tracePt t="290776" x="3756025" y="2782888"/>
          <p14:tracePt t="290785" x="3714750" y="2782888"/>
          <p14:tracePt t="290796" x="3667125" y="2795588"/>
          <p14:tracePt t="290809" x="3633788" y="2803525"/>
          <p14:tracePt t="290819" x="3613150" y="2803525"/>
          <p14:tracePt t="290828" x="3586163" y="2809875"/>
          <p14:tracePt t="290843" x="3557588" y="2830513"/>
          <p14:tracePt t="290853" x="3530600" y="2843213"/>
          <p14:tracePt t="290863" x="3517900" y="2851150"/>
          <p14:tracePt t="290878" x="3497263" y="2871788"/>
          <p14:tracePt t="290887" x="3490913" y="2878138"/>
          <p14:tracePt t="290896" x="3482975" y="2884488"/>
          <p14:tracePt t="290911" x="3482975" y="2898775"/>
          <p14:tracePt t="290929" x="3482975" y="2905125"/>
          <p14:tracePt t="290942" x="3482975" y="2919413"/>
          <p14:tracePt t="290962" x="3482975" y="2925763"/>
          <p14:tracePt t="290975" x="3490913" y="2925763"/>
          <p14:tracePt t="290985" x="3497263" y="2932113"/>
          <p14:tracePt t="291007" x="3509963" y="2946400"/>
          <p14:tracePt t="291019" x="3517900" y="2946400"/>
          <p14:tracePt t="291031" x="3530600" y="2952750"/>
          <p14:tracePt t="291044" x="3544888" y="2952750"/>
          <p14:tracePt t="291063" x="3557588" y="2952750"/>
          <p14:tracePt t="291067" x="3565525" y="2967038"/>
          <p14:tracePt t="291077" x="3586163" y="2967038"/>
          <p14:tracePt t="291091" x="3605213" y="2973388"/>
          <p14:tracePt t="291101" x="3619500" y="2973388"/>
          <p14:tracePt t="291111" x="3646488" y="2979738"/>
          <p14:tracePt t="291124" x="3681413" y="2979738"/>
          <p14:tracePt t="291134" x="3708400" y="2994025"/>
          <p14:tracePt t="291146" x="3756025" y="3000375"/>
          <p14:tracePt t="291158" x="3789363" y="3006725"/>
          <p14:tracePt t="291168" x="3810000" y="3006725"/>
          <p14:tracePt t="291178" x="3836988" y="3021013"/>
          <p14:tracePt t="291192" x="3851275" y="3021013"/>
          <p14:tracePt t="291401" x="3857625" y="3021013"/>
          <p14:tracePt t="291413" x="3878263" y="3021013"/>
          <p14:tracePt t="291426" x="3884613" y="3021013"/>
          <p14:tracePt t="291440" x="3905250" y="3021013"/>
          <p14:tracePt t="291450" x="3932238" y="3006725"/>
          <p14:tracePt t="291459" x="3973513" y="3006725"/>
          <p14:tracePt t="291473" x="4000500" y="3006725"/>
          <p14:tracePt t="291482" x="4048125" y="3000375"/>
          <p14:tracePt t="291491" x="4102100" y="3000375"/>
          <p14:tracePt t="291506" x="4137025" y="2994025"/>
          <p14:tracePt t="291516" x="4184650" y="2979738"/>
          <p14:tracePt t="291526" x="4232275" y="2967038"/>
          <p14:tracePt t="291541" x="4279900" y="2952750"/>
          <p14:tracePt t="291551" x="4306888" y="2946400"/>
          <p14:tracePt t="291560" x="4327525" y="2932113"/>
          <p14:tracePt t="291574" x="4348163" y="2925763"/>
          <p14:tracePt t="291584" x="4367213" y="2925763"/>
          <p14:tracePt t="291595" x="4367213" y="2919413"/>
          <p14:tracePt t="291608" x="4375150" y="2919413"/>
          <p14:tracePt t="291626" x="4381500" y="2919413"/>
          <p14:tracePt t="291638" x="4381500" y="2905125"/>
          <p14:tracePt t="291659" x="4381500" y="2898775"/>
          <p14:tracePt t="291672" x="4395788" y="2898775"/>
          <p14:tracePt t="291682" x="4395788" y="2884488"/>
          <p14:tracePt t="291696" x="4395788" y="2878138"/>
          <p14:tracePt t="291716" x="4395788" y="2871788"/>
          <p14:tracePt t="291729" x="4395788" y="2857500"/>
          <p14:tracePt t="291783" x="4395788" y="2851150"/>
          <p14:tracePt t="291873" x="4395788" y="2843213"/>
          <p14:tracePt t="291918" x="4395788" y="2830513"/>
          <p14:tracePt t="292042" x="4381500" y="2830513"/>
          <p14:tracePt t="292054" x="4381500" y="2824163"/>
          <p14:tracePt t="292111" x="4375150" y="2809875"/>
          <p14:tracePt t="292143" x="4367213" y="2809875"/>
          <p14:tracePt t="292155" x="4367213" y="2803525"/>
          <p14:tracePt t="292167" x="4354513" y="2803525"/>
          <p14:tracePt t="292178" x="4333875" y="2795588"/>
          <p14:tracePt t="292188" x="4319588" y="2782888"/>
          <p14:tracePt t="292202" x="4292600" y="2776538"/>
          <p14:tracePt t="292213" x="4244975" y="2768600"/>
          <p14:tracePt t="292223" x="4184650" y="2747963"/>
          <p14:tracePt t="292238" x="4137025" y="2728913"/>
          <p14:tracePt t="292248" x="4075113" y="2720975"/>
          <p14:tracePt t="292258" x="4014788" y="2708275"/>
          <p14:tracePt t="292272" x="3979863" y="2700338"/>
          <p14:tracePt t="292282" x="3925888" y="2687638"/>
          <p14:tracePt t="292291" x="3878263" y="2687638"/>
          <p14:tracePt t="292305" x="3816350" y="2687638"/>
          <p14:tracePt t="292315" x="3783013" y="2687638"/>
          <p14:tracePt t="292327" x="3735388" y="2687638"/>
          <p14:tracePt t="292337" x="3681413" y="2687638"/>
          <p14:tracePt t="292347" x="3640138" y="2700338"/>
          <p14:tracePt t="292360" x="3592513" y="2708275"/>
          <p14:tracePt t="292370" x="3544888" y="2728913"/>
          <p14:tracePt t="292383" x="3497263" y="2747963"/>
          <p14:tracePt t="292394" x="3470275" y="2768600"/>
          <p14:tracePt t="292404" x="3435350" y="2795588"/>
          <p14:tracePt t="292417" x="3408363" y="2809875"/>
          <p14:tracePt t="292428" x="3387725" y="2824163"/>
          <p14:tracePt t="292438" x="3367088" y="2843213"/>
          <p14:tracePt t="292451" x="3360738" y="2851150"/>
          <p14:tracePt t="292461" x="3348038" y="2857500"/>
          <p14:tracePt t="292471" x="3348038" y="2871788"/>
          <p14:tracePt t="292485" x="3348038" y="2878138"/>
          <p14:tracePt t="292504" x="3348038" y="2884488"/>
          <p14:tracePt t="292516" x="3360738" y="2898775"/>
          <p14:tracePt t="292527" x="3367088" y="2905125"/>
          <p14:tracePt t="292549" x="3375025" y="2919413"/>
          <p14:tracePt t="292560" x="3395663" y="2919413"/>
          <p14:tracePt t="292572" x="3414713" y="2925763"/>
          <p14:tracePt t="292584" x="3435350" y="2925763"/>
          <p14:tracePt t="292595" x="3462338" y="2932113"/>
          <p14:tracePt t="292606" x="3497263" y="2946400"/>
          <p14:tracePt t="292620" x="3517900" y="2952750"/>
          <p14:tracePt t="292630" x="3557588" y="2952750"/>
          <p14:tracePt t="292641" x="3592513" y="2952750"/>
          <p14:tracePt t="292654" x="3619500" y="2967038"/>
          <p14:tracePt t="292664" x="3660775" y="2967038"/>
          <p14:tracePt t="292675" x="3708400" y="2967038"/>
          <p14:tracePt t="292688" x="3741738" y="2967038"/>
          <p14:tracePt t="292698" x="3768725" y="2967038"/>
          <p14:tracePt t="292708" x="3816350" y="2967038"/>
          <p14:tracePt t="292721" x="3863975" y="2967038"/>
          <p14:tracePt t="292740" x="3911600" y="2952750"/>
          <p14:tracePt t="292745" x="3952875" y="2946400"/>
          <p14:tracePt t="292754" x="3986213" y="2946400"/>
          <p14:tracePt t="292764" x="4027488" y="2932113"/>
          <p14:tracePt t="292775" x="4054475" y="2925763"/>
          <p14:tracePt t="292788" x="4081463" y="2919413"/>
          <p14:tracePt t="292801" x="4110038" y="2905125"/>
          <p14:tracePt t="292810" x="4129088" y="2905125"/>
          <p14:tracePt t="292820" x="4157663" y="2898775"/>
          <p14:tracePt t="292835" x="4176713" y="2884488"/>
          <p14:tracePt t="292845" x="4184650" y="2884488"/>
          <p14:tracePt t="292854" x="4197350" y="2878138"/>
          <p14:tracePt t="292868" x="4205288" y="2871788"/>
          <p14:tracePt t="292878" x="4211638" y="2857500"/>
          <p14:tracePt t="292898" x="4224338" y="2851150"/>
          <p14:tracePt t="292908" x="4224338" y="2843213"/>
          <p14:tracePt t="292921" x="4224338" y="2830513"/>
          <p14:tracePt t="292931" x="4224338" y="2824163"/>
          <p14:tracePt t="292944" x="4224338" y="2809875"/>
          <p14:tracePt t="292955" x="4211638" y="2803525"/>
          <p14:tracePt t="292969" x="4197350" y="2795588"/>
          <p14:tracePt t="292978" x="4170363" y="2782888"/>
          <p14:tracePt t="292988" x="4122738" y="2776538"/>
          <p14:tracePt t="293003" x="4081463" y="2768600"/>
          <p14:tracePt t="293013" x="4027488" y="2755900"/>
          <p14:tracePt t="293022" x="3979863" y="2755900"/>
          <p14:tracePt t="293036" x="3938588" y="2755900"/>
          <p14:tracePt t="293047" x="3884613" y="2755900"/>
          <p14:tracePt t="293057" x="3851275" y="2768600"/>
          <p14:tracePt t="293070" x="3803650" y="2776538"/>
          <p14:tracePt t="293080" x="3762375" y="2782888"/>
          <p14:tracePt t="293090" x="3714750" y="2803525"/>
          <p14:tracePt t="293104" x="3660775" y="2824163"/>
          <p14:tracePt t="293114" x="3633788" y="2843213"/>
          <p14:tracePt t="293124" x="3592513" y="2851150"/>
          <p14:tracePt t="293139" x="3571875" y="2857500"/>
          <p14:tracePt t="293156" x="3557588" y="2871788"/>
          <p14:tracePt t="293170" x="3544888" y="2878138"/>
          <p14:tracePt t="293212" x="3544888" y="2884488"/>
          <p14:tracePt t="293605" x="3557588" y="2884488"/>
          <p14:tracePt t="293618" x="3565525" y="2898775"/>
          <p14:tracePt t="293629" x="3571875" y="2898775"/>
          <p14:tracePt t="295181" x="3586163" y="2898775"/>
          <p14:tracePt t="295293" x="3592513" y="2898775"/>
          <p14:tracePt t="295316" x="3605213" y="2898775"/>
          <p14:tracePt t="295327" x="3613150" y="2898775"/>
          <p14:tracePt t="295338" x="3633788" y="2898775"/>
          <p14:tracePt t="295350" x="3646488" y="2898775"/>
          <p14:tracePt t="295362" x="3667125" y="2898775"/>
          <p14:tracePt t="295373" x="3687763" y="2898775"/>
          <p14:tracePt t="295383" x="3708400" y="2898775"/>
          <p14:tracePt t="295406" x="3714750" y="2898775"/>
          <p14:tracePt t="295410" x="3729038" y="2898775"/>
          <p14:tracePt t="295419" x="3735388" y="2898775"/>
          <p14:tracePt t="295431" x="3741738" y="2898775"/>
          <p14:tracePt t="295441" x="3756025" y="2898775"/>
          <p14:tracePt t="295462" x="3762375" y="2898775"/>
          <p14:tracePt t="295485" x="3768725" y="2898775"/>
          <p14:tracePt t="295497" x="3783013" y="2898775"/>
          <p14:tracePt t="295507" x="3789363" y="2898775"/>
          <p14:tracePt t="295520" x="3803650" y="2898775"/>
          <p14:tracePt t="295532" x="3810000" y="2898775"/>
          <p14:tracePt t="295552" x="3830638" y="2898775"/>
          <p14:tracePt t="295564" x="3836988" y="2898775"/>
          <p14:tracePt t="295575" x="3857625" y="2905125"/>
          <p14:tracePt t="295589" x="3863975" y="2905125"/>
          <p14:tracePt t="295600" x="3884613" y="2919413"/>
          <p14:tracePt t="295612" x="3890963" y="2919413"/>
          <p14:tracePt t="295631" x="3905250" y="2919413"/>
          <p14:tracePt t="295653" x="3911600" y="2919413"/>
          <p14:tracePt t="295676" x="3925888" y="2905125"/>
          <p14:tracePt t="295698" x="3938588" y="2905125"/>
          <p14:tracePt t="295709" x="3959225" y="2898775"/>
          <p14:tracePt t="295723" x="3979863" y="2898775"/>
          <p14:tracePt t="295733" x="4000500" y="2884488"/>
          <p14:tracePt t="295747" x="4014788" y="2884488"/>
          <p14:tracePt t="295757" x="4048125" y="2878138"/>
          <p14:tracePt t="295767" x="4062413" y="2878138"/>
          <p14:tracePt t="295782" x="4081463" y="2878138"/>
          <p14:tracePt t="295791" x="4102100" y="2878138"/>
          <p14:tracePt t="295801" x="4122738" y="2878138"/>
          <p14:tracePt t="295815" x="4137025" y="2871788"/>
          <p14:tracePt t="295825" x="4157663" y="2871788"/>
          <p14:tracePt t="295836" x="4170363" y="2871788"/>
          <p14:tracePt t="295849" x="4176713" y="2871788"/>
          <p14:tracePt t="295867" x="4184650" y="2871788"/>
          <p14:tracePt t="295901" x="4197350" y="2871788"/>
          <p14:tracePt t="296476" x="4197350" y="2878138"/>
          <p14:tracePt t="296486" x="4197350" y="2884488"/>
          <p14:tracePt t="296508" x="4176713" y="2884488"/>
          <p14:tracePt t="296521" x="4157663" y="2898775"/>
          <p14:tracePt t="296969" x="4170363" y="2898775"/>
          <p14:tracePt t="296981" x="4170363" y="2884488"/>
          <p14:tracePt t="296992" x="4157663" y="2884488"/>
          <p14:tracePt t="297005" x="4170363" y="2884488"/>
          <p14:tracePt t="297037" x="4176713" y="2884488"/>
          <p14:tracePt t="297104" x="4184650" y="2884488"/>
          <p14:tracePt t="297216" x="4197350" y="2884488"/>
          <p14:tracePt t="297228" x="4205288" y="2884488"/>
          <p14:tracePt t="297241" x="4211638" y="2884488"/>
          <p14:tracePt t="297253" x="4224338" y="2884488"/>
          <p14:tracePt t="297263" x="4244975" y="2884488"/>
          <p14:tracePt t="297274" x="4259263" y="2884488"/>
          <p14:tracePt t="297287" x="4279900" y="2884488"/>
          <p14:tracePt t="297307" x="4292600" y="2884488"/>
          <p14:tracePt t="297319" x="4300538" y="2905125"/>
          <p14:tracePt t="297352" x="4306888" y="2925763"/>
          <p14:tracePt t="297355" x="4327525" y="2967038"/>
          <p14:tracePt t="297365" x="4354513" y="3041650"/>
          <p14:tracePt t="297366" x="4381500" y="3101975"/>
          <p14:tracePt t="297377" x="4449763" y="3252788"/>
          <p14:tracePt t="297390" x="4565650" y="3490913"/>
          <p14:tracePt t="297400" x="4700588" y="3762375"/>
          <p14:tracePt t="297410" x="4810125" y="3973513"/>
          <p14:tracePt t="297423" x="4946650" y="4232275"/>
          <p14:tracePt t="297433" x="5062538" y="4456113"/>
          <p14:tracePt t="297445" x="5143500" y="4619625"/>
          <p14:tracePt t="297456" x="5259388" y="4816475"/>
          <p14:tracePt t="297469" x="5387975" y="5006975"/>
          <p14:tracePt t="297478" x="5551488" y="5170488"/>
          <p14:tracePt t="297491" x="5681663" y="5307013"/>
          <p14:tracePt t="297503" x="5872163" y="5483225"/>
          <p14:tracePt t="297513" x="6042025" y="5626100"/>
          <p14:tracePt t="297532" x="6122988" y="5708650"/>
          <p14:tracePt t="297537" x="6197600" y="5783263"/>
          <p14:tracePt t="297548" x="6238875" y="5843588"/>
          <p14:tracePt t="297557" x="6259513" y="5878513"/>
          <p14:tracePt t="297571" x="6265863" y="5919788"/>
          <p14:tracePt t="297579" x="6265863" y="5953125"/>
          <p14:tracePt t="297590" x="6265863" y="6000750"/>
          <p14:tracePt t="297604" x="6259513" y="6027738"/>
          <p14:tracePt t="297615" x="6238875" y="6075363"/>
          <p14:tracePt t="297623" x="6211888" y="6143625"/>
          <p14:tracePt t="297638" x="6170613" y="6191250"/>
          <p14:tracePt t="297648" x="6116638" y="6292850"/>
          <p14:tracePt t="297657" x="6027738" y="6423025"/>
          <p14:tracePt t="297672" x="5919788" y="6586538"/>
          <p14:tracePt t="297682" x="5816600" y="6715125"/>
          <p14:tracePt t="298360" x="0" y="0"/>
        </p14:tracePtLst>
        <p14:tracePtLst>
          <p14:tracePt t="350801" x="4694238" y="6742113"/>
          <p14:tracePt t="350824" x="4735513" y="6640513"/>
          <p14:tracePt t="350828" x="4776788" y="6491288"/>
          <p14:tracePt t="350835" x="4843463" y="6300788"/>
          <p14:tracePt t="350858" x="4899025" y="6054725"/>
          <p14:tracePt t="350860" x="4946650" y="5872163"/>
          <p14:tracePt t="350869" x="5006975" y="5613400"/>
          <p14:tracePt t="350880" x="5068888" y="5360988"/>
          <p14:tracePt t="350891" x="5116513" y="5184775"/>
          <p14:tracePt t="350903" x="5164138" y="4959350"/>
          <p14:tracePt t="350914" x="5191125" y="4748213"/>
          <p14:tracePt t="350925" x="5211763" y="4613275"/>
          <p14:tracePt t="350937" x="5211763" y="4429125"/>
          <p14:tracePt t="350948" x="5205413" y="4271963"/>
          <p14:tracePt t="350961" x="5170488" y="4137025"/>
          <p14:tracePt t="350977" x="5137150" y="4054475"/>
          <p14:tracePt t="350993" x="5068888" y="3973513"/>
          <p14:tracePt t="350995" x="4994275" y="3890963"/>
          <p14:tracePt t="351015" x="4932363" y="3851275"/>
          <p14:tracePt t="351016" x="4851400" y="3789363"/>
          <p14:tracePt t="351030" x="4810125" y="3762375"/>
          <p14:tracePt t="351045" x="4776788" y="3756025"/>
          <p14:tracePt t="351052" x="4768850" y="3741738"/>
          <p14:tracePt t="351062" x="4762500" y="3735388"/>
          <p14:tracePt t="351074" x="4741863" y="3735388"/>
          <p14:tracePt t="351083" x="4721225" y="3735388"/>
          <p14:tracePt t="351095" x="4700588" y="3729038"/>
          <p14:tracePt t="351109" x="4687888" y="3729038"/>
          <p14:tracePt t="351117" x="4667250" y="3729038"/>
          <p14:tracePt t="351128" x="4652963" y="3729038"/>
          <p14:tracePt t="351143" x="4640263" y="3729038"/>
          <p14:tracePt t="351152" x="4619625" y="3714750"/>
          <p14:tracePt t="351162" x="4598988" y="3714750"/>
          <p14:tracePt t="351174" x="4565650" y="3694113"/>
          <p14:tracePt t="351185" x="4530725" y="3681413"/>
          <p14:tracePt t="351197" x="4503738" y="3667125"/>
          <p14:tracePt t="351209" x="4470400" y="3640138"/>
          <p14:tracePt t="351219" x="4422775" y="3605213"/>
          <p14:tracePt t="351229" x="4381500" y="3586163"/>
          <p14:tracePt t="351243" x="4348163" y="3544888"/>
          <p14:tracePt t="351253" x="4306888" y="3530600"/>
          <p14:tracePt t="351264" x="4279900" y="3517900"/>
          <p14:tracePt t="351279" x="4271963" y="3517900"/>
          <p14:tracePt t="351286" x="4252913" y="3517900"/>
          <p14:tracePt t="351298" x="4232275" y="3517900"/>
          <p14:tracePt t="351311" x="4211638" y="3530600"/>
          <p14:tracePt t="351321" x="4205288" y="3538538"/>
          <p14:tracePt t="351332" x="4184650" y="3565525"/>
          <p14:tracePt t="351343" x="4184650" y="3586163"/>
          <p14:tracePt t="351354" x="4184650" y="3613150"/>
          <p14:tracePt t="351365" x="4184650" y="3646488"/>
          <p14:tracePt t="351377" x="4184650" y="3667125"/>
          <p14:tracePt t="351390" x="4197350" y="3687763"/>
          <p14:tracePt t="351401" x="4205288" y="3708400"/>
          <p14:tracePt t="351410" x="4232275" y="3714750"/>
          <p14:tracePt t="351424" x="4252913" y="3729038"/>
          <p14:tracePt t="351435" x="4300538" y="3729038"/>
          <p14:tracePt t="351446" x="4348163" y="3729038"/>
          <p14:tracePt t="351457" x="4429125" y="3729038"/>
          <p14:tracePt t="351468" x="4497388" y="3714750"/>
          <p14:tracePt t="351478" x="4578350" y="3694113"/>
          <p14:tracePt t="351492" x="4652963" y="3660775"/>
          <p14:tracePt t="351502" x="4694238" y="3633788"/>
          <p14:tracePt t="351512" x="4721225" y="3592513"/>
          <p14:tracePt t="351526" x="4721225" y="3571875"/>
          <p14:tracePt t="351535" x="4721225" y="3557588"/>
          <p14:tracePt t="351545" x="4700588" y="3530600"/>
          <p14:tracePt t="351559" x="4667250" y="3517900"/>
          <p14:tracePt t="351569" x="4598988" y="3509963"/>
          <p14:tracePt t="351578" x="4530725" y="3509963"/>
          <p14:tracePt t="351593" x="4443413" y="3530600"/>
          <p14:tracePt t="351603" x="4348163" y="3565525"/>
          <p14:tracePt t="351612" x="4279900" y="3605213"/>
          <p14:tracePt t="351628" x="4224338" y="3646488"/>
          <p14:tracePt t="351637" x="4184650" y="3694113"/>
          <p14:tracePt t="351647" x="4176713" y="3729038"/>
          <p14:tracePt t="351661" x="4170363" y="3756025"/>
          <p14:tracePt t="351671" x="4170363" y="3768725"/>
          <p14:tracePt t="351681" x="4184650" y="3789363"/>
          <p14:tracePt t="351695" x="4205288" y="3803650"/>
          <p14:tracePt t="351704" x="4244975" y="3816350"/>
          <p14:tracePt t="351715" x="4292600" y="3816350"/>
          <p14:tracePt t="351728" x="4333875" y="3830638"/>
          <p14:tracePt t="351738" x="4422775" y="3830638"/>
          <p14:tracePt t="351748" x="4518025" y="3816350"/>
          <p14:tracePt t="351761" x="4598988" y="3810000"/>
          <p14:tracePt t="351775" x="4646613" y="3789363"/>
          <p14:tracePt t="351783" x="4687888" y="3768725"/>
          <p14:tracePt t="351794" x="4700588" y="3762375"/>
          <p14:tracePt t="351808" x="4700588" y="3741738"/>
          <p14:tracePt t="351816" x="4700588" y="3735388"/>
          <p14:tracePt t="351829" x="4673600" y="3714750"/>
          <p14:tracePt t="351841" x="4646613" y="3687763"/>
          <p14:tracePt t="351851" x="4578350" y="3660775"/>
          <p14:tracePt t="351881" x="4497388" y="3619500"/>
          <p14:tracePt t="351886" x="4402138" y="3605213"/>
          <p14:tracePt t="351896" x="4259263" y="3592513"/>
          <p14:tracePt t="351910" x="4205288" y="3605213"/>
          <p14:tracePt t="351919" x="4176713" y="3613150"/>
          <p14:tracePt t="351928" x="4149725" y="3633788"/>
          <p14:tracePt t="351941" x="4137025" y="3660775"/>
          <p14:tracePt t="351952" x="4137025" y="3681413"/>
          <p14:tracePt t="351962" x="4137025" y="3714750"/>
          <p14:tracePt t="351975" x="4157663" y="3756025"/>
          <p14:tracePt t="351985" x="4197350" y="3789363"/>
          <p14:tracePt t="351995" x="4224338" y="3810000"/>
          <p14:tracePt t="352009" x="4259263" y="3830638"/>
          <p14:tracePt t="352019" x="4306888" y="3836988"/>
          <p14:tracePt t="352029" x="4348163" y="3851275"/>
          <p14:tracePt t="352043" x="4408488" y="3851275"/>
          <p14:tracePt t="352053" x="4503738" y="3851275"/>
          <p14:tracePt t="352061" x="4625975" y="3836988"/>
          <p14:tracePt t="352077" x="4700588" y="3830638"/>
          <p14:tracePt t="352086" x="4768850" y="3810000"/>
          <p14:tracePt t="352097" x="4810125" y="3789363"/>
          <p14:tracePt t="352111" x="4816475" y="3783013"/>
          <p14:tracePt t="352121" x="4824413" y="3762375"/>
          <p14:tracePt t="352131" x="4824413" y="3756025"/>
          <p14:tracePt t="352145" x="4816475" y="3735388"/>
          <p14:tracePt t="352155" x="4789488" y="3714750"/>
          <p14:tracePt t="352164" x="4735513" y="3694113"/>
          <p14:tracePt t="352178" x="4667250" y="3667125"/>
          <p14:tracePt t="352188" x="4598988" y="3660775"/>
          <p14:tracePt t="352199" x="4518025" y="3660775"/>
          <p14:tracePt t="352211" x="4443413" y="3660775"/>
          <p14:tracePt t="352222" x="4402138" y="3681413"/>
          <p14:tracePt t="352234" x="4354513" y="3708400"/>
          <p14:tracePt t="352245" x="4333875" y="3735388"/>
          <p14:tracePt t="352255" x="4327525" y="3756025"/>
          <p14:tracePt t="352266" x="4327525" y="3789363"/>
          <p14:tracePt t="352279" x="4348163" y="3816350"/>
          <p14:tracePt t="352291" x="4375150" y="3851275"/>
          <p14:tracePt t="352300" x="4408488" y="3863975"/>
          <p14:tracePt t="352311" x="4470400" y="3884613"/>
          <p14:tracePt t="352324" x="4545013" y="3890963"/>
          <p14:tracePt t="352335" x="4613275" y="3890963"/>
          <p14:tracePt t="352344" x="4700588" y="3890963"/>
          <p14:tracePt t="352357" x="4810125" y="3884613"/>
          <p14:tracePt t="352368" x="4899025" y="3878263"/>
          <p14:tracePt t="352378" x="4959350" y="3857625"/>
          <p14:tracePt t="352392" x="5006975" y="3816350"/>
          <p14:tracePt t="352402" x="5033963" y="3789363"/>
          <p14:tracePt t="352412" x="5033963" y="3768725"/>
          <p14:tracePt t="352426" x="5033963" y="3741738"/>
          <p14:tracePt t="352435" x="5006975" y="3708400"/>
          <p14:tracePt t="352445" x="4986338" y="3681413"/>
          <p14:tracePt t="352459" x="4938713" y="3646488"/>
          <p14:tracePt t="352470" x="4899025" y="3633788"/>
          <p14:tracePt t="352479" x="4872038" y="3619500"/>
          <p14:tracePt t="352494" x="4851400" y="3619500"/>
          <p14:tracePt t="352503" x="4824413" y="3619500"/>
          <p14:tracePt t="352512" x="4795838" y="3633788"/>
          <p14:tracePt t="352527" x="4768850" y="3640138"/>
          <p14:tracePt t="352537" x="4735513" y="3660775"/>
          <p14:tracePt t="352546" x="4694238" y="3681413"/>
          <p14:tracePt t="352561" x="4667250" y="3708400"/>
          <p14:tracePt t="352571" x="4640263" y="3729038"/>
          <p14:tracePt t="352581" x="4625975" y="3756025"/>
          <p14:tracePt t="352596" x="4619625" y="3768725"/>
          <p14:tracePt t="352603" x="4619625" y="3789363"/>
          <p14:tracePt t="352615" x="4625975" y="3810000"/>
          <p14:tracePt t="352629" x="4646613" y="3836988"/>
          <p14:tracePt t="352639" x="4673600" y="3857625"/>
          <p14:tracePt t="352649" x="4700588" y="3884613"/>
          <p14:tracePt t="352662" x="4762500" y="3905250"/>
          <p14:tracePt t="352672" x="4816475" y="3925888"/>
          <p14:tracePt t="352682" x="4864100" y="3932238"/>
          <p14:tracePt t="352693" x="4938713" y="3938588"/>
          <p14:tracePt t="352705" x="5006975" y="3938588"/>
          <p14:tracePt t="352717" x="5054600" y="3938588"/>
          <p14:tracePt t="352729" x="5089525" y="3932238"/>
          <p14:tracePt t="352740" x="5129213" y="3925888"/>
          <p14:tracePt t="352751" x="5137150" y="3905250"/>
          <p14:tracePt t="352761" x="5143500" y="3884613"/>
          <p14:tracePt t="352776" x="5157788" y="3863975"/>
          <p14:tracePt t="352784" x="5143500" y="3851275"/>
          <p14:tracePt t="352794" x="5137150" y="3830638"/>
          <p14:tracePt t="352808" x="5116513" y="3803650"/>
          <p14:tracePt t="352819" x="5089525" y="3768725"/>
          <p14:tracePt t="352829" x="5062538" y="3741738"/>
          <p14:tracePt t="352842" x="5021263" y="3729038"/>
          <p14:tracePt t="352853" x="4973638" y="3708400"/>
          <p14:tracePt t="352861" x="4938713" y="3694113"/>
          <p14:tracePt t="352876" x="4891088" y="3694113"/>
          <p14:tracePt t="352885" x="4843463" y="3694113"/>
          <p14:tracePt t="352896" x="4816475" y="3708400"/>
          <p14:tracePt t="352927" x="4795838" y="3708400"/>
          <p14:tracePt t="352931" x="4776788" y="3729038"/>
          <p14:tracePt t="352944" x="4762500" y="3741738"/>
          <p14:tracePt t="352954" x="4762500" y="3756025"/>
          <p14:tracePt t="352977" x="4768850" y="3768725"/>
          <p14:tracePt t="352987" x="4776788" y="3783013"/>
          <p14:tracePt t="352997" x="4789488" y="3789363"/>
          <p14:tracePt t="353011" x="4816475" y="3803650"/>
          <p14:tracePt t="353021" x="4837113" y="3810000"/>
          <p14:tracePt t="353031" x="4864100" y="3816350"/>
          <p14:tracePt t="353045" x="4891088" y="3830638"/>
          <p14:tracePt t="353055" x="4919663" y="3830638"/>
          <p14:tracePt t="353065" x="4946650" y="3830638"/>
          <p14:tracePt t="353078" x="4973638" y="3816350"/>
          <p14:tracePt t="353088" x="5006975" y="3810000"/>
          <p14:tracePt t="353099" x="5014913" y="3803650"/>
          <p14:tracePt t="353112" x="5021263" y="3789363"/>
          <p14:tracePt t="353122" x="5021263" y="3768725"/>
          <p14:tracePt t="353133" x="5021263" y="3756025"/>
          <p14:tracePt t="353145" x="5021263" y="3735388"/>
          <p14:tracePt t="353155" x="5014913" y="3714750"/>
          <p14:tracePt t="353167" x="5006975" y="3708400"/>
          <p14:tracePt t="353177" x="4994275" y="3687763"/>
          <p14:tracePt t="353190" x="4973638" y="3681413"/>
          <p14:tracePt t="353201" x="4946650" y="3681413"/>
          <p14:tracePt t="353212" x="4932363" y="3681413"/>
          <p14:tracePt t="353222" x="4899025" y="3681413"/>
          <p14:tracePt t="353234" x="4864100" y="3687763"/>
          <p14:tracePt t="353244" x="4837113" y="3694113"/>
          <p14:tracePt t="353257" x="4795838" y="3708400"/>
          <p14:tracePt t="353268" x="4762500" y="3735388"/>
          <p14:tracePt t="353278" x="4721225" y="3762375"/>
          <p14:tracePt t="353292" x="4694238" y="3783013"/>
          <p14:tracePt t="353302" x="4673600" y="3810000"/>
          <p14:tracePt t="353311" x="4673600" y="3836988"/>
          <p14:tracePt t="353325" x="4673600" y="3851275"/>
          <p14:tracePt t="353335" x="4673600" y="3863975"/>
          <p14:tracePt t="353345" x="4694238" y="3884613"/>
          <p14:tracePt t="353359" x="4714875" y="3905250"/>
          <p14:tracePt t="353369" x="4768850" y="3932238"/>
          <p14:tracePt t="353378" x="4824413" y="3959225"/>
          <p14:tracePt t="353393" x="4899025" y="3979863"/>
          <p14:tracePt t="353403" x="4967288" y="3986213"/>
          <p14:tracePt t="353414" x="5041900" y="4000500"/>
          <p14:tracePt t="353428" x="5110163" y="4000500"/>
          <p14:tracePt t="353437" x="5137150" y="4000500"/>
          <p14:tracePt t="353447" x="5164138" y="3986213"/>
          <p14:tracePt t="353460" x="5170488" y="3986213"/>
          <p14:tracePt t="353470" x="5184775" y="3979863"/>
          <p14:tracePt t="353482" x="5184775" y="3973513"/>
          <p14:tracePt t="353502" x="5184775" y="3959225"/>
          <p14:tracePt t="353514" x="5170488" y="3952875"/>
          <p14:tracePt t="353535" x="5170488" y="3938588"/>
          <p14:tracePt t="355908" x="5164138" y="3938588"/>
          <p14:tracePt t="355920" x="5143500" y="3932238"/>
          <p14:tracePt t="355934" x="5129213" y="3932238"/>
          <p14:tracePt t="355943" x="5089525" y="3925888"/>
          <p14:tracePt t="355955" x="5041900" y="3911600"/>
          <p14:tracePt t="355965" x="5006975" y="3911600"/>
          <p14:tracePt t="355978" x="4959350" y="3911600"/>
          <p14:tracePt t="355989" x="4932363" y="3911600"/>
          <p14:tracePt t="356000" x="4884738" y="3911600"/>
          <p14:tracePt t="356014" x="4864100" y="3911600"/>
          <p14:tracePt t="356024" x="4837113" y="3911600"/>
          <p14:tracePt t="356034" x="4810125" y="3911600"/>
          <p14:tracePt t="356047" x="4789488" y="3925888"/>
          <p14:tracePt t="356066" x="4776788" y="3932238"/>
          <p14:tracePt t="356071" x="4768850" y="3938588"/>
          <p14:tracePt t="356080" x="4768850" y="3952875"/>
          <p14:tracePt t="356101" x="4768850" y="3959225"/>
          <p14:tracePt t="356113" x="4776788" y="3973513"/>
          <p14:tracePt t="356124" x="4789488" y="3973513"/>
          <p14:tracePt t="356136" x="4810125" y="3979863"/>
          <p14:tracePt t="356149" x="4824413" y="3979863"/>
          <p14:tracePt t="356159" x="4843463" y="3979863"/>
          <p14:tracePt t="356171" x="4864100" y="3979863"/>
          <p14:tracePt t="356183" x="4872038" y="3979863"/>
          <p14:tracePt t="356201" x="4872038" y="3973513"/>
          <p14:tracePt t="356223" x="4864100" y="3959225"/>
          <p14:tracePt t="356313" x="4851400" y="3959225"/>
          <p14:tracePt t="356325" x="4843463" y="3959225"/>
          <p14:tracePt t="356831" x="4843463" y="3952875"/>
          <p14:tracePt t="356999" x="4851400" y="3952875"/>
          <p14:tracePt t="357258" x="4864100" y="3952875"/>
          <p14:tracePt t="357631" x="4872038" y="3952875"/>
          <p14:tracePt t="357832" x="4872038" y="3938588"/>
          <p14:tracePt t="370680" x="4884738" y="3938588"/>
          <p14:tracePt t="370691" x="4899025" y="3938588"/>
          <p14:tracePt t="370703" x="4919663" y="3938588"/>
          <p14:tracePt t="370713" x="4932363" y="3932238"/>
          <p14:tracePt t="370725" x="4946650" y="3932238"/>
          <p14:tracePt t="370748" x="4959350" y="3932238"/>
          <p14:tracePt t="370751" x="4967288" y="3932238"/>
          <p14:tracePt t="370760" x="4967288" y="3925888"/>
          <p14:tracePt t="370771" x="4967288" y="3905250"/>
          <p14:tracePt t="370785" x="4967288" y="3884613"/>
          <p14:tracePt t="370794" x="4967288" y="3863975"/>
          <p14:tracePt t="370805" x="4967288" y="3851275"/>
          <p14:tracePt t="370816" x="4967288" y="3830638"/>
          <p14:tracePt t="370834" x="4967288" y="3810000"/>
          <p14:tracePt t="370838" x="4967288" y="3789363"/>
          <p14:tracePt t="370851" x="4967288" y="3768725"/>
          <p14:tracePt t="370860" x="4967288" y="3762375"/>
          <p14:tracePt t="370883" x="4959350" y="3756025"/>
          <p14:tracePt t="371017" x="4938713" y="3756025"/>
          <p14:tracePt t="371019" x="4911725" y="3741738"/>
          <p14:tracePt t="371029" x="4884738" y="3735388"/>
          <p14:tracePt t="371041" x="4843463" y="3729038"/>
          <p14:tracePt t="371052" x="4768850" y="3694113"/>
          <p14:tracePt t="371064" x="4694238" y="3687763"/>
          <p14:tracePt t="371074" x="4565650" y="3667125"/>
          <p14:tracePt t="371088" x="4381500" y="3646488"/>
          <p14:tracePt t="371097" x="4122738" y="3633788"/>
          <p14:tracePt t="371108" x="3890963" y="3619500"/>
          <p14:tracePt t="371122" x="3565525" y="3605213"/>
          <p14:tracePt t="371142" x="3252788" y="3586163"/>
          <p14:tracePt t="371143" x="3089275" y="3586163"/>
          <p14:tracePt t="371156" x="2878138" y="3571875"/>
          <p14:tracePt t="371166" x="2735263" y="3571875"/>
          <p14:tracePt t="371176" x="2673350" y="3571875"/>
          <p14:tracePt t="371190" x="2625725" y="3571875"/>
          <p14:tracePt t="371200" x="2586038" y="3571875"/>
          <p14:tracePt t="371211" x="2557463" y="3571875"/>
          <p14:tracePt t="371423" x="2565400" y="3571875"/>
          <p14:tracePt t="371423" x="2578100" y="3571875"/>
          <p14:tracePt t="371433" x="2598738" y="3571875"/>
          <p14:tracePt t="371458" x="2646363" y="3571875"/>
          <p14:tracePt t="371468" x="2652713" y="3571875"/>
          <p14:tracePt t="371480" x="2652713" y="3565525"/>
          <p14:tracePt t="371491" x="2646363" y="3544888"/>
          <p14:tracePt t="371504" x="2633663" y="3530600"/>
          <p14:tracePt t="371513" x="2625725" y="3497263"/>
          <p14:tracePt t="371529" x="2605088" y="3470275"/>
          <p14:tracePt t="371538" x="2565400" y="3422650"/>
          <p14:tracePt t="371546" x="2538413" y="3387725"/>
          <p14:tracePt t="371562" x="2490788" y="3319463"/>
          <p14:tracePt t="371571" x="2428875" y="3244850"/>
          <p14:tracePt t="371583" x="2366963" y="3163888"/>
          <p14:tracePt t="371596" x="2327275" y="3089275"/>
          <p14:tracePt t="371606" x="2238375" y="2979738"/>
          <p14:tracePt t="371616" x="2116138" y="2857500"/>
          <p14:tracePt t="371629" x="2014538" y="2782888"/>
          <p14:tracePt t="371640" x="1851025" y="2681288"/>
          <p14:tracePt t="371650" x="1687513" y="2605088"/>
          <p14:tracePt t="371663" x="1577975" y="2565400"/>
          <p14:tracePt t="371673" x="1482725" y="2551113"/>
          <p14:tracePt t="371683" x="1422400" y="2538413"/>
          <p14:tracePt t="371696" x="1360488" y="2538413"/>
          <p14:tracePt t="371706" x="1327150" y="2551113"/>
          <p14:tracePt t="371718" x="1279525" y="2565400"/>
          <p14:tracePt t="371729" x="1231900" y="2586038"/>
          <p14:tracePt t="371749" x="1204913" y="2613025"/>
          <p14:tracePt t="371751" x="1163638" y="2660650"/>
          <p14:tracePt t="371762" x="1122363" y="2728913"/>
          <p14:tracePt t="371779" x="1081088" y="2824163"/>
          <p14:tracePt t="371805" x="1054100" y="2898775"/>
          <p14:tracePt t="371811" x="1027113" y="3021013"/>
          <p14:tracePt t="371822" x="1000125" y="3238500"/>
          <p14:tracePt t="371831" x="985838" y="3367088"/>
          <p14:tracePt t="371845" x="966788" y="3490913"/>
          <p14:tracePt t="371857" x="958850" y="3613150"/>
          <p14:tracePt t="371866" x="958850" y="3694113"/>
          <p14:tracePt t="371878" x="958850" y="3810000"/>
          <p14:tracePt t="371887" x="966788" y="3932238"/>
          <p14:tracePt t="371898" x="979488" y="4006850"/>
          <p14:tracePt t="371911" x="979488" y="4089400"/>
          <p14:tracePt t="371920" x="979488" y="4170363"/>
          <p14:tracePt t="371930" x="979488" y="4211638"/>
          <p14:tracePt t="371944" x="979488" y="4259263"/>
          <p14:tracePt t="371954" x="985838" y="4306888"/>
          <p14:tracePt t="371963" x="1006475" y="4354513"/>
          <p14:tracePt t="371978" x="1014413" y="4381500"/>
          <p14:tracePt t="371988" x="1033463" y="4408488"/>
          <p14:tracePt t="371999" x="1054100" y="4443413"/>
          <p14:tracePt t="372012" x="1074738" y="4456113"/>
          <p14:tracePt t="372022" x="1089025" y="4491038"/>
          <p14:tracePt t="372032" x="1109663" y="4503738"/>
          <p14:tracePt t="372046" x="1128713" y="4524375"/>
          <p14:tracePt t="372056" x="1149350" y="4530725"/>
          <p14:tracePt t="372066" x="1176338" y="4545013"/>
          <p14:tracePt t="372080" x="1196975" y="4551363"/>
          <p14:tracePt t="372090" x="1223963" y="4551363"/>
          <p14:tracePt t="372100" x="1285875" y="4551363"/>
          <p14:tracePt t="372112" x="1381125" y="4530725"/>
          <p14:tracePt t="372122" x="1476375" y="4518025"/>
          <p14:tracePt t="372134" x="1604963" y="4456113"/>
          <p14:tracePt t="372146" x="1747838" y="4381500"/>
          <p14:tracePt t="372156" x="1890713" y="4271963"/>
          <p14:tracePt t="372168" x="2006600" y="4157663"/>
          <p14:tracePt t="372180" x="2136775" y="3986213"/>
          <p14:tracePt t="372192" x="2244725" y="3783013"/>
          <p14:tracePt t="372202" x="2292350" y="3640138"/>
          <p14:tracePt t="372212" x="2327275" y="3490913"/>
          <p14:tracePt t="372225" x="2333625" y="3348038"/>
          <p14:tracePt t="372236" x="2333625" y="3224213"/>
          <p14:tracePt t="372247" x="2333625" y="3163888"/>
          <p14:tracePt t="372258" x="2327275" y="3095625"/>
          <p14:tracePt t="372269" x="2312988" y="3048000"/>
          <p14:tracePt t="372279" x="2306638" y="3021013"/>
          <p14:tracePt t="372293" x="2279650" y="2979738"/>
          <p14:tracePt t="372303" x="2238375" y="2946400"/>
          <p14:tracePt t="372312" x="2190750" y="2925763"/>
          <p14:tracePt t="372327" x="2122488" y="2884488"/>
          <p14:tracePt t="372337" x="2041525" y="2857500"/>
          <p14:tracePt t="372347" x="1958975" y="2851150"/>
          <p14:tracePt t="372361" x="1898650" y="2843213"/>
          <p14:tracePt t="372372" x="1816100" y="2843213"/>
          <p14:tracePt t="372379" x="1741488" y="2851150"/>
          <p14:tracePt t="372396" x="1687513" y="2871788"/>
          <p14:tracePt t="372404" x="1619250" y="2884488"/>
          <p14:tracePt t="372413" x="1550988" y="2925763"/>
          <p14:tracePt t="372429" x="1497013" y="2973388"/>
          <p14:tracePt t="372439" x="1449388" y="3021013"/>
          <p14:tracePt t="372447" x="1395413" y="3101975"/>
          <p14:tracePt t="372462" x="1354138" y="3197225"/>
          <p14:tracePt t="372472" x="1327150" y="3286125"/>
          <p14:tracePt t="372481" x="1300163" y="3435350"/>
          <p14:tracePt t="372496" x="1279525" y="3586163"/>
          <p14:tracePt t="372506" x="1271588" y="3694113"/>
          <p14:tracePt t="372517" x="1271588" y="3836988"/>
          <p14:tracePt t="372530" x="1279525" y="3952875"/>
          <p14:tracePt t="372540" x="1300163" y="4033838"/>
          <p14:tracePt t="372551" x="1319213" y="4075113"/>
          <p14:tracePt t="372562" x="1354138" y="4122738"/>
          <p14:tracePt t="372575" x="1408113" y="4157663"/>
          <p14:tracePt t="372583" x="1455738" y="4176713"/>
          <p14:tracePt t="372597" x="1550988" y="4197350"/>
          <p14:tracePt t="372609" x="1666875" y="4197350"/>
          <p14:tracePt t="372619" x="1795463" y="4176713"/>
          <p14:tracePt t="372628" x="1884363" y="4149725"/>
          <p14:tracePt t="372642" x="2006600" y="4102100"/>
          <p14:tracePt t="372653" x="2109788" y="4033838"/>
          <p14:tracePt t="372662" x="2170113" y="3973513"/>
          <p14:tracePt t="372676" x="2259013" y="3863975"/>
          <p14:tracePt t="372685" x="2327275" y="3756025"/>
          <p14:tracePt t="372696" x="2354263" y="3660775"/>
          <p14:tracePt t="372709" x="2354263" y="3544888"/>
          <p14:tracePt t="372720" x="2333625" y="3435350"/>
          <p14:tracePt t="372729" x="2279650" y="3319463"/>
          <p14:tracePt t="372743" x="2232025" y="3252788"/>
          <p14:tracePt t="372753" x="2157413" y="3176588"/>
          <p14:tracePt t="372762" x="2089150" y="3122613"/>
          <p14:tracePt t="372779" x="2041525" y="3095625"/>
          <p14:tracePt t="372786" x="1966913" y="3068638"/>
          <p14:tracePt t="372796" x="1890713" y="3054350"/>
          <p14:tracePt t="372813" x="1824038" y="3054350"/>
          <p14:tracePt t="372820" x="1776413" y="3068638"/>
          <p14:tracePt t="372851" x="1741488" y="3089275"/>
          <p14:tracePt t="372856" x="1700213" y="3122613"/>
          <p14:tracePt t="372867" x="1652588" y="3197225"/>
          <p14:tracePt t="372877" x="1639888" y="3265488"/>
          <p14:tracePt t="372887" x="1639888" y="3327400"/>
          <p14:tracePt t="372898" x="1652588" y="3443288"/>
          <p14:tracePt t="372911" x="1700213" y="3557588"/>
          <p14:tracePt t="372921" x="1768475" y="3681413"/>
          <p14:tracePt t="372931" x="1836738" y="3756025"/>
          <p14:tracePt t="372946" x="1898650" y="3816350"/>
          <p14:tracePt t="372956" x="1958975" y="3857625"/>
          <p14:tracePt t="372967" x="1993900" y="3863975"/>
          <p14:tracePt t="372980" x="2047875" y="3878263"/>
          <p14:tracePt t="372991" x="2116138" y="3863975"/>
          <p14:tracePt t="373001" x="2184400" y="3857625"/>
          <p14:tracePt t="373013" x="2259013" y="3830638"/>
          <p14:tracePt t="373025" x="2327275" y="3783013"/>
          <p14:tracePt t="373034" x="2381250" y="3714750"/>
          <p14:tracePt t="373047" x="2401888" y="3667125"/>
          <p14:tracePt t="373057" x="2408238" y="3571875"/>
          <p14:tracePt t="373069" x="2387600" y="3470275"/>
          <p14:tracePt t="373078" x="2354263" y="3375025"/>
          <p14:tracePt t="373091" x="2265363" y="3265488"/>
          <p14:tracePt t="373102" x="2163763" y="3149600"/>
          <p14:tracePt t="373112" x="2047875" y="3068638"/>
          <p14:tracePt t="373126" x="1966913" y="3021013"/>
          <p14:tracePt t="373136" x="1836738" y="2967038"/>
          <p14:tracePt t="373146" x="1700213" y="2925763"/>
          <p14:tracePt t="373159" x="1619250" y="2919413"/>
          <p14:tracePt t="373170" x="1503363" y="2919413"/>
          <p14:tracePt t="373179" x="1408113" y="2946400"/>
          <p14:tracePt t="373194" x="1347788" y="2979738"/>
          <p14:tracePt t="373204" x="1279525" y="3048000"/>
          <p14:tracePt t="373212" x="1231900" y="3143250"/>
          <p14:tracePt t="373227" x="1204913" y="3244850"/>
          <p14:tracePt t="373237" x="1196975" y="3319463"/>
          <p14:tracePt t="373246" x="1196975" y="3414713"/>
          <p14:tracePt t="373261" x="1211263" y="3490913"/>
          <p14:tracePt t="373271" x="1231900" y="3538538"/>
          <p14:tracePt t="373280" x="1271588" y="3586163"/>
          <p14:tracePt t="373295" x="1327150" y="3619500"/>
          <p14:tracePt t="373305" x="1381125" y="3646488"/>
          <p14:tracePt t="373316" x="1422400" y="3660775"/>
          <p14:tracePt t="373330" x="1497013" y="3667125"/>
          <p14:tracePt t="373338" x="1571625" y="3667125"/>
          <p14:tracePt t="373348" x="1646238" y="3660775"/>
          <p14:tracePt t="373363" x="1762125" y="3619500"/>
          <p14:tracePt t="373371" x="1863725" y="3586163"/>
          <p14:tracePt t="373382" x="1925638" y="3538538"/>
          <p14:tracePt t="373397" x="1985963" y="3462338"/>
          <p14:tracePt t="373406" x="2014538" y="3375025"/>
          <p14:tracePt t="373416" x="2014538" y="3292475"/>
          <p14:tracePt t="373430" x="2006600" y="3238500"/>
          <p14:tracePt t="373448" x="1958975" y="3163888"/>
          <p14:tracePt t="373453" x="1898650" y="3095625"/>
          <p14:tracePt t="373463" x="1851025" y="3048000"/>
          <p14:tracePt t="373478" x="1762125" y="2994025"/>
          <p14:tracePt t="373486" x="1652588" y="2946400"/>
          <p14:tracePt t="373495" x="1524000" y="2905125"/>
          <p14:tracePt t="373510" x="1428750" y="2884488"/>
          <p14:tracePt t="373521" x="1285875" y="2898775"/>
          <p14:tracePt t="373529" x="1157288" y="2932113"/>
          <p14:tracePt t="373543" x="1054100" y="2994025"/>
          <p14:tracePt t="373552" x="925513" y="3095625"/>
          <p14:tracePt t="373562" x="815975" y="3217863"/>
          <p14:tracePt t="373576" x="768350" y="3292475"/>
          <p14:tracePt t="373585" x="714375" y="3387725"/>
          <p14:tracePt t="373596" x="687388" y="3462338"/>
          <p14:tracePt t="373609" x="660400" y="3509963"/>
          <p14:tracePt t="373620" x="660400" y="3544888"/>
          <p14:tracePt t="373629" x="660400" y="3586163"/>
          <p14:tracePt t="373643" x="660400" y="3605213"/>
          <p14:tracePt t="373653" x="666750" y="3619500"/>
          <p14:tracePt t="373663" x="681038" y="3633788"/>
          <p14:tracePt t="373678" x="687388" y="3633788"/>
          <p14:tracePt t="373751" x="687388" y="3619500"/>
          <p14:tracePt t="373763" x="687388" y="3613150"/>
          <p14:tracePt t="373785" x="687388" y="3605213"/>
          <p14:tracePt t="373797" x="687388" y="3592513"/>
          <p14:tracePt t="373899" x="687388" y="3605213"/>
          <p14:tracePt t="373911" x="687388" y="3613150"/>
          <p14:tracePt t="373920" x="687388" y="3619500"/>
          <p14:tracePt t="373942" x="693738" y="3619500"/>
          <p14:tracePt t="373976" x="708025" y="3619500"/>
          <p14:tracePt t="373988" x="714375" y="3619500"/>
          <p14:tracePt t="374000" x="735013" y="3619500"/>
          <p14:tracePt t="374011" x="755650" y="3613150"/>
          <p14:tracePt t="374022" x="762000" y="3613150"/>
          <p14:tracePt t="374036" x="768350" y="3605213"/>
          <p14:tracePt t="374046" x="768350" y="3592513"/>
          <p14:tracePt t="374056" x="782638" y="3592513"/>
          <p14:tracePt t="374077" x="768350" y="3592513"/>
          <p14:tracePt t="374090" x="762000" y="3592513"/>
          <p14:tracePt t="374358" x="762000" y="3586163"/>
          <p14:tracePt t="374403" x="768350" y="3586163"/>
          <p14:tracePt t="374415" x="782638" y="3586163"/>
          <p14:tracePt t="374427" x="788988" y="3586163"/>
          <p14:tracePt t="374460" x="803275" y="3586163"/>
          <p14:tracePt t="374493" x="809625" y="3586163"/>
          <p14:tracePt t="374561" x="815975" y="3586163"/>
          <p14:tracePt t="374573" x="815975" y="3571875"/>
          <p14:tracePt t="374584" x="830263" y="3571875"/>
          <p14:tracePt t="374597" x="836613" y="3571875"/>
          <p14:tracePt t="374608" x="842963" y="3565525"/>
          <p14:tracePt t="374619" x="857250" y="3557588"/>
          <p14:tracePt t="374640" x="857250" y="3538538"/>
          <p14:tracePt t="374651" x="863600" y="3530600"/>
          <p14:tracePt t="374665" x="863600" y="3517900"/>
          <p14:tracePt t="374685" x="857250" y="3509963"/>
          <p14:tracePt t="374696" x="857250" y="3497263"/>
          <p14:tracePt t="374709" x="857250" y="3490913"/>
          <p14:tracePt t="374719" x="842963" y="3482975"/>
          <p14:tracePt t="374733" x="836613" y="3470275"/>
          <p14:tracePt t="374743" x="830263" y="3462338"/>
          <p14:tracePt t="374757" x="815975" y="3443288"/>
          <p14:tracePt t="374767" x="809625" y="3435350"/>
          <p14:tracePt t="374776" x="803275" y="3435350"/>
          <p14:tracePt t="374791" x="803275" y="3422650"/>
          <p14:tracePt t="374800" x="788988" y="3414713"/>
          <p14:tracePt t="374809" x="782638" y="3414713"/>
          <p14:tracePt t="374825" x="768350" y="3414713"/>
          <p14:tracePt t="374834" x="762000" y="3414713"/>
          <p14:tracePt t="374844" x="755650" y="3414713"/>
          <p14:tracePt t="374857" x="741363" y="3422650"/>
          <p14:tracePt t="374868" x="720725" y="3422650"/>
          <p14:tracePt t="374877" x="693738" y="3422650"/>
          <p14:tracePt t="374892" x="681038" y="3435350"/>
          <p14:tracePt t="374902" x="660400" y="3435350"/>
          <p14:tracePt t="374912" x="639763" y="3443288"/>
          <p14:tracePt t="374926" x="619125" y="3449638"/>
          <p14:tracePt t="374944" x="612775" y="3449638"/>
          <p14:tracePt t="374945" x="592138" y="3462338"/>
          <p14:tracePt t="374957" x="585788" y="3470275"/>
          <p14:tracePt t="374968" x="571500" y="3490913"/>
          <p14:tracePt t="374981" x="565150" y="3497263"/>
          <p14:tracePt t="374993" x="557213" y="3509963"/>
          <p14:tracePt t="375003" x="544513" y="3530600"/>
          <p14:tracePt t="375015" x="544513" y="3538538"/>
          <p14:tracePt t="375027" x="538163" y="3544888"/>
          <p14:tracePt t="375037" x="538163" y="3571875"/>
          <p14:tracePt t="375049" x="538163" y="3592513"/>
          <p14:tracePt t="375060" x="538163" y="3605213"/>
          <p14:tracePt t="375070" x="538163" y="3619500"/>
          <p14:tracePt t="375082" x="538163" y="3640138"/>
          <p14:tracePt t="375093" x="544513" y="3646488"/>
          <p14:tracePt t="375105" x="544513" y="3660775"/>
          <p14:tracePt t="375115" x="565150" y="3681413"/>
          <p14:tracePt t="375125" x="571500" y="3687763"/>
          <p14:tracePt t="375139" x="585788" y="3694113"/>
          <p14:tracePt t="375150" x="598488" y="3694113"/>
          <p14:tracePt t="375161" x="612775" y="3708400"/>
          <p14:tracePt t="375173" x="633413" y="3714750"/>
          <p14:tracePt t="375183" x="646113" y="3714750"/>
          <p14:tracePt t="375192" x="666750" y="3714750"/>
          <p14:tracePt t="375206" x="687388" y="3714750"/>
          <p14:tracePt t="375216" x="708025" y="3708400"/>
          <p14:tracePt t="375226" x="720725" y="3708400"/>
          <p14:tracePt t="375240" x="741363" y="3708400"/>
          <p14:tracePt t="375250" x="762000" y="3694113"/>
          <p14:tracePt t="375260" x="782638" y="3687763"/>
          <p14:tracePt t="375274" x="803275" y="3667125"/>
          <p14:tracePt t="375284" x="815975" y="3660775"/>
          <p14:tracePt t="375293" x="830263" y="3633788"/>
          <p14:tracePt t="375308" x="836613" y="3613150"/>
          <p14:tracePt t="375319" x="836613" y="3592513"/>
          <p14:tracePt t="375329" x="842963" y="3565525"/>
          <p14:tracePt t="375342" x="842963" y="3538538"/>
          <p14:tracePt t="375351" x="842963" y="3530600"/>
          <p14:tracePt t="375361" x="836613" y="3497263"/>
          <p14:tracePt t="375376" x="830263" y="3482975"/>
          <p14:tracePt t="375386" x="815975" y="3462338"/>
          <p14:tracePt t="375397" x="809625" y="3449638"/>
          <p14:tracePt t="375410" x="782638" y="3435350"/>
          <p14:tracePt t="375420" x="762000" y="3422650"/>
          <p14:tracePt t="375430" x="735013" y="3414713"/>
          <p14:tracePt t="375443" x="708025" y="3408363"/>
          <p14:tracePt t="375453" x="666750" y="3408363"/>
          <p14:tracePt t="375464" x="646113" y="3395663"/>
          <p14:tracePt t="375477" x="619125" y="3395663"/>
          <p14:tracePt t="375487" x="592138" y="3395663"/>
          <p14:tracePt t="375499" x="565150" y="3408363"/>
          <p14:tracePt t="375510" x="557213" y="3408363"/>
          <p14:tracePt t="375520" x="538163" y="3414713"/>
          <p14:tracePt t="375532" x="517525" y="3422650"/>
          <p14:tracePt t="375543" x="509588" y="3435350"/>
          <p14:tracePt t="375555" x="490538" y="3449638"/>
          <p14:tracePt t="375566" x="482600" y="3470275"/>
          <p14:tracePt t="375576" x="469900" y="3490913"/>
          <p14:tracePt t="375589" x="469900" y="3509963"/>
          <p14:tracePt t="375599" x="461963" y="3530600"/>
          <p14:tracePt t="375609" x="449263" y="3538538"/>
          <p14:tracePt t="375623" x="449263" y="3557588"/>
          <p14:tracePt t="375633" x="442913" y="3565525"/>
          <p14:tracePt t="375644" x="442913" y="3586163"/>
          <p14:tracePt t="375656" x="442913" y="3592513"/>
          <p14:tracePt t="375666" x="449263" y="3613150"/>
          <p14:tracePt t="375676" x="449263" y="3619500"/>
          <p14:tracePt t="375690" x="469900" y="3640138"/>
          <p14:tracePt t="375701" x="482600" y="3646488"/>
          <p14:tracePt t="375710" x="496888" y="3667125"/>
          <p14:tracePt t="375725" x="517525" y="3681413"/>
          <p14:tracePt t="375735" x="538163" y="3687763"/>
          <p14:tracePt t="375755" x="565150" y="3708400"/>
          <p14:tracePt t="375767" x="571500" y="3708400"/>
          <p14:tracePt t="375767" x="592138" y="3714750"/>
          <p14:tracePt t="375778" x="598488" y="3729038"/>
          <p14:tracePt t="375792" x="619125" y="3729038"/>
          <p14:tracePt t="375802" x="639763" y="3735388"/>
          <p14:tracePt t="375812" x="646113" y="3735388"/>
          <p14:tracePt t="375826" x="666750" y="3735388"/>
          <p14:tracePt t="375836" x="687388" y="3735388"/>
          <p14:tracePt t="375846" x="693738" y="3735388"/>
          <p14:tracePt t="375860" x="720725" y="3735388"/>
          <p14:tracePt t="375869" x="741363" y="3735388"/>
          <p14:tracePt t="375881" x="768350" y="3729038"/>
          <p14:tracePt t="375894" x="788988" y="3708400"/>
          <p14:tracePt t="375905" x="815975" y="3687763"/>
          <p14:tracePt t="375914" x="842963" y="3660775"/>
          <p14:tracePt t="375925" x="863600" y="3640138"/>
          <p14:tracePt t="375939" x="877888" y="3613150"/>
          <p14:tracePt t="375947" x="884238" y="3586163"/>
          <p14:tracePt t="375959" x="884238" y="3565525"/>
          <p14:tracePt t="375970" x="884238" y="3538538"/>
          <p14:tracePt t="376001" x="884238" y="3517900"/>
          <p14:tracePt t="376007" x="884238" y="3497263"/>
          <p14:tracePt t="376015" x="877888" y="3470275"/>
          <p14:tracePt t="376025" x="863600" y="3449638"/>
          <p14:tracePt t="376037" x="857250" y="3449638"/>
          <p14:tracePt t="376050" x="836613" y="3443288"/>
          <p14:tracePt t="376059" x="830263" y="3443288"/>
          <p14:tracePt t="376074" x="815975" y="3435350"/>
          <p14:tracePt t="376084" x="803275" y="3435350"/>
          <p14:tracePt t="376093" x="782638" y="3435350"/>
          <p14:tracePt t="376107" x="762000" y="3435350"/>
          <p14:tracePt t="376117" x="741363" y="3443288"/>
          <p14:tracePt t="376127" x="714375" y="3449638"/>
          <p14:tracePt t="376141" x="681038" y="3482975"/>
          <p14:tracePt t="376151" x="660400" y="3497263"/>
          <p14:tracePt t="376160" x="619125" y="3530600"/>
          <p14:tracePt t="376175" x="592138" y="3557588"/>
          <p14:tracePt t="376185" x="571500" y="3586163"/>
          <p14:tracePt t="376193" x="565150" y="3605213"/>
          <p14:tracePt t="376209" x="544513" y="3633788"/>
          <p14:tracePt t="376219" x="544513" y="3640138"/>
          <p14:tracePt t="376228" x="538163" y="3646488"/>
          <p14:tracePt t="376242" x="538163" y="3660775"/>
          <p14:tracePt t="376260" x="538163" y="3667125"/>
          <p14:tracePt t="376294" x="538163" y="3681413"/>
          <p14:tracePt t="376306" x="538163" y="3687763"/>
          <p14:tracePt t="376316" x="544513" y="3687763"/>
          <p14:tracePt t="376329" x="557213" y="3694113"/>
          <p14:tracePt t="376341" x="565150" y="3694113"/>
          <p14:tracePt t="376352" x="571500" y="3708400"/>
          <p14:tracePt t="376363" x="585788" y="3708400"/>
          <p14:tracePt t="376376" x="592138" y="3714750"/>
          <p14:tracePt t="376386" x="598488" y="3714750"/>
          <p14:tracePt t="376399" x="612775" y="3714750"/>
          <p14:tracePt t="376410" x="633413" y="3708400"/>
          <p14:tracePt t="376421" x="639763" y="3708400"/>
          <p14:tracePt t="376432" x="660400" y="3708400"/>
          <p14:tracePt t="376443" x="681038" y="3694113"/>
          <p14:tracePt t="376455" x="693738" y="3687763"/>
          <p14:tracePt t="376465" x="714375" y="3667125"/>
          <p14:tracePt t="376477" x="741363" y="3646488"/>
          <p14:tracePt t="376489" x="768350" y="3619500"/>
          <p14:tracePt t="376499" x="788988" y="3605213"/>
          <p14:tracePt t="376509" x="809625" y="3571875"/>
          <p14:tracePt t="376523" x="830263" y="3544888"/>
          <p14:tracePt t="376533" x="830263" y="3530600"/>
          <p14:tracePt t="376543" x="830263" y="3509963"/>
          <p14:tracePt t="376556" x="830263" y="3490913"/>
          <p14:tracePt t="376566" x="830263" y="3482975"/>
          <p14:tracePt t="376577" x="815975" y="3470275"/>
          <p14:tracePt t="376591" x="803275" y="3449638"/>
          <p14:tracePt t="376601" x="768350" y="3435350"/>
          <p14:tracePt t="376609" x="762000" y="3422650"/>
          <p14:tracePt t="376625" x="735013" y="3422650"/>
          <p14:tracePt t="376634" x="714375" y="3414713"/>
          <p14:tracePt t="376643" x="708025" y="3414713"/>
          <p14:tracePt t="376657" x="687388" y="3414713"/>
          <p14:tracePt t="376668" x="681038" y="3414713"/>
          <p14:tracePt t="376677" x="666750" y="3414713"/>
          <p14:tracePt t="376691" x="646113" y="3414713"/>
          <p14:tracePt t="376701" x="639763" y="3414713"/>
          <p14:tracePt t="376711" x="619125" y="3422650"/>
          <p14:tracePt t="376726" x="598488" y="3435350"/>
          <p14:tracePt t="376736" x="585788" y="3449638"/>
          <p14:tracePt t="376745" x="565150" y="3470275"/>
          <p14:tracePt t="376759" x="557213" y="3490913"/>
          <p14:tracePt t="376773" x="538163" y="3509963"/>
          <p14:tracePt t="376781" x="523875" y="3538538"/>
          <p14:tracePt t="376794" x="523875" y="3565525"/>
          <p14:tracePt t="376805" x="523875" y="3586163"/>
          <p14:tracePt t="376814" x="523875" y="3613150"/>
          <p14:tracePt t="376827" x="523875" y="3633788"/>
          <p14:tracePt t="376837" x="523875" y="3640138"/>
          <p14:tracePt t="376849" x="538163" y="3660775"/>
          <p14:tracePt t="376859" x="544513" y="3681413"/>
          <p14:tracePt t="376870" x="565150" y="3687763"/>
          <p14:tracePt t="376882" x="585788" y="3708400"/>
          <p14:tracePt t="376893" x="592138" y="3714750"/>
          <p14:tracePt t="376913" x="619125" y="3729038"/>
          <p14:tracePt t="376926" x="639763" y="3735388"/>
          <p14:tracePt t="376937" x="660400" y="3741738"/>
          <p14:tracePt t="376949" x="681038" y="3741738"/>
          <p14:tracePt t="376965" x="693738" y="3741738"/>
          <p14:tracePt t="376976" x="714375" y="3741738"/>
          <p14:tracePt t="376983" x="735013" y="3741738"/>
          <p14:tracePt t="376992" x="755650" y="3741738"/>
          <p14:tracePt t="377012" x="762000" y="3741738"/>
          <p14:tracePt t="377024" x="782638" y="3735388"/>
          <p14:tracePt t="377048" x="788988" y="3735388"/>
          <p14:tracePt t="377052" x="803275" y="3729038"/>
          <p14:tracePt t="377063" x="815975" y="3714750"/>
          <p14:tracePt t="377066" x="830263" y="3694113"/>
          <p14:tracePt t="377074" x="842963" y="3681413"/>
          <p14:tracePt t="377084" x="863600" y="3646488"/>
          <p14:tracePt t="377093" x="890588" y="3619500"/>
          <p14:tracePt t="377109" x="925513" y="3586163"/>
          <p14:tracePt t="377117" x="958850" y="3530600"/>
          <p14:tracePt t="377129" x="1027113" y="3449638"/>
          <p14:tracePt t="377142" x="1074738" y="3395663"/>
          <p14:tracePt t="377152" x="1149350" y="3313113"/>
          <p14:tracePt t="377162" x="1223963" y="3224213"/>
          <p14:tracePt t="377176" x="1271588" y="3163888"/>
          <p14:tracePt t="377186" x="1360488" y="3054350"/>
          <p14:tracePt t="377195" x="1470025" y="2952750"/>
          <p14:tracePt t="377210" x="1571625" y="2851150"/>
          <p14:tracePt t="377220" x="1646238" y="2782888"/>
          <p14:tracePt t="377229" x="1728788" y="2708275"/>
          <p14:tracePt t="377243" x="1795463" y="2652713"/>
          <p14:tracePt t="377253" x="1843088" y="2625725"/>
          <p14:tracePt t="377265" x="1898650" y="2586038"/>
          <p14:tracePt t="377277" x="1938338" y="2565400"/>
          <p14:tracePt t="377287" x="1958975" y="2557463"/>
          <p14:tracePt t="377299" x="1973263" y="2551113"/>
          <p14:tracePt t="377309" x="1985963" y="2551113"/>
          <p14:tracePt t="377322" x="2006600" y="2551113"/>
          <p14:tracePt t="377341" x="2014538" y="2551113"/>
          <p14:tracePt t="377352" x="2020888" y="2551113"/>
          <p14:tracePt t="377365" x="2020888" y="2538413"/>
          <p14:tracePt t="377377" x="2033588" y="2538413"/>
          <p14:tracePt t="377396" x="2041525" y="2530475"/>
          <p14:tracePt t="377419" x="2041525" y="2524125"/>
          <p14:tracePt t="377430" x="2041525" y="2509838"/>
          <p14:tracePt t="377452" x="2041525" y="2503488"/>
          <p14:tracePt t="377497" x="2041525" y="2490788"/>
          <p14:tracePt t="377576" x="2033588" y="2503488"/>
          <p14:tracePt t="377588" x="2020888" y="2524125"/>
          <p14:tracePt t="377600" x="2020888" y="2538413"/>
          <p14:tracePt t="377611" x="2020888" y="2551113"/>
          <p14:tracePt t="377622" x="2033588" y="2565400"/>
          <p14:tracePt t="377634" x="2033588" y="2578100"/>
          <p14:tracePt t="377645" x="2041525" y="2586038"/>
          <p14:tracePt t="377659" x="2047875" y="2586038"/>
          <p14:tracePt t="377669" x="2062163" y="2586038"/>
          <p14:tracePt t="377679" x="2068513" y="2586038"/>
          <p14:tracePt t="377692" x="2089150" y="2578100"/>
          <p14:tracePt t="377703" x="2109788" y="2565400"/>
          <p14:tracePt t="377713" x="2122488" y="2538413"/>
          <p14:tracePt t="377727" x="2143125" y="2509838"/>
          <p14:tracePt t="377737" x="2157413" y="2490788"/>
          <p14:tracePt t="377747" x="2163763" y="2476500"/>
          <p14:tracePt t="377761" x="2163763" y="2462213"/>
          <p14:tracePt t="377812" x="2157413" y="2462213"/>
          <p14:tracePt t="377825" x="2143125" y="2462213"/>
          <p14:tracePt t="377835" x="2116138" y="2462213"/>
          <p14:tracePt t="377848" x="2081213" y="2462213"/>
          <p14:tracePt t="377859" x="2041525" y="2476500"/>
          <p14:tracePt t="377871" x="2006600" y="2482850"/>
          <p14:tracePt t="377891" x="1966913" y="2490788"/>
          <p14:tracePt t="377896" x="1958975" y="2503488"/>
          <p14:tracePt t="377916" x="1958975" y="2509838"/>
          <p14:tracePt t="377940" x="1973263" y="2509838"/>
          <p14:tracePt t="377950" x="2014538" y="2524125"/>
          <p14:tracePt t="377961" x="2068513" y="2524125"/>
          <p14:tracePt t="377973" x="2122488" y="2530475"/>
          <p14:tracePt t="377984" x="2184400" y="2530475"/>
          <p14:tracePt t="377994" x="2238375" y="2530475"/>
          <p14:tracePt t="378008" x="2265363" y="2530475"/>
          <p14:tracePt t="378018" x="2279650" y="2530475"/>
          <p14:tracePt t="378061" x="2265363" y="2530475"/>
          <p14:tracePt t="378094" x="2238375" y="2530475"/>
          <p14:tracePt t="378095" x="2217738" y="2530475"/>
          <p14:tracePt t="378106" x="2205038" y="2530475"/>
          <p14:tracePt t="378107" x="2184400" y="2538413"/>
          <p14:tracePt t="378139" x="2170113" y="2538413"/>
          <p14:tracePt t="378195" x="2184400" y="2538413"/>
          <p14:tracePt t="378198" x="2205038" y="2530475"/>
          <p14:tracePt t="378218" x="2232025" y="2530475"/>
          <p14:tracePt t="378221" x="2244725" y="2530475"/>
          <p14:tracePt t="378230" x="2265363" y="2524125"/>
          <p14:tracePt t="378244" x="2279650" y="2524125"/>
          <p14:tracePt t="378254" x="2286000" y="2524125"/>
          <p14:tracePt t="378285" x="2279650" y="2524125"/>
          <p14:tracePt t="378298" x="2259013" y="2524125"/>
          <p14:tracePt t="378309" x="2238375" y="2524125"/>
          <p14:tracePt t="378320" x="2190750" y="2524125"/>
          <p14:tracePt t="378332" x="2163763" y="2524125"/>
          <p14:tracePt t="378344" x="2136775" y="2524125"/>
          <p14:tracePt t="378354" x="2122488" y="2524125"/>
          <p14:tracePt t="378408" x="2136775" y="2524125"/>
          <p14:tracePt t="378420" x="2143125" y="2524125"/>
          <p14:tracePt t="378440" x="2163763" y="2524125"/>
          <p14:tracePt t="378446" x="2184400" y="2524125"/>
          <p14:tracePt t="378459" x="2205038" y="2524125"/>
          <p14:tracePt t="378468" x="2217738" y="2524125"/>
          <p14:tracePt t="378521" x="2211388" y="2524125"/>
          <p14:tracePt t="378533" x="2190750" y="2524125"/>
          <p14:tracePt t="378545" x="2184400" y="2524125"/>
          <p14:tracePt t="378556" x="2163763" y="2524125"/>
          <p14:tracePt t="378567" x="2157413" y="2524125"/>
          <p14:tracePt t="378579" x="2143125" y="2524125"/>
          <p14:tracePt t="378645" x="2157413" y="2524125"/>
          <p14:tracePt t="378657" x="2163763" y="2524125"/>
          <p14:tracePt t="378667" x="2184400" y="2524125"/>
          <p14:tracePt t="378679" x="2211388" y="2524125"/>
          <p14:tracePt t="378691" x="2232025" y="2530475"/>
          <p14:tracePt t="378702" x="2244725" y="2530475"/>
          <p14:tracePt t="378714" x="2259013" y="2530475"/>
          <p14:tracePt t="378757" x="2238375" y="2530475"/>
          <p14:tracePt t="378769" x="2217738" y="2530475"/>
          <p14:tracePt t="378782" x="2190750" y="2530475"/>
          <p14:tracePt t="378793" x="2163763" y="2530475"/>
          <p14:tracePt t="378803" x="2143125" y="2530475"/>
          <p14:tracePt t="378816" x="2136775" y="2538413"/>
          <p14:tracePt t="378827" x="2122488" y="2538413"/>
          <p14:tracePt t="378870" x="2143125" y="2538413"/>
          <p14:tracePt t="378881" x="2157413" y="2538413"/>
          <p14:tracePt t="378897" x="2184400" y="2538413"/>
          <p14:tracePt t="378908" x="2205038" y="2538413"/>
          <p14:tracePt t="378918" x="2232025" y="2538413"/>
          <p14:tracePt t="378938" x="2244725" y="2538413"/>
          <p14:tracePt t="378949" x="2279650" y="2538413"/>
          <p14:tracePt t="378953" x="2286000" y="2538413"/>
          <p14:tracePt t="378994" x="2279650" y="2538413"/>
          <p14:tracePt t="379006" x="2244725" y="2538413"/>
          <p14:tracePt t="379017" x="2211388" y="2530475"/>
          <p14:tracePt t="379039" x="2170113" y="2530475"/>
          <p14:tracePt t="379050" x="2157413" y="2530475"/>
          <p14:tracePt t="379062" x="2136775" y="2530475"/>
          <p14:tracePt t="379063" x="2122488" y="2530475"/>
          <p14:tracePt t="379119" x="2136775" y="2530475"/>
          <p14:tracePt t="379140" x="2143125" y="2530475"/>
          <p14:tracePt t="379155" x="2157413" y="2530475"/>
          <p14:tracePt t="379174" x="2163763" y="2530475"/>
          <p14:tracePt t="379196" x="2163763" y="2524125"/>
          <p14:tracePt t="379658" x="2163763" y="2538413"/>
          <p14:tracePt t="379680" x="2157413" y="2538413"/>
          <p14:tracePt t="379692" x="2143125" y="2538413"/>
          <p14:tracePt t="379983" x="2157413" y="2538413"/>
          <p14:tracePt t="380039" x="2143125" y="2538413"/>
          <p14:tracePt t="380096" x="2136775" y="2530475"/>
          <p14:tracePt t="380141" x="2122488" y="2524125"/>
          <p14:tracePt t="380197" x="2136775" y="2524125"/>
          <p14:tracePt t="380209" x="2143125" y="2530475"/>
          <p14:tracePt t="380220" x="2157413" y="2530475"/>
          <p14:tracePt t="380233" x="2170113" y="2530475"/>
          <p14:tracePt t="380244" x="2205038" y="2538413"/>
          <p14:tracePt t="380254" x="2217738" y="2538413"/>
          <p14:tracePt t="380268" x="2232025" y="2538413"/>
          <p14:tracePt t="380286" x="2244725" y="2538413"/>
          <p14:tracePt t="380332" x="2238375" y="2538413"/>
          <p14:tracePt t="380344" x="2232025" y="2538413"/>
          <p14:tracePt t="380355" x="2217738" y="2538413"/>
          <p14:tracePt t="380368" x="2205038" y="2538413"/>
          <p14:tracePt t="380378" x="2190750" y="2538413"/>
          <p14:tracePt t="380390" x="2170113" y="2538413"/>
          <p14:tracePt t="380401" x="2163763" y="2538413"/>
          <p14:tracePt t="380456" x="2170113" y="2538413"/>
          <p14:tracePt t="380479" x="2184400" y="2538413"/>
          <p14:tracePt t="380512" x="2190750" y="2538413"/>
          <p14:tracePt t="380659" x="2184400" y="2538413"/>
          <p14:tracePt t="380727" x="2170113" y="2538413"/>
          <p14:tracePt t="380794" x="2163763" y="2538413"/>
          <p14:tracePt t="380827" x="2157413" y="2538413"/>
          <p14:tracePt t="381098" x="2143125" y="2538413"/>
          <p14:tracePt t="381100" x="2136775" y="2551113"/>
          <p14:tracePt t="381109" x="2116138" y="2565400"/>
          <p14:tracePt t="381120" x="2081213" y="2586038"/>
          <p14:tracePt t="381134" x="2041525" y="2605088"/>
          <p14:tracePt t="381143" x="1973263" y="2633663"/>
          <p14:tracePt t="381154" x="1890713" y="2673350"/>
          <p14:tracePt t="381167" x="1795463" y="2708275"/>
          <p14:tracePt t="381177" x="1714500" y="2755900"/>
          <p14:tracePt t="381187" x="1598613" y="2803525"/>
          <p14:tracePt t="381202" x="1503363" y="2857500"/>
          <p14:tracePt t="381210" x="1428750" y="2898775"/>
          <p14:tracePt t="381244" x="1354138" y="2967038"/>
          <p14:tracePt t="381245" x="1285875" y="3006725"/>
          <p14:tracePt t="381258" x="1244600" y="3054350"/>
          <p14:tracePt t="381258" x="1176338" y="3101975"/>
          <p14:tracePt t="381271" x="1122363" y="3143250"/>
          <p14:tracePt t="381278" x="1074738" y="3176588"/>
          <p14:tracePt t="381290" x="1041400" y="3197225"/>
          <p14:tracePt t="381302" x="1027113" y="3224213"/>
          <p14:tracePt t="381313" x="1006475" y="3252788"/>
          <p14:tracePt t="381323" x="985838" y="3271838"/>
          <p14:tracePt t="381337" x="979488" y="3313113"/>
          <p14:tracePt t="381347" x="958850" y="3340100"/>
          <p14:tracePt t="381358" x="938213" y="3360738"/>
          <p14:tracePt t="381369" x="925513" y="3387725"/>
          <p14:tracePt t="381380" x="904875" y="3414713"/>
          <p14:tracePt t="381391" x="877888" y="3443288"/>
          <p14:tracePt t="381403" x="863600" y="3462338"/>
          <p14:tracePt t="381416" x="842963" y="3490913"/>
          <p14:tracePt t="381428" x="815975" y="3517900"/>
          <p14:tracePt t="381446" x="803275" y="3538538"/>
          <p14:tracePt t="381451" x="782638" y="3565525"/>
          <p14:tracePt t="381461" x="762000" y="3605213"/>
          <p14:tracePt t="381471" x="755650" y="3619500"/>
          <p14:tracePt t="381495" x="741363" y="3681413"/>
          <p14:tracePt t="381504" x="741363" y="3694113"/>
          <p14:tracePt t="381518" x="735013" y="3708400"/>
          <p14:tracePt t="381528" x="735013" y="3714750"/>
          <p14:tracePt t="381538" x="741363" y="3729038"/>
          <p14:tracePt t="381581" x="755650" y="3714750"/>
          <p14:tracePt t="381604" x="762000" y="3694113"/>
          <p14:tracePt t="381618" x="762000" y="3681413"/>
          <p14:tracePt t="381628" x="755650" y="3660775"/>
          <p14:tracePt t="381638" x="735013" y="3619500"/>
          <p14:tracePt t="381652" x="708025" y="3586163"/>
          <p14:tracePt t="381662" x="681038" y="3557588"/>
          <p14:tracePt t="381672" x="633413" y="3517900"/>
          <p14:tracePt t="381687" x="592138" y="3509963"/>
          <p14:tracePt t="381697" x="565150" y="3497263"/>
          <p14:tracePt t="381706" x="544513" y="3490913"/>
          <p14:tracePt t="381721" x="517525" y="3497263"/>
          <p14:tracePt t="381731" x="496888" y="3497263"/>
          <p14:tracePt t="381742" x="490538" y="3509963"/>
          <p14:tracePt t="381754" x="469900" y="3530600"/>
          <p14:tracePt t="381764" x="449263" y="3557588"/>
          <p14:tracePt t="381777" x="449263" y="3571875"/>
          <p14:tracePt t="381788" x="442913" y="3613150"/>
          <p14:tracePt t="381800" x="442913" y="3646488"/>
          <p14:tracePt t="381809" x="449263" y="3687763"/>
          <p14:tracePt t="381822" x="469900" y="3714750"/>
          <p14:tracePt t="381834" x="509588" y="3756025"/>
          <p14:tracePt t="381842" x="544513" y="3768725"/>
          <p14:tracePt t="381853" x="585788" y="3783013"/>
          <p14:tracePt t="381872" x="633413" y="3789363"/>
          <p14:tracePt t="381885" x="666750" y="3789363"/>
          <p14:tracePt t="381886" x="693738" y="3783013"/>
          <p14:tracePt t="381897" x="720725" y="3768725"/>
          <p14:tracePt t="381910" x="755650" y="3762375"/>
          <p14:tracePt t="381922" x="782638" y="3741738"/>
          <p14:tracePt t="381935" x="788988" y="3729038"/>
          <p14:tracePt t="381945" x="788988" y="3708400"/>
          <p14:tracePt t="381954" x="782638" y="3667125"/>
          <p14:tracePt t="381968" x="768350" y="3640138"/>
          <p14:tracePt t="381979" x="755650" y="3592513"/>
          <p14:tracePt t="381987" x="720725" y="3557588"/>
          <p14:tracePt t="382002" x="693738" y="3538538"/>
          <p14:tracePt t="382012" x="666750" y="3509963"/>
          <p14:tracePt t="382022" x="639763" y="3497263"/>
          <p14:tracePt t="382036" x="619125" y="3490913"/>
          <p14:tracePt t="382045" x="598488" y="3490913"/>
          <p14:tracePt t="382054" x="585788" y="3490913"/>
          <p14:tracePt t="382069" x="557213" y="3497263"/>
          <p14:tracePt t="382079" x="538163" y="3509963"/>
          <p14:tracePt t="382089" x="509588" y="3544888"/>
          <p14:tracePt t="382110" x="490538" y="3586163"/>
          <p14:tracePt t="382118" x="490538" y="3619500"/>
          <p14:tracePt t="382127" x="490538" y="3667125"/>
          <p14:tracePt t="382136" x="509588" y="3708400"/>
          <p14:tracePt t="382147" x="523875" y="3735388"/>
          <p14:tracePt t="382158" x="544513" y="3756025"/>
          <p14:tracePt t="382169" x="571500" y="3762375"/>
          <p14:tracePt t="382180" x="598488" y="3768725"/>
          <p14:tracePt t="382194" x="619125" y="3768725"/>
          <p14:tracePt t="382209" x="639763" y="3768725"/>
          <p14:tracePt t="382221" x="666750" y="3762375"/>
          <p14:tracePt t="382226" x="687388" y="3756025"/>
          <p14:tracePt t="382235" x="708025" y="3735388"/>
          <p14:tracePt t="382247" x="714375" y="3708400"/>
          <p14:tracePt t="382260" x="720725" y="3667125"/>
          <p14:tracePt t="382290" x="720725" y="3633788"/>
          <p14:tracePt t="382299" x="720725" y="3571875"/>
          <p14:tracePt t="382309" x="693738" y="3497263"/>
          <p14:tracePt t="382319" x="681038" y="3462338"/>
          <p14:tracePt t="382328" x="646113" y="3443288"/>
          <p14:tracePt t="382338" x="619125" y="3435350"/>
          <p14:tracePt t="382348" x="598488" y="3422650"/>
          <p14:tracePt t="382362" x="585788" y="3422650"/>
          <p14:tracePt t="382370" x="571500" y="3435350"/>
          <p14:tracePt t="382385" x="565150" y="3435350"/>
          <p14:tracePt t="382395" x="544513" y="3449638"/>
          <p14:tracePt t="382404" x="538163" y="3482975"/>
          <p14:tracePt t="382418" x="523875" y="3497263"/>
          <p14:tracePt t="382429" x="517525" y="3530600"/>
          <p14:tracePt t="382437" x="517525" y="3557588"/>
          <p14:tracePt t="382452" x="517525" y="3571875"/>
          <p14:tracePt t="382463" x="517525" y="3592513"/>
          <p14:tracePt t="382481" x="523875" y="3605213"/>
          <p14:tracePt t="382494" x="538163" y="3613150"/>
          <p14:tracePt t="382504" x="544513" y="3619500"/>
          <p14:tracePt t="382519" x="565150" y="3633788"/>
          <p14:tracePt t="382529" x="585788" y="3633788"/>
          <p14:tracePt t="382538" x="598488" y="3633788"/>
          <p14:tracePt t="382552" x="619125" y="3633788"/>
          <p14:tracePt t="382563" x="639763" y="3633788"/>
          <p14:tracePt t="382573" x="660400" y="3633788"/>
          <p14:tracePt t="382586" x="687388" y="3619500"/>
          <p14:tracePt t="382597" x="714375" y="3613150"/>
          <p14:tracePt t="382607" x="741363" y="3592513"/>
          <p14:tracePt t="382621" x="768350" y="3571875"/>
          <p14:tracePt t="382630" x="788988" y="3557588"/>
          <p14:tracePt t="382642" x="788988" y="3530600"/>
          <p14:tracePt t="382654" x="788988" y="3509963"/>
          <p14:tracePt t="382664" x="788988" y="3470275"/>
          <p14:tracePt t="382676" x="782638" y="3449638"/>
          <p14:tracePt t="382688" x="768350" y="3435350"/>
          <p14:tracePt t="382699" x="755650" y="3414713"/>
          <p14:tracePt t="382710" x="735013" y="3408363"/>
          <p14:tracePt t="382721" x="720725" y="3395663"/>
          <p14:tracePt t="382733" x="708025" y="3395663"/>
          <p14:tracePt t="382742" x="687388" y="3395663"/>
          <p14:tracePt t="382760" x="666750" y="3395663"/>
          <p14:tracePt t="382773" x="646113" y="3395663"/>
          <p14:tracePt t="382774" x="619125" y="3408363"/>
          <p14:tracePt t="382787" x="592138" y="3422650"/>
          <p14:tracePt t="382798" x="571500" y="3462338"/>
          <p14:tracePt t="382811" x="544513" y="3509963"/>
          <p14:tracePt t="382821" x="517525" y="3557588"/>
          <p14:tracePt t="382835" x="509588" y="3592513"/>
          <p14:tracePt t="382845" x="496888" y="3633788"/>
          <p14:tracePt t="382855" x="496888" y="3667125"/>
          <p14:tracePt t="382868" x="496888" y="3687763"/>
          <p14:tracePt t="382878" x="496888" y="3708400"/>
          <p14:tracePt t="382887" x="509588" y="3735388"/>
          <p14:tracePt t="382902" x="517525" y="3762375"/>
          <p14:tracePt t="382912" x="538163" y="3783013"/>
          <p14:tracePt t="382921" x="557213" y="3803650"/>
          <p14:tracePt t="382936" x="585788" y="3810000"/>
          <p14:tracePt t="382946" x="598488" y="3810000"/>
          <p14:tracePt t="382954" x="633413" y="3810000"/>
          <p14:tracePt t="382969" x="660400" y="3810000"/>
          <p14:tracePt t="382979" x="681038" y="3803650"/>
          <p14:tracePt t="382989" x="693738" y="3803650"/>
          <p14:tracePt t="383003" x="720725" y="3783013"/>
          <p14:tracePt t="383013" x="741363" y="3762375"/>
          <p14:tracePt t="383022" x="755650" y="3741738"/>
          <p14:tracePt t="383037" x="762000" y="3714750"/>
          <p14:tracePt t="383047" x="768350" y="3687763"/>
          <p14:tracePt t="383057" x="768350" y="3667125"/>
          <p14:tracePt t="383069" x="768350" y="3646488"/>
          <p14:tracePt t="383079" x="762000" y="3640138"/>
          <p14:tracePt t="383092" x="762000" y="3619500"/>
          <p14:tracePt t="383104" x="755650" y="3613150"/>
          <p14:tracePt t="383123" x="741363" y="3605213"/>
          <p14:tracePt t="383124" x="735013" y="3586163"/>
          <p14:tracePt t="383137" x="720725" y="3571875"/>
          <p14:tracePt t="383147" x="714375" y="3565525"/>
          <p14:tracePt t="383159" x="693738" y="3557588"/>
          <p14:tracePt t="383171" x="687388" y="3544888"/>
          <p14:tracePt t="383183" x="681038" y="3544888"/>
          <p14:tracePt t="383193" x="660400" y="3544888"/>
          <p14:tracePt t="383205" x="639763" y="3544888"/>
          <p14:tracePt t="383215" x="633413" y="3544888"/>
          <p14:tracePt t="383226" x="619125" y="3544888"/>
          <p14:tracePt t="383238" x="598488" y="3544888"/>
          <p14:tracePt t="383249" x="592138" y="3557588"/>
          <p14:tracePt t="383260" x="571500" y="3565525"/>
          <p14:tracePt t="383270" x="565150" y="3586163"/>
          <p14:tracePt t="383284" x="544513" y="3605213"/>
          <p14:tracePt t="383294" x="538163" y="3619500"/>
          <p14:tracePt t="383304" x="523875" y="3640138"/>
          <p14:tracePt t="383317" x="523875" y="3660775"/>
          <p14:tracePt t="383337" x="523875" y="3667125"/>
          <p14:tracePt t="383341" x="523875" y="3687763"/>
          <p14:tracePt t="383353" x="523875" y="3694113"/>
          <p14:tracePt t="383362" x="538163" y="3708400"/>
          <p14:tracePt t="383373" x="544513" y="3729038"/>
          <p14:tracePt t="383387" x="565150" y="3735388"/>
          <p14:tracePt t="383397" x="585788" y="3741738"/>
          <p14:tracePt t="383406" x="592138" y="3741738"/>
          <p14:tracePt t="383420" x="619125" y="3741738"/>
          <p14:tracePt t="383430" x="639763" y="3741738"/>
          <p14:tracePt t="383439" x="660400" y="3741738"/>
          <p14:tracePt t="383453" x="687388" y="3741738"/>
          <p14:tracePt t="383463" x="714375" y="3735388"/>
          <p14:tracePt t="383474" x="741363" y="3729038"/>
          <p14:tracePt t="383487" x="762000" y="3714750"/>
          <p14:tracePt t="383498" x="782638" y="3694113"/>
          <p14:tracePt t="383510" x="788988" y="3681413"/>
          <p14:tracePt t="383519" x="788988" y="3660775"/>
          <p14:tracePt t="383530" x="803275" y="3633788"/>
          <p14:tracePt t="383542" x="803275" y="3605213"/>
          <p14:tracePt t="383553" x="803275" y="3586163"/>
          <p14:tracePt t="383565" x="788988" y="3557588"/>
          <p14:tracePt t="383576" x="788988" y="3544888"/>
          <p14:tracePt t="383588" x="788988" y="3538538"/>
          <p14:tracePt t="383598" x="782638" y="3530600"/>
          <p14:tracePt t="383610" x="782638" y="3517900"/>
          <p14:tracePt t="383631" x="768350" y="3509963"/>
          <p14:tracePt t="383652" x="755650" y="3497263"/>
          <p14:tracePt t="383663" x="741363" y="3497263"/>
          <p14:tracePt t="383676" x="720725" y="3490913"/>
          <p14:tracePt t="383688" x="708025" y="3482975"/>
          <p14:tracePt t="383700" x="693738" y="3482975"/>
          <p14:tracePt t="383711" x="687388" y="3482975"/>
          <p14:tracePt t="383722" x="666750" y="3482975"/>
          <p14:tracePt t="383741" x="660400" y="3482975"/>
          <p14:tracePt t="383754" x="639763" y="3482975"/>
          <p14:tracePt t="383765" x="619125" y="3490913"/>
          <p14:tracePt t="383778" x="598488" y="3497263"/>
          <p14:tracePt t="383788" x="585788" y="3509963"/>
          <p14:tracePt t="383802" x="557213" y="3538538"/>
          <p14:tracePt t="383812" x="538163" y="3557588"/>
          <p14:tracePt t="383821" x="517525" y="3571875"/>
          <p14:tracePt t="383836" x="509588" y="3592513"/>
          <p14:tracePt t="383845" x="496888" y="3605213"/>
          <p14:tracePt t="383855" x="496888" y="3613150"/>
          <p14:tracePt t="383871" x="496888" y="3619500"/>
          <p14:tracePt t="383880" x="509588" y="3633788"/>
          <p14:tracePt t="383891" x="509588" y="3640138"/>
          <p14:tracePt t="383908" x="517525" y="3646488"/>
          <p14:tracePt t="383920" x="538163" y="3660775"/>
          <p14:tracePt t="383926" x="557213" y="3660775"/>
          <p14:tracePt t="383936" x="571500" y="3667125"/>
          <p14:tracePt t="383947" x="585788" y="3667125"/>
          <p14:tracePt t="383956" x="598488" y="3667125"/>
          <p14:tracePt t="383971" x="619125" y="3667125"/>
          <p14:tracePt t="383981" x="633413" y="3667125"/>
          <p14:tracePt t="383991" x="646113" y="3667125"/>
          <p14:tracePt t="384004" x="666750" y="3667125"/>
          <p14:tracePt t="384014" x="681038" y="3660775"/>
          <p14:tracePt t="384024" x="693738" y="3646488"/>
          <p14:tracePt t="384038" x="720725" y="3633788"/>
          <p14:tracePt t="384048" x="735013" y="3619500"/>
          <p14:tracePt t="384058" x="755650" y="3592513"/>
          <p14:tracePt t="384069" x="762000" y="3571875"/>
          <p14:tracePt t="384081" x="768350" y="3544888"/>
          <p14:tracePt t="384093" x="768350" y="3530600"/>
          <p14:tracePt t="384104" x="768350" y="3497263"/>
          <p14:tracePt t="384116" x="768350" y="3482975"/>
          <p14:tracePt t="384127" x="762000" y="3470275"/>
          <p14:tracePt t="384137" x="755650" y="3449638"/>
          <p14:tracePt t="384150" x="735013" y="3435350"/>
          <p14:tracePt t="384161" x="720725" y="3422650"/>
          <p14:tracePt t="384171" x="693738" y="3414713"/>
          <p14:tracePt t="384184" x="681038" y="3414713"/>
          <p14:tracePt t="384194" x="660400" y="3408363"/>
          <p14:tracePt t="384204" x="639763" y="3408363"/>
          <p14:tracePt t="384218" x="633413" y="3408363"/>
          <p14:tracePt t="384228" x="619125" y="3408363"/>
          <p14:tracePt t="384238" x="612775" y="3408363"/>
          <p14:tracePt t="384251" x="598488" y="3408363"/>
          <p14:tracePt t="384262" x="592138" y="3414713"/>
          <p14:tracePt t="384271" x="585788" y="3422650"/>
          <p14:tracePt t="384287" x="565150" y="3443288"/>
          <p14:tracePt t="384297" x="544513" y="3470275"/>
          <p14:tracePt t="384304" x="523875" y="3490913"/>
          <p14:tracePt t="384321" x="509588" y="3517900"/>
          <p14:tracePt t="384329" x="496888" y="3544888"/>
          <p14:tracePt t="384339" x="490538" y="3565525"/>
          <p14:tracePt t="384354" x="490538" y="3586163"/>
          <p14:tracePt t="384364" x="490538" y="3605213"/>
          <p14:tracePt t="384384" x="490538" y="3619500"/>
          <p14:tracePt t="384385" x="490538" y="3633788"/>
          <p14:tracePt t="384396" x="490538" y="3646488"/>
          <p14:tracePt t="384408" x="496888" y="3660775"/>
          <p14:tracePt t="384421" x="496888" y="3681413"/>
          <p14:tracePt t="384430" x="517525" y="3687763"/>
          <p14:tracePt t="384442" x="523875" y="3694113"/>
          <p14:tracePt t="384454" x="544513" y="3708400"/>
          <p14:tracePt t="384465" x="557213" y="3714750"/>
          <p14:tracePt t="384475" x="571500" y="3714750"/>
          <p14:tracePt t="384488" x="585788" y="3729038"/>
          <p14:tracePt t="384498" x="598488" y="3729038"/>
          <p14:tracePt t="384511" x="612775" y="3729038"/>
          <p14:tracePt t="384519" x="639763" y="3729038"/>
          <p14:tracePt t="384533" x="646113" y="3729038"/>
          <p14:tracePt t="384543" x="681038" y="3714750"/>
          <p14:tracePt t="384555" x="693738" y="3708400"/>
          <p14:tracePt t="384567" x="720725" y="3694113"/>
          <p14:tracePt t="384577" x="741363" y="3687763"/>
          <p14:tracePt t="384587" x="762000" y="3667125"/>
          <p14:tracePt t="384601" x="768350" y="3646488"/>
          <p14:tracePt t="384611" x="782638" y="3633788"/>
          <p14:tracePt t="384621" x="782638" y="3613150"/>
          <p14:tracePt t="384635" x="782638" y="3592513"/>
          <p14:tracePt t="384645" x="782638" y="3586163"/>
          <p14:tracePt t="384654" x="782638" y="3565525"/>
          <p14:tracePt t="384675" x="782638" y="3544888"/>
          <p14:tracePt t="384686" x="768350" y="3538538"/>
          <p14:tracePt t="384687" x="762000" y="3517900"/>
          <p14:tracePt t="384702" x="762000" y="3509963"/>
          <p14:tracePt t="384711" x="755650" y="3490913"/>
          <p14:tracePt t="384721" x="741363" y="3490913"/>
          <p14:tracePt t="384735" x="735013" y="3482975"/>
          <p14:tracePt t="384745" x="720725" y="3470275"/>
          <p14:tracePt t="384755" x="714375" y="3470275"/>
          <p14:tracePt t="384771" x="708025" y="3462338"/>
          <p14:tracePt t="384779" x="693738" y="3462338"/>
          <p14:tracePt t="384789" x="687388" y="3462338"/>
          <p14:tracePt t="384804" x="681038" y="3462338"/>
          <p14:tracePt t="384813" x="666750" y="3462338"/>
          <p14:tracePt t="384822" x="660400" y="3462338"/>
          <p14:tracePt t="384836" x="646113" y="3462338"/>
          <p14:tracePt t="384846" x="619125" y="3470275"/>
          <p14:tracePt t="384858" x="598488" y="3482975"/>
          <p14:tracePt t="384871" x="565150" y="3509963"/>
          <p14:tracePt t="384883" x="538163" y="3538538"/>
          <p14:tracePt t="384891" x="509588" y="3571875"/>
          <p14:tracePt t="384904" x="482600" y="3605213"/>
          <p14:tracePt t="384916" x="461963" y="3633788"/>
          <p14:tracePt t="384925" x="449263" y="3646488"/>
          <p14:tracePt t="384938" x="449263" y="3681413"/>
          <p14:tracePt t="384949" x="449263" y="3694113"/>
          <p14:tracePt t="384960" x="461963" y="3714750"/>
          <p14:tracePt t="384972" x="482600" y="3741738"/>
          <p14:tracePt t="384984" x="509588" y="3768725"/>
          <p14:tracePt t="384992" x="523875" y="3789363"/>
          <p14:tracePt t="385003" x="557213" y="3803650"/>
          <p14:tracePt t="385018" x="585788" y="3810000"/>
          <p14:tracePt t="385028" x="592138" y="3810000"/>
          <p14:tracePt t="385038" x="619125" y="3810000"/>
          <p14:tracePt t="385051" x="639763" y="3810000"/>
          <p14:tracePt t="385061" x="660400" y="3803650"/>
          <p14:tracePt t="385071" x="687388" y="3789363"/>
          <p14:tracePt t="385084" x="720725" y="3783013"/>
          <p14:tracePt t="385095" x="762000" y="3762375"/>
          <p14:tracePt t="385104" x="782638" y="3741738"/>
          <p14:tracePt t="385119" x="803275" y="3714750"/>
          <p14:tracePt t="385129" x="815975" y="3687763"/>
          <p14:tracePt t="385137" x="830263" y="3660775"/>
          <p14:tracePt t="385153" x="830263" y="3619500"/>
          <p14:tracePt t="385162" x="830263" y="3586163"/>
          <p14:tracePt t="385172" x="815975" y="3565525"/>
          <p14:tracePt t="385191" x="803275" y="3538538"/>
          <p14:tracePt t="385204" x="782638" y="3517900"/>
          <p14:tracePt t="385205" x="768350" y="3497263"/>
          <p14:tracePt t="385218" x="762000" y="3490913"/>
          <p14:tracePt t="385229" x="741363" y="3490913"/>
          <p14:tracePt t="385239" x="720725" y="3482975"/>
          <p14:tracePt t="385253" x="714375" y="3482975"/>
          <p14:tracePt t="385263" x="693738" y="3482975"/>
          <p14:tracePt t="385274" x="681038" y="3482975"/>
          <p14:tracePt t="385287" x="660400" y="3482975"/>
          <p14:tracePt t="385297" x="639763" y="3482975"/>
          <p14:tracePt t="385308" x="619125" y="3497263"/>
          <p14:tracePt t="385321" x="598488" y="3517900"/>
          <p14:tracePt t="385333" x="592138" y="3538538"/>
          <p14:tracePt t="385341" x="571500" y="3565525"/>
          <p14:tracePt t="385355" x="565150" y="3586163"/>
          <p14:tracePt t="385365" x="565150" y="3592513"/>
          <p14:tracePt t="385375" x="557213" y="3605213"/>
          <p14:tracePt t="385388" x="557213" y="3613150"/>
          <p14:tracePt t="385399" x="557213" y="3633788"/>
          <p14:tracePt t="385410" x="557213" y="3640138"/>
          <p14:tracePt t="385429" x="557213" y="3646488"/>
          <p14:tracePt t="385443" x="557213" y="3660775"/>
          <p14:tracePt t="385453" x="557213" y="3667125"/>
          <p14:tracePt t="385474" x="557213" y="3681413"/>
          <p14:tracePt t="385486" x="557213" y="3687763"/>
          <p14:tracePt t="385508" x="565150" y="3694113"/>
          <p14:tracePt t="385575" x="565150" y="3708400"/>
          <p14:tracePt t="385587" x="571500" y="3708400"/>
          <p14:tracePt t="385598" x="571500" y="3714750"/>
          <p14:tracePt t="385610" x="585788" y="3729038"/>
          <p14:tracePt t="385622" x="585788" y="3735388"/>
          <p14:tracePt t="385634" x="592138" y="3735388"/>
          <p14:tracePt t="385878" x="598488" y="3735388"/>
          <p14:tracePt t="386047" x="612775" y="3729038"/>
          <p14:tracePt t="386070" x="612775" y="3714750"/>
          <p14:tracePt t="386081" x="619125" y="3708400"/>
          <p14:tracePt t="386093" x="619125" y="3687763"/>
          <p14:tracePt t="386105" x="619125" y="3667125"/>
          <p14:tracePt t="386116" x="619125" y="3646488"/>
          <p14:tracePt t="386128" x="619125" y="3619500"/>
          <p14:tracePt t="386140" x="619125" y="3592513"/>
          <p14:tracePt t="386150" x="619125" y="3565525"/>
          <p14:tracePt t="386163" x="619125" y="3557588"/>
          <p14:tracePt t="386175" x="619125" y="3538538"/>
          <p14:tracePt t="386184" x="619125" y="3530600"/>
          <p14:tracePt t="386198" x="619125" y="3517900"/>
          <p14:tracePt t="386464" x="619125" y="3530600"/>
          <p14:tracePt t="386486" x="619125" y="3538538"/>
          <p14:tracePt t="386490" x="619125" y="3557588"/>
          <p14:tracePt t="386503" x="619125" y="3565525"/>
          <p14:tracePt t="386511" x="619125" y="3571875"/>
          <p14:tracePt t="386521" x="619125" y="3586163"/>
          <p14:tracePt t="386535" x="619125" y="3592513"/>
          <p14:tracePt t="386554" x="619125" y="3605213"/>
          <p14:tracePt t="386567" x="633413" y="3605213"/>
          <p14:tracePt t="386621" x="639763" y="3605213"/>
          <p14:tracePt t="386634" x="646113" y="3592513"/>
          <p14:tracePt t="386645" x="646113" y="3586163"/>
          <p14:tracePt t="386666" x="660400" y="3571875"/>
          <p14:tracePt t="386757" x="660400" y="3586163"/>
          <p14:tracePt t="386846" x="666750" y="3586163"/>
          <p14:tracePt t="386880" x="681038" y="3586163"/>
          <p14:tracePt t="387073" x="687388" y="3586163"/>
          <p14:tracePt t="387097" x="693738" y="3586163"/>
          <p14:tracePt t="387116" x="693738" y="3571875"/>
          <p14:tracePt t="387128" x="708025" y="3571875"/>
          <p14:tracePt t="387240" x="693738" y="3571875"/>
          <p14:tracePt t="387262" x="687388" y="3571875"/>
          <p14:tracePt t="387274" x="687388" y="3586163"/>
          <p14:tracePt t="387408" x="693738" y="3586163"/>
          <p14:tracePt t="389400" x="708025" y="3565525"/>
          <p14:tracePt t="389415" x="714375" y="3557588"/>
          <p14:tracePt t="389436" x="720725" y="3538538"/>
          <p14:tracePt t="389447" x="735013" y="3530600"/>
          <p14:tracePt t="389458" x="741363" y="3517900"/>
          <p14:tracePt t="389470" x="741363" y="3509963"/>
          <p14:tracePt t="389480" x="755650" y="3497263"/>
          <p14:tracePt t="390097" x="741363" y="3497263"/>
          <p14:tracePt t="390120" x="735013" y="3497263"/>
          <p14:tracePt t="390142" x="720725" y="3509963"/>
          <p14:tracePt t="390154" x="714375" y="3509963"/>
          <p14:tracePt t="390168" x="693738" y="3517900"/>
          <p14:tracePt t="390177" x="681038" y="3544888"/>
          <p14:tracePt t="390187" x="660400" y="3571875"/>
          <p14:tracePt t="390201" x="646113" y="3619500"/>
          <p14:tracePt t="390211" x="646113" y="3667125"/>
          <p14:tracePt t="390222" x="660400" y="3714750"/>
          <p14:tracePt t="390235" x="666750" y="3741738"/>
          <p14:tracePt t="390245" x="666750" y="3768725"/>
          <p14:tracePt t="390255" x="681038" y="3803650"/>
          <p14:tracePt t="390268" x="681038" y="3810000"/>
          <p14:tracePt t="390280" x="681038" y="3816350"/>
          <p14:tracePt t="390481" x="687388" y="3810000"/>
          <p14:tracePt t="390492" x="693738" y="3810000"/>
          <p14:tracePt t="390504" x="714375" y="3810000"/>
          <p14:tracePt t="390515" x="735013" y="3803650"/>
          <p14:tracePt t="390526" x="755650" y="3789363"/>
          <p14:tracePt t="390538" x="768350" y="3783013"/>
          <p14:tracePt t="390551" x="803275" y="3756025"/>
          <p14:tracePt t="390561" x="842963" y="3729038"/>
          <p14:tracePt t="390570" x="884238" y="3694113"/>
          <p14:tracePt t="390586" x="966788" y="3640138"/>
          <p14:tracePt t="390595" x="1081088" y="3557588"/>
          <p14:tracePt t="390605" x="1244600" y="3422650"/>
          <p14:tracePt t="390619" x="1401763" y="3313113"/>
          <p14:tracePt t="390629" x="1652588" y="3116263"/>
          <p14:tracePt t="390638" x="1946275" y="2919413"/>
          <p14:tracePt t="390653" x="2157413" y="2782888"/>
          <p14:tracePt t="390672" x="2435225" y="2613025"/>
          <p14:tracePt t="390676" x="2652713" y="2482850"/>
          <p14:tracePt t="390685" x="2776538" y="2408238"/>
          <p14:tracePt t="390697" x="2884488" y="2339975"/>
          <p14:tracePt t="390708" x="2967038" y="2292350"/>
          <p14:tracePt t="390719" x="3000375" y="2265363"/>
          <p14:tracePt t="390731" x="3006725" y="2244725"/>
          <p14:tracePt t="390740" x="3006725" y="2238375"/>
          <p14:tracePt t="390761" x="3006725" y="2232025"/>
          <p14:tracePt t="390774" x="3000375" y="2217738"/>
          <p14:tracePt t="390787" x="2979738" y="2211388"/>
          <p14:tracePt t="390799" x="2973388" y="2211388"/>
          <p14:tracePt t="390809" x="2952750" y="2205038"/>
          <p14:tracePt t="390819" x="2932113" y="2205038"/>
          <p14:tracePt t="390831" x="2919413" y="2190750"/>
          <p14:tracePt t="390843" x="2905125" y="2190750"/>
          <p14:tracePt t="390853" x="2884488" y="2184400"/>
          <p14:tracePt t="390867" x="2878138" y="2170113"/>
          <p14:tracePt t="390877" x="2871788" y="2170113"/>
          <p14:tracePt t="390886" x="2857500" y="2170113"/>
          <p14:tracePt t="390900" x="2851150" y="2163763"/>
          <p14:tracePt t="390911" x="2843213" y="2163763"/>
          <p14:tracePt t="390922" x="2809875" y="2163763"/>
          <p14:tracePt t="390934" x="2776538" y="2170113"/>
          <p14:tracePt t="390945" x="2720975" y="2184400"/>
          <p14:tracePt t="390954" x="2673350" y="2205038"/>
          <p14:tracePt t="390969" x="2598738" y="2232025"/>
          <p14:tracePt t="390979" x="2509838" y="2259013"/>
          <p14:tracePt t="390987" x="2435225" y="2292350"/>
          <p14:tracePt t="391002" x="2387600" y="2327275"/>
          <p14:tracePt t="391013" x="2333625" y="2360613"/>
          <p14:tracePt t="391023" x="2306638" y="2381250"/>
          <p14:tracePt t="391033" x="2286000" y="2401888"/>
          <p14:tracePt t="391045" x="2286000" y="2408238"/>
          <p14:tracePt t="391054" x="2286000" y="2414588"/>
          <p14:tracePt t="391076" x="2292350" y="2414588"/>
          <p14:tracePt t="391088" x="2306638" y="2414588"/>
          <p14:tracePt t="391101" x="2327275" y="2428875"/>
          <p14:tracePt t="391111" x="2339975" y="2414588"/>
          <p14:tracePt t="391124" x="2354263" y="2414588"/>
          <p14:tracePt t="391136" x="2360613" y="2414588"/>
          <p14:tracePt t="391146" x="2366963" y="2408238"/>
          <p14:tracePt t="391158" x="2366963" y="2401888"/>
          <p14:tracePt t="391170" x="2366963" y="2387600"/>
          <p14:tracePt t="391189" x="2360613" y="2381250"/>
          <p14:tracePt t="391201" x="2339975" y="2366963"/>
          <p14:tracePt t="391212" x="2306638" y="2360613"/>
          <p14:tracePt t="391226" x="2265363" y="2354263"/>
          <p14:tracePt t="391237" x="2211388" y="2354263"/>
          <p14:tracePt t="391247" x="2157413" y="2360613"/>
          <p14:tracePt t="391259" x="2122488" y="2381250"/>
          <p14:tracePt t="391269" x="2089150" y="2408238"/>
          <p14:tracePt t="391284" x="2062163" y="2435225"/>
          <p14:tracePt t="391294" x="2047875" y="2462213"/>
          <p14:tracePt t="391304" x="2041525" y="2476500"/>
          <p14:tracePt t="391317" x="2047875" y="2490788"/>
          <p14:tracePt t="391328" x="2062163" y="2503488"/>
          <p14:tracePt t="391336" x="2081213" y="2509838"/>
          <p14:tracePt t="391351" x="2109788" y="2509838"/>
          <p14:tracePt t="391361" x="2143125" y="2509838"/>
          <p14:tracePt t="391370" x="2163763" y="2509838"/>
          <p14:tracePt t="391384" x="2190750" y="2503488"/>
          <p14:tracePt t="391394" x="2211388" y="2490788"/>
          <p14:tracePt t="391403" x="2217738" y="2476500"/>
          <p14:tracePt t="391418" x="2217738" y="2462213"/>
          <p14:tracePt t="391428" x="2217738" y="2449513"/>
          <p14:tracePt t="391438" x="2217738" y="2435225"/>
          <p14:tracePt t="391451" x="2211388" y="2428875"/>
          <p14:tracePt t="391462" x="2205038" y="2428875"/>
          <p14:tracePt t="391482" x="2190750" y="2428875"/>
          <p14:tracePt t="391494" x="2184400" y="2428875"/>
          <p14:tracePt t="391505" x="2184400" y="2435225"/>
          <p14:tracePt t="391518" x="2170113" y="2435225"/>
          <p14:tracePt t="391528" x="2170113" y="2449513"/>
          <p14:tracePt t="391539" x="2170113" y="2455863"/>
          <p14:tracePt t="391841" x="2163763" y="2455863"/>
          <p14:tracePt t="391845" x="2157413" y="2455863"/>
          <p14:tracePt t="391854" x="2143125" y="2455863"/>
          <p14:tracePt t="391855" x="2122488" y="2455863"/>
          <p14:tracePt t="391866" x="2116138" y="2455863"/>
          <p14:tracePt t="391877" x="2095500" y="2455863"/>
          <p14:tracePt t="391890" x="2089150" y="2462213"/>
          <p14:tracePt t="391900" x="2081213" y="2476500"/>
          <p14:tracePt t="391911" x="2068513" y="2503488"/>
          <p14:tracePt t="391925" x="2062163" y="2530475"/>
          <p14:tracePt t="391934" x="2062163" y="2578100"/>
          <p14:tracePt t="391946" x="2068513" y="2613025"/>
          <p14:tracePt t="391958" x="2089150" y="2660650"/>
          <p14:tracePt t="391968" x="2116138" y="2708275"/>
          <p14:tracePt t="391979" x="2136775" y="2735263"/>
          <p14:tracePt t="391991" x="2170113" y="2776538"/>
          <p14:tracePt t="392003" x="2211388" y="2809875"/>
          <p14:tracePt t="392014" x="2238375" y="2830513"/>
          <p14:tracePt t="392023" x="2259013" y="2843213"/>
          <p14:tracePt t="392037" x="2279650" y="2851150"/>
          <p14:tracePt t="392066" x="2265363" y="2843213"/>
          <p14:tracePt t="392257" x="2279650" y="2843213"/>
          <p14:tracePt t="392280" x="2286000" y="2851150"/>
          <p14:tracePt t="392292" x="2286000" y="2857500"/>
          <p14:tracePt t="392304" x="2306638" y="2884488"/>
          <p14:tracePt t="392314" x="2333625" y="2946400"/>
          <p14:tracePt t="392327" x="2428875" y="3074988"/>
          <p14:tracePt t="392339" x="2557463" y="3238500"/>
          <p14:tracePt t="392351" x="2830513" y="3565525"/>
          <p14:tracePt t="392361" x="3170238" y="3979863"/>
          <p14:tracePt t="392371" x="3449638" y="4306888"/>
          <p14:tracePt t="392384" x="3911600" y="4789488"/>
          <p14:tracePt t="392396" x="4367213" y="5191125"/>
          <p14:tracePt t="392406" x="4640263" y="5435600"/>
          <p14:tracePt t="392419" x="4967288" y="5681663"/>
          <p14:tracePt t="392429" x="5205413" y="5843588"/>
          <p14:tracePt t="392438" x="5375275" y="5953125"/>
          <p14:tracePt t="392453" x="5476875" y="6021388"/>
          <p14:tracePt t="392464" x="5572125" y="6075363"/>
          <p14:tracePt t="392474" x="5634038" y="6116638"/>
          <p14:tracePt t="392487" x="5661025" y="6137275"/>
          <p14:tracePt t="392497" x="5694363" y="6149975"/>
          <p14:tracePt t="392507" x="5708650" y="6164263"/>
          <p14:tracePt t="392521" x="5729288" y="6170613"/>
          <p14:tracePt t="392531" x="5748338" y="6191250"/>
          <p14:tracePt t="392541" x="5768975" y="6197600"/>
          <p14:tracePt t="392555" x="5795963" y="6211888"/>
          <p14:tracePt t="392567" x="5816600" y="6218238"/>
          <p14:tracePt t="392576" x="5843588" y="6224588"/>
          <p14:tracePt t="392589" x="5872163" y="6238875"/>
          <p14:tracePt t="392600" x="5905500" y="6245225"/>
          <p14:tracePt t="392608" x="5967413" y="6259513"/>
          <p14:tracePt t="392622" x="6021388" y="6265863"/>
          <p14:tracePt t="392632" x="6075363" y="6286500"/>
          <p14:tracePt t="392643" x="6116638" y="6292850"/>
          <p14:tracePt t="392655" x="6137275" y="6300788"/>
          <p14:tracePt t="392665" x="6143625" y="6313488"/>
          <p14:tracePt t="392677" x="6143625" y="6319838"/>
          <p14:tracePt t="392688" x="6143625" y="6334125"/>
          <p14:tracePt t="392698" x="6122988" y="6367463"/>
          <p14:tracePt t="392710" x="6102350" y="6415088"/>
          <p14:tracePt t="392720" x="6075363" y="6483350"/>
          <p14:tracePt t="392734" x="6048375" y="6538913"/>
          <p14:tracePt t="392745" x="6021388" y="6592888"/>
          <p14:tracePt t="392775" x="6000750" y="6634163"/>
          <p14:tracePt t="392779" x="5994400" y="6667500"/>
          <p14:tracePt t="392789" x="5973763" y="6735763"/>
          <p14:tracePt t="392801" x="5980113" y="6777038"/>
          <p14:tracePt t="392811" x="5980113" y="6804025"/>
          <p14:tracePt t="392821" x="5994400" y="6831013"/>
          <p14:tracePt t="393281" x="0" y="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9EE0FF2-ADCB-224F-A21D-2756253C34E1}"/>
              </a:ext>
            </a:extLst>
          </p:cNvPr>
          <p:cNvSpPr txBox="1">
            <a:spLocks noGrp="1"/>
          </p:cNvSpPr>
          <p:nvPr>
            <p:ph type="title" idx="4294967295"/>
          </p:nvPr>
        </p:nvSpPr>
        <p:spPr>
          <a:xfrm>
            <a:off x="1415480" y="548680"/>
            <a:ext cx="2808312" cy="236988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Table 6.4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Key Expansion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for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AES Example</a:t>
            </a:r>
          </a:p>
        </p:txBody>
      </p:sp>
      <p:pic>
        <p:nvPicPr>
          <p:cNvPr id="8" name="Picture 7" descr="AES key expansion example key words.">
            <a:extLst>
              <a:ext uri="{FF2B5EF4-FFF2-40B4-BE49-F238E27FC236}">
                <a16:creationId xmlns:a16="http://schemas.microsoft.com/office/drawing/2014/main" id="{F142C9F4-2E21-0149-A169-B008759BB7AE}"/>
              </a:ext>
            </a:extLst>
          </p:cNvPr>
          <p:cNvPicPr>
            <a:picLocks noChangeAspect="1"/>
          </p:cNvPicPr>
          <p:nvPr/>
        </p:nvPicPr>
        <p:blipFill rotWithShape="1">
          <a:blip r:embed="rId4"/>
          <a:srcRect r="50142" b="89629"/>
          <a:stretch/>
        </p:blipFill>
        <p:spPr>
          <a:xfrm>
            <a:off x="551384" y="3501008"/>
            <a:ext cx="4834629" cy="1355902"/>
          </a:xfrm>
          <a:prstGeom prst="rect">
            <a:avLst/>
          </a:prstGeom>
        </p:spPr>
      </p:pic>
      <p:pic>
        <p:nvPicPr>
          <p:cNvPr id="4" name="Picture 3" descr="A table displaying an S-box used in cryptographic algorithms, with hexadecimal values arranged in a 16x16 grid labeled by row (0 to F) and column (0 to F). Each cell contains a two-character hexadecimal number representing substitution values, crucial for data transformation and security in encryption processes.">
            <a:extLst>
              <a:ext uri="{FF2B5EF4-FFF2-40B4-BE49-F238E27FC236}">
                <a16:creationId xmlns:a16="http://schemas.microsoft.com/office/drawing/2014/main" id="{B9622921-39F3-6C43-B6E3-CFC69C13A03D}"/>
              </a:ext>
            </a:extLst>
          </p:cNvPr>
          <p:cNvPicPr>
            <a:picLocks noChangeAspect="1"/>
          </p:cNvPicPr>
          <p:nvPr/>
        </p:nvPicPr>
        <p:blipFill>
          <a:blip r:embed="rId5"/>
          <a:stretch>
            <a:fillRect/>
          </a:stretch>
        </p:blipFill>
        <p:spPr>
          <a:xfrm>
            <a:off x="4033512" y="188640"/>
            <a:ext cx="8101806" cy="4838181"/>
          </a:xfrm>
          <a:prstGeom prst="rect">
            <a:avLst/>
          </a:prstGeom>
        </p:spPr>
      </p:pic>
      <p:pic>
        <p:nvPicPr>
          <p:cNvPr id="9" name="Picture 8" descr="Table displaying values of j from 1 to 10 in the first row and corresponding RC[j] values in hexadecimal format in the second row. The table highlights a progression of RC[j] values, doubling initially and then increasing with varied increments, useful for reference in cryptographic or computational contexts.">
            <a:extLst>
              <a:ext uri="{FF2B5EF4-FFF2-40B4-BE49-F238E27FC236}">
                <a16:creationId xmlns:a16="http://schemas.microsoft.com/office/drawing/2014/main" id="{3F519727-EDD5-0A49-BF05-5A105B50D454}"/>
              </a:ext>
            </a:extLst>
          </p:cNvPr>
          <p:cNvPicPr>
            <a:picLocks noChangeAspect="1"/>
          </p:cNvPicPr>
          <p:nvPr/>
        </p:nvPicPr>
        <p:blipFill>
          <a:blip r:embed="rId6"/>
          <a:stretch>
            <a:fillRect/>
          </a:stretch>
        </p:blipFill>
        <p:spPr>
          <a:xfrm>
            <a:off x="3936628" y="5354415"/>
            <a:ext cx="8255372" cy="897323"/>
          </a:xfrm>
          <a:prstGeom prst="rect">
            <a:avLst/>
          </a:prstGeom>
        </p:spPr>
      </p:pic>
      <p:sp>
        <p:nvSpPr>
          <p:cNvPr id="5" name="TextBox 4">
            <a:extLst>
              <a:ext uri="{FF2B5EF4-FFF2-40B4-BE49-F238E27FC236}">
                <a16:creationId xmlns:a16="http://schemas.microsoft.com/office/drawing/2014/main" id="{8E75E9A4-F708-B342-8B69-B188FB151BF9}"/>
              </a:ext>
            </a:extLst>
          </p:cNvPr>
          <p:cNvSpPr txBox="1"/>
          <p:nvPr/>
        </p:nvSpPr>
        <p:spPr>
          <a:xfrm>
            <a:off x="1534698" y="5254692"/>
            <a:ext cx="1441420" cy="369332"/>
          </a:xfrm>
          <a:prstGeom prst="rect">
            <a:avLst/>
          </a:prstGeom>
          <a:noFill/>
        </p:spPr>
        <p:txBody>
          <a:bodyPr wrap="none" rtlCol="0">
            <a:spAutoFit/>
          </a:bodyPr>
          <a:lstStyle/>
          <a:p>
            <a:r>
              <a:rPr lang="en-US" dirty="0"/>
              <a:t>What is w4?</a:t>
            </a:r>
          </a:p>
        </p:txBody>
      </p:sp>
      <p:sp>
        <p:nvSpPr>
          <p:cNvPr id="7" name="TextBox 6">
            <a:extLst>
              <a:ext uri="{FF2B5EF4-FFF2-40B4-BE49-F238E27FC236}">
                <a16:creationId xmlns:a16="http://schemas.microsoft.com/office/drawing/2014/main" id="{27B6AA44-A45C-87A7-FFE7-3B6BB4E8866E}"/>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Tree>
    <p:custDataLst>
      <p:tags r:id="rId1"/>
    </p:custDataLst>
    <p:extLst>
      <p:ext uri="{BB962C8B-B14F-4D97-AF65-F5344CB8AC3E}">
        <p14:creationId xmlns:p14="http://schemas.microsoft.com/office/powerpoint/2010/main" val="3277257855"/>
      </p:ext>
    </p:extLst>
  </p:cSld>
  <p:clrMapOvr>
    <a:masterClrMapping/>
  </p:clrMapOvr>
  <p:transition advTm="543125">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calculation procedures of AES key expansion example.">
            <a:extLst>
              <a:ext uri="{FF2B5EF4-FFF2-40B4-BE49-F238E27FC236}">
                <a16:creationId xmlns:a16="http://schemas.microsoft.com/office/drawing/2014/main" id="{307DACD7-3317-4741-9D3B-5A855ED54799}"/>
              </a:ext>
            </a:extLst>
          </p:cNvPr>
          <p:cNvPicPr>
            <a:picLocks noChangeAspect="1"/>
          </p:cNvPicPr>
          <p:nvPr/>
        </p:nvPicPr>
        <p:blipFill>
          <a:blip r:embed="rId4"/>
          <a:stretch>
            <a:fillRect/>
          </a:stretch>
        </p:blipFill>
        <p:spPr>
          <a:xfrm>
            <a:off x="6299382" y="254221"/>
            <a:ext cx="4656087" cy="6277758"/>
          </a:xfrm>
          <a:prstGeom prst="rect">
            <a:avLst/>
          </a:prstGeom>
        </p:spPr>
      </p:pic>
      <p:sp>
        <p:nvSpPr>
          <p:cNvPr id="10" name="Title 9">
            <a:extLst>
              <a:ext uri="{FF2B5EF4-FFF2-40B4-BE49-F238E27FC236}">
                <a16:creationId xmlns:a16="http://schemas.microsoft.com/office/drawing/2014/main" id="{09EE0FF2-ADCB-224F-A21D-2756253C34E1}"/>
              </a:ext>
            </a:extLst>
          </p:cNvPr>
          <p:cNvSpPr txBox="1">
            <a:spLocks noGrp="1"/>
          </p:cNvSpPr>
          <p:nvPr>
            <p:ph type="title" idx="4294967295"/>
          </p:nvPr>
        </p:nvSpPr>
        <p:spPr>
          <a:xfrm>
            <a:off x="1415480" y="548680"/>
            <a:ext cx="2808312" cy="267765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Table 6.4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Key Expansion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for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AES Example - Solutions</a:t>
            </a:r>
          </a:p>
        </p:txBody>
      </p:sp>
      <p:pic>
        <p:nvPicPr>
          <p:cNvPr id="8" name="Picture 7" descr="AES key expansion example key words.">
            <a:extLst>
              <a:ext uri="{FF2B5EF4-FFF2-40B4-BE49-F238E27FC236}">
                <a16:creationId xmlns:a16="http://schemas.microsoft.com/office/drawing/2014/main" id="{F142C9F4-2E21-0149-A169-B008759BB7AE}"/>
              </a:ext>
            </a:extLst>
          </p:cNvPr>
          <p:cNvPicPr>
            <a:picLocks noChangeAspect="1"/>
          </p:cNvPicPr>
          <p:nvPr/>
        </p:nvPicPr>
        <p:blipFill rotWithShape="1">
          <a:blip r:embed="rId4"/>
          <a:srcRect r="50142" b="89629"/>
          <a:stretch/>
        </p:blipFill>
        <p:spPr>
          <a:xfrm>
            <a:off x="551384" y="3501008"/>
            <a:ext cx="4834629" cy="1355902"/>
          </a:xfrm>
          <a:prstGeom prst="rect">
            <a:avLst/>
          </a:prstGeom>
        </p:spPr>
      </p:pic>
      <p:sp>
        <p:nvSpPr>
          <p:cNvPr id="5" name="TextBox 4">
            <a:extLst>
              <a:ext uri="{FF2B5EF4-FFF2-40B4-BE49-F238E27FC236}">
                <a16:creationId xmlns:a16="http://schemas.microsoft.com/office/drawing/2014/main" id="{FF7A7C45-E87E-B2E2-0EBE-881FABD79534}"/>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Tree>
    <p:custDataLst>
      <p:tags r:id="rId1"/>
    </p:custDataLst>
  </p:cSld>
  <p:clrMapOvr>
    <a:masterClrMapping/>
  </p:clrMapOvr>
  <p:transition advTm="129536">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00569" x="5081588" y="6816725"/>
          <p14:tracePt t="100580" x="5483225" y="6634163"/>
          <p14:tracePt t="100591" x="5973763" y="6408738"/>
          <p14:tracePt t="100602" x="6300788" y="6238875"/>
          <p14:tracePt t="100613" x="6667500" y="6021388"/>
          <p14:tracePt t="100624" x="6932613" y="5824538"/>
          <p14:tracePt t="100637" x="7158038" y="5646738"/>
          <p14:tracePt t="100647" x="7272338" y="5538788"/>
          <p14:tracePt t="100658" x="7375525" y="5435600"/>
          <p14:tracePt t="100673" x="7429500" y="5375275"/>
          <p14:tracePt t="100681" x="7450138" y="5340350"/>
          <p14:tracePt t="100694" x="7456488" y="5292725"/>
          <p14:tracePt t="100708" x="7470775" y="5253038"/>
          <p14:tracePt t="100717" x="7470775" y="5211763"/>
          <p14:tracePt t="100731" x="7456488" y="5143500"/>
          <p14:tracePt t="100739" x="7450138" y="5062538"/>
          <p14:tracePt t="100755" x="7450138" y="4973638"/>
          <p14:tracePt t="100762" x="7443788" y="4899025"/>
          <p14:tracePt t="100774" x="7429500" y="4789488"/>
          <p14:tracePt t="100795" x="7402513" y="4530725"/>
          <p14:tracePt t="100804" x="7375525" y="4333875"/>
          <p14:tracePt t="100818" x="7340600" y="4081463"/>
          <p14:tracePt t="100827" x="7307263" y="3863975"/>
          <p14:tracePt t="100838" x="7292975" y="3538538"/>
          <p14:tracePt t="100851" x="7292975" y="3252788"/>
          <p14:tracePt t="100862" x="7300913" y="3048000"/>
          <p14:tracePt t="100871" x="7319963" y="2932113"/>
          <p14:tracePt t="100884" x="7327900" y="2843213"/>
          <p14:tracePt t="100894" x="7327900" y="2776538"/>
          <p14:tracePt t="100906" x="7327900" y="2735263"/>
          <p14:tracePt t="100919" x="7319963" y="2708275"/>
          <p14:tracePt t="100929" x="7300913" y="2681288"/>
          <p14:tracePt t="100940" x="7280275" y="2673350"/>
          <p14:tracePt t="100951" x="7253288" y="2652713"/>
          <p14:tracePt t="100963" x="7205663" y="2646363"/>
          <p14:tracePt t="100974" x="7150100" y="2646363"/>
          <p14:tracePt t="100987" x="7096125" y="2660650"/>
          <p14:tracePt t="100996" x="6986588" y="2728913"/>
          <p14:tracePt t="101009" x="6858000" y="2830513"/>
          <p14:tracePt t="101020" x="6742113" y="2952750"/>
          <p14:tracePt t="101031" x="6592888" y="3163888"/>
          <p14:tracePt t="101041" x="6462713" y="3435350"/>
          <p14:tracePt t="101056" x="6408738" y="3633788"/>
          <p14:tracePt t="101065" x="6375400" y="3911600"/>
          <p14:tracePt t="101074" x="6396038" y="4149725"/>
          <p14:tracePt t="101090" x="6443663" y="4306888"/>
          <p14:tracePt t="101100" x="6470650" y="4381500"/>
          <p14:tracePt t="101108" x="6510338" y="4443413"/>
          <p14:tracePt t="101123" x="6557963" y="4470400"/>
          <p14:tracePt t="101133" x="6592888" y="4476750"/>
          <p14:tracePt t="101142" x="6640513" y="4476750"/>
          <p14:tracePt t="101157" x="6708775" y="4470400"/>
          <p14:tracePt t="101167" x="6756400" y="4429125"/>
          <p14:tracePt t="101176" x="6831013" y="4333875"/>
          <p14:tracePt t="101192" x="6905625" y="4157663"/>
          <p14:tracePt t="101201" x="6959600" y="3890963"/>
          <p14:tracePt t="101211" x="6980238" y="3681413"/>
          <p14:tracePt t="101224" x="6980238" y="3327400"/>
          <p14:tracePt t="101234" x="6953250" y="3006725"/>
          <p14:tracePt t="101246" x="6905625" y="2824163"/>
          <p14:tracePt t="101259" x="6831013" y="2633663"/>
          <p14:tracePt t="101268" x="6777038" y="2530475"/>
          <p14:tracePt t="101280" x="6742113" y="2490788"/>
          <p14:tracePt t="101292" x="6715125" y="2462213"/>
          <p14:tracePt t="101302" x="6708775" y="2455863"/>
          <p14:tracePt t="101313" x="6694488" y="2455863"/>
          <p14:tracePt t="101325" x="6694488" y="2462213"/>
          <p14:tracePt t="101335" x="6681788" y="2503488"/>
          <p14:tracePt t="101347" x="6634163" y="2598738"/>
          <p14:tracePt t="101359" x="6586538" y="2720975"/>
          <p14:tracePt t="101370" x="6510338" y="2946400"/>
          <p14:tracePt t="101380" x="6456363" y="3197225"/>
          <p14:tracePt t="101392" x="6435725" y="3387725"/>
          <p14:tracePt t="101402" x="6423025" y="3613150"/>
          <p14:tracePt t="101414" x="6423025" y="3768725"/>
          <p14:tracePt t="101425" x="6435725" y="3863975"/>
          <p14:tracePt t="101435" x="6443663" y="3911600"/>
          <p14:tracePt t="101448" x="6462713" y="3938588"/>
          <p14:tracePt t="101459" x="6491288" y="3973513"/>
          <p14:tracePt t="101471" x="6510338" y="3979863"/>
          <p14:tracePt t="101482" x="6545263" y="3979863"/>
          <p14:tracePt t="101492" x="6592888" y="3979863"/>
          <p14:tracePt t="101504" x="6634163" y="3979863"/>
          <p14:tracePt t="101514" x="6688138" y="3952875"/>
          <p14:tracePt t="101526" x="6742113" y="3911600"/>
          <p14:tracePt t="101538" x="6804025" y="3830638"/>
          <p14:tracePt t="101548" x="6851650" y="3735388"/>
          <p14:tracePt t="101558" x="6878638" y="3571875"/>
          <p14:tracePt t="101572" x="6884988" y="3387725"/>
          <p14:tracePt t="101582" x="6884988" y="3265488"/>
          <p14:tracePt t="101592" x="6864350" y="3149600"/>
          <p14:tracePt t="101606" x="6851650" y="3089275"/>
          <p14:tracePt t="101616" x="6837363" y="3068638"/>
          <p14:tracePt t="101626" x="6837363" y="3048000"/>
          <p14:tracePt t="101640" x="6831013" y="3048000"/>
          <p14:tracePt t="101650" x="6816725" y="3048000"/>
          <p14:tracePt t="101670" x="6804025" y="3068638"/>
          <p14:tracePt t="101681" x="6777038" y="3101975"/>
          <p14:tracePt t="101704" x="6735763" y="3170238"/>
          <p14:tracePt t="101709" x="6708775" y="3238500"/>
          <p14:tracePt t="101719" x="6688138" y="3319463"/>
          <p14:tracePt t="101731" x="6681788" y="3387725"/>
          <p14:tracePt t="101739" x="6688138" y="3449638"/>
          <p14:tracePt t="101752" x="6694488" y="3497263"/>
          <p14:tracePt t="101765" x="6715125" y="3530600"/>
          <p14:tracePt t="101774" x="6729413" y="3538538"/>
          <p14:tracePt t="101785" x="6735763" y="3544888"/>
          <p14:tracePt t="101796" x="6742113" y="3544888"/>
          <p14:tracePt t="103909" x="6715125" y="3509963"/>
          <p14:tracePt t="103921" x="6694488" y="3482975"/>
          <p14:tracePt t="103943" x="6681788" y="3443288"/>
          <p14:tracePt t="103947" x="6661150" y="3414713"/>
          <p14:tracePt t="103957" x="6661150" y="3395663"/>
          <p14:tracePt t="103967" x="6653213" y="3387725"/>
          <p14:tracePt t="107252" x="6640513" y="3395663"/>
          <p14:tracePt t="107264" x="6634163" y="3408363"/>
          <p14:tracePt t="107295" x="6640513" y="3395663"/>
          <p14:tracePt t="107307" x="6688138" y="3375025"/>
          <p14:tracePt t="107321" x="6735763" y="3340100"/>
          <p14:tracePt t="107329" x="6810375" y="3265488"/>
          <p14:tracePt t="107341" x="6878638" y="3163888"/>
          <p14:tracePt t="107354" x="6905625" y="3074988"/>
          <p14:tracePt t="107364" x="6932613" y="2952750"/>
          <p14:tracePt t="107375" x="6932613" y="2824163"/>
          <p14:tracePt t="107389" x="6926263" y="2728913"/>
          <p14:tracePt t="107398" x="6905625" y="2681288"/>
          <p14:tracePt t="107408" x="6864350" y="2633663"/>
          <p14:tracePt t="107421" x="6837363" y="2605088"/>
          <p14:tracePt t="107432" x="6810375" y="2605088"/>
          <p14:tracePt t="107442" x="6762750" y="2605088"/>
          <p14:tracePt t="107454" x="6688138" y="2625725"/>
          <p14:tracePt t="107466" x="6586538" y="2681288"/>
          <p14:tracePt t="107478" x="6510338" y="2735263"/>
          <p14:tracePt t="107490" x="6408738" y="2843213"/>
          <p14:tracePt t="107501" x="6334125" y="2952750"/>
          <p14:tracePt t="107510" x="6300788" y="3041650"/>
          <p14:tracePt t="107522" x="6286500" y="3122613"/>
          <p14:tracePt t="107534" x="6286500" y="3190875"/>
          <p14:tracePt t="107544" x="6292850" y="3224213"/>
          <p14:tracePt t="107556" x="6313488" y="3252788"/>
          <p14:tracePt t="107570" x="6334125" y="3271838"/>
          <p14:tracePt t="107580" x="6361113" y="3292475"/>
          <p14:tracePt t="107590" x="6375400" y="3292475"/>
          <p14:tracePt t="107603" x="6408738" y="3300413"/>
          <p14:tracePt t="107614" x="6456363" y="3300413"/>
          <p14:tracePt t="107623" x="6491288" y="3292475"/>
          <p14:tracePt t="107636" x="6565900" y="3286125"/>
          <p14:tracePt t="107647" x="6667500" y="3265488"/>
          <p14:tracePt t="107656" x="6777038" y="3244850"/>
          <p14:tracePt t="107670" x="6938963" y="3217863"/>
          <p14:tracePt t="107680" x="7129463" y="3176588"/>
          <p14:tracePt t="107692" x="7327900" y="3122613"/>
          <p14:tracePt t="107704" x="7477125" y="3068638"/>
          <p14:tracePt t="107715" x="7721600" y="2967038"/>
          <p14:tracePt t="107724" x="7967663" y="2830513"/>
          <p14:tracePt t="107738" x="8129588" y="2728913"/>
          <p14:tracePt t="107748" x="8361363" y="2578100"/>
          <p14:tracePt t="107758" x="8572500" y="2428875"/>
          <p14:tracePt t="107772" x="8748713" y="2286000"/>
          <p14:tracePt t="107782" x="8851900" y="2211388"/>
          <p14:tracePt t="107791" x="8967788" y="2122488"/>
          <p14:tracePt t="107805" x="9048750" y="2068513"/>
          <p14:tracePt t="107815" x="9075738" y="2041525"/>
          <p14:tracePt t="107826" x="9096375" y="2020888"/>
          <p14:tracePt t="107839" x="9090025" y="2014538"/>
          <p14:tracePt t="107850" x="9075738" y="2006600"/>
          <p14:tracePt t="107860" x="9048750" y="1993900"/>
          <p14:tracePt t="107874" x="9015413" y="1985963"/>
          <p14:tracePt t="107884" x="8939213" y="1985963"/>
          <p14:tracePt t="107895" x="8872538" y="2006600"/>
          <p14:tracePt t="107907" x="8729663" y="2062163"/>
          <p14:tracePt t="107917" x="8572500" y="2170113"/>
          <p14:tracePt t="107929" x="8429625" y="2306638"/>
          <p14:tracePt t="107941" x="8253413" y="2551113"/>
          <p14:tracePt t="107950" x="8129588" y="2809875"/>
          <p14:tracePt t="107962" x="8089900" y="3000375"/>
          <p14:tracePt t="107974" x="8089900" y="3252788"/>
          <p14:tracePt t="107984" x="8158163" y="3470275"/>
          <p14:tracePt t="107996" x="8259763" y="3640138"/>
          <p14:tracePt t="108008" x="8340725" y="3741738"/>
          <p14:tracePt t="108019" x="8450263" y="3836988"/>
          <p14:tracePt t="108030" x="8545513" y="3884613"/>
          <p14:tracePt t="108041" x="8620125" y="3905250"/>
          <p14:tracePt t="108053" x="8709025" y="3905250"/>
          <p14:tracePt t="108064" x="8804275" y="3878263"/>
          <p14:tracePt t="108073" x="8878888" y="3816350"/>
          <p14:tracePt t="108087" x="8974138" y="3687763"/>
          <p14:tracePt t="108097" x="9028113" y="3490913"/>
          <p14:tracePt t="108107" x="9048750" y="3217863"/>
          <p14:tracePt t="108139" x="9021763" y="2994025"/>
          <p14:tracePt t="108143" x="8939213" y="2687638"/>
          <p14:tracePt t="108156" x="8816975" y="2449513"/>
          <p14:tracePt t="108157" x="8729663" y="2312988"/>
          <p14:tracePt t="108164" x="8634413" y="2205038"/>
          <p14:tracePt t="108173" x="8558213" y="2143125"/>
          <p14:tracePt t="108190" x="8524875" y="2122488"/>
          <p14:tracePt t="108199" x="8477250" y="2122488"/>
          <p14:tracePt t="108207" x="8429625" y="2143125"/>
          <p14:tracePt t="108223" x="8361363" y="2232025"/>
          <p14:tracePt t="108232" x="8301038" y="2354263"/>
          <p14:tracePt t="108241" x="8212138" y="2605088"/>
          <p14:tracePt t="108255" x="8164513" y="2919413"/>
          <p14:tracePt t="108265" x="8164513" y="3143250"/>
          <p14:tracePt t="108275" x="8212138" y="3395663"/>
          <p14:tracePt t="108288" x="8307388" y="3613150"/>
          <p14:tracePt t="108298" x="8382000" y="3729038"/>
          <p14:tracePt t="108309" x="8497888" y="3816350"/>
          <p14:tracePt t="108322" x="8586788" y="3863975"/>
          <p14:tracePt t="108333" x="8694738" y="3884613"/>
          <p14:tracePt t="108345" x="8769350" y="3878263"/>
          <p14:tracePt t="108358" x="8905875" y="3810000"/>
          <p14:tracePt t="108368" x="9069388" y="3708400"/>
          <p14:tracePt t="108377" x="9197975" y="3571875"/>
          <p14:tracePt t="108392" x="9361488" y="3348038"/>
          <p14:tracePt t="108401" x="9510713" y="3074988"/>
          <p14:tracePt t="108413" x="9613900" y="2795588"/>
          <p14:tracePt t="108424" x="9640888" y="2633663"/>
          <p14:tracePt t="108434" x="9640888" y="2476500"/>
          <p14:tracePt t="108446" x="9626600" y="2381250"/>
          <p14:tracePt t="108458" x="9605963" y="2354263"/>
          <p14:tracePt t="108470" x="9586913" y="2333625"/>
          <p14:tracePt t="108480" x="9566275" y="2327275"/>
          <p14:tracePt t="108491" x="9545638" y="2327275"/>
          <p14:tracePt t="108503" x="9518650" y="2354263"/>
          <p14:tracePt t="108513" x="9463088" y="2435225"/>
          <p14:tracePt t="108525" x="9348788" y="2633663"/>
          <p14:tracePt t="108536" x="9259888" y="2843213"/>
          <p14:tracePt t="108547" x="9150350" y="3176588"/>
          <p14:tracePt t="108558" x="9117013" y="3497263"/>
          <p14:tracePt t="108569" x="9123363" y="3694113"/>
          <p14:tracePt t="108581" x="9191625" y="3905250"/>
          <p14:tracePt t="108592" x="9272588" y="4054475"/>
          <p14:tracePt t="108603" x="9348788" y="4122738"/>
          <p14:tracePt t="108614" x="9456738" y="4170363"/>
          <p14:tracePt t="108624" x="9558338" y="4176713"/>
          <p14:tracePt t="108638" x="9682163" y="4149725"/>
          <p14:tracePt t="108648" x="9783763" y="4089400"/>
          <p14:tracePt t="108658" x="9932988" y="3973513"/>
          <p14:tracePt t="108671" x="10075863" y="3783013"/>
          <p14:tracePt t="108682" x="10158413" y="3619500"/>
          <p14:tracePt t="108691" x="10233025" y="3387725"/>
          <p14:tracePt t="108705" x="10266363" y="3170238"/>
          <p14:tracePt t="108715" x="10253663" y="3048000"/>
          <p14:tracePt t="108725" x="10218738" y="2952750"/>
          <p14:tracePt t="108739" x="10177463" y="2898775"/>
          <p14:tracePt t="108749" x="10144125" y="2871788"/>
          <p14:tracePt t="108760" x="10110788" y="2871788"/>
          <p14:tracePt t="108773" x="10055225" y="2878138"/>
          <p14:tracePt t="108783" x="9953625" y="2932113"/>
          <p14:tracePt t="108793" x="9852025" y="3041650"/>
          <p14:tracePt t="108808" x="9661525" y="3286125"/>
          <p14:tracePt t="108817" x="9491663" y="3605213"/>
          <p14:tracePt t="108827" x="9423400" y="3830638"/>
          <p14:tracePt t="108840" x="9396413" y="4102100"/>
          <p14:tracePt t="108850" x="9423400" y="4279900"/>
          <p14:tracePt t="108861" x="9483725" y="4395788"/>
          <p14:tracePt t="108873" x="9531350" y="4449763"/>
          <p14:tracePt t="108883" x="9605963" y="4497388"/>
          <p14:tracePt t="108896" x="9709150" y="4518025"/>
          <p14:tracePt t="108907" x="9790113" y="4518025"/>
          <p14:tracePt t="108918" x="9932988" y="4491038"/>
          <p14:tracePt t="108930" x="10096500" y="4408488"/>
          <p14:tracePt t="108940" x="10198100" y="4327525"/>
          <p14:tracePt t="108953" x="10340975" y="4149725"/>
          <p14:tracePt t="108963" x="10444163" y="3925888"/>
          <p14:tracePt t="108974" x="10471150" y="3681413"/>
          <p14:tracePt t="108984" x="10463213" y="3509963"/>
          <p14:tracePt t="108995" x="10415588" y="3340100"/>
          <p14:tracePt t="109017" x="10340975" y="3217863"/>
          <p14:tracePt t="109021" x="10280650" y="3163888"/>
          <p14:tracePt t="109031" x="10198100" y="3116263"/>
          <p14:tracePt t="109043" x="10110788" y="3089275"/>
          <p14:tracePt t="109054" x="10034588" y="3089275"/>
          <p14:tracePt t="109065" x="9932988" y="3101975"/>
          <p14:tracePt t="109074" x="9777413" y="3211513"/>
          <p14:tracePt t="109089" x="9593263" y="3414713"/>
          <p14:tracePt t="109098" x="9444038" y="3646488"/>
          <p14:tracePt t="109108" x="9293225" y="4000500"/>
          <p14:tracePt t="109122" x="9245600" y="4300538"/>
          <p14:tracePt t="109131" x="9266238" y="4456113"/>
          <p14:tracePt t="109141" x="9334500" y="4613275"/>
          <p14:tracePt t="109155" x="9415463" y="4694238"/>
          <p14:tracePt t="109186" x="9518650" y="4748213"/>
          <p14:tracePt t="109186" x="9593263" y="4762500"/>
          <p14:tracePt t="109197" x="9736138" y="4748213"/>
          <p14:tracePt t="109201" x="9912350" y="4687888"/>
          <p14:tracePt t="109211" x="10055225" y="4578350"/>
          <p14:tracePt t="109230" x="10266363" y="4367213"/>
          <p14:tracePt t="109237" x="10429875" y="4089400"/>
          <p14:tracePt t="109246" x="10525125" y="3878263"/>
          <p14:tracePt t="109256" x="10572750" y="3619500"/>
          <p14:tracePt t="109267" x="10566400" y="3422650"/>
          <p14:tracePt t="109277" x="10539413" y="3340100"/>
          <p14:tracePt t="109292" x="10491788" y="3286125"/>
          <p14:tracePt t="109303" x="10415588" y="3238500"/>
          <p14:tracePt t="109312" x="10328275" y="3217863"/>
          <p14:tracePt t="109324" x="10253663" y="3217863"/>
          <p14:tracePt t="109334" x="10150475" y="3265488"/>
          <p14:tracePt t="109345" x="9986963" y="3408363"/>
          <p14:tracePt t="109357" x="9837738" y="3571875"/>
          <p14:tracePt t="109367" x="9626600" y="3863975"/>
          <p14:tracePt t="109379" x="9471025" y="4149725"/>
          <p14:tracePt t="109391" x="9436100" y="4348163"/>
          <p14:tracePt t="109403" x="9456738" y="4429125"/>
          <p14:tracePt t="109413" x="9510713" y="4503738"/>
          <p14:tracePt t="109424" x="9605963" y="4545013"/>
          <p14:tracePt t="109436" x="9682163" y="4551363"/>
          <p14:tracePt t="109447" x="9825038" y="4530725"/>
          <p14:tracePt t="109458" x="10007600" y="4470400"/>
          <p14:tracePt t="109470" x="10158413" y="4375150"/>
          <p14:tracePt t="109480" x="10388600" y="4176713"/>
          <p14:tracePt t="109490" x="10572750" y="3932238"/>
          <p14:tracePt t="109504" x="10715625" y="3660775"/>
          <p14:tracePt t="109514" x="10769600" y="3482975"/>
          <p14:tracePt t="109524" x="10790238" y="3286125"/>
          <p14:tracePt t="109538" x="10763250" y="3163888"/>
          <p14:tracePt t="109548" x="10736263" y="3116263"/>
          <p14:tracePt t="109558" x="10674350" y="3074988"/>
          <p14:tracePt t="109572" x="10614025" y="3054350"/>
          <p14:tracePt t="109582" x="10545763" y="3054350"/>
          <p14:tracePt t="109592" x="10444163" y="3074988"/>
          <p14:tracePt t="109605" x="10293350" y="3143250"/>
          <p14:tracePt t="109615" x="10075863" y="3313113"/>
          <p14:tracePt t="109625" x="9899650" y="3497263"/>
          <p14:tracePt t="109639" x="9667875" y="3803650"/>
          <p14:tracePt t="109650" x="9545638" y="4089400"/>
          <p14:tracePt t="109661" x="9531350" y="4271963"/>
          <p14:tracePt t="109674" x="9578975" y="4443413"/>
          <p14:tracePt t="109683" x="9667875" y="4565650"/>
          <p14:tracePt t="109693" x="9756775" y="4613275"/>
          <p14:tracePt t="109707" x="9885363" y="4625975"/>
          <p14:tracePt t="109717" x="10034588" y="4613275"/>
          <p14:tracePt t="109729" x="10185400" y="4545013"/>
          <p14:tracePt t="109741" x="10307638" y="4443413"/>
          <p14:tracePt t="109750" x="10471150" y="4259263"/>
          <p14:tracePt t="109762" x="10572750" y="4048125"/>
          <p14:tracePt t="109774" x="10614025" y="3884613"/>
          <p14:tracePt t="109784" x="10593388" y="3694113"/>
          <p14:tracePt t="109795" x="10471150" y="3517900"/>
          <p14:tracePt t="109807" x="10340975" y="3408363"/>
          <p14:tracePt t="109817" x="10129838" y="3300413"/>
          <p14:tracePt t="109830" x="9959975" y="3252788"/>
          <p14:tracePt t="109841" x="9831388" y="3252788"/>
          <p14:tracePt t="109851" x="9763125" y="3271838"/>
          <p14:tracePt t="109863" x="9667875" y="3340100"/>
          <p14:tracePt t="109873" x="9593263" y="3443288"/>
          <p14:tracePt t="109886" x="9566275" y="3538538"/>
          <p14:tracePt t="109897" x="9586913" y="3646488"/>
          <p14:tracePt t="109908" x="9653588" y="3762375"/>
          <p14:tracePt t="109920" x="9736138" y="3836988"/>
          <p14:tracePt t="109931" x="9864725" y="3890963"/>
          <p14:tracePt t="109942" x="10001250" y="3905250"/>
          <p14:tracePt t="109954" x="10129838" y="3884613"/>
          <p14:tracePt t="109965" x="10233025" y="3830638"/>
          <p14:tracePt t="109974" x="10375900" y="3708400"/>
          <p14:tracePt t="109989" x="10504488" y="3544888"/>
          <p14:tracePt t="109998" x="10572750" y="3408363"/>
          <p14:tracePt t="110008" x="10626725" y="3211513"/>
          <p14:tracePt t="110022" x="10620375" y="3027363"/>
          <p14:tracePt t="110032" x="10587038" y="2925763"/>
          <p14:tracePt t="110042" x="10518775" y="2824163"/>
          <p14:tracePt t="110056" x="10450513" y="2768600"/>
          <p14:tracePt t="110067" x="10396538" y="2728913"/>
          <p14:tracePt t="110075" x="10355263" y="2708275"/>
          <p14:tracePt t="110091" x="10307638" y="2700338"/>
          <p14:tracePt t="110100" x="10266363" y="2708275"/>
          <p14:tracePt t="110111" x="10225088" y="2728913"/>
          <p14:tracePt t="110124" x="10171113" y="2803525"/>
          <p14:tracePt t="110133" x="10096500" y="2925763"/>
          <p14:tracePt t="110143" x="10034588" y="3054350"/>
          <p14:tracePt t="110157" x="9980613" y="3244850"/>
          <p14:tracePt t="110167" x="9959975" y="3449638"/>
          <p14:tracePt t="110179" x="9974263" y="3640138"/>
          <p14:tracePt t="110191" x="10007600" y="3762375"/>
          <p14:tracePt t="110201" x="10069513" y="3884613"/>
          <p14:tracePt t="110212" x="10123488" y="3973513"/>
          <p14:tracePt t="110232" x="10171113" y="4006850"/>
          <p14:tracePt t="110233" x="10233025" y="4027488"/>
          <p14:tracePt t="110244" x="10328275" y="4027488"/>
          <p14:tracePt t="110255" x="10423525" y="4006850"/>
          <p14:tracePt t="110266" x="10572750" y="3938588"/>
          <p14:tracePt t="110279" x="10709275" y="3830638"/>
          <p14:tracePt t="110291" x="10796588" y="3660775"/>
          <p14:tracePt t="110303" x="10837863" y="3509963"/>
          <p14:tracePt t="110314" x="10837863" y="3271838"/>
          <p14:tracePt t="110324" x="10783888" y="3074988"/>
          <p14:tracePt t="110336" x="10721975" y="2973388"/>
          <p14:tracePt t="110347" x="10626725" y="2871788"/>
          <p14:tracePt t="110358" x="10498138" y="2795588"/>
          <p14:tracePt t="110371" x="10355263" y="2747963"/>
          <p14:tracePt t="110381" x="10096500" y="2708275"/>
          <p14:tracePt t="110392" x="9790113" y="2735263"/>
          <p14:tracePt t="110403" x="9566275" y="2809875"/>
          <p14:tracePt t="110414" x="9272588" y="3006725"/>
          <p14:tracePt t="110424" x="8994775" y="3286125"/>
          <p14:tracePt t="110437" x="8804275" y="3592513"/>
          <p14:tracePt t="110447" x="8742363" y="3816350"/>
          <p14:tracePt t="110457" x="8729663" y="4102100"/>
          <p14:tracePt t="110471" x="8783638" y="4319588"/>
          <p14:tracePt t="110480" x="8864600" y="4449763"/>
          <p14:tracePt t="110491" x="8980488" y="4565650"/>
          <p14:tracePt t="110505" x="9102725" y="4625975"/>
          <p14:tracePt t="110515" x="9224963" y="4646613"/>
          <p14:tracePt t="110525" x="9334500" y="4640263"/>
          <p14:tracePt t="110539" x="9456738" y="4578350"/>
          <p14:tracePt t="110549" x="9566275" y="4491038"/>
          <p14:tracePt t="110558" x="9640888" y="4381500"/>
          <p14:tracePt t="110573" x="9709150" y="4197350"/>
          <p14:tracePt t="110583" x="9742488" y="3979863"/>
          <p14:tracePt t="110594" x="9742488" y="3816350"/>
          <p14:tracePt t="110607" x="9701213" y="3633788"/>
          <p14:tracePt t="110617" x="9640888" y="3509963"/>
          <p14:tracePt t="110628" x="9586913" y="3435350"/>
          <p14:tracePt t="110640" x="9545638" y="3408363"/>
          <p14:tracePt t="110651" x="9504363" y="3387725"/>
          <p14:tracePt t="110663" x="9456738" y="3395663"/>
          <p14:tracePt t="110673" x="9409113" y="3422650"/>
          <p14:tracePt t="110693" x="9334500" y="3509963"/>
          <p14:tracePt t="110698" x="9212263" y="3681413"/>
          <p14:tracePt t="110708" x="9123363" y="3836988"/>
          <p14:tracePt t="110721" x="9063038" y="4062413"/>
          <p14:tracePt t="110730" x="9048750" y="4259263"/>
          <p14:tracePt t="110740" x="9090025" y="4402138"/>
          <p14:tracePt t="110753" x="9123363" y="4476750"/>
          <p14:tracePt t="110763" x="9191625" y="4530725"/>
          <p14:tracePt t="110775" x="9245600" y="4565650"/>
          <p14:tracePt t="110786" x="9272588" y="4572000"/>
          <p14:tracePt t="110797" x="9320213" y="4572000"/>
          <p14:tracePt t="110808" x="9382125" y="4565650"/>
          <p14:tracePt t="110820" x="9415463" y="4551363"/>
          <p14:tracePt t="110830" x="9463088" y="4524375"/>
          <p14:tracePt t="110841" x="9491663" y="4497388"/>
          <p14:tracePt t="110855" x="9510713" y="4476750"/>
          <p14:tracePt t="110865" x="9518650" y="4470400"/>
          <p14:tracePt t="110874" x="9518650" y="4449763"/>
          <p14:tracePt t="113168" x="9518650" y="4456113"/>
          <p14:tracePt t="113302" x="9518650" y="4470400"/>
          <p14:tracePt t="114078" x="9531350" y="4470400"/>
          <p14:tracePt t="114191" x="9539288" y="4470400"/>
          <p14:tracePt t="115260" x="9545638" y="4470400"/>
          <p14:tracePt t="115283" x="9558338" y="4456113"/>
          <p14:tracePt t="115305" x="9566275" y="4449763"/>
          <p14:tracePt t="115317" x="9578975" y="4449763"/>
          <p14:tracePt t="115330" x="9586913" y="4429125"/>
          <p14:tracePt t="115339" x="9605963" y="4408488"/>
          <p14:tracePt t="115350" x="9634538" y="4375150"/>
          <p14:tracePt t="115362" x="9667875" y="4306888"/>
          <p14:tracePt t="115374" x="9709150" y="4184650"/>
          <p14:tracePt t="115385" x="9736138" y="4075113"/>
          <p14:tracePt t="115396" x="9763125" y="3890963"/>
          <p14:tracePt t="115407" x="9790113" y="3729038"/>
          <p14:tracePt t="115419" x="9804400" y="3619500"/>
          <p14:tracePt t="115431" x="9810750" y="3530600"/>
          <p14:tracePt t="115441" x="9810750" y="3462338"/>
          <p14:tracePt t="115453" x="9810750" y="3414713"/>
          <p14:tracePt t="115474" x="9804400" y="3395663"/>
          <p14:tracePt t="115481" x="9790113" y="3375025"/>
          <p14:tracePt t="115489" x="9783763" y="3360738"/>
          <p14:tracePt t="115501" x="9777413" y="3348038"/>
          <p14:tracePt t="115509" x="9756775" y="3340100"/>
          <p14:tracePt t="115520" x="9742488" y="3340100"/>
          <p14:tracePt t="115531" x="9729788" y="3327400"/>
          <p14:tracePt t="115544" x="9715500" y="3327400"/>
          <p14:tracePt t="115554" x="9709150" y="3327400"/>
          <p14:tracePt t="115570" x="9701213" y="3327400"/>
          <p14:tracePt t="115577" x="9688513" y="3340100"/>
          <p14:tracePt t="115588" x="9667875" y="3340100"/>
          <p14:tracePt t="115602" x="9661525" y="3348038"/>
          <p14:tracePt t="115612" x="9653588" y="3348038"/>
          <p14:tracePt t="115621" x="9634538" y="3367088"/>
          <p14:tracePt t="115636" x="9605963" y="3387725"/>
          <p14:tracePt t="115646" x="9586913" y="3414713"/>
          <p14:tracePt t="115655" x="9545638" y="3470275"/>
          <p14:tracePt t="115670" x="9504363" y="3544888"/>
          <p14:tracePt t="115680" x="9444038" y="3646488"/>
          <p14:tracePt t="115690" x="9388475" y="3762375"/>
          <p14:tracePt t="115703" x="9307513" y="3952875"/>
          <p14:tracePt t="115713" x="9218613" y="4129088"/>
          <p14:tracePt t="115725" x="9164638" y="4271963"/>
          <p14:tracePt t="115737" x="9137650" y="4354513"/>
          <p14:tracePt t="115747" x="9117013" y="4429125"/>
          <p14:tracePt t="115757" x="9117013" y="4476750"/>
          <p14:tracePt t="115770" x="9117013" y="4524375"/>
          <p14:tracePt t="115780" x="9123363" y="4551363"/>
          <p14:tracePt t="115792" x="9144000" y="4578350"/>
          <p14:tracePt t="115804" x="9164638" y="4598988"/>
          <p14:tracePt t="115814" x="9191625" y="4613275"/>
          <p14:tracePt t="115826" x="9218613" y="4598988"/>
          <p14:tracePt t="115837" x="9245600" y="4592638"/>
          <p14:tracePt t="115847" x="9293225" y="4565650"/>
          <p14:tracePt t="115860" x="9340850" y="4518025"/>
          <p14:tracePt t="115869" x="9382125" y="4470400"/>
          <p14:tracePt t="115882" x="9415463" y="4402138"/>
          <p14:tracePt t="115893" x="9444038" y="4333875"/>
          <p14:tracePt t="115903" x="9456738" y="4279900"/>
          <p14:tracePt t="115916" x="9456738" y="4259263"/>
          <p14:tracePt t="115927" x="9444038" y="4244975"/>
          <p14:tracePt t="115936" x="9444038" y="4232275"/>
          <p14:tracePt t="115949" x="9436100" y="4232275"/>
          <p14:tracePt t="117510" x="9471025" y="4211638"/>
          <p14:tracePt t="117514" x="9491663" y="4205288"/>
          <p14:tracePt t="117525" x="9518650" y="4157663"/>
          <p14:tracePt t="117534" x="9566275" y="4048125"/>
          <p14:tracePt t="117544" x="9593263" y="3925888"/>
          <p14:tracePt t="117567" x="9626600" y="3694113"/>
          <p14:tracePt t="117570" x="9640888" y="3435350"/>
          <p14:tracePt t="117582" x="9653588" y="3265488"/>
          <p14:tracePt t="117592" x="9653588" y="3068638"/>
          <p14:tracePt t="117603" x="9653588" y="2925763"/>
          <p14:tracePt t="117615" x="9634538" y="2843213"/>
          <p14:tracePt t="117626" x="9626600" y="2795588"/>
          <p14:tracePt t="117635" x="9613900" y="2755900"/>
          <p14:tracePt t="117650" x="9605963" y="2735263"/>
          <p14:tracePt t="117660" x="9593263" y="2735263"/>
          <p14:tracePt t="117668" x="9586913" y="2728913"/>
          <p14:tracePt t="117691" x="9578975" y="2735263"/>
          <p14:tracePt t="117704" x="9545638" y="2768600"/>
          <p14:tracePt t="117716" x="9483725" y="2857500"/>
          <p14:tracePt t="117726" x="9382125" y="3027363"/>
          <p14:tracePt t="117738" x="9286875" y="3217863"/>
          <p14:tracePt t="117750" x="9185275" y="3530600"/>
          <p14:tracePt t="117760" x="9137650" y="3857625"/>
          <p14:tracePt t="117772" x="9137650" y="4075113"/>
          <p14:tracePt t="117784" x="9191625" y="4327525"/>
          <p14:tracePt t="117793" x="9286875" y="4503738"/>
          <p14:tracePt t="117804" x="9367838" y="4598988"/>
          <p14:tracePt t="117816" x="9415463" y="4625975"/>
          <p14:tracePt t="117826" x="9471025" y="4625975"/>
          <p14:tracePt t="117839" x="9518650" y="4598988"/>
          <p14:tracePt t="117850" x="9566275" y="4551363"/>
          <p14:tracePt t="117860" x="9640888" y="4443413"/>
          <p14:tracePt t="117873" x="9729788" y="4271963"/>
          <p14:tracePt t="117883" x="9756775" y="4122738"/>
          <p14:tracePt t="117896" x="9763125" y="3884613"/>
          <p14:tracePt t="117907" x="9736138" y="3660775"/>
          <p14:tracePt t="117918" x="9667875" y="3482975"/>
          <p14:tracePt t="117930" x="9613900" y="3387725"/>
          <p14:tracePt t="117940" x="9510713" y="3286125"/>
          <p14:tracePt t="117951" x="9415463" y="3224213"/>
          <p14:tracePt t="117963" x="9340850" y="3197225"/>
          <p14:tracePt t="117974" x="9259888" y="3176588"/>
          <p14:tracePt t="117984" x="9170988" y="3176588"/>
          <p14:tracePt t="117998" x="9117013" y="3176588"/>
          <p14:tracePt t="118007" x="9028113" y="3211513"/>
          <p14:tracePt t="118018" x="8947150" y="3252788"/>
          <p14:tracePt t="118031" x="8872538" y="3319463"/>
          <p14:tracePt t="118042" x="8831263" y="3375025"/>
          <p14:tracePt t="118050" x="8804275" y="3449638"/>
          <p14:tracePt t="118066" x="8796338" y="3517900"/>
          <p14:tracePt t="118076" x="8796338" y="3571875"/>
          <p14:tracePt t="118084" x="8804275" y="3613150"/>
          <p14:tracePt t="118099" x="8824913" y="3619500"/>
          <p14:tracePt t="118118" x="8843963" y="3613150"/>
          <p14:tracePt t="118131" x="8851900" y="3605213"/>
          <p14:tracePt t="118141" x="8872538" y="3565525"/>
          <p14:tracePt t="118154" x="8878888" y="3530600"/>
          <p14:tracePt t="118166" x="8878888" y="3449638"/>
          <p14:tracePt t="118175" x="8878888" y="3375025"/>
          <p14:tracePt t="118188" x="8872538" y="3327400"/>
          <p14:tracePt t="118200" x="8843963" y="3286125"/>
          <p14:tracePt t="118210" x="8816975" y="3244850"/>
          <p14:tracePt t="118222" x="8777288" y="3224213"/>
          <p14:tracePt t="118234" x="8721725" y="3197225"/>
          <p14:tracePt t="118244" x="8653463" y="3190875"/>
          <p14:tracePt t="118256" x="8572500" y="3170238"/>
          <p14:tracePt t="118267" x="8483600" y="3170238"/>
          <p14:tracePt t="118277" x="8361363" y="3176588"/>
          <p14:tracePt t="118290" x="8232775" y="3197225"/>
          <p14:tracePt t="118301" x="8137525" y="3224213"/>
          <p14:tracePt t="118312" x="8015288" y="3286125"/>
          <p14:tracePt t="118323" x="7932738" y="3360738"/>
          <p14:tracePt t="118333" x="7891463" y="3422650"/>
          <p14:tracePt t="118347" x="7885113" y="3470275"/>
          <p14:tracePt t="118357" x="7885113" y="3538538"/>
          <p14:tracePt t="118368" x="7912100" y="3592513"/>
          <p14:tracePt t="118379" x="7939088" y="3633788"/>
          <p14:tracePt t="118390" x="8007350" y="3667125"/>
          <p14:tracePt t="118401" x="8081963" y="3708400"/>
          <p14:tracePt t="118413" x="8137525" y="3729038"/>
          <p14:tracePt t="118424" x="8232775" y="3735388"/>
          <p14:tracePt t="118434" x="8313738" y="3735388"/>
          <p14:tracePt t="118447" x="8388350" y="3735388"/>
          <p14:tracePt t="118457" x="8435975" y="3729038"/>
          <p14:tracePt t="118467" x="8462963" y="3729038"/>
          <p14:tracePt t="118480" x="8483600" y="3714750"/>
          <p14:tracePt t="118491" x="8497888" y="3714750"/>
          <p14:tracePt t="118691" x="8504238" y="3714750"/>
          <p14:tracePt t="118704" x="8510588" y="3714750"/>
          <p14:tracePt t="120120" x="8510588" y="3687763"/>
          <p14:tracePt t="120125" x="8510588" y="3640138"/>
          <p14:tracePt t="120133" x="8504238" y="3571875"/>
          <p14:tracePt t="120144" x="8497888" y="3509963"/>
          <p14:tracePt t="120156" x="8483600" y="3470275"/>
          <p14:tracePt t="120167" x="8477250" y="3435350"/>
          <p14:tracePt t="120179" x="8477250" y="3414713"/>
          <p14:tracePt t="120193" x="8462963" y="3395663"/>
          <p14:tracePt t="120211" x="8456613" y="3395663"/>
          <p14:tracePt t="120222" x="8456613" y="3387725"/>
          <p14:tracePt t="120235" x="8450263" y="3387725"/>
          <p14:tracePt t="120246" x="8435975" y="3395663"/>
          <p14:tracePt t="120258" x="8429625" y="3408363"/>
          <p14:tracePt t="120270" x="8408988" y="3408363"/>
          <p14:tracePt t="120280" x="8388350" y="3414713"/>
          <p14:tracePt t="120294" x="8375650" y="3435350"/>
          <p14:tracePt t="120304" x="8340725" y="3443288"/>
          <p14:tracePt t="120312" x="8328025" y="3462338"/>
          <p14:tracePt t="120328" x="8307388" y="3462338"/>
          <p14:tracePt t="120337" x="8286750" y="3482975"/>
          <p14:tracePt t="120346" x="8280400" y="3490913"/>
          <p14:tracePt t="120361" x="8266113" y="3497263"/>
          <p14:tracePt t="120371" x="8266113" y="3509963"/>
          <p14:tracePt t="120380" x="8259763" y="3509963"/>
          <p14:tracePt t="120393" x="8259763" y="3517900"/>
          <p14:tracePt t="120413" x="8259763" y="3530600"/>
          <p14:tracePt t="120426" x="8259763" y="3538538"/>
          <p14:tracePt t="120447" x="8259763" y="3544888"/>
          <p14:tracePt t="120459" x="8266113" y="3557588"/>
          <p14:tracePt t="120470" x="8266113" y="3565525"/>
          <p14:tracePt t="120483" x="8280400" y="3571875"/>
          <p14:tracePt t="120503" x="8286750" y="3571875"/>
          <p14:tracePt t="120559" x="8280400" y="3571875"/>
          <p14:tracePt t="120570" x="8266113" y="3571875"/>
          <p14:tracePt t="120583" x="8259763" y="3571875"/>
          <p14:tracePt t="120594" x="8253413" y="3586163"/>
          <p14:tracePt t="120605" x="8239125" y="3586163"/>
          <p14:tracePt t="120616" x="8218488" y="3592513"/>
          <p14:tracePt t="120628" x="8191500" y="3592513"/>
          <p14:tracePt t="120638" x="8177213" y="3592513"/>
          <p14:tracePt t="120874" x="8164513" y="3592513"/>
          <p14:tracePt t="120896" x="8177213" y="3592513"/>
          <p14:tracePt t="120930" x="8185150" y="3592513"/>
          <p14:tracePt t="120953" x="8191500" y="3586163"/>
          <p14:tracePt t="120975" x="8205788" y="3586163"/>
          <p14:tracePt t="120986" x="8212138" y="3586163"/>
          <p14:tracePt t="120999" x="8218488" y="3586163"/>
          <p14:tracePt t="121010" x="8232775" y="3586163"/>
          <p14:tracePt t="121021" x="8239125" y="3571875"/>
          <p14:tracePt t="121034" x="8253413" y="3571875"/>
          <p14:tracePt t="121044" x="8259763" y="3571875"/>
          <p14:tracePt t="121058" x="8280400" y="3565525"/>
          <p14:tracePt t="121070" x="8286750" y="3565525"/>
          <p14:tracePt t="121077" x="8301038" y="3557588"/>
          <p14:tracePt t="121093" x="8313738" y="3557588"/>
          <p14:tracePt t="121103" x="8340725" y="3544888"/>
          <p14:tracePt t="121113" x="8375650" y="3538538"/>
          <p14:tracePt t="121128" x="8408988" y="3530600"/>
          <p14:tracePt t="121136" x="8462963" y="3509963"/>
          <p14:tracePt t="121147" x="8531225" y="3482975"/>
          <p14:tracePt t="121160" x="8578850" y="3449638"/>
          <p14:tracePt t="121170" x="8634413" y="3395663"/>
          <p14:tracePt t="121181" x="8701088" y="3327400"/>
          <p14:tracePt t="121193" x="8756650" y="3252788"/>
          <p14:tracePt t="121204" x="8831263" y="3163888"/>
          <p14:tracePt t="121216" x="8905875" y="3048000"/>
          <p14:tracePt t="121228" x="8994775" y="2932113"/>
          <p14:tracePt t="121239" x="9063038" y="2857500"/>
          <p14:tracePt t="121248" x="9123363" y="2755900"/>
          <p14:tracePt t="121261" x="9191625" y="2652713"/>
          <p14:tracePt t="121273" x="9224963" y="2586038"/>
          <p14:tracePt t="121283" x="9272588" y="2509838"/>
          <p14:tracePt t="121293" x="9307513" y="2449513"/>
          <p14:tracePt t="121306" x="9320213" y="2408238"/>
          <p14:tracePt t="121316" x="9340850" y="2360613"/>
          <p14:tracePt t="121327" x="9340850" y="2327275"/>
          <p14:tracePt t="121337" x="9348788" y="2292350"/>
          <p14:tracePt t="121349" x="9348788" y="2286000"/>
          <p14:tracePt t="121360" x="9348788" y="2279650"/>
          <p14:tracePt t="121370" x="9348788" y="2265363"/>
          <p14:tracePt t="121447" x="9348788" y="2279650"/>
          <p14:tracePt t="121459" x="9340850" y="2286000"/>
          <p14:tracePt t="121470" x="9340850" y="2292350"/>
          <p14:tracePt t="121483" x="9340850" y="2306638"/>
          <p14:tracePt t="121494" x="9340850" y="2312988"/>
          <p14:tracePt t="121515" x="9340850" y="2327275"/>
          <p14:tracePt t="121673" x="9348788" y="2327275"/>
          <p14:tracePt t="121695" x="9367838" y="2312988"/>
          <p14:tracePt t="121708" x="9382125" y="2306638"/>
          <p14:tracePt t="121718" x="9388475" y="2292350"/>
          <p14:tracePt t="121730" x="9396413" y="2279650"/>
          <p14:tracePt t="121763" x="9396413" y="2238375"/>
          <p14:tracePt t="121766" x="9396413" y="2205038"/>
          <p14:tracePt t="121780" x="9382125" y="2033588"/>
          <p14:tracePt t="121788" x="9361488" y="1946275"/>
          <p14:tracePt t="121798" x="9334500" y="1843088"/>
          <p14:tracePt t="121813" x="9293225" y="1741488"/>
          <p14:tracePt t="121823" x="9259888" y="1639888"/>
          <p14:tracePt t="121833" x="9224963" y="1577975"/>
          <p14:tracePt t="121846" x="9197975" y="1517650"/>
          <p14:tracePt t="121856" x="9164638" y="1470025"/>
          <p14:tracePt t="121867" x="9144000" y="1443038"/>
          <p14:tracePt t="121880" x="9123363" y="1408113"/>
          <p14:tracePt t="121890" x="9117013" y="1395413"/>
          <p14:tracePt t="121900" x="9102725" y="1395413"/>
          <p14:tracePt t="121965" x="9096375" y="1401763"/>
          <p14:tracePt t="121977" x="9090025" y="1408113"/>
          <p14:tracePt t="121988" x="9090025" y="1422400"/>
          <p14:tracePt t="122001" x="9075738" y="1422400"/>
          <p14:tracePt t="122022" x="9069388" y="1428750"/>
          <p14:tracePt t="122100" x="9069388" y="1443038"/>
          <p14:tracePt t="122112" x="9069388" y="1470025"/>
          <p14:tracePt t="122123" x="9063038" y="1524000"/>
          <p14:tracePt t="122136" x="9048750" y="1577975"/>
          <p14:tracePt t="122146" x="9048750" y="1687513"/>
          <p14:tracePt t="122159" x="9048750" y="1789113"/>
          <p14:tracePt t="122169" x="9063038" y="1851025"/>
          <p14:tracePt t="122181" x="9075738" y="1946275"/>
          <p14:tracePt t="122193" x="9102725" y="2020888"/>
          <p14:tracePt t="122204" x="9123363" y="2062163"/>
          <p14:tracePt t="122214" x="9144000" y="2089150"/>
          <p14:tracePt t="122228" x="9150350" y="2109788"/>
          <p14:tracePt t="122280" x="9164638" y="2095500"/>
          <p14:tracePt t="122293" x="9164638" y="2081213"/>
          <p14:tracePt t="122303" x="9164638" y="2047875"/>
          <p14:tracePt t="122315" x="9164638" y="2020888"/>
          <p14:tracePt t="122326" x="9164638" y="1993900"/>
          <p14:tracePt t="122337" x="9164638" y="1946275"/>
          <p14:tracePt t="122349" x="9150350" y="1919288"/>
          <p14:tracePt t="122361" x="9150350" y="1898650"/>
          <p14:tracePt t="122370" x="9144000" y="1884363"/>
          <p14:tracePt t="122383" x="9144000" y="1871663"/>
          <p14:tracePt t="122449" x="9137650" y="1884363"/>
          <p14:tracePt t="122461" x="9123363" y="1911350"/>
          <p14:tracePt t="122472" x="9123363" y="1958975"/>
          <p14:tracePt t="122484" x="9117013" y="2020888"/>
          <p14:tracePt t="122496" x="9102725" y="2081213"/>
          <p14:tracePt t="122506" x="9102725" y="2116138"/>
          <p14:tracePt t="122519" x="9096375" y="2157413"/>
          <p14:tracePt t="122531" x="9096375" y="2184400"/>
          <p14:tracePt t="122541" x="9090025" y="2190750"/>
          <p14:tracePt t="122554" x="9075738" y="2211388"/>
          <p14:tracePt t="122565" x="9069388" y="2217738"/>
          <p14:tracePt t="122577" x="9048750" y="2232025"/>
          <p14:tracePt t="122588" x="9042400" y="2238375"/>
          <p14:tracePt t="122599" x="9001125" y="2244725"/>
          <p14:tracePt t="122610" x="8953500" y="2279650"/>
          <p14:tracePt t="122621" x="8920163" y="2292350"/>
          <p14:tracePt t="122631" x="8851900" y="2333625"/>
          <p14:tracePt t="122644" x="8796338" y="2360613"/>
          <p14:tracePt t="122655" x="8748713" y="2366963"/>
          <p14:tracePt t="122664" x="8694738" y="2387600"/>
          <p14:tracePt t="122678" x="8653463" y="2401888"/>
          <p14:tracePt t="122689" x="8620125" y="2408238"/>
          <p14:tracePt t="122698" x="8605838" y="2414588"/>
          <p14:tracePt t="122712" x="8599488" y="2428875"/>
          <p14:tracePt t="122722" x="8599488" y="2449513"/>
          <p14:tracePt t="122731" x="8599488" y="2455863"/>
          <p14:tracePt t="122745" x="8599488" y="2462213"/>
          <p14:tracePt t="122755" x="8605838" y="2482850"/>
          <p14:tracePt t="122765" x="8599488" y="2482850"/>
          <p14:tracePt t="122778" x="8599488" y="2490788"/>
          <p14:tracePt t="123000" x="8620125" y="2490788"/>
          <p14:tracePt t="123012" x="8626475" y="2490788"/>
          <p14:tracePt t="123067" x="8620125" y="2490788"/>
          <p14:tracePt t="123101" x="8605838" y="2490788"/>
          <p14:tracePt t="123214" x="8605838" y="2482850"/>
          <p14:tracePt t="123236" x="8599488" y="2476500"/>
          <p14:tracePt t="123249" x="8586788" y="2476500"/>
          <p14:tracePt t="123259" x="8578850" y="2462213"/>
          <p14:tracePt t="123272" x="8558213" y="2455863"/>
          <p14:tracePt t="123284" x="8551863" y="2435225"/>
          <p14:tracePt t="123294" x="8524875" y="2428875"/>
          <p14:tracePt t="123307" x="8497888" y="2408238"/>
          <p14:tracePt t="123319" x="8477250" y="2387600"/>
          <p14:tracePt t="123329" x="8435975" y="2381250"/>
          <p14:tracePt t="123340" x="8408988" y="2366963"/>
          <p14:tracePt t="123353" x="8375650" y="2360613"/>
          <p14:tracePt t="123365" x="8340725" y="2354263"/>
          <p14:tracePt t="123375" x="8307388" y="2354263"/>
          <p14:tracePt t="123387" x="8266113" y="2354263"/>
          <p14:tracePt t="123396" x="8232775" y="2354263"/>
          <p14:tracePt t="123408" x="8177213" y="2354263"/>
          <p14:tracePt t="123419" x="8116888" y="2360613"/>
          <p14:tracePt t="123429" x="8069263" y="2366963"/>
          <p14:tracePt t="123440" x="7986713" y="2408238"/>
          <p14:tracePt t="123452" x="7899400" y="2462213"/>
          <p14:tracePt t="123462" x="7810500" y="2530475"/>
          <p14:tracePt t="123475" x="7742238" y="2598738"/>
          <p14:tracePt t="123487" x="7646988" y="2700338"/>
          <p14:tracePt t="123500" x="7566025" y="2795588"/>
          <p14:tracePt t="123510" x="7504113" y="2843213"/>
          <p14:tracePt t="123519" x="7450138" y="2905125"/>
          <p14:tracePt t="123533" x="7415213" y="2952750"/>
          <p14:tracePt t="123543" x="7381875" y="3000375"/>
          <p14:tracePt t="123553" x="7381875" y="3054350"/>
          <p14:tracePt t="123566" x="7381875" y="3116263"/>
          <p14:tracePt t="123576" x="7402513" y="3163888"/>
          <p14:tracePt t="123586" x="7423150" y="3197225"/>
          <p14:tracePt t="123600" x="7456488" y="3238500"/>
          <p14:tracePt t="123611" x="7497763" y="3265488"/>
          <p14:tracePt t="123619" x="7524750" y="3271838"/>
          <p14:tracePt t="123634" x="7572375" y="3286125"/>
          <p14:tracePt t="123644" x="7620000" y="3286125"/>
          <p14:tracePt t="123653" x="7667625" y="3271838"/>
          <p14:tracePt t="123667" x="7721600" y="3252788"/>
          <p14:tracePt t="123677" x="7783513" y="3217863"/>
          <p14:tracePt t="123690" x="7837488" y="3176588"/>
          <p14:tracePt t="123703" x="7872413" y="3143250"/>
          <p14:tracePt t="123712" x="7899400" y="3089275"/>
          <p14:tracePt t="123723" x="7912100" y="3027363"/>
          <p14:tracePt t="123736" x="7912100" y="2979738"/>
          <p14:tracePt t="123746" x="7899400" y="2925763"/>
          <p14:tracePt t="123756" x="7872413" y="2871788"/>
          <p14:tracePt t="123769" x="7843838" y="2843213"/>
          <p14:tracePt t="123779" x="7796213" y="2809875"/>
          <p14:tracePt t="123791" x="7721600" y="2795588"/>
          <p14:tracePt t="123803" x="7640638" y="2795588"/>
          <p14:tracePt t="123812" x="7572375" y="2803525"/>
          <p14:tracePt t="123825" x="7491413" y="2843213"/>
          <p14:tracePt t="123836" x="7381875" y="2905125"/>
          <p14:tracePt t="123866" x="7300913" y="2952750"/>
          <p14:tracePt t="123870" x="7197725" y="3041650"/>
          <p14:tracePt t="123884" x="7096125" y="3116263"/>
          <p14:tracePt t="123893" x="7048500" y="3163888"/>
          <p14:tracePt t="123895" x="7000875" y="3217863"/>
          <p14:tracePt t="123904" x="6980238" y="3265488"/>
          <p14:tracePt t="123920" x="6973888" y="3313113"/>
          <p14:tracePt t="123928" x="6973888" y="3348038"/>
          <p14:tracePt t="123938" x="6986588" y="3387725"/>
          <p14:tracePt t="123952" x="7007225" y="3422650"/>
          <p14:tracePt t="123960" x="7034213" y="3443288"/>
          <p14:tracePt t="123972" x="7081838" y="3482975"/>
          <p14:tracePt t="123985" x="7129463" y="3497263"/>
          <p14:tracePt t="123993" x="7170738" y="3509963"/>
          <p14:tracePt t="124003" x="7224713" y="3509963"/>
          <p14:tracePt t="124017" x="7272338" y="3497263"/>
          <p14:tracePt t="124027" x="7319963" y="3490913"/>
          <p14:tracePt t="124036" x="7354888" y="3470275"/>
          <p14:tracePt t="124050" x="7396163" y="3435350"/>
          <p14:tracePt t="124062" x="7423150" y="3387725"/>
          <p14:tracePt t="124071" x="7429500" y="3340100"/>
          <p14:tracePt t="124087" x="7443788" y="3271838"/>
          <p14:tracePt t="124094" x="7429500" y="3197225"/>
          <p14:tracePt t="124104" x="7423150" y="3128963"/>
          <p14:tracePt t="124119" x="7396163" y="3068638"/>
          <p14:tracePt t="124129" x="7354888" y="3006725"/>
          <p14:tracePt t="124139" x="7327900" y="2994025"/>
          <p14:tracePt t="124152" x="7292975" y="2973388"/>
          <p14:tracePt t="124162" x="7259638" y="2967038"/>
          <p14:tracePt t="124172" x="7224713" y="2952750"/>
          <p14:tracePt t="124187" x="7205663" y="2967038"/>
          <p14:tracePt t="124196" x="7177088" y="2973388"/>
          <p14:tracePt t="124207" x="7150100" y="3000375"/>
          <p14:tracePt t="124219" x="7123113" y="3027363"/>
          <p14:tracePt t="124229" x="7081838" y="3095625"/>
          <p14:tracePt t="124242" x="7048500" y="3176588"/>
          <p14:tracePt t="124253" x="7027863" y="3244850"/>
          <p14:tracePt t="124265" x="7007225" y="3319463"/>
          <p14:tracePt t="124275" x="7000875" y="3375025"/>
          <p14:tracePt t="124287" x="7007225" y="3414713"/>
          <p14:tracePt t="124298" x="7021513" y="3435350"/>
          <p14:tracePt t="124308" x="7034213" y="3449638"/>
          <p14:tracePt t="124320" x="7054850" y="3470275"/>
          <p14:tracePt t="124332" x="7081838" y="3470275"/>
          <p14:tracePt t="124343" x="7123113" y="3482975"/>
          <p14:tracePt t="124353" x="7158038" y="3482975"/>
          <p14:tracePt t="124366" x="7185025" y="3482975"/>
          <p14:tracePt t="124376" x="7232650" y="3470275"/>
          <p14:tracePt t="124386" x="7259638" y="3462338"/>
          <p14:tracePt t="124400" x="7300913" y="3449638"/>
          <p14:tracePt t="124410" x="7307263" y="3443288"/>
          <p14:tracePt t="124419" x="7327900" y="3435350"/>
          <p14:tracePt t="124433" x="7327900" y="3422650"/>
          <p14:tracePt t="124443" x="7327900" y="3414713"/>
          <p14:tracePt t="124463" x="7327900" y="3408363"/>
          <p14:tracePt t="124508" x="7327900" y="3395663"/>
          <p14:tracePt t="124575" x="7327900" y="3387725"/>
          <p14:tracePt t="124598" x="7319963" y="3375025"/>
          <p14:tracePt t="124609" x="7307263" y="3360738"/>
          <p14:tracePt t="124622" x="7280275" y="3348038"/>
          <p14:tracePt t="124634" x="7259638" y="3340100"/>
          <p14:tracePt t="124645" x="7224713" y="3327400"/>
          <p14:tracePt t="124656" x="7150100" y="3340100"/>
          <p14:tracePt t="124669" x="7054850" y="3360738"/>
          <p14:tracePt t="124680" x="6878638" y="3435350"/>
          <p14:tracePt t="124692" x="6667500" y="3565525"/>
          <p14:tracePt t="124702" x="6538913" y="3681413"/>
          <p14:tracePt t="124713" x="6435725" y="3810000"/>
          <p14:tracePt t="124725" x="6388100" y="3890963"/>
          <p14:tracePt t="124736" x="6361113" y="3959225"/>
          <p14:tracePt t="124748" x="6361113" y="3986213"/>
          <p14:tracePt t="124758" x="6361113" y="4014788"/>
          <p14:tracePt t="124769" x="6367463" y="4033838"/>
          <p14:tracePt t="124779" x="6388100" y="4048125"/>
          <p14:tracePt t="124792" x="6423025" y="4062413"/>
          <p14:tracePt t="124801" x="6483350" y="4062413"/>
          <p14:tracePt t="124814" x="6530975" y="4062413"/>
          <p14:tracePt t="124826" x="6605588" y="4054475"/>
          <p14:tracePt t="124835" x="6694488" y="4033838"/>
          <p14:tracePt t="124848" x="6804025" y="4000500"/>
          <p14:tracePt t="124859" x="6884988" y="3973513"/>
          <p14:tracePt t="124869" x="7000875" y="3905250"/>
          <p14:tracePt t="124883" x="7102475" y="3836988"/>
          <p14:tracePt t="124913" x="7177088" y="3783013"/>
          <p14:tracePt t="124914" x="7253288" y="3694113"/>
          <p14:tracePt t="124924" x="7300913" y="3613150"/>
          <p14:tracePt t="124925" x="7307263" y="3544888"/>
          <p14:tracePt t="124937" x="7307263" y="3462338"/>
          <p14:tracePt t="124948" x="7272338" y="3375025"/>
          <p14:tracePt t="124959" x="7218363" y="3300413"/>
          <p14:tracePt t="124972" x="7170738" y="3244850"/>
          <p14:tracePt t="124984" x="7102475" y="3197225"/>
          <p14:tracePt t="124994" x="7048500" y="3170238"/>
          <p14:tracePt t="125004" x="7007225" y="3163888"/>
          <p14:tracePt t="125017" x="6973888" y="3149600"/>
          <p14:tracePt t="125027" x="6938963" y="3163888"/>
          <p14:tracePt t="125040" x="6926263" y="3170238"/>
          <p14:tracePt t="125052" x="6884988" y="3217863"/>
          <p14:tracePt t="125063" x="6837363" y="3292475"/>
          <p14:tracePt t="125073" x="6777038" y="3422650"/>
          <p14:tracePt t="125087" x="6735763" y="3538538"/>
          <p14:tracePt t="125097" x="6694488" y="3694113"/>
          <p14:tracePt t="125108" x="6688138" y="3830638"/>
          <p14:tracePt t="125120" x="6688138" y="3905250"/>
          <p14:tracePt t="125129" x="6694488" y="3986213"/>
          <p14:tracePt t="125140" x="6729413" y="4054475"/>
          <p14:tracePt t="125153" x="6756400" y="4102100"/>
          <p14:tracePt t="125163" x="6804025" y="4157663"/>
          <p14:tracePt t="125174" x="6858000" y="4197350"/>
          <p14:tracePt t="125187" x="6911975" y="4224338"/>
          <p14:tracePt t="125198" x="6973888" y="4224338"/>
          <p14:tracePt t="125208" x="7054850" y="4224338"/>
          <p14:tracePt t="125219" x="7177088" y="4211638"/>
          <p14:tracePt t="125229" x="7300913" y="4184650"/>
          <p14:tracePt t="125241" x="7477125" y="4122738"/>
          <p14:tracePt t="125253" x="7626350" y="4033838"/>
          <p14:tracePt t="125264" x="7715250" y="3979863"/>
          <p14:tracePt t="125276" x="7783513" y="3890963"/>
          <p14:tracePt t="125285" x="7816850" y="3810000"/>
          <p14:tracePt t="125298" x="7816850" y="3714750"/>
          <p14:tracePt t="125309" x="7796213" y="3646488"/>
          <p14:tracePt t="125319" x="7742238" y="3571875"/>
          <p14:tracePt t="125334" x="7673975" y="3509963"/>
          <p14:tracePt t="125344" x="7613650" y="3482975"/>
          <p14:tracePt t="125353" x="7524750" y="3462338"/>
          <p14:tracePt t="125367" x="7423150" y="3462338"/>
          <p14:tracePt t="125377" x="7319963" y="3490913"/>
          <p14:tracePt t="125387" x="7170738" y="3592513"/>
          <p14:tracePt t="125401" x="6986588" y="3789363"/>
          <p14:tracePt t="125411" x="6810375" y="4048125"/>
          <p14:tracePt t="125420" x="6715125" y="4224338"/>
          <p14:tracePt t="125435" x="6653213" y="4422775"/>
          <p14:tracePt t="125444" x="6613525" y="4551363"/>
          <p14:tracePt t="125454" x="6613525" y="4619625"/>
          <p14:tracePt t="125469" x="6634163" y="4652963"/>
          <p14:tracePt t="125479" x="6667500" y="4694238"/>
          <p14:tracePt t="125488" x="6715125" y="4714875"/>
          <p14:tracePt t="125502" x="6789738" y="4735513"/>
          <p14:tracePt t="125513" x="6878638" y="4741863"/>
          <p14:tracePt t="125524" x="6959600" y="4741863"/>
          <p14:tracePt t="125536" x="7021513" y="4735513"/>
          <p14:tracePt t="125547" x="7110413" y="4714875"/>
          <p14:tracePt t="125557" x="7205663" y="4667250"/>
          <p14:tracePt t="125569" x="7272338" y="4619625"/>
          <p14:tracePt t="125579" x="7354888" y="4530725"/>
          <p14:tracePt t="125591" x="7402513" y="4443413"/>
          <p14:tracePt t="125603" x="7423150" y="4381500"/>
          <p14:tracePt t="125613" x="7423150" y="4333875"/>
          <p14:tracePt t="125625" x="7415213" y="4306888"/>
          <p14:tracePt t="125636" x="7396163" y="4292600"/>
          <p14:tracePt t="125648" x="7381875" y="4279900"/>
          <p14:tracePt t="125659" x="7375525" y="4271963"/>
          <p14:tracePt t="125670" x="7354888" y="4271963"/>
          <p14:tracePt t="125681" x="7348538" y="4271963"/>
          <p14:tracePt t="125692" x="7340600" y="4271963"/>
          <p14:tracePt t="125703" x="7327900" y="4279900"/>
          <p14:tracePt t="125723" x="7327900" y="4292600"/>
          <p14:tracePt t="125735" x="7319963" y="4300538"/>
          <p14:tracePt t="125746" x="7327900" y="4300538"/>
          <p14:tracePt t="125757" x="7327900" y="4306888"/>
          <p14:tracePt t="125824" x="7340600" y="4306888"/>
          <p14:tracePt t="126308" x="7340600" y="4300538"/>
          <p14:tracePt t="126320" x="7348538" y="4300538"/>
          <p14:tracePt t="126330" x="7354888" y="4292600"/>
          <p14:tracePt t="126353" x="7367588" y="4292600"/>
          <p14:tracePt t="126365" x="7367588" y="4279900"/>
          <p14:tracePt t="126376" x="7375525" y="4279900"/>
          <p14:tracePt t="126398" x="7381875" y="4279900"/>
          <p14:tracePt t="126420" x="7381875" y="4271963"/>
          <p14:tracePt t="126510" x="7396163" y="4271963"/>
          <p14:tracePt t="126566" x="7402513" y="4271963"/>
          <p14:tracePt t="126578" x="7402513" y="4259263"/>
          <p14:tracePt t="126611" x="7415213" y="4259263"/>
          <p14:tracePt t="126634" x="7415213" y="4252913"/>
          <p14:tracePt t="126656" x="7423150" y="4252913"/>
          <p14:tracePt t="126679" x="7429500" y="4244975"/>
          <p14:tracePt t="126701" x="7443788" y="4232275"/>
          <p14:tracePt t="126724" x="7450138" y="4224338"/>
          <p14:tracePt t="126736" x="7456488" y="4211638"/>
          <p14:tracePt t="126748" x="7470775" y="4211638"/>
          <p14:tracePt t="126759" x="7470775" y="4205288"/>
          <p14:tracePt t="126771" x="7477125" y="4197350"/>
          <p14:tracePt t="126782" x="7491413" y="4197350"/>
          <p14:tracePt t="126794" x="7491413" y="4184650"/>
          <p14:tracePt t="126806" x="7497763" y="4176713"/>
          <p14:tracePt t="126825" x="7504113" y="4176713"/>
          <p14:tracePt t="126837" x="7504113" y="4170363"/>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811FF994-2AB0-4EAE-FFEA-9F975E56D73D}"/>
              </a:ext>
            </a:extLst>
          </p:cNvPr>
          <p:cNvSpPr>
            <a:spLocks noGrp="1"/>
          </p:cNvSpPr>
          <p:nvPr>
            <p:ph idx="1"/>
          </p:nvPr>
        </p:nvSpPr>
        <p:spPr/>
        <p:txBody>
          <a:bodyPr>
            <a:normAutofit fontScale="92500" lnSpcReduction="10000"/>
          </a:bodyPr>
          <a:lstStyle/>
          <a:p>
            <a:r>
              <a:rPr lang="en-US" b="1" dirty="0"/>
              <a:t>Security Objectives</a:t>
            </a:r>
          </a:p>
          <a:p>
            <a:pPr lvl="1"/>
            <a:r>
              <a:rPr lang="en-US" dirty="0"/>
              <a:t>Resist known cryptanalytic attacks</a:t>
            </a:r>
          </a:p>
          <a:p>
            <a:pPr lvl="1"/>
            <a:r>
              <a:rPr lang="en-US" dirty="0"/>
              <a:t>Prevent simple relationships between round keys</a:t>
            </a:r>
          </a:p>
          <a:p>
            <a:pPr lvl="1"/>
            <a:r>
              <a:rPr lang="en-US" dirty="0"/>
              <a:t>Ensure partial knowledge of one round key does not reveal others</a:t>
            </a:r>
          </a:p>
          <a:p>
            <a:r>
              <a:rPr lang="en-US" b="1" dirty="0"/>
              <a:t>Diffusion of Key Material</a:t>
            </a:r>
          </a:p>
          <a:p>
            <a:pPr lvl="1"/>
            <a:r>
              <a:rPr lang="en-US" dirty="0"/>
              <a:t>Each new word depends on previous words</a:t>
            </a:r>
          </a:p>
          <a:p>
            <a:pPr lvl="1"/>
            <a:r>
              <a:rPr lang="en-US" dirty="0"/>
              <a:t>Small changes in the cipher key propagate across many round keys</a:t>
            </a:r>
          </a:p>
          <a:p>
            <a:pPr lvl="1"/>
            <a:r>
              <a:rPr lang="en-US" dirty="0"/>
              <a:t>Differences in the master key spread quickly</a:t>
            </a:r>
          </a:p>
          <a:p>
            <a:r>
              <a:rPr lang="en-US" b="1" dirty="0"/>
              <a:t>Controlled Nonlinearity</a:t>
            </a:r>
          </a:p>
          <a:p>
            <a:pPr lvl="1"/>
            <a:r>
              <a:rPr lang="en-US" dirty="0" err="1"/>
              <a:t>SubWord</a:t>
            </a:r>
            <a:r>
              <a:rPr lang="en-US" dirty="0"/>
              <a:t> (S-box) introduces nonlinearity</a:t>
            </a:r>
          </a:p>
          <a:p>
            <a:pPr lvl="1"/>
            <a:r>
              <a:rPr lang="en-US" dirty="0"/>
              <a:t>Prevents purely linear key schedule</a:t>
            </a:r>
          </a:p>
          <a:p>
            <a:pPr lvl="1"/>
            <a:r>
              <a:rPr lang="en-US" dirty="0"/>
              <a:t>Makes related-key attacks more difficult</a:t>
            </a:r>
          </a:p>
          <a:p>
            <a:endParaRPr lang="en-US" dirty="0"/>
          </a:p>
          <a:p>
            <a:endParaRPr lang="en-US" dirty="0"/>
          </a:p>
          <a:p>
            <a:endParaRPr lang="en-US" dirty="0"/>
          </a:p>
        </p:txBody>
      </p:sp>
      <p:sp>
        <p:nvSpPr>
          <p:cNvPr id="77826" name="Rectangle 2"/>
          <p:cNvSpPr>
            <a:spLocks noGrp="1" noChangeArrowheads="1"/>
          </p:cNvSpPr>
          <p:nvPr>
            <p:ph type="title"/>
          </p:nvPr>
        </p:nvSpPr>
        <p:spPr/>
        <p:txBody>
          <a:bodyPr/>
          <a:lstStyle/>
          <a:p>
            <a:r>
              <a:rPr lang="en-US" dirty="0"/>
              <a:t>Key Expansion Rationale</a:t>
            </a:r>
            <a:endParaRPr lang="en-AU" dirty="0"/>
          </a:p>
        </p:txBody>
      </p:sp>
      <p:sp>
        <p:nvSpPr>
          <p:cNvPr id="11" name="Rounded Rectangle 10">
            <a:extLst>
              <a:ext uri="{FF2B5EF4-FFF2-40B4-BE49-F238E27FC236}">
                <a16:creationId xmlns:a16="http://schemas.microsoft.com/office/drawing/2014/main" id="{5579ED65-496B-2F1C-87D4-1A5C9BE6DEBF}"/>
              </a:ext>
            </a:extLst>
          </p:cNvPr>
          <p:cNvSpPr/>
          <p:nvPr/>
        </p:nvSpPr>
        <p:spPr>
          <a:xfrm>
            <a:off x="6843252" y="4572000"/>
            <a:ext cx="5235677" cy="215326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2400" b="1" dirty="0"/>
              <a:t>Practical Considerations</a:t>
            </a:r>
          </a:p>
          <a:p>
            <a:pPr marL="285750" indent="-285750">
              <a:buFont typeface="Arial" panose="020B0604020202020204" pitchFamily="34" charset="0"/>
              <a:buChar char="•"/>
            </a:pPr>
            <a:r>
              <a:rPr lang="en-US" sz="2400" dirty="0"/>
              <a:t>Invertible transformation</a:t>
            </a:r>
          </a:p>
          <a:p>
            <a:pPr marL="285750" indent="-285750">
              <a:buFont typeface="Arial" panose="020B0604020202020204" pitchFamily="34" charset="0"/>
              <a:buChar char="•"/>
            </a:pPr>
            <a:r>
              <a:rPr lang="en-US" sz="2400" dirty="0"/>
              <a:t>Efficient on software and hardware</a:t>
            </a:r>
          </a:p>
          <a:p>
            <a:pPr marL="285750" indent="-285750">
              <a:buFont typeface="Arial" panose="020B0604020202020204" pitchFamily="34" charset="0"/>
              <a:buChar char="•"/>
            </a:pPr>
            <a:r>
              <a:rPr lang="en-US" sz="2400" dirty="0"/>
              <a:t>Simple structure but strong security</a:t>
            </a:r>
          </a:p>
        </p:txBody>
      </p:sp>
    </p:spTree>
  </p:cSld>
  <p:clrMapOvr>
    <a:masterClrMapping/>
  </p:clrMapOvr>
  <mc:AlternateContent xmlns:mc="http://schemas.openxmlformats.org/markup-compatibility/2006" xmlns:p14="http://schemas.microsoft.com/office/powerpoint/2010/main">
    <mc:Choice Requires="p14">
      <p:transition spd="slow" p14:dur="2000" advTm="156042"/>
    </mc:Choice>
    <mc:Fallback xmlns="">
      <p:transition spd="slow" advTm="156042"/>
    </mc:Fallback>
  </mc:AlternateContent>
  <p:extLst>
    <p:ext uri="{3A86A75C-4F4B-4683-9AE1-C65F6400EC91}">
      <p14:laserTraceLst xmlns:p14="http://schemas.microsoft.com/office/powerpoint/2010/main">
        <p14:tracePtLst>
          <p14:tracePt t="1838" x="6164263" y="1693863"/>
          <p14:tracePt t="1849" x="6149975" y="1693863"/>
          <p14:tracePt t="1861" x="6149975" y="1687513"/>
          <p14:tracePt t="1872" x="6137275" y="1687513"/>
          <p14:tracePt t="1884" x="6116638" y="1673225"/>
          <p14:tracePt t="1895" x="6054725" y="1646238"/>
          <p14:tracePt t="1911" x="5973763" y="1625600"/>
          <p14:tracePt t="1926" x="5830888" y="1577975"/>
          <p14:tracePt t="1943" x="5694363" y="1550988"/>
          <p14:tracePt t="1944" x="5429250" y="1497013"/>
          <p14:tracePt t="1959" x="5110163" y="1428750"/>
          <p14:tracePt t="1964" x="4851400" y="1381125"/>
          <p14:tracePt t="1975" x="4491038" y="1319213"/>
          <p14:tracePt t="1985" x="4129088" y="1258888"/>
          <p14:tracePt t="1996" x="3768725" y="1223963"/>
          <p14:tracePt t="2008" x="3544888" y="1204913"/>
          <p14:tracePt t="2019" x="3271838" y="1184275"/>
          <p14:tracePt t="2030" x="3027363" y="1176338"/>
          <p14:tracePt t="2043" x="2878138" y="1163638"/>
          <p14:tracePt t="2053" x="2720975" y="1163638"/>
          <p14:tracePt t="2064" x="2613025" y="1163638"/>
          <p14:tracePt t="2076" x="2565400" y="1163638"/>
          <p14:tracePt t="2088" x="2530475" y="1163638"/>
          <p14:tracePt t="2097" x="2524125" y="1163638"/>
          <p14:tracePt t="2109" x="2509838" y="1163638"/>
          <p14:tracePt t="2344" x="2565400" y="1163638"/>
          <p14:tracePt t="2347" x="2633663" y="1163638"/>
          <p14:tracePt t="2358" x="2809875" y="1176338"/>
          <p14:tracePt t="2367" x="3041650" y="1196975"/>
          <p14:tracePt t="2379" x="3300413" y="1211263"/>
          <p14:tracePt t="2392" x="3490913" y="1223963"/>
          <p14:tracePt t="2402" x="3714750" y="1231900"/>
          <p14:tracePt t="2415" x="3905250" y="1244600"/>
          <p14:tracePt t="2426" x="4006850" y="1252538"/>
          <p14:tracePt t="2435" x="4110038" y="1258888"/>
          <p14:tracePt t="2449" x="4176713" y="1258888"/>
          <p14:tracePt t="2459" x="4211638" y="1271588"/>
          <p14:tracePt t="2469" x="4232275" y="1271588"/>
          <p14:tracePt t="2483" x="4244975" y="1271588"/>
          <p14:tracePt t="2493" x="4244975" y="1279525"/>
          <p14:tracePt t="2502" x="4232275" y="1279525"/>
          <p14:tracePt t="2516" x="4205288" y="1279525"/>
          <p14:tracePt t="2526" x="4157663" y="1271588"/>
          <p14:tracePt t="2951" x="4157663" y="1279525"/>
          <p14:tracePt t="2963" x="4170363" y="1279525"/>
          <p14:tracePt t="2976" x="4176713" y="1279525"/>
          <p14:tracePt t="2987" x="4197350" y="1271588"/>
          <p14:tracePt t="2997" x="4205288" y="1271588"/>
          <p14:tracePt t="3010" x="4232275" y="1271588"/>
          <p14:tracePt t="3021" x="4252913" y="1271588"/>
          <p14:tracePt t="3031" x="4279900" y="1271588"/>
          <p14:tracePt t="3044" x="4300538" y="1271588"/>
          <p14:tracePt t="3056" x="4327525" y="1271588"/>
          <p14:tracePt t="3066" x="4354513" y="1271588"/>
          <p14:tracePt t="3078" x="4375150" y="1271588"/>
          <p14:tracePt t="3089" x="4402138" y="1271588"/>
          <p14:tracePt t="3100" x="4429125" y="1271588"/>
          <p14:tracePt t="3111" x="4470400" y="1271588"/>
          <p14:tracePt t="3122" x="4497388" y="1271588"/>
          <p14:tracePt t="3133" x="4530725" y="1271588"/>
          <p14:tracePt t="3145" x="4572000" y="1271588"/>
          <p14:tracePt t="3156" x="4598988" y="1271588"/>
          <p14:tracePt t="3167" x="4625975" y="1271588"/>
          <p14:tracePt t="3178" x="4652963" y="1271588"/>
          <p14:tracePt t="3190" x="4673600" y="1271588"/>
          <p14:tracePt t="3201" x="4687888" y="1271588"/>
          <p14:tracePt t="3212" x="4694238" y="1271588"/>
          <p14:tracePt t="5112" x="4714875" y="1285875"/>
          <p14:tracePt t="5115" x="4735513" y="1319213"/>
          <p14:tracePt t="5125" x="4776788" y="1374775"/>
          <p14:tracePt t="5135" x="4837113" y="1449388"/>
          <p14:tracePt t="5147" x="4973638" y="1619250"/>
          <p14:tracePt t="5159" x="5191125" y="1890713"/>
          <p14:tracePt t="5170" x="5503863" y="2292350"/>
          <p14:tracePt t="5184" x="5768975" y="2605088"/>
          <p14:tracePt t="5193" x="6137275" y="3074988"/>
          <p14:tracePt t="5203" x="6456363" y="3497263"/>
          <p14:tracePt t="5218" x="6634163" y="3762375"/>
          <p14:tracePt t="5227" x="6804025" y="4033838"/>
          <p14:tracePt t="5237" x="6884988" y="4232275"/>
          <p14:tracePt t="5251" x="6926263" y="4354513"/>
          <p14:tracePt t="5261" x="6932613" y="4476750"/>
          <p14:tracePt t="5271" x="6932613" y="4592638"/>
          <p14:tracePt t="5284" x="6932613" y="4687888"/>
          <p14:tracePt t="5294" x="6932613" y="4741863"/>
          <p14:tracePt t="5306" x="6932613" y="4789488"/>
          <p14:tracePt t="5318" x="6926263" y="4824413"/>
          <p14:tracePt t="5329" x="6911975" y="4843463"/>
          <p14:tracePt t="5339" x="6899275" y="4851400"/>
          <p14:tracePt t="5351" x="6864350" y="4872038"/>
          <p14:tracePt t="5364" x="6837363" y="4872038"/>
          <p14:tracePt t="5375" x="6810375" y="4884738"/>
          <p14:tracePt t="5384" x="6789738" y="4884738"/>
          <p14:tracePt t="5396" x="6762750" y="4891088"/>
          <p14:tracePt t="5406" x="6742113" y="4899025"/>
          <p14:tracePt t="5419" x="6715125" y="4911725"/>
          <p14:tracePt t="5431" x="6688138" y="4938713"/>
          <p14:tracePt t="5442" x="6681788" y="4959350"/>
          <p14:tracePt t="5451" x="6661150" y="4986338"/>
          <p14:tracePt t="5465" x="6661150" y="5033963"/>
          <p14:tracePt t="5475" x="6661150" y="5081588"/>
          <p14:tracePt t="5487" x="6661150" y="5129213"/>
          <p14:tracePt t="5497" x="6667500" y="5191125"/>
          <p14:tracePt t="5508" x="6681788" y="5265738"/>
          <p14:tracePt t="5518" x="6694488" y="5327650"/>
          <p14:tracePt t="5533" x="6715125" y="5387975"/>
          <p14:tracePt t="5543" x="6742113" y="5456238"/>
          <p14:tracePt t="5551" x="6762750" y="5497513"/>
          <p14:tracePt t="5566" x="6789738" y="5538788"/>
          <p14:tracePt t="5577" x="6810375" y="5578475"/>
          <p14:tracePt t="5585" x="6816725" y="5599113"/>
          <p14:tracePt t="5600" x="6831013" y="5605463"/>
          <p14:tracePt t="5832" x="6816725" y="5613400"/>
          <p14:tracePt t="5843" x="6789738" y="5653088"/>
          <p14:tracePt t="5856" x="6756400" y="5708650"/>
          <p14:tracePt t="5868" x="6694488" y="5803900"/>
          <p14:tracePt t="5879" x="6640513" y="5905500"/>
          <p14:tracePt t="5889" x="6586538" y="6015038"/>
          <p14:tracePt t="5903" x="6545263" y="6069013"/>
          <p14:tracePt t="5913" x="6510338" y="6122988"/>
          <p14:tracePt t="5922" x="6470650" y="6176963"/>
          <p14:tracePt t="5937" x="6443663" y="6218238"/>
          <p14:tracePt t="5947" x="6415088" y="6259513"/>
          <p14:tracePt t="5957" x="6388100" y="6286500"/>
          <p14:tracePt t="5971" x="6375400" y="6300788"/>
          <p14:tracePt t="5981" x="6367463" y="6313488"/>
          <p14:tracePt t="5992" x="6348413" y="6334125"/>
          <p14:tracePt t="6005" x="6340475" y="6348413"/>
          <p14:tracePt t="6015" x="6334125" y="6361113"/>
          <p14:tracePt t="6025" x="6319838" y="6367463"/>
          <p14:tracePt t="6037" x="6313488" y="6375400"/>
          <p14:tracePt t="6049" x="6313488" y="6388100"/>
          <p14:tracePt t="6068" x="6313488" y="6396038"/>
          <p14:tracePt t="6135" x="6300788" y="6408738"/>
          <p14:tracePt t="6147" x="6300788" y="6415088"/>
          <p14:tracePt t="6159" x="6292850" y="6423025"/>
          <p14:tracePt t="6171" x="6292850" y="6443663"/>
          <p14:tracePt t="6181" x="6292850" y="6462713"/>
          <p14:tracePt t="6194" x="6292850" y="6483350"/>
          <p14:tracePt t="6205" x="6292850" y="6497638"/>
          <p14:tracePt t="6215" x="6292850" y="6530975"/>
          <p14:tracePt t="6228" x="6313488" y="6557963"/>
          <p14:tracePt t="6239" x="6319838" y="6586538"/>
          <p14:tracePt t="6251" x="6340475" y="6613525"/>
          <p14:tracePt t="6262" x="6361113" y="6653213"/>
          <p14:tracePt t="6271" x="6361113" y="6681788"/>
          <p14:tracePt t="6285" x="6367463" y="6708775"/>
          <p14:tracePt t="6296" x="6375400" y="6756400"/>
          <p14:tracePt t="6305" x="6408738" y="6804025"/>
          <p14:tracePt t="6320" x="6435725" y="6837363"/>
          <p14:tracePt t="6942" x="0" y="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noGrp="1"/>
          </p:cNvSpPr>
          <p:nvPr>
            <p:ph type="title" idx="4294967295"/>
          </p:nvPr>
        </p:nvSpPr>
        <p:spPr>
          <a:xfrm>
            <a:off x="1676400" y="304800"/>
            <a:ext cx="2819400" cy="55895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ts val="5600"/>
              </a:lnSpc>
              <a:spcBef>
                <a:spcPts val="0"/>
              </a:spcBef>
              <a:spcAft>
                <a:spcPts val="0"/>
              </a:spcAft>
              <a:buClrTx/>
              <a:buSzTx/>
              <a:buFontTx/>
              <a:buNone/>
              <a:tabLst/>
              <a:defRPr/>
            </a:pPr>
            <a:r>
              <a:rPr kumimoji="0" lang="en-US" sz="4800" b="0" i="0" u="none" strike="noStrike" kern="1200" cap="none" spc="0" normalizeH="0" baseline="0" noProof="0" dirty="0">
                <a:ln>
                  <a:noFill/>
                </a:ln>
                <a:solidFill>
                  <a:schemeClr val="tx2"/>
                </a:solidFill>
                <a:effectLst/>
                <a:uLnTx/>
                <a:uFillTx/>
                <a:latin typeface="+mn-lt"/>
                <a:ea typeface="+mj-ea"/>
                <a:cs typeface="+mj-cs"/>
              </a:rPr>
              <a:t>Table 6.6</a:t>
            </a:r>
            <a:br>
              <a:rPr kumimoji="0" lang="en-US" sz="5400" b="0" i="0" u="none" strike="noStrike" kern="1200" cap="none" spc="0" normalizeH="0" baseline="0" noProof="0" dirty="0">
                <a:ln>
                  <a:noFill/>
                </a:ln>
                <a:solidFill>
                  <a:schemeClr val="tx2"/>
                </a:solidFill>
                <a:effectLst/>
                <a:uLnTx/>
                <a:uFillTx/>
                <a:latin typeface="+mn-lt"/>
                <a:ea typeface="+mj-ea"/>
                <a:cs typeface="+mj-cs"/>
              </a:rPr>
            </a:br>
            <a:br>
              <a:rPr kumimoji="0" lang="en-US" sz="4400" b="0" i="0" u="none" strike="noStrike" kern="1200" cap="none" spc="0" normalizeH="0" baseline="0" noProof="0" dirty="0">
                <a:ln>
                  <a:noFill/>
                </a:ln>
                <a:solidFill>
                  <a:schemeClr val="tx2"/>
                </a:solidFill>
                <a:effectLst/>
                <a:uLnTx/>
                <a:uFillTx/>
                <a:latin typeface="+mn-lt"/>
                <a:ea typeface="+mj-ea"/>
                <a:cs typeface="+mj-cs"/>
              </a:rPr>
            </a:br>
            <a:r>
              <a:rPr kumimoji="0" lang="en-US" sz="4000" b="0" i="0" u="none" strike="noStrike" kern="1200" cap="none" spc="0" normalizeH="0" baseline="0" noProof="0" dirty="0">
                <a:ln>
                  <a:noFill/>
                </a:ln>
                <a:solidFill>
                  <a:schemeClr val="tx2"/>
                </a:solidFill>
                <a:effectLst/>
                <a:uLnTx/>
                <a:uFillTx/>
                <a:latin typeface="+mn-lt"/>
                <a:ea typeface="+mj-ea"/>
                <a:cs typeface="+mj-cs"/>
              </a:rPr>
              <a:t>Avalanche Effect </a:t>
            </a:r>
          </a:p>
          <a:p>
            <a:pPr marL="0" marR="0" lvl="0" indent="0" algn="ctr" defTabSz="914400" rtl="0" eaLnBrk="1" fontAlgn="auto" latinLnBrk="0" hangingPunct="1">
              <a:lnSpc>
                <a:spcPts val="56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n-lt"/>
                <a:ea typeface="+mj-ea"/>
                <a:cs typeface="+mj-cs"/>
              </a:rPr>
              <a:t>in AES: Change </a:t>
            </a:r>
          </a:p>
          <a:p>
            <a:pPr marL="0" marR="0" lvl="0" indent="0" algn="ctr" defTabSz="914400" rtl="0" eaLnBrk="1" fontAlgn="auto" latinLnBrk="0" hangingPunct="1">
              <a:lnSpc>
                <a:spcPts val="56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n-lt"/>
                <a:ea typeface="+mj-ea"/>
                <a:cs typeface="+mj-cs"/>
              </a:rPr>
              <a:t>in Plaintext</a:t>
            </a:r>
          </a:p>
        </p:txBody>
      </p:sp>
      <p:pic>
        <p:nvPicPr>
          <p:cNvPr id="7" name="Picture 6" descr="Table displays rounds numbered 0 to 10 with corresponding hexadecimal strings and counts of differing bits. It highlights increasing bit differences from 1 in round 0 to a peak of 68 in round 5, then fluctuating slightly, using green shading and two columns labeled &quot;Round&quot; and &quot;Number of Bits that Differ.&quot;">
            <a:extLst>
              <a:ext uri="{FF2B5EF4-FFF2-40B4-BE49-F238E27FC236}">
                <a16:creationId xmlns:a16="http://schemas.microsoft.com/office/drawing/2014/main" id="{7FA831A5-7C76-0040-85D1-3DC538B0131C}"/>
              </a:ext>
            </a:extLst>
          </p:cNvPr>
          <p:cNvPicPr>
            <a:picLocks noChangeAspect="1"/>
          </p:cNvPicPr>
          <p:nvPr/>
        </p:nvPicPr>
        <p:blipFill>
          <a:blip r:embed="rId3"/>
          <a:srcRect/>
          <a:stretch>
            <a:fillRect/>
          </a:stretch>
        </p:blipFill>
        <p:spPr bwMode="auto">
          <a:xfrm>
            <a:off x="4343400" y="1"/>
            <a:ext cx="6623050" cy="6650037"/>
          </a:xfrm>
          <a:prstGeom prst="rect">
            <a:avLst/>
          </a:prstGeom>
          <a:noFill/>
          <a:ln w="9525">
            <a:noFill/>
            <a:miter lim="800000"/>
            <a:headEnd/>
            <a:tailEnd/>
          </a:ln>
        </p:spPr>
      </p:pic>
      <p:sp>
        <p:nvSpPr>
          <p:cNvPr id="4" name="TextBox 3">
            <a:extLst>
              <a:ext uri="{FF2B5EF4-FFF2-40B4-BE49-F238E27FC236}">
                <a16:creationId xmlns:a16="http://schemas.microsoft.com/office/drawing/2014/main" id="{3FE04BAF-36FE-D83A-0B60-8A0F678E9361}"/>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Tree>
  </p:cSld>
  <p:clrMapOvr>
    <a:masterClrMapping/>
  </p:clrMapOvr>
  <p:transition spd="med" advTm="91605">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is table shows, when we change one bit in the key, what is the avalanche effect in AES.">
            <a:extLst>
              <a:ext uri="{FF2B5EF4-FFF2-40B4-BE49-F238E27FC236}">
                <a16:creationId xmlns:a16="http://schemas.microsoft.com/office/drawing/2014/main" id="{E6EC79E6-FB7C-464D-A03F-6DA6368D91E5}"/>
              </a:ext>
            </a:extLst>
          </p:cNvPr>
          <p:cNvPicPr>
            <a:picLocks noChangeAspect="1"/>
          </p:cNvPicPr>
          <p:nvPr/>
        </p:nvPicPr>
        <p:blipFill>
          <a:blip r:embed="rId3"/>
          <a:stretch>
            <a:fillRect/>
          </a:stretch>
        </p:blipFill>
        <p:spPr>
          <a:xfrm>
            <a:off x="4295800" y="288014"/>
            <a:ext cx="6634402" cy="6336704"/>
          </a:xfrm>
          <a:prstGeom prst="rect">
            <a:avLst/>
          </a:prstGeom>
        </p:spPr>
      </p:pic>
      <p:sp>
        <p:nvSpPr>
          <p:cNvPr id="4" name="Title 3">
            <a:extLst>
              <a:ext uri="{FF2B5EF4-FFF2-40B4-BE49-F238E27FC236}">
                <a16:creationId xmlns:a16="http://schemas.microsoft.com/office/drawing/2014/main" id="{4F936C93-CC63-4D4A-AD62-C1945A48201F}"/>
              </a:ext>
            </a:extLst>
          </p:cNvPr>
          <p:cNvSpPr txBox="1">
            <a:spLocks noGrp="1"/>
          </p:cNvSpPr>
          <p:nvPr>
            <p:ph type="title" idx="4294967295"/>
          </p:nvPr>
        </p:nvSpPr>
        <p:spPr>
          <a:xfrm>
            <a:off x="1909529" y="908721"/>
            <a:ext cx="2486395" cy="443198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Table 6.7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Avalanche Effect</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in </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AES: </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Change in Key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Box 7">
            <a:extLst>
              <a:ext uri="{FF2B5EF4-FFF2-40B4-BE49-F238E27FC236}">
                <a16:creationId xmlns:a16="http://schemas.microsoft.com/office/drawing/2014/main" id="{33E99DEF-6076-0ABF-8380-97FA14C46517}"/>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Tree>
    <p:extLst>
      <p:ext uri="{BB962C8B-B14F-4D97-AF65-F5344CB8AC3E}">
        <p14:creationId xmlns:p14="http://schemas.microsoft.com/office/powerpoint/2010/main" val="1533246195"/>
      </p:ext>
    </p:extLst>
  </p:cSld>
  <p:clrMapOvr>
    <a:masterClrMapping/>
  </p:clrMapOvr>
  <mc:AlternateContent xmlns:mc="http://schemas.openxmlformats.org/markup-compatibility/2006" xmlns:p14="http://schemas.microsoft.com/office/powerpoint/2010/main">
    <mc:Choice Requires="p14">
      <p:transition spd="slow" p14:dur="2000" advTm="41557"/>
    </mc:Choice>
    <mc:Fallback xmlns="">
      <p:transition spd="slow" advTm="4155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3A60B-84B8-5543-ACB6-FCE8E970113D}"/>
              </a:ext>
            </a:extLst>
          </p:cNvPr>
          <p:cNvSpPr>
            <a:spLocks noGrp="1"/>
          </p:cNvSpPr>
          <p:nvPr>
            <p:ph type="title"/>
          </p:nvPr>
        </p:nvSpPr>
        <p:spPr/>
        <p:txBody>
          <a:bodyPr/>
          <a:lstStyle/>
          <a:p>
            <a:r>
              <a:rPr lang="en-US" dirty="0"/>
              <a:t>AES Review</a:t>
            </a:r>
          </a:p>
        </p:txBody>
      </p:sp>
      <p:sp>
        <p:nvSpPr>
          <p:cNvPr id="3" name="Content Placeholder 2">
            <a:extLst>
              <a:ext uri="{FF2B5EF4-FFF2-40B4-BE49-F238E27FC236}">
                <a16:creationId xmlns:a16="http://schemas.microsoft.com/office/drawing/2014/main" id="{56AD2662-D882-1E43-BB8D-F60E26FFF4EC}"/>
              </a:ext>
            </a:extLst>
          </p:cNvPr>
          <p:cNvSpPr>
            <a:spLocks noGrp="1"/>
          </p:cNvSpPr>
          <p:nvPr>
            <p:ph idx="1"/>
          </p:nvPr>
        </p:nvSpPr>
        <p:spPr/>
        <p:txBody>
          <a:bodyPr/>
          <a:lstStyle/>
          <a:p>
            <a:r>
              <a:rPr lang="en-US" dirty="0"/>
              <a:t>AES explained as a Flash animation</a:t>
            </a:r>
          </a:p>
          <a:p>
            <a:r>
              <a:rPr lang="en-US" dirty="0">
                <a:hlinkClick r:id="rId2"/>
              </a:rPr>
              <a:t>https://formaestudio.com/rijndaelinspector/archivos/Rijndael_Animation_v4_eng-html5.html</a:t>
            </a:r>
            <a:endParaRPr lang="en-US" dirty="0"/>
          </a:p>
          <a:p>
            <a:r>
              <a:rPr lang="en-US" dirty="0"/>
              <a:t>Video: </a:t>
            </a:r>
            <a:r>
              <a:rPr lang="en-US" dirty="0">
                <a:hlinkClick r:id="rId3"/>
              </a:rPr>
              <a:t>https://www.youtube.com/watch?v=gP4PqVGudtg</a:t>
            </a:r>
            <a:endParaRPr lang="en-US" dirty="0"/>
          </a:p>
          <a:p>
            <a:endParaRPr lang="en-US" dirty="0"/>
          </a:p>
        </p:txBody>
      </p:sp>
    </p:spTree>
    <p:extLst>
      <p:ext uri="{BB962C8B-B14F-4D97-AF65-F5344CB8AC3E}">
        <p14:creationId xmlns:p14="http://schemas.microsoft.com/office/powerpoint/2010/main" val="2452762372"/>
      </p:ext>
    </p:extLst>
  </p:cSld>
  <p:clrMapOvr>
    <a:masterClrMapping/>
  </p:clrMapOvr>
  <mc:AlternateContent xmlns:mc="http://schemas.openxmlformats.org/markup-compatibility/2006" xmlns:p14="http://schemas.microsoft.com/office/powerpoint/2010/main">
    <mc:Choice Requires="p14">
      <p:transition spd="slow" p14:dur="2000" advTm="25653"/>
    </mc:Choice>
    <mc:Fallback xmlns="">
      <p:transition spd="slow" advTm="2565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3.pdf"/>
          <p:cNvPicPr>
            <a:picLocks noChangeAspect="1"/>
          </p:cNvPicPr>
          <p:nvPr/>
        </p:nvPicPr>
        <p:blipFill rotWithShape="1">
          <a:blip r:embed="rId3"/>
          <a:srcRect t="2931" b="9040"/>
          <a:stretch/>
        </p:blipFill>
        <p:spPr>
          <a:xfrm>
            <a:off x="3276600" y="-1"/>
            <a:ext cx="6491808" cy="7395488"/>
          </a:xfrm>
          <a:prstGeom prst="rect">
            <a:avLst/>
          </a:prstGeom>
        </p:spPr>
      </p:pic>
      <p:sp>
        <p:nvSpPr>
          <p:cNvPr id="4" name="TextBox 3">
            <a:extLst>
              <a:ext uri="{FF2B5EF4-FFF2-40B4-BE49-F238E27FC236}">
                <a16:creationId xmlns:a16="http://schemas.microsoft.com/office/drawing/2014/main" id="{C1889EB4-DBF8-5EE9-2EC1-8EDC7C9706FC}"/>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D81058B0-6516-96DD-1E48-FF7D4BAD67B9}"/>
              </a:ext>
            </a:extLst>
          </p:cNvPr>
          <p:cNvSpPr>
            <a:spLocks noGrp="1"/>
          </p:cNvSpPr>
          <p:nvPr>
            <p:ph type="title"/>
          </p:nvPr>
        </p:nvSpPr>
        <p:spPr>
          <a:xfrm>
            <a:off x="197708" y="365125"/>
            <a:ext cx="4114800" cy="1325563"/>
          </a:xfrm>
        </p:spPr>
        <p:txBody>
          <a:bodyPr>
            <a:normAutofit fontScale="90000"/>
          </a:bodyPr>
          <a:lstStyle/>
          <a:p>
            <a:r>
              <a:rPr lang="en-US" dirty="0"/>
              <a:t>AES Encryption and Decryption Steps</a:t>
            </a:r>
          </a:p>
        </p:txBody>
      </p:sp>
    </p:spTree>
    <p:extLst>
      <p:ext uri="{BB962C8B-B14F-4D97-AF65-F5344CB8AC3E}">
        <p14:creationId xmlns:p14="http://schemas.microsoft.com/office/powerpoint/2010/main" val="4251221883"/>
      </p:ext>
    </p:extLst>
  </p:cSld>
  <p:clrMapOvr>
    <a:masterClrMapping/>
  </p:clrMapOvr>
  <p:transition spd="med" advTm="98058">
    <p:pull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dirty="0"/>
              <a:t>AES Encryption vs. Decryption: Structural Difference</a:t>
            </a:r>
            <a:endParaRPr lang="en-AU" dirty="0"/>
          </a:p>
        </p:txBody>
      </p:sp>
      <p:sp>
        <p:nvSpPr>
          <p:cNvPr id="7" name="Content Placeholder 6">
            <a:extLst>
              <a:ext uri="{FF2B5EF4-FFF2-40B4-BE49-F238E27FC236}">
                <a16:creationId xmlns:a16="http://schemas.microsoft.com/office/drawing/2014/main" id="{B9583E89-B4CF-F47C-B61E-DC5EDF813F3C}"/>
              </a:ext>
            </a:extLst>
          </p:cNvPr>
          <p:cNvSpPr>
            <a:spLocks noGrp="1"/>
          </p:cNvSpPr>
          <p:nvPr>
            <p:ph sz="half" idx="1"/>
          </p:nvPr>
        </p:nvSpPr>
        <p:spPr/>
        <p:txBody>
          <a:bodyPr>
            <a:normAutofit lnSpcReduction="10000"/>
          </a:bodyPr>
          <a:lstStyle/>
          <a:p>
            <a:r>
              <a:rPr lang="en-US" b="1" dirty="0"/>
              <a:t>Not Identical Procedures</a:t>
            </a:r>
          </a:p>
          <a:p>
            <a:pPr lvl="1"/>
            <a:r>
              <a:rPr lang="en-US" dirty="0"/>
              <a:t>Encryption round:</a:t>
            </a:r>
          </a:p>
          <a:p>
            <a:pPr lvl="2"/>
            <a:r>
              <a:rPr lang="en-US" dirty="0" err="1"/>
              <a:t>SubBytes</a:t>
            </a:r>
            <a:r>
              <a:rPr lang="en-US" dirty="0"/>
              <a:t> → </a:t>
            </a:r>
            <a:r>
              <a:rPr lang="en-US" dirty="0" err="1"/>
              <a:t>ShiftRows</a:t>
            </a:r>
            <a:r>
              <a:rPr lang="en-US" dirty="0"/>
              <a:t> → </a:t>
            </a:r>
            <a:r>
              <a:rPr lang="en-US" dirty="0" err="1"/>
              <a:t>MixColumns</a:t>
            </a:r>
            <a:r>
              <a:rPr lang="en-US" dirty="0"/>
              <a:t> → </a:t>
            </a:r>
            <a:r>
              <a:rPr lang="en-US" dirty="0" err="1"/>
              <a:t>AddRoundKey</a:t>
            </a:r>
            <a:endParaRPr lang="en-US" dirty="0"/>
          </a:p>
          <a:p>
            <a:pPr lvl="1"/>
            <a:r>
              <a:rPr lang="en-US" dirty="0"/>
              <a:t>Decryption round:</a:t>
            </a:r>
          </a:p>
          <a:p>
            <a:pPr lvl="2"/>
            <a:r>
              <a:rPr lang="en-US" dirty="0" err="1"/>
              <a:t>InvShiftRows</a:t>
            </a:r>
            <a:r>
              <a:rPr lang="en-US" dirty="0"/>
              <a:t> → </a:t>
            </a:r>
            <a:r>
              <a:rPr lang="en-US" dirty="0" err="1"/>
              <a:t>InvSubBytes</a:t>
            </a:r>
            <a:r>
              <a:rPr lang="en-US" dirty="0"/>
              <a:t> → </a:t>
            </a:r>
            <a:r>
              <a:rPr lang="en-US" dirty="0" err="1"/>
              <a:t>AddRoundKey</a:t>
            </a:r>
            <a:r>
              <a:rPr lang="en-US" dirty="0"/>
              <a:t> → </a:t>
            </a:r>
            <a:r>
              <a:rPr lang="en-US" dirty="0" err="1"/>
              <a:t>InvMixColumns</a:t>
            </a:r>
            <a:endParaRPr lang="en-US" dirty="0"/>
          </a:p>
          <a:p>
            <a:r>
              <a:rPr lang="en-US" b="1" dirty="0"/>
              <a:t>Round Keys</a:t>
            </a:r>
          </a:p>
          <a:p>
            <a:pPr lvl="1"/>
            <a:r>
              <a:rPr lang="en-US" dirty="0"/>
              <a:t>Same expanded key</a:t>
            </a:r>
          </a:p>
          <a:p>
            <a:pPr lvl="1"/>
            <a:r>
              <a:rPr lang="en-US" dirty="0"/>
              <a:t>Used in </a:t>
            </a:r>
            <a:r>
              <a:rPr lang="en-US" b="1" dirty="0"/>
              <a:t>reverse order</a:t>
            </a:r>
            <a:r>
              <a:rPr lang="en-US" dirty="0"/>
              <a:t> during decryption</a:t>
            </a:r>
          </a:p>
          <a:p>
            <a:endParaRPr lang="en-US" dirty="0"/>
          </a:p>
        </p:txBody>
      </p:sp>
      <p:sp>
        <p:nvSpPr>
          <p:cNvPr id="8" name="Content Placeholder 7">
            <a:extLst>
              <a:ext uri="{FF2B5EF4-FFF2-40B4-BE49-F238E27FC236}">
                <a16:creationId xmlns:a16="http://schemas.microsoft.com/office/drawing/2014/main" id="{9116D19B-D444-93D7-C68D-49864890EC29}"/>
              </a:ext>
            </a:extLst>
          </p:cNvPr>
          <p:cNvSpPr>
            <a:spLocks noGrp="1"/>
          </p:cNvSpPr>
          <p:nvPr>
            <p:ph sz="half" idx="2"/>
          </p:nvPr>
        </p:nvSpPr>
        <p:spPr/>
        <p:txBody>
          <a:bodyPr>
            <a:normAutofit lnSpcReduction="10000"/>
          </a:bodyPr>
          <a:lstStyle/>
          <a:p>
            <a:r>
              <a:rPr lang="en-US" b="1" dirty="0"/>
              <a:t>Implementation Issue</a:t>
            </a:r>
          </a:p>
          <a:p>
            <a:pPr lvl="1"/>
            <a:r>
              <a:rPr lang="en-US" dirty="0"/>
              <a:t>Different order of transformations</a:t>
            </a:r>
          </a:p>
          <a:p>
            <a:pPr lvl="1"/>
            <a:r>
              <a:rPr lang="en-US" dirty="0"/>
              <a:t>Inverse operations required</a:t>
            </a:r>
          </a:p>
          <a:p>
            <a:pPr lvl="1"/>
            <a:r>
              <a:rPr lang="en-US" dirty="0"/>
              <a:t>Naïvely requires separate encryption and decryption routines</a:t>
            </a:r>
          </a:p>
          <a:p>
            <a:r>
              <a:rPr lang="en-US" b="1" dirty="0"/>
              <a:t>Key Observation</a:t>
            </a:r>
          </a:p>
          <a:p>
            <a:pPr lvl="1"/>
            <a:r>
              <a:rPr lang="en-US" dirty="0"/>
              <a:t>AES encryption and decryption are mathematical inverses</a:t>
            </a:r>
          </a:p>
          <a:p>
            <a:pPr lvl="1"/>
            <a:r>
              <a:rPr lang="en-US" dirty="0"/>
              <a:t>but not mirror images in structure.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63488"/>
    </mc:Choice>
    <mc:Fallback xmlns="">
      <p:transition spd="slow" advTm="6348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1524000" y="39689"/>
            <a:ext cx="9144000" cy="1412875"/>
          </a:xfrm>
        </p:spPr>
        <p:txBody>
          <a:bodyPr/>
          <a:lstStyle/>
          <a:p>
            <a:r>
              <a:rPr lang="en-US" sz="4800"/>
              <a:t>Interchanging </a:t>
            </a:r>
            <a:br>
              <a:rPr lang="en-US" sz="4800"/>
            </a:br>
            <a:r>
              <a:rPr lang="en-US" sz="4800"/>
              <a:t>InvShiftRows and InvSubBytes</a:t>
            </a:r>
          </a:p>
        </p:txBody>
      </p:sp>
      <p:sp>
        <p:nvSpPr>
          <p:cNvPr id="3" name="Content Placeholder 2"/>
          <p:cNvSpPr>
            <a:spLocks noGrp="1"/>
          </p:cNvSpPr>
          <p:nvPr>
            <p:ph idx="1"/>
          </p:nvPr>
        </p:nvSpPr>
        <p:spPr>
          <a:xfrm>
            <a:off x="2316164" y="1762126"/>
            <a:ext cx="7570787" cy="47148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dirty="0">
                <a:ea typeface="+mn-ea"/>
                <a:cs typeface="+mn-cs"/>
              </a:rPr>
              <a:t>InvShiftRows </a:t>
            </a:r>
            <a:r>
              <a:rPr lang="en-US" i="1" dirty="0">
                <a:ea typeface="+mn-ea"/>
                <a:cs typeface="+mn-cs"/>
              </a:rPr>
              <a:t>affects the sequence </a:t>
            </a:r>
            <a:r>
              <a:rPr lang="en-US" dirty="0">
                <a:ea typeface="+mn-ea"/>
                <a:cs typeface="+mn-cs"/>
              </a:rPr>
              <a:t>of bytes in State but </a:t>
            </a:r>
            <a:r>
              <a:rPr lang="en-US" i="1" dirty="0">
                <a:ea typeface="+mn-ea"/>
                <a:cs typeface="+mn-cs"/>
              </a:rPr>
              <a:t>does not alter byte contents </a:t>
            </a:r>
            <a:r>
              <a:rPr lang="en-US" dirty="0">
                <a:ea typeface="+mn-ea"/>
                <a:cs typeface="+mn-cs"/>
              </a:rPr>
              <a:t>and </a:t>
            </a:r>
            <a:r>
              <a:rPr lang="en-US" i="1" dirty="0">
                <a:ea typeface="+mn-ea"/>
                <a:cs typeface="+mn-cs"/>
              </a:rPr>
              <a:t>does not depend on byte contents</a:t>
            </a:r>
            <a:r>
              <a:rPr lang="en-US" dirty="0">
                <a:ea typeface="+mn-ea"/>
                <a:cs typeface="+mn-cs"/>
              </a:rPr>
              <a:t> to perform its transformation</a:t>
            </a:r>
          </a:p>
          <a:p>
            <a:pPr fontAlgn="auto">
              <a:spcAft>
                <a:spcPts val="0"/>
              </a:spcAft>
              <a:buClr>
                <a:schemeClr val="accent1">
                  <a:lumMod val="60000"/>
                  <a:lumOff val="40000"/>
                </a:schemeClr>
              </a:buClr>
              <a:buFont typeface="Candara" pitchFamily="34" charset="0"/>
              <a:buChar char="•"/>
              <a:defRPr/>
            </a:pPr>
            <a:r>
              <a:rPr lang="en-US" dirty="0">
                <a:ea typeface="+mn-ea"/>
                <a:cs typeface="+mn-cs"/>
              </a:rPr>
              <a:t>InvSubBytes </a:t>
            </a:r>
            <a:r>
              <a:rPr lang="en-US" i="1" dirty="0">
                <a:ea typeface="+mn-ea"/>
                <a:cs typeface="+mn-cs"/>
              </a:rPr>
              <a:t>affects the contents </a:t>
            </a:r>
            <a:r>
              <a:rPr lang="en-US" dirty="0">
                <a:ea typeface="+mn-ea"/>
                <a:cs typeface="+mn-cs"/>
              </a:rPr>
              <a:t>of bytes in State but </a:t>
            </a:r>
            <a:r>
              <a:rPr lang="en-US" i="1" dirty="0">
                <a:ea typeface="+mn-ea"/>
                <a:cs typeface="+mn-cs"/>
              </a:rPr>
              <a:t>does not alter byte sequence </a:t>
            </a:r>
            <a:r>
              <a:rPr lang="en-US" dirty="0">
                <a:ea typeface="+mn-ea"/>
                <a:cs typeface="+mn-cs"/>
              </a:rPr>
              <a:t>and </a:t>
            </a:r>
            <a:r>
              <a:rPr lang="en-US" i="1" dirty="0">
                <a:ea typeface="+mn-ea"/>
                <a:cs typeface="+mn-cs"/>
              </a:rPr>
              <a:t>does not depend on byte sequence </a:t>
            </a:r>
            <a:r>
              <a:rPr lang="en-US" dirty="0">
                <a:ea typeface="+mn-ea"/>
                <a:cs typeface="+mn-cs"/>
              </a:rPr>
              <a:t>to perform its transformation</a:t>
            </a:r>
          </a:p>
          <a:p>
            <a:pPr algn="ctr" fontAlgn="auto">
              <a:spcAft>
                <a:spcPts val="0"/>
              </a:spcAft>
              <a:buClr>
                <a:schemeClr val="accent1">
                  <a:lumMod val="60000"/>
                  <a:lumOff val="40000"/>
                </a:schemeClr>
              </a:buClr>
              <a:buNone/>
              <a:defRPr/>
            </a:pPr>
            <a:endParaRPr lang="en-US" dirty="0">
              <a:ea typeface="+mn-ea"/>
              <a:cs typeface="+mn-cs"/>
            </a:endParaRPr>
          </a:p>
          <a:p>
            <a:pPr algn="ctr" fontAlgn="auto">
              <a:spcAft>
                <a:spcPts val="0"/>
              </a:spcAft>
              <a:buClr>
                <a:schemeClr val="accent1">
                  <a:lumMod val="60000"/>
                  <a:lumOff val="40000"/>
                </a:schemeClr>
              </a:buClr>
              <a:buNone/>
              <a:defRPr/>
            </a:pPr>
            <a:r>
              <a:rPr lang="en-US" dirty="0">
                <a:ea typeface="+mn-ea"/>
                <a:cs typeface="+mn-cs"/>
              </a:rPr>
              <a:t>Thus, these two operations commute                 and can be interchanged</a:t>
            </a:r>
          </a:p>
        </p:txBody>
      </p:sp>
    </p:spTree>
  </p:cSld>
  <p:clrMapOvr>
    <a:masterClrMapping/>
  </p:clrMapOvr>
  <mc:AlternateContent xmlns:mc="http://schemas.openxmlformats.org/markup-compatibility/2006" xmlns:p14="http://schemas.microsoft.com/office/powerpoint/2010/main">
    <mc:Choice Requires="p14">
      <p:transition spd="slow" p14:dur="2000" advTm="154144"/>
    </mc:Choice>
    <mc:Fallback xmlns="">
      <p:transition spd="slow" advTm="15414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a:xfrm>
            <a:off x="1524000" y="39689"/>
            <a:ext cx="9144000" cy="1412875"/>
          </a:xfrm>
        </p:spPr>
        <p:txBody>
          <a:bodyPr/>
          <a:lstStyle/>
          <a:p>
            <a:r>
              <a:rPr lang="en-US" sz="4800" dirty="0"/>
              <a:t>Interchanging </a:t>
            </a:r>
            <a:br>
              <a:rPr lang="en-US" sz="4800" dirty="0"/>
            </a:br>
            <a:r>
              <a:rPr lang="en-US" sz="4800" dirty="0" err="1"/>
              <a:t>AddRoundKey</a:t>
            </a:r>
            <a:r>
              <a:rPr lang="en-US" sz="4800" dirty="0"/>
              <a:t> and </a:t>
            </a:r>
            <a:r>
              <a:rPr lang="en-US" sz="4800" dirty="0" err="1"/>
              <a:t>InvMixColumns</a:t>
            </a:r>
            <a:endParaRPr lang="en-US" sz="4800" dirty="0"/>
          </a:p>
        </p:txBody>
      </p:sp>
      <p:sp>
        <p:nvSpPr>
          <p:cNvPr id="3" name="Content Placeholder 2">
            <a:extLst>
              <a:ext uri="{FF2B5EF4-FFF2-40B4-BE49-F238E27FC236}">
                <a16:creationId xmlns:a16="http://schemas.microsoft.com/office/drawing/2014/main" id="{487613CB-930B-9849-9985-F6E6FE6903F4}"/>
              </a:ext>
            </a:extLst>
          </p:cNvPr>
          <p:cNvSpPr>
            <a:spLocks noGrp="1"/>
          </p:cNvSpPr>
          <p:nvPr>
            <p:ph idx="1"/>
          </p:nvPr>
        </p:nvSpPr>
        <p:spPr/>
        <p:txBody>
          <a:bodyPr/>
          <a:lstStyle/>
          <a:p>
            <a:r>
              <a:rPr lang="en-US" sz="2400" dirty="0"/>
              <a:t>S</a:t>
            </a:r>
            <a:r>
              <a:rPr lang="en-US" sz="2400" baseline="-25000" dirty="0"/>
              <a:t>i</a:t>
            </a:r>
            <a:r>
              <a:rPr lang="en-US" sz="2400" dirty="0"/>
              <a:t> is a given state, </a:t>
            </a:r>
            <a:r>
              <a:rPr lang="en-US" sz="2400" dirty="0" err="1"/>
              <a:t>w</a:t>
            </a:r>
            <a:r>
              <a:rPr lang="en-US" sz="2400" baseline="-25000" dirty="0" err="1"/>
              <a:t>j</a:t>
            </a:r>
            <a:r>
              <a:rPr lang="en-US" sz="2400" dirty="0"/>
              <a:t> is a given round key</a:t>
            </a:r>
          </a:p>
          <a:p>
            <a:endParaRPr lang="en-US" dirty="0"/>
          </a:p>
          <a:p>
            <a:pPr>
              <a:spcBef>
                <a:spcPts val="600"/>
              </a:spcBef>
            </a:pPr>
            <a:endParaRPr lang="en-US" sz="2400" dirty="0"/>
          </a:p>
          <a:p>
            <a:pPr>
              <a:spcBef>
                <a:spcPts val="600"/>
              </a:spcBef>
            </a:pPr>
            <a:r>
              <a:rPr lang="en-US" sz="2400" dirty="0"/>
              <a:t>The first column of State S</a:t>
            </a:r>
            <a:r>
              <a:rPr lang="en-US" sz="2400" baseline="-25000" dirty="0"/>
              <a:t>i</a:t>
            </a:r>
            <a:r>
              <a:rPr lang="en-US" sz="2400" dirty="0"/>
              <a:t> is the sequence (y</a:t>
            </a:r>
            <a:r>
              <a:rPr lang="en-US" sz="2400" baseline="-25000" dirty="0"/>
              <a:t>0</a:t>
            </a:r>
            <a:r>
              <a:rPr lang="en-US" sz="2400" dirty="0"/>
              <a:t>, y</a:t>
            </a:r>
            <a:r>
              <a:rPr lang="en-US" sz="2400" baseline="-25000" dirty="0"/>
              <a:t>1</a:t>
            </a:r>
            <a:r>
              <a:rPr lang="en-US" sz="2400" dirty="0"/>
              <a:t>, y</a:t>
            </a:r>
            <a:r>
              <a:rPr lang="en-US" sz="2400" baseline="-25000" dirty="0"/>
              <a:t>2</a:t>
            </a:r>
            <a:r>
              <a:rPr lang="en-US" sz="2400" dirty="0"/>
              <a:t>, y</a:t>
            </a:r>
            <a:r>
              <a:rPr lang="en-US" sz="2400" baseline="-25000" dirty="0"/>
              <a:t>3</a:t>
            </a:r>
            <a:r>
              <a:rPr lang="en-US" sz="2400" dirty="0"/>
              <a:t>) </a:t>
            </a:r>
          </a:p>
          <a:p>
            <a:pPr>
              <a:spcBef>
                <a:spcPts val="600"/>
              </a:spcBef>
            </a:pPr>
            <a:r>
              <a:rPr lang="en-US" sz="2400" dirty="0"/>
              <a:t>The first column of the round key </a:t>
            </a:r>
            <a:r>
              <a:rPr lang="en-US" sz="2400" dirty="0" err="1"/>
              <a:t>w</a:t>
            </a:r>
            <a:r>
              <a:rPr lang="en-US" sz="2400" baseline="-25000" dirty="0" err="1"/>
              <a:t>j</a:t>
            </a:r>
            <a:r>
              <a:rPr lang="en-US" sz="2400" dirty="0"/>
              <a:t> is (k</a:t>
            </a:r>
            <a:r>
              <a:rPr lang="en-US" sz="2400" baseline="-25000" dirty="0"/>
              <a:t>0</a:t>
            </a:r>
            <a:r>
              <a:rPr lang="en-US" sz="2400" dirty="0"/>
              <a:t>, k</a:t>
            </a:r>
            <a:r>
              <a:rPr lang="en-US" sz="2400" baseline="-25000" dirty="0"/>
              <a:t>1</a:t>
            </a:r>
            <a:r>
              <a:rPr lang="en-US" sz="2400" dirty="0"/>
              <a:t>, k</a:t>
            </a:r>
            <a:r>
              <a:rPr lang="en-US" sz="2400" baseline="-25000" dirty="0"/>
              <a:t>2</a:t>
            </a:r>
            <a:r>
              <a:rPr lang="en-US" sz="2400" dirty="0"/>
              <a:t>, k</a:t>
            </a:r>
            <a:r>
              <a:rPr lang="en-US" sz="2400" baseline="-25000" dirty="0"/>
              <a:t>3</a:t>
            </a:r>
            <a:r>
              <a:rPr lang="en-US" sz="2400" dirty="0"/>
              <a:t>)</a:t>
            </a:r>
          </a:p>
        </p:txBody>
      </p:sp>
      <p:pic>
        <p:nvPicPr>
          <p:cNvPr id="6" name="Picture 5" descr="The formula of calculating inverse mix column.">
            <a:extLst>
              <a:ext uri="{FF2B5EF4-FFF2-40B4-BE49-F238E27FC236}">
                <a16:creationId xmlns:a16="http://schemas.microsoft.com/office/drawing/2014/main" id="{DD952134-6515-E740-9BBB-0D1CCAACEA8E}"/>
              </a:ext>
            </a:extLst>
          </p:cNvPr>
          <p:cNvPicPr>
            <a:picLocks noChangeAspect="1"/>
          </p:cNvPicPr>
          <p:nvPr/>
        </p:nvPicPr>
        <p:blipFill>
          <a:blip r:embed="rId4"/>
          <a:stretch>
            <a:fillRect/>
          </a:stretch>
        </p:blipFill>
        <p:spPr>
          <a:xfrm>
            <a:off x="1664355" y="2312519"/>
            <a:ext cx="8878107" cy="648785"/>
          </a:xfrm>
          <a:prstGeom prst="rect">
            <a:avLst/>
          </a:prstGeom>
        </p:spPr>
      </p:pic>
      <p:pic>
        <p:nvPicPr>
          <p:cNvPr id="8" name="Picture 7" descr="Diagram illustrating matrix addition and multiplication involving four 4x4 matrices labeled with hexadecimal values and vectors y and k, with operations indicated by plus and multiplication symbols. The layout highlights the step-by-step process of combining matrices and vectors to produce a resultant matrix on the left side.">
            <a:extLst>
              <a:ext uri="{FF2B5EF4-FFF2-40B4-BE49-F238E27FC236}">
                <a16:creationId xmlns:a16="http://schemas.microsoft.com/office/drawing/2014/main" id="{03885F50-E950-AB44-A031-093312C0FA3E}"/>
              </a:ext>
            </a:extLst>
          </p:cNvPr>
          <p:cNvPicPr>
            <a:picLocks noChangeAspect="1"/>
          </p:cNvPicPr>
          <p:nvPr/>
        </p:nvPicPr>
        <p:blipFill>
          <a:blip r:embed="rId5"/>
          <a:stretch>
            <a:fillRect/>
          </a:stretch>
        </p:blipFill>
        <p:spPr>
          <a:xfrm>
            <a:off x="1420965" y="3896697"/>
            <a:ext cx="9364886" cy="1632694"/>
          </a:xfrm>
          <a:prstGeom prst="rect">
            <a:avLst/>
          </a:prstGeom>
        </p:spPr>
      </p:pic>
      <p:pic>
        <p:nvPicPr>
          <p:cNvPr id="10" name="Picture 9" descr="A mathematical equation displaying a complex algebraic expression involving variables y and k with subscripts, combined using XOR operations. The expression is broken down into two parts, showing the equivalence between the original formula and its expanded form with grouped terms in curly braces.">
            <a:extLst>
              <a:ext uri="{FF2B5EF4-FFF2-40B4-BE49-F238E27FC236}">
                <a16:creationId xmlns:a16="http://schemas.microsoft.com/office/drawing/2014/main" id="{94CDD13F-60D0-6B47-8308-14EF49BF8B7B}"/>
              </a:ext>
            </a:extLst>
          </p:cNvPr>
          <p:cNvPicPr>
            <a:picLocks noChangeAspect="1"/>
          </p:cNvPicPr>
          <p:nvPr/>
        </p:nvPicPr>
        <p:blipFill>
          <a:blip r:embed="rId6"/>
          <a:stretch>
            <a:fillRect/>
          </a:stretch>
        </p:blipFill>
        <p:spPr>
          <a:xfrm>
            <a:off x="2036166" y="5521744"/>
            <a:ext cx="8146963" cy="133709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5530"/>
    </mc:Choice>
    <mc:Fallback xmlns="">
      <p:transition spd="slow" advTm="3155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ES Decryption Deployment with Identical Structure of Encryption">
            <a:extLst>
              <a:ext uri="{FF2B5EF4-FFF2-40B4-BE49-F238E27FC236}">
                <a16:creationId xmlns:a16="http://schemas.microsoft.com/office/drawing/2014/main" id="{3F9EB9DE-68CF-9C41-AB6E-6FD6440B0BC7}"/>
              </a:ext>
            </a:extLst>
          </p:cNvPr>
          <p:cNvPicPr>
            <a:picLocks noChangeAspect="1"/>
          </p:cNvPicPr>
          <p:nvPr/>
        </p:nvPicPr>
        <p:blipFill>
          <a:blip r:embed="rId3"/>
          <a:stretch>
            <a:fillRect/>
          </a:stretch>
        </p:blipFill>
        <p:spPr>
          <a:xfrm>
            <a:off x="3446318" y="-465934"/>
            <a:ext cx="5962050" cy="7715594"/>
          </a:xfrm>
          <a:prstGeom prst="rect">
            <a:avLst/>
          </a:prstGeom>
        </p:spPr>
      </p:pic>
      <p:sp>
        <p:nvSpPr>
          <p:cNvPr id="6" name="TextBox 5">
            <a:extLst>
              <a:ext uri="{FF2B5EF4-FFF2-40B4-BE49-F238E27FC236}">
                <a16:creationId xmlns:a16="http://schemas.microsoft.com/office/drawing/2014/main" id="{3AAB6D67-E2DB-825F-4873-FB0B1BBF1563}"/>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0FC75D02-339E-3BF0-90AD-C5654632E00E}"/>
              </a:ext>
            </a:extLst>
          </p:cNvPr>
          <p:cNvSpPr>
            <a:spLocks noGrp="1"/>
          </p:cNvSpPr>
          <p:nvPr>
            <p:ph type="title"/>
          </p:nvPr>
        </p:nvSpPr>
        <p:spPr>
          <a:xfrm>
            <a:off x="177705" y="494271"/>
            <a:ext cx="3850598" cy="2172602"/>
          </a:xfrm>
        </p:spPr>
        <p:txBody>
          <a:bodyPr>
            <a:normAutofit/>
          </a:bodyPr>
          <a:lstStyle/>
          <a:p>
            <a:r>
              <a:rPr lang="en-US" sz="3600" dirty="0"/>
              <a:t>AES Decryption Deployment with Identical Structure of Encryption</a:t>
            </a:r>
          </a:p>
        </p:txBody>
      </p:sp>
    </p:spTree>
  </p:cSld>
  <p:clrMapOvr>
    <a:masterClrMapping/>
  </p:clrMapOvr>
  <p:transition spd="med" advTm="158762">
    <p:pull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ormAutofit/>
          </a:bodyPr>
          <a:lstStyle/>
          <a:p>
            <a:r>
              <a:rPr lang="en-US" sz="3600" dirty="0"/>
              <a:t>AES Implementation Efficiency: Byte-Oriented Design</a:t>
            </a:r>
            <a:endParaRPr lang="en-AU"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E8C7EC-613B-43B6-9C66-D35C9FFF617D}"/>
                  </a:ext>
                </a:extLst>
              </p:cNvPr>
              <p:cNvSpPr>
                <a:spLocks noGrp="1"/>
              </p:cNvSpPr>
              <p:nvPr>
                <p:ph idx="1"/>
              </p:nvPr>
            </p:nvSpPr>
            <p:spPr/>
            <p:txBody>
              <a:bodyPr>
                <a:normAutofit/>
              </a:bodyPr>
              <a:lstStyle/>
              <a:p>
                <a:r>
                  <a:rPr lang="en-US" b="1" dirty="0"/>
                  <a:t>Designed for Software &amp; Hardware</a:t>
                </a:r>
              </a:p>
              <a:p>
                <a:pPr lvl="1"/>
                <a:r>
                  <a:rPr lang="en-US" dirty="0"/>
                  <a:t>AES operates on 8-bit bytes</a:t>
                </a:r>
              </a:p>
              <a:p>
                <a:pPr lvl="1"/>
                <a:r>
                  <a:rPr lang="en-US" dirty="0"/>
                  <a:t>Arithmetic in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ar-AE" dirty="0"/>
              </a:p>
              <a:p>
                <a:pPr lvl="1"/>
                <a:r>
                  <a:rPr lang="en-US" dirty="0"/>
                  <a:t>Natural fit for byte-addressable processors</a:t>
                </a:r>
              </a:p>
              <a:p>
                <a:r>
                  <a:rPr lang="en-US" b="1" dirty="0"/>
                  <a:t>Efficient on 8-bit Processors</a:t>
                </a:r>
              </a:p>
              <a:p>
                <a:pPr lvl="1"/>
                <a:r>
                  <a:rPr lang="en-US" b="1" dirty="0" err="1"/>
                  <a:t>AddRoundKey</a:t>
                </a:r>
                <a:r>
                  <a:rPr lang="en-US" dirty="0"/>
                  <a:t> → bytewise XOR</a:t>
                </a:r>
              </a:p>
              <a:p>
                <a:pPr lvl="1"/>
                <a:r>
                  <a:rPr lang="en-US" b="1" dirty="0" err="1"/>
                  <a:t>ShiftRows</a:t>
                </a:r>
                <a:r>
                  <a:rPr lang="en-US" dirty="0"/>
                  <a:t> → byte permutation</a:t>
                </a:r>
              </a:p>
              <a:p>
                <a:pPr lvl="1"/>
                <a:r>
                  <a:rPr lang="en-US" b="1" dirty="0" err="1"/>
                  <a:t>SubBytes</a:t>
                </a:r>
                <a:r>
                  <a:rPr lang="en-US" dirty="0"/>
                  <a:t> → 256-byte lookup table</a:t>
                </a:r>
              </a:p>
              <a:p>
                <a:pPr lvl="1"/>
                <a:r>
                  <a:rPr lang="en-US" b="1" dirty="0" err="1"/>
                  <a:t>MixColumns</a:t>
                </a:r>
                <a:r>
                  <a:rPr lang="en-US" dirty="0"/>
                  <a:t> → byte operations in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ar-AE" dirty="0"/>
              </a:p>
              <a:p>
                <a:pPr lvl="1"/>
                <a:r>
                  <a:rPr lang="en-US" dirty="0"/>
                  <a:t>All operations are performed at the byte level.</a:t>
                </a:r>
              </a:p>
              <a:p>
                <a:endParaRPr lang="en-US" dirty="0"/>
              </a:p>
            </p:txBody>
          </p:sp>
        </mc:Choice>
        <mc:Fallback xmlns="">
          <p:sp>
            <p:nvSpPr>
              <p:cNvPr id="3" name="Content Placeholder 2">
                <a:extLst>
                  <a:ext uri="{FF2B5EF4-FFF2-40B4-BE49-F238E27FC236}">
                    <a16:creationId xmlns:a16="http://schemas.microsoft.com/office/drawing/2014/main" id="{27E8C7EC-613B-43B6-9C66-D35C9FFF617D}"/>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4F609BE9-318B-C2BA-F49C-F74C727CC43E}"/>
              </a:ext>
            </a:extLst>
          </p:cNvPr>
          <p:cNvSpPr/>
          <p:nvPr/>
        </p:nvSpPr>
        <p:spPr>
          <a:xfrm>
            <a:off x="7477433" y="1690688"/>
            <a:ext cx="4586748" cy="415904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b="1" dirty="0"/>
              <a:t>Key Design Insight</a:t>
            </a:r>
          </a:p>
          <a:p>
            <a:r>
              <a:rPr lang="en-US" sz="2400" dirty="0"/>
              <a:t>AES was intentionally designed to:</a:t>
            </a:r>
          </a:p>
          <a:p>
            <a:pPr marL="285750" indent="-285750">
              <a:buFont typeface="Arial" panose="020B0604020202020204" pitchFamily="34" charset="0"/>
              <a:buChar char="•"/>
            </a:pPr>
            <a:r>
              <a:rPr lang="en-US" sz="2400" dirty="0"/>
              <a:t>Avoid bit-level permutations</a:t>
            </a:r>
          </a:p>
          <a:p>
            <a:pPr marL="285750" indent="-285750">
              <a:buFont typeface="Arial" panose="020B0604020202020204" pitchFamily="34" charset="0"/>
              <a:buChar char="•"/>
            </a:pPr>
            <a:r>
              <a:rPr lang="en-US" sz="2400" dirty="0"/>
              <a:t>Avoid large integer arithmetic</a:t>
            </a:r>
          </a:p>
          <a:p>
            <a:pPr marL="285750" indent="-285750">
              <a:buFont typeface="Arial" panose="020B0604020202020204" pitchFamily="34" charset="0"/>
              <a:buChar char="•"/>
            </a:pPr>
            <a:r>
              <a:rPr lang="en-US" sz="2400" dirty="0"/>
              <a:t>Use simple byte-based operations</a:t>
            </a:r>
          </a:p>
        </p:txBody>
      </p:sp>
    </p:spTree>
  </p:cSld>
  <p:clrMapOvr>
    <a:masterClrMapping/>
  </p:clrMapOvr>
  <mc:AlternateContent xmlns:mc="http://schemas.openxmlformats.org/markup-compatibility/2006" xmlns:p14="http://schemas.microsoft.com/office/powerpoint/2010/main">
    <mc:Choice Requires="p14">
      <p:transition spd="slow" p14:dur="2000" advTm="124896"/>
    </mc:Choice>
    <mc:Fallback xmlns="">
      <p:transition spd="slow" advTm="12489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normAutofit/>
          </a:bodyPr>
          <a:lstStyle/>
          <a:p>
            <a:r>
              <a:rPr lang="en-US" sz="4000" dirty="0"/>
              <a:t>Efficient Implementation on 32-bit Processors</a:t>
            </a:r>
            <a:endParaRPr lang="en-AU" sz="4000" dirty="0"/>
          </a:p>
        </p:txBody>
      </p:sp>
      <p:sp>
        <p:nvSpPr>
          <p:cNvPr id="5" name="Content Placeholder 4">
            <a:extLst>
              <a:ext uri="{FF2B5EF4-FFF2-40B4-BE49-F238E27FC236}">
                <a16:creationId xmlns:a16="http://schemas.microsoft.com/office/drawing/2014/main" id="{C4B5765D-26AE-C7E6-8DD3-D203E724F6C4}"/>
              </a:ext>
            </a:extLst>
          </p:cNvPr>
          <p:cNvSpPr>
            <a:spLocks noGrp="1"/>
          </p:cNvSpPr>
          <p:nvPr>
            <p:ph sz="half" idx="1"/>
          </p:nvPr>
        </p:nvSpPr>
        <p:spPr/>
        <p:txBody>
          <a:bodyPr>
            <a:normAutofit fontScale="92500" lnSpcReduction="20000"/>
          </a:bodyPr>
          <a:lstStyle/>
          <a:p>
            <a:r>
              <a:rPr lang="en-US" b="1" dirty="0"/>
              <a:t>Word-Level Optimization</a:t>
            </a:r>
          </a:p>
          <a:p>
            <a:pPr lvl="1"/>
            <a:r>
              <a:rPr lang="en-US" dirty="0"/>
              <a:t>On 32-bit processors:</a:t>
            </a:r>
          </a:p>
          <a:p>
            <a:pPr lvl="1"/>
            <a:r>
              <a:rPr lang="en-US" dirty="0"/>
              <a:t>Represent each column as one 32-bit word</a:t>
            </a:r>
          </a:p>
          <a:p>
            <a:pPr lvl="1"/>
            <a:r>
              <a:rPr lang="en-US" dirty="0"/>
              <a:t>Process one column at a time</a:t>
            </a:r>
          </a:p>
          <a:p>
            <a:r>
              <a:rPr lang="en-US" b="1" dirty="0"/>
              <a:t>Table-Based Optimization</a:t>
            </a:r>
          </a:p>
          <a:p>
            <a:pPr lvl="1"/>
            <a:r>
              <a:rPr lang="en-US" dirty="0"/>
              <a:t>Precompute 4 tables of 256 32-bit words.</a:t>
            </a:r>
          </a:p>
          <a:p>
            <a:pPr lvl="1"/>
            <a:r>
              <a:rPr lang="en-US" dirty="0"/>
              <a:t>Then each column per round:</a:t>
            </a:r>
          </a:p>
          <a:p>
            <a:pPr lvl="2"/>
            <a:r>
              <a:rPr lang="en-US" dirty="0"/>
              <a:t>4 table lookups</a:t>
            </a:r>
          </a:p>
          <a:p>
            <a:pPr lvl="2"/>
            <a:r>
              <a:rPr lang="en-US" dirty="0"/>
              <a:t>4 XOR operations</a:t>
            </a:r>
          </a:p>
          <a:p>
            <a:pPr lvl="1"/>
            <a:r>
              <a:rPr lang="en-US" dirty="0"/>
              <a:t>Storage cost ≈ 4 KB</a:t>
            </a:r>
          </a:p>
        </p:txBody>
      </p:sp>
      <p:sp>
        <p:nvSpPr>
          <p:cNvPr id="6" name="Content Placeholder 5">
            <a:extLst>
              <a:ext uri="{FF2B5EF4-FFF2-40B4-BE49-F238E27FC236}">
                <a16:creationId xmlns:a16="http://schemas.microsoft.com/office/drawing/2014/main" id="{36B778CA-FC10-11EB-4EF3-5888981C928A}"/>
              </a:ext>
            </a:extLst>
          </p:cNvPr>
          <p:cNvSpPr>
            <a:spLocks noGrp="1"/>
          </p:cNvSpPr>
          <p:nvPr>
            <p:ph sz="half" idx="2"/>
          </p:nvPr>
        </p:nvSpPr>
        <p:spPr/>
        <p:txBody>
          <a:bodyPr>
            <a:normAutofit fontScale="92500" lnSpcReduction="20000"/>
          </a:bodyPr>
          <a:lstStyle/>
          <a:p>
            <a:r>
              <a:rPr lang="en-US" b="1" dirty="0"/>
              <a:t>Why This Works</a:t>
            </a:r>
          </a:p>
          <a:p>
            <a:pPr lvl="1"/>
            <a:r>
              <a:rPr lang="en-US" dirty="0" err="1"/>
              <a:t>SubBytes</a:t>
            </a:r>
            <a:r>
              <a:rPr lang="en-US" dirty="0"/>
              <a:t> and </a:t>
            </a:r>
            <a:r>
              <a:rPr lang="en-US" dirty="0" err="1"/>
              <a:t>MixColumns</a:t>
            </a:r>
            <a:r>
              <a:rPr lang="en-US" dirty="0"/>
              <a:t> can be combined</a:t>
            </a:r>
          </a:p>
          <a:p>
            <a:pPr lvl="1"/>
            <a:r>
              <a:rPr lang="en-US" dirty="0"/>
              <a:t>Linear structure enables precomputation</a:t>
            </a:r>
          </a:p>
          <a:p>
            <a:pPr lvl="1"/>
            <a:r>
              <a:rPr lang="en-US" dirty="0"/>
              <a:t>Finite-field arithmetic supports table merging</a:t>
            </a:r>
          </a:p>
          <a:p>
            <a:r>
              <a:rPr lang="en-US" b="1" dirty="0"/>
              <a:t>Practical Impact</a:t>
            </a:r>
          </a:p>
          <a:p>
            <a:pPr lvl="1"/>
            <a:r>
              <a:rPr lang="en-US" dirty="0"/>
              <a:t>Extremely fast software implementation</a:t>
            </a:r>
          </a:p>
          <a:p>
            <a:pPr lvl="1"/>
            <a:r>
              <a:rPr lang="en-US" dirty="0"/>
              <a:t>Balanced performance across platforms</a:t>
            </a:r>
          </a:p>
          <a:p>
            <a:pPr lvl="1"/>
            <a:r>
              <a:rPr lang="en-US" dirty="0"/>
              <a:t>One key reason for AES standardization</a:t>
            </a:r>
          </a:p>
        </p:txBody>
      </p:sp>
    </p:spTree>
  </p:cSld>
  <p:clrMapOvr>
    <a:masterClrMapping/>
  </p:clrMapOvr>
  <mc:AlternateContent xmlns:mc="http://schemas.openxmlformats.org/markup-compatibility/2006" xmlns:p14="http://schemas.microsoft.com/office/powerpoint/2010/main">
    <mc:Choice Requires="p14">
      <p:transition spd="slow" p14:dur="2000" advTm="51178"/>
    </mc:Choice>
    <mc:Fallback xmlns="">
      <p:transition spd="slow" advTm="5117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D44B00-045F-6095-712E-E6286C76CE3F}"/>
              </a:ext>
            </a:extLst>
          </p:cNvPr>
          <p:cNvSpPr>
            <a:spLocks noGrp="1"/>
          </p:cNvSpPr>
          <p:nvPr>
            <p:ph type="title"/>
          </p:nvPr>
        </p:nvSpPr>
        <p:spPr/>
        <p:txBody>
          <a:bodyPr/>
          <a:lstStyle/>
          <a:p>
            <a:r>
              <a:rPr lang="en-US" dirty="0"/>
              <a:t>AES Summary</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414FD69F-B7C4-F7AB-6EC3-2E132E4E7D17}"/>
                  </a:ext>
                </a:extLst>
              </p:cNvPr>
              <p:cNvSpPr>
                <a:spLocks noGrp="1"/>
              </p:cNvSpPr>
              <p:nvPr>
                <p:ph sz="half" idx="1"/>
              </p:nvPr>
            </p:nvSpPr>
            <p:spPr/>
            <p:txBody>
              <a:bodyPr>
                <a:normAutofit fontScale="92500" lnSpcReduction="10000"/>
              </a:bodyPr>
              <a:lstStyle/>
              <a:p>
                <a:r>
                  <a:rPr lang="en-US" b="1" dirty="0"/>
                  <a:t>Mathematical Foundation</a:t>
                </a:r>
              </a:p>
              <a:p>
                <a:pPr lvl="1"/>
                <a:r>
                  <a:rPr lang="en-US" dirty="0"/>
                  <a:t>Operates in the finite field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ar-AE" dirty="0"/>
              </a:p>
              <a:p>
                <a:pPr lvl="1"/>
                <a:r>
                  <a:rPr lang="en-US" dirty="0"/>
                  <a:t>Bytes represented as polynomials over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r>
                          <a:rPr lang="ar-AE">
                            <a:latin typeface="Cambria Math" panose="02040503050406030204" pitchFamily="18" charset="0"/>
                          </a:rPr>
                          <m:t>2</m:t>
                        </m:r>
                      </m:e>
                    </m:d>
                  </m:oMath>
                </a14:m>
                <a:endParaRPr lang="ar-AE" dirty="0"/>
              </a:p>
              <a:p>
                <a:pPr lvl="1"/>
                <a:r>
                  <a:rPr lang="en-US" dirty="0"/>
                  <a:t>Field structure guarantees invertibility</a:t>
                </a:r>
              </a:p>
              <a:p>
                <a:r>
                  <a:rPr lang="en-US" b="1" dirty="0"/>
                  <a:t>Round Structure</a:t>
                </a:r>
              </a:p>
              <a:p>
                <a:pPr lvl="1"/>
                <a:r>
                  <a:rPr lang="en-US" b="1" dirty="0" err="1"/>
                  <a:t>SubBytes</a:t>
                </a:r>
                <a:r>
                  <a:rPr lang="en-US" dirty="0"/>
                  <a:t> → Nonlinearity (confusion)</a:t>
                </a:r>
              </a:p>
              <a:p>
                <a:pPr lvl="1"/>
                <a:r>
                  <a:rPr lang="en-US" b="1" dirty="0" err="1"/>
                  <a:t>ShiftRows</a:t>
                </a:r>
                <a:r>
                  <a:rPr lang="en-US" dirty="0"/>
                  <a:t> → Inter-column diffusion</a:t>
                </a:r>
              </a:p>
              <a:p>
                <a:pPr lvl="1"/>
                <a:r>
                  <a:rPr lang="en-US" b="1" dirty="0" err="1"/>
                  <a:t>MixColumns</a:t>
                </a:r>
                <a:r>
                  <a:rPr lang="en-US" dirty="0"/>
                  <a:t> → Intra-column diffusion</a:t>
                </a:r>
              </a:p>
              <a:p>
                <a:pPr lvl="1"/>
                <a:r>
                  <a:rPr lang="en-US" b="1" dirty="0" err="1"/>
                  <a:t>AddRoundKey</a:t>
                </a:r>
                <a:r>
                  <a:rPr lang="en-US" dirty="0"/>
                  <a:t> → Key injection</a:t>
                </a:r>
              </a:p>
              <a:p>
                <a:endParaRPr lang="en-US" dirty="0"/>
              </a:p>
            </p:txBody>
          </p:sp>
        </mc:Choice>
        <mc:Fallback xmlns="">
          <p:sp>
            <p:nvSpPr>
              <p:cNvPr id="7" name="Content Placeholder 6">
                <a:extLst>
                  <a:ext uri="{FF2B5EF4-FFF2-40B4-BE49-F238E27FC236}">
                    <a16:creationId xmlns:a16="http://schemas.microsoft.com/office/drawing/2014/main" id="{414FD69F-B7C4-F7AB-6EC3-2E132E4E7D17}"/>
                  </a:ext>
                </a:extLst>
              </p:cNvPr>
              <p:cNvSpPr>
                <a:spLocks noGrp="1" noRot="1" noChangeAspect="1" noMove="1" noResize="1" noEditPoints="1" noAdjustHandles="1" noChangeArrowheads="1" noChangeShapeType="1" noTextEdit="1"/>
              </p:cNvSpPr>
              <p:nvPr>
                <p:ph sz="half" idx="1"/>
              </p:nvPr>
            </p:nvSpPr>
            <p:spPr>
              <a:blipFill>
                <a:blip r:embed="rId3"/>
                <a:stretch>
                  <a:fillRect l="-1956" t="-2616" r="-244" b="-581"/>
                </a:stretch>
              </a:blipFill>
            </p:spPr>
            <p:txBody>
              <a:bodyPr/>
              <a:lstStyle/>
              <a:p>
                <a:r>
                  <a:rPr lang="en-US">
                    <a:noFill/>
                  </a:rPr>
                  <a:t> </a:t>
                </a:r>
              </a:p>
            </p:txBody>
          </p:sp>
        </mc:Fallback>
      </mc:AlternateContent>
      <p:sp>
        <p:nvSpPr>
          <p:cNvPr id="10" name="Content Placeholder 9">
            <a:extLst>
              <a:ext uri="{FF2B5EF4-FFF2-40B4-BE49-F238E27FC236}">
                <a16:creationId xmlns:a16="http://schemas.microsoft.com/office/drawing/2014/main" id="{6C61FFEC-E448-8E3F-A065-733CFE39997D}"/>
              </a:ext>
            </a:extLst>
          </p:cNvPr>
          <p:cNvSpPr>
            <a:spLocks noGrp="1"/>
          </p:cNvSpPr>
          <p:nvPr>
            <p:ph sz="half" idx="2"/>
          </p:nvPr>
        </p:nvSpPr>
        <p:spPr/>
        <p:txBody>
          <a:bodyPr>
            <a:normAutofit fontScale="92500" lnSpcReduction="10000"/>
          </a:bodyPr>
          <a:lstStyle/>
          <a:p>
            <a:r>
              <a:rPr lang="en-US" b="1" dirty="0"/>
              <a:t>Key Schedule</a:t>
            </a:r>
          </a:p>
          <a:p>
            <a:pPr lvl="1"/>
            <a:r>
              <a:rPr lang="en-US" dirty="0"/>
              <a:t>Expands 128-bit key into round keys</a:t>
            </a:r>
          </a:p>
          <a:p>
            <a:pPr lvl="1"/>
            <a:r>
              <a:rPr lang="en-US" dirty="0"/>
              <a:t>Introduces nonlinearity + round constants</a:t>
            </a:r>
          </a:p>
          <a:p>
            <a:pPr lvl="1"/>
            <a:r>
              <a:rPr lang="en-US" dirty="0"/>
              <a:t>Diffuses key material across rounds</a:t>
            </a:r>
          </a:p>
          <a:p>
            <a:r>
              <a:rPr lang="en-US" b="1" dirty="0"/>
              <a:t>Design Strengths</a:t>
            </a:r>
          </a:p>
          <a:p>
            <a:pPr lvl="1"/>
            <a:r>
              <a:rPr lang="en-US" dirty="0"/>
              <a:t>Strong resistance to linear &amp; differential cryptanalysis</a:t>
            </a:r>
          </a:p>
          <a:p>
            <a:pPr lvl="1"/>
            <a:r>
              <a:rPr lang="en-US" dirty="0"/>
              <a:t>Efficient on 8-bit and 32-bit processors</a:t>
            </a:r>
          </a:p>
          <a:p>
            <a:pPr lvl="1"/>
            <a:r>
              <a:rPr lang="en-US" dirty="0"/>
              <a:t>Clean algebraic structure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06953"/>
    </mc:Choice>
    <mc:Fallback xmlns="">
      <p:transition spd="slow" advTm="10695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123.7|16"/>
</p:tagLst>
</file>

<file path=ppt/tags/tag2.xml><?xml version="1.0" encoding="utf-8"?>
<p:tagLst xmlns:a="http://schemas.openxmlformats.org/drawingml/2006/main" xmlns:r="http://schemas.openxmlformats.org/officeDocument/2006/relationships" xmlns:p="http://schemas.openxmlformats.org/presentationml/2006/main">
  <p:tag name="TIMING" val="|271.1|2.4|77.1|75.3|108.8"/>
</p:tagLst>
</file>

<file path=ppt/tags/tag3.xml><?xml version="1.0" encoding="utf-8"?>
<p:tagLst xmlns:a="http://schemas.openxmlformats.org/drawingml/2006/main" xmlns:r="http://schemas.openxmlformats.org/officeDocument/2006/relationships" xmlns:p="http://schemas.openxmlformats.org/presentationml/2006/main">
  <p:tag name="TIMING" val="|75.6|0.4|66.5|63.8|65.4|63.7|101.7|20.3|145.9"/>
</p:tagLst>
</file>

<file path=ppt/tags/tag4.xml><?xml version="1.0" encoding="utf-8"?>
<p:tagLst xmlns:a="http://schemas.openxmlformats.org/drawingml/2006/main" xmlns:r="http://schemas.openxmlformats.org/officeDocument/2006/relationships" xmlns:p="http://schemas.openxmlformats.org/presentationml/2006/main">
  <p:tag name="TIMING" val="|1.8|22.1|8.5"/>
</p:tagLst>
</file>

<file path=ppt/tags/tag5.xml><?xml version="1.0" encoding="utf-8"?>
<p:tagLst xmlns:a="http://schemas.openxmlformats.org/drawingml/2006/main" xmlns:r="http://schemas.openxmlformats.org/officeDocument/2006/relationships" xmlns:p="http://schemas.openxmlformats.org/presentationml/2006/main">
  <p:tag name="TIMING" val="|0.9"/>
</p:tagLst>
</file>

<file path=ppt/tags/tag6.xml><?xml version="1.0" encoding="utf-8"?>
<p:tagLst xmlns:a="http://schemas.openxmlformats.org/drawingml/2006/main" xmlns:r="http://schemas.openxmlformats.org/officeDocument/2006/relationships" xmlns:p="http://schemas.openxmlformats.org/presentationml/2006/main">
  <p:tag name="TIMING" val="|3.8|36.7|43.8|30.4|8.3|6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C6F8DEB-8EDF-4994-8D81-024604CCE099}">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1213</TotalTime>
  <Words>1214</Words>
  <Application>Microsoft Office PowerPoint</Application>
  <PresentationFormat>Widescreen</PresentationFormat>
  <Paragraphs>219</Paragraphs>
  <Slides>18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 Math</vt:lpstr>
      <vt:lpstr>Candara</vt:lpstr>
      <vt:lpstr>Office Theme</vt:lpstr>
      <vt:lpstr>Advanced Encryption Standard</vt:lpstr>
      <vt:lpstr>AES Key Expansion</vt:lpstr>
      <vt:lpstr>G-function</vt:lpstr>
      <vt:lpstr>Key Expansion Example</vt:lpstr>
      <vt:lpstr>Table 6.4    Key Expansion   for   AES Example</vt:lpstr>
      <vt:lpstr>Table 6.4    Key Expansion   for   AES Example - Solutions</vt:lpstr>
      <vt:lpstr>Key Expansion Rationale</vt:lpstr>
      <vt:lpstr>Table 6.6  Avalanche Effect  in AES: Change  in Plaintext</vt:lpstr>
      <vt:lpstr>Table 6.7   Avalanche Effect in  AES:  Change in Key </vt:lpstr>
      <vt:lpstr>AES Review</vt:lpstr>
      <vt:lpstr>AES Encryption and Decryption Steps</vt:lpstr>
      <vt:lpstr>AES Encryption vs. Decryption: Structural Difference</vt:lpstr>
      <vt:lpstr>Interchanging  InvShiftRows and InvSubBytes</vt:lpstr>
      <vt:lpstr>Interchanging  AddRoundKey and InvMixColumns</vt:lpstr>
      <vt:lpstr>AES Decryption Deployment with Identical Structure of Encryption</vt:lpstr>
      <vt:lpstr>AES Implementation Efficiency: Byte-Oriented Design</vt:lpstr>
      <vt:lpstr>Efficient Implementation on 32-bit Processors</vt:lpstr>
      <vt:lpstr>AES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69</cp:revision>
  <dcterms:created xsi:type="dcterms:W3CDTF">2026-02-19T21:40:10Z</dcterms:created>
  <dcterms:modified xsi:type="dcterms:W3CDTF">2026-04-21T00:40:23Z</dcterms:modified>
</cp:coreProperties>
</file>