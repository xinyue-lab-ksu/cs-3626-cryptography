
<file path=[Content_Types].xml><?xml version="1.0" encoding="utf-8"?>
<Types xmlns="http://schemas.openxmlformats.org/package/2006/content-types">
  <Default ContentType="image/x-emf" Extension="emf"/>
  <Default ContentType="image/jpeg" Extension="jpeg"/>
  <Default ContentType="image/png" Extension="png"/>
  <Default ContentType="application/vnd.openxmlformats-package.relationships+xml" Extension="rels"/>
  <Default ContentType="image/vnd.ms-photo" Extension="wdp"/>
  <Default ContentType="application/xml" Extension="xml"/>
  <Override ContentType="application/vnd.ms-office.classificationlabels+xml" PartName="/docMetadata/LabelInfo.xml"/>
  <Override ContentType="application/vnd.openxmlformats-officedocument.extended-properties+xml" PartName="/docProps/app.xml"/>
  <Override ContentType="application/vnd.openxmlformats-package.core-properties+xml" PartName="/docProps/core.xml"/>
  <Override ContentType="application/vnd.openxmlformats-officedocument.custom-properties+xml" PartName="/docProps/custom.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tableStyles+xml" PartName="/ppt/tableStyles.xml"/>
  <Override ContentType="application/vnd.openxmlformats-officedocument.presentationml.tags+xml" PartName="/ppt/tags/tag1.xml"/>
  <Override ContentType="application/vnd.openxmlformats-officedocument.presentationml.tags+xml" PartName="/ppt/tags/tag2.xml"/>
  <Override ContentType="application/vnd.openxmlformats-officedocument.presentationml.tags+xml" PartName="/ppt/tags/tag3.xml"/>
  <Override ContentType="application/vnd.openxmlformats-officedocument.presentationml.tags+xml" PartName="/ppt/tags/tag4.xml"/>
  <Override ContentType="application/vnd.openxmlformats-officedocument.presentationml.tags+xml" PartName="/ppt/tags/tag5.xml"/>
  <Override ContentType="application/vnd.openxmlformats-officedocument.presentationml.tags+xml" PartName="/ppt/tags/tag6.xml"/>
  <Override ContentType="application/vnd.openxmlformats-officedocument.presentationml.tags+xml" PartName="/ppt/tags/tag7.xml"/>
  <Override ContentType="application/vnd.openxmlformats-officedocument.presentationml.tags+xml" PartName="/ppt/tags/tag8.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 Id="rId5" Target="docMetadata/LabelInfo.xml" Type="http://schemas.microsoft.com/office/2020/02/relationships/classificationlabels"/><Relationship Id="rId6" Target="docProps/custom.xml" Type="http://schemas.openxmlformats.org/officeDocument/2006/relationships/custom-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60" r:id="rId3"/>
    <p:sldId id="275" r:id="rId4"/>
    <p:sldId id="269" r:id="rId5"/>
    <p:sldId id="327" r:id="rId6"/>
    <p:sldId id="283" r:id="rId7"/>
    <p:sldId id="335" r:id="rId8"/>
    <p:sldId id="297" r:id="rId9"/>
    <p:sldId id="284" r:id="rId10"/>
    <p:sldId id="304" r:id="rId11"/>
    <p:sldId id="279" r:id="rId12"/>
    <p:sldId id="270" r:id="rId13"/>
    <p:sldId id="292" r:id="rId14"/>
    <p:sldId id="321" r:id="rId15"/>
    <p:sldId id="375" r:id="rId16"/>
    <p:sldId id="271" r:id="rId17"/>
    <p:sldId id="294" r:id="rId18"/>
    <p:sldId id="376"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492"/>
    <p:restoredTop sz="84490"/>
  </p:normalViewPr>
  <p:slideViewPr>
    <p:cSldViewPr snapToGrid="0">
      <p:cViewPr>
        <p:scale>
          <a:sx n="66" d="100"/>
          <a:sy n="66" d="100"/>
        </p:scale>
        <p:origin x="632" y="740"/>
      </p:cViewPr>
      <p:guideLst/>
    </p:cSldViewPr>
  </p:slideViewPr>
  <p:notesTextViewPr>
    <p:cViewPr>
      <p:scale>
        <a:sx n="1" d="1"/>
        <a:sy n="1" d="1"/>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9.xml" Type="http://schemas.openxmlformats.org/officeDocument/2006/relationships/slide"/><Relationship Id="rId11" Target="slides/slide10.xml" Type="http://schemas.openxmlformats.org/officeDocument/2006/relationships/slide"/><Relationship Id="rId12" Target="slides/slide11.xml" Type="http://schemas.openxmlformats.org/officeDocument/2006/relationships/slide"/><Relationship Id="rId13" Target="slides/slide12.xml" Type="http://schemas.openxmlformats.org/officeDocument/2006/relationships/slide"/><Relationship Id="rId14" Target="slides/slide13.xml" Type="http://schemas.openxmlformats.org/officeDocument/2006/relationships/slide"/><Relationship Id="rId15" Target="slides/slide14.xml" Type="http://schemas.openxmlformats.org/officeDocument/2006/relationships/slide"/><Relationship Id="rId16" Target="slides/slide15.xml" Type="http://schemas.openxmlformats.org/officeDocument/2006/relationships/slide"/><Relationship Id="rId17" Target="slides/slide16.xml" Type="http://schemas.openxmlformats.org/officeDocument/2006/relationships/slide"/><Relationship Id="rId18" Target="slides/slide17.xml" Type="http://schemas.openxmlformats.org/officeDocument/2006/relationships/slide"/><Relationship Id="rId19" Target="slides/slide18.xml" Type="http://schemas.openxmlformats.org/officeDocument/2006/relationships/slide"/><Relationship Id="rId2" Target="slides/slide1.xml" Type="http://schemas.openxmlformats.org/officeDocument/2006/relationships/slide"/><Relationship Id="rId20" Target="notesMasters/notesMaster1.xml" Type="http://schemas.openxmlformats.org/officeDocument/2006/relationships/notesMaster"/><Relationship Id="rId21" Target="presProps.xml" Type="http://schemas.openxmlformats.org/officeDocument/2006/relationships/presProps"/><Relationship Id="rId22" Target="viewProps.xml" Type="http://schemas.openxmlformats.org/officeDocument/2006/relationships/viewProps"/><Relationship Id="rId23" Target="theme/theme1.xml" Type="http://schemas.openxmlformats.org/officeDocument/2006/relationships/theme"/><Relationship Id="rId24" Target="tableStyles.xml" Type="http://schemas.openxmlformats.org/officeDocument/2006/relationships/tableStyles"/><Relationship Id="rId3" Target="slides/slide2.xml" Type="http://schemas.openxmlformats.org/officeDocument/2006/relationships/slide"/><Relationship Id="rId4" Target="slides/slide3.xml" Type="http://schemas.openxmlformats.org/officeDocument/2006/relationships/slide"/><Relationship Id="rId5" Target="slides/slide4.xml" Type="http://schemas.openxmlformats.org/officeDocument/2006/relationships/slide"/><Relationship Id="rId6" Target="slides/slide5.xml" Type="http://schemas.openxmlformats.org/officeDocument/2006/relationships/slide"/><Relationship Id="rId7" Target="slides/slide6.xml" Type="http://schemas.openxmlformats.org/officeDocument/2006/relationships/slide"/><Relationship Id="rId8" Target="slides/slide7.xml" Type="http://schemas.openxmlformats.org/officeDocument/2006/relationships/slide"/><Relationship Id="rId9" Target="slides/slide8.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EDC33A-4137-4B45-8AA4-4067B831CE24}" type="datetimeFigureOut">
              <a:rPr lang="en-US" smtClean="0"/>
              <a:t>4/3/2026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E6A4D7-AADD-FA48-AD14-CBE313E0D520}" type="slidenum">
              <a:rPr lang="en-US" smtClean="0"/>
              <a:t>‹#›</a:t>
            </a:fld>
            <a:endParaRPr lang="en-US"/>
          </a:p>
        </p:txBody>
      </p:sp>
    </p:spTree>
    <p:extLst>
      <p:ext uri="{BB962C8B-B14F-4D97-AF65-F5344CB8AC3E}">
        <p14:creationId xmlns:p14="http://schemas.microsoft.com/office/powerpoint/2010/main" val="1732391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4179F8-B191-48B5-88A7-B770E073CED8}" type="slidenum">
              <a:rPr lang="en-US" smtClean="0"/>
              <a:t>2</a:t>
            </a:fld>
            <a:endParaRPr lang="en-US"/>
          </a:p>
        </p:txBody>
      </p:sp>
    </p:spTree>
    <p:extLst>
      <p:ext uri="{BB962C8B-B14F-4D97-AF65-F5344CB8AC3E}">
        <p14:creationId xmlns:p14="http://schemas.microsoft.com/office/powerpoint/2010/main" val="668072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4179F8-B191-48B5-88A7-B770E073CED8}" type="slidenum">
              <a:rPr lang="en-US" smtClean="0"/>
              <a:t>4</a:t>
            </a:fld>
            <a:endParaRPr lang="en-US"/>
          </a:p>
        </p:txBody>
      </p:sp>
    </p:spTree>
    <p:extLst>
      <p:ext uri="{BB962C8B-B14F-4D97-AF65-F5344CB8AC3E}">
        <p14:creationId xmlns:p14="http://schemas.microsoft.com/office/powerpoint/2010/main" val="34894254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7</a:t>
            </a:fld>
            <a:endParaRPr lang="en-AU" dirty="0"/>
          </a:p>
        </p:txBody>
      </p:sp>
    </p:spTree>
    <p:extLst>
      <p:ext uri="{BB962C8B-B14F-4D97-AF65-F5344CB8AC3E}">
        <p14:creationId xmlns:p14="http://schemas.microsoft.com/office/powerpoint/2010/main" val="9396418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p>
            <a:fld id="{4EB57885-478F-F547-91FE-B79F832AA612}" type="slidenum">
              <a:rPr lang="en-AU">
                <a:latin typeface="Arial" pitchFamily="-84" charset="0"/>
              </a:rPr>
              <a:pPr/>
              <a:t>8</a:t>
            </a:fld>
            <a:endParaRPr lang="en-AU" dirty="0">
              <a:latin typeface="Arial" pitchFamily="-84" charset="0"/>
            </a:endParaRPr>
          </a:p>
        </p:txBody>
      </p:sp>
      <p:sp>
        <p:nvSpPr>
          <p:cNvPr id="58371" name="Rectangle 2"/>
          <p:cNvSpPr>
            <a:spLocks noGrp="1" noRot="1" noChangeAspect="1" noChangeArrowheads="1" noTextEdit="1"/>
          </p:cNvSpPr>
          <p:nvPr>
            <p:ph type="sldImg"/>
          </p:nvPr>
        </p:nvSpPr>
        <p:spPr>
          <a:xfrm>
            <a:off x="381000" y="685800"/>
            <a:ext cx="6096000" cy="3429000"/>
          </a:xfrm>
          <a:solidFill>
            <a:srgbClr val="FFFFFF"/>
          </a:solidFill>
          <a:ln/>
        </p:spPr>
      </p:sp>
      <p:sp>
        <p:nvSpPr>
          <p:cNvPr id="58372" name="Rectangle 3"/>
          <p:cNvSpPr>
            <a:spLocks noGrp="1" noChangeArrowheads="1"/>
          </p:cNvSpPr>
          <p:nvPr>
            <p:ph type="body" idx="1"/>
          </p:nvPr>
        </p:nvSpPr>
        <p:spPr>
          <a:noFill/>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dirty="0">
              <a:latin typeface="Arial" pitchFamily="-84" charset="0"/>
              <a:ea typeface="Arial" pitchFamily="-84" charset="0"/>
              <a:cs typeface="Arial" pitchFamily="-84" charset="0"/>
            </a:endParaRPr>
          </a:p>
        </p:txBody>
      </p:sp>
    </p:spTree>
    <p:extLst>
      <p:ext uri="{BB962C8B-B14F-4D97-AF65-F5344CB8AC3E}">
        <p14:creationId xmlns:p14="http://schemas.microsoft.com/office/powerpoint/2010/main" val="729070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p:cNvSpPr>
          <p:nvPr>
            <p:ph type="sldImg"/>
          </p:nvPr>
        </p:nvSpPr>
        <p:spPr>
          <a:xfrm>
            <a:off x="381000" y="685800"/>
            <a:ext cx="6096000" cy="3429000"/>
          </a:xfrm>
          <a:ln/>
        </p:spPr>
      </p:sp>
      <p:sp>
        <p:nvSpPr>
          <p:cNvPr id="76803" name="Notes Placeholder 2"/>
          <p:cNvSpPr>
            <a:spLocks noGrp="1"/>
          </p:cNvSpPr>
          <p:nvPr>
            <p:ph type="body" idx="1"/>
          </p:nvPr>
        </p:nvSpPr>
        <p:spPr>
          <a:noFill/>
          <a:ln/>
        </p:spPr>
        <p:txBody>
          <a:bodyPr/>
          <a:lstStyle/>
          <a:p>
            <a:endParaRPr lang="en-US" b="0" dirty="0">
              <a:latin typeface="Arial" pitchFamily="-84" charset="0"/>
              <a:ea typeface="ＭＳ Ｐゴシック" pitchFamily="-84" charset="-128"/>
              <a:cs typeface="ＭＳ Ｐゴシック" pitchFamily="-84" charset="-128"/>
            </a:endParaRPr>
          </a:p>
        </p:txBody>
      </p:sp>
      <p:sp>
        <p:nvSpPr>
          <p:cNvPr id="76804" name="Slide Number Placeholder 3"/>
          <p:cNvSpPr>
            <a:spLocks noGrp="1"/>
          </p:cNvSpPr>
          <p:nvPr>
            <p:ph type="sldNum" sz="quarter" idx="5"/>
          </p:nvPr>
        </p:nvSpPr>
        <p:spPr>
          <a:noFill/>
        </p:spPr>
        <p:txBody>
          <a:bodyPr/>
          <a:lstStyle/>
          <a:p>
            <a:fld id="{D51C1E8A-645A-3244-8776-BCF03A54C183}" type="slidenum">
              <a:rPr lang="en-AU" smtClean="0">
                <a:latin typeface="Arial" pitchFamily="-84" charset="0"/>
              </a:rPr>
              <a:pPr/>
              <a:t>10</a:t>
            </a:fld>
            <a:endParaRPr lang="en-AU" dirty="0">
              <a:latin typeface="Arial" pitchFamily="-8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4179F8-B191-48B5-88A7-B770E073CED8}" type="slidenum">
              <a:rPr lang="en-US" smtClean="0"/>
              <a:t>12</a:t>
            </a:fld>
            <a:endParaRPr lang="en-US"/>
          </a:p>
        </p:txBody>
      </p:sp>
    </p:spTree>
    <p:extLst>
      <p:ext uri="{BB962C8B-B14F-4D97-AF65-F5344CB8AC3E}">
        <p14:creationId xmlns:p14="http://schemas.microsoft.com/office/powerpoint/2010/main" val="7949757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p>
            <a:fld id="{4B4B3769-31EE-214A-8FEB-AD6108F28D0A}" type="slidenum">
              <a:rPr lang="en-AU">
                <a:latin typeface="Arial" pitchFamily="-84" charset="0"/>
              </a:rPr>
              <a:pPr/>
              <a:t>13</a:t>
            </a:fld>
            <a:endParaRPr lang="en-AU" dirty="0">
              <a:latin typeface="Arial" pitchFamily="-84" charset="0"/>
            </a:endParaRPr>
          </a:p>
        </p:txBody>
      </p:sp>
      <p:sp>
        <p:nvSpPr>
          <p:cNvPr id="62467" name="Rectangle 2"/>
          <p:cNvSpPr>
            <a:spLocks noGrp="1" noRot="1" noChangeAspect="1" noChangeArrowheads="1" noTextEdit="1"/>
          </p:cNvSpPr>
          <p:nvPr>
            <p:ph type="sldImg"/>
          </p:nvPr>
        </p:nvSpPr>
        <p:spPr>
          <a:xfrm>
            <a:off x="381000" y="685800"/>
            <a:ext cx="6096000" cy="3429000"/>
          </a:xfrm>
          <a:ln/>
        </p:spPr>
      </p:sp>
      <p:sp>
        <p:nvSpPr>
          <p:cNvPr id="62468" name="Rectangle 3"/>
          <p:cNvSpPr>
            <a:spLocks noGrp="1" noChangeArrowheads="1"/>
          </p:cNvSpPr>
          <p:nvPr>
            <p:ph type="body" idx="1"/>
          </p:nvPr>
        </p:nvSpPr>
        <p:spPr>
          <a:noFill/>
          <a:ln/>
        </p:spPr>
        <p:txBody>
          <a:bodyPr/>
          <a:lstStyle/>
          <a:p>
            <a:endParaRPr lang="en-AU" dirty="0">
              <a:latin typeface="Arial" pitchFamily="-84" charset="0"/>
              <a:ea typeface="Arial" pitchFamily="-84" charset="0"/>
              <a:cs typeface="Arial" pitchFamily="-8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14</a:t>
            </a:fld>
            <a:endParaRPr lang="en-AU"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A35BB17F-92FD-3D4C-A740-854BEAB48CBE}" type="slidenum">
              <a:rPr lang="en-AU" smtClean="0"/>
              <a:pPr>
                <a:defRPr/>
              </a:pPr>
              <a:t>15</a:t>
            </a:fld>
            <a:endParaRPr lang="en-AU" dirty="0"/>
          </a:p>
        </p:txBody>
      </p:sp>
    </p:spTree>
    <p:extLst>
      <p:ext uri="{BB962C8B-B14F-4D97-AF65-F5344CB8AC3E}">
        <p14:creationId xmlns:p14="http://schemas.microsoft.com/office/powerpoint/2010/main" val="33977961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E4179F8-B191-48B5-88A7-B770E073CED8}" type="slidenum">
              <a:rPr lang="en-US" smtClean="0"/>
              <a:t>16</a:t>
            </a:fld>
            <a:endParaRPr lang="en-US"/>
          </a:p>
        </p:txBody>
      </p:sp>
    </p:spTree>
    <p:extLst>
      <p:ext uri="{BB962C8B-B14F-4D97-AF65-F5344CB8AC3E}">
        <p14:creationId xmlns:p14="http://schemas.microsoft.com/office/powerpoint/2010/main" val="15554178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p>
            <a:fld id="{E0E6900B-B840-F446-AC3E-28BB4CA62A52}" type="slidenum">
              <a:rPr lang="en-AU">
                <a:latin typeface="Arial" pitchFamily="-84" charset="0"/>
              </a:rPr>
              <a:pPr/>
              <a:t>17</a:t>
            </a:fld>
            <a:endParaRPr lang="en-AU" dirty="0">
              <a:latin typeface="Arial" pitchFamily="-84" charset="0"/>
            </a:endParaRPr>
          </a:p>
        </p:txBody>
      </p:sp>
      <p:sp>
        <p:nvSpPr>
          <p:cNvPr id="66563" name="Rectangle 2"/>
          <p:cNvSpPr>
            <a:spLocks noGrp="1" noRot="1" noChangeAspect="1" noChangeArrowheads="1" noTextEdit="1"/>
          </p:cNvSpPr>
          <p:nvPr>
            <p:ph type="sldImg"/>
          </p:nvPr>
        </p:nvSpPr>
        <p:spPr>
          <a:xfrm>
            <a:off x="381000" y="685800"/>
            <a:ext cx="6096000" cy="3429000"/>
          </a:xfrm>
          <a:ln/>
        </p:spPr>
      </p:sp>
      <p:sp>
        <p:nvSpPr>
          <p:cNvPr id="66564" name="Rectangle 3"/>
          <p:cNvSpPr>
            <a:spLocks noGrp="1" noChangeArrowheads="1"/>
          </p:cNvSpPr>
          <p:nvPr>
            <p:ph type="body" idx="1"/>
          </p:nvPr>
        </p:nvSpPr>
        <p:spPr>
          <a:noFill/>
          <a:ln/>
        </p:spPr>
        <p:txBody>
          <a:bodyPr/>
          <a:lstStyle/>
          <a:p>
            <a:pPr eaLnBrk="1" hangingPunct="1">
              <a:buFontTx/>
              <a:buNone/>
            </a:pPr>
            <a:endParaRPr lang="en-US" dirty="0">
              <a:latin typeface="Arial" pitchFamily="-84" charset="0"/>
              <a:ea typeface="Arial" pitchFamily="-84" charset="0"/>
              <a:cs typeface="Arial" pitchFamily="-84" charset="0"/>
            </a:endParaRP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4DBE6-581F-F9C9-DBC2-40DCF65EF37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DFB8A86-D95E-3F00-342A-7F863AC4A85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045E8B5-A43A-F19F-BDFC-B352CCD3F02A}"/>
              </a:ext>
            </a:extLst>
          </p:cNvPr>
          <p:cNvSpPr>
            <a:spLocks noGrp="1"/>
          </p:cNvSpPr>
          <p:nvPr>
            <p:ph type="dt" sz="half" idx="10"/>
          </p:nvPr>
        </p:nvSpPr>
        <p:spPr/>
        <p:txBody>
          <a:bodyPr/>
          <a:lstStyle/>
          <a:p>
            <a:fld id="{68C54F17-8D3A-6B45-87D6-AFED54278D6E}" type="datetimeFigureOut">
              <a:rPr lang="en-US" smtClean="0"/>
              <a:t>4/3/2026</a:t>
            </a:fld>
            <a:endParaRPr lang="en-US"/>
          </a:p>
        </p:txBody>
      </p:sp>
      <p:sp>
        <p:nvSpPr>
          <p:cNvPr id="5" name="Footer Placeholder 4">
            <a:extLst>
              <a:ext uri="{FF2B5EF4-FFF2-40B4-BE49-F238E27FC236}">
                <a16:creationId xmlns:a16="http://schemas.microsoft.com/office/drawing/2014/main" id="{AEBD72D9-8ADF-2CA8-22BE-F3CD5272A3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EADC6E-A9A1-0F33-E5A9-10D5BEE84C59}"/>
              </a:ext>
            </a:extLst>
          </p:cNvPr>
          <p:cNvSpPr>
            <a:spLocks noGrp="1"/>
          </p:cNvSpPr>
          <p:nvPr>
            <p:ph type="sldNum" sz="quarter" idx="12"/>
          </p:nvPr>
        </p:nvSpPr>
        <p:spPr/>
        <p:txBody>
          <a:bodyPr/>
          <a:lstStyle/>
          <a:p>
            <a:fld id="{E23A8710-7A90-574E-842E-AD40B2D58FE2}" type="slidenum">
              <a:rPr lang="en-US" smtClean="0"/>
              <a:t>‹#›</a:t>
            </a:fld>
            <a:endParaRPr lang="en-US"/>
          </a:p>
        </p:txBody>
      </p:sp>
    </p:spTree>
    <p:extLst>
      <p:ext uri="{BB962C8B-B14F-4D97-AF65-F5344CB8AC3E}">
        <p14:creationId xmlns:p14="http://schemas.microsoft.com/office/powerpoint/2010/main" val="2032760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A7E43-525F-1A2B-6C75-85D9DD897E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BDDCC92-ED1D-B398-91F5-FDD0B64958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E1A90E-5C83-F4F2-BC2D-26C942A2C96A}"/>
              </a:ext>
            </a:extLst>
          </p:cNvPr>
          <p:cNvSpPr>
            <a:spLocks noGrp="1"/>
          </p:cNvSpPr>
          <p:nvPr>
            <p:ph type="dt" sz="half" idx="10"/>
          </p:nvPr>
        </p:nvSpPr>
        <p:spPr/>
        <p:txBody>
          <a:bodyPr/>
          <a:lstStyle/>
          <a:p>
            <a:fld id="{68C54F17-8D3A-6B45-87D6-AFED54278D6E}" type="datetimeFigureOut">
              <a:rPr lang="en-US" smtClean="0"/>
              <a:t>4/3/2026</a:t>
            </a:fld>
            <a:endParaRPr lang="en-US"/>
          </a:p>
        </p:txBody>
      </p:sp>
      <p:sp>
        <p:nvSpPr>
          <p:cNvPr id="5" name="Footer Placeholder 4">
            <a:extLst>
              <a:ext uri="{FF2B5EF4-FFF2-40B4-BE49-F238E27FC236}">
                <a16:creationId xmlns:a16="http://schemas.microsoft.com/office/drawing/2014/main" id="{4DD54610-C5F2-AFB5-FF9E-66B0C199C0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8C497D-6BCC-A1F4-7E47-B6CB5AB8120B}"/>
              </a:ext>
            </a:extLst>
          </p:cNvPr>
          <p:cNvSpPr>
            <a:spLocks noGrp="1"/>
          </p:cNvSpPr>
          <p:nvPr>
            <p:ph type="sldNum" sz="quarter" idx="12"/>
          </p:nvPr>
        </p:nvSpPr>
        <p:spPr/>
        <p:txBody>
          <a:bodyPr/>
          <a:lstStyle/>
          <a:p>
            <a:fld id="{E23A8710-7A90-574E-842E-AD40B2D58FE2}" type="slidenum">
              <a:rPr lang="en-US" smtClean="0"/>
              <a:t>‹#›</a:t>
            </a:fld>
            <a:endParaRPr lang="en-US"/>
          </a:p>
        </p:txBody>
      </p:sp>
    </p:spTree>
    <p:extLst>
      <p:ext uri="{BB962C8B-B14F-4D97-AF65-F5344CB8AC3E}">
        <p14:creationId xmlns:p14="http://schemas.microsoft.com/office/powerpoint/2010/main" val="32695986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9EFBE-9470-5B82-CBE3-7E4ACE62FC4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99D6D12-D9A9-0F0C-D28B-7ECE7EE0FB9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DA26B9B-9F72-5D16-7CAA-E6E3A7177C49}"/>
              </a:ext>
            </a:extLst>
          </p:cNvPr>
          <p:cNvSpPr>
            <a:spLocks noGrp="1"/>
          </p:cNvSpPr>
          <p:nvPr>
            <p:ph type="dt" sz="half" idx="10"/>
          </p:nvPr>
        </p:nvSpPr>
        <p:spPr/>
        <p:txBody>
          <a:bodyPr/>
          <a:lstStyle/>
          <a:p>
            <a:fld id="{68C54F17-8D3A-6B45-87D6-AFED54278D6E}" type="datetimeFigureOut">
              <a:rPr lang="en-US" smtClean="0"/>
              <a:t>4/3/2026</a:t>
            </a:fld>
            <a:endParaRPr lang="en-US"/>
          </a:p>
        </p:txBody>
      </p:sp>
      <p:sp>
        <p:nvSpPr>
          <p:cNvPr id="5" name="Footer Placeholder 4">
            <a:extLst>
              <a:ext uri="{FF2B5EF4-FFF2-40B4-BE49-F238E27FC236}">
                <a16:creationId xmlns:a16="http://schemas.microsoft.com/office/drawing/2014/main" id="{7FF400E4-CA6C-F68C-6A46-143D53071D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7C4352-77F9-1881-B9D2-B8A248951752}"/>
              </a:ext>
            </a:extLst>
          </p:cNvPr>
          <p:cNvSpPr>
            <a:spLocks noGrp="1"/>
          </p:cNvSpPr>
          <p:nvPr>
            <p:ph type="sldNum" sz="quarter" idx="12"/>
          </p:nvPr>
        </p:nvSpPr>
        <p:spPr/>
        <p:txBody>
          <a:bodyPr/>
          <a:lstStyle/>
          <a:p>
            <a:fld id="{E23A8710-7A90-574E-842E-AD40B2D58FE2}" type="slidenum">
              <a:rPr lang="en-US" smtClean="0"/>
              <a:t>‹#›</a:t>
            </a:fld>
            <a:endParaRPr lang="en-US"/>
          </a:p>
        </p:txBody>
      </p:sp>
    </p:spTree>
    <p:extLst>
      <p:ext uri="{BB962C8B-B14F-4D97-AF65-F5344CB8AC3E}">
        <p14:creationId xmlns:p14="http://schemas.microsoft.com/office/powerpoint/2010/main" val="1250159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7E978-2663-3F3B-C94A-20434FA108E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6543C9-A225-AC0F-F2DF-D7BE0E12F4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1FCD3A4-BDB6-A1FB-A2AD-1F386EF5ED5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C2C47A-4F15-C708-4078-4BE40029B0DA}"/>
              </a:ext>
            </a:extLst>
          </p:cNvPr>
          <p:cNvSpPr>
            <a:spLocks noGrp="1"/>
          </p:cNvSpPr>
          <p:nvPr>
            <p:ph type="dt" sz="half" idx="10"/>
          </p:nvPr>
        </p:nvSpPr>
        <p:spPr/>
        <p:txBody>
          <a:bodyPr/>
          <a:lstStyle/>
          <a:p>
            <a:fld id="{68C54F17-8D3A-6B45-87D6-AFED54278D6E}" type="datetimeFigureOut">
              <a:rPr lang="en-US" smtClean="0"/>
              <a:t>4/3/2026</a:t>
            </a:fld>
            <a:endParaRPr lang="en-US"/>
          </a:p>
        </p:txBody>
      </p:sp>
      <p:sp>
        <p:nvSpPr>
          <p:cNvPr id="6" name="Footer Placeholder 5">
            <a:extLst>
              <a:ext uri="{FF2B5EF4-FFF2-40B4-BE49-F238E27FC236}">
                <a16:creationId xmlns:a16="http://schemas.microsoft.com/office/drawing/2014/main" id="{E41B2517-7ED7-A587-6C1A-51D0EABAA1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DF5555E-8A20-3F0D-9643-EBAB2CC17B89}"/>
              </a:ext>
            </a:extLst>
          </p:cNvPr>
          <p:cNvSpPr>
            <a:spLocks noGrp="1"/>
          </p:cNvSpPr>
          <p:nvPr>
            <p:ph type="sldNum" sz="quarter" idx="12"/>
          </p:nvPr>
        </p:nvSpPr>
        <p:spPr/>
        <p:txBody>
          <a:bodyPr/>
          <a:lstStyle/>
          <a:p>
            <a:fld id="{E23A8710-7A90-574E-842E-AD40B2D58FE2}" type="slidenum">
              <a:rPr lang="en-US" smtClean="0"/>
              <a:t>‹#›</a:t>
            </a:fld>
            <a:endParaRPr lang="en-US"/>
          </a:p>
        </p:txBody>
      </p:sp>
    </p:spTree>
    <p:extLst>
      <p:ext uri="{BB962C8B-B14F-4D97-AF65-F5344CB8AC3E}">
        <p14:creationId xmlns:p14="http://schemas.microsoft.com/office/powerpoint/2010/main" val="1232838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FFBDC-0041-294D-A822-EE9095E0DCA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72AAEAC-6F4A-21AC-1233-7A2782FDE95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457D67E-3201-92C4-4207-FDBE7AEB37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D74E78C-9511-8AC7-1C2E-2ECAAF052F4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540038-C842-AE8C-AB98-AF7EB4825E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B8101AA-3503-58C3-F84F-2161D8DD5105}"/>
              </a:ext>
            </a:extLst>
          </p:cNvPr>
          <p:cNvSpPr>
            <a:spLocks noGrp="1"/>
          </p:cNvSpPr>
          <p:nvPr>
            <p:ph type="dt" sz="half" idx="10"/>
          </p:nvPr>
        </p:nvSpPr>
        <p:spPr/>
        <p:txBody>
          <a:bodyPr/>
          <a:lstStyle/>
          <a:p>
            <a:fld id="{68C54F17-8D3A-6B45-87D6-AFED54278D6E}" type="datetimeFigureOut">
              <a:rPr lang="en-US" smtClean="0"/>
              <a:t>4/3/2026</a:t>
            </a:fld>
            <a:endParaRPr lang="en-US"/>
          </a:p>
        </p:txBody>
      </p:sp>
      <p:sp>
        <p:nvSpPr>
          <p:cNvPr id="8" name="Footer Placeholder 7">
            <a:extLst>
              <a:ext uri="{FF2B5EF4-FFF2-40B4-BE49-F238E27FC236}">
                <a16:creationId xmlns:a16="http://schemas.microsoft.com/office/drawing/2014/main" id="{80DBF51E-0297-561A-54A5-5D61A0C62A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8134A64-F725-0745-AB3B-5A76C886C661}"/>
              </a:ext>
            </a:extLst>
          </p:cNvPr>
          <p:cNvSpPr>
            <a:spLocks noGrp="1"/>
          </p:cNvSpPr>
          <p:nvPr>
            <p:ph type="sldNum" sz="quarter" idx="12"/>
          </p:nvPr>
        </p:nvSpPr>
        <p:spPr/>
        <p:txBody>
          <a:bodyPr/>
          <a:lstStyle/>
          <a:p>
            <a:fld id="{E23A8710-7A90-574E-842E-AD40B2D58FE2}" type="slidenum">
              <a:rPr lang="en-US" smtClean="0"/>
              <a:t>‹#›</a:t>
            </a:fld>
            <a:endParaRPr lang="en-US"/>
          </a:p>
        </p:txBody>
      </p:sp>
    </p:spTree>
    <p:extLst>
      <p:ext uri="{BB962C8B-B14F-4D97-AF65-F5344CB8AC3E}">
        <p14:creationId xmlns:p14="http://schemas.microsoft.com/office/powerpoint/2010/main" val="40889185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1E2A0-364E-8C53-9DDE-BF56BC4381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DB6C637-AC3F-BDF7-B830-0CA56F6B4D59}"/>
              </a:ext>
            </a:extLst>
          </p:cNvPr>
          <p:cNvSpPr>
            <a:spLocks noGrp="1"/>
          </p:cNvSpPr>
          <p:nvPr>
            <p:ph type="dt" sz="half" idx="10"/>
          </p:nvPr>
        </p:nvSpPr>
        <p:spPr/>
        <p:txBody>
          <a:bodyPr/>
          <a:lstStyle/>
          <a:p>
            <a:fld id="{68C54F17-8D3A-6B45-87D6-AFED54278D6E}" type="datetimeFigureOut">
              <a:rPr lang="en-US" smtClean="0"/>
              <a:t>4/3/2026</a:t>
            </a:fld>
            <a:endParaRPr lang="en-US"/>
          </a:p>
        </p:txBody>
      </p:sp>
      <p:sp>
        <p:nvSpPr>
          <p:cNvPr id="4" name="Footer Placeholder 3">
            <a:extLst>
              <a:ext uri="{FF2B5EF4-FFF2-40B4-BE49-F238E27FC236}">
                <a16:creationId xmlns:a16="http://schemas.microsoft.com/office/drawing/2014/main" id="{0D393935-B968-D9A3-86D8-B992B26B53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511A3D-2410-7A9A-7967-095C9F2E1CB4}"/>
              </a:ext>
            </a:extLst>
          </p:cNvPr>
          <p:cNvSpPr>
            <a:spLocks noGrp="1"/>
          </p:cNvSpPr>
          <p:nvPr>
            <p:ph type="sldNum" sz="quarter" idx="12"/>
          </p:nvPr>
        </p:nvSpPr>
        <p:spPr/>
        <p:txBody>
          <a:bodyPr/>
          <a:lstStyle/>
          <a:p>
            <a:fld id="{E23A8710-7A90-574E-842E-AD40B2D58FE2}" type="slidenum">
              <a:rPr lang="en-US" smtClean="0"/>
              <a:t>‹#›</a:t>
            </a:fld>
            <a:endParaRPr lang="en-US"/>
          </a:p>
        </p:txBody>
      </p:sp>
    </p:spTree>
    <p:extLst>
      <p:ext uri="{BB962C8B-B14F-4D97-AF65-F5344CB8AC3E}">
        <p14:creationId xmlns:p14="http://schemas.microsoft.com/office/powerpoint/2010/main" val="24070630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FD54A98-0DD1-2D1A-3AAC-0D9F27835AF2}"/>
              </a:ext>
            </a:extLst>
          </p:cNvPr>
          <p:cNvSpPr>
            <a:spLocks noGrp="1"/>
          </p:cNvSpPr>
          <p:nvPr>
            <p:ph type="dt" sz="half" idx="10"/>
          </p:nvPr>
        </p:nvSpPr>
        <p:spPr/>
        <p:txBody>
          <a:bodyPr/>
          <a:lstStyle/>
          <a:p>
            <a:fld id="{68C54F17-8D3A-6B45-87D6-AFED54278D6E}" type="datetimeFigureOut">
              <a:rPr lang="en-US" smtClean="0"/>
              <a:t>4/3/2026</a:t>
            </a:fld>
            <a:endParaRPr lang="en-US"/>
          </a:p>
        </p:txBody>
      </p:sp>
      <p:sp>
        <p:nvSpPr>
          <p:cNvPr id="3" name="Footer Placeholder 2">
            <a:extLst>
              <a:ext uri="{FF2B5EF4-FFF2-40B4-BE49-F238E27FC236}">
                <a16:creationId xmlns:a16="http://schemas.microsoft.com/office/drawing/2014/main" id="{4AFEE3AA-227B-1031-0B03-5519F723E0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FE8FA5D-B9FB-B500-7D1B-78637A5254F4}"/>
              </a:ext>
            </a:extLst>
          </p:cNvPr>
          <p:cNvSpPr>
            <a:spLocks noGrp="1"/>
          </p:cNvSpPr>
          <p:nvPr>
            <p:ph type="sldNum" sz="quarter" idx="12"/>
          </p:nvPr>
        </p:nvSpPr>
        <p:spPr/>
        <p:txBody>
          <a:bodyPr/>
          <a:lstStyle/>
          <a:p>
            <a:fld id="{E23A8710-7A90-574E-842E-AD40B2D58FE2}" type="slidenum">
              <a:rPr lang="en-US" smtClean="0"/>
              <a:t>‹#›</a:t>
            </a:fld>
            <a:endParaRPr lang="en-US"/>
          </a:p>
        </p:txBody>
      </p:sp>
    </p:spTree>
    <p:extLst>
      <p:ext uri="{BB962C8B-B14F-4D97-AF65-F5344CB8AC3E}">
        <p14:creationId xmlns:p14="http://schemas.microsoft.com/office/powerpoint/2010/main" val="1598142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C56C0-6856-4AA9-3B77-17D33E1FF93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EE0E9B-E08B-1B6F-3342-4F0D049F635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6532AFE-CB84-4803-827A-02DB53A542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8558E6-AC59-9342-C78C-40A581711652}"/>
              </a:ext>
            </a:extLst>
          </p:cNvPr>
          <p:cNvSpPr>
            <a:spLocks noGrp="1"/>
          </p:cNvSpPr>
          <p:nvPr>
            <p:ph type="dt" sz="half" idx="10"/>
          </p:nvPr>
        </p:nvSpPr>
        <p:spPr/>
        <p:txBody>
          <a:bodyPr/>
          <a:lstStyle/>
          <a:p>
            <a:fld id="{68C54F17-8D3A-6B45-87D6-AFED54278D6E}" type="datetimeFigureOut">
              <a:rPr lang="en-US" smtClean="0"/>
              <a:t>4/3/2026</a:t>
            </a:fld>
            <a:endParaRPr lang="en-US"/>
          </a:p>
        </p:txBody>
      </p:sp>
      <p:sp>
        <p:nvSpPr>
          <p:cNvPr id="6" name="Footer Placeholder 5">
            <a:extLst>
              <a:ext uri="{FF2B5EF4-FFF2-40B4-BE49-F238E27FC236}">
                <a16:creationId xmlns:a16="http://schemas.microsoft.com/office/drawing/2014/main" id="{31850A1B-C943-C82C-621C-E9E35164211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2C9D001-1E65-AEEE-C618-B73DFA4175FA}"/>
              </a:ext>
            </a:extLst>
          </p:cNvPr>
          <p:cNvSpPr>
            <a:spLocks noGrp="1"/>
          </p:cNvSpPr>
          <p:nvPr>
            <p:ph type="sldNum" sz="quarter" idx="12"/>
          </p:nvPr>
        </p:nvSpPr>
        <p:spPr/>
        <p:txBody>
          <a:bodyPr/>
          <a:lstStyle/>
          <a:p>
            <a:fld id="{E23A8710-7A90-574E-842E-AD40B2D58FE2}" type="slidenum">
              <a:rPr lang="en-US" smtClean="0"/>
              <a:t>‹#›</a:t>
            </a:fld>
            <a:endParaRPr lang="en-US"/>
          </a:p>
        </p:txBody>
      </p:sp>
    </p:spTree>
    <p:extLst>
      <p:ext uri="{BB962C8B-B14F-4D97-AF65-F5344CB8AC3E}">
        <p14:creationId xmlns:p14="http://schemas.microsoft.com/office/powerpoint/2010/main" val="16700067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D1211-5DD5-227F-145A-80F160B195E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9B59332-4B35-A14A-C10D-EE91202177B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A627572-DAC7-CC4D-79D8-913A8B5B2E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EDD210-E53D-EC14-6A77-F354D5BFAB61}"/>
              </a:ext>
            </a:extLst>
          </p:cNvPr>
          <p:cNvSpPr>
            <a:spLocks noGrp="1"/>
          </p:cNvSpPr>
          <p:nvPr>
            <p:ph type="dt" sz="half" idx="10"/>
          </p:nvPr>
        </p:nvSpPr>
        <p:spPr/>
        <p:txBody>
          <a:bodyPr/>
          <a:lstStyle/>
          <a:p>
            <a:fld id="{68C54F17-8D3A-6B45-87D6-AFED54278D6E}" type="datetimeFigureOut">
              <a:rPr lang="en-US" smtClean="0"/>
              <a:t>4/3/2026</a:t>
            </a:fld>
            <a:endParaRPr lang="en-US"/>
          </a:p>
        </p:txBody>
      </p:sp>
      <p:sp>
        <p:nvSpPr>
          <p:cNvPr id="6" name="Footer Placeholder 5">
            <a:extLst>
              <a:ext uri="{FF2B5EF4-FFF2-40B4-BE49-F238E27FC236}">
                <a16:creationId xmlns:a16="http://schemas.microsoft.com/office/drawing/2014/main" id="{B2677694-C1CF-FDE5-8BBA-A02877C131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CD701B-EF95-5161-A9EB-36B05A6D7A7A}"/>
              </a:ext>
            </a:extLst>
          </p:cNvPr>
          <p:cNvSpPr>
            <a:spLocks noGrp="1"/>
          </p:cNvSpPr>
          <p:nvPr>
            <p:ph type="sldNum" sz="quarter" idx="12"/>
          </p:nvPr>
        </p:nvSpPr>
        <p:spPr/>
        <p:txBody>
          <a:bodyPr/>
          <a:lstStyle/>
          <a:p>
            <a:fld id="{E23A8710-7A90-574E-842E-AD40B2D58FE2}" type="slidenum">
              <a:rPr lang="en-US" smtClean="0"/>
              <a:t>‹#›</a:t>
            </a:fld>
            <a:endParaRPr lang="en-US"/>
          </a:p>
        </p:txBody>
      </p:sp>
    </p:spTree>
    <p:extLst>
      <p:ext uri="{BB962C8B-B14F-4D97-AF65-F5344CB8AC3E}">
        <p14:creationId xmlns:p14="http://schemas.microsoft.com/office/powerpoint/2010/main" val="6718146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E1683-7388-7568-E754-9C7435A437E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CDC75E2-378D-ECEB-EF3C-85C493E436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E061EF-8EDE-3012-5D90-9BC66BDEC3DB}"/>
              </a:ext>
            </a:extLst>
          </p:cNvPr>
          <p:cNvSpPr>
            <a:spLocks noGrp="1"/>
          </p:cNvSpPr>
          <p:nvPr>
            <p:ph type="dt" sz="half" idx="10"/>
          </p:nvPr>
        </p:nvSpPr>
        <p:spPr/>
        <p:txBody>
          <a:bodyPr/>
          <a:lstStyle/>
          <a:p>
            <a:fld id="{68C54F17-8D3A-6B45-87D6-AFED54278D6E}" type="datetimeFigureOut">
              <a:rPr lang="en-US" smtClean="0"/>
              <a:t>4/3/2026</a:t>
            </a:fld>
            <a:endParaRPr lang="en-US"/>
          </a:p>
        </p:txBody>
      </p:sp>
      <p:sp>
        <p:nvSpPr>
          <p:cNvPr id="5" name="Footer Placeholder 4">
            <a:extLst>
              <a:ext uri="{FF2B5EF4-FFF2-40B4-BE49-F238E27FC236}">
                <a16:creationId xmlns:a16="http://schemas.microsoft.com/office/drawing/2014/main" id="{2A613F04-AB4F-529D-EF0B-EAC6ABBD16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D58342A-1862-2B86-7F31-7EDEE2C10A9D}"/>
              </a:ext>
            </a:extLst>
          </p:cNvPr>
          <p:cNvSpPr>
            <a:spLocks noGrp="1"/>
          </p:cNvSpPr>
          <p:nvPr>
            <p:ph type="sldNum" sz="quarter" idx="12"/>
          </p:nvPr>
        </p:nvSpPr>
        <p:spPr/>
        <p:txBody>
          <a:bodyPr/>
          <a:lstStyle/>
          <a:p>
            <a:fld id="{E23A8710-7A90-574E-842E-AD40B2D58FE2}" type="slidenum">
              <a:rPr lang="en-US" smtClean="0"/>
              <a:t>‹#›</a:t>
            </a:fld>
            <a:endParaRPr lang="en-US"/>
          </a:p>
        </p:txBody>
      </p:sp>
    </p:spTree>
    <p:extLst>
      <p:ext uri="{BB962C8B-B14F-4D97-AF65-F5344CB8AC3E}">
        <p14:creationId xmlns:p14="http://schemas.microsoft.com/office/powerpoint/2010/main" val="701263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4F4C3BF-FC0A-8D50-D83C-A7E55663498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A89B2C-01FF-F202-C968-3C8DE786B6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63BE8CF-6377-9503-9F4E-B8FDA0DE3525}"/>
              </a:ext>
            </a:extLst>
          </p:cNvPr>
          <p:cNvSpPr>
            <a:spLocks noGrp="1"/>
          </p:cNvSpPr>
          <p:nvPr>
            <p:ph type="dt" sz="half" idx="10"/>
          </p:nvPr>
        </p:nvSpPr>
        <p:spPr/>
        <p:txBody>
          <a:bodyPr/>
          <a:lstStyle/>
          <a:p>
            <a:fld id="{68C54F17-8D3A-6B45-87D6-AFED54278D6E}" type="datetimeFigureOut">
              <a:rPr lang="en-US" smtClean="0"/>
              <a:t>4/3/2026</a:t>
            </a:fld>
            <a:endParaRPr lang="en-US"/>
          </a:p>
        </p:txBody>
      </p:sp>
      <p:sp>
        <p:nvSpPr>
          <p:cNvPr id="5" name="Footer Placeholder 4">
            <a:extLst>
              <a:ext uri="{FF2B5EF4-FFF2-40B4-BE49-F238E27FC236}">
                <a16:creationId xmlns:a16="http://schemas.microsoft.com/office/drawing/2014/main" id="{FD8BE372-37CD-CAF8-7A68-EEAC2D400A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E1A8B8-DFEC-35BA-68D3-2E8DF72064EC}"/>
              </a:ext>
            </a:extLst>
          </p:cNvPr>
          <p:cNvSpPr>
            <a:spLocks noGrp="1"/>
          </p:cNvSpPr>
          <p:nvPr>
            <p:ph type="sldNum" sz="quarter" idx="12"/>
          </p:nvPr>
        </p:nvSpPr>
        <p:spPr/>
        <p:txBody>
          <a:bodyPr/>
          <a:lstStyle/>
          <a:p>
            <a:fld id="{E23A8710-7A90-574E-842E-AD40B2D58FE2}" type="slidenum">
              <a:rPr lang="en-US" smtClean="0"/>
              <a:t>‹#›</a:t>
            </a:fld>
            <a:endParaRPr lang="en-US"/>
          </a:p>
        </p:txBody>
      </p:sp>
    </p:spTree>
    <p:extLst>
      <p:ext uri="{BB962C8B-B14F-4D97-AF65-F5344CB8AC3E}">
        <p14:creationId xmlns:p14="http://schemas.microsoft.com/office/powerpoint/2010/main" val="448207703"/>
      </p:ext>
    </p:extLst>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828B7D-B071-2643-F83E-8EA1F889B9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30CA2C9-19B4-09B0-4119-E374F821137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BC9919-6256-AC4D-9706-B8E60D535D5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8C54F17-8D3A-6B45-87D6-AFED54278D6E}" type="datetimeFigureOut">
              <a:rPr lang="en-US" smtClean="0"/>
              <a:t>4/3/2026</a:t>
            </a:fld>
            <a:endParaRPr lang="en-US"/>
          </a:p>
        </p:txBody>
      </p:sp>
      <p:sp>
        <p:nvSpPr>
          <p:cNvPr id="5" name="Footer Placeholder 4">
            <a:extLst>
              <a:ext uri="{FF2B5EF4-FFF2-40B4-BE49-F238E27FC236}">
                <a16:creationId xmlns:a16="http://schemas.microsoft.com/office/drawing/2014/main" id="{E3026082-6F06-0F88-B039-F1D5FD4890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B0BCC1A-C8D7-2FF4-EF79-857B75EFD7B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3A8710-7A90-574E-842E-AD40B2D58FE2}" type="slidenum">
              <a:rPr lang="en-US" smtClean="0"/>
              <a:t>‹#›</a:t>
            </a:fld>
            <a:endParaRPr lang="en-US"/>
          </a:p>
        </p:txBody>
      </p:sp>
    </p:spTree>
    <p:extLst>
      <p:ext uri="{BB962C8B-B14F-4D97-AF65-F5344CB8AC3E}">
        <p14:creationId xmlns:p14="http://schemas.microsoft.com/office/powerpoint/2010/main" val="35372187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1.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 Id="rId4"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tags/tag1.xml" Type="http://schemas.openxmlformats.org/officeDocument/2006/relationships/tags"/><Relationship Id="rId2" Target="../slideLayouts/slideLayout2.xml" Type="http://schemas.openxmlformats.org/officeDocument/2006/relationships/slideLayout"/><Relationship Id="rId3" Target="../notesSlides/notesSlide2.xml" Type="http://schemas.openxmlformats.org/officeDocument/2006/relationships/notesSlide"/><Relationship Id="rId6" Target="NULL" Type="http://schemas.openxmlformats.org/officeDocument/2006/relationships/image"/><Relationship Id="rId7" Target="NULL"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 Id="rId2" Target="../media/image1.png" Type="http://schemas.openxmlformats.org/officeDocument/2006/relationships/image"/><Relationship Id="rId3" Target="https://www.di-mgt.com.au/euclidean.html"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tags/tag2.xml" Type="http://schemas.openxmlformats.org/officeDocument/2006/relationships/tags"/><Relationship Id="rId2" Target="../slideLayouts/slideLayout2.xml" Type="http://schemas.openxmlformats.org/officeDocument/2006/relationships/slideLayout"/><Relationship Id="rId5" Target="NULL" Type="http://schemas.openxmlformats.org/officeDocument/2006/relationships/image"/><Relationship Id="rId6" Target="../media/image3.png" Type="http://schemas.openxmlformats.org/officeDocument/2006/relationships/image"/><Relationship Id="rId7" Target="https://www.practicalnetworking.net/stand-alone/square-and-multiply/" TargetMode="External" Type="http://schemas.openxmlformats.org/officeDocument/2006/relationships/hyperlink"/><Relationship Id="rId8" Target="../media/image150.png" Type="http://schemas.openxmlformats.org/officeDocument/2006/relationships/image"/></Relationships>
</file>

<file path=ppt/slides/_rels/slide7.xml.rels><?xml version="1.0" encoding="UTF-8" standalone="yes"?><Relationships xmlns="http://schemas.openxmlformats.org/package/2006/relationships"><Relationship Id="rId1" Target="../tags/tag3.xml" Type="http://schemas.openxmlformats.org/officeDocument/2006/relationships/tags"/><Relationship Id="rId2" Target="../slideLayouts/slideLayout2.xml" Type="http://schemas.openxmlformats.org/officeDocument/2006/relationships/slideLayout"/><Relationship Id="rId3" Target="../notesSlides/notesSlide3.xml" Type="http://schemas.openxmlformats.org/officeDocument/2006/relationships/notesSlide"/><Relationship Id="rId4" Target="../media/image4.png" Type="http://schemas.openxmlformats.org/officeDocument/2006/relationships/image"/><Relationship Id="rId5" Target="../media/image5.png" Type="http://schemas.openxmlformats.org/officeDocument/2006/relationships/image"/></Relationships>
</file>

<file path=ppt/slides/_rels/slide8.xml.rels><?xml version="1.0" encoding="UTF-8" standalone="yes"?><Relationships xmlns="http://schemas.openxmlformats.org/package/2006/relationships"><Relationship Id="rId1" Target="../tags/tag4.xml" Type="http://schemas.openxmlformats.org/officeDocument/2006/relationships/tags"/><Relationship Id="rId2" Target="../slideLayouts/slideLayout2.xml" Type="http://schemas.openxmlformats.org/officeDocument/2006/relationships/slideLayout"/><Relationship Id="rId3" Target="../notesSlides/notesSlide4.xml" Type="http://schemas.openxmlformats.org/officeDocument/2006/relationships/notesSlide"/></Relationships>
</file>

<file path=ppt/slides/_rels/slide9.xml.rels><?xml version="1.0" encoding="UTF-8" standalone="yes"?><Relationships xmlns="http://schemas.openxmlformats.org/package/2006/relationships"><Relationship Id="rId1" Target="../tags/tag5.xml" Type="http://schemas.openxmlformats.org/officeDocument/2006/relationships/tags"/><Relationship Id="rId10" Target="https://en.wikipedia.org/wiki/Optimal_asymmetric_encryption_padding" TargetMode="External" Type="http://schemas.openxmlformats.org/officeDocument/2006/relationships/hyperlink"/><Relationship Id="rId2" Target="../slideLayouts/slideLayout2.xml" Type="http://schemas.openxmlformats.org/officeDocument/2006/relationships/slideLayout"/><Relationship Id="rId5" Target="NULL" Type="http://schemas.openxmlformats.org/officeDocument/2006/relationships/image"/><Relationship Id="rId8" Target="../media/image150.png" Type="http://schemas.openxmlformats.org/officeDocument/2006/relationships/image"/><Relationship Id="rId9" Target="../media/image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7.emf"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2.xml" Type="http://schemas.openxmlformats.org/officeDocument/2006/relationships/slideLayout"/><Relationship Id="rId10" Target="https://en.wikipedia.org/wiki/Fermat%27s_little_theorem" TargetMode="External" Type="http://schemas.openxmlformats.org/officeDocument/2006/relationships/hyperlink"/><Relationship Id="rId4" Target="../media/image180.png" Type="http://schemas.openxmlformats.org/officeDocument/2006/relationships/image"/><Relationship Id="rId5" Target="NULL" Type="http://schemas.openxmlformats.org/officeDocument/2006/relationships/image"/><Relationship Id="rId6" Target="NULL" Type="http://schemas.openxmlformats.org/officeDocument/2006/relationships/image"/><Relationship Id="rId7" Target="../media/image190.png" Type="http://schemas.openxmlformats.org/officeDocument/2006/relationships/image"/><Relationship Id="rId8" Target="../media/image200.png" Type="http://schemas.openxmlformats.org/officeDocument/2006/relationships/image"/><Relationship Id="rId9" Target="../media/image210.png" Type="http://schemas.openxmlformats.org/officeDocument/2006/relationships/image"/></Relationships>
</file>

<file path=ppt/slides/_rels/slide12.xml.rels><?xml version="1.0" encoding="UTF-8" standalone="yes"?><Relationships xmlns="http://schemas.openxmlformats.org/package/2006/relationships"><Relationship Id="rId1" Target="../tags/tag6.xml" Type="http://schemas.openxmlformats.org/officeDocument/2006/relationships/tags"/><Relationship Id="rId10" Target="../media/image240.png" Type="http://schemas.openxmlformats.org/officeDocument/2006/relationships/image"/><Relationship Id="rId11" Target="../media/image250.png" Type="http://schemas.openxmlformats.org/officeDocument/2006/relationships/image"/><Relationship Id="rId12" Target="../media/image26.png" Type="http://schemas.openxmlformats.org/officeDocument/2006/relationships/image"/><Relationship Id="rId2" Target="../slideLayouts/slideLayout2.xml" Type="http://schemas.openxmlformats.org/officeDocument/2006/relationships/slideLayout"/><Relationship Id="rId3" Target="../notesSlides/notesSlide6.xml" Type="http://schemas.openxmlformats.org/officeDocument/2006/relationships/notesSlide"/><Relationship Id="rId4" Target="../media/image8.png" Type="http://schemas.openxmlformats.org/officeDocument/2006/relationships/image"/><Relationship Id="rId5" Target="../media/hdphoto1.wdp" Type="http://schemas.microsoft.com/office/2007/relationships/hdphoto"/><Relationship Id="rId6" Target="../media/image9.png" Type="http://schemas.openxmlformats.org/officeDocument/2006/relationships/image"/><Relationship Id="rId7" Target="../media/hdphoto2.wdp" Type="http://schemas.microsoft.com/office/2007/relationships/hdphoto"/></Relationships>
</file>

<file path=ppt/slides/_rels/slide13.xml.rels><?xml version="1.0" encoding="UTF-8" standalone="yes"?><Relationships xmlns="http://schemas.openxmlformats.org/package/2006/relationships"><Relationship Id="rId1" Target="../slideLayouts/slideLayout4.xml" Type="http://schemas.openxmlformats.org/officeDocument/2006/relationships/slideLayout"/><Relationship Id="rId2" Target="../notesSlides/notesSlide7.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8.xml" Type="http://schemas.openxmlformats.org/officeDocument/2006/relationships/notesSlide"/><Relationship Id="rId3" Target="https://en.wikipedia.org/wiki/Miller%E2%80%93Rabin_primality_test" TargetMode="External" Type="http://schemas.openxmlformats.org/officeDocument/2006/relationships/hyperlink"/></Relationships>
</file>

<file path=ppt/slides/_rels/slide15.xml.rels><?xml version="1.0" encoding="UTF-8" standalone="yes"?><Relationships xmlns="http://schemas.openxmlformats.org/package/2006/relationships"><Relationship Id="rId1" Target="../slideLayouts/slideLayout2.xml" Type="http://schemas.openxmlformats.org/officeDocument/2006/relationships/slideLayout"/><Relationship Id="rId2" Target="../notesSlides/notesSlide9.xml" Type="http://schemas.openxmlformats.org/officeDocument/2006/relationships/notesSlide"/><Relationship Id="rId5" Target="../media/image270.png" Type="http://schemas.openxmlformats.org/officeDocument/2006/relationships/image"/></Relationships>
</file>

<file path=ppt/slides/_rels/slide16.xml.rels><?xml version="1.0" encoding="UTF-8" standalone="yes"?><Relationships xmlns="http://schemas.openxmlformats.org/package/2006/relationships"><Relationship Id="rId1" Target="../tags/tag7.xml" Type="http://schemas.openxmlformats.org/officeDocument/2006/relationships/tags"/><Relationship Id="rId2" Target="../slideLayouts/slideLayout2.xml" Type="http://schemas.openxmlformats.org/officeDocument/2006/relationships/slideLayout"/><Relationship Id="rId3" Target="../notesSlides/notesSlide10.xml" Type="http://schemas.openxmlformats.org/officeDocument/2006/relationships/notesSlide"/></Relationships>
</file>

<file path=ppt/slides/_rels/slide17.xml.rels><?xml version="1.0" encoding="UTF-8" standalone="yes"?><Relationships xmlns="http://schemas.openxmlformats.org/package/2006/relationships"><Relationship Id="rId1" Target="../tags/tag8.xml" Type="http://schemas.openxmlformats.org/officeDocument/2006/relationships/tags"/><Relationship Id="rId2" Target="../slideLayouts/slideLayout2.xml" Type="http://schemas.openxmlformats.org/officeDocument/2006/relationships/slideLayout"/><Relationship Id="rId3" Target="../notesSlides/notesSlide11.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1F0C-3694-B169-B72C-D7AE691779C6}"/>
              </a:ext>
            </a:extLst>
          </p:cNvPr>
          <p:cNvSpPr>
            <a:spLocks noGrp="1"/>
          </p:cNvSpPr>
          <p:nvPr>
            <p:ph type="title"/>
          </p:nvPr>
        </p:nvSpPr>
        <p:spPr/>
        <p:txBody>
          <a:bodyPr>
            <a:normAutofit/>
          </a:bodyPr>
          <a:lstStyle/>
          <a:p>
            <a:r>
              <a:rPr dirty="0" lang="en-AU"/>
              <a:t>Public Key Cryptography and RSA</a:t>
            </a:r>
            <a:endParaRPr dirty="0" lang="en-US"/>
          </a:p>
        </p:txBody>
      </p:sp>
      <p:sp>
        <p:nvSpPr>
          <p:cNvPr id="3" name="Subtitle 2">
            <a:extLst>
              <a:ext uri="{FF2B5EF4-FFF2-40B4-BE49-F238E27FC236}">
                <a16:creationId xmlns:a16="http://schemas.microsoft.com/office/drawing/2014/main" id="{301D296D-D05E-49D2-CF4E-70E95F259A2C}"/>
              </a:ext>
            </a:extLst>
          </p:cNvPr>
          <p:cNvSpPr>
            <a:spLocks noGrp="1"/>
          </p:cNvSpPr>
          <p:nvPr>
            <p:ph idx="1" type="subTitle"/>
          </p:nvPr>
        </p:nvSpPr>
        <p:spPr/>
        <p:txBody>
          <a:bodyPr>
            <a:normAutofit fontScale="77500" lnSpcReduction="20000"/>
          </a:bodyPr>
          <a:lstStyle/>
          <a:p>
            <a:r>
              <a:rPr dirty="0" lang="en-US"/>
              <a:t>Dr. Xinyue Zhang</a:t>
            </a:r>
          </a:p>
          <a:p>
            <a:r>
              <a:rPr dirty="0" lang="en-US"/>
              <a:t>Assistant Professor</a:t>
            </a:r>
          </a:p>
          <a:p>
            <a:r>
              <a:rPr dirty="0" lang="en-US"/>
              <a:t>Department of Computer Science</a:t>
            </a:r>
          </a:p>
          <a:p>
            <a:r>
              <a:rPr dirty="0" lang="en-US"/>
              <a:t>Kennesaw State University</a:t>
            </a:r>
          </a:p>
          <a:p>
            <a:r>
              <a:rPr dirty="0" lang="en-US"/>
              <a:t>Marietta, GA, USA</a:t>
            </a:r>
          </a:p>
        </p:txBody>
      </p:sp>
    </p:spTree>
    <p:extLst>
      <p:ext uri="{BB962C8B-B14F-4D97-AF65-F5344CB8AC3E}">
        <p14:creationId xmlns:p14="http://schemas.microsoft.com/office/powerpoint/2010/main" val="2365443183"/>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7B482-2E55-47E7-A5A7-6D610F159B5F}"/>
              </a:ext>
            </a:extLst>
          </p:cNvPr>
          <p:cNvSpPr>
            <a:spLocks noGrp="1"/>
          </p:cNvSpPr>
          <p:nvPr>
            <p:ph type="title"/>
          </p:nvPr>
        </p:nvSpPr>
        <p:spPr>
          <a:xfrm>
            <a:off x="1097280" y="286603"/>
            <a:ext cx="10058400" cy="1450757"/>
          </a:xfrm>
        </p:spPr>
        <p:txBody>
          <a:bodyPr>
            <a:normAutofit/>
          </a:bodyPr>
          <a:lstStyle/>
          <a:p>
            <a:r>
              <a:rPr dirty="0" lang="en-US"/>
              <a:t>RSA</a:t>
            </a:r>
          </a:p>
        </p:txBody>
      </p:sp>
      <p:grpSp>
        <p:nvGrpSpPr>
          <p:cNvPr id="39" name="Group 38">
            <a:extLst>
              <a:ext uri="{FF2B5EF4-FFF2-40B4-BE49-F238E27FC236}">
                <a16:creationId xmlns:a16="http://schemas.microsoft.com/office/drawing/2014/main" id="{E1ABCDBF-16AE-4CFC-A3C8-A79F76B8A1C6}"/>
              </a:ext>
            </a:extLst>
          </p:cNvPr>
          <p:cNvGrpSpPr/>
          <p:nvPr/>
        </p:nvGrpSpPr>
        <p:grpSpPr>
          <a:xfrm>
            <a:off x="1539022" y="3244054"/>
            <a:ext cx="1952085" cy="1301065"/>
            <a:chOff x="1096963" y="2944066"/>
            <a:chExt cx="3143249" cy="2094976"/>
          </a:xfrm>
        </p:grpSpPr>
        <p:sp>
          <p:nvSpPr>
            <p:cNvPr id="33" name="Rectangle: Rounded Corners 32">
              <a:extLst>
                <a:ext uri="{FF2B5EF4-FFF2-40B4-BE49-F238E27FC236}">
                  <a16:creationId xmlns:a16="http://schemas.microsoft.com/office/drawing/2014/main" id="{71DAC32A-650C-491E-B9ED-B52E5D45BE64}"/>
                </a:ext>
              </a:extLst>
            </p:cNvPr>
            <p:cNvSpPr/>
            <p:nvPr/>
          </p:nvSpPr>
          <p:spPr>
            <a:xfrm>
              <a:off x="1096963" y="2944066"/>
              <a:ext cx="2828924" cy="1796367"/>
            </a:xfrm>
            <a:prstGeom prst="roundRect">
              <a:avLst>
                <a:gd fmla="val 10000" name="adj"/>
              </a:avLst>
            </a:prstGeom>
            <a:solidFill>
              <a:schemeClr val="bg2">
                <a:lumMod val="50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34" name="Freeform: Shape 33">
              <a:extLst>
                <a:ext uri="{FF2B5EF4-FFF2-40B4-BE49-F238E27FC236}">
                  <a16:creationId xmlns:a16="http://schemas.microsoft.com/office/drawing/2014/main" id="{B84B8D96-ADB1-47DA-A33D-C0ED1AB56587}"/>
                </a:ext>
              </a:extLst>
            </p:cNvPr>
            <p:cNvSpPr/>
            <p:nvPr/>
          </p:nvSpPr>
          <p:spPr>
            <a:xfrm>
              <a:off x="1411288" y="3242675"/>
              <a:ext cx="2828924" cy="1796367"/>
            </a:xfrm>
            <a:custGeom>
              <a:avLst/>
              <a:gdLst>
                <a:gd fmla="*/ 0 w 2828924" name="connsiteX0"/>
                <a:gd fmla="*/ 179637 h 1796367" name="connsiteY0"/>
                <a:gd fmla="*/ 179637 w 2828924" name="connsiteX1"/>
                <a:gd fmla="*/ 0 h 1796367" name="connsiteY1"/>
                <a:gd fmla="*/ 2649287 w 2828924" name="connsiteX2"/>
                <a:gd fmla="*/ 0 h 1796367" name="connsiteY2"/>
                <a:gd fmla="*/ 2828924 w 2828924" name="connsiteX3"/>
                <a:gd fmla="*/ 179637 h 1796367" name="connsiteY3"/>
                <a:gd fmla="*/ 2828924 w 2828924" name="connsiteX4"/>
                <a:gd fmla="*/ 1616730 h 1796367" name="connsiteY4"/>
                <a:gd fmla="*/ 2649287 w 2828924" name="connsiteX5"/>
                <a:gd fmla="*/ 1796367 h 1796367" name="connsiteY5"/>
                <a:gd fmla="*/ 179637 w 2828924" name="connsiteX6"/>
                <a:gd fmla="*/ 1796367 h 1796367" name="connsiteY6"/>
                <a:gd fmla="*/ 0 w 2828924" name="connsiteX7"/>
                <a:gd fmla="*/ 1616730 h 1796367" name="connsiteY7"/>
                <a:gd fmla="*/ 0 w 2828924" name="connsiteX8"/>
                <a:gd fmla="*/ 179637 h 1796367"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1796367" w="2828924">
                  <a:moveTo>
                    <a:pt x="0" y="179637"/>
                  </a:moveTo>
                  <a:cubicBezTo>
                    <a:pt x="0" y="80426"/>
                    <a:pt x="80426" y="0"/>
                    <a:pt x="179637" y="0"/>
                  </a:cubicBezTo>
                  <a:lnTo>
                    <a:pt x="2649287" y="0"/>
                  </a:lnTo>
                  <a:cubicBezTo>
                    <a:pt x="2748498" y="0"/>
                    <a:pt x="2828924" y="80426"/>
                    <a:pt x="2828924" y="179637"/>
                  </a:cubicBezTo>
                  <a:lnTo>
                    <a:pt x="2828924" y="1616730"/>
                  </a:lnTo>
                  <a:cubicBezTo>
                    <a:pt x="2828924" y="1715941"/>
                    <a:pt x="2748498" y="1796367"/>
                    <a:pt x="2649287" y="1796367"/>
                  </a:cubicBezTo>
                  <a:lnTo>
                    <a:pt x="179637" y="1796367"/>
                  </a:lnTo>
                  <a:cubicBezTo>
                    <a:pt x="80426" y="1796367"/>
                    <a:pt x="0" y="1715941"/>
                    <a:pt x="0" y="1616730"/>
                  </a:cubicBezTo>
                  <a:lnTo>
                    <a:pt x="0" y="179637"/>
                  </a:lnTo>
                  <a:close/>
                </a:path>
              </a:pathLst>
            </a:custGeom>
            <a:ln>
              <a:solidFill>
                <a:schemeClr val="bg2">
                  <a:lumMod val="50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nchor="ctr" anchorCtr="0" bIns="212634" lIns="212634" numCol="1" rIns="212634" spcCol="1270" spcFirstLastPara="0" tIns="212634" vert="horz" wrap="square">
              <a:noAutofit/>
            </a:bodyPr>
            <a:lstStyle/>
            <a:p>
              <a:pPr algn="ctr" defTabSz="1866900" indent="0" lvl="0" marL="0">
                <a:lnSpc>
                  <a:spcPct val="90000"/>
                </a:lnSpc>
                <a:spcBef>
                  <a:spcPct val="0"/>
                </a:spcBef>
                <a:spcAft>
                  <a:spcPct val="35000"/>
                </a:spcAft>
                <a:buNone/>
              </a:pPr>
              <a:r>
                <a:rPr dirty="0" kern="1200" lang="en-US" sz="2000"/>
                <a:t>Key generation</a:t>
              </a:r>
            </a:p>
          </p:txBody>
        </p:sp>
      </p:grpSp>
      <p:grpSp>
        <p:nvGrpSpPr>
          <p:cNvPr id="40" name="Group 39">
            <a:extLst>
              <a:ext uri="{FF2B5EF4-FFF2-40B4-BE49-F238E27FC236}">
                <a16:creationId xmlns:a16="http://schemas.microsoft.com/office/drawing/2014/main" id="{4AF4DF35-F948-46EE-AE93-DFAA81F71C57}"/>
              </a:ext>
            </a:extLst>
          </p:cNvPr>
          <p:cNvGrpSpPr/>
          <p:nvPr/>
        </p:nvGrpSpPr>
        <p:grpSpPr>
          <a:xfrm>
            <a:off x="4928358" y="3228533"/>
            <a:ext cx="1998660" cy="1332107"/>
            <a:chOff x="4554537" y="2944066"/>
            <a:chExt cx="3143249" cy="2094976"/>
          </a:xfrm>
        </p:grpSpPr>
        <p:sp>
          <p:nvSpPr>
            <p:cNvPr id="35" name="Rectangle: Rounded Corners 34">
              <a:extLst>
                <a:ext uri="{FF2B5EF4-FFF2-40B4-BE49-F238E27FC236}">
                  <a16:creationId xmlns:a16="http://schemas.microsoft.com/office/drawing/2014/main" id="{30FAFC3D-7AD1-4AA7-B9FD-A5354C01D6E3}"/>
                </a:ext>
              </a:extLst>
            </p:cNvPr>
            <p:cNvSpPr/>
            <p:nvPr/>
          </p:nvSpPr>
          <p:spPr>
            <a:xfrm>
              <a:off x="4554537" y="2944066"/>
              <a:ext cx="2828924" cy="1796367"/>
            </a:xfrm>
            <a:prstGeom prst="roundRect">
              <a:avLst>
                <a:gd fmla="val 10000" name="adj"/>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36" name="Freeform: Shape 35">
              <a:extLst>
                <a:ext uri="{FF2B5EF4-FFF2-40B4-BE49-F238E27FC236}">
                  <a16:creationId xmlns:a16="http://schemas.microsoft.com/office/drawing/2014/main" id="{343C3E08-A386-4CF4-BD1F-E262B8FA6371}"/>
                </a:ext>
              </a:extLst>
            </p:cNvPr>
            <p:cNvSpPr/>
            <p:nvPr/>
          </p:nvSpPr>
          <p:spPr>
            <a:xfrm>
              <a:off x="4868862" y="3242675"/>
              <a:ext cx="2828924" cy="1796367"/>
            </a:xfrm>
            <a:custGeom>
              <a:avLst/>
              <a:gdLst>
                <a:gd fmla="*/ 0 w 2828924" name="connsiteX0"/>
                <a:gd fmla="*/ 179637 h 1796367" name="connsiteY0"/>
                <a:gd fmla="*/ 179637 w 2828924" name="connsiteX1"/>
                <a:gd fmla="*/ 0 h 1796367" name="connsiteY1"/>
                <a:gd fmla="*/ 2649287 w 2828924" name="connsiteX2"/>
                <a:gd fmla="*/ 0 h 1796367" name="connsiteY2"/>
                <a:gd fmla="*/ 2828924 w 2828924" name="connsiteX3"/>
                <a:gd fmla="*/ 179637 h 1796367" name="connsiteY3"/>
                <a:gd fmla="*/ 2828924 w 2828924" name="connsiteX4"/>
                <a:gd fmla="*/ 1616730 h 1796367" name="connsiteY4"/>
                <a:gd fmla="*/ 2649287 w 2828924" name="connsiteX5"/>
                <a:gd fmla="*/ 1796367 h 1796367" name="connsiteY5"/>
                <a:gd fmla="*/ 179637 w 2828924" name="connsiteX6"/>
                <a:gd fmla="*/ 1796367 h 1796367" name="connsiteY6"/>
                <a:gd fmla="*/ 0 w 2828924" name="connsiteX7"/>
                <a:gd fmla="*/ 1616730 h 1796367" name="connsiteY7"/>
                <a:gd fmla="*/ 0 w 2828924" name="connsiteX8"/>
                <a:gd fmla="*/ 179637 h 1796367"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1796367" w="2828924">
                  <a:moveTo>
                    <a:pt x="0" y="179637"/>
                  </a:moveTo>
                  <a:cubicBezTo>
                    <a:pt x="0" y="80426"/>
                    <a:pt x="80426" y="0"/>
                    <a:pt x="179637" y="0"/>
                  </a:cubicBezTo>
                  <a:lnTo>
                    <a:pt x="2649287" y="0"/>
                  </a:lnTo>
                  <a:cubicBezTo>
                    <a:pt x="2748498" y="0"/>
                    <a:pt x="2828924" y="80426"/>
                    <a:pt x="2828924" y="179637"/>
                  </a:cubicBezTo>
                  <a:lnTo>
                    <a:pt x="2828924" y="1616730"/>
                  </a:lnTo>
                  <a:cubicBezTo>
                    <a:pt x="2828924" y="1715941"/>
                    <a:pt x="2748498" y="1796367"/>
                    <a:pt x="2649287" y="1796367"/>
                  </a:cubicBezTo>
                  <a:lnTo>
                    <a:pt x="179637" y="1796367"/>
                  </a:lnTo>
                  <a:cubicBezTo>
                    <a:pt x="80426" y="1796367"/>
                    <a:pt x="0" y="1715941"/>
                    <a:pt x="0" y="1616730"/>
                  </a:cubicBezTo>
                  <a:lnTo>
                    <a:pt x="0" y="179637"/>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nchor="ctr" anchorCtr="0" bIns="212634" lIns="212634" numCol="1" rIns="212634" spcCol="1270" spcFirstLastPara="0" tIns="212634" vert="horz" wrap="square">
              <a:noAutofit/>
            </a:bodyPr>
            <a:lstStyle/>
            <a:p>
              <a:pPr algn="ctr" defTabSz="1866900" indent="0" lvl="0" marL="0">
                <a:lnSpc>
                  <a:spcPct val="90000"/>
                </a:lnSpc>
                <a:spcBef>
                  <a:spcPct val="0"/>
                </a:spcBef>
                <a:spcAft>
                  <a:spcPct val="35000"/>
                </a:spcAft>
                <a:buNone/>
              </a:pPr>
              <a:r>
                <a:rPr dirty="0" kern="1200" lang="en-US" sz="2000"/>
                <a:t>Encryption</a:t>
              </a:r>
            </a:p>
          </p:txBody>
        </p:sp>
      </p:grpSp>
      <p:grpSp>
        <p:nvGrpSpPr>
          <p:cNvPr id="41" name="Group 40">
            <a:extLst>
              <a:ext uri="{FF2B5EF4-FFF2-40B4-BE49-F238E27FC236}">
                <a16:creationId xmlns:a16="http://schemas.microsoft.com/office/drawing/2014/main" id="{E2E4F19A-0322-40C3-896F-863722DD9E53}"/>
              </a:ext>
            </a:extLst>
          </p:cNvPr>
          <p:cNvGrpSpPr/>
          <p:nvPr/>
        </p:nvGrpSpPr>
        <p:grpSpPr>
          <a:xfrm>
            <a:off x="8364269" y="3228533"/>
            <a:ext cx="1998660" cy="1332107"/>
            <a:chOff x="8012112" y="2944066"/>
            <a:chExt cx="3143250" cy="2094976"/>
          </a:xfrm>
        </p:grpSpPr>
        <p:sp>
          <p:nvSpPr>
            <p:cNvPr id="37" name="Rectangle: Rounded Corners 36">
              <a:extLst>
                <a:ext uri="{FF2B5EF4-FFF2-40B4-BE49-F238E27FC236}">
                  <a16:creationId xmlns:a16="http://schemas.microsoft.com/office/drawing/2014/main" id="{A22335CC-D2F4-4E8B-8E90-7A4C6A5FDEE3}"/>
                </a:ext>
              </a:extLst>
            </p:cNvPr>
            <p:cNvSpPr/>
            <p:nvPr/>
          </p:nvSpPr>
          <p:spPr>
            <a:xfrm>
              <a:off x="8012112" y="2944066"/>
              <a:ext cx="2828924" cy="1796367"/>
            </a:xfrm>
            <a:prstGeom prst="roundRect">
              <a:avLst>
                <a:gd fmla="val 10000" name="adj"/>
              </a:avLst>
            </a:prstGeom>
            <a:solidFill>
              <a:schemeClr val="accent6">
                <a:lumMod val="75000"/>
              </a:schemeClr>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38" name="Freeform: Shape 37">
              <a:extLst>
                <a:ext uri="{FF2B5EF4-FFF2-40B4-BE49-F238E27FC236}">
                  <a16:creationId xmlns:a16="http://schemas.microsoft.com/office/drawing/2014/main" id="{BFFE8E78-51BB-414F-9687-589E651AF092}"/>
                </a:ext>
              </a:extLst>
            </p:cNvPr>
            <p:cNvSpPr/>
            <p:nvPr/>
          </p:nvSpPr>
          <p:spPr>
            <a:xfrm>
              <a:off x="8326438" y="3242675"/>
              <a:ext cx="2828924" cy="1796367"/>
            </a:xfrm>
            <a:custGeom>
              <a:avLst/>
              <a:gdLst>
                <a:gd fmla="*/ 0 w 2828924" name="connsiteX0"/>
                <a:gd fmla="*/ 179637 h 1796367" name="connsiteY0"/>
                <a:gd fmla="*/ 179637 w 2828924" name="connsiteX1"/>
                <a:gd fmla="*/ 0 h 1796367" name="connsiteY1"/>
                <a:gd fmla="*/ 2649287 w 2828924" name="connsiteX2"/>
                <a:gd fmla="*/ 0 h 1796367" name="connsiteY2"/>
                <a:gd fmla="*/ 2828924 w 2828924" name="connsiteX3"/>
                <a:gd fmla="*/ 179637 h 1796367" name="connsiteY3"/>
                <a:gd fmla="*/ 2828924 w 2828924" name="connsiteX4"/>
                <a:gd fmla="*/ 1616730 h 1796367" name="connsiteY4"/>
                <a:gd fmla="*/ 2649287 w 2828924" name="connsiteX5"/>
                <a:gd fmla="*/ 1796367 h 1796367" name="connsiteY5"/>
                <a:gd fmla="*/ 179637 w 2828924" name="connsiteX6"/>
                <a:gd fmla="*/ 1796367 h 1796367" name="connsiteY6"/>
                <a:gd fmla="*/ 0 w 2828924" name="connsiteX7"/>
                <a:gd fmla="*/ 1616730 h 1796367" name="connsiteY7"/>
                <a:gd fmla="*/ 0 w 2828924" name="connsiteX8"/>
                <a:gd fmla="*/ 179637 h 1796367"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1796367" w="2828924">
                  <a:moveTo>
                    <a:pt x="0" y="179637"/>
                  </a:moveTo>
                  <a:cubicBezTo>
                    <a:pt x="0" y="80426"/>
                    <a:pt x="80426" y="0"/>
                    <a:pt x="179637" y="0"/>
                  </a:cubicBezTo>
                  <a:lnTo>
                    <a:pt x="2649287" y="0"/>
                  </a:lnTo>
                  <a:cubicBezTo>
                    <a:pt x="2748498" y="0"/>
                    <a:pt x="2828924" y="80426"/>
                    <a:pt x="2828924" y="179637"/>
                  </a:cubicBezTo>
                  <a:lnTo>
                    <a:pt x="2828924" y="1616730"/>
                  </a:lnTo>
                  <a:cubicBezTo>
                    <a:pt x="2828924" y="1715941"/>
                    <a:pt x="2748498" y="1796367"/>
                    <a:pt x="2649287" y="1796367"/>
                  </a:cubicBezTo>
                  <a:lnTo>
                    <a:pt x="179637" y="1796367"/>
                  </a:lnTo>
                  <a:cubicBezTo>
                    <a:pt x="80426" y="1796367"/>
                    <a:pt x="0" y="1715941"/>
                    <a:pt x="0" y="1616730"/>
                  </a:cubicBezTo>
                  <a:lnTo>
                    <a:pt x="0" y="179637"/>
                  </a:lnTo>
                  <a:close/>
                </a:path>
              </a:pathLst>
            </a:custGeom>
            <a:ln>
              <a:solidFill>
                <a:schemeClr val="accent6">
                  <a:lumMod val="75000"/>
                </a:schemeClr>
              </a:solidFill>
            </a:ln>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nchor="ctr" anchorCtr="0" bIns="212634" lIns="212634" numCol="1" rIns="212634" spcCol="1270" spcFirstLastPara="0" tIns="212634" vert="horz" wrap="square">
              <a:noAutofit/>
            </a:bodyPr>
            <a:lstStyle/>
            <a:p>
              <a:pPr algn="ctr" defTabSz="1866900" indent="0" lvl="0" marL="0">
                <a:lnSpc>
                  <a:spcPct val="90000"/>
                </a:lnSpc>
                <a:spcBef>
                  <a:spcPct val="0"/>
                </a:spcBef>
                <a:spcAft>
                  <a:spcPct val="35000"/>
                </a:spcAft>
                <a:buNone/>
              </a:pPr>
              <a:r>
                <a:rPr dirty="0" kern="1200" lang="en-US" sz="2000"/>
                <a:t>Decryption</a:t>
              </a:r>
            </a:p>
          </p:txBody>
        </p:sp>
      </p:grpSp>
      <p:sp>
        <p:nvSpPr>
          <p:cNvPr id="3" name="Slide Number Placeholder 2">
            <a:extLst>
              <a:ext uri="{FF2B5EF4-FFF2-40B4-BE49-F238E27FC236}">
                <a16:creationId xmlns:a16="http://schemas.microsoft.com/office/drawing/2014/main" id="{92A383F1-B9A1-4E13-8359-6B1C5CC4A9BA}"/>
              </a:ext>
            </a:extLst>
          </p:cNvPr>
          <p:cNvSpPr>
            <a:spLocks noGrp="1"/>
          </p:cNvSpPr>
          <p:nvPr>
            <p:ph idx="12" sz="quarter" type="sldNum"/>
          </p:nvPr>
        </p:nvSpPr>
        <p:spPr/>
        <p:txBody>
          <a:bodyPr/>
          <a:lstStyle/>
          <a:p>
            <a:fld id="{3EE413A7-32C0-42B9-8169-A32BFBDA280A}" type="slidenum">
              <a:rPr lang="en-US" smtClean="0"/>
              <a:t>2</a:t>
            </a:fld>
            <a:endParaRPr lang="en-US"/>
          </a:p>
        </p:txBody>
      </p:sp>
    </p:spTree>
    <p:extLst>
      <p:ext uri="{BB962C8B-B14F-4D97-AF65-F5344CB8AC3E}">
        <p14:creationId xmlns:p14="http://schemas.microsoft.com/office/powerpoint/2010/main" val="1729697469"/>
      </p:ext>
    </p:extLst>
  </p:cSld>
  <p:clrMapOvr>
    <a:masterClrMapping/>
  </p:clrMapOvr>
  <mc:AlternateContent xmlns:mc="http://schemas.openxmlformats.org/markup-compatibility/2006" xmlns:p14="http://schemas.microsoft.com/office/powerpoint/2010/main">
    <mc:Choice Requires="p14">
      <p:transition advTm="33258" p14:dur="2000" spd="slow"/>
    </mc:Choice>
    <mc:Fallback>
      <p:transition advTm="33258"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ED214-F97D-4017-AD28-D591B149FF8F}"/>
              </a:ext>
            </a:extLst>
          </p:cNvPr>
          <p:cNvSpPr>
            <a:spLocks noGrp="1"/>
          </p:cNvSpPr>
          <p:nvPr>
            <p:ph type="title"/>
          </p:nvPr>
        </p:nvSpPr>
        <p:spPr/>
        <p:txBody>
          <a:bodyPr/>
          <a:lstStyle/>
          <a:p>
            <a:r>
              <a:rPr dirty="0" lang="en-US"/>
              <a:t>Key Generation</a:t>
            </a:r>
          </a:p>
        </p:txBody>
      </p:sp>
      <p:grpSp>
        <p:nvGrpSpPr>
          <p:cNvPr id="17" name="Group 16">
            <a:extLst>
              <a:ext uri="{FF2B5EF4-FFF2-40B4-BE49-F238E27FC236}">
                <a16:creationId xmlns:a16="http://schemas.microsoft.com/office/drawing/2014/main" id="{6EFA98F4-5749-4679-B986-F740F46E426F}"/>
              </a:ext>
            </a:extLst>
          </p:cNvPr>
          <p:cNvGrpSpPr/>
          <p:nvPr/>
        </p:nvGrpSpPr>
        <p:grpSpPr>
          <a:xfrm>
            <a:off x="2898294" y="2060848"/>
            <a:ext cx="6410229" cy="3419399"/>
            <a:chOff x="221779" y="2054467"/>
            <a:chExt cx="5874221" cy="3419399"/>
          </a:xfrm>
        </p:grpSpPr>
        <p:sp>
          <p:nvSpPr>
            <p:cNvPr id="5" name="Rectangle 4">
              <a:extLst>
                <a:ext uri="{FF2B5EF4-FFF2-40B4-BE49-F238E27FC236}">
                  <a16:creationId xmlns:a16="http://schemas.microsoft.com/office/drawing/2014/main" id="{C0BF9DA7-14B3-45CB-8832-9B5BCDD2938F}"/>
                </a:ext>
              </a:extLst>
            </p:cNvPr>
            <p:cNvSpPr/>
            <p:nvPr/>
          </p:nvSpPr>
          <p:spPr>
            <a:xfrm>
              <a:off x="221779" y="2054467"/>
              <a:ext cx="5764174" cy="3263767"/>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buFont charset="0" pitchFamily="34" typeface="Arial"/>
                <a:buChar char="•"/>
              </a:pPr>
              <a:r>
                <a:rPr dirty="0" lang="en-US"/>
                <a:t> </a:t>
              </a:r>
            </a:p>
          </p:txBody>
        </p:sp>
        <mc:AlternateContent xmlns:a14="http://schemas.microsoft.com/office/drawing/2010/main" xmlns:mc="http://schemas.openxmlformats.org/markup-compatibility/2006">
          <mc:Choice Requires="a14">
            <p:sp>
              <p:nvSpPr>
                <p:cNvPr id="6" name="TextBox 5">
                  <a:extLst>
                    <a:ext uri="{FF2B5EF4-FFF2-40B4-BE49-F238E27FC236}">
                      <a16:creationId xmlns:a16="http://schemas.microsoft.com/office/drawing/2014/main" id="{B7427D3F-6075-4709-BB63-68BEF8FF2563}"/>
                    </a:ext>
                  </a:extLst>
                </p:cNvPr>
                <p:cNvSpPr txBox="1"/>
                <p:nvPr/>
              </p:nvSpPr>
              <p:spPr>
                <a:xfrm>
                  <a:off x="245065" y="2054468"/>
                  <a:ext cx="5850935" cy="3419398"/>
                </a:xfrm>
                <a:prstGeom prst="rect">
                  <a:avLst/>
                </a:prstGeom>
                <a:noFill/>
              </p:spPr>
              <p:txBody>
                <a:bodyPr rtlCol="0" wrap="square">
                  <a:spAutoFit/>
                </a:bodyPr>
                <a:lstStyle/>
                <a:p>
                  <a:r>
                    <a:rPr b="1" dirty="0" lang="en-US"/>
                    <a:t>RSA Key Generation</a:t>
                  </a:r>
                  <a:br>
                    <a:rPr b="1" dirty="0" lang="en-US"/>
                  </a:br>
                  <a:r>
                    <a:rPr b="1" dirty="0" lang="en-US"/>
                    <a:t>Output</a:t>
                  </a:r>
                  <a:r>
                    <a:rPr dirty="0" lang="en-US"/>
                    <a:t>: public key: </a:t>
                  </a:r>
                  <a:r>
                    <a:rPr dirty="0" err="1" i="1" lang="en-US">
                      <a:solidFill>
                        <a:schemeClr val="accent1">
                          <a:lumMod val="75000"/>
                        </a:schemeClr>
                      </a:solidFill>
                    </a:rPr>
                    <a:t>k</a:t>
                  </a:r>
                  <a:r>
                    <a:rPr baseline="-25000" dirty="0" err="1" i="1" lang="en-US">
                      <a:solidFill>
                        <a:schemeClr val="accent1">
                          <a:lumMod val="75000"/>
                        </a:schemeClr>
                      </a:solidFill>
                    </a:rPr>
                    <a:t>pub</a:t>
                  </a:r>
                  <a:r>
                    <a:rPr dirty="0" i="1" lang="en-US"/>
                    <a:t> </a:t>
                  </a:r>
                  <a:r>
                    <a:rPr dirty="0" lang="en-US"/>
                    <a:t>= (</a:t>
                  </a:r>
                  <a:r>
                    <a:rPr dirty="0" i="1" lang="en-US">
                      <a:solidFill>
                        <a:schemeClr val="accent1">
                          <a:lumMod val="75000"/>
                        </a:schemeClr>
                      </a:solidFill>
                    </a:rPr>
                    <a:t>n</a:t>
                  </a:r>
                  <a:r>
                    <a:rPr dirty="0" lang="en-US"/>
                    <a:t>,</a:t>
                  </a:r>
                  <a:r>
                    <a:rPr dirty="0" i="1" lang="en-US">
                      <a:solidFill>
                        <a:srgbClr val="0070C0"/>
                      </a:solidFill>
                    </a:rPr>
                    <a:t> e</a:t>
                  </a:r>
                  <a:r>
                    <a:rPr dirty="0" lang="en-US"/>
                    <a:t>) and private key: </a:t>
                  </a:r>
                  <a:r>
                    <a:rPr dirty="0" err="1" i="1" lang="en-US">
                      <a:solidFill>
                        <a:schemeClr val="tx2">
                          <a:lumMod val="75000"/>
                        </a:schemeClr>
                      </a:solidFill>
                    </a:rPr>
                    <a:t>k</a:t>
                  </a:r>
                  <a:r>
                    <a:rPr baseline="-25000" dirty="0" err="1" i="1" lang="en-US">
                      <a:solidFill>
                        <a:schemeClr val="tx2">
                          <a:lumMod val="75000"/>
                        </a:schemeClr>
                      </a:solidFill>
                    </a:rPr>
                    <a:t>pr</a:t>
                  </a:r>
                  <a:r>
                    <a:rPr dirty="0" i="1" lang="en-US"/>
                    <a:t> </a:t>
                  </a:r>
                  <a:r>
                    <a:rPr dirty="0" lang="en-US"/>
                    <a:t>= </a:t>
                  </a:r>
                  <a:r>
                    <a:rPr dirty="0" i="1" lang="en-US">
                      <a:solidFill>
                        <a:schemeClr val="tx2">
                          <a:lumMod val="75000"/>
                        </a:schemeClr>
                      </a:solidFill>
                    </a:rPr>
                    <a:t>d</a:t>
                  </a:r>
                  <a:br>
                    <a:rPr dirty="0" lang="en-US"/>
                  </a:br>
                  <a:r>
                    <a:rPr dirty="0" lang="en-US"/>
                    <a:t>1. Choose two large primes </a:t>
                  </a:r>
                  <a:r>
                    <a:rPr dirty="0" i="1" lang="en-US">
                      <a:solidFill>
                        <a:srgbClr val="FF0000"/>
                      </a:solidFill>
                    </a:rPr>
                    <a:t>p</a:t>
                  </a:r>
                  <a:r>
                    <a:rPr dirty="0" i="1" lang="en-US"/>
                    <a:t> </a:t>
                  </a:r>
                  <a:r>
                    <a:rPr dirty="0" lang="en-US"/>
                    <a:t>and </a:t>
                  </a:r>
                  <a:r>
                    <a:rPr dirty="0" i="1" lang="en-US">
                      <a:solidFill>
                        <a:srgbClr val="FF0000"/>
                      </a:solidFill>
                    </a:rPr>
                    <a:t>q</a:t>
                  </a:r>
                  <a:r>
                    <a:rPr dirty="0" lang="en-US"/>
                    <a:t>.</a:t>
                  </a:r>
                  <a:br>
                    <a:rPr dirty="0" lang="en-US"/>
                  </a:br>
                  <a:r>
                    <a:rPr dirty="0" lang="en-US"/>
                    <a:t>2. Compute </a:t>
                  </a:r>
                  <a:r>
                    <a:rPr dirty="0" i="1" lang="en-US">
                      <a:solidFill>
                        <a:schemeClr val="accent1">
                          <a:lumMod val="75000"/>
                        </a:schemeClr>
                      </a:solidFill>
                    </a:rPr>
                    <a:t>n</a:t>
                  </a:r>
                  <a:r>
                    <a:rPr dirty="0" i="1" lang="en-US"/>
                    <a:t> </a:t>
                  </a:r>
                  <a:r>
                    <a:rPr dirty="0" lang="en-US"/>
                    <a:t>= </a:t>
                  </a:r>
                  <a:r>
                    <a:rPr dirty="0" err="1" i="1" lang="en-US">
                      <a:solidFill>
                        <a:srgbClr val="FF0000"/>
                      </a:solidFill>
                    </a:rPr>
                    <a:t>p</a:t>
                  </a:r>
                  <a:r>
                    <a:rPr dirty="0" err="1" lang="en-US"/>
                    <a:t>·</a:t>
                  </a:r>
                  <a:r>
                    <a:rPr dirty="0" err="1" i="1" lang="en-US">
                      <a:solidFill>
                        <a:srgbClr val="FF0000"/>
                      </a:solidFill>
                    </a:rPr>
                    <a:t>q</a:t>
                  </a:r>
                  <a:r>
                    <a:rPr dirty="0" lang="en-US"/>
                    <a:t>.</a:t>
                  </a:r>
                  <a:br>
                    <a:rPr dirty="0" lang="en-US"/>
                  </a:br>
                  <a:r>
                    <a:rPr dirty="0" lang="en-US"/>
                    <a:t>3. Compute </a:t>
                  </a:r>
                  <a:r>
                    <a:rPr dirty="0" lang="el-GR">
                      <a:solidFill>
                        <a:srgbClr val="7030A0"/>
                      </a:solidFill>
                    </a:rPr>
                    <a:t>Φ(</a:t>
                  </a:r>
                  <a:r>
                    <a:rPr dirty="0" i="1" lang="en-US">
                      <a:solidFill>
                        <a:srgbClr val="7030A0"/>
                      </a:solidFill>
                    </a:rPr>
                    <a:t>n</a:t>
                  </a:r>
                  <a:r>
                    <a:rPr dirty="0" lang="en-US">
                      <a:solidFill>
                        <a:srgbClr val="7030A0"/>
                      </a:solidFill>
                    </a:rPr>
                    <a:t>)</a:t>
                  </a:r>
                  <a:r>
                    <a:rPr dirty="0" lang="en-US"/>
                    <a:t> = (</a:t>
                  </a:r>
                  <a:r>
                    <a:rPr dirty="0" i="1" lang="en-US">
                      <a:solidFill>
                        <a:srgbClr val="FF0000"/>
                      </a:solidFill>
                    </a:rPr>
                    <a:t>p</a:t>
                  </a:r>
                  <a:r>
                    <a:rPr dirty="0" lang="en-US"/>
                    <a:t>−1)(</a:t>
                  </a:r>
                  <a:r>
                    <a:rPr dirty="0" i="1" lang="en-US">
                      <a:solidFill>
                        <a:srgbClr val="FF0000"/>
                      </a:solidFill>
                    </a:rPr>
                    <a:t>q</a:t>
                  </a:r>
                  <a:r>
                    <a:rPr dirty="0" lang="en-US"/>
                    <a:t>−1).</a:t>
                  </a:r>
                  <a:br>
                    <a:rPr dirty="0" lang="en-US"/>
                  </a:br>
                  <a:r>
                    <a:rPr dirty="0" lang="en-US"/>
                    <a:t>4. Select the public exponent </a:t>
                  </a:r>
                  <a:r>
                    <a:rPr dirty="0" i="1" lang="en-US">
                      <a:solidFill>
                        <a:srgbClr val="0070C0"/>
                      </a:solidFill>
                    </a:rPr>
                    <a:t>e</a:t>
                  </a:r>
                  <a:r>
                    <a:rPr dirty="0" i="1" lang="en-US"/>
                    <a:t> </a:t>
                  </a:r>
                  <a:r>
                    <a:rPr dirty="0" lang="en-US"/>
                    <a:t>∈ {1,2,...,</a:t>
                  </a:r>
                  <a:r>
                    <a:rPr dirty="0" lang="el-GR">
                      <a:solidFill>
                        <a:srgbClr val="7030A0"/>
                      </a:solidFill>
                    </a:rPr>
                    <a:t>Φ(</a:t>
                  </a:r>
                  <a:r>
                    <a:rPr dirty="0" i="1" lang="en-US">
                      <a:solidFill>
                        <a:srgbClr val="7030A0"/>
                      </a:solidFill>
                    </a:rPr>
                    <a:t>n</a:t>
                  </a:r>
                  <a:r>
                    <a:rPr dirty="0" lang="en-US">
                      <a:solidFill>
                        <a:srgbClr val="7030A0"/>
                      </a:solidFill>
                    </a:rPr>
                    <a:t>)</a:t>
                  </a:r>
                  <a:r>
                    <a:rPr dirty="0" lang="en-US"/>
                    <a:t>−1} such that </a:t>
                  </a:r>
                  <a:r>
                    <a:rPr dirty="0" err="1" lang="en-US"/>
                    <a:t>gcd</a:t>
                  </a:r>
                  <a:r>
                    <a:rPr dirty="0" lang="en-US"/>
                    <a:t>(</a:t>
                  </a:r>
                  <a:r>
                    <a:rPr dirty="0" i="1" lang="en-US">
                      <a:solidFill>
                        <a:srgbClr val="0070C0"/>
                      </a:solidFill>
                    </a:rPr>
                    <a:t>e</a:t>
                  </a:r>
                  <a:r>
                    <a:rPr dirty="0" lang="en-US"/>
                    <a:t>,</a:t>
                  </a:r>
                  <a:r>
                    <a:rPr dirty="0" lang="el-GR">
                      <a:solidFill>
                        <a:srgbClr val="7030A0"/>
                      </a:solidFill>
                    </a:rPr>
                    <a:t>Φ(</a:t>
                  </a:r>
                  <a:r>
                    <a:rPr dirty="0" i="1" lang="en-US">
                      <a:solidFill>
                        <a:srgbClr val="7030A0"/>
                      </a:solidFill>
                    </a:rPr>
                    <a:t>n</a:t>
                  </a:r>
                  <a:r>
                    <a:rPr dirty="0" lang="en-US">
                      <a:solidFill>
                        <a:srgbClr val="7030A0"/>
                      </a:solidFill>
                    </a:rPr>
                    <a:t>)</a:t>
                  </a:r>
                  <a:r>
                    <a:rPr dirty="0" lang="en-US"/>
                    <a:t>) = 1. </a:t>
                  </a:r>
                </a:p>
                <a:p>
                  <a:r>
                    <a:rPr dirty="0" lang="en-US"/>
                    <a:t>5. Compute the private key </a:t>
                  </a:r>
                  <a:r>
                    <a:rPr dirty="0" i="1" lang="en-US">
                      <a:solidFill>
                        <a:schemeClr val="tx2">
                          <a:lumMod val="75000"/>
                        </a:schemeClr>
                      </a:solidFill>
                    </a:rPr>
                    <a:t>d</a:t>
                  </a:r>
                  <a:r>
                    <a:rPr dirty="0" i="1" lang="en-US"/>
                    <a:t> </a:t>
                  </a:r>
                  <a:r>
                    <a:rPr dirty="0" lang="en-US"/>
                    <a:t>such that </a:t>
                  </a:r>
                  <a:r>
                    <a:rPr dirty="0" i="1" lang="en-US">
                      <a:solidFill>
                        <a:schemeClr val="tx2">
                          <a:lumMod val="75000"/>
                        </a:schemeClr>
                      </a:solidFill>
                    </a:rPr>
                    <a:t>d</a:t>
                  </a:r>
                  <a:r>
                    <a:rPr dirty="0" lang="en-US"/>
                    <a:t>·</a:t>
                  </a:r>
                  <a:r>
                    <a:rPr dirty="0" i="1" lang="en-US">
                      <a:solidFill>
                        <a:srgbClr val="0070C0"/>
                      </a:solidFill>
                    </a:rPr>
                    <a:t> e</a:t>
                  </a:r>
                  <a:r>
                    <a:rPr dirty="0" i="1" lang="en-US"/>
                    <a:t> </a:t>
                  </a:r>
                  <a:r>
                    <a:rPr dirty="0" lang="en-US"/>
                    <a:t>≡ 1 mod </a:t>
                  </a:r>
                  <a:r>
                    <a:rPr dirty="0" lang="el-GR">
                      <a:solidFill>
                        <a:srgbClr val="7030A0"/>
                      </a:solidFill>
                    </a:rPr>
                    <a:t>Φ(</a:t>
                  </a:r>
                  <a:r>
                    <a:rPr dirty="0" i="1" lang="en-US">
                      <a:solidFill>
                        <a:srgbClr val="7030A0"/>
                      </a:solidFill>
                    </a:rPr>
                    <a:t>n</a:t>
                  </a:r>
                  <a:r>
                    <a:rPr dirty="0" lang="en-US">
                      <a:solidFill>
                        <a:srgbClr val="7030A0"/>
                      </a:solidFill>
                    </a:rPr>
                    <a:t>)</a:t>
                  </a:r>
                  <a:r>
                    <a:rPr dirty="0" lang="en-US"/>
                    <a:t> </a:t>
                  </a:r>
                </a:p>
                <a:p>
                  <a:endParaRPr dirty="0" lang="en-US"/>
                </a:p>
                <a:p>
                  <a:r>
                    <a:rPr b="1" dirty="0" lang="en-US"/>
                    <a:t>Remark:</a:t>
                  </a:r>
                </a:p>
                <a:p>
                  <a:pPr indent="-285750" marL="285750">
                    <a:buFont charset="0" panose="020B0604020202020204" pitchFamily="34" typeface="Arial"/>
                    <a:buChar char="•"/>
                  </a:pPr>
                  <a:r>
                    <a:rPr dirty="0" i="1" lang="en-US">
                      <a:solidFill>
                        <a:srgbClr val="FF0000"/>
                      </a:solidFill>
                    </a:rPr>
                    <a:t>p</a:t>
                  </a:r>
                  <a:r>
                    <a:rPr dirty="0" i="1" lang="en-US"/>
                    <a:t> and </a:t>
                  </a:r>
                  <a:r>
                    <a:rPr dirty="0" i="1" lang="en-US">
                      <a:solidFill>
                        <a:srgbClr val="FF0000"/>
                      </a:solidFill>
                    </a:rPr>
                    <a:t>q </a:t>
                  </a:r>
                  <a14:m>
                    <m:oMath xmlns:m="http://schemas.openxmlformats.org/officeDocument/2006/math">
                      <m:r>
                        <a:rPr i="1" lang="en-US" smtClean="0">
                          <a:solidFill>
                            <a:srgbClr val="FF0000"/>
                          </a:solidFill>
                          <a:latin charset="0" panose="02040503050406030204" pitchFamily="18" typeface="Cambria Math"/>
                          <a:ea charset="0" panose="02040503050406030204" pitchFamily="18" typeface="Cambria Math"/>
                        </a:rPr>
                        <m:t>≥</m:t>
                      </m:r>
                      <m:sSup>
                        <m:sSupPr>
                          <m:ctrlPr>
                            <a:rPr i="1" lang="en-US" smtClean="0">
                              <a:solidFill>
                                <a:srgbClr val="FF0000"/>
                              </a:solidFill>
                              <a:latin charset="0" panose="02040503050406030204" pitchFamily="18" typeface="Cambria Math"/>
                              <a:ea charset="0" panose="02040503050406030204" pitchFamily="18" typeface="Cambria Math"/>
                            </a:rPr>
                          </m:ctrlPr>
                        </m:sSupPr>
                        <m:e>
                          <m:r>
                            <a:rPr b="0" i="1" lang="en-US" smtClean="0">
                              <a:solidFill>
                                <a:srgbClr val="FF0000"/>
                              </a:solidFill>
                              <a:latin charset="0" panose="02040503050406030204" pitchFamily="18" typeface="Cambria Math"/>
                              <a:ea charset="0" panose="02040503050406030204" pitchFamily="18" typeface="Cambria Math"/>
                            </a:rPr>
                            <m:t>2</m:t>
                          </m:r>
                        </m:e>
                        <m:sup>
                          <m:r>
                            <a:rPr b="0" i="1" lang="en-US" smtClean="0">
                              <a:solidFill>
                                <a:srgbClr val="FF0000"/>
                              </a:solidFill>
                              <a:latin charset="0" panose="02040503050406030204" pitchFamily="18" typeface="Cambria Math"/>
                              <a:ea charset="0" panose="02040503050406030204" pitchFamily="18" typeface="Cambria Math"/>
                            </a:rPr>
                            <m:t>512</m:t>
                          </m:r>
                        </m:sup>
                      </m:sSup>
                    </m:oMath>
                  </a14:m>
                  <a:r>
                    <a:rPr dirty="0" lang="en-US"/>
                    <a:t> and </a:t>
                  </a:r>
                  <a:r>
                    <a:rPr dirty="0" i="1" lang="en-US">
                      <a:solidFill>
                        <a:schemeClr val="accent1">
                          <a:lumMod val="75000"/>
                        </a:schemeClr>
                      </a:solidFill>
                    </a:rPr>
                    <a:t>n </a:t>
                  </a:r>
                  <a14:m>
                    <m:oMath xmlns:m="http://schemas.openxmlformats.org/officeDocument/2006/math">
                      <m:r>
                        <a:rPr i="1" lang="en-US" smtClean="0">
                          <a:solidFill>
                            <a:schemeClr val="accent1">
                              <a:lumMod val="75000"/>
                            </a:schemeClr>
                          </a:solidFill>
                          <a:latin charset="0" panose="02040503050406030204" pitchFamily="18" typeface="Cambria Math"/>
                          <a:ea charset="0" panose="02040503050406030204" pitchFamily="18" typeface="Cambria Math"/>
                        </a:rPr>
                        <m:t>≥</m:t>
                      </m:r>
                      <m:sSup>
                        <m:sSupPr>
                          <m:ctrlPr>
                            <a:rPr i="1" lang="en-US">
                              <a:solidFill>
                                <a:schemeClr val="accent1">
                                  <a:lumMod val="75000"/>
                                </a:schemeClr>
                              </a:solidFill>
                              <a:latin charset="0" panose="02040503050406030204" pitchFamily="18" typeface="Cambria Math"/>
                              <a:ea charset="0" panose="02040503050406030204" pitchFamily="18" typeface="Cambria Math"/>
                            </a:rPr>
                          </m:ctrlPr>
                        </m:sSupPr>
                        <m:e>
                          <m:r>
                            <a:rPr i="1" lang="en-US">
                              <a:solidFill>
                                <a:schemeClr val="accent1">
                                  <a:lumMod val="75000"/>
                                </a:schemeClr>
                              </a:solidFill>
                              <a:latin charset="0" panose="02040503050406030204" pitchFamily="18" typeface="Cambria Math"/>
                              <a:ea charset="0" panose="02040503050406030204" pitchFamily="18" typeface="Cambria Math"/>
                            </a:rPr>
                            <m:t>2</m:t>
                          </m:r>
                        </m:e>
                        <m:sup>
                          <m:r>
                            <a:rPr b="0" i="1" lang="en-US" smtClean="0">
                              <a:solidFill>
                                <a:schemeClr val="accent1">
                                  <a:lumMod val="75000"/>
                                </a:schemeClr>
                              </a:solidFill>
                              <a:latin charset="0" panose="02040503050406030204" pitchFamily="18" typeface="Cambria Math"/>
                              <a:ea charset="0" panose="02040503050406030204" pitchFamily="18" typeface="Cambria Math"/>
                            </a:rPr>
                            <m:t>1024</m:t>
                          </m:r>
                        </m:sup>
                      </m:sSup>
                    </m:oMath>
                  </a14:m>
                  <a:endParaRPr dirty="0" lang="en-US"/>
                </a:p>
              </p:txBody>
            </p:sp>
          </mc:Choice>
          <mc:Fallback>
            <p:sp>
              <p:nvSpPr>
                <p:cNvPr id="6" name="TextBox 5">
                  <a:extLst>
                    <a:ext uri="{FF2B5EF4-FFF2-40B4-BE49-F238E27FC236}">
                      <a16:creationId xmlns:a16="http://schemas.microsoft.com/office/drawing/2014/main" id="{B7427D3F-6075-4709-BB63-68BEF8FF2563}"/>
                    </a:ext>
                  </a:extLst>
                </p:cNvPr>
                <p:cNvSpPr txBox="1">
                  <a:spLocks noAdjustHandles="1" noChangeArrowheads="1" noChangeAspect="1" noChangeShapeType="1" noEditPoints="1" noMove="1" noResize="1" noRot="1" noTextEdit="1"/>
                </p:cNvSpPr>
                <p:nvPr/>
              </p:nvSpPr>
              <p:spPr>
                <a:xfrm>
                  <a:off x="245065" y="2054468"/>
                  <a:ext cx="5850935" cy="3419398"/>
                </a:xfrm>
                <a:prstGeom prst="rect">
                  <a:avLst/>
                </a:prstGeom>
                <a:blipFill>
                  <a:blip r:embed="rId4"/>
                  <a:stretch>
                    <a:fillRect l="-794" t="-741"/>
                  </a:stretch>
                </a:blipFill>
              </p:spPr>
              <p:txBody>
                <a:bodyPr/>
                <a:lstStyle/>
                <a:p>
                  <a:r>
                    <a:rPr lang="en-US">
                      <a:noFill/>
                    </a:rPr>
                    <a:t> </a:t>
                  </a:r>
                </a:p>
              </p:txBody>
            </p:sp>
          </mc:Fallback>
        </mc:AlternateContent>
      </p:grpSp>
      <p:sp>
        <p:nvSpPr>
          <p:cNvPr id="4" name="Slide Number Placeholder 3">
            <a:extLst>
              <a:ext uri="{FF2B5EF4-FFF2-40B4-BE49-F238E27FC236}">
                <a16:creationId xmlns:a16="http://schemas.microsoft.com/office/drawing/2014/main" id="{156D1CAB-E2F9-473A-859F-24502737ECFB}"/>
              </a:ext>
            </a:extLst>
          </p:cNvPr>
          <p:cNvSpPr>
            <a:spLocks noGrp="1"/>
          </p:cNvSpPr>
          <p:nvPr>
            <p:ph idx="12" sz="quarter" type="sldNum"/>
          </p:nvPr>
        </p:nvSpPr>
        <p:spPr/>
        <p:txBody>
          <a:bodyPr/>
          <a:lstStyle/>
          <a:p>
            <a:fld id="{3EE413A7-32C0-42B9-8169-A32BFBDA280A}" type="slidenum">
              <a:rPr lang="en-US" smtClean="0"/>
              <a:t>3</a:t>
            </a:fld>
            <a:endParaRPr lang="en-US"/>
          </a:p>
        </p:txBody>
      </p:sp>
      <p:sp>
        <p:nvSpPr>
          <p:cNvPr id="7" name="Rectangle: Rounded Corners 6">
            <a:extLst>
              <a:ext uri="{FF2B5EF4-FFF2-40B4-BE49-F238E27FC236}">
                <a16:creationId xmlns:a16="http://schemas.microsoft.com/office/drawing/2014/main" id="{B9B11727-02B9-40B0-BEC6-651CB5E86F3B}"/>
              </a:ext>
              <a:ext uri="{C183D7F6-B498-43B3-948B-1728B52AA6E4}">
                <adec:decorative xmlns:adec="http://schemas.microsoft.com/office/drawing/2017/decorative" val="1"/>
              </a:ext>
            </a:extLst>
          </p:cNvPr>
          <p:cNvSpPr/>
          <p:nvPr/>
        </p:nvSpPr>
        <p:spPr>
          <a:xfrm>
            <a:off x="6954439" y="4029930"/>
            <a:ext cx="1909910" cy="337787"/>
          </a:xfrm>
          <a:prstGeom prst="round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8" name="Rectangle: Rounded Corners 7">
            <a:extLst>
              <a:ext uri="{FF2B5EF4-FFF2-40B4-BE49-F238E27FC236}">
                <a16:creationId xmlns:a16="http://schemas.microsoft.com/office/drawing/2014/main" id="{721B44ED-E267-4FF9-BF37-F3A74769E632}"/>
              </a:ext>
              <a:ext uri="{C183D7F6-B498-43B3-948B-1728B52AA6E4}">
                <adec:decorative xmlns:adec="http://schemas.microsoft.com/office/drawing/2017/decorative" val="1"/>
              </a:ext>
            </a:extLst>
          </p:cNvPr>
          <p:cNvSpPr/>
          <p:nvPr/>
        </p:nvSpPr>
        <p:spPr>
          <a:xfrm>
            <a:off x="2985341" y="3770548"/>
            <a:ext cx="1708029" cy="259382"/>
          </a:xfrm>
          <a:prstGeom prst="round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Tree>
    <p:extLst>
      <p:ext uri="{BB962C8B-B14F-4D97-AF65-F5344CB8AC3E}">
        <p14:creationId xmlns:p14="http://schemas.microsoft.com/office/powerpoint/2010/main" val="2103809023"/>
      </p:ext>
    </p:extLst>
  </p:cSld>
  <p:clrMapOvr>
    <a:masterClrMapping/>
  </p:clrMapOvr>
  <mc:AlternateContent xmlns:mc="http://schemas.openxmlformats.org/markup-compatibility/2006" xmlns:p14="http://schemas.microsoft.com/office/powerpoint/2010/main">
    <mc:Choice Requires="p14">
      <p:transition advTm="183914" p14:dur="2000" spd="slow"/>
    </mc:Choice>
    <mc:Fallback>
      <p:transition advTm="183914" spd="slow"/>
    </mc:Fallback>
  </mc:AlternateContent>
  <p:extLst>
    <p:ext uri="{3A86A75C-4F4B-4683-9AE1-C65F6400EC91}">
      <p14:laserTraceLst xmlns:p14="http://schemas.microsoft.com/office/powerpoint/2010/main">
        <p14:tracePtLst>
          <p14:tracePt t="19356" x="3768725" y="6816725"/>
          <p14:tracePt t="19367" x="3768725" y="6545263"/>
          <p14:tracePt t="19378" x="3768725" y="6327775"/>
          <p14:tracePt t="19389" x="3795713" y="6042025"/>
          <p14:tracePt t="19401" x="3851275" y="5795963"/>
          <p14:tracePt t="19412" x="3938588" y="5565775"/>
          <p14:tracePt t="19423" x="4014788" y="5408613"/>
          <p14:tracePt t="19435" x="4068763" y="5205413"/>
          <p14:tracePt t="19445" x="4095750" y="5075238"/>
          <p14:tracePt t="19457" x="4095750" y="4986338"/>
          <p14:tracePt t="19468" x="4081463" y="4946650"/>
          <p14:tracePt t="19480" x="4068763" y="4919663"/>
          <p14:tracePt t="19491" x="4068763" y="4905375"/>
          <p14:tracePt t="19502" x="4054475" y="4884738"/>
          <p14:tracePt t="19524" x="4041775" y="4884738"/>
          <p14:tracePt t="19536" x="4014788" y="4884738"/>
          <p14:tracePt t="19547" x="3979863" y="4905375"/>
          <p14:tracePt t="19560" x="3952875" y="4932363"/>
          <p14:tracePt t="19569" x="3925888" y="4946650"/>
          <p14:tracePt t="19582" x="3884613" y="4959350"/>
          <p14:tracePt t="19592" x="3810000" y="4973638"/>
          <p14:tracePt t="19604" x="3756025" y="4986338"/>
          <p14:tracePt t="19616" x="3708400" y="5000625"/>
          <p14:tracePt t="19625" x="3652838" y="5021263"/>
          <p14:tracePt t="19637" x="3605213" y="5033963"/>
          <p14:tracePt t="19649" x="3578225" y="5033963"/>
          <p14:tracePt t="19659" x="3565525" y="5033963"/>
          <p14:tracePt t="19670" x="3551238" y="5033963"/>
          <p14:tracePt t="19683" x="3538538" y="5033963"/>
          <p14:tracePt t="19715" x="3524250" y="5033963"/>
          <p14:tracePt t="19738" x="3509963" y="5048250"/>
          <p14:tracePt t="19749" x="3497263" y="5048250"/>
          <p14:tracePt t="19760" x="3462338" y="5075238"/>
          <p14:tracePt t="19773" x="3449638" y="5075238"/>
          <p14:tracePt t="19783" x="3422650" y="5089525"/>
          <p14:tracePt t="19794" x="3408363" y="5102225"/>
          <p14:tracePt t="19806" x="3381375" y="5116513"/>
          <p14:tracePt t="19817" x="3348038" y="5129213"/>
          <p14:tracePt t="19828" x="3333750" y="5129213"/>
          <p14:tracePt t="19839" x="3319463" y="5149850"/>
          <p14:tracePt t="19851" x="3292475" y="5164138"/>
          <p14:tracePt t="19873" x="3279775" y="5176838"/>
          <p14:tracePt t="19917" x="3292475" y="5176838"/>
          <p14:tracePt t="19929" x="3306763" y="5176838"/>
          <p14:tracePt t="19941" x="3348038" y="5176838"/>
          <p14:tracePt t="19963" x="3449638" y="5164138"/>
          <p14:tracePt t="19966" x="3592513" y="5149850"/>
          <p14:tracePt t="19996" x="3708400" y="5149850"/>
          <p14:tracePt t="20000" x="3925888" y="5129213"/>
          <p14:tracePt t="20008" x="4122738" y="5129213"/>
          <p14:tracePt t="20016" x="4313238" y="5116513"/>
          <p14:tracePt t="20022" x="4414838" y="5116513"/>
          <p14:tracePt t="20034" x="4530725" y="5116513"/>
          <p14:tracePt t="20043" x="4598988" y="5116513"/>
          <p14:tracePt t="20055" x="4646613" y="5116513"/>
          <p14:tracePt t="20065" x="4673600" y="5116513"/>
          <p14:tracePt t="20076" x="4687888" y="5116513"/>
          <p14:tracePt t="20120" x="4673600" y="5116513"/>
          <p14:tracePt t="20133" x="4660900" y="5116513"/>
          <p14:tracePt t="20143" x="4625975" y="5116513"/>
          <p14:tracePt t="20154" x="4572000" y="5116513"/>
          <p14:tracePt t="20166" x="4497388" y="5116513"/>
          <p14:tracePt t="20176" x="4354513" y="5116513"/>
          <p14:tracePt t="20188" x="4211638" y="5129213"/>
          <p14:tracePt t="20200" x="4054475" y="5149850"/>
          <p14:tracePt t="20210" x="3952875" y="5149850"/>
          <p14:tracePt t="20222" x="3810000" y="5164138"/>
          <p14:tracePt t="20234" x="3708400" y="5164138"/>
          <p14:tracePt t="20245" x="3640138" y="5164138"/>
          <p14:tracePt t="20257" x="3605213" y="5164138"/>
          <p14:tracePt t="20267" x="3578225" y="5164138"/>
          <p14:tracePt t="20278" x="3565525" y="5164138"/>
          <p14:tracePt t="20334" x="3578225" y="5176838"/>
          <p14:tracePt t="20356" x="3605213" y="5176838"/>
          <p14:tracePt t="20368" x="3652838" y="5176838"/>
          <p14:tracePt t="20379" x="3708400" y="5176838"/>
          <p14:tracePt t="20391" x="3768725" y="5191125"/>
          <p14:tracePt t="20402" x="3884613" y="5191125"/>
          <p14:tracePt t="20413" x="4027488" y="5205413"/>
          <p14:tracePt t="20425" x="4170363" y="5205413"/>
          <p14:tracePt t="20436" x="4238625" y="5205413"/>
          <p14:tracePt t="20447" x="4340225" y="5205413"/>
          <p14:tracePt t="20459" x="4402138" y="5205413"/>
          <p14:tracePt t="20470" x="4429125" y="5205413"/>
          <p14:tracePt t="20547" x="4414838" y="5205413"/>
          <p14:tracePt t="20559" x="4367213" y="5191125"/>
          <p14:tracePt t="20570" x="4327525" y="5191125"/>
          <p14:tracePt t="20581" x="4224338" y="5191125"/>
          <p14:tracePt t="20593" x="4110038" y="5191125"/>
          <p14:tracePt t="20605" x="3967163" y="5191125"/>
          <p14:tracePt t="20615" x="3863975" y="5191125"/>
          <p14:tracePt t="20627" x="3756025" y="5176838"/>
          <p14:tracePt t="20638" x="3652838" y="5176838"/>
          <p14:tracePt t="20649" x="3578225" y="5176838"/>
          <p14:tracePt t="20661" x="3551238" y="5176838"/>
          <p14:tracePt t="20672" x="3538538" y="5176838"/>
          <p14:tracePt t="20717" x="3551238" y="5176838"/>
          <p14:tracePt t="20728" x="3565525" y="5176838"/>
          <p14:tracePt t="20739" x="3625850" y="5176838"/>
          <p14:tracePt t="20751" x="3694113" y="5191125"/>
          <p14:tracePt t="20762" x="3783013" y="5191125"/>
          <p14:tracePt t="20774" x="3911600" y="5205413"/>
          <p14:tracePt t="20785" x="4068763" y="5218113"/>
          <p14:tracePt t="20796" x="4197350" y="5218113"/>
          <p14:tracePt t="20807" x="4286250" y="5218113"/>
          <p14:tracePt t="20818" x="4367213" y="5218113"/>
          <p14:tracePt t="20829" x="4429125" y="5218113"/>
          <p14:tracePt t="20841" x="4456113" y="5218113"/>
          <p14:tracePt t="20930" x="4443413" y="5218113"/>
          <p14:tracePt t="20943" x="4429125" y="5218113"/>
          <p14:tracePt t="20953" x="4414838" y="5218113"/>
          <p14:tracePt t="20964" x="4387850" y="5218113"/>
          <p14:tracePt t="20976" x="4340225" y="5218113"/>
          <p14:tracePt t="20987" x="4313238" y="5218113"/>
          <p14:tracePt t="21020" x="4271963" y="5218113"/>
          <p14:tracePt t="21032" x="4238625" y="5218113"/>
          <p14:tracePt t="21034" x="4197350" y="5218113"/>
          <p14:tracePt t="21045" x="4170363" y="5218113"/>
          <p14:tracePt t="21045" x="4143375" y="5218113"/>
          <p14:tracePt t="21054" x="4110038" y="5205413"/>
          <p14:tracePt t="21067" x="4068763" y="5205413"/>
          <p14:tracePt t="21078" x="4054475" y="5205413"/>
          <p14:tracePt t="21088" x="4027488" y="5205413"/>
          <p14:tracePt t="21166" x="4041775" y="5205413"/>
          <p14:tracePt t="21177" x="4054475" y="5205413"/>
          <p14:tracePt t="21189" x="4095750" y="5218113"/>
          <p14:tracePt t="21202" x="4157663" y="5232400"/>
          <p14:tracePt t="21213" x="4224338" y="5232400"/>
          <p14:tracePt t="21223" x="4300538" y="5232400"/>
          <p14:tracePt t="21235" x="4387850" y="5232400"/>
          <p14:tracePt t="21246" x="4483100" y="5232400"/>
          <p14:tracePt t="21258" x="4557713" y="5245100"/>
          <p14:tracePt t="21270" x="4598988" y="5245100"/>
          <p14:tracePt t="21280" x="4646613" y="5245100"/>
          <p14:tracePt t="21291" x="4673600" y="5245100"/>
          <p14:tracePt t="21346" x="4660900" y="5232400"/>
          <p14:tracePt t="21358" x="4625975" y="5232400"/>
          <p14:tracePt t="21370" x="4598988" y="5232400"/>
          <p14:tracePt t="21380" x="4530725" y="5218113"/>
          <p14:tracePt t="21393" x="4414838" y="5205413"/>
          <p14:tracePt t="21404" x="4313238" y="5191125"/>
          <p14:tracePt t="21415" x="4197350" y="5176838"/>
          <p14:tracePt t="21427" x="4095750" y="5176838"/>
          <p14:tracePt t="21437" x="4014788" y="5176838"/>
          <p14:tracePt t="21448" x="3967163" y="5176838"/>
          <p14:tracePt t="21460" x="3925888" y="5176838"/>
          <p14:tracePt t="21481" x="3911600" y="5176838"/>
          <p14:tracePt t="21537" x="3925888" y="5176838"/>
          <p14:tracePt t="21549" x="3938588" y="5176838"/>
          <p14:tracePt t="21561" x="3979863" y="5176838"/>
          <p14:tracePt t="21572" x="4054475" y="5191125"/>
          <p14:tracePt t="21583" x="4122738" y="5191125"/>
          <p14:tracePt t="21595" x="4238625" y="5205413"/>
          <p14:tracePt t="21606" x="4367213" y="5205413"/>
          <p14:tracePt t="21617" x="4518025" y="5218113"/>
          <p14:tracePt t="21629" x="4598988" y="5218113"/>
          <p14:tracePt t="21640" x="4687888" y="5218113"/>
          <p14:tracePt t="21650" x="4741863" y="5218113"/>
          <p14:tracePt t="21662" x="4756150" y="5218113"/>
          <p14:tracePt t="21673" x="4776788" y="5218113"/>
          <p14:tracePt t="22123" x="4756150" y="5218113"/>
          <p14:tracePt t="22125" x="4729163" y="5218113"/>
          <p14:tracePt t="22134" x="4687888" y="5218113"/>
          <p14:tracePt t="22146" x="4598988" y="5218113"/>
          <p14:tracePt t="22157" x="4470400" y="5218113"/>
          <p14:tracePt t="22168" x="4327525" y="5218113"/>
          <p14:tracePt t="22179" x="4197350" y="5218113"/>
          <p14:tracePt t="22193" x="4027488" y="5218113"/>
          <p14:tracePt t="22203" x="3851275" y="5218113"/>
          <p14:tracePt t="22215" x="3708400" y="5232400"/>
          <p14:tracePt t="22227" x="3625850" y="5232400"/>
          <p14:tracePt t="22237" x="3538538" y="5232400"/>
          <p14:tracePt t="22249" x="3509963" y="5232400"/>
          <p14:tracePt t="22261" x="3497263" y="5232400"/>
          <p14:tracePt t="22272" x="3476625" y="5232400"/>
          <p14:tracePt t="22347" x="3497263" y="5232400"/>
          <p14:tracePt t="22393" x="3524250" y="5232400"/>
          <p14:tracePt t="22404" x="3538538" y="5232400"/>
          <p14:tracePt t="22416" x="3578225" y="5232400"/>
          <p14:tracePt t="22428" x="3640138" y="5232400"/>
          <p14:tracePt t="22438" x="3721100" y="5232400"/>
          <p14:tracePt t="22450" x="3783013" y="5232400"/>
          <p14:tracePt t="22461" x="3863975" y="5232400"/>
          <p14:tracePt t="22472" x="3938588" y="5232400"/>
          <p14:tracePt t="22484" x="4027488" y="5232400"/>
          <p14:tracePt t="22494" x="4068763" y="5232400"/>
          <p14:tracePt t="22505" x="4095750" y="5232400"/>
          <p14:tracePt t="22518" x="4122738" y="5232400"/>
          <p14:tracePt t="25644" x="4143375" y="5232400"/>
          <p14:tracePt t="25678" x="4157663" y="5232400"/>
          <p14:tracePt t="25689" x="4170363" y="5232400"/>
          <p14:tracePt t="25711" x="4184650" y="5232400"/>
          <p14:tracePt t="25723" x="4211638" y="5232400"/>
          <p14:tracePt t="25737" x="4211638" y="5218113"/>
          <p14:tracePt t="25746" x="4224338" y="5218113"/>
          <p14:tracePt t="25801" x="4238625" y="5218113"/>
          <p14:tracePt t="25846" x="4238625" y="5205413"/>
          <p14:tracePt t="25858" x="4238625" y="5191125"/>
          <p14:tracePt t="25871" x="4259263" y="5164138"/>
          <p14:tracePt t="25880" x="4259263" y="5116513"/>
          <p14:tracePt t="25892" x="4271963" y="5033963"/>
          <p14:tracePt t="25903" x="4286250" y="4919663"/>
          <p14:tracePt t="25914" x="4286250" y="4741863"/>
          <p14:tracePt t="25926" x="4286250" y="4598988"/>
          <p14:tracePt t="25938" x="4286250" y="4414838"/>
          <p14:tracePt t="25948" x="4286250" y="4224338"/>
          <p14:tracePt t="25960" x="4286250" y="4027488"/>
          <p14:tracePt t="25971" x="4271963" y="3863975"/>
          <p14:tracePt t="25982" x="4211638" y="3708400"/>
          <p14:tracePt t="25995" x="4170363" y="3625850"/>
          <p14:tracePt t="26005" x="4122738" y="3565525"/>
          <p14:tracePt t="26015" x="4095750" y="3524250"/>
          <p14:tracePt t="26028" x="4054475" y="3497263"/>
          <p14:tracePt t="26038" x="4027488" y="3476625"/>
          <p14:tracePt t="26049" x="3994150" y="3476625"/>
          <p14:tracePt t="26061" x="3925888" y="3462338"/>
          <p14:tracePt t="26073" x="3851275" y="3462338"/>
          <p14:tracePt t="26285" x="3898900" y="3462338"/>
          <p14:tracePt t="26296" x="3938588" y="3449638"/>
          <p14:tracePt t="26308" x="3979863" y="3422650"/>
          <p14:tracePt t="26319" x="4027488" y="3395663"/>
          <p14:tracePt t="26330" x="4054475" y="3381375"/>
          <p14:tracePt t="26341" x="4081463" y="3333750"/>
          <p14:tracePt t="26353" x="4110038" y="3306763"/>
          <p14:tracePt t="26364" x="4122738" y="3292475"/>
          <p14:tracePt t="26377" x="4157663" y="3265488"/>
          <p14:tracePt t="26387" x="4170363" y="3265488"/>
          <p14:tracePt t="26398" x="4184650" y="3252788"/>
          <p14:tracePt t="26410" x="4211638" y="3252788"/>
          <p14:tracePt t="26420" x="4224338" y="3232150"/>
          <p14:tracePt t="26443" x="4238625" y="3232150"/>
          <p14:tracePt t="26532" x="4238625" y="3217863"/>
          <p14:tracePt t="26545" x="4224338" y="3217863"/>
          <p14:tracePt t="26555" x="4211638" y="3217863"/>
          <p14:tracePt t="26568" x="4211638" y="3205163"/>
          <p14:tracePt t="26581" x="4197350" y="3205163"/>
          <p14:tracePt t="26600" x="4184650" y="3190875"/>
          <p14:tracePt t="26814" x="4197350" y="3190875"/>
          <p14:tracePt t="26847" x="4211638" y="3190875"/>
          <p14:tracePt t="26859" x="4211638" y="3205163"/>
          <p14:tracePt t="26883" x="4224338" y="3205163"/>
          <p14:tracePt t="26960" x="4238625" y="3205163"/>
          <p14:tracePt t="26982" x="4271963" y="3205163"/>
          <p14:tracePt t="26994" x="4300538" y="3190875"/>
          <p14:tracePt t="27005" x="4327525" y="3190875"/>
          <p14:tracePt t="27019" x="4367213" y="3190875"/>
          <p14:tracePt t="27029" x="4414838" y="3190875"/>
          <p14:tracePt t="27039" x="4456113" y="3190875"/>
          <p14:tracePt t="27053" x="4483100" y="3190875"/>
          <p14:tracePt t="27063" x="4518025" y="3190875"/>
          <p14:tracePt t="27073" x="4545013" y="3190875"/>
          <p14:tracePt t="27086" x="4586288" y="3190875"/>
          <p14:tracePt t="27096" x="4613275" y="3190875"/>
          <p14:tracePt t="27108" x="4625975" y="3190875"/>
          <p14:tracePt t="27120" x="4660900" y="3190875"/>
          <p14:tracePt t="27140" x="4673600" y="3190875"/>
          <p14:tracePt t="27152" x="4687888" y="3190875"/>
          <p14:tracePt t="27174" x="4700588" y="3190875"/>
          <p14:tracePt t="27186" x="4714875" y="3190875"/>
          <p14:tracePt t="27196" x="4741863" y="3190875"/>
          <p14:tracePt t="27208" x="4756150" y="3190875"/>
          <p14:tracePt t="27219" x="4776788" y="3190875"/>
          <p14:tracePt t="27230" x="4803775" y="3190875"/>
          <p14:tracePt t="27243" x="4830763" y="3190875"/>
          <p14:tracePt t="27264" x="4843463" y="3190875"/>
          <p14:tracePt t="27275" x="4857750" y="3190875"/>
          <p14:tracePt t="27309" x="4872038" y="3190875"/>
          <p14:tracePt t="27321" x="4884738" y="3190875"/>
          <p14:tracePt t="27365" x="4905375" y="3190875"/>
          <p14:tracePt t="27388" x="4919663" y="3190875"/>
          <p14:tracePt t="27410" x="4932363" y="3190875"/>
          <p14:tracePt t="27433" x="4946650" y="3190875"/>
          <p14:tracePt t="27444" x="4959350" y="3190875"/>
          <p14:tracePt t="27455" x="4973638" y="3190875"/>
          <p14:tracePt t="27468" x="4986338" y="3190875"/>
          <p14:tracePt t="27479" x="5000625" y="3176588"/>
          <p14:tracePt t="27489" x="5000625" y="3163888"/>
          <p14:tracePt t="27502" x="5021263" y="3136900"/>
          <p14:tracePt t="27513" x="5033963" y="3122613"/>
          <p14:tracePt t="27534" x="5048250" y="3062288"/>
          <p14:tracePt t="27538" x="5048250" y="3021013"/>
          <p14:tracePt t="27546" x="5062538" y="2994025"/>
          <p14:tracePt t="27557" x="5062538" y="2946400"/>
          <p14:tracePt t="27569" x="5062538" y="2932113"/>
          <p14:tracePt t="27581" x="5062538" y="2919413"/>
          <p14:tracePt t="27602" x="5062538" y="2905125"/>
          <p14:tracePt t="27624" x="5048250" y="2890838"/>
          <p14:tracePt t="27636" x="5033963" y="2890838"/>
          <p14:tracePt t="27647" x="5021263" y="2878138"/>
          <p14:tracePt t="27659" x="5000625" y="2878138"/>
          <p14:tracePt t="27670" x="4986338" y="2878138"/>
          <p14:tracePt t="27680" x="4959350" y="2863850"/>
          <p14:tracePt t="27714" x="4946650" y="2863850"/>
          <p14:tracePt t="27736" x="4919663" y="2878138"/>
          <p14:tracePt t="27748" x="4872038" y="2890838"/>
          <p14:tracePt t="27759" x="4830763" y="2905125"/>
          <p14:tracePt t="27771" x="4776788" y="2932113"/>
          <p14:tracePt t="27782" x="4729163" y="2946400"/>
          <p14:tracePt t="27794" x="4687888" y="2973388"/>
          <p14:tracePt t="27804" x="4646613" y="3006725"/>
          <p14:tracePt t="27818" x="4613275" y="3021013"/>
          <p14:tracePt t="27828" x="4598988" y="3033713"/>
          <p14:tracePt t="27838" x="4586288" y="3033713"/>
          <p14:tracePt t="27850" x="4586288" y="3048000"/>
          <p14:tracePt t="27860" x="4586288" y="3062288"/>
          <p14:tracePt t="27872" x="4586288" y="3074988"/>
          <p14:tracePt t="27894" x="4586288" y="3089275"/>
          <p14:tracePt t="27905" x="4586288" y="3101975"/>
          <p14:tracePt t="27918" x="4586288" y="3122613"/>
          <p14:tracePt t="27928" x="4598988" y="3122613"/>
          <p14:tracePt t="27940" x="4613275" y="3136900"/>
          <p14:tracePt t="27951" x="4625975" y="3149600"/>
          <p14:tracePt t="28018" x="4646613" y="3149600"/>
          <p14:tracePt t="28029" x="4660900" y="3149600"/>
          <p14:tracePt t="28041" x="4700588" y="3163888"/>
          <p14:tracePt t="28052" x="4714875" y="3163888"/>
          <p14:tracePt t="28063" x="4741863" y="3163888"/>
          <p14:tracePt t="28075" x="4789488" y="3163888"/>
          <p14:tracePt t="28086" x="4830763" y="3163888"/>
          <p14:tracePt t="28097" x="4857750" y="3163888"/>
          <p14:tracePt t="28108" x="4905375" y="3163888"/>
          <p14:tracePt t="28119" x="4932363" y="3163888"/>
          <p14:tracePt t="28131" x="4946650" y="3163888"/>
          <p14:tracePt t="28143" x="4959350" y="3163888"/>
          <p14:tracePt t="28154" x="4973638" y="3163888"/>
          <p14:tracePt t="28175" x="4986338" y="3163888"/>
          <p14:tracePt t="28187" x="4986338" y="3149600"/>
          <p14:tracePt t="28198" x="5000625" y="3149600"/>
          <p14:tracePt t="30527" x="4986338" y="3149600"/>
          <p14:tracePt t="30530" x="4959350" y="3149600"/>
          <p14:tracePt t="30538" x="4946650" y="3149600"/>
          <p14:tracePt t="30549" x="4919663" y="3149600"/>
          <p14:tracePt t="30560" x="4905375" y="3149600"/>
          <p14:tracePt t="30571" x="4884738" y="3149600"/>
          <p14:tracePt t="30584" x="4857750" y="3149600"/>
          <p14:tracePt t="30594" x="4843463" y="3149600"/>
          <p14:tracePt t="30605" x="4830763" y="3149600"/>
          <p14:tracePt t="30618" x="4816475" y="3149600"/>
          <p14:tracePt t="30630" x="4803775" y="3149600"/>
          <p14:tracePt t="30640" x="4789488" y="3149600"/>
          <p14:tracePt t="30651" x="4776788" y="3149600"/>
          <p14:tracePt t="30664" x="4756150" y="3149600"/>
          <p14:tracePt t="30751" x="4741863" y="3149600"/>
          <p14:tracePt t="30763" x="4729163" y="3149600"/>
          <p14:tracePt t="30774" x="4700588" y="3149600"/>
          <p14:tracePt t="30786" x="4660900" y="3149600"/>
          <p14:tracePt t="30798" x="4625975" y="3149600"/>
          <p14:tracePt t="30808" x="4586288" y="3149600"/>
          <p14:tracePt t="30820" x="4545013" y="3149600"/>
          <p14:tracePt t="30831" x="4483100" y="3136900"/>
          <p14:tracePt t="30841" x="4443413" y="3136900"/>
          <p14:tracePt t="30853" x="4414838" y="3136900"/>
          <p14:tracePt t="30865" x="4367213" y="3136900"/>
          <p14:tracePt t="30875" x="4340225" y="3136900"/>
          <p14:tracePt t="30887" x="4313238" y="3136900"/>
          <p14:tracePt t="30899" x="4300538" y="3136900"/>
          <p14:tracePt t="30920" x="4286250" y="3136900"/>
          <p14:tracePt t="30943" x="4271963" y="3136900"/>
          <p14:tracePt t="30965" x="4259263" y="3149600"/>
          <p14:tracePt t="30977" x="4238625" y="3149600"/>
          <p14:tracePt t="30988" x="4224338" y="3163888"/>
          <p14:tracePt t="30999" x="4211638" y="3163888"/>
          <p14:tracePt t="31010" x="4211638" y="3176588"/>
          <p14:tracePt t="31044" x="4211638" y="3190875"/>
          <p14:tracePt t="31078" x="4211638" y="3205163"/>
          <p14:tracePt t="31100" x="4224338" y="3205163"/>
          <p14:tracePt t="31123" x="4238625" y="3217863"/>
          <p14:tracePt t="31134" x="4259263" y="3217863"/>
          <p14:tracePt t="31147" x="4286250" y="3217863"/>
          <p14:tracePt t="31158" x="4313238" y="3217863"/>
          <p14:tracePt t="31168" x="4340225" y="3217863"/>
          <p14:tracePt t="31182" x="4367213" y="3217863"/>
          <p14:tracePt t="31192" x="4402138" y="3217863"/>
          <p14:tracePt t="31202" x="4429125" y="3205163"/>
          <p14:tracePt t="31215" x="4443413" y="3190875"/>
          <p14:tracePt t="31225" x="4456113" y="3176588"/>
          <p14:tracePt t="31235" x="4470400" y="3163888"/>
          <p14:tracePt t="31250" x="4483100" y="3136900"/>
          <p14:tracePt t="31260" x="4483100" y="3101975"/>
          <p14:tracePt t="31269" x="4497388" y="3074988"/>
          <p14:tracePt t="31284" x="4497388" y="3033713"/>
          <p14:tracePt t="31292" x="4497388" y="3006725"/>
          <p14:tracePt t="31303" x="4483100" y="2973388"/>
          <p14:tracePt t="31315" x="4470400" y="2946400"/>
          <p14:tracePt t="31326" x="4456113" y="2919413"/>
          <p14:tracePt t="31338" x="4443413" y="2905125"/>
          <p14:tracePt t="31349" x="4429125" y="2905125"/>
          <p14:tracePt t="31359" x="4414838" y="2890838"/>
          <p14:tracePt t="31372" x="4387850" y="2878138"/>
          <p14:tracePt t="31382" x="4367213" y="2878138"/>
          <p14:tracePt t="31393" x="4340225" y="2878138"/>
          <p14:tracePt t="31404" x="4327525" y="2878138"/>
          <p14:tracePt t="31416" x="4300538" y="2878138"/>
          <p14:tracePt t="31427" x="4271963" y="2890838"/>
          <p14:tracePt t="31439" x="4238625" y="2905125"/>
          <p14:tracePt t="31450" x="4211638" y="2919413"/>
          <p14:tracePt t="31460" x="4184650" y="2946400"/>
          <p14:tracePt t="31472" x="4157663" y="2959100"/>
          <p14:tracePt t="31505" x="4122738" y="2994025"/>
          <p14:tracePt t="31509" x="4122738" y="3006725"/>
          <p14:tracePt t="31518" x="4110038" y="3021013"/>
          <p14:tracePt t="31529" x="4110038" y="3048000"/>
          <p14:tracePt t="31530" x="4110038" y="3074988"/>
          <p14:tracePt t="31540" x="4110038" y="3101975"/>
          <p14:tracePt t="31550" x="4122738" y="3136900"/>
          <p14:tracePt t="31563" x="4122738" y="3163888"/>
          <p14:tracePt t="31573" x="4143375" y="3176588"/>
          <p14:tracePt t="31584" x="4157663" y="3190875"/>
          <p14:tracePt t="31597" x="4184650" y="3205163"/>
          <p14:tracePt t="31607" x="4197350" y="3217863"/>
          <p14:tracePt t="31618" x="4224338" y="3217863"/>
          <p14:tracePt t="31630" x="4238625" y="3217863"/>
          <p14:tracePt t="31640" x="4259263" y="3217863"/>
          <p14:tracePt t="31652" x="4271963" y="3217863"/>
          <p14:tracePt t="31663" x="4286250" y="3217863"/>
          <p14:tracePt t="31674" x="4300538" y="3205163"/>
          <p14:tracePt t="31686" x="4327525" y="3205163"/>
          <p14:tracePt t="31697" x="4354513" y="3190875"/>
          <p14:tracePt t="31708" x="4387850" y="3163888"/>
          <p14:tracePt t="31720" x="4414838" y="3149600"/>
          <p14:tracePt t="31732" x="4443413" y="3136900"/>
          <p14:tracePt t="31742" x="4456113" y="3101975"/>
          <p14:tracePt t="31764" x="4456113" y="3089275"/>
          <p14:tracePt t="31775" x="4456113" y="3074988"/>
          <p14:tracePt t="31787" x="4470400" y="3062288"/>
          <p14:tracePt t="31798" x="4470400" y="3048000"/>
          <p14:tracePt t="31820" x="4456113" y="3033713"/>
          <p14:tracePt t="31832" x="4456113" y="3006725"/>
          <p14:tracePt t="31843" x="4443413" y="2994025"/>
          <p14:tracePt t="31855" x="4429125" y="2973388"/>
          <p14:tracePt t="31866" x="4414838" y="2959100"/>
          <p14:tracePt t="31877" x="4402138" y="2959100"/>
          <p14:tracePt t="31888" x="4387850" y="2946400"/>
          <p14:tracePt t="31900" x="4367213" y="2946400"/>
          <p14:tracePt t="31910" x="4367213" y="2932113"/>
          <p14:tracePt t="31922" x="4354513" y="2932113"/>
          <p14:tracePt t="31933" x="4340225" y="2932113"/>
          <p14:tracePt t="31945" x="4327525" y="2932113"/>
          <p14:tracePt t="31956" x="4313238" y="2932113"/>
          <p14:tracePt t="31978" x="4300538" y="2932113"/>
          <p14:tracePt t="32000" x="4286250" y="2946400"/>
          <p14:tracePt t="32013" x="4271963" y="2959100"/>
          <p14:tracePt t="32023" x="4259263" y="2994025"/>
          <p14:tracePt t="32035" x="4224338" y="3006725"/>
          <p14:tracePt t="32046" x="4211638" y="3021013"/>
          <p14:tracePt t="32057" x="4197350" y="3033713"/>
          <p14:tracePt t="32069" x="4197350" y="3048000"/>
          <p14:tracePt t="32080" x="4197350" y="3062288"/>
          <p14:tracePt t="32091" x="4184650" y="3074988"/>
          <p14:tracePt t="32113" x="4184650" y="3089275"/>
          <p14:tracePt t="32135" x="4184650" y="3101975"/>
          <p14:tracePt t="32147" x="4197350" y="3101975"/>
          <p14:tracePt t="32169" x="4197350" y="3122613"/>
          <p14:tracePt t="32181" x="4211638" y="3122613"/>
          <p14:tracePt t="32192" x="4211638" y="3136900"/>
          <p14:tracePt t="32203" x="4224338" y="3136900"/>
          <p14:tracePt t="32215" x="4238625" y="3149600"/>
          <p14:tracePt t="32237" x="4259263" y="3149600"/>
          <p14:tracePt t="32249" x="4271963" y="3149600"/>
          <p14:tracePt t="32270" x="4286250" y="3163888"/>
          <p14:tracePt t="32315" x="4300538" y="3163888"/>
          <p14:tracePt t="32326" x="4300538" y="3149600"/>
          <p14:tracePt t="32339" x="4313238" y="3149600"/>
          <p14:tracePt t="32350" x="4327525" y="3149600"/>
          <p14:tracePt t="32360" x="4354513" y="3149600"/>
          <p14:tracePt t="32373" x="4387850" y="3136900"/>
          <p14:tracePt t="32383" x="4414838" y="3122613"/>
          <p14:tracePt t="32397" x="4443413" y="3101975"/>
          <p14:tracePt t="32416" x="4470400" y="3074988"/>
          <p14:tracePt t="32420" x="4483100" y="3048000"/>
          <p14:tracePt t="32430" x="4497388" y="3021013"/>
          <p14:tracePt t="32440" x="4518025" y="2973388"/>
          <p14:tracePt t="32451" x="4518025" y="2946400"/>
          <p14:tracePt t="32465" x="4518025" y="2919413"/>
          <p14:tracePt t="32474" x="4497388" y="2890838"/>
          <p14:tracePt t="32486" x="4483100" y="2878138"/>
          <p14:tracePt t="32498" x="4470400" y="2843213"/>
          <p14:tracePt t="32508" x="4456113" y="2830513"/>
          <p14:tracePt t="32520" x="4429125" y="2816225"/>
          <p14:tracePt t="32551" x="4402138" y="2816225"/>
          <p14:tracePt t="32555" x="4367213" y="2816225"/>
          <p14:tracePt t="32564" x="4271963" y="2816225"/>
          <p14:tracePt t="32766" x="4300538" y="2816225"/>
          <p14:tracePt t="32776" x="4402138" y="2816225"/>
          <p14:tracePt t="32789" x="4497388" y="2816225"/>
          <p14:tracePt t="32800" x="4572000" y="2803525"/>
          <p14:tracePt t="32811" x="4700588" y="2803525"/>
          <p14:tracePt t="32822" x="4803775" y="2803525"/>
          <p14:tracePt t="32833" x="4932363" y="2789238"/>
          <p14:tracePt t="32845" x="5062538" y="2747963"/>
          <p14:tracePt t="32857" x="5129213" y="2735263"/>
          <p14:tracePt t="32869" x="5218113" y="2714625"/>
          <p14:tracePt t="32880" x="5280025" y="2700338"/>
          <p14:tracePt t="32890" x="5334000" y="2673350"/>
          <p14:tracePt t="32902" x="5375275" y="2660650"/>
          <p14:tracePt t="32913" x="5408613" y="2646363"/>
          <p14:tracePt t="32924" x="5435600" y="2633663"/>
          <p14:tracePt t="32936" x="5449888" y="2633663"/>
          <p14:tracePt t="32945" x="5462588" y="2619375"/>
          <p14:tracePt t="32957" x="5476875" y="2598738"/>
          <p14:tracePt t="32969" x="5491163" y="2598738"/>
          <p14:tracePt t="32979" x="5503863" y="2598738"/>
          <p14:tracePt t="33035" x="5518150" y="2598738"/>
          <p14:tracePt t="33047" x="5551488" y="2619375"/>
          <p14:tracePt t="33059" x="5578475" y="2633663"/>
          <p14:tracePt t="33070" x="5605463" y="2646363"/>
          <p14:tracePt t="33081" x="5634038" y="2660650"/>
          <p14:tracePt t="33093" x="5681663" y="2660650"/>
          <p14:tracePt t="33104" x="5708650" y="2660650"/>
          <p14:tracePt t="33114" x="5735638" y="2673350"/>
          <p14:tracePt t="33127" x="5748338" y="2673350"/>
          <p14:tracePt t="33137" x="5762625" y="2673350"/>
          <p14:tracePt t="33159" x="5783263" y="2673350"/>
          <p14:tracePt t="33170" x="5783263" y="2660650"/>
          <p14:tracePt t="33215" x="5783263" y="2646363"/>
          <p14:tracePt t="33238" x="5783263" y="2633663"/>
          <p14:tracePt t="33249" x="5783263" y="2619375"/>
          <p14:tracePt t="33282" x="5783263" y="2598738"/>
          <p14:tracePt t="33294" x="5783263" y="2586038"/>
          <p14:tracePt t="33307" x="5783263" y="2571750"/>
          <p14:tracePt t="33319" x="5783263" y="2557463"/>
          <p14:tracePt t="33330" x="5783263" y="2544763"/>
          <p14:tracePt t="33339" x="5783263" y="2530475"/>
          <p14:tracePt t="33352" x="5783263" y="2517775"/>
          <p14:tracePt t="33373" x="5783263" y="2503488"/>
          <p14:tracePt t="33376" x="5783263" y="2490788"/>
          <p14:tracePt t="33386" x="5762625" y="2490788"/>
          <p14:tracePt t="33418" x="5748338" y="2490788"/>
          <p14:tracePt t="33429" x="5735638" y="2503488"/>
          <p14:tracePt t="33442" x="5721350" y="2503488"/>
          <p14:tracePt t="33453" x="5708650" y="2517775"/>
          <p14:tracePt t="33464" x="5681663" y="2544763"/>
          <p14:tracePt t="33476" x="5667375" y="2557463"/>
          <p14:tracePt t="33487" x="5646738" y="2571750"/>
          <p14:tracePt t="33508" x="5667375" y="2571750"/>
          <p14:tracePt t="33598" x="5681663" y="2571750"/>
          <p14:tracePt t="33602" x="5694363" y="2571750"/>
          <p14:tracePt t="33611" x="5721350" y="2557463"/>
          <p14:tracePt t="33612" x="5748338" y="2544763"/>
          <p14:tracePt t="33621" x="5762625" y="2530475"/>
          <p14:tracePt t="33633" x="5783263" y="2517775"/>
          <p14:tracePt t="33644" x="5795963" y="2503488"/>
          <p14:tracePt t="33656" x="5795963" y="2490788"/>
          <p14:tracePt t="33665" x="5795963" y="2470150"/>
          <p14:tracePt t="33678" x="5783263" y="2443163"/>
          <p14:tracePt t="33688" x="5762625" y="2428875"/>
          <p14:tracePt t="33699" x="5748338" y="2414588"/>
          <p14:tracePt t="33711" x="5735638" y="2401888"/>
          <p14:tracePt t="33723" x="5708650" y="2387600"/>
          <p14:tracePt t="33733" x="5694363" y="2387600"/>
          <p14:tracePt t="33744" x="5681663" y="2401888"/>
          <p14:tracePt t="33767" x="5646738" y="2428875"/>
          <p14:tracePt t="33778" x="5634038" y="2455863"/>
          <p14:tracePt t="33790" x="5634038" y="2503488"/>
          <p14:tracePt t="33801" x="5619750" y="2557463"/>
          <p14:tracePt t="33812" x="5634038" y="2598738"/>
          <p14:tracePt t="33823" x="5634038" y="2633663"/>
          <p14:tracePt t="33835" x="5646738" y="2646363"/>
          <p14:tracePt t="33846" x="5646738" y="2660650"/>
          <p14:tracePt t="33857" x="5667375" y="2660650"/>
          <p14:tracePt t="33869" x="5694363" y="2673350"/>
          <p14:tracePt t="33879" x="5721350" y="2673350"/>
          <p14:tracePt t="33891" x="5748338" y="2673350"/>
          <p14:tracePt t="33903" x="5783263" y="2673350"/>
          <p14:tracePt t="33913" x="5810250" y="2660650"/>
          <p14:tracePt t="33925" x="5824538" y="2646363"/>
          <p14:tracePt t="33937" x="5851525" y="2633663"/>
          <p14:tracePt t="33947" x="5851525" y="2619375"/>
          <p14:tracePt t="33958" x="5864225" y="2586038"/>
          <p14:tracePt t="33970" x="5878513" y="2571750"/>
          <p14:tracePt t="33980" x="5878513" y="2557463"/>
          <p14:tracePt t="33992" x="5878513" y="2544763"/>
          <p14:tracePt t="34003" x="5864225" y="2530475"/>
          <p14:tracePt t="34014" x="5851525" y="2517775"/>
          <p14:tracePt t="34026" x="5824538" y="2490788"/>
          <p14:tracePt t="34037" x="5795963" y="2470150"/>
          <p14:tracePt t="34048" x="5762625" y="2455863"/>
          <p14:tracePt t="34060" x="5735638" y="2455863"/>
          <p14:tracePt t="34071" x="5721350" y="2455863"/>
          <p14:tracePt t="34082" x="5708650" y="2455863"/>
          <p14:tracePt t="34093" x="5694363" y="2470150"/>
          <p14:tracePt t="34105" x="5681663" y="2490788"/>
          <p14:tracePt t="34116" x="5667375" y="2517775"/>
          <p14:tracePt t="34128" x="5646738" y="2544763"/>
          <p14:tracePt t="34139" x="5634038" y="2571750"/>
          <p14:tracePt t="34150" x="5634038" y="2619375"/>
          <p14:tracePt t="34161" x="5634038" y="2660650"/>
          <p14:tracePt t="34172" x="5634038" y="2673350"/>
          <p14:tracePt t="34183" x="5634038" y="2700338"/>
          <p14:tracePt t="34205" x="5634038" y="2714625"/>
          <p14:tracePt t="34216" x="5646738" y="2714625"/>
          <p14:tracePt t="34261" x="5667375" y="2700338"/>
          <p14:tracePt t="34273" x="5694363" y="2673350"/>
          <p14:tracePt t="34285" x="5721350" y="2646363"/>
          <p14:tracePt t="34297" x="5735638" y="2619375"/>
          <p14:tracePt t="34308" x="5762625" y="2586038"/>
          <p14:tracePt t="34319" x="5762625" y="2571750"/>
          <p14:tracePt t="34329" x="5783263" y="2544763"/>
          <p14:tracePt t="34341" x="5783263" y="2530475"/>
          <p14:tracePt t="34353" x="5783263" y="2517775"/>
          <p14:tracePt t="34363" x="5762625" y="2503488"/>
          <p14:tracePt t="34375" x="5748338" y="2490788"/>
          <p14:tracePt t="34387" x="5735638" y="2470150"/>
          <p14:tracePt t="34397" x="5721350" y="2470150"/>
          <p14:tracePt t="34409" x="5708650" y="2470150"/>
          <p14:tracePt t="34420" x="5694363" y="2470150"/>
          <p14:tracePt t="34430" x="5667375" y="2490788"/>
          <p14:tracePt t="34443" x="5646738" y="2503488"/>
          <p14:tracePt t="34455" x="5634038" y="2517775"/>
          <p14:tracePt t="34465" x="5619750" y="2544763"/>
          <p14:tracePt t="34477" x="5605463" y="2586038"/>
          <p14:tracePt t="34489" x="5605463" y="2598738"/>
          <p14:tracePt t="34499" x="5605463" y="2633663"/>
          <p14:tracePt t="34510" x="5605463" y="2660650"/>
          <p14:tracePt t="34521" x="5634038" y="2673350"/>
          <p14:tracePt t="34532" x="5646738" y="2687638"/>
          <p14:tracePt t="34544" x="5681663" y="2700338"/>
          <p14:tracePt t="34555" x="5708650" y="2714625"/>
          <p14:tracePt t="34565" x="5748338" y="2714625"/>
          <p14:tracePt t="34577" x="5783263" y="2714625"/>
          <p14:tracePt t="34588" x="5824538" y="2714625"/>
          <p14:tracePt t="34599" x="5851525" y="2700338"/>
          <p14:tracePt t="34611" x="5878513" y="2687638"/>
          <p14:tracePt t="34622" x="5911850" y="2660650"/>
          <p14:tracePt t="34644" x="5926138" y="2633663"/>
          <p14:tracePt t="34647" x="5926138" y="2598738"/>
          <p14:tracePt t="34656" x="5926138" y="2571750"/>
          <p14:tracePt t="34670" x="5926138" y="2544763"/>
          <p14:tracePt t="34679" x="5911850" y="2530475"/>
          <p14:tracePt t="34690" x="5891213" y="2503488"/>
          <p14:tracePt t="34700" x="5864225" y="2470150"/>
          <p14:tracePt t="34712" x="5837238" y="2455863"/>
          <p14:tracePt t="34723" x="5795963" y="2443163"/>
          <p14:tracePt t="34735" x="5783263" y="2428875"/>
          <p14:tracePt t="34746" x="5748338" y="2428875"/>
          <p14:tracePt t="34779" x="5735638" y="2428875"/>
          <p14:tracePt t="34802" x="5735638" y="2455863"/>
          <p14:tracePt t="34813" x="5735638" y="2470150"/>
          <p14:tracePt t="34824" x="5721350" y="2503488"/>
          <p14:tracePt t="34837" x="5721350" y="2544763"/>
          <p14:tracePt t="34847" x="5721350" y="2571750"/>
          <p14:tracePt t="34859" x="5708650" y="2586038"/>
          <p14:tracePt t="34871" x="5708650" y="2598738"/>
          <p14:tracePt t="34880" x="5708650" y="2619375"/>
          <p14:tracePt t="34892" x="5721350" y="2633663"/>
          <p14:tracePt t="34914" x="5735638" y="2646363"/>
          <p14:tracePt t="34926" x="5748338" y="2646363"/>
          <p14:tracePt t="34937" x="5762625" y="2660650"/>
          <p14:tracePt t="34959" x="5783263" y="2660650"/>
          <p14:tracePt t="34971" x="5810250" y="2646363"/>
          <p14:tracePt t="34982" x="5824538" y="2646363"/>
          <p14:tracePt t="34993" x="5851525" y="2633663"/>
          <p14:tracePt t="35004" x="5878513" y="2598738"/>
          <p14:tracePt t="35015" x="5891213" y="2557463"/>
          <p14:tracePt t="35028" x="5891213" y="2544763"/>
          <p14:tracePt t="35039" x="5911850" y="2517775"/>
          <p14:tracePt t="35049" x="5891213" y="2490788"/>
          <p14:tracePt t="35061" x="5891213" y="2470150"/>
          <p14:tracePt t="35072" x="5864225" y="2443163"/>
          <p14:tracePt t="35094" x="5851525" y="2428875"/>
          <p14:tracePt t="35106" x="5824538" y="2414588"/>
          <p14:tracePt t="35117" x="5810250" y="2414588"/>
          <p14:tracePt t="35128" x="5795963" y="2414588"/>
          <p14:tracePt t="35140" x="5783263" y="2414588"/>
          <p14:tracePt t="35150" x="5762625" y="2428875"/>
          <p14:tracePt t="35162" x="5748338" y="2428875"/>
          <p14:tracePt t="35173" x="5735638" y="2455863"/>
          <p14:tracePt t="35185" x="5721350" y="2490788"/>
          <p14:tracePt t="35196" x="5721350" y="2530475"/>
          <p14:tracePt t="35207" x="5721350" y="2557463"/>
          <p14:tracePt t="35219" x="5721350" y="2586038"/>
          <p14:tracePt t="35229" x="5735638" y="2633663"/>
          <p14:tracePt t="35241" x="5748338" y="2660650"/>
          <p14:tracePt t="35253" x="5762625" y="2687638"/>
          <p14:tracePt t="35263" x="5783263" y="2687638"/>
          <p14:tracePt t="35274" x="5783263" y="2700338"/>
          <p14:tracePt t="35286" x="5795963" y="2700338"/>
          <p14:tracePt t="35308" x="5810250" y="2700338"/>
          <p14:tracePt t="35320" x="5810250" y="2687638"/>
          <p14:tracePt t="35341" x="5810250" y="2673350"/>
          <p14:tracePt t="35353" x="5810250" y="2660650"/>
          <p14:tracePt t="35364" x="5810250" y="2646363"/>
          <p14:tracePt t="35387" x="5810250" y="2633663"/>
          <p14:tracePt t="35398" x="5810250" y="2619375"/>
          <p14:tracePt t="35533" x="5810250" y="2633663"/>
          <p14:tracePt t="35589" x="5824538" y="2619375"/>
          <p14:tracePt t="35612" x="5837238" y="2598738"/>
          <p14:tracePt t="35624" x="5851525" y="2571750"/>
          <p14:tracePt t="35634" x="5864225" y="2557463"/>
          <p14:tracePt t="35646" x="5864225" y="2517775"/>
          <p14:tracePt t="35659" x="5864225" y="2490788"/>
          <p14:tracePt t="35668" x="5864225" y="2455863"/>
          <p14:tracePt t="35691" x="5851525" y="2443163"/>
          <p14:tracePt t="35692" x="5837238" y="2428875"/>
          <p14:tracePt t="35703" x="5824538" y="2401888"/>
          <p14:tracePt t="35713" x="5795963" y="2401888"/>
          <p14:tracePt t="35726" x="5783263" y="2401888"/>
          <p14:tracePt t="35736" x="5748338" y="2387600"/>
          <p14:tracePt t="35747" x="5721350" y="2401888"/>
          <p14:tracePt t="35760" x="5708650" y="2414588"/>
          <p14:tracePt t="35770" x="5694363" y="2414588"/>
          <p14:tracePt t="35782" x="5681663" y="2443163"/>
          <p14:tracePt t="35794" x="5667375" y="2490788"/>
          <p14:tracePt t="35804" x="5646738" y="2530475"/>
          <p14:tracePt t="35815" x="5646738" y="2557463"/>
          <p14:tracePt t="35826" x="5646738" y="2586038"/>
          <p14:tracePt t="35837" x="5646738" y="2619375"/>
          <p14:tracePt t="35849" x="5646738" y="2633663"/>
          <p14:tracePt t="35860" x="5667375" y="2646363"/>
          <p14:tracePt t="35870" x="5681663" y="2660650"/>
          <p14:tracePt t="35883" x="5694363" y="2673350"/>
          <p14:tracePt t="35893" x="5721350" y="2673350"/>
          <p14:tracePt t="35904" x="5735638" y="2673350"/>
          <p14:tracePt t="35916" x="5783263" y="2687638"/>
          <p14:tracePt t="35927" x="5810250" y="2687638"/>
          <p14:tracePt t="35938" x="5837238" y="2673350"/>
          <p14:tracePt t="35950" x="5864225" y="2673350"/>
          <p14:tracePt t="35960" x="5891213" y="2660650"/>
          <p14:tracePt t="35972" x="5926138" y="2646363"/>
          <p14:tracePt t="35984" x="5938838" y="2633663"/>
          <p14:tracePt t="35995" x="5938838" y="2619375"/>
          <p14:tracePt t="36008" x="5938838" y="2598738"/>
          <p14:tracePt t="36018" x="5938838" y="2586038"/>
          <p14:tracePt t="36050" x="5938838" y="2571750"/>
          <p14:tracePt t="36219" x="5938838" y="2586038"/>
          <p14:tracePt t="36376" x="5926138" y="2586038"/>
          <p14:tracePt t="36387" x="5926138" y="2598738"/>
          <p14:tracePt t="36400" x="5911850" y="2619375"/>
          <p14:tracePt t="36411" x="5891213" y="2633663"/>
          <p14:tracePt t="36423" x="5878513" y="2673350"/>
          <p14:tracePt t="36434" x="5837238" y="2714625"/>
          <p14:tracePt t="36445" x="5795963" y="2776538"/>
          <p14:tracePt t="36456" x="5735638" y="2878138"/>
          <p14:tracePt t="36468" x="5646738" y="3033713"/>
          <p14:tracePt t="36478" x="5578475" y="3205163"/>
          <p14:tracePt t="36490" x="5503863" y="3360738"/>
          <p14:tracePt t="36502" x="5462588" y="3476625"/>
          <p14:tracePt t="36512" x="5422900" y="3605213"/>
          <p14:tracePt t="36524" x="5387975" y="3708400"/>
          <p14:tracePt t="36536" x="5348288" y="3756025"/>
          <p14:tracePt t="36545" x="5292725" y="3783013"/>
          <p14:tracePt t="36995" x="5307013" y="3783013"/>
          <p14:tracePt t="37006" x="5292725" y="3783013"/>
          <p14:tracePt t="37040" x="5280025" y="3768725"/>
          <p14:tracePt t="37063" x="5259388" y="3768725"/>
          <p14:tracePt t="37086" x="5245100" y="3756025"/>
          <p14:tracePt t="37097" x="5232400" y="3756025"/>
          <p14:tracePt t="37109" x="5218113" y="3756025"/>
          <p14:tracePt t="37121" x="5205413" y="3735388"/>
          <p14:tracePt t="37132" x="5176838" y="3735388"/>
          <p14:tracePt t="37142" x="5149850" y="3721100"/>
          <p14:tracePt t="37155" x="5102225" y="3708400"/>
          <p14:tracePt t="37165" x="5062538" y="3694113"/>
          <p14:tracePt t="37175" x="5033963" y="3681413"/>
          <p14:tracePt t="37188" x="4986338" y="3652838"/>
          <p14:tracePt t="37198" x="4919663" y="3640138"/>
          <p14:tracePt t="37211" x="4872038" y="3605213"/>
          <p14:tracePt t="37222" x="4803775" y="3592513"/>
          <p14:tracePt t="37233" x="4741863" y="3578225"/>
          <p14:tracePt t="37246" x="4687888" y="3565525"/>
          <p14:tracePt t="37256" x="4646613" y="3551238"/>
          <p14:tracePt t="37267" x="4613275" y="3551238"/>
          <p14:tracePt t="37279" x="4598988" y="3551238"/>
          <p14:tracePt t="37299" x="4586288" y="3538538"/>
          <p14:tracePt t="37304" x="4572000" y="3538538"/>
          <p14:tracePt t="37355" x="4557713" y="3538538"/>
          <p14:tracePt t="37400" x="4545013" y="3538538"/>
          <p14:tracePt t="37412" x="4545013" y="3551238"/>
          <p14:tracePt t="37445" x="4530725" y="3551238"/>
          <p14:tracePt t="37467" x="4530725" y="3538538"/>
          <p14:tracePt t="37479" x="4518025" y="3538538"/>
          <p14:tracePt t="37501" x="4497388" y="3538538"/>
          <p14:tracePt t="37513" x="4483100" y="3538538"/>
          <p14:tracePt t="37526" x="4470400" y="3538538"/>
          <p14:tracePt t="37538" x="4443413" y="3538538"/>
          <p14:tracePt t="37547" x="4402138" y="3538538"/>
          <p14:tracePt t="37558" x="4340225" y="3524250"/>
          <p14:tracePt t="37572" x="4300538" y="3509963"/>
          <p14:tracePt t="37581" x="4271963" y="3509963"/>
          <p14:tracePt t="37592" x="4224338" y="3509963"/>
          <p14:tracePt t="37604" x="4197350" y="3497263"/>
          <p14:tracePt t="37615" x="4170363" y="3497263"/>
          <p14:tracePt t="37627" x="4157663" y="3497263"/>
          <p14:tracePt t="37638" x="4143375" y="3497263"/>
          <p14:tracePt t="37749" x="4157663" y="3497263"/>
          <p14:tracePt t="37794" x="4170363" y="3509963"/>
          <p14:tracePt t="37798" x="4184650" y="3509963"/>
          <p14:tracePt t="37806" x="4224338" y="3509963"/>
          <p14:tracePt t="37813" x="4259263" y="3509963"/>
          <p14:tracePt t="37817" x="4300538" y="3524250"/>
          <p14:tracePt t="37830" x="4354513" y="3538538"/>
          <p14:tracePt t="37841" x="4414838" y="3538538"/>
          <p14:tracePt t="37851" x="4470400" y="3538538"/>
          <p14:tracePt t="37865" x="4530725" y="3538538"/>
          <p14:tracePt t="37874" x="4572000" y="3538538"/>
          <p14:tracePt t="37885" x="4613275" y="3538538"/>
          <p14:tracePt t="37899" x="4646613" y="3538538"/>
          <p14:tracePt t="37908" x="4687888" y="3538538"/>
          <p14:tracePt t="37919" x="4729163" y="3538538"/>
          <p14:tracePt t="37930" x="4776788" y="3538538"/>
          <p14:tracePt t="37941" x="4803775" y="3538538"/>
          <p14:tracePt t="37952" x="4857750" y="3538538"/>
          <p14:tracePt t="37963" x="4905375" y="3538538"/>
          <p14:tracePt t="37974" x="4959350" y="3524250"/>
          <p14:tracePt t="37986" x="4986338" y="3524250"/>
          <p14:tracePt t="37997" x="5048250" y="3524250"/>
          <p14:tracePt t="38008" x="5089525" y="3524250"/>
          <p14:tracePt t="38019" x="5129213" y="3524250"/>
          <p14:tracePt t="38031" x="5164138" y="3524250"/>
          <p14:tracePt t="38042" x="5191125" y="3524250"/>
          <p14:tracePt t="38054" x="5218113" y="3524250"/>
          <p14:tracePt t="38065" x="5259388" y="3524250"/>
          <p14:tracePt t="38075" x="5280025" y="3524250"/>
          <p14:tracePt t="38087" x="5292725" y="3524250"/>
          <p14:tracePt t="38098" x="5319713" y="3524250"/>
          <p14:tracePt t="38109" x="5334000" y="3524250"/>
          <p14:tracePt t="38121" x="5360988" y="3524250"/>
          <p14:tracePt t="38132" x="5375275" y="3524250"/>
          <p14:tracePt t="38143" x="5408613" y="3524250"/>
          <p14:tracePt t="38154" x="5449888" y="3524250"/>
          <p14:tracePt t="38166" x="5462588" y="3524250"/>
          <p14:tracePt t="38177" x="5491163" y="3524250"/>
          <p14:tracePt t="38188" x="5518150" y="3524250"/>
          <p14:tracePt t="38199" x="5538788" y="3524250"/>
          <p14:tracePt t="38210" x="5551488" y="3524250"/>
          <p14:tracePt t="38222" x="5565775" y="3524250"/>
          <p14:tracePt t="38233" x="5592763" y="3524250"/>
          <p14:tracePt t="38245" x="5605463" y="3524250"/>
          <p14:tracePt t="38256" x="5619750" y="3524250"/>
          <p14:tracePt t="38267" x="5646738" y="3524250"/>
          <p14:tracePt t="38279" x="5681663" y="3524250"/>
          <p14:tracePt t="38289" x="5708650" y="3524250"/>
          <p14:tracePt t="38300" x="5735638" y="3524250"/>
          <p14:tracePt t="38313" x="5783263" y="3524250"/>
          <p14:tracePt t="38323" x="5810250" y="3524250"/>
          <p14:tracePt t="38335" x="5851525" y="3524250"/>
          <p14:tracePt t="38346" x="5878513" y="3524250"/>
          <p14:tracePt t="38357" x="5911850" y="3524250"/>
          <p14:tracePt t="38369" x="5953125" y="3524250"/>
          <p14:tracePt t="38380" x="5980113" y="3524250"/>
          <p14:tracePt t="38391" x="6021388" y="3524250"/>
          <p14:tracePt t="38402" x="6054725" y="3524250"/>
          <p14:tracePt t="38413" x="6081713" y="3509963"/>
          <p14:tracePt t="38425" x="6096000" y="3509963"/>
          <p14:tracePt t="38437" x="6110288" y="3509963"/>
          <p14:tracePt t="38447" x="6122988" y="3509963"/>
          <p14:tracePt t="38458" x="6137275" y="3509963"/>
          <p14:tracePt t="38470" x="6149975" y="3509963"/>
          <p14:tracePt t="38491" x="6170613" y="3509963"/>
          <p14:tracePt t="38514" x="6184900" y="3509963"/>
          <p14:tracePt t="38627" x="6170613" y="3509963"/>
          <p14:tracePt t="38638" x="6137275" y="3509963"/>
          <p14:tracePt t="38649" x="6110288" y="3509963"/>
          <p14:tracePt t="38660" x="6069013" y="3509963"/>
          <p14:tracePt t="38673" x="6054725" y="3509963"/>
          <p14:tracePt t="38685" x="6007100" y="3509963"/>
          <p14:tracePt t="38695" x="5980113" y="3509963"/>
          <p14:tracePt t="38706" x="5938838" y="3509963"/>
          <p14:tracePt t="38718" x="5911850" y="3509963"/>
          <p14:tracePt t="38728" x="5878513" y="3509963"/>
          <p14:tracePt t="38740" x="5837238" y="3509963"/>
          <p14:tracePt t="38752" x="5810250" y="3524250"/>
          <p14:tracePt t="38762" x="5795963" y="3524250"/>
          <p14:tracePt t="38774" x="5783263" y="3524250"/>
          <p14:tracePt t="38786" x="5762625" y="3524250"/>
          <p14:tracePt t="38796" x="5735638" y="3524250"/>
          <p14:tracePt t="38807" x="5721350" y="3524250"/>
          <p14:tracePt t="38819" x="5694363" y="3524250"/>
          <p14:tracePt t="38840" x="5667375" y="3524250"/>
          <p14:tracePt t="38844" x="5619750" y="3524250"/>
          <p14:tracePt t="38853" x="5592763" y="3524250"/>
          <p14:tracePt t="38865" x="5565775" y="3524250"/>
          <p14:tracePt t="38876" x="5518150" y="3524250"/>
          <p14:tracePt t="38887" x="5491163" y="3524250"/>
          <p14:tracePt t="38896" x="5449888" y="3524250"/>
          <p14:tracePt t="38908" x="5408613" y="3524250"/>
          <p14:tracePt t="38919" x="5348288" y="3524250"/>
          <p14:tracePt t="38930" x="5307013" y="3509963"/>
          <p14:tracePt t="38942" x="5292725" y="3509963"/>
          <p14:tracePt t="38953" x="5259388" y="3509963"/>
          <p14:tracePt t="38964" x="5245100" y="3509963"/>
          <p14:tracePt t="38976" x="5232400" y="3509963"/>
          <p14:tracePt t="38987" x="5205413" y="3509963"/>
          <p14:tracePt t="38998" x="5191125" y="3509963"/>
          <p14:tracePt t="39009" x="5176838" y="3509963"/>
          <p14:tracePt t="39021" x="5164138" y="3509963"/>
          <p14:tracePt t="39054" x="5129213" y="3509963"/>
          <p14:tracePt t="39065" x="5102225" y="3509963"/>
          <p14:tracePt t="39077" x="5048250" y="3509963"/>
          <p14:tracePt t="39088" x="4959350" y="3509963"/>
          <p14:tracePt t="39100" x="4830763" y="3509963"/>
          <p14:tracePt t="39110" x="4714875" y="3509963"/>
          <p14:tracePt t="39122" x="4625975" y="3497263"/>
          <p14:tracePt t="39134" x="4530725" y="3497263"/>
          <p14:tracePt t="39144" x="4443413" y="3497263"/>
          <p14:tracePt t="39156" x="4387850" y="3497263"/>
          <p14:tracePt t="39168" x="4354513" y="3497263"/>
          <p14:tracePt t="39178" x="4340225" y="3497263"/>
          <p14:tracePt t="39189" x="4327525" y="3497263"/>
          <p14:tracePt t="39212" x="4313238" y="3497263"/>
          <p14:tracePt t="39459" x="4300538" y="3497263"/>
          <p14:tracePt t="40730" x="4313238" y="3497263"/>
          <p14:tracePt t="40764" x="4327525" y="3497263"/>
          <p14:tracePt t="40775" x="4340225" y="3497263"/>
          <p14:tracePt t="40786" x="4354513" y="3497263"/>
          <p14:tracePt t="40798" x="4367213" y="3497263"/>
          <p14:tracePt t="40809" x="4387850" y="3509963"/>
          <p14:tracePt t="40822" x="4414838" y="3509963"/>
          <p14:tracePt t="40833" x="4456113" y="3509963"/>
          <p14:tracePt t="40843" x="4483100" y="3509963"/>
          <p14:tracePt t="40856" x="4518025" y="3509963"/>
          <p14:tracePt t="40868" x="4545013" y="3509963"/>
          <p14:tracePt t="40877" x="4572000" y="3509963"/>
          <p14:tracePt t="40890" x="4586288" y="3509963"/>
          <p14:tracePt t="40901" x="4598988" y="3509963"/>
          <p14:tracePt t="40910" x="4613275" y="3509963"/>
          <p14:tracePt t="40933" x="4625975" y="3509963"/>
          <p14:tracePt t="40936" x="4646613" y="3509963"/>
          <p14:tracePt t="40956" x="4660900" y="3509963"/>
          <p14:tracePt t="40966" x="4660900" y="3497263"/>
          <p14:tracePt t="40979" x="4673600" y="3476625"/>
          <p14:tracePt t="40990" x="4687888" y="3449638"/>
          <p14:tracePt t="41000" x="4700588" y="3422650"/>
          <p14:tracePt t="41013" x="4700588" y="3381375"/>
          <p14:tracePt t="41023" x="4700588" y="3319463"/>
          <p14:tracePt t="41034" x="4700588" y="3292475"/>
          <p14:tracePt t="41046" x="4687888" y="3265488"/>
          <p14:tracePt t="41057" x="4673600" y="3217863"/>
          <p14:tracePt t="41068" x="4646613" y="3190875"/>
          <p14:tracePt t="41080" x="4613275" y="3163888"/>
          <p14:tracePt t="41091" x="4572000" y="3149600"/>
          <p14:tracePt t="41102" x="4545013" y="3149600"/>
          <p14:tracePt t="41113" x="4497388" y="3149600"/>
          <p14:tracePt t="41125" x="4456113" y="3136900"/>
          <p14:tracePt t="41136" x="4402138" y="3136900"/>
          <p14:tracePt t="41147" x="4340225" y="3149600"/>
          <p14:tracePt t="41158" x="4300538" y="3149600"/>
          <p14:tracePt t="41169" x="4271963" y="3163888"/>
          <p14:tracePt t="41181" x="4224338" y="3176588"/>
          <p14:tracePt t="41192" x="4184650" y="3190875"/>
          <p14:tracePt t="41203" x="4157663" y="3217863"/>
          <p14:tracePt t="41215" x="4143375" y="3232150"/>
          <p14:tracePt t="41226" x="4122738" y="3279775"/>
          <p14:tracePt t="41238" x="4122738" y="3319463"/>
          <p14:tracePt t="41248" x="4122738" y="3348038"/>
          <p14:tracePt t="41259" x="4122738" y="3381375"/>
          <p14:tracePt t="41272" x="4143375" y="3408363"/>
          <p14:tracePt t="41282" x="4157663" y="3435350"/>
          <p14:tracePt t="41293" x="4170363" y="3449638"/>
          <p14:tracePt t="41306" x="4197350" y="3449638"/>
          <p14:tracePt t="41315" x="4238625" y="3462338"/>
          <p14:tracePt t="41327" x="4286250" y="3476625"/>
          <p14:tracePt t="41339" x="4340225" y="3476625"/>
          <p14:tracePt t="41349" x="4402138" y="3497263"/>
          <p14:tracePt t="41361" x="4456113" y="3497263"/>
          <p14:tracePt t="41372" x="4530725" y="3497263"/>
          <p14:tracePt t="41383" x="4586288" y="3476625"/>
          <p14:tracePt t="41395" x="4646613" y="3476625"/>
          <p14:tracePt t="41406" x="4673600" y="3462338"/>
          <p14:tracePt t="41417" x="4714875" y="3435350"/>
          <p14:tracePt t="41429" x="4729163" y="3422650"/>
          <p14:tracePt t="41440" x="4741863" y="3395663"/>
          <p14:tracePt t="41450" x="4741863" y="3381375"/>
          <p14:tracePt t="41462" x="4741863" y="3360738"/>
          <p14:tracePt t="41474" x="4741863" y="3333750"/>
          <p14:tracePt t="41484" x="4729163" y="3306763"/>
          <p14:tracePt t="41506" x="4700588" y="3279775"/>
          <p14:tracePt t="41518" x="4673600" y="3252788"/>
          <p14:tracePt t="41529" x="4646613" y="3232150"/>
          <p14:tracePt t="41541" x="4613275" y="3232150"/>
          <p14:tracePt t="41552" x="4586288" y="3232150"/>
          <p14:tracePt t="41563" x="4557713" y="3232150"/>
          <p14:tracePt t="41574" x="4545013" y="3232150"/>
          <p14:tracePt t="41585" x="4518025" y="3232150"/>
          <p14:tracePt t="41597" x="4483100" y="3252788"/>
          <p14:tracePt t="41608" x="4470400" y="3265488"/>
          <p14:tracePt t="41619" x="4443413" y="3292475"/>
          <p14:tracePt t="41631" x="4429125" y="3306763"/>
          <p14:tracePt t="41642" x="4414838" y="3333750"/>
          <p14:tracePt t="41653" x="4402138" y="3360738"/>
          <p14:tracePt t="41665" x="4402138" y="3408363"/>
          <p14:tracePt t="41675" x="4402138" y="3435350"/>
          <p14:tracePt t="41688" x="4429125" y="3476625"/>
          <p14:tracePt t="41698" x="4470400" y="3509963"/>
          <p14:tracePt t="41709" x="4530725" y="3538538"/>
          <p14:tracePt t="41721" x="4572000" y="3551238"/>
          <p14:tracePt t="41732" x="4660900" y="3565525"/>
          <p14:tracePt t="41743" x="4741863" y="3578225"/>
          <p14:tracePt t="41755" x="4830763" y="3578225"/>
          <p14:tracePt t="41766" x="4884738" y="3578225"/>
          <p14:tracePt t="41777" x="4946650" y="3565525"/>
          <p14:tracePt t="41789" x="4973638" y="3551238"/>
          <p14:tracePt t="41799" x="4986338" y="3524250"/>
          <p14:tracePt t="41811" x="4986338" y="3497263"/>
          <p14:tracePt t="41822" x="4986338" y="3449638"/>
          <p14:tracePt t="41833" x="4973638" y="3408363"/>
          <p14:tracePt t="41845" x="4932363" y="3333750"/>
          <p14:tracePt t="41856" x="4884738" y="3279775"/>
          <p14:tracePt t="41868" x="4803775" y="3205163"/>
          <p14:tracePt t="41879" x="4714875" y="3136900"/>
          <p14:tracePt t="41891" x="4646613" y="3089275"/>
          <p14:tracePt t="41900" x="4586288" y="3074988"/>
          <p14:tracePt t="41912" x="4497388" y="3062288"/>
          <p14:tracePt t="41923" x="4429125" y="3062288"/>
          <p14:tracePt t="41934" x="4354513" y="3062288"/>
          <p14:tracePt t="41945" x="4313238" y="3074988"/>
          <p14:tracePt t="41957" x="4286250" y="3101975"/>
          <p14:tracePt t="41990" x="4238625" y="3149600"/>
          <p14:tracePt t="41994" x="4211638" y="3190875"/>
          <p14:tracePt t="42003" x="4211638" y="3217863"/>
          <p14:tracePt t="42006" x="4197350" y="3265488"/>
          <p14:tracePt t="42021" x="4197350" y="3292475"/>
          <p14:tracePt t="42027" x="4197350" y="3319463"/>
          <p14:tracePt t="42038" x="4197350" y="3333750"/>
          <p14:tracePt t="42048" x="4211638" y="3348038"/>
          <p14:tracePt t="42059" x="4238625" y="3360738"/>
          <p14:tracePt t="42069" x="4271963" y="3381375"/>
          <p14:tracePt t="42081" x="4300538" y="3381375"/>
          <p14:tracePt t="42092" x="4354513" y="3395663"/>
          <p14:tracePt t="42103" x="4402138" y="3395663"/>
          <p14:tracePt t="42114" x="4456113" y="3395663"/>
          <p14:tracePt t="42125" x="4497388" y="3381375"/>
          <p14:tracePt t="42138" x="4530725" y="3381375"/>
          <p14:tracePt t="42148" x="4557713" y="3360738"/>
          <p14:tracePt t="42159" x="4572000" y="3348038"/>
          <p14:tracePt t="42182" x="4572000" y="3333750"/>
          <p14:tracePt t="42193" x="4572000" y="3319463"/>
          <p14:tracePt t="42205" x="4572000" y="3306763"/>
          <p14:tracePt t="42216" x="4572000" y="3292475"/>
          <p14:tracePt t="42238" x="4572000" y="3279775"/>
          <p14:tracePt t="42542" x="4572000" y="3265488"/>
          <p14:tracePt t="42597" x="4557713" y="3265488"/>
          <p14:tracePt t="42609" x="4557713" y="3252788"/>
          <p14:tracePt t="42621" x="4545013" y="3252788"/>
          <p14:tracePt t="42732" x="4530725" y="3252788"/>
          <p14:tracePt t="42746" x="4518025" y="3252788"/>
          <p14:tracePt t="42756" x="4483100" y="3252788"/>
          <p14:tracePt t="42767" x="4456113" y="3252788"/>
          <p14:tracePt t="42779" x="4414838" y="3252788"/>
          <p14:tracePt t="42790" x="4387850" y="3265488"/>
          <p14:tracePt t="42801" x="4354513" y="3265488"/>
          <p14:tracePt t="42813" x="4340225" y="3279775"/>
          <p14:tracePt t="42824" x="4327525" y="3292475"/>
          <p14:tracePt t="42835" x="4327525" y="3306763"/>
          <p14:tracePt t="42847" x="4313238" y="3333750"/>
          <p14:tracePt t="42926" x="4387850" y="3462338"/>
          <p14:tracePt t="42938" x="4414838" y="3476625"/>
          <p14:tracePt t="42949" x="4443413" y="3476625"/>
          <p14:tracePt t="42958" x="4497388" y="3497263"/>
          <p14:tracePt t="42971" x="4557713" y="3509963"/>
          <p14:tracePt t="42981" x="4598988" y="3509963"/>
          <p14:tracePt t="42992" x="4625975" y="3509963"/>
          <p14:tracePt t="43005" x="4660900" y="3509963"/>
          <p14:tracePt t="43036" x="4687888" y="3509963"/>
          <p14:tracePt t="43040" x="4700588" y="3497263"/>
          <p14:tracePt t="43049" x="4714875" y="3497263"/>
          <p14:tracePt t="43056" x="4714875" y="3462338"/>
          <p14:tracePt t="43060" x="4729163" y="3435350"/>
          <p14:tracePt t="43072" x="4729163" y="3395663"/>
          <p14:tracePt t="43082" x="4729163" y="3360738"/>
          <p14:tracePt t="43095" x="4714875" y="3319463"/>
          <p14:tracePt t="43106" x="4700588" y="3279775"/>
          <p14:tracePt t="43116" x="4687888" y="3232150"/>
          <p14:tracePt t="43128" x="4673600" y="3217863"/>
          <p14:tracePt t="43139" x="4660900" y="3205163"/>
          <p14:tracePt t="43149" x="4625975" y="3190875"/>
          <p14:tracePt t="43161" x="4586288" y="3176588"/>
          <p14:tracePt t="43172" x="4557713" y="3176588"/>
          <p14:tracePt t="43183" x="4530725" y="3176588"/>
          <p14:tracePt t="43194" x="4483100" y="3176588"/>
          <p14:tracePt t="43206" x="4443413" y="3190875"/>
          <p14:tracePt t="43217" x="4414838" y="3205163"/>
          <p14:tracePt t="43229" x="4367213" y="3232150"/>
          <p14:tracePt t="43240" x="4340225" y="3265488"/>
          <p14:tracePt t="43250" x="4327525" y="3292475"/>
          <p14:tracePt t="43262" x="4327525" y="3319463"/>
          <p14:tracePt t="43273" x="4313238" y="3348038"/>
          <p14:tracePt t="43284" x="4313238" y="3360738"/>
          <p14:tracePt t="43296" x="4327525" y="3395663"/>
          <p14:tracePt t="43307" x="4327525" y="3408363"/>
          <p14:tracePt t="43318" x="4340225" y="3422650"/>
          <p14:tracePt t="43330" x="4354513" y="3435350"/>
          <p14:tracePt t="43341" x="4367213" y="3449638"/>
          <p14:tracePt t="43352" x="4402138" y="3449638"/>
          <p14:tracePt t="43363" x="4429125" y="3462338"/>
          <p14:tracePt t="43374" x="4456113" y="3462338"/>
          <p14:tracePt t="43385" x="4497388" y="3476625"/>
          <p14:tracePt t="43397" x="4530725" y="3476625"/>
          <p14:tracePt t="43408" x="4557713" y="3476625"/>
          <p14:tracePt t="43419" x="4598988" y="3476625"/>
          <p14:tracePt t="43431" x="4625975" y="3476625"/>
          <p14:tracePt t="43633" x="4625975" y="3462338"/>
          <p14:tracePt t="43655" x="4646613" y="3462338"/>
          <p14:tracePt t="43677" x="4625975" y="3462338"/>
          <p14:tracePt t="43689" x="4613275" y="3462338"/>
          <p14:tracePt t="43700" x="4586288" y="3462338"/>
          <p14:tracePt t="44005" x="4598988" y="3462338"/>
          <p14:tracePt t="44015" x="4613275" y="3462338"/>
          <p14:tracePt t="44028" x="4625975" y="3462338"/>
          <p14:tracePt t="44039" x="4646613" y="3462338"/>
          <p14:tracePt t="44049" x="4673600" y="3476625"/>
          <p14:tracePt t="44083" x="4714875" y="3476625"/>
          <p14:tracePt t="44086" x="4741863" y="3476625"/>
          <p14:tracePt t="44095" x="4776788" y="3476625"/>
          <p14:tracePt t="44098" x="4803775" y="3476625"/>
          <p14:tracePt t="44108" x="4816475" y="3476625"/>
          <p14:tracePt t="44117" x="4830763" y="3476625"/>
          <p14:tracePt t="44128" x="4857750" y="3476625"/>
          <p14:tracePt t="44141" x="4872038" y="3476625"/>
          <p14:tracePt t="44151" x="4884738" y="3476625"/>
          <p14:tracePt t="44162" x="4905375" y="3476625"/>
          <p14:tracePt t="44174" x="4919663" y="3476625"/>
          <p14:tracePt t="44184" x="4932363" y="3476625"/>
          <p14:tracePt t="44196" x="4946650" y="3476625"/>
          <p14:tracePt t="44207" x="4959350" y="3497263"/>
          <p14:tracePt t="44218" x="4973638" y="3497263"/>
          <p14:tracePt t="44230" x="4986338" y="3497263"/>
          <p14:tracePt t="44241" x="5021263" y="3497263"/>
          <p14:tracePt t="44252" x="5033963" y="3497263"/>
          <p14:tracePt t="44264" x="5048250" y="3497263"/>
          <p14:tracePt t="44285" x="5062538" y="3497263"/>
          <p14:tracePt t="44319" x="5075238" y="3497263"/>
          <p14:tracePt t="44612" x="5089525" y="3497263"/>
          <p14:tracePt t="45557" x="5075238" y="3476625"/>
          <p14:tracePt t="46197" x="5089525" y="3476625"/>
          <p14:tracePt t="46233" x="5102225" y="3476625"/>
          <p14:tracePt t="46254" x="5116513" y="3476625"/>
          <p14:tracePt t="46267" x="5129213" y="3476625"/>
          <p14:tracePt t="46278" x="5149850" y="3476625"/>
          <p14:tracePt t="46377" x="5164138" y="3476625"/>
          <p14:tracePt t="46411" x="5176838" y="3476625"/>
          <p14:tracePt t="46512" x="5191125" y="3476625"/>
          <p14:tracePt t="46535" x="5205413" y="3476625"/>
          <p14:tracePt t="46558" x="5218113" y="3476625"/>
          <p14:tracePt t="46569" x="5232400" y="3497263"/>
          <p14:tracePt t="46592" x="5245100" y="3497263"/>
          <p14:tracePt t="46816" x="5259388" y="3497263"/>
          <p14:tracePt t="46839" x="5280025" y="3497263"/>
          <p14:tracePt t="46851" x="5292725" y="3476625"/>
          <p14:tracePt t="46862" x="5319713" y="3476625"/>
          <p14:tracePt t="46873" x="5348288" y="3476625"/>
          <p14:tracePt t="46884" x="5387975" y="3476625"/>
          <p14:tracePt t="46898" x="5422900" y="3462338"/>
          <p14:tracePt t="46907" x="5449888" y="3462338"/>
          <p14:tracePt t="46919" x="5491163" y="3462338"/>
          <p14:tracePt t="46931" x="5538788" y="3462338"/>
          <p14:tracePt t="46941" x="5565775" y="3462338"/>
          <p14:tracePt t="46952" x="5592763" y="3449638"/>
          <p14:tracePt t="46964" x="5619750" y="3449638"/>
          <p14:tracePt t="46974" x="5634038" y="3449638"/>
          <p14:tracePt t="46997" x="5646738" y="3449638"/>
          <p14:tracePt t="47414" x="5667375" y="3449638"/>
          <p14:tracePt t="47425" x="5681663" y="3449638"/>
          <p14:tracePt t="47435" x="5708650" y="3462338"/>
          <p14:tracePt t="47447" x="5721350" y="3462338"/>
          <p14:tracePt t="47469" x="5735638" y="3462338"/>
          <p14:tracePt t="47480" x="5748338" y="3462338"/>
          <p14:tracePt t="47514" x="5762625" y="3462338"/>
          <p14:tracePt t="47559" x="5783263" y="3462338"/>
          <p14:tracePt t="47582" x="5795963" y="3462338"/>
          <p14:tracePt t="47593" x="5810250" y="3462338"/>
          <p14:tracePt t="47605" x="5824538" y="3462338"/>
          <p14:tracePt t="47617" x="5837238" y="3462338"/>
          <p14:tracePt t="47628" x="5851525" y="3462338"/>
          <p14:tracePt t="47638" x="5864225" y="3462338"/>
          <p14:tracePt t="47661" x="5878513" y="3462338"/>
          <p14:tracePt t="47840" x="5891213" y="3462338"/>
          <p14:tracePt t="47874" x="5911850" y="3462338"/>
          <p14:tracePt t="48336" x="5926138" y="3462338"/>
          <p14:tracePt t="48348" x="5938838" y="3462338"/>
          <p14:tracePt t="48348" x="5953125" y="3462338"/>
          <p14:tracePt t="48358" x="5967413" y="3462338"/>
          <p14:tracePt t="48380" x="5980113" y="3476625"/>
          <p14:tracePt t="48392" x="5994400" y="3476625"/>
          <p14:tracePt t="48414" x="5994400" y="3462338"/>
          <p14:tracePt t="48436" x="6007100" y="3462338"/>
          <p14:tracePt t="48470" x="6021388" y="3449638"/>
          <p14:tracePt t="48504" x="6042025" y="3435350"/>
          <p14:tracePt t="48526" x="6054725" y="3435350"/>
          <p14:tracePt t="48538" x="6054725" y="3422650"/>
          <p14:tracePt t="48549" x="6054725" y="3408363"/>
          <p14:tracePt t="48561" x="6069013" y="3408363"/>
          <p14:tracePt t="48572" x="6069013" y="3395663"/>
          <p14:tracePt t="48594" x="6069013" y="3381375"/>
          <p14:tracePt t="48606" x="6069013" y="3360738"/>
          <p14:tracePt t="48617" x="6069013" y="3348038"/>
          <p14:tracePt t="48629" x="6069013" y="3319463"/>
          <p14:tracePt t="48641" x="6054725" y="3306763"/>
          <p14:tracePt t="48651" x="6054725" y="3279775"/>
          <p14:tracePt t="48663" x="6042025" y="3265488"/>
          <p14:tracePt t="48674" x="6021388" y="3252788"/>
          <p14:tracePt t="48685" x="6007100" y="3232150"/>
          <p14:tracePt t="48697" x="5994400" y="3217863"/>
          <p14:tracePt t="48708" x="5980113" y="3217863"/>
          <p14:tracePt t="48720" x="5967413" y="3217863"/>
          <p14:tracePt t="48730" x="5953125" y="3205163"/>
          <p14:tracePt t="48741" x="5938838" y="3205163"/>
          <p14:tracePt t="48763" x="5926138" y="3205163"/>
          <p14:tracePt t="48774" x="5911850" y="3205163"/>
          <p14:tracePt t="48786" x="5891213" y="3205163"/>
          <p14:tracePt t="48798" x="5878513" y="3205163"/>
          <p14:tracePt t="48808" x="5864225" y="3205163"/>
          <p14:tracePt t="48820" x="5837238" y="3205163"/>
          <p14:tracePt t="48832" x="5810250" y="3205163"/>
          <p14:tracePt t="48843" x="5783263" y="3205163"/>
          <p14:tracePt t="48854" x="5735638" y="3205163"/>
          <p14:tracePt t="48865" x="5681663" y="3205163"/>
          <p14:tracePt t="48877" x="5634038" y="3205163"/>
          <p14:tracePt t="48887" x="5592763" y="3205163"/>
          <p14:tracePt t="48899" x="5551488" y="3205163"/>
          <p14:tracePt t="48911" x="5503863" y="3205163"/>
          <p14:tracePt t="48921" x="5476875" y="3205163"/>
          <p14:tracePt t="48933" x="5449888" y="3205163"/>
          <p14:tracePt t="48944" x="5408613" y="3205163"/>
          <p14:tracePt t="48954" x="5375275" y="3205163"/>
          <p14:tracePt t="48966" x="5348288" y="3205163"/>
          <p14:tracePt t="48977" x="5319713" y="3205163"/>
          <p14:tracePt t="48988" x="5307013" y="3217863"/>
          <p14:tracePt t="49000" x="5280025" y="3217863"/>
          <p14:tracePt t="49011" x="5245100" y="3217863"/>
          <p14:tracePt t="49022" x="5232400" y="3217863"/>
          <p14:tracePt t="49033" x="5218113" y="3217863"/>
          <p14:tracePt t="49045" x="5191125" y="3217863"/>
          <p14:tracePt t="49056" x="5164138" y="3217863"/>
          <p14:tracePt t="49067" x="5149850" y="3217863"/>
          <p14:tracePt t="49079" x="5116513" y="3217863"/>
          <p14:tracePt t="49089" x="5089525" y="3217863"/>
          <p14:tracePt t="49101" x="5048250" y="3205163"/>
          <p14:tracePt t="49112" x="5021263" y="3205163"/>
          <p14:tracePt t="49123" x="4986338" y="3205163"/>
          <p14:tracePt t="49135" x="4946650" y="3205163"/>
          <p14:tracePt t="49146" x="4919663" y="3205163"/>
          <p14:tracePt t="49157" x="4884738" y="3205163"/>
          <p14:tracePt t="49179" x="4857750" y="3190875"/>
          <p14:tracePt t="49190" x="4843463" y="3190875"/>
          <p14:tracePt t="49213" x="4830763" y="3190875"/>
          <p14:tracePt t="49225" x="4816475" y="3190875"/>
          <p14:tracePt t="49236" x="4789488" y="3190875"/>
          <p14:tracePt t="49248" x="4776788" y="3190875"/>
          <p14:tracePt t="49258" x="4756150" y="3190875"/>
          <p14:tracePt t="49270" x="4729163" y="3190875"/>
          <p14:tracePt t="49281" x="4714875" y="3190875"/>
          <p14:tracePt t="49293" x="4687888" y="3190875"/>
          <p14:tracePt t="49303" x="4673600" y="3190875"/>
          <p14:tracePt t="49326" x="4660900" y="3190875"/>
          <p14:tracePt t="49329" x="4646613" y="3190875"/>
          <p14:tracePt t="49360" x="4625975" y="3190875"/>
          <p14:tracePt t="49361" x="4613275" y="3190875"/>
          <p14:tracePt t="49371" x="4598988" y="3190875"/>
          <p14:tracePt t="49374" x="4586288" y="3190875"/>
          <p14:tracePt t="49383" x="4557713" y="3190875"/>
          <p14:tracePt t="49395" x="4530725" y="3190875"/>
          <p14:tracePt t="49404" x="4518025" y="3190875"/>
          <p14:tracePt t="49416" x="4497388" y="3190875"/>
          <p14:tracePt t="49438" x="4483100" y="3190875"/>
          <p14:tracePt t="49450" x="4470400" y="3190875"/>
          <p14:tracePt t="49472" x="4456113" y="3190875"/>
          <p14:tracePt t="49505" x="4443413" y="3190875"/>
          <p14:tracePt t="49607" x="4429125" y="3190875"/>
          <p14:tracePt t="49618" x="4414838" y="3205163"/>
          <p14:tracePt t="49630" x="4367213" y="3205163"/>
          <p14:tracePt t="49641" x="4327525" y="3205163"/>
          <p14:tracePt t="49653" x="4300538" y="3190875"/>
          <p14:tracePt t="49664" x="4271963" y="3190875"/>
          <p14:tracePt t="49675" x="4238625" y="3190875"/>
          <p14:tracePt t="49687" x="4224338" y="3190875"/>
          <p14:tracePt t="49843" x="4224338" y="3205163"/>
          <p14:tracePt t="49878" x="4224338" y="3217863"/>
          <p14:tracePt t="49888" x="4224338" y="3252788"/>
          <p14:tracePt t="49900" x="4224338" y="3279775"/>
          <p14:tracePt t="49911" x="4224338" y="3319463"/>
          <p14:tracePt t="49923" x="4224338" y="3381375"/>
          <p14:tracePt t="49934" x="4224338" y="3408363"/>
          <p14:tracePt t="49946" x="4224338" y="3449638"/>
          <p14:tracePt t="49958" x="4224338" y="3476625"/>
          <p14:tracePt t="49968" x="4224338" y="3497263"/>
          <p14:tracePt t="49980" x="4224338" y="3509963"/>
          <p14:tracePt t="50001" x="4224338" y="3524250"/>
          <p14:tracePt t="50090" x="4238625" y="3524250"/>
          <p14:tracePt t="50124" x="4271963" y="3524250"/>
          <p14:tracePt t="50147" x="4300538" y="3524250"/>
          <p14:tracePt t="50149" x="4327525" y="3524250"/>
          <p14:tracePt t="50160" x="4367213" y="3524250"/>
          <p14:tracePt t="50170" x="4443413" y="3524250"/>
          <p14:tracePt t="50181" x="4530725" y="3524250"/>
          <p14:tracePt t="50195" x="4625975" y="3524250"/>
          <p14:tracePt t="50204" x="4700588" y="3524250"/>
          <p14:tracePt t="50215" x="4789488" y="3524250"/>
          <p14:tracePt t="50227" x="4905375" y="3524250"/>
          <p14:tracePt t="50237" x="4986338" y="3524250"/>
          <p14:tracePt t="50249" x="5062538" y="3524250"/>
          <p14:tracePt t="50260" x="5129213" y="3524250"/>
          <p14:tracePt t="50270" x="5218113" y="3524250"/>
          <p14:tracePt t="50283" x="5280025" y="3524250"/>
          <p14:tracePt t="50294" x="5319713" y="3524250"/>
          <p14:tracePt t="50304" x="5375275" y="3524250"/>
          <p14:tracePt t="50316" x="5435600" y="3524250"/>
          <p14:tracePt t="50327" x="5491163" y="3524250"/>
          <p14:tracePt t="50338" x="5518150" y="3524250"/>
          <p14:tracePt t="50350" x="5565775" y="3509963"/>
          <p14:tracePt t="50372" x="5592763" y="3509963"/>
          <p14:tracePt t="50376" x="5619750" y="3509963"/>
          <p14:tracePt t="50385" x="5634038" y="3509963"/>
          <p14:tracePt t="50395" x="5667375" y="3509963"/>
          <p14:tracePt t="50408" x="5681663" y="3509963"/>
          <p14:tracePt t="50419" x="5694363" y="3509963"/>
          <p14:tracePt t="50450" x="5708650" y="3509963"/>
          <p14:tracePt t="50462" x="5721350" y="3509963"/>
          <p14:tracePt t="50473" x="5735638" y="3509963"/>
          <p14:tracePt t="50485" x="5762625" y="3509963"/>
          <p14:tracePt t="50496" x="5795963" y="3509963"/>
          <p14:tracePt t="50507" x="5837238" y="3509963"/>
          <p14:tracePt t="50519" x="5864225" y="3509963"/>
          <p14:tracePt t="50530" x="5878513" y="3509963"/>
          <p14:tracePt t="50540" x="5911850" y="3509963"/>
          <p14:tracePt t="50552" x="5938838" y="3509963"/>
          <p14:tracePt t="50563" x="5953125" y="3509963"/>
          <p14:tracePt t="50574" x="5967413" y="3524250"/>
          <p14:tracePt t="50587" x="5980113" y="3524250"/>
          <p14:tracePt t="50598" x="5994400" y="3524250"/>
          <p14:tracePt t="50630" x="6007100" y="3524250"/>
          <p14:tracePt t="50664" x="6007100" y="3509963"/>
          <p14:tracePt t="50687" x="6021388" y="3509963"/>
          <p14:tracePt t="50732" x="6042025" y="3509963"/>
          <p14:tracePt t="50799" x="6042025" y="3497263"/>
          <p14:tracePt t="50833" x="6054725" y="3497263"/>
          <p14:tracePt t="50900" x="6054725" y="3476625"/>
          <p14:tracePt t="50956" x="6054725" y="3462338"/>
          <p14:tracePt t="50990" x="6054725" y="3449638"/>
          <p14:tracePt t="51035" x="6054725" y="3435350"/>
          <p14:tracePt t="51058" x="6054725" y="3422650"/>
          <p14:tracePt t="51070" x="6054725" y="3408363"/>
          <p14:tracePt t="51081" x="6054725" y="3395663"/>
          <p14:tracePt t="51094" x="6054725" y="3381375"/>
          <p14:tracePt t="51103" x="6054725" y="3360738"/>
          <p14:tracePt t="51126" x="6054725" y="3348038"/>
          <p14:tracePt t="51137" x="6054725" y="3333750"/>
          <p14:tracePt t="51148" x="6054725" y="3319463"/>
          <p14:tracePt t="51170" x="6054725" y="3306763"/>
          <p14:tracePt t="51193" x="6054725" y="3292475"/>
          <p14:tracePt t="51205" x="6054725" y="3279775"/>
          <p14:tracePt t="51227" x="6054725" y="3265488"/>
          <p14:tracePt t="51239" x="6054725" y="3252788"/>
          <p14:tracePt t="51283" x="6054725" y="3232150"/>
          <p14:tracePt t="51317" x="6054725" y="3217863"/>
          <p14:tracePt t="51350" x="6054725" y="3205163"/>
          <p14:tracePt t="51485" x="6021388" y="3205163"/>
          <p14:tracePt t="51497" x="5980113" y="3217863"/>
          <p14:tracePt t="51508" x="5891213" y="3232150"/>
          <p14:tracePt t="51519" x="5824538" y="3232150"/>
          <p14:tracePt t="51531" x="5708650" y="3252788"/>
          <p14:tracePt t="51544" x="5605463" y="3265488"/>
          <p14:tracePt t="51553" x="5503863" y="3279775"/>
          <p14:tracePt t="51565" x="5435600" y="3279775"/>
          <p14:tracePt t="51578" x="5360988" y="3279775"/>
          <p14:tracePt t="51587" x="5292725" y="3279775"/>
          <p14:tracePt t="51599" x="5232400" y="3279775"/>
          <p14:tracePt t="51612" x="5176838" y="3279775"/>
          <p14:tracePt t="51622" x="5116513" y="3279775"/>
          <p14:tracePt t="51633" x="5048250" y="3279775"/>
          <p14:tracePt t="51646" x="5000625" y="3265488"/>
          <p14:tracePt t="51656" x="4959350" y="3265488"/>
          <p14:tracePt t="51667" x="4919663" y="3265488"/>
          <p14:tracePt t="51688" x="4872038" y="3265488"/>
          <p14:tracePt t="51691" x="4830763" y="3265488"/>
          <p14:tracePt t="51701" x="4803775" y="3265488"/>
          <p14:tracePt t="51712" x="4776788" y="3265488"/>
          <p14:tracePt t="51723" x="4729163" y="3265488"/>
          <p14:tracePt t="51735" x="4700588" y="3265488"/>
          <p14:tracePt t="51747" x="4673600" y="3265488"/>
          <p14:tracePt t="51756" x="4625975" y="3265488"/>
          <p14:tracePt t="51768" x="4598988" y="3265488"/>
          <p14:tracePt t="51778" x="4586288" y="3265488"/>
          <p14:tracePt t="51789" x="4572000" y="3265488"/>
          <p14:tracePt t="51856" x="4557713" y="3265488"/>
          <p14:tracePt t="51869" x="4557713" y="3252788"/>
          <p14:tracePt t="51880" x="4545013" y="3252788"/>
          <p14:tracePt t="51891" x="4518025" y="3252788"/>
          <p14:tracePt t="51902" x="4470400" y="3232150"/>
          <p14:tracePt t="51913" x="4429125" y="3217863"/>
          <p14:tracePt t="51924" x="4402138" y="3205163"/>
          <p14:tracePt t="51937" x="4354513" y="3205163"/>
          <p14:tracePt t="51947" x="4327525" y="3190875"/>
          <p14:tracePt t="51958" x="4313238" y="3190875"/>
          <p14:tracePt t="51970" x="4300538" y="3190875"/>
          <p14:tracePt t="52092" x="4300538" y="3205163"/>
          <p14:tracePt t="52115" x="4300538" y="3217863"/>
          <p14:tracePt t="52127" x="4300538" y="3232150"/>
          <p14:tracePt t="52138" x="4300538" y="3252788"/>
          <p14:tracePt t="52150" x="4300538" y="3279775"/>
          <p14:tracePt t="52161" x="4300538" y="3319463"/>
          <p14:tracePt t="52172" x="4300538" y="3348038"/>
          <p14:tracePt t="52184" x="4300538" y="3395663"/>
          <p14:tracePt t="52194" x="4300538" y="3408363"/>
          <p14:tracePt t="52206" x="4300538" y="3435350"/>
          <p14:tracePt t="52228" x="4300538" y="3449638"/>
          <p14:tracePt t="52251" x="4300538" y="3462338"/>
          <p14:tracePt t="52340" x="4327525" y="3462338"/>
          <p14:tracePt t="52352" x="4354513" y="3476625"/>
          <p14:tracePt t="52364" x="4402138" y="3476625"/>
          <p14:tracePt t="52378" x="4443413" y="3476625"/>
          <p14:tracePt t="52388" x="4530725" y="3497263"/>
          <p14:tracePt t="52399" x="4598988" y="3497263"/>
          <p14:tracePt t="52409" x="4714875" y="3509963"/>
          <p14:tracePt t="52421" x="4803775" y="3509963"/>
          <p14:tracePt t="52431" x="4905375" y="3524250"/>
          <p14:tracePt t="52444" x="5000625" y="3524250"/>
          <p14:tracePt t="52476" x="5089525" y="3524250"/>
          <p14:tracePt t="52478" x="5149850" y="3538538"/>
          <p14:tracePt t="52487" x="5232400" y="3538538"/>
          <p14:tracePt t="52491" x="5319713" y="3538538"/>
          <p14:tracePt t="52499" x="5375275" y="3538538"/>
          <p14:tracePt t="52510" x="5422900" y="3538538"/>
          <p14:tracePt t="52521" x="5462588" y="3538538"/>
          <p14:tracePt t="52533" x="5503863" y="3538538"/>
          <p14:tracePt t="52545" x="5538788" y="3538538"/>
          <p14:tracePt t="52555" x="5551488" y="3538538"/>
          <p14:tracePt t="52566" x="5565775" y="3538538"/>
          <p14:tracePt t="52577" x="5578475" y="3538538"/>
          <p14:tracePt t="52588" x="5592763" y="3538538"/>
          <p14:tracePt t="52600" x="5605463" y="3538538"/>
          <p14:tracePt t="52611" x="5619750" y="3538538"/>
          <p14:tracePt t="52622" x="5646738" y="3538538"/>
          <p14:tracePt t="52633" x="5681663" y="3538538"/>
          <p14:tracePt t="52644" x="5708650" y="3538538"/>
          <p14:tracePt t="52656" x="5735638" y="3538538"/>
          <p14:tracePt t="52668" x="5795963" y="3538538"/>
          <p14:tracePt t="52678" x="5837238" y="3538538"/>
          <p14:tracePt t="52689" x="5864225" y="3538538"/>
          <p14:tracePt t="52701" x="5891213" y="3538538"/>
          <p14:tracePt t="52712" x="5911850" y="3538538"/>
          <p14:tracePt t="52723" x="5926138" y="3538538"/>
          <p14:tracePt t="52736" x="5938838" y="3538538"/>
          <p14:tracePt t="52745" x="5953125" y="3538538"/>
          <p14:tracePt t="52769" x="5967413" y="3538538"/>
          <p14:tracePt t="52813" x="5980113" y="3538538"/>
          <p14:tracePt t="52835" x="5994400" y="3538538"/>
          <p14:tracePt t="52847" x="6007100" y="3538538"/>
          <p14:tracePt t="52858" x="6021388" y="3538538"/>
          <p14:tracePt t="52870" x="6042025" y="3538538"/>
          <p14:tracePt t="52881" x="6054725" y="3538538"/>
          <p14:tracePt t="52893" x="6069013" y="3538538"/>
          <p14:tracePt t="53038" x="6081713" y="3524250"/>
          <p14:tracePt t="53049" x="6081713" y="3509963"/>
          <p14:tracePt t="53062" x="6081713" y="3497263"/>
          <p14:tracePt t="53072" x="6081713" y="3462338"/>
          <p14:tracePt t="53084" x="6096000" y="3408363"/>
          <p14:tracePt t="53095" x="6096000" y="3381375"/>
          <p14:tracePt t="53107" x="6096000" y="3360738"/>
          <p14:tracePt t="53118" x="6096000" y="3333750"/>
          <p14:tracePt t="53128" x="6096000" y="3306763"/>
          <p14:tracePt t="53140" x="6096000" y="3279775"/>
          <p14:tracePt t="53152" x="6096000" y="3265488"/>
          <p14:tracePt t="53162" x="6096000" y="3252788"/>
          <p14:tracePt t="53174" x="6096000" y="3232150"/>
          <p14:tracePt t="53186" x="6081713" y="3217863"/>
          <p14:tracePt t="53207" x="6069013" y="3205163"/>
          <p14:tracePt t="53219" x="6054725" y="3190875"/>
          <p14:tracePt t="53230" x="6021388" y="3176588"/>
          <p14:tracePt t="53243" x="6007100" y="3176588"/>
          <p14:tracePt t="53254" x="5980113" y="3176588"/>
          <p14:tracePt t="53264" x="5953125" y="3176588"/>
          <p14:tracePt t="53276" x="5926138" y="3163888"/>
          <p14:tracePt t="53287" x="5891213" y="3163888"/>
          <p14:tracePt t="53297" x="5878513" y="3163888"/>
          <p14:tracePt t="53309" x="5851525" y="3163888"/>
          <p14:tracePt t="53320" x="5810250" y="3163888"/>
          <p14:tracePt t="53331" x="5795963" y="3163888"/>
          <p14:tracePt t="53343" x="5762625" y="3176588"/>
          <p14:tracePt t="53354" x="5735638" y="3176588"/>
          <p14:tracePt t="53364" x="5708650" y="3176588"/>
          <p14:tracePt t="53376" x="5694363" y="3176588"/>
          <p14:tracePt t="53388" x="5667375" y="3176588"/>
          <p14:tracePt t="53398" x="5646738" y="3176588"/>
          <p14:tracePt t="53410" x="5634038" y="3176588"/>
          <p14:tracePt t="53421" x="5619750" y="3176588"/>
          <p14:tracePt t="53432" x="5605463" y="3176588"/>
          <p14:tracePt t="53443" x="5565775" y="3176588"/>
          <p14:tracePt t="53454" x="5538788" y="3176588"/>
          <p14:tracePt t="53466" x="5503863" y="3176588"/>
          <p14:tracePt t="53477" x="5462588" y="3176588"/>
          <p14:tracePt t="53489" x="5435600" y="3176588"/>
          <p14:tracePt t="53522" x="5387975" y="3176588"/>
          <p14:tracePt t="53525" x="5360988" y="3176588"/>
          <p14:tracePt t="53536" x="5292725" y="3176588"/>
          <p14:tracePt t="53536" x="5218113" y="3176588"/>
          <p14:tracePt t="53545" x="5164138" y="3176588"/>
          <p14:tracePt t="53556" x="5075238" y="3176588"/>
          <p14:tracePt t="53568" x="4986338" y="3176588"/>
          <p14:tracePt t="53578" x="4919663" y="3176588"/>
          <p14:tracePt t="53589" x="4843463" y="3176588"/>
          <p14:tracePt t="53602" x="4816475" y="3176588"/>
          <p14:tracePt t="53612" x="4776788" y="3176588"/>
          <p14:tracePt t="53624" x="4741863" y="3176588"/>
          <p14:tracePt t="53636" x="4714875" y="3176588"/>
          <p14:tracePt t="53646" x="4687888" y="3176588"/>
          <p14:tracePt t="53657" x="4660900" y="3176588"/>
          <p14:tracePt t="53669" x="4646613" y="3176588"/>
          <p14:tracePt t="53680" x="4613275" y="3176588"/>
          <p14:tracePt t="53691" x="4586288" y="3176588"/>
          <p14:tracePt t="53702" x="4557713" y="3176588"/>
          <p14:tracePt t="53713" x="4530725" y="3176588"/>
          <p14:tracePt t="53725" x="4497388" y="3176588"/>
          <p14:tracePt t="53736" x="4470400" y="3176588"/>
          <p14:tracePt t="53747" x="4443413" y="3176588"/>
          <p14:tracePt t="53760" x="4429125" y="3176588"/>
          <p14:tracePt t="53771" x="4414838" y="3176588"/>
          <p14:tracePt t="53859" x="4402138" y="3176588"/>
          <p14:tracePt t="53871" x="4402138" y="3190875"/>
          <p14:tracePt t="53893" x="4402138" y="3205163"/>
          <p14:tracePt t="53915" x="4402138" y="3217863"/>
          <p14:tracePt t="53927" x="4387850" y="3252788"/>
          <p14:tracePt t="53938" x="4387850" y="3265488"/>
          <p14:tracePt t="53949" x="4387850" y="3279775"/>
          <p14:tracePt t="53962" x="4387850" y="3292475"/>
          <p14:tracePt t="53973" x="4367213" y="3319463"/>
          <p14:tracePt t="53985" x="4367213" y="3333750"/>
          <p14:tracePt t="53995" x="4367213" y="3348038"/>
          <p14:tracePt t="54017" x="4367213" y="3360738"/>
          <p14:tracePt t="54298" x="4367213" y="3381375"/>
          <p14:tracePt t="54311" x="4387850" y="3381375"/>
          <p14:tracePt t="54332" x="4402138" y="3395663"/>
          <p14:tracePt t="54354" x="4429125" y="3408363"/>
          <p14:tracePt t="54366" x="4443413" y="3408363"/>
          <p14:tracePt t="54378" x="4470400" y="3422650"/>
          <p14:tracePt t="54388" x="4518025" y="3435350"/>
          <p14:tracePt t="54402" x="4545013" y="3435350"/>
          <p14:tracePt t="54412" x="4572000" y="3435350"/>
          <p14:tracePt t="54422" x="4613275" y="3449638"/>
          <p14:tracePt t="54435" x="4646613" y="3449638"/>
          <p14:tracePt t="54445" x="4673600" y="3449638"/>
          <p14:tracePt t="54457" x="4687888" y="3462338"/>
          <p14:tracePt t="54469" x="4714875" y="3462338"/>
          <p14:tracePt t="54478" x="4729163" y="3462338"/>
          <p14:tracePt t="54490" x="4756150" y="3462338"/>
          <p14:tracePt t="54502" x="4776788" y="3476625"/>
          <p14:tracePt t="54523" x="4803775" y="3476625"/>
          <p14:tracePt t="54535" x="4830763" y="3476625"/>
          <p14:tracePt t="54546" x="4857750" y="3476625"/>
          <p14:tracePt t="54568" x="4905375" y="3476625"/>
          <p14:tracePt t="54571" x="4946650" y="3476625"/>
          <p14:tracePt t="54580" x="5021263" y="3497263"/>
          <p14:tracePt t="54592" x="5075238" y="3497263"/>
          <p14:tracePt t="54604" x="5164138" y="3509963"/>
          <p14:tracePt t="54613" x="5232400" y="3509963"/>
          <p14:tracePt t="54627" x="5307013" y="3524250"/>
          <p14:tracePt t="54636" x="5360988" y="3524250"/>
          <p14:tracePt t="54648" x="5435600" y="3524250"/>
          <p14:tracePt t="54658" x="5503863" y="3524250"/>
          <p14:tracePt t="54670" x="5578475" y="3524250"/>
          <p14:tracePt t="54681" x="5619750" y="3538538"/>
          <p14:tracePt t="54693" x="5708650" y="3538538"/>
          <p14:tracePt t="54704" x="5762625" y="3524250"/>
          <p14:tracePt t="54714" x="5837238" y="3524250"/>
          <p14:tracePt t="54727" x="5891213" y="3524250"/>
          <p14:tracePt t="54738" x="5967413" y="3524250"/>
          <p14:tracePt t="54748" x="6042025" y="3524250"/>
          <p14:tracePt t="54760" x="6110288" y="3524250"/>
          <p14:tracePt t="54771" x="6149975" y="3524250"/>
          <p14:tracePt t="54783" x="6211888" y="3538538"/>
          <p14:tracePt t="54794" x="6238875" y="3538538"/>
          <p14:tracePt t="54806" x="6265863" y="3538538"/>
          <p14:tracePt t="54871" x="6253163" y="3538538"/>
          <p14:tracePt t="54884" x="6211888" y="3538538"/>
          <p14:tracePt t="54894" x="6137275" y="3524250"/>
          <p14:tracePt t="54907" x="6054725" y="3509963"/>
          <p14:tracePt t="54919" x="5926138" y="3509963"/>
          <p14:tracePt t="54928" x="5810250" y="3497263"/>
          <p14:tracePt t="54941" x="5681663" y="3497263"/>
          <p14:tracePt t="54951" x="5578475" y="3497263"/>
          <p14:tracePt t="54962" x="5462588" y="3497263"/>
          <p14:tracePt t="54974" x="5375275" y="3497263"/>
          <p14:tracePt t="54985" x="5307013" y="3497263"/>
          <p14:tracePt t="54996" x="5280025" y="3497263"/>
          <p14:tracePt t="55007" x="5245100" y="3497263"/>
          <p14:tracePt t="55018" x="5232400" y="3497263"/>
          <p14:tracePt t="55040" x="5218113" y="3497263"/>
          <p14:tracePt t="55085" x="5205413" y="3497263"/>
          <p14:tracePt t="55164" x="5218113" y="3497263"/>
          <p14:tracePt t="55198" x="5232400" y="3497263"/>
          <p14:tracePt t="55209" x="5245100" y="3497263"/>
          <p14:tracePt t="55221" x="5280025" y="3497263"/>
          <p14:tracePt t="55232" x="5292725" y="3497263"/>
          <p14:tracePt t="55246" x="5334000" y="3497263"/>
          <p14:tracePt t="55255" x="5387975" y="3497263"/>
          <p14:tracePt t="55266" x="5449888" y="3497263"/>
          <p14:tracePt t="55278" x="5518150" y="3497263"/>
          <p14:tracePt t="55288" x="5592763" y="3509963"/>
          <p14:tracePt t="55301" x="5681663" y="3509963"/>
          <p14:tracePt t="55311" x="5721350" y="3509963"/>
          <p14:tracePt t="55322" x="5783263" y="3509963"/>
          <p14:tracePt t="55333" x="5824538" y="3509963"/>
          <p14:tracePt t="55345" x="5864225" y="3509963"/>
          <p14:tracePt t="55356" x="5878513" y="3509963"/>
          <p14:tracePt t="55369" x="5891213" y="3509963"/>
          <p14:tracePt t="55378" x="5911850" y="3509963"/>
          <p14:tracePt t="55537" x="5891213" y="3509963"/>
          <p14:tracePt t="55547" x="5851525" y="3509963"/>
          <p14:tracePt t="55559" x="5810250" y="3509963"/>
          <p14:tracePt t="55570" x="5748338" y="3497263"/>
          <p14:tracePt t="55581" x="5708650" y="3497263"/>
          <p14:tracePt t="55614" x="5646738" y="3497263"/>
          <p14:tracePt t="55618" x="5592763" y="3497263"/>
          <p14:tracePt t="55626" x="5551488" y="3509963"/>
          <p14:tracePt t="55630" x="5503863" y="3509963"/>
          <p14:tracePt t="55639" x="5462588" y="3509963"/>
          <p14:tracePt t="55648" x="5422900" y="3524250"/>
          <p14:tracePt t="55660" x="5375275" y="3524250"/>
          <p14:tracePt t="55673" x="5348288" y="3524250"/>
          <p14:tracePt t="55683" x="5307013" y="3524250"/>
          <p14:tracePt t="55694" x="5280025" y="3524250"/>
          <p14:tracePt t="55706" x="5232400" y="3524250"/>
          <p14:tracePt t="55716" x="5205413" y="3524250"/>
          <p14:tracePt t="55727" x="5164138" y="3509963"/>
          <p14:tracePt t="55739" x="5129213" y="3509963"/>
          <p14:tracePt t="55750" x="5102225" y="3509963"/>
          <p14:tracePt t="55761" x="5089525" y="3509963"/>
          <p14:tracePt t="56661" x="5102225" y="3509963"/>
          <p14:tracePt t="58145" x="5116513" y="3509963"/>
          <p14:tracePt t="58158" x="5129213" y="3509963"/>
          <p14:tracePt t="58179" x="5164138" y="3509963"/>
          <p14:tracePt t="58191" x="5176838" y="3509963"/>
          <p14:tracePt t="58202" x="5191125" y="3509963"/>
          <p14:tracePt t="58216" x="5205413" y="3509963"/>
          <p14:tracePt t="58226" x="5218113" y="3524250"/>
          <p14:tracePt t="58237" x="5245100" y="3524250"/>
          <p14:tracePt t="58250" x="5259388" y="3524250"/>
          <p14:tracePt t="58260" x="5280025" y="3524250"/>
          <p14:tracePt t="58269" x="5307013" y="3524250"/>
          <p14:tracePt t="58282" x="5319713" y="3524250"/>
          <p14:tracePt t="58292" x="5334000" y="3524250"/>
          <p14:tracePt t="58304" x="5348288" y="3524250"/>
          <p14:tracePt t="58315" x="5360988" y="3524250"/>
          <p14:tracePt t="58337" x="5375275" y="3524250"/>
          <p14:tracePt t="62377" x="5348288" y="3524250"/>
          <p14:tracePt t="62387" x="5334000" y="3509963"/>
          <p14:tracePt t="62398" x="5307013" y="3509963"/>
          <p14:tracePt t="62410" x="5280025" y="3509963"/>
          <p14:tracePt t="62421" x="5245100" y="3509963"/>
          <p14:tracePt t="62432" x="5232400" y="3509963"/>
          <p14:tracePt t="62444" x="5205413" y="3509963"/>
          <p14:tracePt t="62455" x="5191125" y="3509963"/>
          <p14:tracePt t="62466" x="5176838" y="3509963"/>
          <p14:tracePt t="62477" x="5149850" y="3509963"/>
          <p14:tracePt t="62489" x="5116513" y="3509963"/>
          <p14:tracePt t="62499" x="5089525" y="3509963"/>
          <p14:tracePt t="62512" x="5062538" y="3509963"/>
          <p14:tracePt t="62524" x="5000625" y="3509963"/>
          <p14:tracePt t="62534" x="4973638" y="3509963"/>
          <p14:tracePt t="62545" x="4919663" y="3509963"/>
          <p14:tracePt t="62557" x="4884738" y="3509963"/>
          <p14:tracePt t="62568" x="4843463" y="3509963"/>
          <p14:tracePt t="62578" x="4803775" y="3509963"/>
          <p14:tracePt t="62590" x="4776788" y="3509963"/>
          <p14:tracePt t="62601" x="4741863" y="3509963"/>
          <p14:tracePt t="62612" x="4729163" y="3509963"/>
          <p14:tracePt t="62623" x="4700588" y="3509963"/>
          <p14:tracePt t="62634" x="4687888" y="3509963"/>
          <p14:tracePt t="62646" x="4673600" y="3509963"/>
          <p14:tracePt t="62658" x="4660900" y="3509963"/>
          <p14:tracePt t="62669" x="4646613" y="3509963"/>
          <p14:tracePt t="62679" x="4613275" y="3509963"/>
          <p14:tracePt t="62691" x="4598988" y="3509963"/>
          <p14:tracePt t="62702" x="4572000" y="3509963"/>
          <p14:tracePt t="62714" x="4530725" y="3509963"/>
          <p14:tracePt t="62736" x="4497388" y="3509963"/>
          <p14:tracePt t="62739" x="4470400" y="3509963"/>
          <p14:tracePt t="62749" x="4456113" y="3509963"/>
          <p14:tracePt t="62760" x="4443413" y="3509963"/>
          <p14:tracePt t="62771" x="4429125" y="3509963"/>
          <p14:tracePt t="62782" x="4414838" y="3509963"/>
          <p14:tracePt t="62803" x="4402138" y="3509963"/>
          <p14:tracePt t="62815" x="4387850" y="3509963"/>
          <p14:tracePt t="62916" x="4402138" y="3509963"/>
          <p14:tracePt t="62927" x="4414838" y="3509963"/>
          <p14:tracePt t="62960" x="4429125" y="3509963"/>
          <p14:tracePt t="62963" x="4470400" y="3509963"/>
          <p14:tracePt t="62973" x="4518025" y="3509963"/>
          <p14:tracePt t="62974" x="4572000" y="3509963"/>
          <p14:tracePt t="62984" x="4687888" y="3509963"/>
          <p14:tracePt t="62995" x="4789488" y="3509963"/>
          <p14:tracePt t="63006" x="4919663" y="3524250"/>
          <p14:tracePt t="63017" x="5033963" y="3524250"/>
          <p14:tracePt t="63030" x="5164138" y="3524250"/>
          <p14:tracePt t="63041" x="5307013" y="3524250"/>
          <p14:tracePt t="63052" x="5408613" y="3524250"/>
          <p14:tracePt t="63062" x="5476875" y="3524250"/>
          <p14:tracePt t="63074" x="5565775" y="3524250"/>
          <p14:tracePt t="63085" x="5646738" y="3524250"/>
          <p14:tracePt t="63096" x="5721350" y="3524250"/>
          <p14:tracePt t="63107" x="5762625" y="3524250"/>
          <p14:tracePt t="63119" x="5837238" y="3538538"/>
          <p14:tracePt t="63129" x="5878513" y="3538538"/>
          <p14:tracePt t="63141" x="5926138" y="3538538"/>
          <p14:tracePt t="63152" x="5938838" y="3538538"/>
          <p14:tracePt t="63163" x="5967413" y="3538538"/>
          <p14:tracePt t="63175" x="5980113" y="3538538"/>
          <p14:tracePt t="63186" x="5994400" y="3538538"/>
          <p14:tracePt t="63208" x="6007100" y="3538538"/>
          <p14:tracePt t="63231" x="6021388" y="3538538"/>
          <p14:tracePt t="63253" x="6042025" y="3538538"/>
          <p14:tracePt t="63276" x="6054725" y="3538538"/>
          <p14:tracePt t="63377" x="6069013" y="3524250"/>
          <p14:tracePt t="63399" x="6081713" y="3524250"/>
          <p14:tracePt t="63411" x="6081713" y="3509963"/>
          <p14:tracePt t="63424" x="6096000" y="3497263"/>
          <p14:tracePt t="63434" x="6110288" y="3476625"/>
          <p14:tracePt t="63445" x="6110288" y="3449638"/>
          <p14:tracePt t="63457" x="6122988" y="3435350"/>
          <p14:tracePt t="63468" x="6122988" y="3422650"/>
          <p14:tracePt t="63479" x="6137275" y="3395663"/>
          <p14:tracePt t="63491" x="6137275" y="3360738"/>
          <p14:tracePt t="63501" x="6137275" y="3333750"/>
          <p14:tracePt t="63534" x="6137275" y="3319463"/>
          <p14:tracePt t="63591" x="6137275" y="3306763"/>
          <p14:tracePt t="63816" x="6137275" y="3319463"/>
          <p14:tracePt t="64221" x="6122988" y="3333750"/>
          <p14:tracePt t="64232" x="6122988" y="3348038"/>
          <p14:tracePt t="64245" x="6122988" y="3360738"/>
          <p14:tracePt t="64254" x="6110288" y="3381375"/>
          <p14:tracePt t="64278" x="6110288" y="3422650"/>
          <p14:tracePt t="64279" x="6069013" y="3476625"/>
          <p14:tracePt t="64291" x="6042025" y="3551238"/>
          <p14:tracePt t="64300" x="5967413" y="3652838"/>
          <p14:tracePt t="64311" x="5864225" y="3735388"/>
          <p14:tracePt t="64325" x="5735638" y="3795713"/>
          <p14:tracePt t="64671" x="5748338" y="3795713"/>
          <p14:tracePt t="64750" x="5735638" y="3795713"/>
          <p14:tracePt t="64772" x="5721350" y="3783013"/>
          <p14:tracePt t="64805" x="5708650" y="3783013"/>
          <p14:tracePt t="64818" x="5694363" y="3783013"/>
          <p14:tracePt t="64829" x="5681663" y="3783013"/>
          <p14:tracePt t="64851" x="5667375" y="3783013"/>
          <p14:tracePt t="64862" x="5634038" y="3783013"/>
          <p14:tracePt t="64875" x="5619750" y="3783013"/>
          <p14:tracePt t="64886" x="5605463" y="3783013"/>
          <p14:tracePt t="64898" x="5578475" y="3783013"/>
          <p14:tracePt t="64908" x="5565775" y="3783013"/>
          <p14:tracePt t="64920" x="5551488" y="3783013"/>
          <p14:tracePt t="64930" x="5538788" y="3783013"/>
          <p14:tracePt t="64942" x="5518150" y="3783013"/>
          <p14:tracePt t="64952" x="5503863" y="3783013"/>
          <p14:tracePt t="64963" x="5491163" y="3783013"/>
          <p14:tracePt t="64976" x="5476875" y="3783013"/>
          <p14:tracePt t="64986" x="5449888" y="3783013"/>
          <p14:tracePt t="64997" x="5435600" y="3783013"/>
          <p14:tracePt t="65009" x="5422900" y="3783013"/>
          <p14:tracePt t="65020" x="5408613" y="3783013"/>
          <p14:tracePt t="65031" x="5387975" y="3783013"/>
          <p14:tracePt t="65054" x="5375275" y="3783013"/>
          <p14:tracePt t="65054" x="5360988" y="3783013"/>
          <p14:tracePt t="65065" x="5348288" y="3783013"/>
          <p14:tracePt t="65076" x="5334000" y="3768725"/>
          <p14:tracePt t="65087" x="5307013" y="3768725"/>
          <p14:tracePt t="65098" x="5292725" y="3768725"/>
          <p14:tracePt t="65110" x="5280025" y="3768725"/>
          <p14:tracePt t="65121" x="5259388" y="3768725"/>
          <p14:tracePt t="65143" x="5245100" y="3768725"/>
          <p14:tracePt t="65155" x="5245100" y="3783013"/>
          <p14:tracePt t="65210" x="5232400" y="3783013"/>
          <p14:tracePt t="65278" x="5218113" y="3783013"/>
          <p14:tracePt t="65291" x="5191125" y="3783013"/>
          <p14:tracePt t="65302" x="5129213" y="3768725"/>
          <p14:tracePt t="66066" x="5149850" y="3768725"/>
          <p14:tracePt t="66101" x="5164138" y="3768725"/>
          <p14:tracePt t="66178" x="5149850" y="3768725"/>
          <p14:tracePt t="66189" x="5129213" y="3768725"/>
          <p14:tracePt t="66202" x="5102225" y="3768725"/>
          <p14:tracePt t="66212" x="5062538" y="3768725"/>
          <p14:tracePt t="66224" x="4986338" y="3756025"/>
          <p14:tracePt t="66237" x="4905375" y="3756025"/>
          <p14:tracePt t="66248" x="4776788" y="3735388"/>
          <p14:tracePt t="66258" x="4613275" y="3721100"/>
          <p14:tracePt t="66270" x="4429125" y="3708400"/>
          <p14:tracePt t="66280" x="4271963" y="3694113"/>
          <p14:tracePt t="66291" x="4095750" y="3681413"/>
          <p14:tracePt t="66303" x="3967163" y="3681413"/>
          <p14:tracePt t="66314" x="3863975" y="3681413"/>
          <p14:tracePt t="66325" x="3810000" y="3681413"/>
          <p14:tracePt t="66339" x="3756025" y="3681413"/>
          <p14:tracePt t="66348" x="3721100" y="3681413"/>
          <p14:tracePt t="66360" x="3694113" y="3681413"/>
          <p14:tracePt t="66381" x="3681413" y="3681413"/>
          <p14:tracePt t="66393" x="3667125" y="3681413"/>
          <p14:tracePt t="66404" x="3652838" y="3681413"/>
          <p14:tracePt t="66426" x="3640138" y="3681413"/>
          <p14:tracePt t="66438" x="3640138" y="3694113"/>
          <p14:tracePt t="66448" x="3625850" y="3694113"/>
          <p14:tracePt t="66460" x="3605213" y="3694113"/>
          <p14:tracePt t="66471" x="3592513" y="3694113"/>
          <p14:tracePt t="66482" x="3578225" y="3694113"/>
          <p14:tracePt t="66493" x="3565525" y="3694113"/>
          <p14:tracePt t="66527" x="3551238" y="3694113"/>
          <p14:tracePt t="66549" x="3551238" y="3708400"/>
          <p14:tracePt t="66572" x="3551238" y="3721100"/>
          <p14:tracePt t="66583" x="3565525" y="3721100"/>
          <p14:tracePt t="66595" x="3578225" y="3735388"/>
          <p14:tracePt t="66606" x="3605213" y="3735388"/>
          <p14:tracePt t="66617" x="3667125" y="3735388"/>
          <p14:tracePt t="66630" x="3721100" y="3756025"/>
          <p14:tracePt t="66640" x="3795713" y="3756025"/>
          <p14:tracePt t="66652" x="3863975" y="3756025"/>
          <p14:tracePt t="66663" x="3925888" y="3735388"/>
          <p14:tracePt t="66675" x="3967163" y="3721100"/>
          <p14:tracePt t="66687" x="3979863" y="3708400"/>
          <p14:tracePt t="66697" x="3994150" y="3681413"/>
          <p14:tracePt t="66708" x="3994150" y="3652838"/>
          <p14:tracePt t="66719" x="3967163" y="3605213"/>
          <p14:tracePt t="66730" x="3938588" y="3578225"/>
          <p14:tracePt t="66742" x="3884613" y="3538538"/>
          <p14:tracePt t="66753" x="3810000" y="3476625"/>
          <p14:tracePt t="66764" x="3708400" y="3449638"/>
          <p14:tracePt t="66775" x="3652838" y="3422650"/>
          <p14:tracePt t="66787" x="3551238" y="3408363"/>
          <p14:tracePt t="66797" x="3462338" y="3395663"/>
          <p14:tracePt t="66809" x="3408363" y="3395663"/>
          <p14:tracePt t="66820" x="3360738" y="3395663"/>
          <p14:tracePt t="66831" x="3319463" y="3408363"/>
          <p14:tracePt t="66843" x="3292475" y="3435350"/>
          <p14:tracePt t="66854" x="3265488" y="3462338"/>
          <p14:tracePt t="66865" x="3252788" y="3497263"/>
          <p14:tracePt t="66877" x="3252788" y="3538538"/>
          <p14:tracePt t="66888" x="3252788" y="3578225"/>
          <p14:tracePt t="66898" x="3252788" y="3605213"/>
          <p14:tracePt t="66909" x="3265488" y="3640138"/>
          <p14:tracePt t="66921" x="3292475" y="3667125"/>
          <p14:tracePt t="66932" x="3333750" y="3694113"/>
          <p14:tracePt t="66944" x="3408363" y="3721100"/>
          <p14:tracePt t="66955" x="3462338" y="3721100"/>
          <p14:tracePt t="66966" x="3578225" y="3735388"/>
          <p14:tracePt t="66978" x="3694113" y="3756025"/>
          <p14:tracePt t="66989" x="3783013" y="3735388"/>
          <p14:tracePt t="67000" x="3824288" y="3735388"/>
          <p14:tracePt t="67011" x="3863975" y="3708400"/>
          <p14:tracePt t="67022" x="3884613" y="3694113"/>
          <p14:tracePt t="67033" x="3898900" y="3681413"/>
          <p14:tracePt t="67045" x="3884613" y="3652838"/>
          <p14:tracePt t="67056" x="3863975" y="3625850"/>
          <p14:tracePt t="67067" x="3836988" y="3592513"/>
          <p14:tracePt t="67079" x="3783013" y="3565525"/>
          <p14:tracePt t="67090" x="3721100" y="3538538"/>
          <p14:tracePt t="67102" x="3640138" y="3509963"/>
          <p14:tracePt t="67112" x="3578225" y="3497263"/>
          <p14:tracePt t="67124" x="3538538" y="3497263"/>
          <p14:tracePt t="67157" x="3524250" y="3497263"/>
          <p14:tracePt t="67179" x="3524250" y="3509963"/>
          <p14:tracePt t="67202" x="3538538" y="3524250"/>
          <p14:tracePt t="67213" x="3538538" y="3538538"/>
          <p14:tracePt t="67225" x="3551238" y="3538538"/>
          <p14:tracePt t="67237" x="3578225" y="3551238"/>
          <p14:tracePt t="67248" x="3605213" y="3565525"/>
          <p14:tracePt t="67259" x="3640138" y="3578225"/>
          <p14:tracePt t="67271" x="3667125" y="3592513"/>
          <p14:tracePt t="67281" x="3708400" y="3605213"/>
          <p14:tracePt t="67293" x="3735388" y="3605213"/>
          <p14:tracePt t="67304" x="3768725" y="3625850"/>
          <p14:tracePt t="67315" x="3795713" y="3625850"/>
          <p14:tracePt t="67327" x="3824288" y="3625850"/>
          <p14:tracePt t="67338" x="3851275" y="3640138"/>
          <p14:tracePt t="67348" x="3884613" y="3640138"/>
          <p14:tracePt t="67360" x="3925888" y="3640138"/>
          <p14:tracePt t="67372" x="3967163" y="3640138"/>
          <p14:tracePt t="67382" x="4027488" y="3652838"/>
          <p14:tracePt t="67395" x="4081463" y="3652838"/>
          <p14:tracePt t="67405" x="4122738" y="3652838"/>
          <p14:tracePt t="67416" x="4184650" y="3652838"/>
          <p14:tracePt t="67428" x="4238625" y="3667125"/>
          <p14:tracePt t="67439" x="4313238" y="3667125"/>
          <p14:tracePt t="67449" x="4387850" y="3667125"/>
          <p14:tracePt t="67461" x="4470400" y="3681413"/>
          <p14:tracePt t="67473" x="4572000" y="3681413"/>
          <p14:tracePt t="67484" x="4673600" y="3681413"/>
          <p14:tracePt t="67495" x="4741863" y="3694113"/>
          <p14:tracePt t="67506" x="4830763" y="3694113"/>
          <p14:tracePt t="67517" x="4884738" y="3694113"/>
          <p14:tracePt t="67529" x="4946650" y="3694113"/>
          <p14:tracePt t="67540" x="4959350" y="3708400"/>
          <p14:tracePt t="67552" x="4986338" y="3708400"/>
          <p14:tracePt t="67720" x="5000625" y="3708400"/>
          <p14:tracePt t="67742" x="5021263" y="3708400"/>
          <p14:tracePt t="67754" x="5033963" y="3708400"/>
          <p14:tracePt t="67765" x="5048250" y="3708400"/>
          <p14:tracePt t="67776" x="5089525" y="3708400"/>
          <p14:tracePt t="67788" x="5116513" y="3708400"/>
          <p14:tracePt t="67798" x="5164138" y="3708400"/>
          <p14:tracePt t="67810" x="5191125" y="3708400"/>
          <p14:tracePt t="67822" x="5218113" y="3708400"/>
          <p14:tracePt t="67832" x="5259388" y="3708400"/>
          <p14:tracePt t="67844" x="5292725" y="3708400"/>
          <p14:tracePt t="67856" x="5319713" y="3708400"/>
          <p14:tracePt t="67867" x="5348288" y="3721100"/>
          <p14:tracePt t="67877" x="5360988" y="3721100"/>
          <p14:tracePt t="67890" x="5375275" y="3721100"/>
          <p14:tracePt t="68023" x="5387975" y="3721100"/>
          <p14:tracePt t="68068" x="5408613" y="3721100"/>
          <p14:tracePt t="68585" x="5422900" y="3721100"/>
          <p14:tracePt t="68619" x="5435600" y="3721100"/>
          <p14:tracePt t="68631" x="5449888" y="3721100"/>
          <p14:tracePt t="68644" x="5462588" y="3721100"/>
          <p14:tracePt t="68655" x="5476875" y="3721100"/>
          <p14:tracePt t="68665" x="5491163" y="3735388"/>
          <p14:tracePt t="68679" x="5503863" y="3735388"/>
          <p14:tracePt t="68688" x="5518150" y="3735388"/>
          <p14:tracePt t="68698" x="5551488" y="3735388"/>
          <p14:tracePt t="68711" x="5565775" y="3735388"/>
          <p14:tracePt t="68722" x="5592763" y="3735388"/>
          <p14:tracePt t="68733" x="5619750" y="3735388"/>
          <p14:tracePt t="68745" x="5646738" y="3756025"/>
          <p14:tracePt t="68755" x="5681663" y="3756025"/>
          <p14:tracePt t="68767" x="5708650" y="3756025"/>
          <p14:tracePt t="68778" x="5735638" y="3756025"/>
          <p14:tracePt t="68788" x="5748338" y="3756025"/>
          <p14:tracePt t="68800" x="5762625" y="3756025"/>
          <p14:tracePt t="68811" x="5783263" y="3756025"/>
          <p14:tracePt t="68822" x="5795963" y="3756025"/>
          <p14:tracePt t="68834" x="5810250" y="3756025"/>
          <p14:tracePt t="68956" x="5824538" y="3756025"/>
          <p14:tracePt t="68979" x="5837238" y="3756025"/>
          <p14:tracePt t="69002" x="5851525" y="3756025"/>
          <p14:tracePt t="69024" x="5864225" y="3756025"/>
          <p14:tracePt t="69272" x="5851525" y="3756025"/>
          <p14:tracePt t="69274" x="5837238" y="3756025"/>
          <p14:tracePt t="69283" x="5824538" y="3756025"/>
          <p14:tracePt t="69286" x="5795963" y="3756025"/>
          <p14:tracePt t="69294" x="5762625" y="3756025"/>
          <p14:tracePt t="69306" x="5681663" y="3768725"/>
          <p14:tracePt t="69317" x="5551488" y="3768725"/>
          <p14:tracePt t="69330" x="5387975" y="3768725"/>
          <p14:tracePt t="69340" x="5232400" y="3756025"/>
          <p14:tracePt t="69351" x="5000625" y="3721100"/>
          <p14:tracePt t="69364" x="4756150" y="3694113"/>
          <p14:tracePt t="69374" x="4557713" y="3681413"/>
          <p14:tracePt t="69385" x="4443413" y="3667125"/>
          <p14:tracePt t="69403" x="4327525" y="3652838"/>
          <p14:tracePt t="69409" x="4259263" y="3640138"/>
          <p14:tracePt t="69420" x="4197350" y="3640138"/>
          <p14:tracePt t="69432" x="4170363" y="3640138"/>
          <p14:tracePt t="69442" x="4157663" y="3625850"/>
          <p14:tracePt t="69453" x="4122738" y="3625850"/>
          <p14:tracePt t="69464" x="4110038" y="3625850"/>
          <p14:tracePt t="69475" x="4095750" y="3625850"/>
          <p14:tracePt t="69488" x="4081463" y="3625850"/>
          <p14:tracePt t="69498" x="4068763" y="3625850"/>
          <p14:tracePt t="69665" x="4081463" y="3640138"/>
          <p14:tracePt t="69677" x="4110038" y="3640138"/>
          <p14:tracePt t="69689" x="4197350" y="3652838"/>
          <p14:tracePt t="69700" x="4286250" y="3652838"/>
          <p14:tracePt t="69711" x="4443413" y="3667125"/>
          <p14:tracePt t="69722" x="4625975" y="3681413"/>
          <p14:tracePt t="69734" x="4830763" y="3694113"/>
          <p14:tracePt t="69745" x="4986338" y="3708400"/>
          <p14:tracePt t="69757" x="5205413" y="3708400"/>
          <p14:tracePt t="69768" x="5375275" y="3721100"/>
          <p14:tracePt t="69779" x="5518150" y="3721100"/>
          <p14:tracePt t="69790" x="5619750" y="3721100"/>
          <p14:tracePt t="69802" x="5708650" y="3721100"/>
          <p14:tracePt t="69812" x="5783263" y="3721100"/>
          <p14:tracePt t="69823" x="5824538" y="3721100"/>
          <p14:tracePt t="69835" x="5851525" y="3721100"/>
          <p14:tracePt t="69846" x="5878513" y="3721100"/>
          <p14:tracePt t="69857" x="5911850" y="3721100"/>
          <p14:tracePt t="69869" x="5938838" y="3721100"/>
          <p14:tracePt t="69879" x="5967413" y="3721100"/>
          <p14:tracePt t="69891" x="6007100" y="3735388"/>
          <p14:tracePt t="69902" x="6042025" y="3735388"/>
          <p14:tracePt t="69913" x="6069013" y="3735388"/>
          <p14:tracePt t="69924" x="6081713" y="3735388"/>
          <p14:tracePt t="69936" x="6096000" y="3721100"/>
          <p14:tracePt t="69947" x="6110288" y="3721100"/>
          <p14:tracePt t="69959" x="6122988" y="3721100"/>
          <p14:tracePt t="69970" x="6137275" y="3708400"/>
          <p14:tracePt t="69992" x="6149975" y="3694113"/>
          <p14:tracePt t="70003" x="6149975" y="3681413"/>
          <p14:tracePt t="70015" x="6170613" y="3667125"/>
          <p14:tracePt t="70026" x="6170613" y="3652838"/>
          <p14:tracePt t="70048" x="6170613" y="3640138"/>
          <p14:tracePt t="70060" x="6170613" y="3625850"/>
          <p14:tracePt t="70071" x="6170613" y="3605213"/>
          <p14:tracePt t="70082" x="6170613" y="3578225"/>
          <p14:tracePt t="70094" x="6170613" y="3565525"/>
          <p14:tracePt t="70105" x="6170613" y="3551238"/>
          <p14:tracePt t="70117" x="6149975" y="3551238"/>
          <p14:tracePt t="70128" x="6137275" y="3538538"/>
          <p14:tracePt t="70140" x="6122988" y="3524250"/>
          <p14:tracePt t="70151" x="6110288" y="3524250"/>
          <p14:tracePt t="70161" x="6096000" y="3524250"/>
          <p14:tracePt t="70172" x="6081713" y="3524250"/>
          <p14:tracePt t="70184" x="6054725" y="3538538"/>
          <p14:tracePt t="70195" x="6042025" y="3538538"/>
          <p14:tracePt t="70206" x="6021388" y="3551238"/>
          <p14:tracePt t="70218" x="6007100" y="3565525"/>
          <p14:tracePt t="70229" x="5994400" y="3565525"/>
          <p14:tracePt t="70240" x="5980113" y="3578225"/>
          <p14:tracePt t="70252" x="5980113" y="3592513"/>
          <p14:tracePt t="70262" x="5980113" y="3605213"/>
          <p14:tracePt t="70274" x="5980113" y="3640138"/>
          <p14:tracePt t="70296" x="5980113" y="3652838"/>
          <p14:tracePt t="70299" x="5994400" y="3681413"/>
          <p14:tracePt t="70307" x="6021388" y="3694113"/>
          <p14:tracePt t="70319" x="6069013" y="3721100"/>
          <p14:tracePt t="70331" x="6081713" y="3721100"/>
          <p14:tracePt t="70342" x="6122988" y="3735388"/>
          <p14:tracePt t="70353" x="6149975" y="3735388"/>
          <p14:tracePt t="70363" x="6197600" y="3735388"/>
          <p14:tracePt t="70375" x="6211888" y="3735388"/>
          <p14:tracePt t="70386" x="6224588" y="3721100"/>
          <p14:tracePt t="70420" x="6224588" y="3708400"/>
          <p14:tracePt t="70431" x="6224588" y="3694113"/>
          <p14:tracePt t="70442" x="6211888" y="3681413"/>
          <p14:tracePt t="70454" x="6197600" y="3667125"/>
          <p14:tracePt t="70465" x="6197600" y="3652838"/>
          <p14:tracePt t="70476" x="6184900" y="3625850"/>
          <p14:tracePt t="70487" x="6170613" y="3605213"/>
          <p14:tracePt t="70498" x="6137275" y="3592513"/>
          <p14:tracePt t="70521" x="6122988" y="3578225"/>
          <p14:tracePt t="70577" x="6110288" y="3592513"/>
          <p14:tracePt t="70588" x="6110288" y="3605213"/>
          <p14:tracePt t="70600" x="6096000" y="3605213"/>
          <p14:tracePt t="70611" x="6081713" y="3625850"/>
          <p14:tracePt t="70633" x="6069013" y="3652838"/>
          <p14:tracePt t="70645" x="6069013" y="3667125"/>
          <p14:tracePt t="70656" x="6081713" y="3681413"/>
          <p14:tracePt t="70669" x="6096000" y="3681413"/>
          <p14:tracePt t="70679" x="6110288" y="3694113"/>
          <p14:tracePt t="70691" x="6137275" y="3694113"/>
          <p14:tracePt t="70702" x="6170613" y="3694113"/>
          <p14:tracePt t="70712" x="6211888" y="3694113"/>
          <p14:tracePt t="70724" x="6238875" y="3681413"/>
          <p14:tracePt t="70735" x="6265863" y="3681413"/>
          <p14:tracePt t="70746" x="6280150" y="3667125"/>
          <p14:tracePt t="70758" x="6300788" y="3652838"/>
          <p14:tracePt t="70780" x="6300788" y="3640138"/>
          <p14:tracePt t="70792" x="6280150" y="3625850"/>
          <p14:tracePt t="70803" x="6265863" y="3605213"/>
          <p14:tracePt t="70814" x="6253163" y="3592513"/>
          <p14:tracePt t="70825" x="6238875" y="3578225"/>
          <p14:tracePt t="70837" x="6197600" y="3565525"/>
          <p14:tracePt t="70847" x="6170613" y="3551238"/>
          <p14:tracePt t="70859" x="6137275" y="3538538"/>
          <p14:tracePt t="70871" x="6122988" y="3538538"/>
          <p14:tracePt t="70881" x="6110288" y="3538538"/>
          <p14:tracePt t="70893" x="6096000" y="3538538"/>
          <p14:tracePt t="70914" x="6096000" y="3551238"/>
          <p14:tracePt t="70926" x="6081713" y="3551238"/>
          <p14:tracePt t="70937" x="6069013" y="3565525"/>
          <p14:tracePt t="70948" x="6042025" y="3578225"/>
          <p14:tracePt t="70960" x="6042025" y="3592513"/>
          <p14:tracePt t="70971" x="6021388" y="3625850"/>
          <p14:tracePt t="70982" x="6007100" y="3625850"/>
          <p14:tracePt t="70994" x="5994400" y="3640138"/>
          <p14:tracePt t="71005" x="5994400" y="3652838"/>
          <p14:tracePt t="71027" x="5994400" y="3667125"/>
          <p14:tracePt t="71038" x="5994400" y="3681413"/>
          <p14:tracePt t="71061" x="6007100" y="3694113"/>
          <p14:tracePt t="71072" x="6021388" y="3694113"/>
          <p14:tracePt t="71094" x="6042025" y="3694113"/>
          <p14:tracePt t="71106" x="6054725" y="3694113"/>
          <p14:tracePt t="71118" x="6069013" y="3694113"/>
          <p14:tracePt t="71128" x="6096000" y="3694113"/>
          <p14:tracePt t="71151" x="6110288" y="3694113"/>
          <p14:tracePt t="71162" x="6122988" y="3694113"/>
          <p14:tracePt t="71207" x="6122988" y="3681413"/>
          <p14:tracePt t="71219" x="6122988" y="3667125"/>
          <p14:tracePt t="71241" x="6122988" y="3652838"/>
          <p14:tracePt t="73052" x="6122988" y="3667125"/>
          <p14:tracePt t="73074" x="6137275" y="3667125"/>
          <p14:tracePt t="73243" x="6149975" y="3667125"/>
          <p14:tracePt t="73265" x="6149975" y="3652838"/>
          <p14:tracePt t="73322" x="6170613" y="3652838"/>
          <p14:tracePt t="77801" x="6170613" y="3640138"/>
          <p14:tracePt t="77802" x="6184900" y="3625850"/>
          <p14:tracePt t="77822" x="6184900" y="3605213"/>
          <p14:tracePt t="77835" x="6184900" y="3592513"/>
          <p14:tracePt t="77845" x="6184900" y="3578225"/>
          <p14:tracePt t="77856" x="6170613" y="3578225"/>
          <p14:tracePt t="77878" x="6170613" y="3565525"/>
          <p14:tracePt t="77900" x="6149975" y="3565525"/>
          <p14:tracePt t="77912" x="6137275" y="3551238"/>
          <p14:tracePt t="77925" x="6122988" y="3538538"/>
          <p14:tracePt t="77937" x="6096000" y="3524250"/>
          <p14:tracePt t="77947" x="6081713" y="3524250"/>
          <p14:tracePt t="77957" x="6054725" y="3524250"/>
          <p14:tracePt t="77970" x="6042025" y="3524250"/>
          <p14:tracePt t="77980" x="6021388" y="3524250"/>
          <p14:tracePt t="78002" x="6007100" y="3524250"/>
          <p14:tracePt t="78024" x="6007100" y="3538538"/>
          <p14:tracePt t="78036" x="5994400" y="3538538"/>
          <p14:tracePt t="78047" x="5980113" y="3565525"/>
          <p14:tracePt t="78060" x="5980113" y="3578225"/>
          <p14:tracePt t="78070" x="5967413" y="3605213"/>
          <p14:tracePt t="78081" x="5967413" y="3640138"/>
          <p14:tracePt t="78094" x="5967413" y="3652838"/>
          <p14:tracePt t="78105" x="5967413" y="3681413"/>
          <p14:tracePt t="78115" x="5980113" y="3681413"/>
          <p14:tracePt t="78127" x="5994400" y="3694113"/>
          <p14:tracePt t="78138" x="6007100" y="3694113"/>
          <p14:tracePt t="78148" x="6054725" y="3708400"/>
          <p14:tracePt t="78161" x="6081713" y="3708400"/>
          <p14:tracePt t="78172" x="6110288" y="3708400"/>
          <p14:tracePt t="78419" x="6122988" y="3708400"/>
          <p14:tracePt t="78441" x="6137275" y="3708400"/>
          <p14:tracePt t="78463" x="6149975" y="3708400"/>
          <p14:tracePt t="78475" x="6170613" y="3708400"/>
          <p14:tracePt t="78487" x="6184900" y="3708400"/>
          <p14:tracePt t="78498" x="6197600" y="3721100"/>
          <p14:tracePt t="78509" x="6211888" y="3721100"/>
          <p14:tracePt t="78521" x="6224588" y="3721100"/>
          <p14:tracePt t="78553" x="6224588" y="3708400"/>
          <p14:tracePt t="78565" x="6238875" y="3708400"/>
          <p14:tracePt t="78609" x="6253163" y="3708400"/>
          <p14:tracePt t="78643" x="6253163" y="3694113"/>
          <p14:tracePt t="78654" x="6265863" y="3681413"/>
          <p14:tracePt t="78688" x="6265863" y="3667125"/>
          <p14:tracePt t="78691" x="6265863" y="3652838"/>
          <p14:tracePt t="78700" x="6265863" y="3625850"/>
          <p14:tracePt t="78704" x="6265863" y="3592513"/>
          <p14:tracePt t="78711" x="6265863" y="3578225"/>
          <p14:tracePt t="78723" x="6265863" y="3565525"/>
          <p14:tracePt t="78745" x="6253163" y="3551238"/>
          <p14:tracePt t="78757" x="6238875" y="3538538"/>
          <p14:tracePt t="78767" x="6238875" y="3524250"/>
          <p14:tracePt t="78779" x="6224588" y="3524250"/>
          <p14:tracePt t="78812" x="6211888" y="3509963"/>
          <p14:tracePt t="78834" x="6197600" y="3509963"/>
          <p14:tracePt t="78868" x="6184900" y="3509963"/>
          <p14:tracePt t="78913" x="6170613" y="3509963"/>
          <p14:tracePt t="78936" x="6149975" y="3509963"/>
          <p14:tracePt t="78958" x="6137275" y="3509963"/>
          <p14:tracePt t="78981" x="6122988" y="3509963"/>
          <p14:tracePt t="79004" x="6110288" y="3509963"/>
          <p14:tracePt t="79048" x="6096000" y="3509963"/>
          <p14:tracePt t="79059" x="6081713" y="3509963"/>
          <p14:tracePt t="79072" x="6069013" y="3509963"/>
          <p14:tracePt t="79093" x="6054725" y="3509963"/>
          <p14:tracePt t="79105" x="6054725" y="3524250"/>
          <p14:tracePt t="79116" x="6042025" y="3524250"/>
          <p14:tracePt t="79138" x="6021388" y="3524250"/>
          <p14:tracePt t="79149" x="6007100" y="3538538"/>
          <p14:tracePt t="79172" x="5994400" y="3551238"/>
          <p14:tracePt t="79184" x="5980113" y="3551238"/>
          <p14:tracePt t="79195" x="5980113" y="3578225"/>
          <p14:tracePt t="79207" x="5967413" y="3592513"/>
          <p14:tracePt t="79219" x="5953125" y="3605213"/>
          <p14:tracePt t="79229" x="5953125" y="3625850"/>
          <p14:tracePt t="79240" x="5938838" y="3640138"/>
          <p14:tracePt t="79252" x="5938838" y="3652838"/>
          <p14:tracePt t="79263" x="5938838" y="3667125"/>
          <p14:tracePt t="79274" x="5938838" y="3694113"/>
          <p14:tracePt t="79285" x="5953125" y="3708400"/>
          <p14:tracePt t="79297" x="5953125" y="3721100"/>
          <p14:tracePt t="79318" x="5967413" y="3721100"/>
          <p14:tracePt t="79330" x="5967413" y="3735388"/>
          <p14:tracePt t="79341" x="5980113" y="3735388"/>
          <p14:tracePt t="79352" x="5994400" y="3735388"/>
          <p14:tracePt t="79364" x="6007100" y="3735388"/>
          <p14:tracePt t="79377" x="6021388" y="3756025"/>
          <p14:tracePt t="79388" x="6042025" y="3756025"/>
          <p14:tracePt t="79398" x="6054725" y="3756025"/>
          <p14:tracePt t="79409" x="6081713" y="3756025"/>
          <p14:tracePt t="79421" x="6096000" y="3756025"/>
          <p14:tracePt t="79431" x="6110288" y="3756025"/>
          <p14:tracePt t="79454" x="6122988" y="3756025"/>
          <p14:tracePt t="79476" x="6137275" y="3756025"/>
          <p14:tracePt t="79656" x="6149975" y="3756025"/>
          <p14:tracePt t="79779" x="6149975" y="3735388"/>
          <p14:tracePt t="89807" x="6170613" y="3735388"/>
          <p14:tracePt t="89815" x="6170613" y="3708400"/>
          <p14:tracePt t="89826" x="6184900" y="3681413"/>
          <p14:tracePt t="89837" x="6184900" y="3667125"/>
          <p14:tracePt t="89849" x="6197600" y="3640138"/>
          <p14:tracePt t="89860" x="6211888" y="3625850"/>
          <p14:tracePt t="89873" x="6224588" y="3605213"/>
          <p14:tracePt t="89882" x="6224588" y="3592513"/>
          <p14:tracePt t="89895" x="6224588" y="3578225"/>
          <p14:tracePt t="89907" x="6224588" y="3551238"/>
          <p14:tracePt t="89939" x="6211888" y="3551238"/>
          <p14:tracePt t="89961" x="6211888" y="3538538"/>
          <p14:tracePt t="90006" x="6197600" y="3524250"/>
          <p14:tracePt t="90017" x="6184900" y="3497263"/>
          <p14:tracePt t="90029" x="6184900" y="3476625"/>
          <p14:tracePt t="90041" x="6149975" y="3449638"/>
          <p14:tracePt t="90073" x="6122988" y="3435350"/>
          <p14:tracePt t="90085" x="6110288" y="3435350"/>
          <p14:tracePt t="90163" x="6096000" y="3435350"/>
          <p14:tracePt t="90175" x="6042025" y="3449638"/>
          <p14:tracePt t="90187" x="5980113" y="3462338"/>
          <p14:tracePt t="90198" x="5926138" y="3476625"/>
          <p14:tracePt t="90220" x="5851525" y="3497263"/>
          <p14:tracePt t="90224" x="5762625" y="3524250"/>
          <p14:tracePt t="90232" x="5708650" y="3551238"/>
          <p14:tracePt t="90244" x="5646738" y="3578225"/>
          <p14:tracePt t="90255" x="5619750" y="3592513"/>
          <p14:tracePt t="90266" x="5592763" y="3625850"/>
          <p14:tracePt t="90276" x="5592763" y="3640138"/>
          <p14:tracePt t="90288" x="5592763" y="3652838"/>
          <p14:tracePt t="90300" x="5578475" y="3694113"/>
          <p14:tracePt t="90310" x="5578475" y="3721100"/>
          <p14:tracePt t="90322" x="5592763" y="3768725"/>
          <p14:tracePt t="90333" x="5605463" y="3795713"/>
          <p14:tracePt t="90345" x="5634038" y="3851275"/>
          <p14:tracePt t="90355" x="5681663" y="3898900"/>
          <p14:tracePt t="90367" x="5721350" y="3925888"/>
          <p14:tracePt t="90378" x="5762625" y="3952875"/>
          <p14:tracePt t="90390" x="5810250" y="3979863"/>
          <p14:tracePt t="90400" x="5878513" y="3994150"/>
          <p14:tracePt t="90411" x="5953125" y="4014788"/>
          <p14:tracePt t="90424" x="6007100" y="4014788"/>
          <p14:tracePt t="90434" x="6081713" y="4014788"/>
          <p14:tracePt t="90445" x="6149975" y="4014788"/>
          <p14:tracePt t="90457" x="6224588" y="3994150"/>
          <p14:tracePt t="90467" x="6265863" y="3967163"/>
          <p14:tracePt t="90479" x="6313488" y="3938588"/>
          <p14:tracePt t="90491" x="6354763" y="3911600"/>
          <p14:tracePt t="90501" x="6396038" y="3851275"/>
          <p14:tracePt t="90513" x="6408738" y="3824288"/>
          <p14:tracePt t="90525" x="6443663" y="3756025"/>
          <p14:tracePt t="90535" x="6443663" y="3708400"/>
          <p14:tracePt t="90546" x="6443663" y="3652838"/>
          <p14:tracePt t="90558" x="6429375" y="3605213"/>
          <p14:tracePt t="90569" x="6396038" y="3565525"/>
          <p14:tracePt t="90580" x="6354763" y="3524250"/>
          <p14:tracePt t="90592" x="6280150" y="3476625"/>
          <p14:tracePt t="90602" x="6224588" y="3435350"/>
          <p14:tracePt t="90614" x="6149975" y="3408363"/>
          <p14:tracePt t="90626" x="6081713" y="3381375"/>
          <p14:tracePt t="90636" x="6021388" y="3360738"/>
          <p14:tracePt t="90648" x="5980113" y="3360738"/>
          <p14:tracePt t="90659" x="5953125" y="3360738"/>
          <p14:tracePt t="90670" x="5911850" y="3360738"/>
          <p14:tracePt t="90681" x="5878513" y="3360738"/>
          <p14:tracePt t="90693" x="5851525" y="3381375"/>
          <p14:tracePt t="90704" x="5837238" y="3381375"/>
          <p14:tracePt t="90715" x="5810250" y="3408363"/>
          <p14:tracePt t="90737" x="5783263" y="3435350"/>
          <p14:tracePt t="90741" x="5748338" y="3462338"/>
          <p14:tracePt t="90750" x="5721350" y="3509963"/>
          <p14:tracePt t="90761" x="5694363" y="3565525"/>
          <p14:tracePt t="90773" x="5681663" y="3605213"/>
          <p14:tracePt t="90783" x="5681663" y="3667125"/>
          <p14:tracePt t="90794" x="5681663" y="3694113"/>
          <p14:tracePt t="90805" x="5681663" y="3735388"/>
          <p14:tracePt t="90816" x="5681663" y="3768725"/>
          <p14:tracePt t="90827" x="5681663" y="3795713"/>
          <p14:tracePt t="90839" x="5694363" y="3810000"/>
          <p14:tracePt t="90850" x="5708650" y="3836988"/>
          <p14:tracePt t="90861" x="5735638" y="3851275"/>
          <p14:tracePt t="90874" x="5762625" y="3863975"/>
          <p14:tracePt t="90884" x="5810250" y="3884613"/>
          <p14:tracePt t="90895" x="5851525" y="3898900"/>
          <p14:tracePt t="90907" x="5891213" y="3898900"/>
          <p14:tracePt t="90917" x="5967413" y="3898900"/>
          <p14:tracePt t="90929" x="6021388" y="3884613"/>
          <p14:tracePt t="90941" x="6096000" y="3863975"/>
          <p14:tracePt t="90951" x="6149975" y="3851275"/>
          <p14:tracePt t="90963" x="6211888" y="3810000"/>
          <p14:tracePt t="90975" x="6253163" y="3783013"/>
          <p14:tracePt t="90985" x="6280150" y="3735388"/>
          <p14:tracePt t="90996" x="6300788" y="3694113"/>
          <p14:tracePt t="91008" x="6313488" y="3652838"/>
          <p14:tracePt t="91019" x="6313488" y="3625850"/>
          <p14:tracePt t="91030" x="6313488" y="3578225"/>
          <p14:tracePt t="91041" x="6300788" y="3551238"/>
          <p14:tracePt t="91052" x="6280150" y="3524250"/>
          <p14:tracePt t="91064" x="6253163" y="3497263"/>
          <p14:tracePt t="91076" x="6224588" y="3476625"/>
          <p14:tracePt t="91086" x="6184900" y="3462338"/>
          <p14:tracePt t="91098" x="6149975" y="3449638"/>
          <p14:tracePt t="91110" x="6122988" y="3449638"/>
          <p14:tracePt t="91120" x="6081713" y="3449638"/>
          <p14:tracePt t="91131" x="6054725" y="3449638"/>
          <p14:tracePt t="91143" x="6021388" y="3462338"/>
          <p14:tracePt t="91154" x="5994400" y="3476625"/>
          <p14:tracePt t="91166" x="5967413" y="3509963"/>
          <p14:tracePt t="91177" x="5938838" y="3551238"/>
          <p14:tracePt t="91187" x="5911850" y="3578225"/>
          <p14:tracePt t="91199" x="5891213" y="3605213"/>
          <p14:tracePt t="91210" x="5878513" y="3652838"/>
          <p14:tracePt t="91221" x="5864225" y="3681413"/>
          <p14:tracePt t="91233" x="5864225" y="3735388"/>
          <p14:tracePt t="91244" x="5878513" y="3783013"/>
          <p14:tracePt t="91266" x="5891213" y="3824288"/>
          <p14:tracePt t="91270" x="5911850" y="3863975"/>
          <p14:tracePt t="91278" x="5938838" y="3898900"/>
          <p14:tracePt t="91292" x="5967413" y="3911600"/>
          <p14:tracePt t="91302" x="6007100" y="3925888"/>
          <p14:tracePt t="91313" x="6042025" y="3925888"/>
          <p14:tracePt t="91324" x="6069013" y="3938588"/>
          <p14:tracePt t="91334" x="6096000" y="3938588"/>
          <p14:tracePt t="91345" x="6122988" y="3925888"/>
          <p14:tracePt t="91357" x="6170613" y="3911600"/>
          <p14:tracePt t="91367" x="6211888" y="3884613"/>
          <p14:tracePt t="91379" x="6238875" y="3851275"/>
          <p14:tracePt t="91391" x="6265863" y="3810000"/>
          <p14:tracePt t="91401" x="6313488" y="3768725"/>
          <p14:tracePt t="91412" x="6340475" y="3721100"/>
          <p14:tracePt t="91425" x="6354763" y="3694113"/>
          <p14:tracePt t="91435" x="6367463" y="3667125"/>
          <p14:tracePt t="91447" x="6367463" y="3625850"/>
          <p14:tracePt t="91458" x="6367463" y="3592513"/>
          <p14:tracePt t="91468" x="6354763" y="3578225"/>
          <p14:tracePt t="91480" x="6340475" y="3565525"/>
          <p14:tracePt t="91491" x="6313488" y="3538538"/>
          <p14:tracePt t="91502" x="6280150" y="3509963"/>
          <p14:tracePt t="91514" x="6238875" y="3476625"/>
          <p14:tracePt t="91526" x="6184900" y="3449638"/>
          <p14:tracePt t="91536" x="6122988" y="3435350"/>
          <p14:tracePt t="91548" x="6081713" y="3408363"/>
          <p14:tracePt t="91559" x="6054725" y="3408363"/>
          <p14:tracePt t="91570" x="6007100" y="3408363"/>
          <p14:tracePt t="91581" x="5980113" y="3408363"/>
          <p14:tracePt t="91592" x="5953125" y="3408363"/>
          <p14:tracePt t="91603" x="5926138" y="3408363"/>
          <p14:tracePt t="91615" x="5891213" y="3422650"/>
          <p14:tracePt t="91626" x="5864225" y="3435350"/>
          <p14:tracePt t="91637" x="5837238" y="3449638"/>
          <p14:tracePt t="91649" x="5824538" y="3462338"/>
          <p14:tracePt t="91660" x="5810250" y="3497263"/>
          <p14:tracePt t="91671" x="5795963" y="3509963"/>
          <p14:tracePt t="91694" x="5795963" y="3524250"/>
          <p14:tracePt t="95158" x="5783263" y="3551238"/>
          <p14:tracePt t="95170" x="5748338" y="3578225"/>
          <p14:tracePt t="95181" x="5694363" y="3625850"/>
          <p14:tracePt t="95192" x="5646738" y="3652838"/>
          <p14:tracePt t="95204" x="5578475" y="3681413"/>
          <p14:tracePt t="95217" x="5491163" y="3721100"/>
          <p14:tracePt t="95226" x="5435600" y="3756025"/>
          <p14:tracePt t="95238" x="5375275" y="3783013"/>
          <p14:tracePt t="95251" x="5334000" y="3810000"/>
          <p14:tracePt t="95260" x="5292725" y="3836988"/>
          <p14:tracePt t="95273" x="5245100" y="3863975"/>
          <p14:tracePt t="95284" x="5218113" y="3898900"/>
          <p14:tracePt t="95294" x="5205413" y="3898900"/>
          <p14:tracePt t="95306" x="5191125" y="3911600"/>
          <p14:tracePt t="95318" x="5191125" y="3925888"/>
          <p14:tracePt t="95328" x="5176838" y="3925888"/>
          <p14:tracePt t="95339" x="5176838" y="3938588"/>
          <p14:tracePt t="95361" x="5164138" y="3938588"/>
          <p14:tracePt t="95364" x="5164138" y="3952875"/>
          <p14:tracePt t="95384" x="5149850" y="3967163"/>
          <p14:tracePt t="95396" x="5149850" y="3979863"/>
          <p14:tracePt t="95418" x="5164138" y="3994150"/>
          <p14:tracePt t="95428" x="5176838" y="4014788"/>
          <p14:tracePt t="95441" x="5232400" y="4041775"/>
          <p14:tracePt t="95462" x="5307013" y="4068763"/>
          <p14:tracePt t="95467" x="5435600" y="4095750"/>
          <p14:tracePt t="95475" x="5538788" y="4110038"/>
          <p14:tracePt t="95486" x="5681663" y="4110038"/>
          <p14:tracePt t="95498" x="5824538" y="4122738"/>
          <p14:tracePt t="95509" x="5953125" y="4122738"/>
          <p14:tracePt t="95519" x="6042025" y="4122738"/>
          <p14:tracePt t="95530" x="6110288" y="4122738"/>
          <p14:tracePt t="95541" x="6149975" y="4122738"/>
          <p14:tracePt t="95575" x="6096000" y="4110038"/>
          <p14:tracePt t="95834" x="6110288" y="4110038"/>
          <p14:tracePt t="95845" x="6122988" y="4110038"/>
          <p14:tracePt t="95857" x="6170613" y="4095750"/>
          <p14:tracePt t="95870" x="6197600" y="4081463"/>
          <p14:tracePt t="95880" x="6211888" y="4081463"/>
          <p14:tracePt t="95890" x="6224588" y="4068763"/>
          <p14:tracePt t="95902" x="6238875" y="4041775"/>
          <p14:tracePt t="95913" x="6253163" y="4014788"/>
          <p14:tracePt t="95925" x="6280150" y="3979863"/>
          <p14:tracePt t="95936" x="6300788" y="3967163"/>
          <p14:tracePt t="95947" x="6327775" y="3925888"/>
          <p14:tracePt t="95959" x="6340475" y="3911600"/>
          <p14:tracePt t="95970" x="6381750" y="3884613"/>
          <p14:tracePt t="95980" x="6396038" y="3863975"/>
          <p14:tracePt t="95992" x="6408738" y="3851275"/>
          <p14:tracePt t="96004" x="6429375" y="3851275"/>
          <p14:tracePt t="96014" x="6443663" y="3851275"/>
          <p14:tracePt t="96025" x="6443663" y="3836988"/>
          <p14:tracePt t="96058" x="6429375" y="3836988"/>
          <p14:tracePt t="96070" x="6381750" y="3824288"/>
          <p14:tracePt t="96092" x="6327775" y="3824288"/>
          <p14:tracePt t="96351" x="6313488" y="3824288"/>
          <p14:tracePt t="96362" x="6313488" y="3810000"/>
          <p14:tracePt t="96375" x="6300788" y="3795713"/>
          <p14:tracePt t="96385" x="6280150" y="3795713"/>
          <p14:tracePt t="96396" x="6253163" y="3783013"/>
          <p14:tracePt t="96409" x="6238875" y="3783013"/>
          <p14:tracePt t="96420" x="6224588" y="3768725"/>
          <p14:tracePt t="96431" x="6211888" y="3768725"/>
          <p14:tracePt t="96443" x="6197600" y="3768725"/>
          <p14:tracePt t="96453" x="6184900" y="3768725"/>
          <p14:tracePt t="96464" x="6149975" y="3768725"/>
          <p14:tracePt t="96476" x="6122988" y="3768725"/>
          <p14:tracePt t="96486" x="6081713" y="3768725"/>
          <p14:tracePt t="96509" x="6069013" y="3768725"/>
          <p14:tracePt t="96512" x="6021388" y="3768725"/>
          <p14:tracePt t="96520" x="5994400" y="3768725"/>
          <p14:tracePt t="96533" x="5980113" y="3768725"/>
          <p14:tracePt t="96545" x="5967413" y="3768725"/>
          <p14:tracePt t="96565" x="5953125" y="3768725"/>
          <p14:tracePt t="96587" x="5938838" y="3768725"/>
          <p14:tracePt t="96688" x="5953125" y="3768725"/>
          <p14:tracePt t="96812" x="5953125" y="3783013"/>
          <p14:tracePt t="96824" x="5967413" y="3783013"/>
          <p14:tracePt t="96846" x="5980113" y="3783013"/>
          <p14:tracePt t="96858" x="5994400" y="3783013"/>
          <p14:tracePt t="96870" x="6021388" y="3783013"/>
          <p14:tracePt t="96881" x="6054725" y="3783013"/>
          <p14:tracePt t="96903" x="6081713" y="3783013"/>
          <p14:tracePt t="96905" x="6096000" y="3783013"/>
          <p14:tracePt t="96914" x="6122988" y="3783013"/>
          <p14:tracePt t="96925" x="6137275" y="3783013"/>
          <p14:tracePt t="96939" x="6149975" y="3768725"/>
          <p14:tracePt t="96949" x="6149975" y="3756025"/>
          <p14:tracePt t="96960" x="6170613" y="3735388"/>
          <p14:tracePt t="96972" x="6170613" y="3708400"/>
          <p14:tracePt t="96982" x="6170613" y="3681413"/>
          <p14:tracePt t="96994" x="6170613" y="3652838"/>
          <p14:tracePt t="97005" x="6170613" y="3625850"/>
          <p14:tracePt t="97015" x="6170613" y="3592513"/>
          <p14:tracePt t="97027" x="6149975" y="3578225"/>
          <p14:tracePt t="97038" x="6149975" y="3565525"/>
          <p14:tracePt t="97049" x="6137275" y="3538538"/>
          <p14:tracePt t="97061" x="6122988" y="3509963"/>
          <p14:tracePt t="97072" x="6096000" y="3497263"/>
          <p14:tracePt t="97094" x="6081713" y="3497263"/>
          <p14:tracePt t="97150" x="6069013" y="3497263"/>
          <p14:tracePt t="97172" x="6054725" y="3509963"/>
          <p14:tracePt t="97184" x="6042025" y="3524250"/>
          <p14:tracePt t="97196" x="6007100" y="3538538"/>
          <p14:tracePt t="97207" x="5994400" y="3551238"/>
          <p14:tracePt t="97218" x="5980113" y="3565525"/>
          <p14:tracePt t="97230" x="5953125" y="3578225"/>
          <p14:tracePt t="97241" x="5938838" y="3592513"/>
          <p14:tracePt t="97251" x="5938838" y="3625850"/>
          <p14:tracePt t="97263" x="5938838" y="3640138"/>
          <p14:tracePt t="97274" x="5938838" y="3652838"/>
          <p14:tracePt t="97285" x="5953125" y="3681413"/>
          <p14:tracePt t="97296" x="5967413" y="3708400"/>
          <p14:tracePt t="97307" x="5980113" y="3721100"/>
          <p14:tracePt t="97320" x="5994400" y="3735388"/>
          <p14:tracePt t="97330" x="6042025" y="3756025"/>
          <p14:tracePt t="97341" x="6069013" y="3768725"/>
          <p14:tracePt t="97353" x="6096000" y="3783013"/>
          <p14:tracePt t="97364" x="6137275" y="3783013"/>
          <p14:tracePt t="97375" x="6170613" y="3783013"/>
          <p14:tracePt t="97388" x="6184900" y="3783013"/>
          <p14:tracePt t="97398" x="6197600" y="3783013"/>
          <p14:tracePt t="97409" x="6197600" y="3768725"/>
          <p14:tracePt t="97421" x="6211888" y="3768725"/>
          <p14:tracePt t="98072" x="6197600" y="3768725"/>
          <p14:tracePt t="98083" x="6184900" y="3768725"/>
          <p14:tracePt t="98095" x="6149975" y="3756025"/>
          <p14:tracePt t="98286" x="6170613" y="3756025"/>
          <p14:tracePt t="98308" x="6197600" y="3756025"/>
          <p14:tracePt t="98321" x="6224588" y="3756025"/>
          <p14:tracePt t="98332" x="6253163" y="3756025"/>
          <p14:tracePt t="98344" x="6280150" y="3756025"/>
          <p14:tracePt t="98355" x="6300788" y="3756025"/>
          <p14:tracePt t="98366" x="6327775" y="3756025"/>
          <p14:tracePt t="98377" x="6367463" y="3756025"/>
          <p14:tracePt t="98389" x="6381750" y="3756025"/>
          <p14:tracePt t="98399" x="6408738" y="3768725"/>
          <p14:tracePt t="98412" x="6443663" y="3768725"/>
          <p14:tracePt t="98423" x="6456363" y="3768725"/>
          <p14:tracePt t="98432" x="6470650" y="3768725"/>
          <p14:tracePt t="98444" x="6483350" y="3768725"/>
          <p14:tracePt t="98456" x="6497638" y="3768725"/>
          <p14:tracePt t="98477" x="6510338" y="3768725"/>
          <p14:tracePt t="99085" x="6524625" y="3768725"/>
          <p14:tracePt t="99129" x="6545263" y="3768725"/>
          <p14:tracePt t="99152" x="6557963" y="3768725"/>
          <p14:tracePt t="99175" x="6572250" y="3768725"/>
          <p14:tracePt t="99198" x="6586538" y="3768725"/>
          <p14:tracePt t="99220" x="6599238" y="3768725"/>
          <p14:tracePt t="99232" x="6613525" y="3783013"/>
          <p14:tracePt t="99242" x="6626225" y="3783013"/>
          <p14:tracePt t="99254" x="6640513" y="3783013"/>
          <p14:tracePt t="99266" x="6673850" y="3783013"/>
          <p14:tracePt t="99276" x="6700838" y="3783013"/>
          <p14:tracePt t="99288" x="6729413" y="3783013"/>
          <p14:tracePt t="99299" x="6756400" y="3783013"/>
          <p14:tracePt t="99311" x="6783388" y="3783013"/>
          <p14:tracePt t="99321" x="6804025" y="3783013"/>
          <p14:tracePt t="99334" x="6831013" y="3783013"/>
          <p14:tracePt t="99344" x="6843713" y="3783013"/>
          <p14:tracePt t="99356" x="6858000" y="3783013"/>
          <p14:tracePt t="99368" x="6872288" y="3783013"/>
          <p14:tracePt t="99378" x="6884988" y="3783013"/>
          <p14:tracePt t="99390" x="6899275" y="3783013"/>
          <p14:tracePt t="99401" x="6932613" y="3783013"/>
          <p14:tracePt t="99411" x="6959600" y="3783013"/>
          <p14:tracePt t="99423" x="6973888" y="3783013"/>
          <p14:tracePt t="99434" x="7000875" y="3795713"/>
          <p14:tracePt t="99445" x="7027863" y="3795713"/>
          <p14:tracePt t="99457" x="7062788" y="3795713"/>
          <p14:tracePt t="99468" x="7089775" y="3795713"/>
          <p14:tracePt t="99478" x="7116763" y="3795713"/>
          <p14:tracePt t="99490" x="7158038" y="3795713"/>
          <p14:tracePt t="99501" x="7191375" y="3795713"/>
          <p14:tracePt t="99512" x="7218363" y="3795713"/>
          <p14:tracePt t="99524" x="7245350" y="3795713"/>
          <p14:tracePt t="99535" x="7272338" y="3795713"/>
          <p14:tracePt t="99546" x="7319963" y="3795713"/>
          <p14:tracePt t="99558" x="7334250" y="3795713"/>
          <p14:tracePt t="99569" x="7361238" y="3795713"/>
          <p14:tracePt t="99580" x="7375525" y="3795713"/>
          <p14:tracePt t="99602" x="7388225" y="3795713"/>
          <p14:tracePt t="99681" x="7402513" y="3795713"/>
          <p14:tracePt t="99703" x="7415213" y="3795713"/>
          <p14:tracePt t="99716" x="7435850" y="3795713"/>
          <p14:tracePt t="99726" x="7462838" y="3795713"/>
          <p14:tracePt t="99738" x="7477125" y="3795713"/>
          <p14:tracePt t="99749" x="7504113" y="3810000"/>
          <p14:tracePt t="99760" x="7531100" y="3810000"/>
          <p14:tracePt t="99772" x="7545388" y="3810000"/>
          <p14:tracePt t="99783" x="7578725" y="3810000"/>
          <p14:tracePt t="99794" x="7605713" y="3824288"/>
          <p14:tracePt t="99806" x="7620000" y="3824288"/>
          <p14:tracePt t="99817" x="7634288" y="3824288"/>
          <p14:tracePt t="99827" x="7646988" y="3824288"/>
          <p14:tracePt t="99839" x="7661275" y="3824288"/>
          <p14:tracePt t="99850" x="7673975" y="3824288"/>
          <p14:tracePt t="99906" x="7694613" y="3824288"/>
          <p14:tracePt t="100030" x="7673975" y="3824288"/>
          <p14:tracePt t="100041" x="7646988" y="3824288"/>
          <p14:tracePt t="100052" x="7620000" y="3824288"/>
          <p14:tracePt t="100063" x="7566025" y="3824288"/>
          <p14:tracePt t="100077" x="7491413" y="3824288"/>
          <p14:tracePt t="100087" x="7402513" y="3824288"/>
          <p14:tracePt t="100098" x="7348538" y="3824288"/>
          <p14:tracePt t="100110" x="7272338" y="3824288"/>
          <p14:tracePt t="100120" x="7205663" y="3824288"/>
          <p14:tracePt t="100132" x="7143750" y="3824288"/>
          <p14:tracePt t="100143" x="7102475" y="3824288"/>
          <p14:tracePt t="100154" x="7075488" y="3824288"/>
          <p14:tracePt t="100165" x="7027863" y="3824288"/>
          <p14:tracePt t="100177" x="7000875" y="3824288"/>
          <p14:tracePt t="100187" x="6973888" y="3824288"/>
          <p14:tracePt t="100199" x="6959600" y="3836988"/>
          <p14:tracePt t="100211" x="6946900" y="3836988"/>
          <p14:tracePt t="100221" x="6911975" y="3836988"/>
          <p14:tracePt t="100233" x="6899275" y="3836988"/>
          <p14:tracePt t="100244" x="6884988" y="3836988"/>
          <p14:tracePt t="100255" x="6858000" y="3836988"/>
          <p14:tracePt t="100266" x="6831013" y="3824288"/>
          <p14:tracePt t="100278" x="6804025" y="3824288"/>
          <p14:tracePt t="100289" x="6769100" y="3824288"/>
          <p14:tracePt t="100300" x="6742113" y="3824288"/>
          <p14:tracePt t="100312" x="6700838" y="3824288"/>
          <p14:tracePt t="100322" x="6688138" y="3824288"/>
          <p14:tracePt t="100334" x="6673850" y="3824288"/>
          <p14:tracePt t="100468" x="6688138" y="3824288"/>
          <p14:tracePt t="100481" x="6700838" y="3824288"/>
          <p14:tracePt t="100493" x="6729413" y="3824288"/>
          <p14:tracePt t="100504" x="6756400" y="3824288"/>
          <p14:tracePt t="100516" x="6804025" y="3824288"/>
          <p14:tracePt t="100525" x="6872288" y="3824288"/>
          <p14:tracePt t="100536" x="6946900" y="3824288"/>
          <p14:tracePt t="100549" x="7000875" y="3824288"/>
          <p14:tracePt t="100558" x="7075488" y="3824288"/>
          <p14:tracePt t="100570" x="7158038" y="3836988"/>
          <p14:tracePt t="100582" x="7232650" y="3836988"/>
          <p14:tracePt t="100592" x="7286625" y="3836988"/>
          <p14:tracePt t="100603" x="7348538" y="3836988"/>
          <p14:tracePt t="100616" x="7388225" y="3836988"/>
          <p14:tracePt t="100626" x="7415213" y="3836988"/>
          <p14:tracePt t="100638" x="7450138" y="3836988"/>
          <p14:tracePt t="100649" x="7462838" y="3836988"/>
          <p14:tracePt t="100660" x="7491413" y="3836988"/>
          <p14:tracePt t="100672" x="7504113" y="3836988"/>
          <p14:tracePt t="100683" x="7518400" y="3836988"/>
          <p14:tracePt t="100705" x="7545388" y="3836988"/>
          <p14:tracePt t="100708" x="7578725" y="3836988"/>
          <p14:tracePt t="100718" x="7593013" y="3824288"/>
          <p14:tracePt t="100729" x="7634288" y="3824288"/>
          <p14:tracePt t="100741" x="7661275" y="3824288"/>
          <p14:tracePt t="100751" x="7708900" y="3824288"/>
          <p14:tracePt t="100761" x="7735888" y="3836988"/>
          <p14:tracePt t="100773" x="7762875" y="3836988"/>
          <p14:tracePt t="100784" x="7789863" y="3836988"/>
          <p14:tracePt t="100795" x="7804150" y="3836988"/>
          <p14:tracePt t="100930" x="7777163" y="3836988"/>
          <p14:tracePt t="100942" x="7748588" y="3836988"/>
          <p14:tracePt t="100953" x="7694613" y="3836988"/>
          <p14:tracePt t="100963" x="7620000" y="3836988"/>
          <p14:tracePt t="100975" x="7531100" y="3836988"/>
          <p14:tracePt t="100987" x="7462838" y="3836988"/>
          <p14:tracePt t="100997" x="7361238" y="3836988"/>
          <p14:tracePt t="101009" x="7245350" y="3851275"/>
          <p14:tracePt t="101020" x="7170738" y="3851275"/>
          <p14:tracePt t="101031" x="7102475" y="3851275"/>
          <p14:tracePt t="101043" x="7027863" y="3851275"/>
          <p14:tracePt t="101054" x="6973888" y="3851275"/>
          <p14:tracePt t="101065" x="6899275" y="3851275"/>
          <p14:tracePt t="101077" x="6858000" y="3851275"/>
          <p14:tracePt t="101088" x="6783388" y="3851275"/>
          <p14:tracePt t="101099" x="6729413" y="3851275"/>
          <p14:tracePt t="101110" x="6673850" y="3851275"/>
          <p14:tracePt t="101121" x="6640513" y="3851275"/>
          <p14:tracePt t="101132" x="6613525" y="3851275"/>
          <p14:tracePt t="101144" x="6586538" y="3851275"/>
          <p14:tracePt t="101290" x="6599238" y="3851275"/>
          <p14:tracePt t="101312" x="6613525" y="3851275"/>
          <p14:tracePt t="101324" x="6640513" y="3851275"/>
          <p14:tracePt t="101335" x="6688138" y="3851275"/>
          <p14:tracePt t="101347" x="6729413" y="3851275"/>
          <p14:tracePt t="101358" x="6804025" y="3851275"/>
          <p14:tracePt t="101370" x="6872288" y="3851275"/>
          <p14:tracePt t="101381" x="6959600" y="3851275"/>
          <p14:tracePt t="101391" x="7027863" y="3851275"/>
          <p14:tracePt t="101403" x="7129463" y="3851275"/>
          <p14:tracePt t="101415" x="7205663" y="3836988"/>
          <p14:tracePt t="101425" x="7259638" y="3836988"/>
          <p14:tracePt t="101437" x="7307263" y="3836988"/>
          <p14:tracePt t="101448" x="7334250" y="3836988"/>
          <p14:tracePt t="101458" x="7361238" y="3836988"/>
          <p14:tracePt t="101471" x="7375525" y="3836988"/>
          <p14:tracePt t="101482" x="7388225" y="3836988"/>
          <p14:tracePt t="101503" x="7402513" y="3836988"/>
          <p14:tracePt t="101526" x="7415213" y="3836988"/>
          <p14:tracePt t="101559" x="7435850" y="3836988"/>
          <p14:tracePt t="101572" x="7450138" y="3836988"/>
          <p14:tracePt t="101593" x="7477125" y="3836988"/>
          <p14:tracePt t="101606" x="7491413" y="3836988"/>
          <p14:tracePt t="101617" x="7504113" y="3836988"/>
          <p14:tracePt t="101628" x="7518400" y="3836988"/>
          <p14:tracePt t="101639" x="7545388" y="3851275"/>
          <p14:tracePt t="101661" x="7566025" y="3851275"/>
          <p14:tracePt t="101673" x="7578725" y="3851275"/>
          <p14:tracePt t="101717" x="7593013" y="3851275"/>
          <p14:tracePt t="101751" x="7605713" y="3851275"/>
          <p14:tracePt t="101753" x="7620000" y="3851275"/>
          <p14:tracePt t="101774" x="7634288" y="3851275"/>
          <p14:tracePt t="101796" x="7646988" y="3851275"/>
          <p14:tracePt t="102673" x="7634288" y="3851275"/>
          <p14:tracePt t="102686" x="7620000" y="3836988"/>
          <p14:tracePt t="102696" x="7605713" y="3836988"/>
          <p14:tracePt t="102707" x="7593013" y="3836988"/>
          <p14:tracePt t="102719" x="7578725" y="3836988"/>
          <p14:tracePt t="102730" x="7566025" y="3836988"/>
          <p14:tracePt t="102752" x="7545388" y="3836988"/>
          <p14:tracePt t="104361" x="7518400" y="3836988"/>
          <p14:tracePt t="104373" x="7435850" y="3836988"/>
          <p14:tracePt t="104384" x="7348538" y="3836988"/>
          <p14:tracePt t="104395" x="7143750" y="3836988"/>
          <p14:tracePt t="104406" x="6899275" y="3851275"/>
          <p14:tracePt t="104418" x="6715125" y="3851275"/>
          <p14:tracePt t="104429" x="6408738" y="3851275"/>
          <p14:tracePt t="104440" x="6184900" y="3851275"/>
          <p14:tracePt t="104454" x="5878513" y="3851275"/>
          <p14:tracePt t="104463" x="5592763" y="3863975"/>
          <p14:tracePt t="104474" x="5422900" y="3884613"/>
          <p14:tracePt t="104487" x="5176838" y="3911600"/>
          <p14:tracePt t="104497" x="5033963" y="3925888"/>
          <p14:tracePt t="104507" x="4857750" y="3938588"/>
          <p14:tracePt t="104521" x="4714875" y="3952875"/>
          <p14:tracePt t="104531" x="4625975" y="3952875"/>
          <p14:tracePt t="104543" x="4530725" y="3952875"/>
          <p14:tracePt t="104553" x="4456113" y="3952875"/>
          <p14:tracePt t="104564" x="4354513" y="3952875"/>
          <p14:tracePt t="104576" x="4271963" y="3952875"/>
          <p14:tracePt t="104586" x="4211638" y="3952875"/>
          <p14:tracePt t="104597" x="4157663" y="3938588"/>
          <p14:tracePt t="104610" x="4122738" y="3938588"/>
          <p14:tracePt t="104620" x="4081463" y="3925888"/>
          <p14:tracePt t="104631" x="4027488" y="3898900"/>
          <p14:tracePt t="104868" x="4041775" y="3898900"/>
          <p14:tracePt t="104879" x="4068763" y="3898900"/>
          <p14:tracePt t="104901" x="4081463" y="3911600"/>
          <p14:tracePt t="104913" x="4095750" y="3911600"/>
          <p14:tracePt t="104923" x="4095750" y="3898900"/>
          <p14:tracePt t="104937" x="4081463" y="3898900"/>
          <p14:tracePt t="104947" x="4081463" y="3884613"/>
          <p14:tracePt t="104969" x="4081463" y="3863975"/>
          <p14:tracePt t="104991" x="4068763" y="3851275"/>
          <p14:tracePt t="105004" x="4068763" y="3836988"/>
          <p14:tracePt t="105014" x="4054475" y="3824288"/>
          <p14:tracePt t="105036" x="4041775" y="3810000"/>
          <p14:tracePt t="105047" x="4027488" y="3795713"/>
          <p14:tracePt t="105060" x="4014788" y="3795713"/>
          <p14:tracePt t="105071" x="3979863" y="3783013"/>
          <p14:tracePt t="105082" x="3952875" y="3783013"/>
          <p14:tracePt t="105094" x="3925888" y="3768725"/>
          <p14:tracePt t="105105" x="3884613" y="3756025"/>
          <p14:tracePt t="105116" x="3824288" y="3735388"/>
          <p14:tracePt t="105128" x="3768725" y="3721100"/>
          <p14:tracePt t="105139" x="3708400" y="3708400"/>
          <p14:tracePt t="105149" x="3652838" y="3708400"/>
          <p14:tracePt t="105161" x="3578225" y="3694113"/>
          <p14:tracePt t="105172" x="3509963" y="3694113"/>
          <p14:tracePt t="105182" x="3435350" y="3694113"/>
          <p14:tracePt t="105194" x="3395663" y="3694113"/>
          <p14:tracePt t="105205" x="3333750" y="3694113"/>
          <p14:tracePt t="105216" x="3292475" y="3694113"/>
          <p14:tracePt t="105228" x="3265488" y="3708400"/>
          <p14:tracePt t="105239" x="3232150" y="3708400"/>
          <p14:tracePt t="105250" x="3190875" y="3708400"/>
          <p14:tracePt t="105262" x="3163888" y="3708400"/>
          <p14:tracePt t="105273" x="3122613" y="3721100"/>
          <p14:tracePt t="105284" x="3101975" y="3721100"/>
          <p14:tracePt t="105295" x="3074988" y="3735388"/>
          <p14:tracePt t="105306" x="3048000" y="3735388"/>
          <p14:tracePt t="105317" x="3021013" y="3756025"/>
          <p14:tracePt t="105330" x="2994025" y="3756025"/>
          <p14:tracePt t="105340" x="2973388" y="3768725"/>
          <p14:tracePt t="105351" x="2959100" y="3783013"/>
          <p14:tracePt t="105363" x="2932113" y="3795713"/>
          <p14:tracePt t="105375" x="2932113" y="3810000"/>
          <p14:tracePt t="105386" x="2919413" y="3824288"/>
          <p14:tracePt t="105396" x="2905125" y="3836988"/>
          <p14:tracePt t="105407" x="2890838" y="3863975"/>
          <p14:tracePt t="105419" x="2878138" y="3884613"/>
          <p14:tracePt t="105430" x="2878138" y="3911600"/>
          <p14:tracePt t="105441" x="2878138" y="3925888"/>
          <p14:tracePt t="105453" x="2890838" y="3952875"/>
          <p14:tracePt t="105464" x="2890838" y="3967163"/>
          <p14:tracePt t="105475" x="2905125" y="3994150"/>
          <p14:tracePt t="105487" x="2919413" y="4014788"/>
          <p14:tracePt t="105498" x="2932113" y="4027488"/>
          <p14:tracePt t="105509" x="2946400" y="4041775"/>
          <p14:tracePt t="105521" x="2973388" y="4054475"/>
          <p14:tracePt t="105531" x="3006725" y="4068763"/>
          <p14:tracePt t="105543" x="3033713" y="4081463"/>
          <p14:tracePt t="105554" x="3048000" y="4081463"/>
          <p14:tracePt t="105565" x="3074988" y="4095750"/>
          <p14:tracePt t="105577" x="3089275" y="4095750"/>
          <p14:tracePt t="105588" x="3122613" y="4095750"/>
          <p14:tracePt t="105599" x="3136900" y="4095750"/>
          <p14:tracePt t="105610" x="3163888" y="4095750"/>
          <p14:tracePt t="105621" x="3190875" y="4095750"/>
          <p14:tracePt t="105632" x="3232150" y="4095750"/>
          <p14:tracePt t="105644" x="3265488" y="4095750"/>
          <p14:tracePt t="105655" x="3306763" y="4095750"/>
          <p14:tracePt t="105666" x="3360738" y="4095750"/>
          <p14:tracePt t="105678" x="3435350" y="4095750"/>
          <p14:tracePt t="105689" x="3497263" y="4095750"/>
          <p14:tracePt t="105700" x="3578225" y="4095750"/>
          <p14:tracePt t="105711" x="3652838" y="4095750"/>
          <p14:tracePt t="105723" x="3721100" y="4095750"/>
          <p14:tracePt t="105734" x="3783013" y="4095750"/>
          <p14:tracePt t="105745" x="3851275" y="4095750"/>
          <p14:tracePt t="105756" x="3925888" y="4095750"/>
          <p14:tracePt t="105768" x="3994150" y="4095750"/>
          <p14:tracePt t="105779" x="4054475" y="4095750"/>
          <p14:tracePt t="105790" x="4110038" y="4095750"/>
          <p14:tracePt t="105801" x="4184650" y="4095750"/>
          <p14:tracePt t="105812" x="4259263" y="4095750"/>
          <p14:tracePt t="105823" x="4313238" y="4095750"/>
          <p14:tracePt t="105836" x="4367213" y="4095750"/>
          <p14:tracePt t="105846" x="4429125" y="4095750"/>
          <p14:tracePt t="105860" x="4497388" y="4081463"/>
          <p14:tracePt t="105871" x="4545013" y="4081463"/>
          <p14:tracePt t="105881" x="4598988" y="4068763"/>
          <p14:tracePt t="105892" x="4660900" y="4054475"/>
          <p14:tracePt t="105904" x="4700588" y="4041775"/>
          <p14:tracePt t="105914" x="4741863" y="4027488"/>
          <p14:tracePt t="105926" x="4789488" y="3994150"/>
          <p14:tracePt t="105948" x="4816475" y="3979863"/>
          <p14:tracePt t="105948" x="4843463" y="3967163"/>
          <p14:tracePt t="105960" x="4857750" y="3938588"/>
          <p14:tracePt t="105971" x="4872038" y="3925888"/>
          <p14:tracePt t="105981" x="4872038" y="3898900"/>
          <p14:tracePt t="105993" x="4872038" y="3863975"/>
          <p14:tracePt t="106004" x="4872038" y="3851275"/>
          <p14:tracePt t="106015" x="4857750" y="3824288"/>
          <p14:tracePt t="106026" x="4830763" y="3795713"/>
          <p14:tracePt t="106038" x="4803775" y="3768725"/>
          <p14:tracePt t="106049" x="4756150" y="3735388"/>
          <p14:tracePt t="106061" x="4687888" y="3694113"/>
          <p14:tracePt t="106072" x="4613275" y="3681413"/>
          <p14:tracePt t="106083" x="4557713" y="3652838"/>
          <p14:tracePt t="106095" x="4497388" y="3652838"/>
          <p14:tracePt t="106106" x="4443413" y="3640138"/>
          <p14:tracePt t="106116" x="4354513" y="3640138"/>
          <p14:tracePt t="106128" x="4286250" y="3640138"/>
          <p14:tracePt t="106139" x="4224338" y="3640138"/>
          <p14:tracePt t="106150" x="4143375" y="3640138"/>
          <p14:tracePt t="106162" x="4054475" y="3640138"/>
          <p14:tracePt t="106172" x="3967163" y="3640138"/>
          <p14:tracePt t="106184" x="3898900" y="3640138"/>
          <p14:tracePt t="106195" x="3795713" y="3640138"/>
          <p14:tracePt t="106206" x="3694113" y="3640138"/>
          <p14:tracePt t="106217" x="3592513" y="3652838"/>
          <p14:tracePt t="106229" x="3524250" y="3652838"/>
          <p14:tracePt t="106240" x="3435350" y="3667125"/>
          <p14:tracePt t="106252" x="3348038" y="3681413"/>
          <p14:tracePt t="106263" x="3279775" y="3681413"/>
          <p14:tracePt t="106273" x="3232150" y="3694113"/>
          <p14:tracePt t="106286" x="3190875" y="3708400"/>
          <p14:tracePt t="106296" x="3149600" y="3721100"/>
          <p14:tracePt t="106307" x="3122613" y="3735388"/>
          <p14:tracePt t="106320" x="3089275" y="3768725"/>
          <p14:tracePt t="106330" x="3048000" y="3783013"/>
          <p14:tracePt t="106341" x="3021013" y="3810000"/>
          <p14:tracePt t="106354" x="2994025" y="3836988"/>
          <p14:tracePt t="106364" x="2973388" y="3851275"/>
          <p14:tracePt t="106376" x="2959100" y="3884613"/>
          <p14:tracePt t="106387" x="2946400" y="3898900"/>
          <p14:tracePt t="106398" x="2932113" y="3925888"/>
          <p14:tracePt t="106410" x="2919413" y="3938588"/>
          <p14:tracePt t="106421" x="2919413" y="3967163"/>
          <p14:tracePt t="106431" x="2919413" y="3979863"/>
          <p14:tracePt t="106443" x="2919413" y="3994150"/>
          <p14:tracePt t="106454" x="2919413" y="4014788"/>
          <p14:tracePt t="106465" x="2919413" y="4027488"/>
          <p14:tracePt t="106476" x="2919413" y="4041775"/>
          <p14:tracePt t="106498" x="2919413" y="4054475"/>
          <p14:tracePt t="106521" x="2932113" y="4054475"/>
          <p14:tracePt t="106532" x="2932113" y="4068763"/>
          <p14:tracePt t="106588" x="2946400" y="4068763"/>
          <p14:tracePt t="106633" x="2959100" y="4068763"/>
          <p14:tracePt t="107882" x="2973388" y="4068763"/>
          <p14:tracePt t="107885" x="3006725" y="4068763"/>
          <p14:tracePt t="107895" x="3048000" y="4068763"/>
          <p14:tracePt t="107905" x="3074988" y="4068763"/>
          <p14:tracePt t="107916" x="3149600" y="4068763"/>
          <p14:tracePt t="107927" x="3217863" y="4054475"/>
          <p14:tracePt t="107939" x="3252788" y="4014788"/>
          <p14:tracePt t="108265" x="3265488" y="4027488"/>
          <p14:tracePt t="108278" x="3292475" y="4027488"/>
          <p14:tracePt t="108288" x="3333750" y="4041775"/>
          <p14:tracePt t="108299" x="3381375" y="4054475"/>
          <p14:tracePt t="108310" x="3408363" y="4054475"/>
          <p14:tracePt t="108321" x="3422650" y="4054475"/>
          <p14:tracePt t="108335" x="3449638" y="4054475"/>
          <p14:tracePt t="108345" x="3462338" y="4068763"/>
          <p14:tracePt t="108356" x="3476625" y="4068763"/>
          <p14:tracePt t="108369" x="3497263" y="4068763"/>
          <p14:tracePt t="108388" x="3509963" y="4068763"/>
          <p14:tracePt t="108478" x="3509963" y="4054475"/>
          <p14:tracePt t="108491" x="3524250" y="4054475"/>
          <p14:tracePt t="109896" x="3538538" y="4054475"/>
          <p14:tracePt t="109909" x="3551238" y="4068763"/>
          <p14:tracePt t="109918" x="3578225" y="4068763"/>
          <p14:tracePt t="109931" x="3605213" y="4068763"/>
          <p14:tracePt t="109941" x="3667125" y="4068763"/>
          <p14:tracePt t="109953" x="3721100" y="4068763"/>
          <p14:tracePt t="109965" x="3783013" y="4068763"/>
          <p14:tracePt t="109976" x="3851275" y="4068763"/>
          <p14:tracePt t="109986" x="3938588" y="4068763"/>
          <p14:tracePt t="109999" x="4027488" y="4068763"/>
          <p14:tracePt t="110009" x="4081463" y="4068763"/>
          <p14:tracePt t="110020" x="4143375" y="4054475"/>
          <p14:tracePt t="110032" x="4211638" y="4054475"/>
          <p14:tracePt t="110043" x="4259263" y="4054475"/>
          <p14:tracePt t="110054" x="4286250" y="4054475"/>
          <p14:tracePt t="110065" x="4313238" y="4054475"/>
          <p14:tracePt t="110078" x="4354513" y="4054475"/>
          <p14:tracePt t="110089" x="4367213" y="4054475"/>
          <p14:tracePt t="110100" x="4387850" y="4054475"/>
          <p14:tracePt t="110110" x="4402138" y="4054475"/>
          <p14:tracePt t="110122" x="4414838" y="4054475"/>
          <p14:tracePt t="110145" x="4429125" y="4054475"/>
          <p14:tracePt t="110166" x="4443413" y="4054475"/>
          <p14:tracePt t="110244" x="4456113" y="4054475"/>
          <p14:tracePt t="110267" x="4483100" y="4054475"/>
          <p14:tracePt t="110278" x="4497388" y="4054475"/>
          <p14:tracePt t="110291" x="4530725" y="4054475"/>
          <p14:tracePt t="110302" x="4572000" y="4054475"/>
          <p14:tracePt t="110313" x="4598988" y="4054475"/>
          <p14:tracePt t="110324" x="4646613" y="4041775"/>
          <p14:tracePt t="110336" x="4673600" y="4027488"/>
          <p14:tracePt t="110347" x="4700588" y="4014788"/>
          <p14:tracePt t="110359" x="4714875" y="4014788"/>
          <p14:tracePt t="110369" x="4729163" y="3979863"/>
          <p14:tracePt t="110382" x="4729163" y="3967163"/>
          <p14:tracePt t="110392" x="4729163" y="3952875"/>
          <p14:tracePt t="110403" x="4729163" y="3925888"/>
          <p14:tracePt t="110415" x="4714875" y="3911600"/>
          <p14:tracePt t="110425" x="4714875" y="3884613"/>
          <p14:tracePt t="110437" x="4700588" y="3836988"/>
          <p14:tracePt t="110449" x="4687888" y="3824288"/>
          <p14:tracePt t="110459" x="4673600" y="3783013"/>
          <p14:tracePt t="110471" x="4660900" y="3768725"/>
          <p14:tracePt t="110482" x="4646613" y="3756025"/>
          <p14:tracePt t="110493" x="4625975" y="3735388"/>
          <p14:tracePt t="110515" x="4613275" y="3735388"/>
          <p14:tracePt t="110571" x="4598988" y="3735388"/>
          <p14:tracePt t="110593" x="4572000" y="3735388"/>
          <p14:tracePt t="110606" x="4545013" y="3756025"/>
          <p14:tracePt t="110617" x="4518025" y="3756025"/>
          <p14:tracePt t="110627" x="4483100" y="3768725"/>
          <p14:tracePt t="110640" x="4470400" y="3783013"/>
          <p14:tracePt t="110651" x="4443413" y="3795713"/>
          <p14:tracePt t="110661" x="4429125" y="3810000"/>
          <p14:tracePt t="110674" x="4414838" y="3824288"/>
          <p14:tracePt t="110685" x="4402138" y="3836988"/>
          <p14:tracePt t="110695" x="4402138" y="3863975"/>
          <p14:tracePt t="110707" x="4387850" y="3884613"/>
          <p14:tracePt t="110718" x="4387850" y="3898900"/>
          <p14:tracePt t="110728" x="4387850" y="3925888"/>
          <p14:tracePt t="110740" x="4387850" y="3952875"/>
          <p14:tracePt t="110751" x="4387850" y="3967163"/>
          <p14:tracePt t="110773" x="4402138" y="3979863"/>
          <p14:tracePt t="110786" x="4414838" y="3994150"/>
          <p14:tracePt t="110800" x="4429125" y="4014788"/>
          <p14:tracePt t="110809" x="4443413" y="4014788"/>
          <p14:tracePt t="110820" x="4456113" y="4014788"/>
          <p14:tracePt t="110831" x="4483100" y="4027488"/>
          <p14:tracePt t="110842" x="4530725" y="4027488"/>
          <p14:tracePt t="110852" x="4545013" y="4027488"/>
          <p14:tracePt t="110865" x="4586288" y="4027488"/>
          <p14:tracePt t="110875" x="4613275" y="4027488"/>
          <p14:tracePt t="110886" x="4646613" y="4027488"/>
          <p14:tracePt t="110899" x="4660900" y="4027488"/>
          <p14:tracePt t="110909" x="4673600" y="4014788"/>
          <p14:tracePt t="110921" x="4687888" y="4014788"/>
          <p14:tracePt t="110932" x="4687888" y="3994150"/>
          <p14:tracePt t="110953" x="4700588" y="3979863"/>
          <p14:tracePt t="110965" x="4700588" y="3967163"/>
          <p14:tracePt t="110976" x="4700588" y="3952875"/>
          <p14:tracePt t="110988" x="4714875" y="3938588"/>
          <p14:tracePt t="110999" x="4714875" y="3925888"/>
          <p14:tracePt t="111010" x="4714875" y="3911600"/>
          <p14:tracePt t="111021" x="4714875" y="3898900"/>
          <p14:tracePt t="111044" x="4714875" y="3884613"/>
          <p14:tracePt t="111055" x="4714875" y="3863975"/>
          <p14:tracePt t="111077" x="4714875" y="3851275"/>
          <p14:tracePt t="111100" x="4700588" y="3836988"/>
          <p14:tracePt t="111111" x="4700588" y="3824288"/>
          <p14:tracePt t="111123" x="4687888" y="3810000"/>
          <p14:tracePt t="111135" x="4673600" y="3795713"/>
          <p14:tracePt t="111145" x="4673600" y="3783013"/>
          <p14:tracePt t="111157" x="4660900" y="3768725"/>
          <p14:tracePt t="111168" x="4660900" y="3756025"/>
          <p14:tracePt t="111190" x="4646613" y="3735388"/>
          <p14:tracePt t="111193" x="4625975" y="3735388"/>
          <p14:tracePt t="111212" x="4625975" y="3721100"/>
          <p14:tracePt t="111224" x="4613275" y="3721100"/>
          <p14:tracePt t="111235" x="4598988" y="3708400"/>
          <p14:tracePt t="111248" x="4586288" y="3708400"/>
          <p14:tracePt t="111269" x="4557713" y="3708400"/>
          <p14:tracePt t="111281" x="4545013" y="3708400"/>
          <p14:tracePt t="111302" x="4530725" y="3708400"/>
          <p14:tracePt t="111325" x="4518025" y="3708400"/>
          <p14:tracePt t="111358" x="4497388" y="3708400"/>
          <p14:tracePt t="111381" x="4483100" y="3708400"/>
          <p14:tracePt t="111403" x="4470400" y="3721100"/>
          <p14:tracePt t="111416" x="4456113" y="3721100"/>
          <p14:tracePt t="111437" x="4443413" y="3735388"/>
          <p14:tracePt t="111471" x="4443413" y="3756025"/>
          <p14:tracePt t="111493" x="4429125" y="3756025"/>
          <p14:tracePt t="111516" x="4429125" y="3768725"/>
          <p14:tracePt t="111561" x="4429125" y="3783013"/>
          <p14:tracePt t="111595" x="4429125" y="3795713"/>
          <p14:tracePt t="111606" x="4414838" y="3810000"/>
          <p14:tracePt t="111617" x="4414838" y="3824288"/>
          <p14:tracePt t="111629" x="4414838" y="3836988"/>
          <p14:tracePt t="111640" x="4414838" y="3851275"/>
          <p14:tracePt t="111662" x="4414838" y="3863975"/>
          <p14:tracePt t="111685" x="4414838" y="3884613"/>
          <p14:tracePt t="111730" x="4414838" y="3898900"/>
          <p14:tracePt t="111797" x="4414838" y="3911600"/>
          <p14:tracePt t="111820" x="4414838" y="3925888"/>
          <p14:tracePt t="111842" x="4414838" y="3938588"/>
          <p14:tracePt t="112698" x="4414838" y="3952875"/>
          <p14:tracePt t="113338" x="4402138" y="3952875"/>
          <p14:tracePt t="113361" x="4367213" y="3952875"/>
          <p14:tracePt t="113372" x="4340225" y="3967163"/>
          <p14:tracePt t="113385" x="4300538" y="3967163"/>
          <p14:tracePt t="113395" x="4211638" y="3979863"/>
          <p14:tracePt t="113406" x="4122738" y="3994150"/>
          <p14:tracePt t="113420" x="4027488" y="4014788"/>
          <p14:tracePt t="113429" x="3967163" y="4027488"/>
          <p14:tracePt t="113441" x="3884613" y="4041775"/>
          <p14:tracePt t="113453" x="3810000" y="4054475"/>
          <p14:tracePt t="113463" x="3768725" y="4054475"/>
          <p14:tracePt t="113474" x="3756025" y="4068763"/>
          <p14:tracePt t="113486" x="3735388" y="4068763"/>
          <p14:tracePt t="113497" x="3721100" y="4068763"/>
          <p14:tracePt t="113530" x="3708400" y="4068763"/>
          <p14:tracePt t="113654" x="3721100" y="4068763"/>
          <p14:tracePt t="113676" x="3708400" y="4068763"/>
          <p14:tracePt t="113688" x="3694113" y="4068763"/>
          <p14:tracePt t="113698" x="3681413" y="4068763"/>
          <p14:tracePt t="113711" x="3625850" y="4068763"/>
          <p14:tracePt t="114014" x="3605213" y="4068763"/>
          <p14:tracePt t="114036" x="3592513" y="4068763"/>
          <p14:tracePt t="114047" x="3578225" y="4068763"/>
          <p14:tracePt t="114059" x="3578225" y="4054475"/>
          <p14:tracePt t="114070" x="3565525" y="4054475"/>
          <p14:tracePt t="114092" x="3551238" y="4054475"/>
          <p14:tracePt t="114204" x="3538538" y="4054475"/>
          <p14:tracePt t="114227" x="3524250" y="4054475"/>
          <p14:tracePt t="114239" x="3509963" y="4054475"/>
          <p14:tracePt t="114251" x="3497263" y="4054475"/>
          <p14:tracePt t="114261" x="3476625" y="4054475"/>
          <p14:tracePt t="114273" x="3462338" y="4054475"/>
          <p14:tracePt t="114284" x="3449638" y="4054475"/>
          <p14:tracePt t="114531" x="3449638" y="4068763"/>
          <p14:tracePt t="114565" x="3462338" y="4068763"/>
          <p14:tracePt t="114599" x="3476625" y="4068763"/>
          <p14:tracePt t="114611" x="3497263" y="4068763"/>
          <p14:tracePt t="114621" x="3509963" y="4068763"/>
          <p14:tracePt t="114634" x="3524250" y="4068763"/>
          <p14:tracePt t="114644" x="3538538" y="4068763"/>
          <p14:tracePt t="114655" x="3551238" y="4068763"/>
          <p14:tracePt t="114667" x="3565525" y="4068763"/>
          <p14:tracePt t="114678" x="3578225" y="4068763"/>
          <p14:tracePt t="114689" x="3592513" y="4068763"/>
          <p14:tracePt t="114700" x="3605213" y="4068763"/>
          <p14:tracePt t="114711" x="3625850" y="4068763"/>
          <p14:tracePt t="114722" x="3640138" y="4068763"/>
          <p14:tracePt t="114745" x="3652838" y="4068763"/>
          <p14:tracePt t="114914" x="3640138" y="4068763"/>
          <p14:tracePt t="114925" x="3625850" y="4068763"/>
          <p14:tracePt t="114936" x="3605213" y="4068763"/>
          <p14:tracePt t="114950" x="3592513" y="4068763"/>
          <p14:tracePt t="114959" x="3578225" y="4068763"/>
          <p14:tracePt t="114970" x="3565525" y="4068763"/>
          <p14:tracePt t="114992" x="3551238" y="4068763"/>
          <p14:tracePt t="115206" x="3565525" y="4068763"/>
          <p14:tracePt t="115218" x="3578225" y="4068763"/>
          <p14:tracePt t="115230" x="3592513" y="4068763"/>
          <p14:tracePt t="115240" x="3625850" y="4068763"/>
          <p14:tracePt t="115251" x="3640138" y="4068763"/>
          <p14:tracePt t="115264" x="3667125" y="4068763"/>
          <p14:tracePt t="115275" x="3708400" y="4068763"/>
          <p14:tracePt t="115285" x="3721100" y="4068763"/>
          <p14:tracePt t="115297" x="3756025" y="4054475"/>
          <p14:tracePt t="115309" x="3768725" y="4054475"/>
          <p14:tracePt t="115319" x="3783013" y="4054475"/>
          <p14:tracePt t="115668" x="3795713" y="4054475"/>
          <p14:tracePt t="115690" x="3810000" y="4054475"/>
          <p14:tracePt t="115701" x="3836988" y="4054475"/>
          <p14:tracePt t="115712" x="3863975" y="4054475"/>
          <p14:tracePt t="115724" x="3898900" y="4054475"/>
          <p14:tracePt t="115736" x="3911600" y="4054475"/>
          <p14:tracePt t="115747" x="3938588" y="4054475"/>
          <p14:tracePt t="115758" x="3952875" y="4054475"/>
          <p14:tracePt t="115770" x="3967163" y="4054475"/>
          <p14:tracePt t="115780" x="3979863" y="4054475"/>
          <p14:tracePt t="115793" x="3994150" y="4054475"/>
          <p14:tracePt t="115948" x="3979863" y="4054475"/>
          <p14:tracePt t="115960" x="3967163" y="4054475"/>
          <p14:tracePt t="115972" x="3952875" y="4054475"/>
          <p14:tracePt t="115983" x="3938588" y="4054475"/>
          <p14:tracePt t="115993" x="3925888" y="4054475"/>
          <p14:tracePt t="116008" x="3911600" y="4054475"/>
          <p14:tracePt t="116038" x="3898900" y="4054475"/>
          <p14:tracePt t="121371" x="3911600" y="4054475"/>
          <p14:tracePt t="121427" x="3925888" y="4054475"/>
          <p14:tracePt t="121461" x="3938588" y="4054475"/>
          <p14:tracePt t="121484" x="3952875" y="4054475"/>
          <p14:tracePt t="121495" x="3967163" y="4054475"/>
          <p14:tracePt t="121528" x="3979863" y="4054475"/>
          <p14:tracePt t="121562" x="3994150" y="4054475"/>
          <p14:tracePt t="121573" x="4014788" y="4054475"/>
          <p14:tracePt t="121585" x="4041775" y="4054475"/>
          <p14:tracePt t="121596" x="4068763" y="4068763"/>
          <p14:tracePt t="121607" x="4110038" y="4068763"/>
          <p14:tracePt t="121619" x="4143375" y="4068763"/>
          <p14:tracePt t="121630" x="4170363" y="4068763"/>
          <p14:tracePt t="121641" x="4211638" y="4068763"/>
          <p14:tracePt t="121653" x="4238625" y="4068763"/>
          <p14:tracePt t="121675" x="4271963" y="4068763"/>
          <p14:tracePt t="121677" x="4286250" y="4081463"/>
          <p14:tracePt t="121687" x="4300538" y="4081463"/>
          <p14:tracePt t="121698" x="4313238" y="4081463"/>
          <p14:tracePt t="121709" x="4313238" y="4068763"/>
          <p14:tracePt t="121720" x="4327525" y="4068763"/>
          <p14:tracePt t="121732" x="4340225" y="4068763"/>
          <p14:tracePt t="121754" x="4367213" y="4068763"/>
          <p14:tracePt t="121765" x="4387850" y="4068763"/>
          <p14:tracePt t="121777" x="4402138" y="4068763"/>
          <p14:tracePt t="121788" x="4429125" y="4068763"/>
          <p14:tracePt t="121799" x="4456113" y="4068763"/>
          <p14:tracePt t="121811" x="4470400" y="4068763"/>
          <p14:tracePt t="121822" x="4483100" y="4068763"/>
          <p14:tracePt t="121833" x="4497388" y="4068763"/>
          <p14:tracePt t="121844" x="4518025" y="4068763"/>
          <p14:tracePt t="121866" x="4530725" y="4068763"/>
          <p14:tracePt t="121888" x="4545013" y="4054475"/>
          <p14:tracePt t="121901" x="4557713" y="4054475"/>
          <p14:tracePt t="121912" x="4572000" y="4054475"/>
          <p14:tracePt t="121923" x="4586288" y="4054475"/>
          <p14:tracePt t="121935" x="4613275" y="4054475"/>
          <p14:tracePt t="121945" x="4625975" y="4054475"/>
          <p14:tracePt t="121958" x="4646613" y="4041775"/>
          <p14:tracePt t="121979" x="4660900" y="4041775"/>
          <p14:tracePt t="122012" x="4673600" y="4041775"/>
          <p14:tracePt t="122025" x="4673600" y="4027488"/>
          <p14:tracePt t="122079" x="4687888" y="4014788"/>
          <p14:tracePt t="122102" x="4687888" y="3994150"/>
          <p14:tracePt t="122113" x="4687888" y="3979863"/>
          <p14:tracePt t="122125" x="4687888" y="3967163"/>
          <p14:tracePt t="122137" x="4700588" y="3952875"/>
          <p14:tracePt t="122159" x="4700588" y="3938588"/>
          <p14:tracePt t="122170" x="4700588" y="3925888"/>
          <p14:tracePt t="122181" x="4700588" y="3911600"/>
          <p14:tracePt t="122194" x="4700588" y="3898900"/>
          <p14:tracePt t="122237" x="4700588" y="3884613"/>
          <p14:tracePt t="122271" x="4687888" y="3863975"/>
          <p14:tracePt t="122283" x="4687888" y="3851275"/>
          <p14:tracePt t="122294" x="4673600" y="3836988"/>
          <p14:tracePt t="122305" x="4673600" y="3824288"/>
          <p14:tracePt t="122318" x="4660900" y="3824288"/>
          <p14:tracePt t="122328" x="4646613" y="3810000"/>
          <p14:tracePt t="122351" x="4625975" y="3810000"/>
          <p14:tracePt t="122451" x="4613275" y="3810000"/>
          <p14:tracePt t="122462" x="4598988" y="3810000"/>
          <p14:tracePt t="122474" x="4586288" y="3795713"/>
          <p14:tracePt t="122487" x="4557713" y="3795713"/>
          <p14:tracePt t="122497" x="4497388" y="3783013"/>
          <p14:tracePt t="122508" x="4443413" y="3768725"/>
          <p14:tracePt t="122521" x="4414838" y="3768725"/>
          <p14:tracePt t="122532" x="4367213" y="3756025"/>
          <p14:tracePt t="122542" x="4340225" y="3756025"/>
          <p14:tracePt t="122555" x="4327525" y="3756025"/>
          <p14:tracePt t="122564" x="4313238" y="3735388"/>
          <p14:tracePt t="122576" x="4286250" y="3735388"/>
          <p14:tracePt t="122587" x="4271963" y="3735388"/>
          <p14:tracePt t="122598" x="4259263" y="3735388"/>
          <p14:tracePt t="122620" x="4238625" y="3735388"/>
          <p14:tracePt t="122632" x="4211638" y="3735388"/>
          <p14:tracePt t="122644" x="4184650" y="3735388"/>
          <p14:tracePt t="122654" x="4170363" y="3735388"/>
          <p14:tracePt t="122665" x="4143375" y="3735388"/>
          <p14:tracePt t="122677" x="4095750" y="3735388"/>
          <p14:tracePt t="122688" x="4054475" y="3735388"/>
          <p14:tracePt t="122699" x="4027488" y="3735388"/>
          <p14:tracePt t="122732" x="3979863" y="3735388"/>
          <p14:tracePt t="122735" x="3938588" y="3735388"/>
          <p14:tracePt t="122744" x="3898900" y="3735388"/>
          <p14:tracePt t="122746" x="3863975" y="3735388"/>
          <p14:tracePt t="122755" x="3836988" y="3735388"/>
          <p14:tracePt t="122767" x="3795713" y="3735388"/>
          <p14:tracePt t="122779" x="3756025" y="3735388"/>
          <p14:tracePt t="122790" x="3708400" y="3735388"/>
          <p14:tracePt t="122800" x="3667125" y="3735388"/>
          <p14:tracePt t="122812" x="3605213" y="3735388"/>
          <p14:tracePt t="122823" x="3551238" y="3735388"/>
          <p14:tracePt t="122833" x="3509963" y="3735388"/>
          <p14:tracePt t="122845" x="3449638" y="3735388"/>
          <p14:tracePt t="122856" x="3381375" y="3735388"/>
          <p14:tracePt t="122870" x="3319463" y="3735388"/>
          <p14:tracePt t="122879" x="3279775" y="3735388"/>
          <p14:tracePt t="122890" x="3252788" y="3735388"/>
          <p14:tracePt t="122902" x="3217863" y="3735388"/>
          <p14:tracePt t="122912" x="3205163" y="3735388"/>
          <p14:tracePt t="122924" x="3190875" y="3735388"/>
          <p14:tracePt t="122936" x="3176588" y="3756025"/>
          <p14:tracePt t="122946" x="3163888" y="3756025"/>
          <p14:tracePt t="122969" x="3163888" y="3768725"/>
          <p14:tracePt t="122980" x="3149600" y="3768725"/>
          <p14:tracePt t="122991" x="3136900" y="3783013"/>
          <p14:tracePt t="123003" x="3122613" y="3795713"/>
          <p14:tracePt t="123014" x="3101975" y="3810000"/>
          <p14:tracePt t="123026" x="3089275" y="3810000"/>
          <p14:tracePt t="123037" x="3074988" y="3824288"/>
          <p14:tracePt t="123059" x="3074988" y="3836988"/>
          <p14:tracePt t="123071" x="3062288" y="3851275"/>
          <p14:tracePt t="123081" x="3062288" y="3863975"/>
          <p14:tracePt t="123104" x="3062288" y="3884613"/>
          <p14:tracePt t="123115" x="3062288" y="3898900"/>
          <p14:tracePt t="123127" x="3062288" y="3911600"/>
          <p14:tracePt t="123149" x="3062288" y="3925888"/>
          <p14:tracePt t="123171" x="3062288" y="3938588"/>
          <p14:tracePt t="123182" x="3062288" y="3952875"/>
          <p14:tracePt t="123205" x="3062288" y="3967163"/>
          <p14:tracePt t="123216" x="3074988" y="3979863"/>
          <p14:tracePt t="123239" x="3089275" y="3994150"/>
          <p14:tracePt t="123261" x="3101975" y="4014788"/>
          <p14:tracePt t="123272" x="3122613" y="4014788"/>
          <p14:tracePt t="123285" x="3136900" y="4027488"/>
          <p14:tracePt t="123296" x="3149600" y="4027488"/>
          <p14:tracePt t="123306" x="3163888" y="4027488"/>
          <p14:tracePt t="123329" x="3176588" y="4027488"/>
          <p14:tracePt t="123340" x="3190875" y="4041775"/>
          <p14:tracePt t="123396" x="3205163" y="4041775"/>
          <p14:tracePt t="123430" x="3217863" y="4041775"/>
          <p14:tracePt t="123442" x="3232150" y="4041775"/>
          <p14:tracePt t="123454" x="3252788" y="4041775"/>
          <p14:tracePt t="123464" x="3279775" y="4041775"/>
          <p14:tracePt t="123476" x="3306763" y="4041775"/>
          <p14:tracePt t="123487" x="3333750" y="4054475"/>
          <p14:tracePt t="123498" x="3360738" y="4054475"/>
          <p14:tracePt t="123510" x="3381375" y="4054475"/>
          <p14:tracePt t="123521" x="3408363" y="4054475"/>
          <p14:tracePt t="123532" x="3435350" y="4054475"/>
          <p14:tracePt t="123543" x="3462338" y="4054475"/>
          <p14:tracePt t="123554" x="3497263" y="4054475"/>
          <p14:tracePt t="123565" x="3524250" y="4054475"/>
          <p14:tracePt t="123577" x="3565525" y="4054475"/>
          <p14:tracePt t="123588" x="3592513" y="4054475"/>
          <p14:tracePt t="123599" x="3605213" y="4054475"/>
          <p14:tracePt t="123611" x="3652838" y="4054475"/>
          <p14:tracePt t="123622" x="3681413" y="4054475"/>
          <p14:tracePt t="123633" x="3708400" y="4054475"/>
          <p14:tracePt t="123645" x="3735388" y="4054475"/>
          <p14:tracePt t="123655" x="3783013" y="4054475"/>
          <p14:tracePt t="123666" x="3824288" y="4054475"/>
          <p14:tracePt t="123678" x="3836988" y="4054475"/>
          <p14:tracePt t="123689" x="3884613" y="4054475"/>
          <p14:tracePt t="123700" x="3911600" y="4054475"/>
          <p14:tracePt t="123712" x="3925888" y="4054475"/>
          <p14:tracePt t="123723" x="3938588" y="4054475"/>
          <p14:tracePt t="123734" x="3967163" y="4054475"/>
          <p14:tracePt t="123746" x="3994150" y="4054475"/>
          <p14:tracePt t="123778" x="4014788" y="4054475"/>
          <p14:tracePt t="123781" x="4027488" y="4054475"/>
          <p14:tracePt t="123791" x="4041775" y="4054475"/>
          <p14:tracePt t="123792" x="4054475" y="4054475"/>
          <p14:tracePt t="124208" x="4068763" y="4054475"/>
          <p14:tracePt t="124218" x="4081463" y="4054475"/>
          <p14:tracePt t="124228" x="4122738" y="4054475"/>
          <p14:tracePt t="124242" x="4197350" y="4054475"/>
          <p14:tracePt t="124252" x="4286250" y="4054475"/>
          <p14:tracePt t="124263" x="4340225" y="4041775"/>
          <p14:tracePt t="124276" x="4414838" y="4041775"/>
          <p14:tracePt t="124286" x="4456113" y="4027488"/>
          <p14:tracePt t="124308" x="4443413" y="4027488"/>
          <p14:tracePt t="124319" x="4300538" y="4014788"/>
          <p14:tracePt t="124859" x="4313238" y="4014788"/>
          <p14:tracePt t="124937" x="4327525" y="4014788"/>
          <p14:tracePt t="125072" x="4340225" y="4014788"/>
          <p14:tracePt t="125128" x="4367213" y="4014788"/>
          <p14:tracePt t="125141" x="4402138" y="4014788"/>
          <p14:tracePt t="125151" x="4443413" y="4027488"/>
          <p14:tracePt t="125163" x="4518025" y="4027488"/>
          <p14:tracePt t="125174" x="4625975" y="4041775"/>
          <p14:tracePt t="125185" x="4789488" y="4068763"/>
          <p14:tracePt t="125197" x="4905375" y="4081463"/>
          <p14:tracePt t="125209" x="5033963" y="4095750"/>
          <p14:tracePt t="125219" x="5129213" y="4110038"/>
          <p14:tracePt t="125231" x="5218113" y="4122738"/>
          <p14:tracePt t="125242" x="5259388" y="4122738"/>
          <p14:tracePt t="125264" x="5232400" y="4122738"/>
          <p14:tracePt t="125623" x="5232400" y="4143375"/>
          <p14:tracePt t="125635" x="5218113" y="4143375"/>
          <p14:tracePt t="125648" x="5205413" y="4157663"/>
          <p14:tracePt t="125659" x="5164138" y="4157663"/>
          <p14:tracePt t="125669" x="5129213" y="4170363"/>
          <p14:tracePt t="125683" x="5102225" y="4170363"/>
          <p14:tracePt t="125693" x="5048250" y="4184650"/>
          <p14:tracePt t="125703" x="4986338" y="4197350"/>
          <p14:tracePt t="125716" x="4932363" y="4211638"/>
          <p14:tracePt t="125726" x="4872038" y="4224338"/>
          <p14:tracePt t="125737" x="4789488" y="4259263"/>
          <p14:tracePt t="125749" x="4700588" y="4271963"/>
          <p14:tracePt t="125759" x="4613275" y="4286250"/>
          <p14:tracePt t="125771" x="4545013" y="4300538"/>
          <p14:tracePt t="125783" x="4429125" y="4327525"/>
          <p14:tracePt t="125793" x="4327525" y="4340225"/>
          <p14:tracePt t="125806" x="4238625" y="4354513"/>
          <p14:tracePt t="125816" x="4170363" y="4354513"/>
          <p14:tracePt t="125827" x="4081463" y="4367213"/>
          <p14:tracePt t="125838" x="4014788" y="4367213"/>
          <p14:tracePt t="125849" x="3938588" y="4367213"/>
          <p14:tracePt t="125872" x="3898900" y="4367213"/>
          <p14:tracePt t="125875" x="3863975" y="4367213"/>
          <p14:tracePt t="125883" x="3824288" y="4367213"/>
          <p14:tracePt t="125896" x="3795713" y="4367213"/>
          <p14:tracePt t="125907" x="3768725" y="4387850"/>
          <p14:tracePt t="125918" x="3735388" y="4387850"/>
          <p14:tracePt t="125927" x="3721100" y="4387850"/>
          <p14:tracePt t="125939" x="3694113" y="4402138"/>
          <p14:tracePt t="125951" x="3681413" y="4402138"/>
          <p14:tracePt t="125961" x="3667125" y="4402138"/>
          <p14:tracePt t="125973" x="3652838" y="4414838"/>
          <p14:tracePt t="125984" x="3640138" y="4414838"/>
          <p14:tracePt t="125995" x="3605213" y="4414838"/>
          <p14:tracePt t="126007" x="3592513" y="4414838"/>
          <p14:tracePt t="126018" x="3565525" y="4414838"/>
          <p14:tracePt t="126029" x="3538538" y="4414838"/>
          <p14:tracePt t="126051" x="3524250" y="4414838"/>
          <p14:tracePt t="126119" x="3538538" y="4414838"/>
          <p14:tracePt t="126131" x="3551238" y="4414838"/>
          <p14:tracePt t="126141" x="3578225" y="4414838"/>
          <p14:tracePt t="126153" x="3640138" y="4402138"/>
          <p14:tracePt t="126165" x="3708400" y="4402138"/>
          <p14:tracePt t="126175" x="3810000" y="4402138"/>
          <p14:tracePt t="126186" x="3938588" y="4402138"/>
          <p14:tracePt t="126199" x="4068763" y="4402138"/>
          <p14:tracePt t="126209" x="4170363" y="4402138"/>
          <p14:tracePt t="126220" x="4271963" y="4402138"/>
          <p14:tracePt t="126232" x="4367213" y="4402138"/>
          <p14:tracePt t="126242" x="4470400" y="4402138"/>
          <p14:tracePt t="126254" x="4557713" y="4402138"/>
          <p14:tracePt t="126265" x="4625975" y="4387850"/>
          <p14:tracePt t="126276" x="4700588" y="4387850"/>
          <p14:tracePt t="126287" x="4789488" y="4387850"/>
          <p14:tracePt t="126299" x="4830763" y="4387850"/>
          <p14:tracePt t="126310" x="4905375" y="4387850"/>
          <p14:tracePt t="126322" x="4959350" y="4387850"/>
          <p14:tracePt t="126333" x="5000625" y="4387850"/>
          <p14:tracePt t="126344" x="5048250" y="4387850"/>
          <p14:tracePt t="126355" x="5075238" y="4387850"/>
          <p14:tracePt t="126367" x="5102225" y="4387850"/>
          <p14:tracePt t="126422" x="5089525" y="4367213"/>
          <p14:tracePt t="126434" x="5075238" y="4367213"/>
          <p14:tracePt t="126445" x="5021263" y="4367213"/>
          <p14:tracePt t="126456" x="4959350" y="4367213"/>
          <p14:tracePt t="126467" x="4872038" y="4367213"/>
          <p14:tracePt t="126479" x="4789488" y="4367213"/>
          <p14:tracePt t="126490" x="4646613" y="4367213"/>
          <p14:tracePt t="126501" x="4518025" y="4387850"/>
          <p14:tracePt t="126513" x="4387850" y="4387850"/>
          <p14:tracePt t="126524" x="4313238" y="4387850"/>
          <p14:tracePt t="126535" x="4224338" y="4387850"/>
          <p14:tracePt t="126547" x="4184650" y="4387850"/>
          <p14:tracePt t="126558" x="4157663" y="4387850"/>
          <p14:tracePt t="126569" x="4143375" y="4387850"/>
          <p14:tracePt t="126581" x="4122738" y="4402138"/>
          <p14:tracePt t="126647" x="4143375" y="4402138"/>
          <p14:tracePt t="126659" x="4157663" y="4402138"/>
          <p14:tracePt t="126670" x="4197350" y="4402138"/>
          <p14:tracePt t="126682" x="4259263" y="4402138"/>
          <p14:tracePt t="126692" x="4340225" y="4387850"/>
          <p14:tracePt t="126705" x="4429125" y="4387850"/>
          <p14:tracePt t="126716" x="4545013" y="4387850"/>
          <p14:tracePt t="126726" x="4673600" y="4387850"/>
          <p14:tracePt t="126739" x="4789488" y="4387850"/>
          <p14:tracePt t="126749" x="4872038" y="4387850"/>
          <p14:tracePt t="126760" x="4973638" y="4387850"/>
          <p14:tracePt t="126772" x="5062538" y="4387850"/>
          <p14:tracePt t="126783" x="5129213" y="4387850"/>
          <p14:tracePt t="126794" x="5191125" y="4387850"/>
          <p14:tracePt t="126805" x="5259388" y="4387850"/>
          <p14:tracePt t="126817" x="5334000" y="4387850"/>
          <p14:tracePt t="126828" x="5387975" y="4387850"/>
          <p14:tracePt t="126840" x="5435600" y="4387850"/>
          <p14:tracePt t="126851" x="5491163" y="4367213"/>
          <p14:tracePt t="126861" x="5551488" y="4367213"/>
          <p14:tracePt t="126873" x="5592763" y="4367213"/>
          <p14:tracePt t="126885" x="5619750" y="4367213"/>
          <p14:tracePt t="126895" x="5667375" y="4367213"/>
          <p14:tracePt t="126918" x="5708650" y="4367213"/>
          <p14:tracePt t="126918" x="5721350" y="4367213"/>
          <p14:tracePt t="126929" x="5748338" y="4367213"/>
          <p14:tracePt t="126941" x="5783263" y="4367213"/>
          <p14:tracePt t="126951" x="5795963" y="4367213"/>
          <p14:tracePt t="126962" x="5810250" y="4367213"/>
          <p14:tracePt t="127120" x="5810250" y="4387850"/>
          <p14:tracePt t="127132" x="5795963" y="4387850"/>
          <p14:tracePt t="127153" x="5783263" y="4387850"/>
          <p14:tracePt t="127165" x="5748338" y="4387850"/>
          <p14:tracePt t="127176" x="5681663" y="4367213"/>
          <p14:tracePt t="127547" x="5694363" y="4367213"/>
          <p14:tracePt t="127637" x="5681663" y="4367213"/>
          <p14:tracePt t="127682" x="5667375" y="4367213"/>
          <p14:tracePt t="127694" x="5646738" y="4367213"/>
          <p14:tracePt t="127707" x="5619750" y="4367213"/>
          <p14:tracePt t="127717" x="5578475" y="4367213"/>
          <p14:tracePt t="127728" x="5518150" y="4367213"/>
          <p14:tracePt t="127740" x="5435600" y="4367213"/>
          <p14:tracePt t="127751" x="5375275" y="4367213"/>
          <p14:tracePt t="127762" x="5334000" y="4367213"/>
          <p14:tracePt t="127774" x="5307013" y="4367213"/>
          <p14:tracePt t="127784" x="5280025" y="4367213"/>
          <p14:tracePt t="127828" x="5292725" y="4367213"/>
          <p14:tracePt t="127840" x="5319713" y="4367213"/>
          <p14:tracePt t="127851" x="5348288" y="4367213"/>
          <p14:tracePt t="127864" x="5408613" y="4367213"/>
          <p14:tracePt t="127874" x="5476875" y="4367213"/>
          <p14:tracePt t="127885" x="5565775" y="4387850"/>
          <p14:tracePt t="127898" x="5634038" y="4387850"/>
          <p14:tracePt t="127908" x="5735638" y="4367213"/>
          <p14:tracePt t="127919" x="5824538" y="4367213"/>
          <p14:tracePt t="127930" x="5911850" y="4367213"/>
          <p14:tracePt t="127941" x="5953125" y="4367213"/>
          <p14:tracePt t="127975" x="5994400" y="4367213"/>
          <p14:tracePt t="127978" x="6021388" y="4367213"/>
          <p14:tracePt t="127990" x="6054725" y="4367213"/>
          <p14:tracePt t="128088" x="6042025" y="4367213"/>
          <p14:tracePt t="128110" x="6021388" y="4367213"/>
          <p14:tracePt t="128121" x="6007100" y="4367213"/>
          <p14:tracePt t="128133" x="5980113" y="4367213"/>
          <p14:tracePt t="128145" x="5953125" y="4367213"/>
          <p14:tracePt t="128156" x="5911850" y="4367213"/>
          <p14:tracePt t="128167" x="5864225" y="4387850"/>
          <p14:tracePt t="128180" x="5810250" y="4387850"/>
          <p14:tracePt t="128200" x="5748338" y="4387850"/>
          <p14:tracePt t="128201" x="5708650" y="4387850"/>
          <p14:tracePt t="128213" x="5694363" y="4367213"/>
          <p14:tracePt t="128224" x="5667375" y="4367213"/>
          <p14:tracePt t="128504" x="5694363" y="4367213"/>
          <p14:tracePt t="128515" x="5721350" y="4367213"/>
          <p14:tracePt t="128526" x="5810250" y="4367213"/>
          <p14:tracePt t="128538" x="5967413" y="4354513"/>
          <p14:tracePt t="128549" x="6170613" y="4354513"/>
          <p14:tracePt t="128562" x="6367463" y="4340225"/>
          <p14:tracePt t="128572" x="6640513" y="4340225"/>
          <p14:tracePt t="128583" x="6884988" y="4340225"/>
          <p14:tracePt t="128595" x="7042150" y="4340225"/>
          <p14:tracePt t="128605" x="7129463" y="4354513"/>
          <p14:tracePt t="128618" x="7218363" y="4367213"/>
          <p14:tracePt t="128630" x="7259638" y="4387850"/>
          <p14:tracePt t="128640" x="7272338" y="4387850"/>
          <p14:tracePt t="128842" x="7259638" y="4387850"/>
          <p14:tracePt t="128852" x="7245350" y="4387850"/>
          <p14:tracePt t="128864" x="7232650" y="4387850"/>
          <p14:tracePt t="128875" x="7205663" y="4387850"/>
          <p14:tracePt t="128887" x="7170738" y="4387850"/>
          <p14:tracePt t="128900" x="7143750" y="4387850"/>
          <p14:tracePt t="128910" x="7102475" y="4387850"/>
          <p14:tracePt t="128920" x="7075488" y="4402138"/>
          <p14:tracePt t="128932" x="7062788" y="4402138"/>
          <p14:tracePt t="128944" x="7042150" y="4402138"/>
          <p14:tracePt t="129966" x="7027863" y="4402138"/>
          <p14:tracePt t="129977" x="7000875" y="4387850"/>
          <p14:tracePt t="130282" x="7015163" y="4387850"/>
          <p14:tracePt t="130371" x="7027863" y="4387850"/>
          <p14:tracePt t="130405" x="7042150" y="4387850"/>
          <p14:tracePt t="130461" x="7062788" y="4387850"/>
          <p14:tracePt t="130517" x="7075488" y="4387850"/>
          <p14:tracePt t="130551" x="7089775" y="4387850"/>
          <p14:tracePt t="130619" x="7102475" y="4387850"/>
          <p14:tracePt t="130720" x="7116763" y="4387850"/>
          <p14:tracePt t="130855" x="7116763" y="4367213"/>
          <p14:tracePt t="130889" x="7116763" y="4354513"/>
          <p14:tracePt t="130900" x="7102475" y="4354513"/>
          <p14:tracePt t="130967" x="7102475" y="4340225"/>
          <p14:tracePt t="131407" x="7089775" y="4340225"/>
          <p14:tracePt t="131418" x="7062788" y="4340225"/>
          <p14:tracePt t="131429" x="7015163" y="4340225"/>
          <p14:tracePt t="131599" x="7027863" y="4340225"/>
          <p14:tracePt t="131611" x="7042150" y="4340225"/>
          <p14:tracePt t="131665" x="7062788" y="4340225"/>
          <p14:tracePt t="131822" x="7075488" y="4340225"/>
          <p14:tracePt t="132002" x="7075488" y="4327525"/>
          <p14:tracePt t="132024" x="7089775" y="4327525"/>
          <p14:tracePt t="132070" x="7089775" y="4313238"/>
          <p14:tracePt t="132172" x="7089775" y="4300538"/>
          <p14:tracePt t="132204" x="7089775" y="4286250"/>
          <p14:tracePt t="132249" x="7089775" y="4271963"/>
          <p14:tracePt t="132475" x="7075488" y="4271963"/>
          <p14:tracePt t="132531" x="7075488" y="4286250"/>
          <p14:tracePt t="132576" x="7075488" y="4300538"/>
          <p14:tracePt t="132588" x="7089775" y="4300538"/>
          <p14:tracePt t="132621" x="7102475" y="4313238"/>
          <p14:tracePt t="132655" x="7116763" y="4313238"/>
          <p14:tracePt t="132688" x="7129463" y="4313238"/>
          <p14:tracePt t="132959" x="7143750" y="4313238"/>
          <p14:tracePt t="132981" x="7143750" y="4327525"/>
          <p14:tracePt t="133150" x="7158038" y="4327525"/>
          <p14:tracePt t="133172" x="7170738" y="4327525"/>
          <p14:tracePt t="133183" x="7191375" y="4327525"/>
          <p14:tracePt t="133217" x="7205663" y="4327525"/>
          <p14:tracePt t="133220" x="7232650" y="4327525"/>
          <p14:tracePt t="133229" x="7259638" y="4327525"/>
          <p14:tracePt t="133230" x="7272338" y="4327525"/>
          <p14:tracePt t="133242" x="7307263" y="4327525"/>
          <p14:tracePt t="133252" x="7334250" y="4327525"/>
          <p14:tracePt t="133263" x="7361238" y="4327525"/>
          <p14:tracePt t="133275" x="7375525" y="4327525"/>
          <p14:tracePt t="133285" x="7388225" y="4327525"/>
          <p14:tracePt t="133669" x="7402513" y="4327525"/>
          <p14:tracePt t="133701" x="7415213" y="4327525"/>
          <p14:tracePt t="133713" x="7435850" y="4327525"/>
          <p14:tracePt t="133724" x="7450138" y="4327525"/>
          <p14:tracePt t="133737" x="7462838" y="4327525"/>
          <p14:tracePt t="133747" x="7477125" y="4327525"/>
          <p14:tracePt t="133769" x="7491413" y="4327525"/>
          <p14:tracePt t="133780" x="7491413" y="4340225"/>
          <p14:tracePt t="133791" x="7477125" y="4327525"/>
          <p14:tracePt t="134028" x="7491413" y="4327525"/>
          <p14:tracePt t="134050" x="7504113" y="4327525"/>
          <p14:tracePt t="134072" x="7518400" y="4327525"/>
          <p14:tracePt t="134095" x="7531100" y="4327525"/>
          <p14:tracePt t="134106" x="7545388" y="4327525"/>
          <p14:tracePt t="134129" x="7566025" y="4327525"/>
          <p14:tracePt t="134895" x="7578725" y="4327525"/>
          <p14:tracePt t="134916" x="7593013" y="4327525"/>
          <p14:tracePt t="134939" x="7620000" y="4327525"/>
          <p14:tracePt t="134950" x="7634288" y="4327525"/>
          <p14:tracePt t="134961" x="7646988" y="4327525"/>
          <p14:tracePt t="134975" x="7661275" y="4327525"/>
          <p14:tracePt t="134984" x="7694613" y="4327525"/>
          <p14:tracePt t="134995" x="7708900" y="4327525"/>
          <p14:tracePt t="135008" x="7721600" y="4327525"/>
          <p14:tracePt t="135018" x="7735888" y="4327525"/>
          <p14:tracePt t="135029" x="7748588" y="4327525"/>
          <p14:tracePt t="135051" x="7762875" y="4327525"/>
          <p14:tracePt t="135085" x="7777163" y="4327525"/>
          <p14:tracePt t="135435" x="7789863" y="4327525"/>
          <p14:tracePt t="135535" x="7804150" y="4327525"/>
          <p14:tracePt t="135546" x="7824788" y="4327525"/>
          <p14:tracePt t="135558" x="7837488" y="4327525"/>
          <p14:tracePt t="135569" x="7864475" y="4327525"/>
          <p14:tracePt t="135581" x="7878763" y="4327525"/>
          <p14:tracePt t="135591" x="7891463" y="4327525"/>
          <p14:tracePt t="135603" x="7905750" y="4327525"/>
          <p14:tracePt t="135616" x="7920038" y="4327525"/>
          <p14:tracePt t="135884" x="7932738" y="4327525"/>
          <p14:tracePt t="135928" x="7953375" y="4327525"/>
          <p14:tracePt t="136165" x="7953375" y="4340225"/>
          <p14:tracePt t="136221" x="7967663" y="4340225"/>
          <p14:tracePt t="136289" x="7980363" y="4340225"/>
          <p14:tracePt t="136514" x="7994650" y="4340225"/>
          <p14:tracePt t="136536" x="8021638" y="4340225"/>
          <p14:tracePt t="136548" x="8034338" y="4340225"/>
          <p14:tracePt t="136559" x="8069263" y="4340225"/>
          <p14:tracePt t="136572" x="8081963" y="4340225"/>
          <p14:tracePt t="136581" x="8110538" y="4340225"/>
          <p14:tracePt t="136593" x="8123238" y="4340225"/>
          <p14:tracePt t="136615" x="8137525" y="4340225"/>
          <p14:tracePt t="137121" x="8150225" y="4340225"/>
          <p14:tracePt t="137133" x="8164513" y="4340225"/>
          <p14:tracePt t="137155" x="8177213" y="4340225"/>
          <p14:tracePt t="137177" x="8197850" y="4340225"/>
          <p14:tracePt t="137200" x="8212138" y="4340225"/>
          <p14:tracePt t="137234" x="8224838" y="4340225"/>
          <p14:tracePt t="137256" x="8239125" y="4340225"/>
          <p14:tracePt t="137269" x="8253413" y="4340225"/>
          <p14:tracePt t="137290" x="8266113" y="4354513"/>
          <p14:tracePt t="137303" x="8280400" y="4354513"/>
          <p14:tracePt t="137313" x="8293100" y="4354513"/>
          <p14:tracePt t="137324" x="8307388" y="4354513"/>
          <p14:tracePt t="137346" x="8328025" y="4354513"/>
          <p14:tracePt t="137358" x="8340725" y="4354513"/>
          <p14:tracePt t="137371" x="8355013" y="4354513"/>
          <p14:tracePt t="137381" x="8367713" y="4354513"/>
          <p14:tracePt t="137414" x="8396288" y="4354513"/>
          <p14:tracePt t="137415" x="8408988" y="4367213"/>
          <p14:tracePt t="137426" x="8435975" y="4367213"/>
          <p14:tracePt t="137427" x="8470900" y="4367213"/>
          <p14:tracePt t="137437" x="8497888" y="4367213"/>
          <p14:tracePt t="137448" x="8510588" y="4367213"/>
          <p14:tracePt t="137460" x="8539163" y="4367213"/>
          <p14:tracePt t="137471" x="8551863" y="4367213"/>
          <p14:tracePt t="137493" x="8566150" y="4367213"/>
          <p14:tracePt t="137504" x="8586788" y="4367213"/>
          <p14:tracePt t="137515" x="8599488" y="4367213"/>
          <p14:tracePt t="137528" x="8626475" y="4387850"/>
          <p14:tracePt t="137538" x="8653463" y="4387850"/>
          <p14:tracePt t="137550" x="8667750" y="4387850"/>
          <p14:tracePt t="137561" x="8682038" y="4387850"/>
          <p14:tracePt t="137572" x="8694738" y="4387850"/>
          <p14:tracePt t="138775" x="8715375" y="4387850"/>
          <p14:tracePt t="138787" x="8729663" y="4387850"/>
          <p14:tracePt t="138797" x="8742363" y="4387850"/>
          <p14:tracePt t="138812" x="8783638" y="4387850"/>
          <p14:tracePt t="138822" x="8810625" y="4367213"/>
          <p14:tracePt t="138832" x="8843963" y="4367213"/>
          <p14:tracePt t="138846" x="8872538" y="4354513"/>
          <p14:tracePt t="138854" x="8885238" y="4354513"/>
          <p14:tracePt t="138866" x="8885238" y="4340225"/>
          <p14:tracePt t="138879" x="8885238" y="4327525"/>
          <p14:tracePt t="138889" x="8885238" y="4313238"/>
          <p14:tracePt t="138900" x="8885238" y="4300538"/>
          <p14:tracePt t="138912" x="8885238" y="4286250"/>
          <p14:tracePt t="138921" x="8885238" y="4271963"/>
          <p14:tracePt t="138933" x="8885238" y="4238625"/>
          <p14:tracePt t="138945" x="8885238" y="4224338"/>
          <p14:tracePt t="138955" x="8885238" y="4211638"/>
          <p14:tracePt t="138967" x="8885238" y="4197350"/>
          <p14:tracePt t="138978" x="8885238" y="4184650"/>
          <p14:tracePt t="138989" x="8872538" y="4143375"/>
          <p14:tracePt t="139002" x="8858250" y="4122738"/>
          <p14:tracePt t="139013" x="8843963" y="4110038"/>
          <p14:tracePt t="139023" x="8810625" y="4081463"/>
          <p14:tracePt t="139036" x="8796338" y="4068763"/>
          <p14:tracePt t="139047" x="8769350" y="4054475"/>
          <p14:tracePt t="139057" x="8729663" y="4027488"/>
          <p14:tracePt t="139069" x="8682038" y="4014788"/>
          <p14:tracePt t="139080" x="8640763" y="3979863"/>
          <p14:tracePt t="139090" x="8613775" y="3979863"/>
          <p14:tracePt t="139102" x="8586788" y="3967163"/>
          <p14:tracePt t="139113" x="8539163" y="3952875"/>
          <p14:tracePt t="139124" x="8524875" y="3952875"/>
          <p14:tracePt t="139135" x="8510588" y="3952875"/>
          <p14:tracePt t="139147" x="8483600" y="3938588"/>
          <p14:tracePt t="139158" x="8456613" y="3925888"/>
          <p14:tracePt t="139169" x="8408988" y="3911600"/>
          <p14:tracePt t="139181" x="8382000" y="3911600"/>
          <p14:tracePt t="139191" x="8328025" y="3898900"/>
          <p14:tracePt t="139203" x="8253413" y="3884613"/>
          <p14:tracePt t="139214" x="8177213" y="3863975"/>
          <p14:tracePt t="139225" x="8150225" y="3863975"/>
          <p14:tracePt t="139237" x="8110538" y="3851275"/>
          <p14:tracePt t="139248" x="8069263" y="3851275"/>
          <p14:tracePt t="139259" x="8034338" y="3851275"/>
          <p14:tracePt t="139270" x="8007350" y="3851275"/>
          <p14:tracePt t="139281" x="7994650" y="3851275"/>
          <p14:tracePt t="139293" x="7967663" y="3851275"/>
          <p14:tracePt t="139304" x="7953375" y="3851275"/>
          <p14:tracePt t="139315" x="7920038" y="3851275"/>
          <p14:tracePt t="139327" x="7891463" y="3851275"/>
          <p14:tracePt t="139338" x="7851775" y="3851275"/>
          <p14:tracePt t="139349" x="7789863" y="3851275"/>
          <p14:tracePt t="139361" x="7762875" y="3851275"/>
          <p14:tracePt t="139371" x="7708900" y="3851275"/>
          <p14:tracePt t="139382" x="7646988" y="3851275"/>
          <p14:tracePt t="139395" x="7593013" y="3851275"/>
          <p14:tracePt t="139405" x="7566025" y="3851275"/>
          <p14:tracePt t="139416" x="7518400" y="3851275"/>
          <p14:tracePt t="139429" x="7477125" y="3851275"/>
          <p14:tracePt t="139439" x="7450138" y="3851275"/>
          <p14:tracePt t="139450" x="7415213" y="3851275"/>
          <p14:tracePt t="139462" x="7388225" y="3851275"/>
          <p14:tracePt t="139473" x="7361238" y="3863975"/>
          <p14:tracePt t="139485" x="7348538" y="3884613"/>
          <p14:tracePt t="139506" x="7319963" y="3884613"/>
          <p14:tracePt t="139511" x="7307263" y="3898900"/>
          <p14:tracePt t="139518" x="7272338" y="3911600"/>
          <p14:tracePt t="139552" x="7245350" y="3911600"/>
          <p14:tracePt t="139552" x="7232650" y="3925888"/>
          <p14:tracePt t="139563" x="7218363" y="3938588"/>
          <p14:tracePt t="139564" x="7205663" y="3938588"/>
          <p14:tracePt t="139574" x="7191375" y="3952875"/>
          <p14:tracePt t="139585" x="7170738" y="3952875"/>
          <p14:tracePt t="139596" x="7170738" y="3967163"/>
          <p14:tracePt t="139608" x="7158038" y="3979863"/>
          <p14:tracePt t="139620" x="7143750" y="3994150"/>
          <p14:tracePt t="139630" x="7143750" y="4014788"/>
          <p14:tracePt t="139642" x="7129463" y="4027488"/>
          <p14:tracePt t="139664" x="7116763" y="4027488"/>
          <p14:tracePt t="139675" x="7116763" y="4041775"/>
          <p14:tracePt t="139709" x="7102475" y="4054475"/>
          <p14:tracePt t="139732" x="7089775" y="4068763"/>
          <p14:tracePt t="139744" x="7089775" y="4081463"/>
          <p14:tracePt t="139754" x="7075488" y="4081463"/>
          <p14:tracePt t="139765" x="7075488" y="4095750"/>
          <p14:tracePt t="139778" x="7075488" y="4110038"/>
          <p14:tracePt t="139788" x="7062788" y="4110038"/>
          <p14:tracePt t="139800" x="7062788" y="4122738"/>
          <p14:tracePt t="139811" x="7042150" y="4122738"/>
          <p14:tracePt t="139822" x="7042150" y="4143375"/>
          <p14:tracePt t="139844" x="7027863" y="4157663"/>
          <p14:tracePt t="139855" x="7027863" y="4170363"/>
          <p14:tracePt t="139869" x="7015163" y="4170363"/>
          <p14:tracePt t="139879" x="7015163" y="4184650"/>
          <p14:tracePt t="139889" x="7015163" y="4197350"/>
          <p14:tracePt t="139923" x="7000875" y="4211638"/>
          <p14:tracePt t="139967" x="7015163" y="4211638"/>
          <p14:tracePt t="140012" x="7027863" y="4211638"/>
          <p14:tracePt t="140102" x="7042150" y="4211638"/>
          <p14:tracePt t="140114" x="7062788" y="4211638"/>
          <p14:tracePt t="140136" x="7075488" y="4211638"/>
          <p14:tracePt t="140147" x="7089775" y="4211638"/>
          <p14:tracePt t="140170" x="7102475" y="4211638"/>
          <p14:tracePt t="140248" x="7089775" y="4211638"/>
          <p14:tracePt t="140261" x="7089775" y="4224338"/>
          <p14:tracePt t="140272" x="7075488" y="4224338"/>
          <p14:tracePt t="140283" x="7062788" y="4224338"/>
          <p14:tracePt t="140295" x="7027863" y="4238625"/>
          <p14:tracePt t="140305" x="7000875" y="4238625"/>
          <p14:tracePt t="140316" x="6973888" y="4259263"/>
          <p14:tracePt t="140328" x="6959600" y="4259263"/>
          <p14:tracePt t="140339" x="6932613" y="4259263"/>
          <p14:tracePt t="140361" x="6911975" y="4259263"/>
          <p14:tracePt t="140440" x="6932613" y="4259263"/>
          <p14:tracePt t="140451" x="6946900" y="4271963"/>
          <p14:tracePt t="140463" x="6959600" y="4271963"/>
          <p14:tracePt t="140474" x="6986588" y="4271963"/>
          <p14:tracePt t="140486" x="7015163" y="4271963"/>
          <p14:tracePt t="140498" x="7062788" y="4271963"/>
          <p14:tracePt t="140509" x="7089775" y="4271963"/>
          <p14:tracePt t="140520" x="7116763" y="4271963"/>
          <p14:tracePt t="140531" x="7129463" y="4286250"/>
          <p14:tracePt t="140553" x="7143750" y="4286250"/>
          <p14:tracePt t="140609" x="7129463" y="4286250"/>
          <p14:tracePt t="140621" x="7116763" y="4286250"/>
          <p14:tracePt t="140632" x="7089775" y="4286250"/>
          <p14:tracePt t="140643" x="7062788" y="4271963"/>
          <p14:tracePt t="140655" x="7015163" y="4271963"/>
          <p14:tracePt t="140665" x="6986588" y="4271963"/>
          <p14:tracePt t="140677" x="6959600" y="4271963"/>
          <p14:tracePt t="140689" x="6946900" y="4271963"/>
          <p14:tracePt t="140700" x="6932613" y="4271963"/>
          <p14:tracePt t="140755" x="6946900" y="4271963"/>
          <p14:tracePt t="140766" x="6959600" y="4271963"/>
          <p14:tracePt t="140789" x="6986588" y="4271963"/>
          <p14:tracePt t="140800" x="7000875" y="4271963"/>
          <p14:tracePt t="140813" x="7015163" y="4271963"/>
          <p14:tracePt t="140823" x="7027863" y="4271963"/>
          <p14:tracePt t="140835" x="7027863" y="4286250"/>
          <p14:tracePt t="140991" x="7042150" y="4286250"/>
          <p14:tracePt t="141002" x="7062788" y="4286250"/>
          <p14:tracePt t="141014" x="7102475" y="4286250"/>
          <p14:tracePt t="141025" x="7143750" y="4286250"/>
          <p14:tracePt t="141038" x="7205663" y="4286250"/>
          <p14:tracePt t="141048" x="7272338" y="4286250"/>
          <p14:tracePt t="141059" x="7348538" y="4286250"/>
          <p14:tracePt t="141072" x="7402513" y="4286250"/>
          <p14:tracePt t="141082" x="7450138" y="4286250"/>
          <p14:tracePt t="141094" x="7491413" y="4271963"/>
          <p14:tracePt t="141106" x="7504113" y="4271963"/>
          <p14:tracePt t="141116" x="7518400" y="4271963"/>
          <p14:tracePt t="141193" x="7504113" y="4271963"/>
          <p14:tracePt t="141205" x="7477125" y="4271963"/>
          <p14:tracePt t="141216" x="7462838" y="4271963"/>
          <p14:tracePt t="141229" x="7435850" y="4271963"/>
          <p14:tracePt t="141240" x="7402513" y="4271963"/>
          <p14:tracePt t="141250" x="7375525" y="4271963"/>
          <p14:tracePt t="141272" x="7361238" y="4271963"/>
          <p14:tracePt t="141329" x="7375525" y="4271963"/>
          <p14:tracePt t="141340" x="7388225" y="4271963"/>
          <p14:tracePt t="141351" x="7402513" y="4271963"/>
          <p14:tracePt t="141364" x="7415213" y="4271963"/>
          <p14:tracePt t="141375" x="7450138" y="4271963"/>
          <p14:tracePt t="141385" x="7477125" y="4271963"/>
          <p14:tracePt t="141396" x="7491413" y="4271963"/>
          <p14:tracePt t="141463" x="7477125" y="4271963"/>
          <p14:tracePt t="141475" x="7462838" y="4271963"/>
          <p14:tracePt t="141486" x="7450138" y="4271963"/>
          <p14:tracePt t="141499" x="7435850" y="4271963"/>
          <p14:tracePt t="141509" x="7415213" y="4271963"/>
          <p14:tracePt t="141522" x="7402513" y="4271963"/>
          <p14:tracePt t="141533" x="7388225" y="4271963"/>
          <p14:tracePt t="141612" x="7402513" y="4271963"/>
          <p14:tracePt t="141622" x="7415213" y="4271963"/>
          <p14:tracePt t="141633" x="7435850" y="4271963"/>
          <p14:tracePt t="141645" x="7450138" y="4271963"/>
          <p14:tracePt t="141655" x="7462838" y="4271963"/>
          <p14:tracePt t="141666" x="7477125" y="4271963"/>
          <p14:tracePt t="141734" x="7462838" y="4271963"/>
          <p14:tracePt t="141756" x="7450138" y="4271963"/>
          <p14:tracePt t="141768" x="7435850" y="4271963"/>
          <p14:tracePt t="141780" x="7402513" y="4286250"/>
          <p14:tracePt t="141790" x="7388225" y="4286250"/>
          <p14:tracePt t="141802" x="7375525" y="4286250"/>
          <p14:tracePt t="141813" x="7361238" y="4286250"/>
          <p14:tracePt t="141824" x="7348538" y="4286250"/>
          <p14:tracePt t="144985" x="7348538" y="4271963"/>
          <p14:tracePt t="145233" x="7375525" y="4271963"/>
          <p14:tracePt t="145244" x="7415213" y="4271963"/>
          <p14:tracePt t="145255" x="7450138" y="4286250"/>
          <p14:tracePt t="145266" x="7462838" y="4286250"/>
          <p14:tracePt t="145277" x="7491413" y="4271963"/>
          <p14:tracePt t="145290" x="7531100" y="4286250"/>
          <p14:tracePt t="145300" x="7578725" y="4286250"/>
          <p14:tracePt t="145312" x="7634288" y="4286250"/>
          <p14:tracePt t="145324" x="7708900" y="4286250"/>
          <p14:tracePt t="145337" x="7748588" y="4300538"/>
          <p14:tracePt t="145346" x="7824788" y="4300538"/>
          <p14:tracePt t="145357" x="7878763" y="4300538"/>
          <p14:tracePt t="145370" x="7932738" y="4300538"/>
          <p14:tracePt t="145380" x="7980363" y="4300538"/>
          <p14:tracePt t="145391" x="8021638" y="4300538"/>
          <p14:tracePt t="145403" x="8048625" y="4313238"/>
          <p14:tracePt t="145414" x="8069263" y="4313238"/>
          <p14:tracePt t="145425" x="8081963" y="4313238"/>
          <p14:tracePt t="145615" x="8069263" y="4300538"/>
          <p14:tracePt t="145649" x="8048625" y="4300538"/>
          <p14:tracePt t="145671" x="8034338" y="4300538"/>
          <p14:tracePt t="145693" x="8021638" y="4300538"/>
          <p14:tracePt t="145739" x="8034338" y="4300538"/>
          <p14:tracePt t="145761" x="8048625" y="4300538"/>
          <p14:tracePt t="145773" x="8096250" y="4300538"/>
          <p14:tracePt t="145795" x="8137525" y="4300538"/>
          <p14:tracePt t="145798" x="8212138" y="4300538"/>
          <p14:tracePt t="145808" x="8328025" y="4300538"/>
          <p14:tracePt t="145819" x="8423275" y="4300538"/>
          <p14:tracePt t="145829" x="8497888" y="4300538"/>
          <p14:tracePt t="145841" x="8599488" y="4300538"/>
          <p14:tracePt t="145852" x="8653463" y="4313238"/>
          <p14:tracePt t="145863" x="8667750" y="4313238"/>
          <p14:tracePt t="145875" x="8682038" y="4313238"/>
          <p14:tracePt t="145886" x="8694738" y="4313238"/>
          <p14:tracePt t="145919" x="8682038" y="4313238"/>
          <p14:tracePt t="145941" x="8653463" y="4300538"/>
          <p14:tracePt t="145953" x="8626475" y="4300538"/>
          <p14:tracePt t="145965" x="8566150" y="4300538"/>
          <p14:tracePt t="145976" x="8510588" y="4300538"/>
          <p14:tracePt t="145987" x="8423275" y="4300538"/>
          <p14:tracePt t="145999" x="8367713" y="4300538"/>
          <p14:tracePt t="146010" x="8293100" y="4300538"/>
          <p14:tracePt t="146020" x="8239125" y="4300538"/>
          <p14:tracePt t="146032" x="8197850" y="4300538"/>
          <p14:tracePt t="146043" x="8177213" y="4300538"/>
          <p14:tracePt t="146132" x="8197850" y="4300538"/>
          <p14:tracePt t="146144" x="8212138" y="4300538"/>
          <p14:tracePt t="146156" x="8239125" y="4300538"/>
          <p14:tracePt t="146167" x="8280400" y="4300538"/>
          <p14:tracePt t="146178" x="8328025" y="4300538"/>
          <p14:tracePt t="146189" x="8382000" y="4300538"/>
          <p14:tracePt t="146201" x="8435975" y="4300538"/>
          <p14:tracePt t="146212" x="8497888" y="4300538"/>
          <p14:tracePt t="146224" x="8524875" y="4300538"/>
          <p14:tracePt t="146234" x="8551863" y="4300538"/>
          <p14:tracePt t="146257" x="8566150" y="4300538"/>
          <p14:tracePt t="146346" x="8551863" y="4300538"/>
          <p14:tracePt t="146369" x="8524875" y="4313238"/>
          <p14:tracePt t="146381" x="8510588" y="4313238"/>
          <p14:tracePt t="146393" x="8483600" y="4327525"/>
          <p14:tracePt t="146404" x="8470900" y="4327525"/>
          <p14:tracePt t="146415" x="8435975" y="4327525"/>
          <p14:tracePt t="146427" x="8423275" y="4340225"/>
          <p14:tracePt t="146437" x="8408988" y="4340225"/>
          <p14:tracePt t="146593" x="8408988" y="4327525"/>
          <p14:tracePt t="146605" x="8423275" y="4327525"/>
          <p14:tracePt t="146627" x="8435975" y="4327525"/>
          <p14:tracePt t="146639" x="8456613" y="4327525"/>
          <p14:tracePt t="146650" x="8470900" y="4327525"/>
          <p14:tracePt t="146663" x="8497888" y="4327525"/>
          <p14:tracePt t="146673" x="8539163" y="4340225"/>
          <p14:tracePt t="146685" x="8586788" y="4340225"/>
          <p14:tracePt t="146697" x="8653463" y="4340225"/>
          <p14:tracePt t="146707" x="8694738" y="4354513"/>
          <p14:tracePt t="146719" x="8756650" y="4354513"/>
          <p14:tracePt t="146730" x="8810625" y="4354513"/>
          <p14:tracePt t="146740" x="8858250" y="4354513"/>
          <p14:tracePt t="146752" x="8885238" y="4354513"/>
          <p14:tracePt t="146763" x="8899525" y="4354513"/>
          <p14:tracePt t="146774" x="8899525" y="4340225"/>
          <p14:tracePt t="146796" x="8899525" y="4313238"/>
          <p14:tracePt t="146808" x="8899525" y="4286250"/>
          <p14:tracePt t="146820" x="8899525" y="4259263"/>
          <p14:tracePt t="146841" x="8899525" y="4211638"/>
          <p14:tracePt t="146846" x="8885238" y="4170363"/>
          <p14:tracePt t="146854" x="8872538" y="4122738"/>
          <p14:tracePt t="146864" x="8843963" y="4068763"/>
          <p14:tracePt t="146876" x="8831263" y="4027488"/>
          <p14:tracePt t="146888" x="8796338" y="3994150"/>
          <p14:tracePt t="146899" x="8769350" y="3979863"/>
          <p14:tracePt t="146909" x="8742363" y="3952875"/>
          <p14:tracePt t="146921" x="8715375" y="3938588"/>
          <p14:tracePt t="146932" x="8694738" y="3938588"/>
          <p14:tracePt t="146943" x="8682038" y="3925888"/>
          <p14:tracePt t="146955" x="8653463" y="3925888"/>
          <p14:tracePt t="146966" x="8626475" y="3925888"/>
          <p14:tracePt t="146988" x="8599488" y="3925888"/>
          <p14:tracePt t="146991" x="8566150" y="3925888"/>
          <p14:tracePt t="146999" x="8524875" y="3938588"/>
          <p14:tracePt t="147014" x="8483600" y="3952875"/>
          <p14:tracePt t="147023" x="8456613" y="3979863"/>
          <p14:tracePt t="147035" x="8423275" y="3994150"/>
          <p14:tracePt t="147046" x="8396288" y="4014788"/>
          <p14:tracePt t="147056" x="8382000" y="4041775"/>
          <p14:tracePt t="147067" x="8355013" y="4054475"/>
          <p14:tracePt t="147079" x="8340725" y="4081463"/>
          <p14:tracePt t="147089" x="8328025" y="4122738"/>
          <p14:tracePt t="147101" x="8328025" y="4157663"/>
          <p14:tracePt t="147112" x="8328025" y="4184650"/>
          <p14:tracePt t="147122" x="8328025" y="4224338"/>
          <p14:tracePt t="147134" x="8340725" y="4259263"/>
          <p14:tracePt t="147146" x="8340725" y="4271963"/>
          <p14:tracePt t="147157" x="8367713" y="4300538"/>
          <p14:tracePt t="147168" x="8382000" y="4313238"/>
          <p14:tracePt t="147180" x="8408988" y="4340225"/>
          <p14:tracePt t="147190" x="8423275" y="4340225"/>
          <p14:tracePt t="147201" x="8470900" y="4354513"/>
          <p14:tracePt t="147213" x="8497888" y="4367213"/>
          <p14:tracePt t="147224" x="8524875" y="4367213"/>
          <p14:tracePt t="147235" x="8551863" y="4367213"/>
          <p14:tracePt t="147248" x="8599488" y="4367213"/>
          <p14:tracePt t="147258" x="8640763" y="4367213"/>
          <p14:tracePt t="147269" x="8667750" y="4354513"/>
          <p14:tracePt t="147281" x="8694738" y="4354513"/>
          <p14:tracePt t="147291" x="8742363" y="4340225"/>
          <p14:tracePt t="147303" x="8769350" y="4313238"/>
          <p14:tracePt t="147315" x="8796338" y="4300538"/>
          <p14:tracePt t="147325" x="8796338" y="4286250"/>
          <p14:tracePt t="147336" x="8810625" y="4238625"/>
          <p14:tracePt t="147349" x="8810625" y="4211638"/>
          <p14:tracePt t="147359" x="8810625" y="4170363"/>
          <p14:tracePt t="147370" x="8796338" y="4143375"/>
          <p14:tracePt t="147382" x="8769350" y="4095750"/>
          <p14:tracePt t="147393" x="8742363" y="4041775"/>
          <p14:tracePt t="147405" x="8694738" y="4014788"/>
          <p14:tracePt t="147416" x="8653463" y="3979863"/>
          <p14:tracePt t="147426" x="8613775" y="3967163"/>
          <p14:tracePt t="147438" x="8566150" y="3952875"/>
          <p14:tracePt t="147449" x="8524875" y="3952875"/>
          <p14:tracePt t="147460" x="8497888" y="3952875"/>
          <p14:tracePt t="147472" x="8483600" y="3967163"/>
          <p14:tracePt t="147483" x="8435975" y="3979863"/>
          <p14:tracePt t="147494" x="8396288" y="4027488"/>
          <p14:tracePt t="147506" x="8367713" y="4054475"/>
          <p14:tracePt t="147517" x="8340725" y="4110038"/>
          <p14:tracePt t="147529" x="8307388" y="4170363"/>
          <p14:tracePt t="147539" x="8280400" y="4224338"/>
          <p14:tracePt t="147551" x="8280400" y="4259263"/>
          <p14:tracePt t="147562" x="8280400" y="4286250"/>
          <p14:tracePt t="147573" x="8293100" y="4327525"/>
          <p14:tracePt t="147584" x="8328025" y="4354513"/>
          <p14:tracePt t="147596" x="8355013" y="4387850"/>
          <p14:tracePt t="147607" x="8396288" y="4402138"/>
          <p14:tracePt t="147619" x="8456613" y="4414838"/>
          <p14:tracePt t="147630" x="8510588" y="4429125"/>
          <p14:tracePt t="147640" x="8586788" y="4429125"/>
          <p14:tracePt t="147651" x="8653463" y="4429125"/>
          <p14:tracePt t="147663" x="8715375" y="4414838"/>
          <p14:tracePt t="147674" x="8742363" y="4414838"/>
          <p14:tracePt t="147697" x="8769350" y="4387850"/>
          <p14:tracePt t="147698" x="8796338" y="4367213"/>
          <p14:tracePt t="147708" x="8796338" y="4354513"/>
          <p14:tracePt t="147720" x="8810625" y="4340225"/>
          <p14:tracePt t="147731" x="8810625" y="4313238"/>
          <p14:tracePt t="147741" x="8810625" y="4300538"/>
          <p14:tracePt t="147753" x="8810625" y="4286250"/>
          <p14:tracePt t="147786" x="8810625" y="4271963"/>
          <p14:tracePt t="149329" x="8796338" y="4286250"/>
          <p14:tracePt t="149332" x="8783638" y="4286250"/>
          <p14:tracePt t="149340" x="8756650" y="4300538"/>
          <p14:tracePt t="149350" x="8729663" y="4313238"/>
          <p14:tracePt t="149362" x="8653463" y="4327525"/>
          <p14:tracePt t="149374" x="8551863" y="4340225"/>
          <p14:tracePt t="149384" x="8423275" y="4354513"/>
          <p14:tracePt t="149397" x="8307388" y="4367213"/>
          <p14:tracePt t="149407" x="8164513" y="4402138"/>
          <p14:tracePt t="149418" x="8007350" y="4429125"/>
          <p14:tracePt t="149431" x="7878763" y="4456113"/>
          <p14:tracePt t="149440" x="7789863" y="4470400"/>
          <p14:tracePt t="149452" x="7646988" y="4483100"/>
          <p14:tracePt t="149464" x="7491413" y="4497388"/>
          <p14:tracePt t="149474" x="7307263" y="4518025"/>
          <p14:tracePt t="149487" x="7129463" y="4497388"/>
          <p14:tracePt t="149732" x="7143750" y="4497388"/>
          <p14:tracePt t="149744" x="7143750" y="4483100"/>
          <p14:tracePt t="149756" x="7129463" y="4483100"/>
          <p14:tracePt t="149777" x="7116763" y="4483100"/>
          <p14:tracePt t="149800" x="7089775" y="4483100"/>
          <p14:tracePt t="149812" x="7075488" y="4483100"/>
          <p14:tracePt t="149823" x="7062788" y="4470400"/>
          <p14:tracePt t="149835" x="7042150" y="4470400"/>
          <p14:tracePt t="149847" x="7027863" y="4470400"/>
          <p14:tracePt t="149857" x="7000875" y="4470400"/>
          <p14:tracePt t="149869" x="6973888" y="4470400"/>
          <p14:tracePt t="149881" x="6959600" y="4470400"/>
          <p14:tracePt t="149891" x="6946900" y="4470400"/>
          <p14:tracePt t="149903" x="6911975" y="4456113"/>
          <p14:tracePt t="149914" x="6899275" y="4456113"/>
          <p14:tracePt t="149924" x="6884988" y="4456113"/>
          <p14:tracePt t="149993" x="6884988" y="4470400"/>
          <p14:tracePt t="150002" x="6899275" y="4470400"/>
          <p14:tracePt t="150014" x="6911975" y="4470400"/>
          <p14:tracePt t="150025" x="6946900" y="4483100"/>
          <p14:tracePt t="150037" x="6973888" y="4497388"/>
          <p14:tracePt t="150049" x="7015163" y="4518025"/>
          <p14:tracePt t="150059" x="7062788" y="4530725"/>
          <p14:tracePt t="150072" x="7129463" y="4530725"/>
          <p14:tracePt t="150082" x="7205663" y="4545013"/>
          <p14:tracePt t="150093" x="7259638" y="4557713"/>
          <p14:tracePt t="150105" x="7334250" y="4557713"/>
          <p14:tracePt t="150116" x="7415213" y="4572000"/>
          <p14:tracePt t="150127" x="7504113" y="4572000"/>
          <p14:tracePt t="150139" x="7578725" y="4586288"/>
          <p14:tracePt t="150149" x="7673975" y="4586288"/>
          <p14:tracePt t="150160" x="7777163" y="4586288"/>
          <p14:tracePt t="150172" x="7878763" y="4598988"/>
          <p14:tracePt t="150183" x="7953375" y="4598988"/>
          <p14:tracePt t="150194" x="8034338" y="4598988"/>
          <p14:tracePt t="150205" x="8137525" y="4613275"/>
          <p14:tracePt t="150217" x="8239125" y="4613275"/>
          <p14:tracePt t="150227" x="8307388" y="4613275"/>
          <p14:tracePt t="150239" x="8396288" y="4613275"/>
          <p14:tracePt t="150251" x="8470900" y="4613275"/>
          <p14:tracePt t="150261" x="8551863" y="4613275"/>
          <p14:tracePt t="150273" x="8599488" y="4598988"/>
          <p14:tracePt t="150285" x="8653463" y="4586288"/>
          <p14:tracePt t="150295" x="8694738" y="4572000"/>
          <p14:tracePt t="150308" x="8729663" y="4572000"/>
          <p14:tracePt t="150318" x="8742363" y="4557713"/>
          <p14:tracePt t="150330" x="8769350" y="4545013"/>
          <p14:tracePt t="150341" x="8783638" y="4530725"/>
          <p14:tracePt t="150352" x="8796338" y="4518025"/>
          <p14:tracePt t="150364" x="8796338" y="4497388"/>
          <p14:tracePt t="150374" x="8810625" y="4470400"/>
          <p14:tracePt t="150385" x="8831263" y="4443413"/>
          <p14:tracePt t="150398" x="8831263" y="4429125"/>
          <p14:tracePt t="150407" x="8843963" y="4402138"/>
          <p14:tracePt t="150419" x="8858250" y="4367213"/>
          <p14:tracePt t="150431" x="8858250" y="4340225"/>
          <p14:tracePt t="150441" x="8858250" y="4313238"/>
          <p14:tracePt t="150453" x="8858250" y="4259263"/>
          <p14:tracePt t="150465" x="8858250" y="4211638"/>
          <p14:tracePt t="150475" x="8843963" y="4170363"/>
          <p14:tracePt t="150487" x="8831263" y="4143375"/>
          <p14:tracePt t="150498" x="8810625" y="4110038"/>
          <p14:tracePt t="150520" x="8796338" y="4081463"/>
          <p14:tracePt t="150532" x="8783638" y="4068763"/>
          <p14:tracePt t="150543" x="8769350" y="4041775"/>
          <p14:tracePt t="150555" x="8742363" y="4027488"/>
          <p14:tracePt t="150566" x="8694738" y="4014788"/>
          <p14:tracePt t="150577" x="8667750" y="3979863"/>
          <p14:tracePt t="150588" x="8586788" y="3952875"/>
          <p14:tracePt t="150599" x="8483600" y="3925888"/>
          <p14:tracePt t="150610" x="8355013" y="3884613"/>
          <p14:tracePt t="150622" x="8253413" y="3851275"/>
          <p14:tracePt t="150634" x="8110538" y="3824288"/>
          <p14:tracePt t="150644" x="7980363" y="3795713"/>
          <p14:tracePt t="150656" x="7878763" y="3783013"/>
          <p14:tracePt t="150667" x="7824788" y="3768725"/>
          <p14:tracePt t="150678" x="7748588" y="3768725"/>
          <p14:tracePt t="150689" x="7673975" y="3768725"/>
          <p14:tracePt t="150701" x="7620000" y="3768725"/>
          <p14:tracePt t="150711" x="7593013" y="3768725"/>
          <p14:tracePt t="150723" x="7531100" y="3768725"/>
          <p14:tracePt t="150734" x="7491413" y="3768725"/>
          <p14:tracePt t="150745" x="7435850" y="3783013"/>
          <p14:tracePt t="150758" x="7402513" y="3783013"/>
          <p14:tracePt t="150769" x="7361238" y="3795713"/>
          <p14:tracePt t="150780" x="7319963" y="3795713"/>
          <p14:tracePt t="150791" x="7307263" y="3810000"/>
          <p14:tracePt t="150802" x="7272338" y="3810000"/>
          <p14:tracePt t="150814" x="7232650" y="3824288"/>
          <p14:tracePt t="150824" x="7205663" y="3824288"/>
          <p14:tracePt t="150835" x="7170738" y="3836988"/>
          <p14:tracePt t="150847" x="7143750" y="3851275"/>
          <p14:tracePt t="150857" x="7116763" y="3863975"/>
          <p14:tracePt t="150869" x="7089775" y="3884613"/>
          <p14:tracePt t="150882" x="7075488" y="3898900"/>
          <p14:tracePt t="150891" x="7042150" y="3911600"/>
          <p14:tracePt t="150904" x="7027863" y="3925888"/>
          <p14:tracePt t="150915" x="7027863" y="3938588"/>
          <p14:tracePt t="150925" x="7015163" y="3952875"/>
          <p14:tracePt t="150938" x="7015163" y="3979863"/>
          <p14:tracePt t="150948" x="7000875" y="4014788"/>
          <p14:tracePt t="150959" x="6986588" y="4041775"/>
          <p14:tracePt t="150971" x="6986588" y="4068763"/>
          <p14:tracePt t="150982" x="6986588" y="4081463"/>
          <p14:tracePt t="150993" x="6986588" y="4110038"/>
          <p14:tracePt t="151004" x="6986588" y="4122738"/>
          <p14:tracePt t="151038" x="6986588" y="4143375"/>
          <p14:tracePt t="151039" x="6986588" y="4170363"/>
          <p14:tracePt t="151050" x="6986588" y="4184650"/>
          <p14:tracePt t="151060" x="7000875" y="4184650"/>
          <p14:tracePt t="151072" x="7000875" y="4197350"/>
          <p14:tracePt t="151083" x="7000875" y="4211638"/>
          <p14:tracePt t="151105" x="7015163" y="4224338"/>
          <p14:tracePt t="151117" x="7015163" y="4238625"/>
          <p14:tracePt t="151128" x="7027863" y="4238625"/>
          <p14:tracePt t="151140" x="7027863" y="4259263"/>
          <p14:tracePt t="151341" x="7042150" y="4259263"/>
          <p14:tracePt t="151375" x="7042150" y="4271963"/>
          <p14:tracePt t="152005" x="7042150" y="4286250"/>
          <p14:tracePt t="152027" x="7042150" y="4300538"/>
          <p14:tracePt t="152039" x="7042150" y="4313238"/>
          <p14:tracePt t="152061" x="7042150" y="4327525"/>
          <p14:tracePt t="152096" x="7042150" y="4340225"/>
          <p14:tracePt t="152107" x="7027863" y="4340225"/>
          <p14:tracePt t="152108" x="7015163" y="4340225"/>
          <p14:tracePt t="152388" x="7027863" y="4340225"/>
          <p14:tracePt t="152399" x="7042150" y="4340225"/>
          <p14:tracePt t="152410" x="7062788" y="4340225"/>
          <p14:tracePt t="152422" x="7075488" y="4340225"/>
          <p14:tracePt t="152444" x="7089775" y="4340225"/>
          <p14:tracePt t="152567" x="7075488" y="4340225"/>
          <p14:tracePt t="152601" x="7062788" y="4340225"/>
          <p14:tracePt t="152613" x="7042150" y="4340225"/>
          <p14:tracePt t="152635" x="7027863" y="4340225"/>
          <p14:tracePt t="152648" x="7015163" y="4340225"/>
          <p14:tracePt t="152669" x="6986588" y="4340225"/>
          <p14:tracePt t="152691" x="6973888" y="4340225"/>
          <p14:tracePt t="152826" x="6986588" y="4340225"/>
          <p14:tracePt t="152860" x="7000875" y="4340225"/>
          <p14:tracePt t="152884" x="7015163" y="4340225"/>
          <p14:tracePt t="152905" x="7027863" y="4340225"/>
          <p14:tracePt t="153018" x="7015163" y="4340225"/>
          <p14:tracePt t="153030" x="7000875" y="4340225"/>
          <p14:tracePt t="153040" x="6986588" y="4340225"/>
          <p14:tracePt t="153051" x="6959600" y="4340225"/>
          <p14:tracePt t="153063" x="6946900" y="4340225"/>
          <p14:tracePt t="153074" x="6932613" y="4340225"/>
          <p14:tracePt t="153143" x="6946900" y="4340225"/>
          <p14:tracePt t="153153" x="6959600" y="4340225"/>
          <p14:tracePt t="153165" x="6986588" y="4340225"/>
          <p14:tracePt t="153177" x="7015163" y="4340225"/>
          <p14:tracePt t="153187" x="7042150" y="4340225"/>
          <p14:tracePt t="153199" x="7062788" y="4340225"/>
          <p14:tracePt t="153211" x="7075488" y="4340225"/>
          <p14:tracePt t="153253" x="7062788" y="4340225"/>
          <p14:tracePt t="153266" x="7042150" y="4340225"/>
          <p14:tracePt t="153277" x="7015163" y="4340225"/>
          <p14:tracePt t="153288" x="6973888" y="4340225"/>
          <p14:tracePt t="153300" x="6946900" y="4340225"/>
          <p14:tracePt t="153312" x="6911975" y="4340225"/>
          <p14:tracePt t="153322" x="6899275" y="4340225"/>
          <p14:tracePt t="153334" x="6884988" y="4340225"/>
          <p14:tracePt t="153377" x="6899275" y="4340225"/>
          <p14:tracePt t="153400" x="6911975" y="4327525"/>
          <p14:tracePt t="153412" x="6946900" y="4327525"/>
          <p14:tracePt t="153422" x="6959600" y="4327525"/>
          <p14:tracePt t="153435" x="6973888" y="4327525"/>
          <p14:tracePt t="153446" x="6986588" y="4327525"/>
          <p14:tracePt t="153569" x="7000875" y="4327525"/>
          <p14:tracePt t="153591" x="7027863" y="4327525"/>
          <p14:tracePt t="153602" x="7062788" y="4327525"/>
          <p14:tracePt t="153614" x="7102475" y="4327525"/>
          <p14:tracePt t="153625" x="7170738" y="4340225"/>
          <p14:tracePt t="153638" x="7245350" y="4340225"/>
          <p14:tracePt t="153648" x="7272338" y="4340225"/>
          <p14:tracePt t="153660" x="7319963" y="4327525"/>
          <p14:tracePt t="153671" x="7348538" y="4327525"/>
          <p14:tracePt t="153693" x="7361238" y="4327525"/>
          <p14:tracePt t="153896" x="7375525" y="4327525"/>
          <p14:tracePt t="153918" x="7388225" y="4327525"/>
          <p14:tracePt t="153930" x="7415213" y="4327525"/>
          <p14:tracePt t="153985" x="7402513" y="4327525"/>
          <p14:tracePt t="153998" x="7388225" y="4327525"/>
          <p14:tracePt t="154009" x="7361238" y="4327525"/>
          <p14:tracePt t="154019" x="7319963" y="4327525"/>
          <p14:tracePt t="154033" x="7286625" y="4327525"/>
          <p14:tracePt t="154043" x="7259638" y="4340225"/>
          <p14:tracePt t="154053" x="7245350" y="4340225"/>
          <p14:tracePt t="154154" x="7259638" y="4340225"/>
          <p14:tracePt t="154187" x="7272338" y="4340225"/>
          <p14:tracePt t="154191" x="7286625" y="4340225"/>
          <p14:tracePt t="154201" x="7307263" y="4327525"/>
          <p14:tracePt t="155335" x="7319963" y="4327525"/>
          <p14:tracePt t="155706" x="7307263" y="4327525"/>
          <p14:tracePt t="155719" x="7286625" y="4327525"/>
          <p14:tracePt t="155729" x="7272338" y="4327525"/>
          <p14:tracePt t="156123" x="7286625" y="4327525"/>
          <p14:tracePt t="156136" x="7307263" y="4327525"/>
          <p14:tracePt t="156145" x="7319963" y="4340225"/>
          <p14:tracePt t="156156" x="7334250" y="4340225"/>
          <p14:tracePt t="156224" x="7348538" y="4340225"/>
          <p14:tracePt t="156247" x="7361238" y="4340225"/>
          <p14:tracePt t="156259" x="7375525" y="4354513"/>
          <p14:tracePt t="156280" x="7402513" y="4354513"/>
          <p14:tracePt t="156283" x="7435850" y="4354513"/>
          <p14:tracePt t="156293" x="7477125" y="4367213"/>
          <p14:tracePt t="156303" x="7545388" y="4387850"/>
          <p14:tracePt t="156314" x="7605713" y="4387850"/>
          <p14:tracePt t="156325" x="7673975" y="4402138"/>
          <p14:tracePt t="156336" x="7762875" y="4414838"/>
          <p14:tracePt t="156348" x="7837488" y="4429125"/>
          <p14:tracePt t="156359" x="7878763" y="4429125"/>
          <p14:tracePt t="156370" x="7932738" y="4429125"/>
          <p14:tracePt t="156383" x="7967663" y="4429125"/>
          <p14:tracePt t="156394" x="7994650" y="4429125"/>
          <p14:tracePt t="156405" x="8007350" y="4429125"/>
          <p14:tracePt t="156417" x="8034338" y="4429125"/>
          <p14:tracePt t="156427" x="8048625" y="4429125"/>
          <p14:tracePt t="156439" x="8081963" y="4414838"/>
          <p14:tracePt t="156451" x="8096250" y="4414838"/>
          <p14:tracePt t="156461" x="8110538" y="4414838"/>
          <p14:tracePt t="156471" x="8137525" y="4414838"/>
          <p14:tracePt t="156484" x="8164513" y="4402138"/>
          <p14:tracePt t="156495" x="8197850" y="4402138"/>
          <p14:tracePt t="156505" x="8239125" y="4402138"/>
          <p14:tracePt t="156517" x="8280400" y="4402138"/>
          <p14:tracePt t="156528" x="8355013" y="4402138"/>
          <p14:tracePt t="156539" x="8408988" y="4402138"/>
          <p14:tracePt t="156551" x="8497888" y="4402138"/>
          <p14:tracePt t="156562" x="8566150" y="4387850"/>
          <p14:tracePt t="156584" x="8626475" y="4367213"/>
          <p14:tracePt t="156587" x="8667750" y="4367213"/>
          <p14:tracePt t="156596" x="8682038" y="4340225"/>
          <p14:tracePt t="156609" x="8694738" y="4327525"/>
          <p14:tracePt t="156619" x="8694738" y="4313238"/>
          <p14:tracePt t="156640" x="8694738" y="4300538"/>
          <p14:tracePt t="156651" x="8694738" y="4271963"/>
          <p14:tracePt t="156663" x="8694738" y="4259263"/>
          <p14:tracePt t="156675" x="8682038" y="4259263"/>
          <p14:tracePt t="156687" x="8682038" y="4238625"/>
          <p14:tracePt t="156698" x="8682038" y="4224338"/>
          <p14:tracePt t="156709" x="8682038" y="4211638"/>
          <p14:tracePt t="156719" x="8667750" y="4197350"/>
          <p14:tracePt t="156732" x="8667750" y="4170363"/>
          <p14:tracePt t="156743" x="8653463" y="4143375"/>
          <p14:tracePt t="156753" x="8640763" y="4122738"/>
          <p14:tracePt t="156766" x="8613775" y="4081463"/>
          <p14:tracePt t="156777" x="8566150" y="4054475"/>
          <p14:tracePt t="156787" x="8524875" y="4014788"/>
          <p14:tracePt t="156799" x="8497888" y="3994150"/>
          <p14:tracePt t="156810" x="8470900" y="3979863"/>
          <p14:tracePt t="156821" x="8423275" y="3967163"/>
          <p14:tracePt t="156833" x="8396288" y="3952875"/>
          <p14:tracePt t="156843" x="8382000" y="3952875"/>
          <p14:tracePt t="156854" x="8367713" y="3952875"/>
          <p14:tracePt t="156877" x="8355013" y="3952875"/>
          <p14:tracePt t="156888" x="8340725" y="3952875"/>
          <p14:tracePt t="156899" x="8293100" y="3952875"/>
          <p14:tracePt t="156911" x="8266113" y="3952875"/>
          <p14:tracePt t="156922" x="8212138" y="3967163"/>
          <p14:tracePt t="156933" x="8164513" y="3979863"/>
          <p14:tracePt t="156944" x="8123238" y="3994150"/>
          <p14:tracePt t="156955" x="8081963" y="4014788"/>
          <p14:tracePt t="156967" x="8048625" y="4027488"/>
          <p14:tracePt t="156978" x="8021638" y="4041775"/>
          <p14:tracePt t="156989" x="8007350" y="4054475"/>
          <p14:tracePt t="157001" x="7980363" y="4068763"/>
          <p14:tracePt t="157012" x="7967663" y="4095750"/>
          <p14:tracePt t="157023" x="7967663" y="4110038"/>
          <p14:tracePt t="157034" x="7953375" y="4157663"/>
          <p14:tracePt t="157046" x="7953375" y="4184650"/>
          <p14:tracePt t="157058" x="7953375" y="4224338"/>
          <p14:tracePt t="157068" x="7953375" y="4259263"/>
          <p14:tracePt t="157079" x="7967663" y="4286250"/>
          <p14:tracePt t="157091" x="7994650" y="4327525"/>
          <p14:tracePt t="157102" x="8007350" y="4354513"/>
          <p14:tracePt t="157114" x="8034338" y="4367213"/>
          <p14:tracePt t="157126" x="8081963" y="4387850"/>
          <p14:tracePt t="157136" x="8137525" y="4402138"/>
          <p14:tracePt t="157147" x="8212138" y="4402138"/>
          <p14:tracePt t="157159" x="8266113" y="4414838"/>
          <p14:tracePt t="157169" x="8328025" y="4414838"/>
          <p14:tracePt t="157180" x="8382000" y="4414838"/>
          <p14:tracePt t="157192" x="8435975" y="4414838"/>
          <p14:tracePt t="157203" x="8497888" y="4414838"/>
          <p14:tracePt t="157215" x="8551863" y="4414838"/>
          <p14:tracePt t="157226" x="8599488" y="4414838"/>
          <p14:tracePt t="157237" x="8640763" y="4402138"/>
          <p14:tracePt t="157248" x="8682038" y="4402138"/>
          <p14:tracePt t="157260" x="8729663" y="4387850"/>
          <p14:tracePt t="157270" x="8756650" y="4354513"/>
          <p14:tracePt t="157282" x="8769350" y="4340225"/>
          <p14:tracePt t="157294" x="8796338" y="4313238"/>
          <p14:tracePt t="157304" x="8796338" y="4286250"/>
          <p14:tracePt t="157338" x="8810625" y="4259263"/>
          <p14:tracePt t="157339" x="8810625" y="4224338"/>
          <p14:tracePt t="157349" x="8810625" y="4197350"/>
          <p14:tracePt t="157352" x="8810625" y="4157663"/>
          <p14:tracePt t="157361" x="8810625" y="4122738"/>
          <p14:tracePt t="157373" x="8796338" y="4095750"/>
          <p14:tracePt t="157384" x="8783638" y="4054475"/>
          <p14:tracePt t="157395" x="8756650" y="4027488"/>
          <p14:tracePt t="157405" x="8715375" y="3994150"/>
          <p14:tracePt t="157417" x="8682038" y="3967163"/>
          <p14:tracePt t="157429" x="8626475" y="3952875"/>
          <p14:tracePt t="157439" x="8566150" y="3938588"/>
          <p14:tracePt t="157451" x="8497888" y="3925888"/>
          <p14:tracePt t="157462" x="8456613" y="3911600"/>
          <p14:tracePt t="157474" x="8396288" y="3911600"/>
          <p14:tracePt t="157484" x="8340725" y="3911600"/>
          <p14:tracePt t="157496" x="8307388" y="3911600"/>
          <p14:tracePt t="157508" x="8280400" y="3925888"/>
          <p14:tracePt t="157518" x="8239125" y="3938588"/>
          <p14:tracePt t="157529" x="8212138" y="3952875"/>
          <p14:tracePt t="157542" x="8177213" y="3967163"/>
          <p14:tracePt t="157552" x="8137525" y="3994150"/>
          <p14:tracePt t="157563" x="8096250" y="4027488"/>
          <p14:tracePt t="157575" x="8048625" y="4068763"/>
          <p14:tracePt t="157585" x="8021638" y="4095750"/>
          <p14:tracePt t="157597" x="7994650" y="4143375"/>
          <p14:tracePt t="157609" x="7967663" y="4184650"/>
          <p14:tracePt t="157619" x="7953375" y="4224338"/>
          <p14:tracePt t="157631" x="7953375" y="4259263"/>
          <p14:tracePt t="157642" x="7953375" y="4300538"/>
          <p14:tracePt t="157653" x="7967663" y="4340225"/>
          <p14:tracePt t="157664" x="7980363" y="4367213"/>
          <p14:tracePt t="157676" x="7994650" y="4387850"/>
          <p14:tracePt t="157686" x="8007350" y="4402138"/>
          <p14:tracePt t="157698" x="8021638" y="4414838"/>
          <p14:tracePt t="157710" x="8048625" y="4429125"/>
          <p14:tracePt t="157720" x="8069263" y="4429125"/>
          <p14:tracePt t="157732" x="8096250" y="4429125"/>
          <p14:tracePt t="157743" x="8110538" y="4429125"/>
          <p14:tracePt t="157754" x="8123238" y="4429125"/>
          <p14:tracePt t="157844" x="8137525" y="4429125"/>
          <p14:tracePt t="158272" x="8123238" y="4429125"/>
          <p14:tracePt t="158294" x="8096250" y="4429125"/>
          <p14:tracePt t="158305" x="8048625" y="4429125"/>
          <p14:tracePt t="158316" x="7994650" y="4429125"/>
          <p14:tracePt t="158328" x="7920038" y="4429125"/>
          <p14:tracePt t="158340" x="7824788" y="4429125"/>
          <p14:tracePt t="158351" x="7735888" y="4429125"/>
          <p14:tracePt t="158384" x="7646988" y="4414838"/>
          <p14:tracePt t="158387" x="7593013" y="4414838"/>
          <p14:tracePt t="158398" x="7477125" y="4402138"/>
          <p14:tracePt t="158408" x="7450138" y="4402138"/>
          <p14:tracePt t="158418" x="7435850" y="4402138"/>
          <p14:tracePt t="158430" x="7415213" y="4387850"/>
          <p14:tracePt t="158442" x="7402513" y="4387850"/>
          <p14:tracePt t="158452" x="7388225" y="4387850"/>
          <p14:tracePt t="158485" x="7375525" y="4387850"/>
          <p14:tracePt t="158552" x="7361238" y="4387850"/>
          <p14:tracePt t="158565" x="7334250" y="4402138"/>
          <p14:tracePt t="158576" x="7286625" y="4429125"/>
          <p14:tracePt t="158588" x="7218363" y="4470400"/>
          <p14:tracePt t="158600" x="7158038" y="4497388"/>
          <p14:tracePt t="158611" x="7089775" y="4545013"/>
          <p14:tracePt t="158621" x="7027863" y="4586288"/>
          <p14:tracePt t="158633" x="7000875" y="4613275"/>
          <p14:tracePt t="158644" x="6986588" y="4625975"/>
          <p14:tracePt t="158654" x="6986588" y="4646613"/>
          <p14:tracePt t="158666" x="7000875" y="4660900"/>
          <p14:tracePt t="158677" x="7015163" y="4673600"/>
          <p14:tracePt t="158688" x="7042150" y="4687888"/>
          <p14:tracePt t="158700" x="7116763" y="4714875"/>
          <p14:tracePt t="158711" x="7170738" y="4729163"/>
          <p14:tracePt t="158722" x="7245350" y="4729163"/>
          <p14:tracePt t="158733" x="7361238" y="4741863"/>
          <p14:tracePt t="158745" x="7477125" y="4756150"/>
          <p14:tracePt t="158755" x="7605713" y="4756150"/>
          <p14:tracePt t="158767" x="7708900" y="4756150"/>
          <p14:tracePt t="158778" x="7851775" y="4756150"/>
          <p14:tracePt t="158790" x="7994650" y="4756150"/>
          <p14:tracePt t="158800" x="8123238" y="4741863"/>
          <p14:tracePt t="158812" x="8197850" y="4729163"/>
          <p14:tracePt t="158824" x="8293100" y="4714875"/>
          <p14:tracePt t="158834" x="8367713" y="4700588"/>
          <p14:tracePt t="158846" x="8423275" y="4673600"/>
          <p14:tracePt t="158858" x="8470900" y="4660900"/>
          <p14:tracePt t="158868" x="8510588" y="4646613"/>
          <p14:tracePt t="158880" x="8566150" y="4613275"/>
          <p14:tracePt t="158892" x="8613775" y="4586288"/>
          <p14:tracePt t="158902" x="8626475" y="4572000"/>
          <p14:tracePt t="158914" x="8667750" y="4530725"/>
          <p14:tracePt t="158925" x="8682038" y="4497388"/>
          <p14:tracePt t="158935" x="8694738" y="4470400"/>
          <p14:tracePt t="158947" x="8715375" y="4443413"/>
          <p14:tracePt t="158959" x="8715375" y="4414838"/>
          <p14:tracePt t="158969" x="8729663" y="4387850"/>
          <p14:tracePt t="158981" x="8729663" y="4340225"/>
          <p14:tracePt t="158992" x="8729663" y="4313238"/>
          <p14:tracePt t="159003" x="8729663" y="4286250"/>
          <p14:tracePt t="159015" x="8729663" y="4238625"/>
          <p14:tracePt t="159026" x="8715375" y="4211638"/>
          <p14:tracePt t="159037" x="8694738" y="4184650"/>
          <p14:tracePt t="159049" x="8667750" y="4170363"/>
          <p14:tracePt t="159059" x="8640763" y="4143375"/>
          <p14:tracePt t="159071" x="8599488" y="4110038"/>
          <p14:tracePt t="159082" x="8551863" y="4081463"/>
          <p14:tracePt t="159093" x="8470900" y="4041775"/>
          <p14:tracePt t="159104" x="8340725" y="3979863"/>
          <p14:tracePt t="159116" x="8212138" y="3938588"/>
          <p14:tracePt t="159127" x="8110538" y="3911600"/>
          <p14:tracePt t="159140" x="7994650" y="3884613"/>
          <p14:tracePt t="159150" x="7864475" y="3863975"/>
          <p14:tracePt t="159161" x="7777163" y="3851275"/>
          <p14:tracePt t="159172" x="7673975" y="3836988"/>
          <p14:tracePt t="159183" x="7593013" y="3824288"/>
          <p14:tracePt t="159195" x="7504113" y="3824288"/>
          <p14:tracePt t="159205" x="7450138" y="3824288"/>
          <p14:tracePt t="159217" x="7388225" y="3824288"/>
          <p14:tracePt t="159228" x="7348538" y="3824288"/>
          <p14:tracePt t="159240" x="7319963" y="3824288"/>
          <p14:tracePt t="159250" x="7307263" y="3824288"/>
          <p14:tracePt t="159262" x="7259638" y="3836988"/>
          <p14:tracePt t="159274" x="7218363" y="3851275"/>
          <p14:tracePt t="159284" x="7170738" y="3863975"/>
          <p14:tracePt t="159295" x="7129463" y="3884613"/>
          <p14:tracePt t="159308" x="7089775" y="3911600"/>
          <p14:tracePt t="159318" x="7062788" y="3938588"/>
          <p14:tracePt t="159330" x="7015163" y="3967163"/>
          <p14:tracePt t="159341" x="6986588" y="3979863"/>
          <p14:tracePt t="159351" x="6946900" y="3994150"/>
          <p14:tracePt t="159363" x="6932613" y="4014788"/>
          <p14:tracePt t="159375" x="6899275" y="4027488"/>
          <p14:tracePt t="159385" x="6884988" y="4041775"/>
          <p14:tracePt t="159398" x="6872288" y="4054475"/>
          <p14:tracePt t="159432" x="6858000" y="4054475"/>
          <p14:tracePt t="159464" x="6858000" y="4068763"/>
          <p14:tracePt t="159475" x="6858000" y="4081463"/>
          <p14:tracePt t="159486" x="6843713" y="4081463"/>
          <p14:tracePt t="159498" x="6843713" y="4095750"/>
          <p14:tracePt t="159543" x="6843713" y="4110038"/>
          <p14:tracePt t="159779" x="6843713" y="4122738"/>
          <p14:tracePt t="159880" x="6843713" y="4143375"/>
          <p14:tracePt t="159970" x="6843713" y="4157663"/>
          <p14:tracePt t="159992" x="6843713" y="4170363"/>
          <p14:tracePt t="160004" x="6831013" y="4170363"/>
          <p14:tracePt t="160015" x="6816725" y="4197350"/>
          <p14:tracePt t="160028" x="6804025" y="4211638"/>
          <p14:tracePt t="160049" x="6769100" y="4224338"/>
          <p14:tracePt t="160061" x="6756400" y="4224338"/>
          <p14:tracePt t="160072" x="6729413" y="4238625"/>
          <p14:tracePt t="160084" x="6700838" y="4238625"/>
          <p14:tracePt t="160095" x="6673850" y="4238625"/>
          <p14:tracePt t="160106" x="6653213" y="4238625"/>
          <p14:tracePt t="160454" x="6640513" y="4259263"/>
          <p14:tracePt t="160477" x="6613525" y="4259263"/>
          <p14:tracePt t="160479" x="6557963" y="4271963"/>
          <p14:tracePt t="160489" x="6497638" y="4271963"/>
          <p14:tracePt t="160500" x="6396038" y="4271963"/>
          <p14:tracePt t="160511" x="6300788" y="4271963"/>
          <p14:tracePt t="160525" x="6211888" y="4271963"/>
          <p14:tracePt t="160534" x="6096000" y="4271963"/>
          <p14:tracePt t="160546" x="5980113" y="4271963"/>
          <p14:tracePt t="160557" x="5878513" y="4271963"/>
          <p14:tracePt t="160567" x="5795963" y="4286250"/>
          <p14:tracePt t="160579" x="5667375" y="4286250"/>
          <p14:tracePt t="160590" x="5503863" y="4300538"/>
          <p14:tracePt t="160601" x="5348288" y="4313238"/>
          <p14:tracePt t="160613" x="5245100" y="4327525"/>
          <p14:tracePt t="160624" x="5089525" y="4327525"/>
          <p14:tracePt t="160634" x="4959350" y="4340225"/>
          <p14:tracePt t="160646" x="4872038" y="4340225"/>
          <p14:tracePt t="160657" x="4816475" y="4354513"/>
          <p14:tracePt t="160668" x="4776788" y="4354513"/>
          <p14:tracePt t="160679" x="4756150" y="4354513"/>
          <p14:tracePt t="160791" x="4776788" y="4354513"/>
          <p14:tracePt t="160803" x="4803775" y="4367213"/>
          <p14:tracePt t="160815" x="4830763" y="4367213"/>
          <p14:tracePt t="160826" x="4884738" y="4387850"/>
          <p14:tracePt t="160837" x="4932363" y="4387850"/>
          <p14:tracePt t="160848" x="5021263" y="4387850"/>
          <p14:tracePt t="160859" x="5129213" y="4387850"/>
          <p14:tracePt t="160871" x="5232400" y="4387850"/>
          <p14:tracePt t="160882" x="5360988" y="4387850"/>
          <p14:tracePt t="160893" x="5462588" y="4387850"/>
          <p14:tracePt t="160905" x="5538788" y="4387850"/>
          <p14:tracePt t="160916" x="5565775" y="4387850"/>
          <p14:tracePt t="160927" x="5605463" y="4387850"/>
          <p14:tracePt t="160939" x="5619750" y="4387850"/>
          <p14:tracePt t="160949" x="5634038" y="4387850"/>
          <p14:tracePt t="160961" x="5646738" y="4387850"/>
          <p14:tracePt t="160983" x="5667375" y="4387850"/>
          <p14:tracePt t="161039" x="5681663" y="4387850"/>
          <p14:tracePt t="161073" x="5694363" y="4387850"/>
          <p14:tracePt t="161075" x="5708650" y="4387850"/>
          <p14:tracePt t="161084" x="5721350" y="4387850"/>
          <p14:tracePt t="161096" x="5735638" y="4387850"/>
          <p14:tracePt t="161118" x="5748338" y="4387850"/>
          <p14:tracePt t="161196" x="5762625" y="4367213"/>
          <p14:tracePt t="161208" x="5783263" y="4367213"/>
          <p14:tracePt t="161219" x="5810250" y="4354513"/>
          <p14:tracePt t="161230" x="5851525" y="4340225"/>
          <p14:tracePt t="161242" x="5878513" y="4327525"/>
          <p14:tracePt t="161254" x="5926138" y="4300538"/>
          <p14:tracePt t="161266" x="5953125" y="4286250"/>
          <p14:tracePt t="161275" x="5967413" y="4259263"/>
          <p14:tracePt t="161288" x="5980113" y="4238625"/>
          <p14:tracePt t="161299" x="5994400" y="4211638"/>
          <p14:tracePt t="161311" x="5994400" y="4197350"/>
          <p14:tracePt t="161322" x="5994400" y="4184650"/>
          <p14:tracePt t="161332" x="5980113" y="4170363"/>
          <p14:tracePt t="161344" x="5967413" y="4157663"/>
          <p14:tracePt t="161356" x="5953125" y="4143375"/>
          <p14:tracePt t="161365" x="5938838" y="4122738"/>
          <p14:tracePt t="161378" x="5926138" y="4110038"/>
          <p14:tracePt t="161389" x="5891213" y="4095750"/>
          <p14:tracePt t="161399" x="5864225" y="4081463"/>
          <p14:tracePt t="161411" x="5851525" y="4068763"/>
          <p14:tracePt t="161423" x="5824538" y="4068763"/>
          <p14:tracePt t="161433" x="5783263" y="4054475"/>
          <p14:tracePt t="161445" x="5735638" y="4054475"/>
          <p14:tracePt t="161456" x="5694363" y="4054475"/>
          <p14:tracePt t="161467" x="5619750" y="4054475"/>
          <p14:tracePt t="161478" x="5565775" y="4054475"/>
          <p14:tracePt t="161490" x="5518150" y="4054475"/>
          <p14:tracePt t="161500" x="5462588" y="4068763"/>
          <p14:tracePt t="161523" x="5408613" y="4068763"/>
          <p14:tracePt t="161526" x="5360988" y="4081463"/>
          <p14:tracePt t="161535" x="5319713" y="4095750"/>
          <p14:tracePt t="161546" x="5292725" y="4110038"/>
          <p14:tracePt t="161558" x="5245100" y="4122738"/>
          <p14:tracePt t="161568" x="5232400" y="4143375"/>
          <p14:tracePt t="161580" x="5205413" y="4170363"/>
          <p14:tracePt t="161591" x="5176838" y="4197350"/>
          <p14:tracePt t="161601" x="5164138" y="4224338"/>
          <p14:tracePt t="161614" x="5149850" y="4238625"/>
          <p14:tracePt t="161625" x="5149850" y="4271963"/>
          <p14:tracePt t="161635" x="5149850" y="4300538"/>
          <p14:tracePt t="161647" x="5164138" y="4313238"/>
          <p14:tracePt t="161658" x="5176838" y="4327525"/>
          <p14:tracePt t="161669" x="5205413" y="4340225"/>
          <p14:tracePt t="161681" x="5232400" y="4354513"/>
          <p14:tracePt t="161703" x="5280025" y="4367213"/>
          <p14:tracePt t="161707" x="5319713" y="4367213"/>
          <p14:tracePt t="161715" x="5387975" y="4387850"/>
          <p14:tracePt t="161726" x="5462588" y="4387850"/>
          <p14:tracePt t="161738" x="5551488" y="4402138"/>
          <p14:tracePt t="161748" x="5605463" y="4402138"/>
          <p14:tracePt t="161759" x="5681663" y="4402138"/>
          <p14:tracePt t="161772" x="5748338" y="4387850"/>
          <p14:tracePt t="161782" x="5824538" y="4387850"/>
          <p14:tracePt t="161793" x="5864225" y="4367213"/>
          <p14:tracePt t="161805" x="5926138" y="4354513"/>
          <p14:tracePt t="161817" x="5967413" y="4340225"/>
          <p14:tracePt t="161828" x="5994400" y="4327525"/>
          <p14:tracePt t="161839" x="6021388" y="4313238"/>
          <p14:tracePt t="161849" x="6042025" y="4286250"/>
          <p14:tracePt t="161861" x="6054725" y="4259263"/>
          <p14:tracePt t="161873" x="6069013" y="4224338"/>
          <p14:tracePt t="161883" x="6069013" y="4211638"/>
          <p14:tracePt t="161895" x="6069013" y="4184650"/>
          <p14:tracePt t="161906" x="6054725" y="4170363"/>
          <p14:tracePt t="161928" x="6054725" y="4143375"/>
          <p14:tracePt t="161939" x="6042025" y="4122738"/>
          <p14:tracePt t="161950" x="6021388" y="4095750"/>
          <p14:tracePt t="161963" x="5994400" y="4095750"/>
          <p14:tracePt t="161973" x="5967413" y="4068763"/>
          <p14:tracePt t="161984" x="5938838" y="4054475"/>
          <p14:tracePt t="161996" x="5911850" y="4041775"/>
          <p14:tracePt t="162007" x="5878513" y="4041775"/>
          <p14:tracePt t="162018" x="5837238" y="4041775"/>
          <p14:tracePt t="162029" x="5795963" y="4027488"/>
          <p14:tracePt t="162041" x="5748338" y="4027488"/>
          <p14:tracePt t="162052" x="5721350" y="4041775"/>
          <p14:tracePt t="162063" x="5681663" y="4041775"/>
          <p14:tracePt t="162075" x="5619750" y="4054475"/>
          <p14:tracePt t="162086" x="5565775" y="4081463"/>
          <p14:tracePt t="162097" x="5503863" y="4110038"/>
          <p14:tracePt t="162108" x="5449888" y="4170363"/>
          <p14:tracePt t="162119" x="5422900" y="4211638"/>
          <p14:tracePt t="162131" x="5408613" y="4259263"/>
          <p14:tracePt t="162142" x="5387975" y="4286250"/>
          <p14:tracePt t="162153" x="5387975" y="4327525"/>
          <p14:tracePt t="162164" x="5408613" y="4354513"/>
          <p14:tracePt t="162175" x="5422900" y="4367213"/>
          <p14:tracePt t="162187" x="5435600" y="4387850"/>
          <p14:tracePt t="162198" x="5476875" y="4402138"/>
          <p14:tracePt t="162209" x="5503863" y="4414838"/>
          <p14:tracePt t="162221" x="5551488" y="4414838"/>
          <p14:tracePt t="162232" x="5592763" y="4429125"/>
          <p14:tracePt t="162243" x="5667375" y="4429125"/>
          <p14:tracePt t="162256" x="5735638" y="4429125"/>
          <p14:tracePt t="162265" x="5824538" y="4414838"/>
          <p14:tracePt t="162277" x="5878513" y="4402138"/>
          <p14:tracePt t="162289" x="5967413" y="4387850"/>
          <p14:tracePt t="162300" x="6021388" y="4354513"/>
          <p14:tracePt t="162312" x="6054725" y="4340225"/>
          <p14:tracePt t="162323" x="6081713" y="4313238"/>
          <p14:tracePt t="162333" x="6096000" y="4286250"/>
          <p14:tracePt t="162345" x="6096000" y="4259263"/>
          <p14:tracePt t="162356" x="6096000" y="4238625"/>
          <p14:tracePt t="162366" x="6081713" y="4197350"/>
          <p14:tracePt t="162378" x="6081713" y="4170363"/>
          <p14:tracePt t="162390" x="6069013" y="4157663"/>
          <p14:tracePt t="162400" x="6054725" y="4122738"/>
          <p14:tracePt t="162412" x="6042025" y="4110038"/>
          <p14:tracePt t="162423" x="6021388" y="4095750"/>
          <p14:tracePt t="162434" x="5994400" y="4068763"/>
          <p14:tracePt t="162446" x="5967413" y="4068763"/>
          <p14:tracePt t="162457" x="5938838" y="4041775"/>
          <p14:tracePt t="162468" x="5891213" y="4041775"/>
          <p14:tracePt t="162479" x="5864225" y="4027488"/>
          <p14:tracePt t="162491" x="5837238" y="4027488"/>
          <p14:tracePt t="162502" x="5795963" y="4027488"/>
          <p14:tracePt t="162513" x="5762625" y="4027488"/>
          <p14:tracePt t="162524" x="5735638" y="4041775"/>
          <p14:tracePt t="162535" x="5708650" y="4068763"/>
          <p14:tracePt t="162547" x="5667375" y="4095750"/>
          <p14:tracePt t="162580" x="5634038" y="4143375"/>
          <p14:tracePt t="162583" x="5592763" y="4184650"/>
          <p14:tracePt t="162592" x="5578475" y="4224338"/>
          <p14:tracePt t="162597" x="5578475" y="4271963"/>
          <p14:tracePt t="162608" x="5578475" y="4300538"/>
          <p14:tracePt t="162616" x="5592763" y="4327525"/>
          <p14:tracePt t="162626" x="5605463" y="4354513"/>
          <p14:tracePt t="162641" x="5646738" y="4387850"/>
          <p14:tracePt t="162650" x="5694363" y="4414838"/>
          <p14:tracePt t="162661" x="5735638" y="4429125"/>
          <p14:tracePt t="162672" x="5810250" y="4443413"/>
          <p14:tracePt t="162682" x="5878513" y="4456113"/>
          <p14:tracePt t="162693" x="5967413" y="4456113"/>
          <p14:tracePt t="162705" x="6021388" y="4456113"/>
          <p14:tracePt t="162715" x="6110288" y="4456113"/>
          <p14:tracePt t="162727" x="6170613" y="4456113"/>
          <p14:tracePt t="162739" x="6224588" y="4443413"/>
          <p14:tracePt t="162749" x="6238875" y="4443413"/>
          <p14:tracePt t="162760" x="6253163" y="4443413"/>
          <p14:tracePt t="162772" x="6265863" y="4429125"/>
          <p14:tracePt t="162783" x="6265863" y="4402138"/>
          <p14:tracePt t="162794" x="6265863" y="4387850"/>
          <p14:tracePt t="162806" x="6265863" y="4367213"/>
          <p14:tracePt t="162817" x="6265863" y="4354513"/>
          <p14:tracePt t="162828" x="6265863" y="4340225"/>
          <p14:tracePt t="163086" x="6253163" y="4340225"/>
          <p14:tracePt t="163099" x="6224588" y="4327525"/>
          <p14:tracePt t="163548" x="6238875" y="4327525"/>
          <p14:tracePt t="163570" x="6253163" y="4327525"/>
          <p14:tracePt t="163648" x="6265863" y="4327525"/>
          <p14:tracePt t="163908" x="6280150" y="4327525"/>
          <p14:tracePt t="168093" x="6300788" y="4327525"/>
          <p14:tracePt t="168105" x="6313488" y="4327525"/>
          <p14:tracePt t="168115" x="6340475" y="4327525"/>
          <p14:tracePt t="168126" x="6408738" y="4327525"/>
          <p14:tracePt t="168139" x="6483350" y="4340225"/>
          <p14:tracePt t="168149" x="6545263" y="4340225"/>
          <p14:tracePt t="168160" x="6613525" y="4340225"/>
          <p14:tracePt t="168174" x="6688138" y="4340225"/>
          <p14:tracePt t="168183" x="6756400" y="4340225"/>
          <p14:tracePt t="168194" x="6804025" y="4340225"/>
          <p14:tracePt t="168208" x="6872288" y="4340225"/>
          <p14:tracePt t="168218" x="6932613" y="4340225"/>
          <p14:tracePt t="168228" x="6973888" y="4340225"/>
          <p14:tracePt t="168241" x="7000875" y="4340225"/>
          <p14:tracePt t="168251" x="7042150" y="4340225"/>
          <p14:tracePt t="168263" x="7089775" y="4327525"/>
          <p14:tracePt t="168275" x="7116763" y="4327525"/>
          <p14:tracePt t="168285" x="7143750" y="4327525"/>
          <p14:tracePt t="168296" x="7170738" y="4327525"/>
          <p14:tracePt t="168307" x="7191375" y="4313238"/>
          <p14:tracePt t="168329" x="7205663" y="4313238"/>
          <p14:tracePt t="168352" x="7205663" y="4300538"/>
          <p14:tracePt t="168374" x="7205663" y="4286250"/>
          <p14:tracePt t="168385" x="7218363" y="4271963"/>
          <p14:tracePt t="168399" x="7232650" y="4259263"/>
          <p14:tracePt t="168409" x="7232650" y="4238625"/>
          <p14:tracePt t="168419" x="7245350" y="4224338"/>
          <p14:tracePt t="168432" x="7259638" y="4197350"/>
          <p14:tracePt t="168442" x="7259638" y="4184650"/>
          <p14:tracePt t="168453" x="7259638" y="4157663"/>
          <p14:tracePt t="168464" x="7259638" y="4143375"/>
          <p14:tracePt t="168476" x="7259638" y="4110038"/>
          <p14:tracePt t="168487" x="7259638" y="4095750"/>
          <p14:tracePt t="168509" x="7245350" y="4068763"/>
          <p14:tracePt t="168521" x="7232650" y="4054475"/>
          <p14:tracePt t="168533" x="7232650" y="4041775"/>
          <p14:tracePt t="168544" x="7218363" y="4027488"/>
          <p14:tracePt t="168556" x="7218363" y="4014788"/>
          <p14:tracePt t="168566" x="7205663" y="3994150"/>
          <p14:tracePt t="168578" x="7191375" y="3994150"/>
          <p14:tracePt t="168589" x="7170738" y="3979863"/>
          <p14:tracePt t="168600" x="7158038" y="3979863"/>
          <p14:tracePt t="168610" x="7129463" y="3979863"/>
          <p14:tracePt t="168622" x="7116763" y="3979863"/>
          <p14:tracePt t="168633" x="7102475" y="3979863"/>
          <p14:tracePt t="168644" x="7075488" y="3979863"/>
          <p14:tracePt t="168656" x="7062788" y="3979863"/>
          <p14:tracePt t="168667" x="7042150" y="3979863"/>
          <p14:tracePt t="168678" x="7027863" y="3979863"/>
          <p14:tracePt t="168690" x="7027863" y="3994150"/>
          <p14:tracePt t="168700" x="7000875" y="4014788"/>
          <p14:tracePt t="168713" x="6986588" y="4041775"/>
          <p14:tracePt t="168724" x="6959600" y="4068763"/>
          <p14:tracePt t="168734" x="6946900" y="4110038"/>
          <p14:tracePt t="168747" x="6932613" y="4157663"/>
          <p14:tracePt t="168758" x="6911975" y="4184650"/>
          <p14:tracePt t="168769" x="6911975" y="4211638"/>
          <p14:tracePt t="168781" x="6932613" y="4238625"/>
          <p14:tracePt t="168791" x="6946900" y="4271963"/>
          <p14:tracePt t="168801" x="6959600" y="4300538"/>
          <p14:tracePt t="168814" x="6986588" y="4313238"/>
          <p14:tracePt t="168824" x="7027863" y="4327525"/>
          <p14:tracePt t="168835" x="7075488" y="4340225"/>
          <p14:tracePt t="168869" x="7116763" y="4340225"/>
          <p14:tracePt t="168874" x="7158038" y="4340225"/>
          <p14:tracePt t="168882" x="7191375" y="4340225"/>
          <p14:tracePt t="168884" x="7218363" y="4340225"/>
          <p14:tracePt t="168892" x="7232650" y="4327525"/>
          <p14:tracePt t="168904" x="7245350" y="4313238"/>
          <p14:tracePt t="168916" x="7259638" y="4300538"/>
          <p14:tracePt t="168926" x="7259638" y="4259263"/>
          <p14:tracePt t="168937" x="7259638" y="4224338"/>
          <p14:tracePt t="168948" x="7259638" y="4197350"/>
          <p14:tracePt t="168959" x="7259638" y="4170363"/>
          <p14:tracePt t="168971" x="7245350" y="4143375"/>
          <p14:tracePt t="168982" x="7245350" y="4110038"/>
          <p14:tracePt t="168993" x="7232650" y="4095750"/>
          <p14:tracePt t="169004" x="7205663" y="4081463"/>
          <p14:tracePt t="169016" x="7191375" y="4068763"/>
          <p14:tracePt t="169027" x="7170738" y="4068763"/>
          <p14:tracePt t="169039" x="7143750" y="4054475"/>
          <p14:tracePt t="169049" x="7129463" y="4054475"/>
          <p14:tracePt t="169060" x="7116763" y="4054475"/>
          <p14:tracePt t="169073" x="7102475" y="4054475"/>
          <p14:tracePt t="169083" x="7102475" y="4068763"/>
          <p14:tracePt t="169094" x="7089775" y="4068763"/>
          <p14:tracePt t="169107" x="7075488" y="4081463"/>
          <p14:tracePt t="169117" x="7075488" y="4095750"/>
          <p14:tracePt t="169128" x="7062788" y="4110038"/>
          <p14:tracePt t="169140" x="7042150" y="4122738"/>
          <p14:tracePt t="169150" x="7042150" y="4143375"/>
          <p14:tracePt t="169162" x="7027863" y="4157663"/>
          <p14:tracePt t="169174" x="7027863" y="4170363"/>
          <p14:tracePt t="169184" x="7027863" y="4184650"/>
          <p14:tracePt t="169206" x="7027863" y="4197350"/>
          <p14:tracePt t="169218" x="7015163" y="4224338"/>
          <p14:tracePt t="169230" x="7015163" y="4238625"/>
          <p14:tracePt t="169241" x="7015163" y="4259263"/>
          <p14:tracePt t="169251" x="7015163" y="4271963"/>
          <p14:tracePt t="169274" x="7015163" y="4286250"/>
          <p14:tracePt t="169296" x="7027863" y="4286250"/>
          <p14:tracePt t="171188" x="7027863" y="4300538"/>
          <p14:tracePt t="171200" x="7027863" y="4313238"/>
          <p14:tracePt t="171209" x="7027863" y="4327525"/>
          <p14:tracePt t="171220" x="7042150" y="4387850"/>
          <p14:tracePt t="171232" x="7075488" y="4456113"/>
          <p14:tracePt t="171243" x="7129463" y="4545013"/>
          <p14:tracePt t="171256" x="7158038" y="4598988"/>
          <p14:tracePt t="171266" x="7170738" y="4687888"/>
          <p14:tracePt t="171277" x="7170738" y="4741863"/>
          <p14:tracePt t="171535" x="7158038" y="4741863"/>
          <p14:tracePt t="171547" x="7143750" y="4756150"/>
          <p14:tracePt t="171558" x="7129463" y="4756150"/>
          <p14:tracePt t="171572" x="7102475" y="4789488"/>
          <p14:tracePt t="171582" x="7062788" y="4830763"/>
          <p14:tracePt t="171592" x="7015163" y="4884738"/>
          <p14:tracePt t="171606" x="6932613" y="5021263"/>
          <p14:tracePt t="171616" x="6872288" y="5205413"/>
          <p14:tracePt t="171626" x="6804025" y="5449888"/>
          <p14:tracePt t="171638" x="6729413" y="5634038"/>
          <p14:tracePt t="171649" x="6599238" y="5878513"/>
          <p14:tracePt t="171661" x="6483350" y="6096000"/>
          <p14:tracePt t="171672" x="6381750" y="6265863"/>
          <p14:tracePt t="171682" x="6340475" y="6354763"/>
          <p14:tracePt t="171694" x="6265863" y="6443663"/>
          <p14:tracePt t="171705" x="6224588" y="6510338"/>
          <p14:tracePt t="171716" x="6197600" y="6572250"/>
          <p14:tracePt t="171728" x="6184900" y="6599238"/>
          <p14:tracePt t="171739" x="6170613" y="6640513"/>
          <p14:tracePt t="171750" x="6149975" y="6688138"/>
          <p14:tracePt t="171762" x="6137275" y="6715125"/>
          <p14:tracePt t="171773" x="6137275" y="6729413"/>
          <p14:tracePt t="171783" x="6122988" y="6742113"/>
          <p14:tracePt t="171795" x="6122988" y="6756400"/>
          <p14:tracePt t="171806" x="6110288" y="6769100"/>
          <p14:tracePt t="171861" x="6110288" y="6783388"/>
          <p14:tracePt t="171873" x="6096000" y="6804025"/>
          <p14:tracePt t="171884" x="6096000" y="6816725"/>
          <p14:tracePt t="172245" x="0" y="0"/>
        </p14:tracePtLst>
      </p14:laserTraceLst>
    </p:ext>
  </p:extLs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7B482-2E55-47E7-A5A7-6D610F159B5F}"/>
              </a:ext>
            </a:extLst>
          </p:cNvPr>
          <p:cNvSpPr>
            <a:spLocks noGrp="1"/>
          </p:cNvSpPr>
          <p:nvPr>
            <p:ph type="title"/>
          </p:nvPr>
        </p:nvSpPr>
        <p:spPr>
          <a:xfrm>
            <a:off x="1097280" y="286603"/>
            <a:ext cx="10058400" cy="1450757"/>
          </a:xfrm>
        </p:spPr>
        <p:txBody>
          <a:bodyPr>
            <a:normAutofit/>
          </a:bodyPr>
          <a:lstStyle/>
          <a:p>
            <a:r>
              <a:rPr dirty="0" lang="en-US"/>
              <a:t>Encryption &amp; Decryption</a:t>
            </a:r>
          </a:p>
        </p:txBody>
      </p:sp>
      <p:grpSp>
        <p:nvGrpSpPr>
          <p:cNvPr id="3" name="Group 2">
            <a:extLst>
              <a:ext uri="{FF2B5EF4-FFF2-40B4-BE49-F238E27FC236}">
                <a16:creationId xmlns:a16="http://schemas.microsoft.com/office/drawing/2014/main" id="{91C723DB-ACF6-4BF2-B447-E952BA5CFB63}"/>
              </a:ext>
            </a:extLst>
          </p:cNvPr>
          <p:cNvGrpSpPr/>
          <p:nvPr/>
        </p:nvGrpSpPr>
        <p:grpSpPr>
          <a:xfrm>
            <a:off x="2653438" y="2074100"/>
            <a:ext cx="6946084" cy="1633462"/>
            <a:chOff x="4110607" y="2112916"/>
            <a:chExt cx="6946084" cy="1633462"/>
          </a:xfrm>
        </p:grpSpPr>
        <p:sp>
          <p:nvSpPr>
            <p:cNvPr id="42" name="Rectangle 41">
              <a:extLst>
                <a:ext uri="{FF2B5EF4-FFF2-40B4-BE49-F238E27FC236}">
                  <a16:creationId xmlns:a16="http://schemas.microsoft.com/office/drawing/2014/main" id="{7EA2CE59-3602-49BE-831E-D1C8B224FC2B}"/>
                </a:ext>
              </a:extLst>
            </p:cNvPr>
            <p:cNvSpPr/>
            <p:nvPr/>
          </p:nvSpPr>
          <p:spPr>
            <a:xfrm>
              <a:off x="4110607" y="2112916"/>
              <a:ext cx="6946084" cy="1633462"/>
            </a:xfrm>
            <a:prstGeom prst="rect">
              <a:avLst/>
            </a:prstGeom>
            <a:no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buFont charset="0" pitchFamily="34" typeface="Arial"/>
                <a:buChar char="•"/>
              </a:pPr>
              <a:r>
                <a:rPr dirty="0" lang="en-US"/>
                <a:t> </a:t>
              </a:r>
            </a:p>
          </p:txBody>
        </p:sp>
        <mc:AlternateContent xmlns:a14="http://schemas.microsoft.com/office/drawing/2010/main" xmlns:mc="http://schemas.openxmlformats.org/markup-compatibility/2006">
          <mc:Choice Requires="a14">
            <p:sp>
              <p:nvSpPr>
                <p:cNvPr id="43" name="TextBox 42">
                  <a:extLst>
                    <a:ext uri="{FF2B5EF4-FFF2-40B4-BE49-F238E27FC236}">
                      <a16:creationId xmlns:a16="http://schemas.microsoft.com/office/drawing/2014/main" id="{4AE9213A-693A-4BDB-BC6E-47C1A13E353B}"/>
                    </a:ext>
                  </a:extLst>
                </p:cNvPr>
                <p:cNvSpPr txBox="1"/>
                <p:nvPr/>
              </p:nvSpPr>
              <p:spPr>
                <a:xfrm>
                  <a:off x="4133893" y="2112916"/>
                  <a:ext cx="6836663" cy="1530740"/>
                </a:xfrm>
                <a:prstGeom prst="rect">
                  <a:avLst/>
                </a:prstGeom>
                <a:noFill/>
              </p:spPr>
              <p:txBody>
                <a:bodyPr rtlCol="0" wrap="square">
                  <a:spAutoFit/>
                </a:bodyPr>
                <a:lstStyle/>
                <a:p>
                  <a:r>
                    <a:rPr b="1" dirty="0" lang="en-US"/>
                    <a:t>RSA Encryption </a:t>
                  </a:r>
                </a:p>
                <a:p>
                  <a:r>
                    <a:rPr dirty="0" lang="en-US"/>
                    <a:t>Given the public key </a:t>
                  </a:r>
                  <a:r>
                    <a:rPr dirty="0" err="1" i="1" lang="en-US">
                      <a:solidFill>
                        <a:schemeClr val="accent1">
                          <a:lumMod val="75000"/>
                        </a:schemeClr>
                      </a:solidFill>
                    </a:rPr>
                    <a:t>k</a:t>
                  </a:r>
                  <a:r>
                    <a:rPr baseline="-25000" dirty="0" err="1" i="1" lang="en-US">
                      <a:solidFill>
                        <a:schemeClr val="accent1">
                          <a:lumMod val="75000"/>
                        </a:schemeClr>
                      </a:solidFill>
                    </a:rPr>
                    <a:t>pub</a:t>
                  </a:r>
                  <a:r>
                    <a:rPr dirty="0" i="1" lang="en-US"/>
                    <a:t> </a:t>
                  </a:r>
                  <a:r>
                    <a:rPr dirty="0" lang="en-US"/>
                    <a:t>= (</a:t>
                  </a:r>
                  <a:r>
                    <a:rPr dirty="0" i="1" lang="en-US">
                      <a:solidFill>
                        <a:schemeClr val="accent1">
                          <a:lumMod val="75000"/>
                        </a:schemeClr>
                      </a:solidFill>
                    </a:rPr>
                    <a:t>n</a:t>
                  </a:r>
                  <a:r>
                    <a:rPr dirty="0" lang="en-US"/>
                    <a:t>,</a:t>
                  </a:r>
                  <a:r>
                    <a:rPr dirty="0" i="1" lang="en-US">
                      <a:solidFill>
                        <a:srgbClr val="0070C0"/>
                      </a:solidFill>
                    </a:rPr>
                    <a:t> e</a:t>
                  </a:r>
                  <a:r>
                    <a:rPr dirty="0" lang="en-US"/>
                    <a:t>) and the plaintext x, the encryption function is: </a:t>
                  </a:r>
                </a:p>
                <a:p>
                  <a:r>
                    <a:rPr dirty="0" lang="en-US"/>
                    <a:t>                                  </a:t>
                  </a:r>
                  <a14:m>
                    <m:oMath xmlns:m="http://schemas.openxmlformats.org/officeDocument/2006/math">
                      <m:r>
                        <a:rPr dirty="0" i="1" lang="en-US" smtClean="0">
                          <a:latin charset="0" panose="02040503050406030204" pitchFamily="18" typeface="Cambria Math"/>
                        </a:rPr>
                        <m:t>𝑦</m:t>
                      </m:r>
                      <m:r>
                        <a:rPr dirty="0" i="1" lang="en-US" smtClean="0">
                          <a:latin charset="0" panose="02040503050406030204" pitchFamily="18" typeface="Cambria Math"/>
                        </a:rPr>
                        <m:t>=</m:t>
                      </m:r>
                      <m:sSub>
                        <m:sSubPr>
                          <m:ctrlPr>
                            <a:rPr dirty="0" i="1" lang="en-US" smtClean="0">
                              <a:latin charset="0" panose="02040503050406030204" pitchFamily="18" typeface="Cambria Math"/>
                            </a:rPr>
                          </m:ctrlPr>
                        </m:sSubPr>
                        <m:e>
                          <m:r>
                            <a:rPr b="0" dirty="0" i="1" lang="en-US" smtClean="0">
                              <a:latin charset="0" panose="02040503050406030204" pitchFamily="18" typeface="Cambria Math"/>
                            </a:rPr>
                            <m:t>𝑒</m:t>
                          </m:r>
                        </m:e>
                        <m:sub>
                          <m:sSub>
                            <m:sSubPr>
                              <m:ctrlPr>
                                <a:rPr dirty="0" i="1" lang="en-US" smtClean="0">
                                  <a:latin charset="0" panose="02040503050406030204" pitchFamily="18" typeface="Cambria Math"/>
                                </a:rPr>
                              </m:ctrlPr>
                            </m:sSubPr>
                            <m:e>
                              <m:r>
                                <a:rPr b="0" dirty="0" i="1" lang="en-US" smtClean="0">
                                  <a:latin charset="0" panose="02040503050406030204" pitchFamily="18" typeface="Cambria Math"/>
                                </a:rPr>
                                <m:t>𝑘</m:t>
                              </m:r>
                            </m:e>
                            <m:sub>
                              <m:r>
                                <a:rPr b="0" dirty="0" i="1" lang="en-US" smtClean="0">
                                  <a:latin charset="0" panose="02040503050406030204" pitchFamily="18" typeface="Cambria Math"/>
                                </a:rPr>
                                <m:t>𝑝𝑢𝑏</m:t>
                              </m:r>
                            </m:sub>
                          </m:sSub>
                        </m:sub>
                      </m:sSub>
                      <m:d>
                        <m:dPr>
                          <m:ctrlPr>
                            <a:rPr dirty="0" i="1" lang="en-US" smtClean="0">
                              <a:latin charset="0" panose="02040503050406030204" pitchFamily="18" typeface="Cambria Math"/>
                            </a:rPr>
                          </m:ctrlPr>
                        </m:dPr>
                        <m:e>
                          <m:r>
                            <a:rPr dirty="0" i="1" lang="en-US" smtClean="0">
                              <a:latin charset="0" panose="02040503050406030204" pitchFamily="18" typeface="Cambria Math"/>
                            </a:rPr>
                            <m:t>𝑥</m:t>
                          </m:r>
                        </m:e>
                      </m:d>
                      <m:r>
                        <a:rPr dirty="0" i="1" lang="en-US" smtClean="0">
                          <a:latin charset="0" panose="02040503050406030204" pitchFamily="18" typeface="Cambria Math"/>
                        </a:rPr>
                        <m:t>≡</m:t>
                      </m:r>
                      <m:sSup>
                        <m:sSupPr>
                          <m:ctrlPr>
                            <a:rPr dirty="0" i="1" lang="en-US" smtClean="0">
                              <a:latin charset="0" panose="02040503050406030204" pitchFamily="18" typeface="Cambria Math"/>
                            </a:rPr>
                          </m:ctrlPr>
                        </m:sSupPr>
                        <m:e>
                          <m:r>
                            <a:rPr b="0" dirty="0" i="1" lang="en-US" smtClean="0">
                              <a:latin charset="0" panose="02040503050406030204" pitchFamily="18" typeface="Cambria Math"/>
                            </a:rPr>
                            <m:t>𝑥</m:t>
                          </m:r>
                        </m:e>
                        <m:sup>
                          <m:r>
                            <a:rPr b="0" dirty="0" i="1" lang="en-US" smtClean="0">
                              <a:solidFill>
                                <a:srgbClr val="0070C0"/>
                              </a:solidFill>
                              <a:latin charset="0" panose="02040503050406030204" pitchFamily="18" typeface="Cambria Math"/>
                            </a:rPr>
                            <m:t>𝑒</m:t>
                          </m:r>
                        </m:sup>
                      </m:sSup>
                      <m:r>
                        <a:rPr b="0" dirty="0" i="1" lang="en-US" smtClean="0">
                          <a:latin charset="0" panose="02040503050406030204" pitchFamily="18" typeface="Cambria Math"/>
                        </a:rPr>
                        <m:t> </m:t>
                      </m:r>
                      <m:r>
                        <m:rPr>
                          <m:sty m:val="p"/>
                        </m:rPr>
                        <a:rPr dirty="0" i="0" lang="en-US">
                          <a:latin charset="0" panose="02040503050406030204" pitchFamily="18" typeface="Cambria Math"/>
                        </a:rPr>
                        <m:t>mod</m:t>
                      </m:r>
                      <m:r>
                        <a:rPr dirty="0" i="1" lang="en-US">
                          <a:latin charset="0" panose="02040503050406030204" pitchFamily="18" typeface="Cambria Math"/>
                        </a:rPr>
                        <m:t> </m:t>
                      </m:r>
                      <m:r>
                        <a:rPr dirty="0" i="1" lang="en-US" smtClean="0">
                          <a:solidFill>
                            <a:schemeClr val="accent1">
                              <a:lumMod val="75000"/>
                            </a:schemeClr>
                          </a:solidFill>
                          <a:latin charset="0" panose="02040503050406030204" pitchFamily="18" typeface="Cambria Math"/>
                        </a:rPr>
                        <m:t>𝑛</m:t>
                      </m:r>
                      <m:r>
                        <a:rPr dirty="0" i="1" lang="en-US">
                          <a:latin charset="0" panose="02040503050406030204" pitchFamily="18" typeface="Cambria Math"/>
                        </a:rPr>
                        <m:t> </m:t>
                      </m:r>
                    </m:oMath>
                  </a14:m>
                  <a:endParaRPr dirty="0" lang="en-US"/>
                </a:p>
                <a:p>
                  <a:r>
                    <a:rPr dirty="0" lang="en-US"/>
                    <a:t>where </a:t>
                  </a:r>
                  <a14:m>
                    <m:oMath xmlns:m="http://schemas.openxmlformats.org/officeDocument/2006/math">
                      <m:r>
                        <a:rPr dirty="0" i="1" lang="en-US" smtClean="0">
                          <a:latin charset="0" panose="02040503050406030204" pitchFamily="18" typeface="Cambria Math"/>
                        </a:rPr>
                        <m:t>𝑥</m:t>
                      </m:r>
                      <m:r>
                        <a:rPr dirty="0" i="1" lang="en-US">
                          <a:latin charset="0" panose="02040503050406030204" pitchFamily="18" typeface="Cambria Math"/>
                        </a:rPr>
                        <m:t>∈</m:t>
                      </m:r>
                      <m:r>
                        <a:rPr dirty="0" i="1" lang="en-US">
                          <a:latin charset="0" panose="02040503050406030204" pitchFamily="18" typeface="Cambria Math"/>
                        </a:rPr>
                        <m:t>ℤ</m:t>
                      </m:r>
                      <m:r>
                        <a:rPr baseline="-25000" dirty="0" i="1" lang="en-US">
                          <a:latin charset="0" panose="02040503050406030204" pitchFamily="18" typeface="Cambria Math"/>
                        </a:rPr>
                        <m:t>𝑛</m:t>
                      </m:r>
                      <m:r>
                        <a:rPr dirty="0" i="1" lang="en-US" smtClean="0">
                          <a:latin charset="0" panose="02040503050406030204" pitchFamily="18" typeface="Cambria Math"/>
                        </a:rPr>
                        <m:t>={0,1,…,</m:t>
                      </m:r>
                      <m:r>
                        <a:rPr dirty="0" i="1" lang="en-US" smtClean="0">
                          <a:latin charset="0" panose="02040503050406030204" pitchFamily="18" typeface="Cambria Math"/>
                        </a:rPr>
                        <m:t>𝑛</m:t>
                      </m:r>
                      <m:r>
                        <a:rPr dirty="0" i="1" lang="en-US" smtClean="0">
                          <a:latin charset="0" panose="02040503050406030204" pitchFamily="18" typeface="Cambria Math"/>
                        </a:rPr>
                        <m:t>−1}. </m:t>
                      </m:r>
                    </m:oMath>
                  </a14:m>
                  <a:endParaRPr dirty="0" lang="en-US"/>
                </a:p>
              </p:txBody>
            </p:sp>
          </mc:Choice>
          <mc:Fallback>
            <p:sp>
              <p:nvSpPr>
                <p:cNvPr id="43" name="TextBox 42">
                  <a:extLst>
                    <a:ext uri="{FF2B5EF4-FFF2-40B4-BE49-F238E27FC236}">
                      <a16:creationId xmlns:a16="http://schemas.microsoft.com/office/drawing/2014/main" id="{4AE9213A-693A-4BDB-BC6E-47C1A13E353B}"/>
                    </a:ext>
                  </a:extLst>
                </p:cNvPr>
                <p:cNvSpPr txBox="1">
                  <a:spLocks noAdjustHandles="1" noChangeArrowheads="1" noChangeAspect="1" noChangeShapeType="1" noEditPoints="1" noMove="1" noResize="1" noRot="1" noTextEdit="1"/>
                </p:cNvSpPr>
                <p:nvPr/>
              </p:nvSpPr>
              <p:spPr>
                <a:xfrm>
                  <a:off x="4133893" y="2112916"/>
                  <a:ext cx="6836663" cy="1530740"/>
                </a:xfrm>
                <a:prstGeom prst="rect">
                  <a:avLst/>
                </a:prstGeom>
                <a:blipFill>
                  <a:blip r:embed="rId6"/>
                  <a:stretch>
                    <a:fillRect b="-5578" l="-713" t="-2390"/>
                  </a:stretch>
                </a:blipFill>
              </p:spPr>
              <p:txBody>
                <a:bodyPr/>
                <a:lstStyle/>
                <a:p>
                  <a:r>
                    <a:rPr lang="en-US">
                      <a:noFill/>
                    </a:rPr>
                    <a:t> </a:t>
                  </a:r>
                </a:p>
              </p:txBody>
            </p:sp>
          </mc:Fallback>
        </mc:AlternateContent>
      </p:grpSp>
      <p:grpSp>
        <p:nvGrpSpPr>
          <p:cNvPr id="4" name="Group 3">
            <a:extLst>
              <a:ext uri="{FF2B5EF4-FFF2-40B4-BE49-F238E27FC236}">
                <a16:creationId xmlns:a16="http://schemas.microsoft.com/office/drawing/2014/main" id="{C58C9948-AE45-4CB4-BC1E-71FE3E2E63E2}"/>
              </a:ext>
            </a:extLst>
          </p:cNvPr>
          <p:cNvGrpSpPr/>
          <p:nvPr/>
        </p:nvGrpSpPr>
        <p:grpSpPr>
          <a:xfrm>
            <a:off x="2653438" y="4016068"/>
            <a:ext cx="6946084" cy="1633462"/>
            <a:chOff x="4110607" y="4076952"/>
            <a:chExt cx="6946084" cy="1633462"/>
          </a:xfrm>
        </p:grpSpPr>
        <p:sp>
          <p:nvSpPr>
            <p:cNvPr id="16" name="Rectangle 15">
              <a:extLst>
                <a:ext uri="{FF2B5EF4-FFF2-40B4-BE49-F238E27FC236}">
                  <a16:creationId xmlns:a16="http://schemas.microsoft.com/office/drawing/2014/main" id="{EFCA4081-D04F-459A-972F-D2B5BE707B74}"/>
                </a:ext>
              </a:extLst>
            </p:cNvPr>
            <p:cNvSpPr/>
            <p:nvPr/>
          </p:nvSpPr>
          <p:spPr>
            <a:xfrm>
              <a:off x="4110607" y="4076952"/>
              <a:ext cx="6946084" cy="1633462"/>
            </a:xfrm>
            <a:prstGeom prst="rect">
              <a:avLst/>
            </a:prstGeom>
            <a:noFill/>
            <a:ln>
              <a:solidFill>
                <a:schemeClr val="tx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buFont charset="0" pitchFamily="34" typeface="Arial"/>
                <a:buChar char="•"/>
              </a:pPr>
              <a:r>
                <a:rPr dirty="0" lang="en-US"/>
                <a:t> </a:t>
              </a:r>
            </a:p>
          </p:txBody>
        </p:sp>
        <mc:AlternateContent xmlns:a14="http://schemas.microsoft.com/office/drawing/2010/main" xmlns:mc="http://schemas.openxmlformats.org/markup-compatibility/2006">
          <mc:Choice Requires="a14">
            <p:sp>
              <p:nvSpPr>
                <p:cNvPr id="17" name="TextBox 16">
                  <a:extLst>
                    <a:ext uri="{FF2B5EF4-FFF2-40B4-BE49-F238E27FC236}">
                      <a16:creationId xmlns:a16="http://schemas.microsoft.com/office/drawing/2014/main" id="{2C8520FC-8FD9-4535-812B-7408016270E1}"/>
                    </a:ext>
                  </a:extLst>
                </p:cNvPr>
                <p:cNvSpPr txBox="1"/>
                <p:nvPr/>
              </p:nvSpPr>
              <p:spPr>
                <a:xfrm>
                  <a:off x="4133893" y="4076952"/>
                  <a:ext cx="6836663" cy="1555939"/>
                </a:xfrm>
                <a:prstGeom prst="rect">
                  <a:avLst/>
                </a:prstGeom>
                <a:noFill/>
              </p:spPr>
              <p:txBody>
                <a:bodyPr rtlCol="0" wrap="square">
                  <a:spAutoFit/>
                </a:bodyPr>
                <a:lstStyle/>
                <a:p>
                  <a:r>
                    <a:rPr b="1" dirty="0" lang="en-US"/>
                    <a:t>RSA Decryption </a:t>
                  </a:r>
                </a:p>
                <a:p>
                  <a:r>
                    <a:rPr dirty="0" lang="en-US"/>
                    <a:t>Given the private key </a:t>
                  </a:r>
                  <a:r>
                    <a:rPr dirty="0" err="1" i="1" lang="en-US">
                      <a:solidFill>
                        <a:schemeClr val="tx2">
                          <a:lumMod val="75000"/>
                        </a:schemeClr>
                      </a:solidFill>
                    </a:rPr>
                    <a:t>k</a:t>
                  </a:r>
                  <a:r>
                    <a:rPr baseline="-25000" dirty="0" err="1" i="1" lang="en-US">
                      <a:solidFill>
                        <a:schemeClr val="tx2">
                          <a:lumMod val="75000"/>
                        </a:schemeClr>
                      </a:solidFill>
                    </a:rPr>
                    <a:t>pr</a:t>
                  </a:r>
                  <a:r>
                    <a:rPr dirty="0" i="1" lang="en-US"/>
                    <a:t> </a:t>
                  </a:r>
                  <a:r>
                    <a:rPr dirty="0" lang="en-US"/>
                    <a:t>= </a:t>
                  </a:r>
                  <a:r>
                    <a:rPr dirty="0" i="1" lang="en-US">
                      <a:solidFill>
                        <a:schemeClr val="tx2">
                          <a:lumMod val="75000"/>
                        </a:schemeClr>
                      </a:solidFill>
                    </a:rPr>
                    <a:t>d </a:t>
                  </a:r>
                  <a:r>
                    <a:rPr dirty="0" lang="en-US"/>
                    <a:t>and the ciphertext y, the decryption function is: </a:t>
                  </a:r>
                </a:p>
                <a:p>
                  <a:r>
                    <a:rPr dirty="0" lang="en-US"/>
                    <a:t>                                  </a:t>
                  </a:r>
                  <a14:m>
                    <m:oMath xmlns:m="http://schemas.openxmlformats.org/officeDocument/2006/math">
                      <m:r>
                        <a:rPr b="0" dirty="0" i="1" lang="en-US" smtClean="0">
                          <a:latin charset="0" panose="02040503050406030204" pitchFamily="18" typeface="Cambria Math"/>
                        </a:rPr>
                        <m:t>𝑥</m:t>
                      </m:r>
                      <m:r>
                        <a:rPr dirty="0" i="1" lang="en-US" smtClean="0">
                          <a:latin charset="0" panose="02040503050406030204" pitchFamily="18" typeface="Cambria Math"/>
                        </a:rPr>
                        <m:t>=</m:t>
                      </m:r>
                      <m:sSub>
                        <m:sSubPr>
                          <m:ctrlPr>
                            <a:rPr dirty="0" i="1" lang="en-US" smtClean="0">
                              <a:latin charset="0" panose="02040503050406030204" pitchFamily="18" typeface="Cambria Math"/>
                            </a:rPr>
                          </m:ctrlPr>
                        </m:sSubPr>
                        <m:e>
                          <m:r>
                            <a:rPr b="0" dirty="0" i="1" lang="en-US" smtClean="0">
                              <a:latin charset="0" panose="02040503050406030204" pitchFamily="18" typeface="Cambria Math"/>
                            </a:rPr>
                            <m:t>𝑑</m:t>
                          </m:r>
                        </m:e>
                        <m:sub>
                          <m:sSub>
                            <m:sSubPr>
                              <m:ctrlPr>
                                <a:rPr dirty="0" i="1" lang="en-US" smtClean="0">
                                  <a:latin charset="0" panose="02040503050406030204" pitchFamily="18" typeface="Cambria Math"/>
                                </a:rPr>
                              </m:ctrlPr>
                            </m:sSubPr>
                            <m:e>
                              <m:r>
                                <a:rPr b="0" dirty="0" i="1" lang="en-US" smtClean="0">
                                  <a:latin charset="0" panose="02040503050406030204" pitchFamily="18" typeface="Cambria Math"/>
                                </a:rPr>
                                <m:t>𝑘</m:t>
                              </m:r>
                            </m:e>
                            <m:sub>
                              <m:r>
                                <a:rPr b="0" dirty="0" i="1" lang="en-US" smtClean="0">
                                  <a:latin charset="0" panose="02040503050406030204" pitchFamily="18" typeface="Cambria Math"/>
                                </a:rPr>
                                <m:t>𝑝𝑟</m:t>
                              </m:r>
                            </m:sub>
                          </m:sSub>
                        </m:sub>
                      </m:sSub>
                      <m:d>
                        <m:dPr>
                          <m:ctrlPr>
                            <a:rPr dirty="0" i="1" lang="en-US" smtClean="0">
                              <a:latin charset="0" panose="02040503050406030204" pitchFamily="18" typeface="Cambria Math"/>
                            </a:rPr>
                          </m:ctrlPr>
                        </m:dPr>
                        <m:e>
                          <m:r>
                            <a:rPr b="0" dirty="0" i="1" lang="en-US" smtClean="0">
                              <a:latin charset="0" panose="02040503050406030204" pitchFamily="18" typeface="Cambria Math"/>
                            </a:rPr>
                            <m:t>𝑦</m:t>
                          </m:r>
                        </m:e>
                      </m:d>
                      <m:r>
                        <a:rPr dirty="0" i="1" lang="en-US" smtClean="0">
                          <a:latin charset="0" panose="02040503050406030204" pitchFamily="18" typeface="Cambria Math"/>
                        </a:rPr>
                        <m:t>≡</m:t>
                      </m:r>
                      <m:sSup>
                        <m:sSupPr>
                          <m:ctrlPr>
                            <a:rPr dirty="0" i="1" lang="en-US" smtClean="0">
                              <a:latin charset="0" panose="02040503050406030204" pitchFamily="18" typeface="Cambria Math"/>
                            </a:rPr>
                          </m:ctrlPr>
                        </m:sSupPr>
                        <m:e>
                          <m:r>
                            <a:rPr b="0" dirty="0" i="1" lang="en-US" smtClean="0">
                              <a:latin charset="0" panose="02040503050406030204" pitchFamily="18" typeface="Cambria Math"/>
                            </a:rPr>
                            <m:t>𝑦</m:t>
                          </m:r>
                        </m:e>
                        <m:sup>
                          <m:r>
                            <a:rPr b="0" dirty="0" i="1" lang="en-US" smtClean="0">
                              <a:solidFill>
                                <a:schemeClr val="tx2">
                                  <a:lumMod val="75000"/>
                                </a:schemeClr>
                              </a:solidFill>
                              <a:latin charset="0" panose="02040503050406030204" pitchFamily="18" typeface="Cambria Math"/>
                            </a:rPr>
                            <m:t>𝑑</m:t>
                          </m:r>
                        </m:sup>
                      </m:sSup>
                      <m:r>
                        <a:rPr b="0" dirty="0" i="1" lang="en-US" smtClean="0">
                          <a:latin charset="0" panose="02040503050406030204" pitchFamily="18" typeface="Cambria Math"/>
                        </a:rPr>
                        <m:t> </m:t>
                      </m:r>
                      <m:r>
                        <m:rPr>
                          <m:sty m:val="p"/>
                        </m:rPr>
                        <a:rPr dirty="0" i="0" lang="en-US">
                          <a:latin charset="0" panose="02040503050406030204" pitchFamily="18" typeface="Cambria Math"/>
                        </a:rPr>
                        <m:t>mod</m:t>
                      </m:r>
                      <m:r>
                        <a:rPr dirty="0" i="1" lang="en-US">
                          <a:latin charset="0" panose="02040503050406030204" pitchFamily="18" typeface="Cambria Math"/>
                        </a:rPr>
                        <m:t> </m:t>
                      </m:r>
                      <m:r>
                        <a:rPr dirty="0" i="1" lang="en-US" smtClean="0">
                          <a:solidFill>
                            <a:schemeClr val="accent1">
                              <a:lumMod val="75000"/>
                            </a:schemeClr>
                          </a:solidFill>
                          <a:latin charset="0" panose="02040503050406030204" pitchFamily="18" typeface="Cambria Math"/>
                        </a:rPr>
                        <m:t>𝑛</m:t>
                      </m:r>
                      <m:r>
                        <a:rPr dirty="0" i="1" lang="en-US">
                          <a:latin charset="0" panose="02040503050406030204" pitchFamily="18" typeface="Cambria Math"/>
                        </a:rPr>
                        <m:t> </m:t>
                      </m:r>
                    </m:oMath>
                  </a14:m>
                  <a:endParaRPr dirty="0" lang="en-US"/>
                </a:p>
                <a:p>
                  <a:r>
                    <a:rPr dirty="0" lang="en-US"/>
                    <a:t>where </a:t>
                  </a:r>
                  <a14:m>
                    <m:oMath xmlns:m="http://schemas.openxmlformats.org/officeDocument/2006/math">
                      <m:r>
                        <a:rPr b="0" dirty="0" i="1" lang="en-US" smtClean="0">
                          <a:latin charset="0" panose="02040503050406030204" pitchFamily="18" typeface="Cambria Math"/>
                        </a:rPr>
                        <m:t>𝑦</m:t>
                      </m:r>
                      <m:r>
                        <a:rPr dirty="0" i="1" lang="en-US">
                          <a:latin charset="0" panose="02040503050406030204" pitchFamily="18" typeface="Cambria Math"/>
                        </a:rPr>
                        <m:t>∈</m:t>
                      </m:r>
                      <m:r>
                        <a:rPr dirty="0" i="1" lang="en-US">
                          <a:latin charset="0" panose="02040503050406030204" pitchFamily="18" typeface="Cambria Math"/>
                        </a:rPr>
                        <m:t>ℤ</m:t>
                      </m:r>
                      <m:r>
                        <a:rPr baseline="-25000" dirty="0" i="1" lang="en-US">
                          <a:latin charset="0" panose="02040503050406030204" pitchFamily="18" typeface="Cambria Math"/>
                        </a:rPr>
                        <m:t>𝑛</m:t>
                      </m:r>
                    </m:oMath>
                  </a14:m>
                  <a:r>
                    <a:rPr dirty="0" lang="en-US"/>
                    <a:t>.</a:t>
                  </a:r>
                </a:p>
              </p:txBody>
            </p:sp>
          </mc:Choice>
          <mc:Fallback>
            <p:sp>
              <p:nvSpPr>
                <p:cNvPr id="17" name="TextBox 16">
                  <a:extLst>
                    <a:ext uri="{FF2B5EF4-FFF2-40B4-BE49-F238E27FC236}">
                      <a16:creationId xmlns:a16="http://schemas.microsoft.com/office/drawing/2014/main" id="{2C8520FC-8FD9-4535-812B-7408016270E1}"/>
                    </a:ext>
                  </a:extLst>
                </p:cNvPr>
                <p:cNvSpPr txBox="1">
                  <a:spLocks noAdjustHandles="1" noChangeArrowheads="1" noChangeAspect="1" noChangeShapeType="1" noEditPoints="1" noMove="1" noResize="1" noRot="1" noTextEdit="1"/>
                </p:cNvSpPr>
                <p:nvPr/>
              </p:nvSpPr>
              <p:spPr>
                <a:xfrm>
                  <a:off x="4133893" y="4076952"/>
                  <a:ext cx="6836663" cy="1555939"/>
                </a:xfrm>
                <a:prstGeom prst="rect">
                  <a:avLst/>
                </a:prstGeom>
                <a:blipFill>
                  <a:blip r:embed="rId7"/>
                  <a:stretch>
                    <a:fillRect b="-4706" l="-713" t="-2353"/>
                  </a:stretch>
                </a:blipFill>
              </p:spPr>
              <p:txBody>
                <a:bodyPr/>
                <a:lstStyle/>
                <a:p>
                  <a:r>
                    <a:rPr lang="en-US">
                      <a:noFill/>
                    </a:rPr>
                    <a:t> </a:t>
                  </a:r>
                </a:p>
              </p:txBody>
            </p:sp>
          </mc:Fallback>
        </mc:AlternateContent>
      </p:grpSp>
      <p:sp>
        <p:nvSpPr>
          <p:cNvPr id="5" name="Slide Number Placeholder 4">
            <a:extLst>
              <a:ext uri="{FF2B5EF4-FFF2-40B4-BE49-F238E27FC236}">
                <a16:creationId xmlns:a16="http://schemas.microsoft.com/office/drawing/2014/main" id="{9DBF4B41-58CC-4644-B3B8-1B25734A3448}"/>
              </a:ext>
            </a:extLst>
          </p:cNvPr>
          <p:cNvSpPr>
            <a:spLocks noGrp="1"/>
          </p:cNvSpPr>
          <p:nvPr>
            <p:ph idx="12" sz="quarter" type="sldNum"/>
          </p:nvPr>
        </p:nvSpPr>
        <p:spPr/>
        <p:txBody>
          <a:bodyPr/>
          <a:lstStyle/>
          <a:p>
            <a:fld id="{3EE413A7-32C0-42B9-8169-A32BFBDA280A}" type="slidenum">
              <a:rPr lang="en-US" smtClean="0">
                <a:solidFill>
                  <a:srgbClr val="FFFFFF"/>
                </a:solidFill>
              </a:rPr>
              <a:t>4</a:t>
            </a:fld>
            <a:endParaRPr lang="en-US"/>
          </a:p>
        </p:txBody>
      </p:sp>
      <p:sp>
        <p:nvSpPr>
          <p:cNvPr id="6" name="Rounded Rectangle 5">
            <a:extLst>
              <a:ext uri="{FF2B5EF4-FFF2-40B4-BE49-F238E27FC236}">
                <a16:creationId xmlns:a16="http://schemas.microsoft.com/office/drawing/2014/main" id="{A3BF2B72-5792-1242-BD45-FDA5A1103B51}"/>
              </a:ext>
            </a:extLst>
          </p:cNvPr>
          <p:cNvSpPr/>
          <p:nvPr/>
        </p:nvSpPr>
        <p:spPr>
          <a:xfrm>
            <a:off x="9192344" y="5069455"/>
            <a:ext cx="2855640" cy="1622116"/>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anchor="ctr" rtlCol="0"/>
          <a:lstStyle/>
          <a:p>
            <a:pPr algn="ctr"/>
            <a:r>
              <a:rPr dirty="0" lang="en-US" sz="2400"/>
              <a:t>Exponentiation is </a:t>
            </a:r>
            <a:r>
              <a:rPr b="1" dirty="0" lang="en-US" sz="2400">
                <a:solidFill>
                  <a:srgbClr val="FFFFFF"/>
                </a:solidFill>
              </a:rPr>
              <a:t>computationally intense</a:t>
            </a:r>
            <a:r>
              <a:rPr dirty="0" lang="en-US" sz="2400"/>
              <a:t>. </a:t>
            </a:r>
          </a:p>
        </p:txBody>
      </p:sp>
    </p:spTree>
    <p:custDataLst>
      <p:tags r:id="rId1"/>
    </p:custDataLst>
    <p:extLst>
      <p:ext uri="{BB962C8B-B14F-4D97-AF65-F5344CB8AC3E}">
        <p14:creationId xmlns:p14="http://schemas.microsoft.com/office/powerpoint/2010/main" val="3692948595"/>
      </p:ext>
    </p:extLst>
  </p:cSld>
  <p:clrMapOvr>
    <a:masterClrMapping/>
  </p:clrMapOvr>
  <mc:AlternateContent xmlns:mc="http://schemas.openxmlformats.org/markup-compatibility/2006" xmlns:p14="http://schemas.microsoft.com/office/powerpoint/2010/main">
    <mc:Choice Requires="p14">
      <p:transition advTm="126901" p14:dur="2000" spd="slow"/>
    </mc:Choice>
    <mc:Fallback>
      <p:transition advTm="126901" spd="slow"/>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10" presetSubtype="0">
                                  <p:stCondLst>
                                    <p:cond delay="0"/>
                                  </p:stCondLst>
                                  <p:childTnLst>
                                    <p:set>
                                      <p:cBhvr>
                                        <p:cTn dur="1" fill="hold" id="6">
                                          <p:stCondLst>
                                            <p:cond delay="0"/>
                                          </p:stCondLst>
                                        </p:cTn>
                                        <p:tgtEl>
                                          <p:spTgt spid="3"/>
                                        </p:tgtEl>
                                        <p:attrNameLst>
                                          <p:attrName>style.visibility</p:attrName>
                                        </p:attrNameLst>
                                      </p:cBhvr>
                                      <p:to>
                                        <p:strVal val="visible"/>
                                      </p:to>
                                    </p:set>
                                    <p:animEffect filter="fade" transition="in">
                                      <p:cBhvr>
                                        <p:cTn dur="500" id="7"/>
                                        <p:tgtEl>
                                          <p:spTgt spid="3"/>
                                        </p:tgtEl>
                                      </p:cBhvr>
                                    </p:animEffect>
                                  </p:childTnLst>
                                </p:cTn>
                              </p:par>
                            </p:childTnLst>
                          </p:cTn>
                        </p:par>
                      </p:childTnLst>
                    </p:cTn>
                  </p:par>
                  <p:par>
                    <p:cTn fill="hold" id="8">
                      <p:stCondLst>
                        <p:cond delay="indefinite"/>
                      </p:stCondLst>
                      <p:childTnLst>
                        <p:par>
                          <p:cTn fill="hold" id="9">
                            <p:stCondLst>
                              <p:cond delay="0"/>
                            </p:stCondLst>
                            <p:childTnLst>
                              <p:par>
                                <p:cTn fill="hold" id="10" nodeType="clickEffect" presetClass="entr" presetID="10" presetSubtype="0">
                                  <p:stCondLst>
                                    <p:cond delay="0"/>
                                  </p:stCondLst>
                                  <p:childTnLst>
                                    <p:set>
                                      <p:cBhvr>
                                        <p:cTn dur="1" fill="hold" id="11">
                                          <p:stCondLst>
                                            <p:cond delay="0"/>
                                          </p:stCondLst>
                                        </p:cTn>
                                        <p:tgtEl>
                                          <p:spTgt spid="4"/>
                                        </p:tgtEl>
                                        <p:attrNameLst>
                                          <p:attrName>style.visibility</p:attrName>
                                        </p:attrNameLst>
                                      </p:cBhvr>
                                      <p:to>
                                        <p:strVal val="visible"/>
                                      </p:to>
                                    </p:set>
                                    <p:animEffect filter="fade" transition="in">
                                      <p:cBhvr>
                                        <p:cTn dur="500" id="12"/>
                                        <p:tgtEl>
                                          <p:spTgt spid="4"/>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3" presetSubtype="10">
                                  <p:stCondLst>
                                    <p:cond delay="0"/>
                                  </p:stCondLst>
                                  <p:childTnLst>
                                    <p:set>
                                      <p:cBhvr>
                                        <p:cTn dur="1" fill="hold" id="16">
                                          <p:stCondLst>
                                            <p:cond delay="0"/>
                                          </p:stCondLst>
                                        </p:cTn>
                                        <p:tgtEl>
                                          <p:spTgt spid="6"/>
                                        </p:tgtEl>
                                        <p:attrNameLst>
                                          <p:attrName>style.visibility</p:attrName>
                                        </p:attrNameLst>
                                      </p:cBhvr>
                                      <p:to>
                                        <p:strVal val="visible"/>
                                      </p:to>
                                    </p:set>
                                    <p:animEffect filter="blinds(horizontal)" transition="in">
                                      <p:cBhvr>
                                        <p:cTn dur="500" id="17"/>
                                        <p:tgtEl>
                                          <p:spTgt spid="6"/>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6"/>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ED214-F97D-4017-AD28-D591B149FF8F}"/>
              </a:ext>
            </a:extLst>
          </p:cNvPr>
          <p:cNvSpPr>
            <a:spLocks noGrp="1"/>
          </p:cNvSpPr>
          <p:nvPr>
            <p:ph type="title"/>
          </p:nvPr>
        </p:nvSpPr>
        <p:spPr/>
        <p:txBody>
          <a:bodyPr/>
          <a:lstStyle/>
          <a:p>
            <a:r>
              <a:rPr dirty="0" lang="en-US"/>
              <a:t>Key Generation</a:t>
            </a:r>
          </a:p>
        </p:txBody>
      </p:sp>
      <p:grpSp>
        <p:nvGrpSpPr>
          <p:cNvPr id="17" name="Group 16">
            <a:extLst>
              <a:ext uri="{FF2B5EF4-FFF2-40B4-BE49-F238E27FC236}">
                <a16:creationId xmlns:a16="http://schemas.microsoft.com/office/drawing/2014/main" id="{6EFA98F4-5749-4679-B986-F740F46E426F}"/>
              </a:ext>
            </a:extLst>
          </p:cNvPr>
          <p:cNvGrpSpPr/>
          <p:nvPr/>
        </p:nvGrpSpPr>
        <p:grpSpPr>
          <a:xfrm>
            <a:off x="536345" y="2151761"/>
            <a:ext cx="6410229" cy="3419399"/>
            <a:chOff x="221779" y="2054467"/>
            <a:chExt cx="5874221" cy="3419399"/>
          </a:xfrm>
        </p:grpSpPr>
        <p:sp>
          <p:nvSpPr>
            <p:cNvPr id="5" name="Rectangle 4">
              <a:extLst>
                <a:ext uri="{FF2B5EF4-FFF2-40B4-BE49-F238E27FC236}">
                  <a16:creationId xmlns:a16="http://schemas.microsoft.com/office/drawing/2014/main" id="{C0BF9DA7-14B3-45CB-8832-9B5BCDD2938F}"/>
                </a:ext>
              </a:extLst>
            </p:cNvPr>
            <p:cNvSpPr/>
            <p:nvPr/>
          </p:nvSpPr>
          <p:spPr>
            <a:xfrm>
              <a:off x="221779" y="2054467"/>
              <a:ext cx="5764174" cy="3263767"/>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buFont charset="0" pitchFamily="34" typeface="Arial"/>
                <a:buChar char="•"/>
              </a:pPr>
              <a:r>
                <a:rPr lang="en-US"/>
                <a:t> </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B7427D3F-6075-4709-BB63-68BEF8FF2563}"/>
                    </a:ext>
                  </a:extLst>
                </p:cNvPr>
                <p:cNvSpPr txBox="1"/>
                <p:nvPr/>
              </p:nvSpPr>
              <p:spPr>
                <a:xfrm>
                  <a:off x="245065" y="2054468"/>
                  <a:ext cx="5850935" cy="3419398"/>
                </a:xfrm>
                <a:prstGeom prst="rect">
                  <a:avLst/>
                </a:prstGeom>
                <a:noFill/>
              </p:spPr>
              <p:txBody>
                <a:bodyPr rtlCol="0" wrap="square">
                  <a:spAutoFit/>
                </a:bodyPr>
                <a:lstStyle/>
                <a:p>
                  <a:r>
                    <a:rPr b="1" lang="en-US"/>
                    <a:t>RSA Key Generation</a:t>
                  </a:r>
                  <a:br>
                    <a:rPr b="1" lang="en-US"/>
                  </a:br>
                  <a:r>
                    <a:rPr b="1" lang="en-US"/>
                    <a:t>Output</a:t>
                  </a:r>
                  <a:r>
                    <a:rPr lang="en-US"/>
                    <a:t>: public key: </a:t>
                  </a:r>
                  <a:r>
                    <a:rPr err="1" i="1" lang="en-US">
                      <a:solidFill>
                        <a:schemeClr val="accent1">
                          <a:lumMod val="75000"/>
                        </a:schemeClr>
                      </a:solidFill>
                    </a:rPr>
                    <a:t>k</a:t>
                  </a:r>
                  <a:r>
                    <a:rPr baseline="-25000" err="1" i="1" lang="en-US">
                      <a:solidFill>
                        <a:schemeClr val="accent1">
                          <a:lumMod val="75000"/>
                        </a:schemeClr>
                      </a:solidFill>
                    </a:rPr>
                    <a:t>pub</a:t>
                  </a:r>
                  <a:r>
                    <a:rPr i="1" lang="en-US"/>
                    <a:t> </a:t>
                  </a:r>
                  <a:r>
                    <a:rPr lang="en-US"/>
                    <a:t>= (</a:t>
                  </a:r>
                  <a:r>
                    <a:rPr i="1" lang="en-US">
                      <a:solidFill>
                        <a:schemeClr val="accent1">
                          <a:lumMod val="75000"/>
                        </a:schemeClr>
                      </a:solidFill>
                    </a:rPr>
                    <a:t>n</a:t>
                  </a:r>
                  <a:r>
                    <a:rPr lang="en-US"/>
                    <a:t>,</a:t>
                  </a:r>
                  <a:r>
                    <a:rPr i="1" lang="en-US">
                      <a:solidFill>
                        <a:srgbClr val="0070C0"/>
                      </a:solidFill>
                    </a:rPr>
                    <a:t> e</a:t>
                  </a:r>
                  <a:r>
                    <a:rPr lang="en-US"/>
                    <a:t>) and private key: </a:t>
                  </a:r>
                  <a:r>
                    <a:rPr err="1" i="1" lang="en-US">
                      <a:solidFill>
                        <a:schemeClr val="tx2">
                          <a:lumMod val="75000"/>
                        </a:schemeClr>
                      </a:solidFill>
                    </a:rPr>
                    <a:t>k</a:t>
                  </a:r>
                  <a:r>
                    <a:rPr baseline="-25000" err="1" i="1" lang="en-US">
                      <a:solidFill>
                        <a:schemeClr val="tx2">
                          <a:lumMod val="75000"/>
                        </a:schemeClr>
                      </a:solidFill>
                    </a:rPr>
                    <a:t>pr</a:t>
                  </a:r>
                  <a:r>
                    <a:rPr i="1" lang="en-US"/>
                    <a:t> </a:t>
                  </a:r>
                  <a:r>
                    <a:rPr lang="en-US"/>
                    <a:t>= </a:t>
                  </a:r>
                  <a:r>
                    <a:rPr i="1" lang="en-US">
                      <a:solidFill>
                        <a:schemeClr val="tx2">
                          <a:lumMod val="75000"/>
                        </a:schemeClr>
                      </a:solidFill>
                    </a:rPr>
                    <a:t>d</a:t>
                  </a:r>
                  <a:br>
                    <a:rPr lang="en-US"/>
                  </a:br>
                  <a:r>
                    <a:rPr lang="en-US"/>
                    <a:t>1. Choose two large primes </a:t>
                  </a:r>
                  <a:r>
                    <a:rPr i="1" lang="en-US">
                      <a:solidFill>
                        <a:srgbClr val="FF0000"/>
                      </a:solidFill>
                    </a:rPr>
                    <a:t>p</a:t>
                  </a:r>
                  <a:r>
                    <a:rPr i="1" lang="en-US"/>
                    <a:t> </a:t>
                  </a:r>
                  <a:r>
                    <a:rPr lang="en-US"/>
                    <a:t>and </a:t>
                  </a:r>
                  <a:r>
                    <a:rPr i="1" lang="en-US">
                      <a:solidFill>
                        <a:srgbClr val="FF0000"/>
                      </a:solidFill>
                    </a:rPr>
                    <a:t>q</a:t>
                  </a:r>
                  <a:r>
                    <a:rPr lang="en-US"/>
                    <a:t>.</a:t>
                  </a:r>
                  <a:br>
                    <a:rPr lang="en-US"/>
                  </a:br>
                  <a:r>
                    <a:rPr lang="en-US"/>
                    <a:t>2. Compute </a:t>
                  </a:r>
                  <a:r>
                    <a:rPr i="1" lang="en-US">
                      <a:solidFill>
                        <a:schemeClr val="accent1">
                          <a:lumMod val="75000"/>
                        </a:schemeClr>
                      </a:solidFill>
                    </a:rPr>
                    <a:t>n</a:t>
                  </a:r>
                  <a:r>
                    <a:rPr i="1" lang="en-US"/>
                    <a:t> </a:t>
                  </a:r>
                  <a:r>
                    <a:rPr lang="en-US"/>
                    <a:t>= </a:t>
                  </a:r>
                  <a:r>
                    <a:rPr err="1" i="1" lang="en-US">
                      <a:solidFill>
                        <a:srgbClr val="FF0000"/>
                      </a:solidFill>
                    </a:rPr>
                    <a:t>p</a:t>
                  </a:r>
                  <a:r>
                    <a:rPr err="1" lang="en-US"/>
                    <a:t>·</a:t>
                  </a:r>
                  <a:r>
                    <a:rPr err="1" i="1" lang="en-US">
                      <a:solidFill>
                        <a:srgbClr val="FF0000"/>
                      </a:solidFill>
                    </a:rPr>
                    <a:t>q</a:t>
                  </a:r>
                  <a:r>
                    <a:rPr lang="en-US"/>
                    <a:t>.</a:t>
                  </a:r>
                  <a:br>
                    <a:rPr lang="en-US"/>
                  </a:br>
                  <a:r>
                    <a:rPr lang="en-US"/>
                    <a:t>3. Compute </a:t>
                  </a:r>
                  <a:r>
                    <a:rPr lang="el-GR">
                      <a:solidFill>
                        <a:srgbClr val="7030A0"/>
                      </a:solidFill>
                    </a:rPr>
                    <a:t>Φ(</a:t>
                  </a:r>
                  <a:r>
                    <a:rPr i="1" lang="en-US">
                      <a:solidFill>
                        <a:srgbClr val="7030A0"/>
                      </a:solidFill>
                    </a:rPr>
                    <a:t>n</a:t>
                  </a:r>
                  <a:r>
                    <a:rPr lang="en-US">
                      <a:solidFill>
                        <a:srgbClr val="7030A0"/>
                      </a:solidFill>
                    </a:rPr>
                    <a:t>)</a:t>
                  </a:r>
                  <a:r>
                    <a:rPr lang="en-US"/>
                    <a:t> = (</a:t>
                  </a:r>
                  <a:r>
                    <a:rPr i="1" lang="en-US">
                      <a:solidFill>
                        <a:srgbClr val="FF0000"/>
                      </a:solidFill>
                    </a:rPr>
                    <a:t>p</a:t>
                  </a:r>
                  <a:r>
                    <a:rPr lang="en-US"/>
                    <a:t>−1)(</a:t>
                  </a:r>
                  <a:r>
                    <a:rPr i="1" lang="en-US">
                      <a:solidFill>
                        <a:srgbClr val="FF0000"/>
                      </a:solidFill>
                    </a:rPr>
                    <a:t>q</a:t>
                  </a:r>
                  <a:r>
                    <a:rPr lang="en-US"/>
                    <a:t>−1).</a:t>
                  </a:r>
                  <a:br>
                    <a:rPr lang="en-US"/>
                  </a:br>
                  <a:r>
                    <a:rPr lang="en-US"/>
                    <a:t>4. Select the public exponent </a:t>
                  </a:r>
                  <a:r>
                    <a:rPr i="1" lang="en-US">
                      <a:solidFill>
                        <a:srgbClr val="0070C0"/>
                      </a:solidFill>
                    </a:rPr>
                    <a:t>e</a:t>
                  </a:r>
                  <a:r>
                    <a:rPr i="1" lang="en-US"/>
                    <a:t> </a:t>
                  </a:r>
                  <a:r>
                    <a:rPr lang="en-US"/>
                    <a:t>∈ {1,2,...,</a:t>
                  </a:r>
                  <a:r>
                    <a:rPr lang="el-GR">
                      <a:solidFill>
                        <a:srgbClr val="7030A0"/>
                      </a:solidFill>
                    </a:rPr>
                    <a:t>Φ(</a:t>
                  </a:r>
                  <a:r>
                    <a:rPr i="1" lang="en-US">
                      <a:solidFill>
                        <a:srgbClr val="7030A0"/>
                      </a:solidFill>
                    </a:rPr>
                    <a:t>n</a:t>
                  </a:r>
                  <a:r>
                    <a:rPr lang="en-US">
                      <a:solidFill>
                        <a:srgbClr val="7030A0"/>
                      </a:solidFill>
                    </a:rPr>
                    <a:t>)</a:t>
                  </a:r>
                  <a:r>
                    <a:rPr lang="en-US"/>
                    <a:t>−1} such that </a:t>
                  </a:r>
                  <a:r>
                    <a:rPr err="1" lang="en-US"/>
                    <a:t>gcd</a:t>
                  </a:r>
                  <a:r>
                    <a:rPr lang="en-US"/>
                    <a:t>(</a:t>
                  </a:r>
                  <a:r>
                    <a:rPr i="1" lang="en-US">
                      <a:solidFill>
                        <a:srgbClr val="0070C0"/>
                      </a:solidFill>
                    </a:rPr>
                    <a:t>e</a:t>
                  </a:r>
                  <a:r>
                    <a:rPr lang="en-US"/>
                    <a:t>,</a:t>
                  </a:r>
                  <a:r>
                    <a:rPr lang="el-GR">
                      <a:solidFill>
                        <a:srgbClr val="7030A0"/>
                      </a:solidFill>
                    </a:rPr>
                    <a:t>Φ(</a:t>
                  </a:r>
                  <a:r>
                    <a:rPr i="1" lang="en-US">
                      <a:solidFill>
                        <a:srgbClr val="7030A0"/>
                      </a:solidFill>
                    </a:rPr>
                    <a:t>n</a:t>
                  </a:r>
                  <a:r>
                    <a:rPr lang="en-US">
                      <a:solidFill>
                        <a:srgbClr val="7030A0"/>
                      </a:solidFill>
                    </a:rPr>
                    <a:t>)</a:t>
                  </a:r>
                  <a:r>
                    <a:rPr lang="en-US"/>
                    <a:t>) = 1. </a:t>
                  </a:r>
                </a:p>
                <a:p>
                  <a:r>
                    <a:rPr lang="en-US"/>
                    <a:t>5. Compute the private key </a:t>
                  </a:r>
                  <a:r>
                    <a:rPr i="1" lang="en-US">
                      <a:solidFill>
                        <a:schemeClr val="tx2">
                          <a:lumMod val="75000"/>
                        </a:schemeClr>
                      </a:solidFill>
                    </a:rPr>
                    <a:t>d</a:t>
                  </a:r>
                  <a:r>
                    <a:rPr i="1" lang="en-US"/>
                    <a:t> </a:t>
                  </a:r>
                  <a:r>
                    <a:rPr lang="en-US"/>
                    <a:t>such that </a:t>
                  </a:r>
                  <a:r>
                    <a:rPr i="1" lang="en-US">
                      <a:solidFill>
                        <a:schemeClr val="tx2">
                          <a:lumMod val="75000"/>
                        </a:schemeClr>
                      </a:solidFill>
                    </a:rPr>
                    <a:t>d</a:t>
                  </a:r>
                  <a:r>
                    <a:rPr lang="en-US"/>
                    <a:t>·</a:t>
                  </a:r>
                  <a:r>
                    <a:rPr i="1" lang="en-US">
                      <a:solidFill>
                        <a:srgbClr val="0070C0"/>
                      </a:solidFill>
                    </a:rPr>
                    <a:t> e</a:t>
                  </a:r>
                  <a:r>
                    <a:rPr i="1" lang="en-US"/>
                    <a:t> </a:t>
                  </a:r>
                  <a:r>
                    <a:rPr lang="en-US"/>
                    <a:t>≡ 1 mod </a:t>
                  </a:r>
                  <a:r>
                    <a:rPr lang="el-GR">
                      <a:solidFill>
                        <a:srgbClr val="7030A0"/>
                      </a:solidFill>
                    </a:rPr>
                    <a:t>Φ(</a:t>
                  </a:r>
                  <a:r>
                    <a:rPr i="1" lang="en-US">
                      <a:solidFill>
                        <a:srgbClr val="7030A0"/>
                      </a:solidFill>
                    </a:rPr>
                    <a:t>n</a:t>
                  </a:r>
                  <a:r>
                    <a:rPr lang="en-US">
                      <a:solidFill>
                        <a:srgbClr val="7030A0"/>
                      </a:solidFill>
                    </a:rPr>
                    <a:t>)</a:t>
                  </a:r>
                  <a:r>
                    <a:rPr lang="en-US"/>
                    <a:t> </a:t>
                  </a:r>
                </a:p>
                <a:p>
                  <a:endParaRPr lang="en-US"/>
                </a:p>
                <a:p>
                  <a:r>
                    <a:rPr b="1" lang="en-US"/>
                    <a:t>Remark:</a:t>
                  </a:r>
                </a:p>
                <a:p>
                  <a:pPr indent="-285750" marL="285750">
                    <a:buFont charset="0" panose="020B0604020202020204" pitchFamily="34" typeface="Arial"/>
                    <a:buChar char="•"/>
                  </a:pPr>
                  <a:r>
                    <a:rPr i="1" lang="en-US">
                      <a:solidFill>
                        <a:srgbClr val="FF0000"/>
                      </a:solidFill>
                    </a:rPr>
                    <a:t>p</a:t>
                  </a:r>
                  <a:r>
                    <a:rPr i="1" lang="en-US"/>
                    <a:t> and </a:t>
                  </a:r>
                  <a:r>
                    <a:rPr i="1" lang="en-US">
                      <a:solidFill>
                        <a:srgbClr val="FF0000"/>
                      </a:solidFill>
                    </a:rPr>
                    <a:t>q </a:t>
                  </a:r>
                  <a14:m>
                    <m:oMath xmlns:m="http://schemas.openxmlformats.org/officeDocument/2006/math">
                      <m:r>
                        <a:rPr i="1" lang="en-US" smtClean="0">
                          <a:solidFill>
                            <a:srgbClr val="FF0000"/>
                          </a:solidFill>
                          <a:latin charset="0" panose="02040503050406030204" pitchFamily="18" typeface="Cambria Math"/>
                          <a:ea charset="0" panose="02040503050406030204" pitchFamily="18" typeface="Cambria Math"/>
                        </a:rPr>
                        <m:t>≥</m:t>
                      </m:r>
                      <m:sSup>
                        <m:sSupPr>
                          <m:ctrlPr>
                            <a:rPr i="1" lang="en-US" smtClean="0">
                              <a:solidFill>
                                <a:srgbClr val="FF0000"/>
                              </a:solidFill>
                              <a:latin charset="0" panose="02040503050406030204" pitchFamily="18" typeface="Cambria Math"/>
                              <a:ea charset="0" panose="02040503050406030204" pitchFamily="18" typeface="Cambria Math"/>
                            </a:rPr>
                          </m:ctrlPr>
                        </m:sSupPr>
                        <m:e>
                          <m:r>
                            <a:rPr b="0" i="1" lang="en-US" smtClean="0">
                              <a:solidFill>
                                <a:srgbClr val="FF0000"/>
                              </a:solidFill>
                              <a:latin charset="0" panose="02040503050406030204" pitchFamily="18" typeface="Cambria Math"/>
                              <a:ea charset="0" panose="02040503050406030204" pitchFamily="18" typeface="Cambria Math"/>
                            </a:rPr>
                            <m:t>2</m:t>
                          </m:r>
                        </m:e>
                        <m:sup>
                          <m:r>
                            <a:rPr b="0" i="1" lang="en-US" smtClean="0">
                              <a:solidFill>
                                <a:srgbClr val="FF0000"/>
                              </a:solidFill>
                              <a:latin charset="0" panose="02040503050406030204" pitchFamily="18" typeface="Cambria Math"/>
                              <a:ea charset="0" panose="02040503050406030204" pitchFamily="18" typeface="Cambria Math"/>
                            </a:rPr>
                            <m:t>512</m:t>
                          </m:r>
                        </m:sup>
                      </m:sSup>
                    </m:oMath>
                  </a14:m>
                  <a:r>
                    <a:rPr lang="en-US"/>
                    <a:t> and </a:t>
                  </a:r>
                  <a:r>
                    <a:rPr i="1" lang="en-US">
                      <a:solidFill>
                        <a:schemeClr val="accent1">
                          <a:lumMod val="75000"/>
                        </a:schemeClr>
                      </a:solidFill>
                    </a:rPr>
                    <a:t>n </a:t>
                  </a:r>
                  <a14:m>
                    <m:oMath xmlns:m="http://schemas.openxmlformats.org/officeDocument/2006/math">
                      <m:r>
                        <a:rPr i="1" lang="en-US" smtClean="0">
                          <a:solidFill>
                            <a:schemeClr val="accent1">
                              <a:lumMod val="75000"/>
                            </a:schemeClr>
                          </a:solidFill>
                          <a:latin charset="0" panose="02040503050406030204" pitchFamily="18" typeface="Cambria Math"/>
                          <a:ea charset="0" panose="02040503050406030204" pitchFamily="18" typeface="Cambria Math"/>
                        </a:rPr>
                        <m:t>≥</m:t>
                      </m:r>
                      <m:sSup>
                        <m:sSupPr>
                          <m:ctrlPr>
                            <a:rPr i="1" lang="en-US">
                              <a:solidFill>
                                <a:schemeClr val="accent1">
                                  <a:lumMod val="75000"/>
                                </a:schemeClr>
                              </a:solidFill>
                              <a:latin charset="0" panose="02040503050406030204" pitchFamily="18" typeface="Cambria Math"/>
                              <a:ea charset="0" panose="02040503050406030204" pitchFamily="18" typeface="Cambria Math"/>
                            </a:rPr>
                          </m:ctrlPr>
                        </m:sSupPr>
                        <m:e>
                          <m:r>
                            <a:rPr i="1" lang="en-US">
                              <a:solidFill>
                                <a:schemeClr val="accent1">
                                  <a:lumMod val="75000"/>
                                </a:schemeClr>
                              </a:solidFill>
                              <a:latin charset="0" panose="02040503050406030204" pitchFamily="18" typeface="Cambria Math"/>
                              <a:ea charset="0" panose="02040503050406030204" pitchFamily="18" typeface="Cambria Math"/>
                            </a:rPr>
                            <m:t>2</m:t>
                          </m:r>
                        </m:e>
                        <m:sup>
                          <m:r>
                            <a:rPr b="0" i="1" lang="en-US" smtClean="0">
                              <a:solidFill>
                                <a:schemeClr val="accent1">
                                  <a:lumMod val="75000"/>
                                </a:schemeClr>
                              </a:solidFill>
                              <a:latin charset="0" panose="02040503050406030204" pitchFamily="18" typeface="Cambria Math"/>
                              <a:ea charset="0" panose="02040503050406030204" pitchFamily="18" typeface="Cambria Math"/>
                            </a:rPr>
                            <m:t>1024</m:t>
                          </m:r>
                        </m:sup>
                      </m:sSup>
                    </m:oMath>
                  </a14:m>
                  <a:endParaRPr lang="en-US"/>
                </a:p>
              </p:txBody>
            </p:sp>
          </mc:Choice>
          <mc:Fallback>
            <p:sp>
              <p:nvSpPr>
                <p:cNvPr id="6" name="TextBox 5">
                  <a:extLst>
                    <a:ext uri="{FF2B5EF4-FFF2-40B4-BE49-F238E27FC236}">
                      <a16:creationId xmlns:a16="http://schemas.microsoft.com/office/drawing/2014/main" id="{B7427D3F-6075-4709-BB63-68BEF8FF2563}"/>
                    </a:ext>
                  </a:extLst>
                </p:cNvPr>
                <p:cNvSpPr txBox="1">
                  <a:spLocks noAdjustHandles="1" noChangeArrowheads="1" noChangeAspect="1" noChangeShapeType="1" noEditPoints="1" noMove="1" noResize="1" noRot="1" noTextEdit="1"/>
                </p:cNvSpPr>
                <p:nvPr/>
              </p:nvSpPr>
              <p:spPr>
                <a:xfrm>
                  <a:off x="245065" y="2054468"/>
                  <a:ext cx="5850935" cy="3419398"/>
                </a:xfrm>
                <a:prstGeom prst="rect">
                  <a:avLst/>
                </a:prstGeom>
                <a:blipFill>
                  <a:blip r:embed="rId2"/>
                  <a:stretch>
                    <a:fillRect l="-763" t="-891"/>
                  </a:stretch>
                </a:blipFill>
              </p:spPr>
              <p:txBody>
                <a:bodyPr/>
                <a:lstStyle/>
                <a:p>
                  <a:r>
                    <a:rPr lang="en-US">
                      <a:noFill/>
                    </a:rPr>
                    <a:t> </a:t>
                  </a:r>
                </a:p>
              </p:txBody>
            </p:sp>
          </mc:Fallback>
        </mc:AlternateContent>
      </p:grpSp>
      <p:sp>
        <p:nvSpPr>
          <p:cNvPr id="7" name="Rectangle: Rounded Corners 6">
            <a:extLst>
              <a:ext uri="{FF2B5EF4-FFF2-40B4-BE49-F238E27FC236}">
                <a16:creationId xmlns:a16="http://schemas.microsoft.com/office/drawing/2014/main" id="{B9B11727-02B9-40B0-BEC6-651CB5E86F3B}"/>
              </a:ext>
              <a:ext uri="{C183D7F6-B498-43B3-948B-1728B52AA6E4}">
                <adec:decorative xmlns:adec="http://schemas.microsoft.com/office/drawing/2017/decorative" val="1"/>
              </a:ext>
            </a:extLst>
          </p:cNvPr>
          <p:cNvSpPr/>
          <p:nvPr/>
        </p:nvSpPr>
        <p:spPr>
          <a:xfrm>
            <a:off x="4592490" y="4120843"/>
            <a:ext cx="1909910" cy="337787"/>
          </a:xfrm>
          <a:prstGeom prst="round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8" name="Rectangle: Rounded Corners 7">
            <a:extLst>
              <a:ext uri="{FF2B5EF4-FFF2-40B4-BE49-F238E27FC236}">
                <a16:creationId xmlns:a16="http://schemas.microsoft.com/office/drawing/2014/main" id="{721B44ED-E267-4FF9-BF37-F3A74769E632}"/>
              </a:ext>
              <a:ext uri="{C183D7F6-B498-43B3-948B-1728B52AA6E4}">
                <adec:decorative xmlns:adec="http://schemas.microsoft.com/office/drawing/2017/decorative" val="1"/>
              </a:ext>
            </a:extLst>
          </p:cNvPr>
          <p:cNvSpPr/>
          <p:nvPr/>
        </p:nvSpPr>
        <p:spPr>
          <a:xfrm>
            <a:off x="623392" y="3861461"/>
            <a:ext cx="1708029" cy="259382"/>
          </a:xfrm>
          <a:prstGeom prst="roundRect">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en-US"/>
          </a:p>
        </p:txBody>
      </p:sp>
      <p:sp>
        <p:nvSpPr>
          <p:cNvPr id="19" name="TextBox 18">
            <a:extLst>
              <a:ext uri="{FF2B5EF4-FFF2-40B4-BE49-F238E27FC236}">
                <a16:creationId xmlns:a16="http://schemas.microsoft.com/office/drawing/2014/main" id="{B5D3BE3E-76B0-F54F-BF8C-16BB06598AF7}"/>
              </a:ext>
            </a:extLst>
          </p:cNvPr>
          <p:cNvSpPr txBox="1"/>
          <p:nvPr/>
        </p:nvSpPr>
        <p:spPr>
          <a:xfrm>
            <a:off x="7176120" y="2060848"/>
            <a:ext cx="5537431" cy="400110"/>
          </a:xfrm>
          <a:prstGeom prst="rect">
            <a:avLst/>
          </a:prstGeom>
          <a:noFill/>
        </p:spPr>
        <p:txBody>
          <a:bodyPr rtlCol="0" wrap="square">
            <a:spAutoFit/>
          </a:bodyPr>
          <a:lstStyle/>
          <a:p>
            <a:pPr indent="-285750" marL="285750">
              <a:buFont charset="0" panose="020B0604020202020204" pitchFamily="34" typeface="Arial"/>
              <a:buChar char="•"/>
            </a:pPr>
            <a:r>
              <a:rPr dirty="0" lang="en-US" sz="2000"/>
              <a:t>How to choose the value of </a:t>
            </a:r>
            <a:r>
              <a:rPr dirty="0" i="1" lang="en-US" sz="2000">
                <a:solidFill>
                  <a:srgbClr val="0070C0"/>
                </a:solidFill>
              </a:rPr>
              <a:t>e</a:t>
            </a:r>
            <a:r>
              <a:rPr dirty="0" lang="en-US" sz="2000"/>
              <a:t>?</a:t>
            </a:r>
          </a:p>
        </p:txBody>
      </p:sp>
      <p:sp>
        <p:nvSpPr>
          <p:cNvPr id="21" name="TextBox 20">
            <a:extLst>
              <a:ext uri="{FF2B5EF4-FFF2-40B4-BE49-F238E27FC236}">
                <a16:creationId xmlns:a16="http://schemas.microsoft.com/office/drawing/2014/main" id="{FDEFE675-626C-458C-8B47-64459BA5AD9C}"/>
              </a:ext>
            </a:extLst>
          </p:cNvPr>
          <p:cNvSpPr txBox="1"/>
          <p:nvPr/>
        </p:nvSpPr>
        <p:spPr>
          <a:xfrm>
            <a:off x="94593" y="5980386"/>
            <a:ext cx="5972917" cy="338554"/>
          </a:xfrm>
          <a:prstGeom prst="rect">
            <a:avLst/>
          </a:prstGeom>
          <a:noFill/>
        </p:spPr>
        <p:txBody>
          <a:bodyPr rtlCol="0" wrap="none">
            <a:spAutoFit/>
          </a:bodyPr>
          <a:lstStyle/>
          <a:p>
            <a:r>
              <a:rPr dirty="0" i="1" lang="en-US" sz="1600"/>
              <a:t>Ref: </a:t>
            </a:r>
            <a:r>
              <a:rPr b="1" dirty="0" i="1" lang="en-US" sz="1600"/>
              <a:t>Euclidean Algorithm</a:t>
            </a:r>
            <a:r>
              <a:rPr dirty="0" i="1" lang="en-US" sz="1600"/>
              <a:t> </a:t>
            </a:r>
            <a:r>
              <a:rPr dirty="0" i="1" lang="en-US" sz="1600">
                <a:hlinkClick r:id="rId3"/>
              </a:rPr>
              <a:t>https://www.di-mgt.com.au/euclidean.html</a:t>
            </a:r>
            <a:r>
              <a:rPr dirty="0" i="1" lang="en-US" sz="1600"/>
              <a:t> </a:t>
            </a:r>
          </a:p>
        </p:txBody>
      </p:sp>
      <p:sp>
        <p:nvSpPr>
          <p:cNvPr id="4" name="Slide Number Placeholder 3">
            <a:extLst>
              <a:ext uri="{FF2B5EF4-FFF2-40B4-BE49-F238E27FC236}">
                <a16:creationId xmlns:a16="http://schemas.microsoft.com/office/drawing/2014/main" id="{156D1CAB-E2F9-473A-859F-24502737ECFB}"/>
              </a:ext>
            </a:extLst>
          </p:cNvPr>
          <p:cNvSpPr>
            <a:spLocks noGrp="1"/>
          </p:cNvSpPr>
          <p:nvPr>
            <p:ph idx="12" sz="quarter" type="sldNum"/>
          </p:nvPr>
        </p:nvSpPr>
        <p:spPr/>
        <p:txBody>
          <a:bodyPr/>
          <a:lstStyle/>
          <a:p>
            <a:fld id="{3EE413A7-32C0-42B9-8169-A32BFBDA280A}" type="slidenum">
              <a:rPr lang="en-US" smtClean="0"/>
              <a:t>5</a:t>
            </a:fld>
            <a:endParaRPr lang="en-US"/>
          </a:p>
        </p:txBody>
      </p:sp>
    </p:spTree>
    <p:extLst>
      <p:ext uri="{BB962C8B-B14F-4D97-AF65-F5344CB8AC3E}">
        <p14:creationId xmlns:p14="http://schemas.microsoft.com/office/powerpoint/2010/main" val="4253611217"/>
      </p:ext>
    </p:extLst>
  </p:cSld>
  <p:clrMapOvr>
    <a:masterClrMapping/>
  </p:clrMapOvr>
  <mc:AlternateContent xmlns:mc="http://schemas.openxmlformats.org/markup-compatibility/2006" xmlns:p14="http://schemas.microsoft.com/office/powerpoint/2010/main">
    <mc:Choice Requires="p14">
      <p:transition advTm="44085" p14:dur="2000" spd="slow"/>
    </mc:Choice>
    <mc:Fallback>
      <p:transition advTm="44085"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8156D-2732-480E-A467-F43204CBFC31}"/>
              </a:ext>
            </a:extLst>
          </p:cNvPr>
          <p:cNvSpPr>
            <a:spLocks noGrp="1"/>
          </p:cNvSpPr>
          <p:nvPr>
            <p:ph type="title"/>
          </p:nvPr>
        </p:nvSpPr>
        <p:spPr/>
        <p:txBody>
          <a:bodyPr/>
          <a:lstStyle/>
          <a:p>
            <a:r>
              <a:rPr dirty="0" lang="en-US"/>
              <a:t>Key Generation</a:t>
            </a:r>
          </a:p>
        </p:txBody>
      </p:sp>
      <mc:AlternateContent xmlns:a14="http://schemas.microsoft.com/office/drawing/2010/main" xmlns:mc="http://schemas.openxmlformats.org/markup-compatibility/2006">
        <mc:Choice Requires="a14">
          <p:sp>
            <p:nvSpPr>
              <p:cNvPr id="11" name="TextBox 10">
                <a:extLst>
                  <a:ext uri="{FF2B5EF4-FFF2-40B4-BE49-F238E27FC236}">
                    <a16:creationId xmlns:a16="http://schemas.microsoft.com/office/drawing/2014/main" id="{8363CF0A-703D-4DF2-A623-4DB408197CFB}"/>
                  </a:ext>
                </a:extLst>
              </p:cNvPr>
              <p:cNvSpPr txBox="1"/>
              <p:nvPr/>
            </p:nvSpPr>
            <p:spPr>
              <a:xfrm>
                <a:off x="6433852" y="2028497"/>
                <a:ext cx="5537431" cy="1382430"/>
              </a:xfrm>
              <a:prstGeom prst="rect">
                <a:avLst/>
              </a:prstGeom>
              <a:noFill/>
            </p:spPr>
            <p:txBody>
              <a:bodyPr rtlCol="0" wrap="square">
                <a:spAutoFit/>
              </a:bodyPr>
              <a:lstStyle/>
              <a:p>
                <a:pPr indent="-285750" marL="285750">
                  <a:buFont charset="0" panose="020B0604020202020204" pitchFamily="34" typeface="Arial"/>
                  <a:buChar char="•"/>
                </a:pPr>
                <a:r>
                  <a:rPr dirty="0" lang="en-US" sz="2000"/>
                  <a:t>How to choose the value of </a:t>
                </a:r>
                <a:r>
                  <a:rPr dirty="0" i="1" lang="en-US" sz="2000">
                    <a:solidFill>
                      <a:srgbClr val="0070C0"/>
                    </a:solidFill>
                  </a:rPr>
                  <a:t>e</a:t>
                </a:r>
                <a:r>
                  <a:rPr dirty="0" lang="en-US" sz="2000"/>
                  <a:t>?</a:t>
                </a:r>
              </a:p>
              <a:p>
                <a:pPr indent="-285750" marL="285750">
                  <a:buFont charset="0" panose="020B0604020202020204" pitchFamily="34" typeface="Arial"/>
                  <a:buChar char="•"/>
                </a:pPr>
                <a:r>
                  <a:rPr dirty="0" lang="en-US" sz="2000"/>
                  <a:t>Encryption: </a:t>
                </a:r>
                <a14:m>
                  <m:oMath xmlns:m="http://schemas.openxmlformats.org/officeDocument/2006/math">
                    <m:r>
                      <a:rPr dirty="0" i="1" lang="en-US" sz="2000">
                        <a:latin charset="0" panose="02040503050406030204" pitchFamily="18" typeface="Cambria Math"/>
                      </a:rPr>
                      <m:t>𝑦</m:t>
                    </m:r>
                    <m:r>
                      <a:rPr dirty="0" i="1" lang="en-US" sz="2000">
                        <a:latin charset="0" panose="02040503050406030204" pitchFamily="18" typeface="Cambria Math"/>
                      </a:rPr>
                      <m:t>=</m:t>
                    </m:r>
                    <m:sSub>
                      <m:sSubPr>
                        <m:ctrlPr>
                          <a:rPr dirty="0" i="1" lang="en-US" sz="2000">
                            <a:latin charset="0" panose="02040503050406030204" pitchFamily="18" typeface="Cambria Math"/>
                          </a:rPr>
                        </m:ctrlPr>
                      </m:sSubPr>
                      <m:e>
                        <m:r>
                          <a:rPr dirty="0" i="1" lang="en-US" sz="2000">
                            <a:latin charset="0" panose="02040503050406030204" pitchFamily="18" typeface="Cambria Math"/>
                          </a:rPr>
                          <m:t>𝑒</m:t>
                        </m:r>
                      </m:e>
                      <m:sub>
                        <m:sSub>
                          <m:sSubPr>
                            <m:ctrlPr>
                              <a:rPr dirty="0" i="1" lang="en-US" sz="2000">
                                <a:latin charset="0" panose="02040503050406030204" pitchFamily="18" typeface="Cambria Math"/>
                              </a:rPr>
                            </m:ctrlPr>
                          </m:sSubPr>
                          <m:e>
                            <m:r>
                              <a:rPr dirty="0" i="1" lang="en-US" sz="2000">
                                <a:latin charset="0" panose="02040503050406030204" pitchFamily="18" typeface="Cambria Math"/>
                              </a:rPr>
                              <m:t>𝑘</m:t>
                            </m:r>
                          </m:e>
                          <m:sub>
                            <m:r>
                              <a:rPr dirty="0" i="1" lang="en-US" sz="2000">
                                <a:latin charset="0" panose="02040503050406030204" pitchFamily="18" typeface="Cambria Math"/>
                              </a:rPr>
                              <m:t>𝑝𝑢𝑏</m:t>
                            </m:r>
                          </m:sub>
                        </m:sSub>
                      </m:sub>
                    </m:sSub>
                    <m:d>
                      <m:dPr>
                        <m:ctrlPr>
                          <a:rPr dirty="0" i="1" lang="en-US" sz="2000">
                            <a:latin charset="0" panose="02040503050406030204" pitchFamily="18" typeface="Cambria Math"/>
                          </a:rPr>
                        </m:ctrlPr>
                      </m:dPr>
                      <m:e>
                        <m:r>
                          <a:rPr dirty="0" i="1" lang="en-US" sz="2000">
                            <a:latin charset="0" panose="02040503050406030204" pitchFamily="18" typeface="Cambria Math"/>
                          </a:rPr>
                          <m:t>𝑥</m:t>
                        </m:r>
                      </m:e>
                    </m:d>
                    <m:r>
                      <a:rPr dirty="0" i="1" lang="en-US" sz="2000">
                        <a:latin charset="0" panose="02040503050406030204" pitchFamily="18" typeface="Cambria Math"/>
                      </a:rPr>
                      <m:t>≡</m:t>
                    </m:r>
                    <m:sSup>
                      <m:sSupPr>
                        <m:ctrlPr>
                          <a:rPr dirty="0" i="1" lang="en-US" sz="2000">
                            <a:latin charset="0" panose="02040503050406030204" pitchFamily="18" typeface="Cambria Math"/>
                          </a:rPr>
                        </m:ctrlPr>
                      </m:sSupPr>
                      <m:e>
                        <m:r>
                          <a:rPr dirty="0" i="1" lang="en-US" sz="2000">
                            <a:latin charset="0" panose="02040503050406030204" pitchFamily="18" typeface="Cambria Math"/>
                          </a:rPr>
                          <m:t>𝑥</m:t>
                        </m:r>
                      </m:e>
                      <m:sup>
                        <m:r>
                          <a:rPr dirty="0" i="1" lang="en-US" sz="2000">
                            <a:solidFill>
                              <a:srgbClr val="0070C0"/>
                            </a:solidFill>
                            <a:latin charset="0" panose="02040503050406030204" pitchFamily="18" typeface="Cambria Math"/>
                          </a:rPr>
                          <m:t>𝑒</m:t>
                        </m:r>
                      </m:sup>
                    </m:sSup>
                    <m:r>
                      <a:rPr dirty="0" i="1" lang="en-US" sz="2000">
                        <a:latin charset="0" panose="02040503050406030204" pitchFamily="18" typeface="Cambria Math"/>
                      </a:rPr>
                      <m:t> </m:t>
                    </m:r>
                    <m:r>
                      <m:rPr>
                        <m:sty m:val="p"/>
                      </m:rPr>
                      <a:rPr dirty="0" lang="en-US" sz="2000">
                        <a:latin charset="0" panose="02040503050406030204" pitchFamily="18" typeface="Cambria Math"/>
                      </a:rPr>
                      <m:t>mod</m:t>
                    </m:r>
                    <m:r>
                      <a:rPr dirty="0" i="1" lang="en-US" sz="2000">
                        <a:latin charset="0" panose="02040503050406030204" pitchFamily="18" typeface="Cambria Math"/>
                      </a:rPr>
                      <m:t> </m:t>
                    </m:r>
                    <m:r>
                      <a:rPr dirty="0" i="1" lang="en-US" sz="2000">
                        <a:solidFill>
                          <a:schemeClr val="accent1">
                            <a:lumMod val="75000"/>
                          </a:schemeClr>
                        </a:solidFill>
                        <a:latin charset="0" panose="02040503050406030204" pitchFamily="18" typeface="Cambria Math"/>
                      </a:rPr>
                      <m:t>𝑛</m:t>
                    </m:r>
                  </m:oMath>
                </a14:m>
                <a:endParaRPr dirty="0" lang="en-US" sz="2000"/>
              </a:p>
              <a:p>
                <a:pPr indent="-342900" lvl="1" marL="800100">
                  <a:buFont charset="2" panose="05000000000000000000" pitchFamily="2" typeface="Wingdings"/>
                  <a:buChar char="Ø"/>
                </a:pPr>
                <a:r>
                  <a:rPr dirty="0" lang="en-US" sz="2000"/>
                  <a:t>Efficient Exponentiation </a:t>
                </a:r>
              </a:p>
              <a:p>
                <a:pPr indent="-342900" marL="342900">
                  <a:buFont charset="0" panose="020B0604020202020204" pitchFamily="34" typeface="Arial"/>
                  <a:buChar char="•"/>
                </a:pPr>
                <a:r>
                  <a:rPr b="1" dirty="0" lang="en-US" sz="2000">
                    <a:solidFill>
                      <a:srgbClr val="FF0000"/>
                    </a:solidFill>
                  </a:rPr>
                  <a:t>Square and Multiply Algorithm*</a:t>
                </a:r>
              </a:p>
            </p:txBody>
          </p:sp>
        </mc:Choice>
        <mc:Fallback>
          <p:sp>
            <p:nvSpPr>
              <p:cNvPr id="11" name="TextBox 10">
                <a:extLst>
                  <a:ext uri="{FF2B5EF4-FFF2-40B4-BE49-F238E27FC236}">
                    <a16:creationId xmlns:a16="http://schemas.microsoft.com/office/drawing/2014/main" id="{8363CF0A-703D-4DF2-A623-4DB408197CFB}"/>
                  </a:ext>
                </a:extLst>
              </p:cNvPr>
              <p:cNvSpPr txBox="1">
                <a:spLocks noAdjustHandles="1" noChangeArrowheads="1" noChangeAspect="1" noChangeShapeType="1" noEditPoints="1" noMove="1" noResize="1" noRot="1" noTextEdit="1"/>
              </p:cNvSpPr>
              <p:nvPr/>
            </p:nvSpPr>
            <p:spPr>
              <a:xfrm>
                <a:off x="6433852" y="2028497"/>
                <a:ext cx="5537431" cy="1382430"/>
              </a:xfrm>
              <a:prstGeom prst="rect">
                <a:avLst/>
              </a:prstGeom>
              <a:blipFill>
                <a:blip r:embed="rId5"/>
                <a:stretch>
                  <a:fillRect b="-7048" l="-990" t="-2643"/>
                </a:stretch>
              </a:blipFill>
            </p:spPr>
            <p:txBody>
              <a:bodyPr/>
              <a:lstStyle/>
              <a:p>
                <a:r>
                  <a:rPr lang="en-US">
                    <a:noFill/>
                  </a:rPr>
                  <a:t> </a:t>
                </a:r>
              </a:p>
            </p:txBody>
          </p:sp>
        </mc:Fallback>
      </mc:AlternateContent>
      <p:pic>
        <p:nvPicPr>
          <p:cNvPr descr="Table comparing public key exponent values: e=3 as binary 11 with 3 operations, e=17 as binary 10001 with 5 operations, and e=2^16+1 as binary with 17 operations" id="18" name="Picture 17">
            <a:extLst>
              <a:ext uri="{FF2B5EF4-FFF2-40B4-BE49-F238E27FC236}">
                <a16:creationId xmlns:a16="http://schemas.microsoft.com/office/drawing/2014/main" id="{58879C7D-2D7B-427B-BD50-29667AFDC6B1}"/>
              </a:ext>
            </a:extLst>
          </p:cNvPr>
          <p:cNvPicPr>
            <a:picLocks noChangeAspect="1"/>
          </p:cNvPicPr>
          <p:nvPr/>
        </p:nvPicPr>
        <p:blipFill>
          <a:blip r:embed="rId6"/>
          <a:stretch>
            <a:fillRect/>
          </a:stretch>
        </p:blipFill>
        <p:spPr>
          <a:xfrm>
            <a:off x="6522983" y="3541566"/>
            <a:ext cx="5448300" cy="1457325"/>
          </a:xfrm>
          <a:prstGeom prst="rect">
            <a:avLst/>
          </a:prstGeom>
        </p:spPr>
      </p:pic>
      <p:sp>
        <p:nvSpPr>
          <p:cNvPr id="12" name="Rectangle 11">
            <a:extLst>
              <a:ext uri="{FF2B5EF4-FFF2-40B4-BE49-F238E27FC236}">
                <a16:creationId xmlns:a16="http://schemas.microsoft.com/office/drawing/2014/main" id="{71663600-DBE8-40F0-B6EA-2B6D604B6BCB}"/>
              </a:ext>
            </a:extLst>
          </p:cNvPr>
          <p:cNvSpPr/>
          <p:nvPr/>
        </p:nvSpPr>
        <p:spPr>
          <a:xfrm>
            <a:off x="211939" y="6050910"/>
            <a:ext cx="10373393" cy="307777"/>
          </a:xfrm>
          <a:prstGeom prst="rect">
            <a:avLst/>
          </a:prstGeom>
        </p:spPr>
        <p:txBody>
          <a:bodyPr wrap="square">
            <a:spAutoFit/>
          </a:bodyPr>
          <a:lstStyle/>
          <a:p>
            <a:r>
              <a:rPr dirty="0" i="1" lang="en-US" sz="1400"/>
              <a:t>*Ref: </a:t>
            </a:r>
            <a:r>
              <a:rPr b="1" dirty="0" i="1" lang="en-US" sz="1400"/>
              <a:t>Square and Multiply Algorithm. </a:t>
            </a:r>
            <a:r>
              <a:rPr dirty="0" lang="en-US" sz="1400">
                <a:hlinkClick r:id="rId7"/>
              </a:rPr>
              <a:t>https://www.practicalnetworking.net/stand-alone/square-and-multiply/</a:t>
            </a:r>
            <a:r>
              <a:rPr dirty="0" lang="en-US" sz="1400"/>
              <a:t> </a:t>
            </a:r>
          </a:p>
        </p:txBody>
      </p:sp>
      <p:grpSp>
        <p:nvGrpSpPr>
          <p:cNvPr id="13" name="Group 12">
            <a:extLst>
              <a:ext uri="{FF2B5EF4-FFF2-40B4-BE49-F238E27FC236}">
                <a16:creationId xmlns:a16="http://schemas.microsoft.com/office/drawing/2014/main" id="{EA556410-879A-AC4C-BC95-969C01258A8B}"/>
              </a:ext>
            </a:extLst>
          </p:cNvPr>
          <p:cNvGrpSpPr/>
          <p:nvPr/>
        </p:nvGrpSpPr>
        <p:grpSpPr>
          <a:xfrm>
            <a:off x="112754" y="2242455"/>
            <a:ext cx="6410229" cy="3419399"/>
            <a:chOff x="221779" y="2054467"/>
            <a:chExt cx="5874221" cy="3419399"/>
          </a:xfrm>
        </p:grpSpPr>
        <p:sp>
          <p:nvSpPr>
            <p:cNvPr id="14" name="Rectangle 13">
              <a:extLst>
                <a:ext uri="{FF2B5EF4-FFF2-40B4-BE49-F238E27FC236}">
                  <a16:creationId xmlns:a16="http://schemas.microsoft.com/office/drawing/2014/main" id="{F70E87FF-BCCF-F246-B8A6-9B5B502AF48F}"/>
                </a:ext>
              </a:extLst>
            </p:cNvPr>
            <p:cNvSpPr/>
            <p:nvPr/>
          </p:nvSpPr>
          <p:spPr>
            <a:xfrm>
              <a:off x="221779" y="2054467"/>
              <a:ext cx="5764174" cy="3263767"/>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buFont charset="0" pitchFamily="34" typeface="Arial"/>
                <a:buChar char="•"/>
              </a:pPr>
              <a:r>
                <a:rPr dirty="0" lang="en-US"/>
                <a:t> </a:t>
              </a:r>
            </a:p>
          </p:txBody>
        </p:sp>
        <mc:AlternateContent xmlns:a14="http://schemas.microsoft.com/office/drawing/2010/main" xmlns:mc="http://schemas.openxmlformats.org/markup-compatibility/2006">
          <mc:Choice Requires="a14">
            <p:sp>
              <p:nvSpPr>
                <p:cNvPr id="15" name="TextBox 14">
                  <a:extLst>
                    <a:ext uri="{FF2B5EF4-FFF2-40B4-BE49-F238E27FC236}">
                      <a16:creationId xmlns:a16="http://schemas.microsoft.com/office/drawing/2014/main" id="{7D12F917-2851-794B-887D-763B002F3E03}"/>
                    </a:ext>
                  </a:extLst>
                </p:cNvPr>
                <p:cNvSpPr txBox="1"/>
                <p:nvPr/>
              </p:nvSpPr>
              <p:spPr>
                <a:xfrm>
                  <a:off x="245065" y="2054468"/>
                  <a:ext cx="5850935" cy="3419398"/>
                </a:xfrm>
                <a:prstGeom prst="rect">
                  <a:avLst/>
                </a:prstGeom>
                <a:noFill/>
              </p:spPr>
              <p:txBody>
                <a:bodyPr rtlCol="0" wrap="square">
                  <a:spAutoFit/>
                </a:bodyPr>
                <a:lstStyle/>
                <a:p>
                  <a:r>
                    <a:rPr b="1" dirty="0" lang="en-US"/>
                    <a:t>RSA Key Generation</a:t>
                  </a:r>
                  <a:br>
                    <a:rPr b="1" dirty="0" lang="en-US"/>
                  </a:br>
                  <a:r>
                    <a:rPr b="1" dirty="0" lang="en-US"/>
                    <a:t>Output</a:t>
                  </a:r>
                  <a:r>
                    <a:rPr dirty="0" lang="en-US"/>
                    <a:t>: public key: </a:t>
                  </a:r>
                  <a:r>
                    <a:rPr dirty="0" err="1" i="1" lang="en-US">
                      <a:solidFill>
                        <a:schemeClr val="accent1">
                          <a:lumMod val="75000"/>
                        </a:schemeClr>
                      </a:solidFill>
                    </a:rPr>
                    <a:t>k</a:t>
                  </a:r>
                  <a:r>
                    <a:rPr baseline="-25000" dirty="0" err="1" i="1" lang="en-US">
                      <a:solidFill>
                        <a:schemeClr val="accent1">
                          <a:lumMod val="75000"/>
                        </a:schemeClr>
                      </a:solidFill>
                    </a:rPr>
                    <a:t>pub</a:t>
                  </a:r>
                  <a:r>
                    <a:rPr dirty="0" i="1" lang="en-US"/>
                    <a:t> </a:t>
                  </a:r>
                  <a:r>
                    <a:rPr dirty="0" lang="en-US"/>
                    <a:t>= (</a:t>
                  </a:r>
                  <a:r>
                    <a:rPr dirty="0" i="1" lang="en-US">
                      <a:solidFill>
                        <a:schemeClr val="accent1">
                          <a:lumMod val="75000"/>
                        </a:schemeClr>
                      </a:solidFill>
                    </a:rPr>
                    <a:t>n</a:t>
                  </a:r>
                  <a:r>
                    <a:rPr dirty="0" lang="en-US"/>
                    <a:t>,</a:t>
                  </a:r>
                  <a:r>
                    <a:rPr dirty="0" i="1" lang="en-US">
                      <a:solidFill>
                        <a:srgbClr val="0070C0"/>
                      </a:solidFill>
                    </a:rPr>
                    <a:t> e</a:t>
                  </a:r>
                  <a:r>
                    <a:rPr dirty="0" lang="en-US"/>
                    <a:t>) and private key: </a:t>
                  </a:r>
                  <a:r>
                    <a:rPr dirty="0" err="1" i="1" lang="en-US">
                      <a:solidFill>
                        <a:schemeClr val="tx2">
                          <a:lumMod val="75000"/>
                        </a:schemeClr>
                      </a:solidFill>
                    </a:rPr>
                    <a:t>k</a:t>
                  </a:r>
                  <a:r>
                    <a:rPr baseline="-25000" dirty="0" err="1" i="1" lang="en-US">
                      <a:solidFill>
                        <a:schemeClr val="tx2">
                          <a:lumMod val="75000"/>
                        </a:schemeClr>
                      </a:solidFill>
                    </a:rPr>
                    <a:t>pr</a:t>
                  </a:r>
                  <a:r>
                    <a:rPr dirty="0" i="1" lang="en-US"/>
                    <a:t> </a:t>
                  </a:r>
                  <a:r>
                    <a:rPr dirty="0" lang="en-US"/>
                    <a:t>= </a:t>
                  </a:r>
                  <a:r>
                    <a:rPr dirty="0" i="1" lang="en-US">
                      <a:solidFill>
                        <a:schemeClr val="tx2">
                          <a:lumMod val="75000"/>
                        </a:schemeClr>
                      </a:solidFill>
                    </a:rPr>
                    <a:t>d</a:t>
                  </a:r>
                  <a:br>
                    <a:rPr dirty="0" lang="en-US"/>
                  </a:br>
                  <a:r>
                    <a:rPr dirty="0" lang="en-US"/>
                    <a:t>1. Choose two large primes </a:t>
                  </a:r>
                  <a:r>
                    <a:rPr dirty="0" i="1" lang="en-US">
                      <a:solidFill>
                        <a:srgbClr val="FF0000"/>
                      </a:solidFill>
                    </a:rPr>
                    <a:t>p</a:t>
                  </a:r>
                  <a:r>
                    <a:rPr dirty="0" i="1" lang="en-US"/>
                    <a:t> </a:t>
                  </a:r>
                  <a:r>
                    <a:rPr dirty="0" lang="en-US"/>
                    <a:t>and </a:t>
                  </a:r>
                  <a:r>
                    <a:rPr dirty="0" i="1" lang="en-US">
                      <a:solidFill>
                        <a:srgbClr val="FF0000"/>
                      </a:solidFill>
                    </a:rPr>
                    <a:t>q</a:t>
                  </a:r>
                  <a:r>
                    <a:rPr dirty="0" lang="en-US"/>
                    <a:t>.</a:t>
                  </a:r>
                  <a:br>
                    <a:rPr dirty="0" lang="en-US"/>
                  </a:br>
                  <a:r>
                    <a:rPr dirty="0" lang="en-US"/>
                    <a:t>2. Compute </a:t>
                  </a:r>
                  <a:r>
                    <a:rPr dirty="0" i="1" lang="en-US">
                      <a:solidFill>
                        <a:schemeClr val="accent1">
                          <a:lumMod val="75000"/>
                        </a:schemeClr>
                      </a:solidFill>
                    </a:rPr>
                    <a:t>n</a:t>
                  </a:r>
                  <a:r>
                    <a:rPr dirty="0" i="1" lang="en-US"/>
                    <a:t> </a:t>
                  </a:r>
                  <a:r>
                    <a:rPr dirty="0" lang="en-US"/>
                    <a:t>= </a:t>
                  </a:r>
                  <a:r>
                    <a:rPr dirty="0" err="1" i="1" lang="en-US">
                      <a:solidFill>
                        <a:srgbClr val="FF0000"/>
                      </a:solidFill>
                    </a:rPr>
                    <a:t>p</a:t>
                  </a:r>
                  <a:r>
                    <a:rPr dirty="0" err="1" lang="en-US"/>
                    <a:t>·</a:t>
                  </a:r>
                  <a:r>
                    <a:rPr dirty="0" err="1" i="1" lang="en-US">
                      <a:solidFill>
                        <a:srgbClr val="FF0000"/>
                      </a:solidFill>
                    </a:rPr>
                    <a:t>q</a:t>
                  </a:r>
                  <a:r>
                    <a:rPr dirty="0" lang="en-US"/>
                    <a:t>.</a:t>
                  </a:r>
                  <a:br>
                    <a:rPr dirty="0" lang="en-US"/>
                  </a:br>
                  <a:r>
                    <a:rPr dirty="0" lang="en-US"/>
                    <a:t>3. Compute </a:t>
                  </a:r>
                  <a:r>
                    <a:rPr dirty="0" lang="el-GR">
                      <a:solidFill>
                        <a:srgbClr val="7030A0"/>
                      </a:solidFill>
                    </a:rPr>
                    <a:t>Φ(</a:t>
                  </a:r>
                  <a:r>
                    <a:rPr dirty="0" i="1" lang="en-US">
                      <a:solidFill>
                        <a:srgbClr val="7030A0"/>
                      </a:solidFill>
                    </a:rPr>
                    <a:t>n</a:t>
                  </a:r>
                  <a:r>
                    <a:rPr dirty="0" lang="en-US">
                      <a:solidFill>
                        <a:srgbClr val="7030A0"/>
                      </a:solidFill>
                    </a:rPr>
                    <a:t>)</a:t>
                  </a:r>
                  <a:r>
                    <a:rPr dirty="0" lang="en-US"/>
                    <a:t> = (</a:t>
                  </a:r>
                  <a:r>
                    <a:rPr dirty="0" i="1" lang="en-US">
                      <a:solidFill>
                        <a:srgbClr val="FF0000"/>
                      </a:solidFill>
                    </a:rPr>
                    <a:t>p</a:t>
                  </a:r>
                  <a:r>
                    <a:rPr dirty="0" lang="en-US"/>
                    <a:t>−1)(</a:t>
                  </a:r>
                  <a:r>
                    <a:rPr dirty="0" i="1" lang="en-US">
                      <a:solidFill>
                        <a:srgbClr val="FF0000"/>
                      </a:solidFill>
                    </a:rPr>
                    <a:t>q</a:t>
                  </a:r>
                  <a:r>
                    <a:rPr dirty="0" lang="en-US"/>
                    <a:t>−1).</a:t>
                  </a:r>
                  <a:br>
                    <a:rPr dirty="0" lang="en-US"/>
                  </a:br>
                  <a:r>
                    <a:rPr dirty="0" lang="en-US"/>
                    <a:t>4. Select the public exponent </a:t>
                  </a:r>
                  <a:r>
                    <a:rPr dirty="0" i="1" lang="en-US">
                      <a:solidFill>
                        <a:srgbClr val="0070C0"/>
                      </a:solidFill>
                    </a:rPr>
                    <a:t>e</a:t>
                  </a:r>
                  <a:r>
                    <a:rPr dirty="0" i="1" lang="en-US"/>
                    <a:t> </a:t>
                  </a:r>
                  <a:r>
                    <a:rPr dirty="0" lang="en-US"/>
                    <a:t>∈ {1,2,...,</a:t>
                  </a:r>
                  <a:r>
                    <a:rPr dirty="0" lang="el-GR">
                      <a:solidFill>
                        <a:srgbClr val="7030A0"/>
                      </a:solidFill>
                    </a:rPr>
                    <a:t>Φ(</a:t>
                  </a:r>
                  <a:r>
                    <a:rPr dirty="0" i="1" lang="en-US">
                      <a:solidFill>
                        <a:srgbClr val="7030A0"/>
                      </a:solidFill>
                    </a:rPr>
                    <a:t>n</a:t>
                  </a:r>
                  <a:r>
                    <a:rPr dirty="0" lang="en-US">
                      <a:solidFill>
                        <a:srgbClr val="7030A0"/>
                      </a:solidFill>
                    </a:rPr>
                    <a:t>)</a:t>
                  </a:r>
                  <a:r>
                    <a:rPr dirty="0" lang="en-US"/>
                    <a:t>−1} such that </a:t>
                  </a:r>
                  <a:r>
                    <a:rPr dirty="0" err="1" lang="en-US"/>
                    <a:t>gcd</a:t>
                  </a:r>
                  <a:r>
                    <a:rPr dirty="0" lang="en-US"/>
                    <a:t>(</a:t>
                  </a:r>
                  <a:r>
                    <a:rPr dirty="0" i="1" lang="en-US">
                      <a:solidFill>
                        <a:srgbClr val="0070C0"/>
                      </a:solidFill>
                    </a:rPr>
                    <a:t>e</a:t>
                  </a:r>
                  <a:r>
                    <a:rPr dirty="0" lang="en-US"/>
                    <a:t>,</a:t>
                  </a:r>
                  <a:r>
                    <a:rPr dirty="0" lang="el-GR">
                      <a:solidFill>
                        <a:srgbClr val="7030A0"/>
                      </a:solidFill>
                    </a:rPr>
                    <a:t>Φ(</a:t>
                  </a:r>
                  <a:r>
                    <a:rPr dirty="0" i="1" lang="en-US">
                      <a:solidFill>
                        <a:srgbClr val="7030A0"/>
                      </a:solidFill>
                    </a:rPr>
                    <a:t>n</a:t>
                  </a:r>
                  <a:r>
                    <a:rPr dirty="0" lang="en-US">
                      <a:solidFill>
                        <a:srgbClr val="7030A0"/>
                      </a:solidFill>
                    </a:rPr>
                    <a:t>)</a:t>
                  </a:r>
                  <a:r>
                    <a:rPr dirty="0" lang="en-US"/>
                    <a:t>) = 1. </a:t>
                  </a:r>
                </a:p>
                <a:p>
                  <a:r>
                    <a:rPr dirty="0" lang="en-US"/>
                    <a:t>5. Compute the private key </a:t>
                  </a:r>
                  <a:r>
                    <a:rPr dirty="0" i="1" lang="en-US">
                      <a:solidFill>
                        <a:schemeClr val="tx2">
                          <a:lumMod val="75000"/>
                        </a:schemeClr>
                      </a:solidFill>
                    </a:rPr>
                    <a:t>d</a:t>
                  </a:r>
                  <a:r>
                    <a:rPr dirty="0" i="1" lang="en-US"/>
                    <a:t> </a:t>
                  </a:r>
                  <a:r>
                    <a:rPr dirty="0" lang="en-US"/>
                    <a:t>such that </a:t>
                  </a:r>
                  <a:r>
                    <a:rPr dirty="0" i="1" lang="en-US">
                      <a:solidFill>
                        <a:schemeClr val="tx2">
                          <a:lumMod val="75000"/>
                        </a:schemeClr>
                      </a:solidFill>
                    </a:rPr>
                    <a:t>d</a:t>
                  </a:r>
                  <a:r>
                    <a:rPr dirty="0" lang="en-US"/>
                    <a:t>·</a:t>
                  </a:r>
                  <a:r>
                    <a:rPr dirty="0" i="1" lang="en-US">
                      <a:solidFill>
                        <a:srgbClr val="0070C0"/>
                      </a:solidFill>
                    </a:rPr>
                    <a:t> e</a:t>
                  </a:r>
                  <a:r>
                    <a:rPr dirty="0" i="1" lang="en-US"/>
                    <a:t> </a:t>
                  </a:r>
                  <a:r>
                    <a:rPr dirty="0" lang="en-US"/>
                    <a:t>≡ 1 mod </a:t>
                  </a:r>
                  <a:r>
                    <a:rPr dirty="0" lang="el-GR">
                      <a:solidFill>
                        <a:srgbClr val="7030A0"/>
                      </a:solidFill>
                    </a:rPr>
                    <a:t>Φ(</a:t>
                  </a:r>
                  <a:r>
                    <a:rPr dirty="0" i="1" lang="en-US">
                      <a:solidFill>
                        <a:srgbClr val="7030A0"/>
                      </a:solidFill>
                    </a:rPr>
                    <a:t>n</a:t>
                  </a:r>
                  <a:r>
                    <a:rPr dirty="0" lang="en-US">
                      <a:solidFill>
                        <a:srgbClr val="7030A0"/>
                      </a:solidFill>
                    </a:rPr>
                    <a:t>)</a:t>
                  </a:r>
                  <a:r>
                    <a:rPr dirty="0" lang="en-US"/>
                    <a:t> </a:t>
                  </a:r>
                </a:p>
                <a:p>
                  <a:endParaRPr dirty="0" lang="en-US"/>
                </a:p>
                <a:p>
                  <a:r>
                    <a:rPr b="1" dirty="0" lang="en-US"/>
                    <a:t>Remark:</a:t>
                  </a:r>
                </a:p>
                <a:p>
                  <a:pPr indent="-285750" marL="285750">
                    <a:buFont charset="0" panose="020B0604020202020204" pitchFamily="34" typeface="Arial"/>
                    <a:buChar char="•"/>
                  </a:pPr>
                  <a:r>
                    <a:rPr dirty="0" i="1" lang="en-US">
                      <a:solidFill>
                        <a:srgbClr val="FF0000"/>
                      </a:solidFill>
                    </a:rPr>
                    <a:t>p</a:t>
                  </a:r>
                  <a:r>
                    <a:rPr dirty="0" i="1" lang="en-US"/>
                    <a:t> and </a:t>
                  </a:r>
                  <a:r>
                    <a:rPr dirty="0" i="1" lang="en-US">
                      <a:solidFill>
                        <a:srgbClr val="FF0000"/>
                      </a:solidFill>
                    </a:rPr>
                    <a:t>q </a:t>
                  </a:r>
                  <a14:m>
                    <m:oMath xmlns:m="http://schemas.openxmlformats.org/officeDocument/2006/math">
                      <m:r>
                        <a:rPr i="1" lang="en-US" smtClean="0">
                          <a:solidFill>
                            <a:srgbClr val="FF0000"/>
                          </a:solidFill>
                          <a:latin charset="0" panose="02040503050406030204" pitchFamily="18" typeface="Cambria Math"/>
                          <a:ea charset="0" panose="02040503050406030204" pitchFamily="18" typeface="Cambria Math"/>
                        </a:rPr>
                        <m:t>≥</m:t>
                      </m:r>
                      <m:sSup>
                        <m:sSupPr>
                          <m:ctrlPr>
                            <a:rPr i="1" lang="en-US" smtClean="0">
                              <a:solidFill>
                                <a:srgbClr val="FF0000"/>
                              </a:solidFill>
                              <a:latin charset="0" panose="02040503050406030204" pitchFamily="18" typeface="Cambria Math"/>
                              <a:ea charset="0" panose="02040503050406030204" pitchFamily="18" typeface="Cambria Math"/>
                            </a:rPr>
                          </m:ctrlPr>
                        </m:sSupPr>
                        <m:e>
                          <m:r>
                            <a:rPr b="0" i="1" lang="en-US" smtClean="0">
                              <a:solidFill>
                                <a:srgbClr val="FF0000"/>
                              </a:solidFill>
                              <a:latin charset="0" panose="02040503050406030204" pitchFamily="18" typeface="Cambria Math"/>
                              <a:ea charset="0" panose="02040503050406030204" pitchFamily="18" typeface="Cambria Math"/>
                            </a:rPr>
                            <m:t>2</m:t>
                          </m:r>
                        </m:e>
                        <m:sup>
                          <m:r>
                            <a:rPr b="0" i="1" lang="en-US" smtClean="0">
                              <a:solidFill>
                                <a:srgbClr val="FF0000"/>
                              </a:solidFill>
                              <a:latin charset="0" panose="02040503050406030204" pitchFamily="18" typeface="Cambria Math"/>
                              <a:ea charset="0" panose="02040503050406030204" pitchFamily="18" typeface="Cambria Math"/>
                            </a:rPr>
                            <m:t>512</m:t>
                          </m:r>
                        </m:sup>
                      </m:sSup>
                    </m:oMath>
                  </a14:m>
                  <a:r>
                    <a:rPr dirty="0" lang="en-US"/>
                    <a:t> and </a:t>
                  </a:r>
                  <a:r>
                    <a:rPr dirty="0" i="1" lang="en-US">
                      <a:solidFill>
                        <a:schemeClr val="accent1">
                          <a:lumMod val="75000"/>
                        </a:schemeClr>
                      </a:solidFill>
                    </a:rPr>
                    <a:t>n </a:t>
                  </a:r>
                  <a14:m>
                    <m:oMath xmlns:m="http://schemas.openxmlformats.org/officeDocument/2006/math">
                      <m:r>
                        <a:rPr i="1" lang="en-US" smtClean="0">
                          <a:solidFill>
                            <a:schemeClr val="accent1">
                              <a:lumMod val="75000"/>
                            </a:schemeClr>
                          </a:solidFill>
                          <a:latin charset="0" panose="02040503050406030204" pitchFamily="18" typeface="Cambria Math"/>
                          <a:ea charset="0" panose="02040503050406030204" pitchFamily="18" typeface="Cambria Math"/>
                        </a:rPr>
                        <m:t>≥</m:t>
                      </m:r>
                      <m:sSup>
                        <m:sSupPr>
                          <m:ctrlPr>
                            <a:rPr i="1" lang="en-US">
                              <a:solidFill>
                                <a:schemeClr val="accent1">
                                  <a:lumMod val="75000"/>
                                </a:schemeClr>
                              </a:solidFill>
                              <a:latin charset="0" panose="02040503050406030204" pitchFamily="18" typeface="Cambria Math"/>
                              <a:ea charset="0" panose="02040503050406030204" pitchFamily="18" typeface="Cambria Math"/>
                            </a:rPr>
                          </m:ctrlPr>
                        </m:sSupPr>
                        <m:e>
                          <m:r>
                            <a:rPr i="1" lang="en-US">
                              <a:solidFill>
                                <a:schemeClr val="accent1">
                                  <a:lumMod val="75000"/>
                                </a:schemeClr>
                              </a:solidFill>
                              <a:latin charset="0" panose="02040503050406030204" pitchFamily="18" typeface="Cambria Math"/>
                              <a:ea charset="0" panose="02040503050406030204" pitchFamily="18" typeface="Cambria Math"/>
                            </a:rPr>
                            <m:t>2</m:t>
                          </m:r>
                        </m:e>
                        <m:sup>
                          <m:r>
                            <a:rPr b="0" i="1" lang="en-US" smtClean="0">
                              <a:solidFill>
                                <a:schemeClr val="accent1">
                                  <a:lumMod val="75000"/>
                                </a:schemeClr>
                              </a:solidFill>
                              <a:latin charset="0" panose="02040503050406030204" pitchFamily="18" typeface="Cambria Math"/>
                              <a:ea charset="0" panose="02040503050406030204" pitchFamily="18" typeface="Cambria Math"/>
                            </a:rPr>
                            <m:t>1024</m:t>
                          </m:r>
                        </m:sup>
                      </m:sSup>
                    </m:oMath>
                  </a14:m>
                  <a:endParaRPr dirty="0" lang="en-US"/>
                </a:p>
              </p:txBody>
            </p:sp>
          </mc:Choice>
          <mc:Fallback>
            <p:sp>
              <p:nvSpPr>
                <p:cNvPr id="15" name="TextBox 14">
                  <a:extLst>
                    <a:ext uri="{FF2B5EF4-FFF2-40B4-BE49-F238E27FC236}">
                      <a16:creationId xmlns:a16="http://schemas.microsoft.com/office/drawing/2014/main" id="{7D12F917-2851-794B-887D-763B002F3E03}"/>
                    </a:ext>
                  </a:extLst>
                </p:cNvPr>
                <p:cNvSpPr txBox="1">
                  <a:spLocks noAdjustHandles="1" noChangeArrowheads="1" noChangeAspect="1" noChangeShapeType="1" noEditPoints="1" noMove="1" noResize="1" noRot="1" noTextEdit="1"/>
                </p:cNvSpPr>
                <p:nvPr/>
              </p:nvSpPr>
              <p:spPr>
                <a:xfrm>
                  <a:off x="245065" y="2054468"/>
                  <a:ext cx="5850935" cy="3419398"/>
                </a:xfrm>
                <a:prstGeom prst="rect">
                  <a:avLst/>
                </a:prstGeom>
                <a:blipFill>
                  <a:blip r:embed="rId8"/>
                  <a:stretch>
                    <a:fillRect l="-994" t="-741"/>
                  </a:stretch>
                </a:blipFill>
              </p:spPr>
              <p:txBody>
                <a:bodyPr/>
                <a:lstStyle/>
                <a:p>
                  <a:r>
                    <a:rPr lang="en-US">
                      <a:noFill/>
                    </a:rPr>
                    <a:t> </a:t>
                  </a:r>
                </a:p>
              </p:txBody>
            </p:sp>
          </mc:Fallback>
        </mc:AlternateContent>
      </p:grpSp>
      <p:sp>
        <p:nvSpPr>
          <p:cNvPr id="4" name="Slide Number Placeholder 3">
            <a:extLst>
              <a:ext uri="{FF2B5EF4-FFF2-40B4-BE49-F238E27FC236}">
                <a16:creationId xmlns:a16="http://schemas.microsoft.com/office/drawing/2014/main" id="{0BFE00E8-491B-451C-9763-CF8429EC1DCE}"/>
              </a:ext>
            </a:extLst>
          </p:cNvPr>
          <p:cNvSpPr>
            <a:spLocks noGrp="1"/>
          </p:cNvSpPr>
          <p:nvPr>
            <p:ph idx="12" sz="quarter" type="sldNum"/>
          </p:nvPr>
        </p:nvSpPr>
        <p:spPr/>
        <p:txBody>
          <a:bodyPr/>
          <a:lstStyle/>
          <a:p>
            <a:fld id="{3EE413A7-32C0-42B9-8169-A32BFBDA280A}" type="slidenum">
              <a:rPr lang="en-US" smtClean="0"/>
              <a:t>6</a:t>
            </a:fld>
            <a:endParaRPr lang="en-US"/>
          </a:p>
        </p:txBody>
      </p:sp>
    </p:spTree>
    <p:custDataLst>
      <p:tags r:id="rId1"/>
    </p:custDataLst>
    <p:extLst>
      <p:ext uri="{BB962C8B-B14F-4D97-AF65-F5344CB8AC3E}">
        <p14:creationId xmlns:p14="http://schemas.microsoft.com/office/powerpoint/2010/main" val="4279681536"/>
      </p:ext>
    </p:extLst>
  </p:cSld>
  <p:clrMapOvr>
    <a:masterClrMapping/>
  </p:clrMapOvr>
  <mc:AlternateContent xmlns:mc="http://schemas.openxmlformats.org/markup-compatibility/2006" xmlns:p14="http://schemas.microsoft.com/office/powerpoint/2010/main">
    <mc:Choice Requires="p14">
      <p:transition advTm="424661" p14:dur="2000" spd="slow"/>
    </mc:Choice>
    <mc:Fallback>
      <p:transition advTm="424661" spd="slow"/>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11">
                                            <p:txEl>
                                              <p:pRg end="1" st="1"/>
                                            </p:txEl>
                                          </p:spTgt>
                                        </p:tgtEl>
                                        <p:attrNameLst>
                                          <p:attrName>style.visibility</p:attrName>
                                        </p:attrNameLst>
                                      </p:cBhvr>
                                      <p:to>
                                        <p:strVal val="visible"/>
                                      </p:to>
                                    </p:set>
                                  </p:childTnLst>
                                </p:cTn>
                              </p:par>
                              <p:par>
                                <p:cTn fill="hold" grpId="0" id="7" nodeType="withEffect" presetClass="entr" presetID="1" presetSubtype="0">
                                  <p:stCondLst>
                                    <p:cond delay="0"/>
                                  </p:stCondLst>
                                  <p:childTnLst>
                                    <p:set>
                                      <p:cBhvr>
                                        <p:cTn dur="1" fill="hold" id="8">
                                          <p:stCondLst>
                                            <p:cond delay="0"/>
                                          </p:stCondLst>
                                        </p:cTn>
                                        <p:tgtEl>
                                          <p:spTgt spid="11">
                                            <p:txEl>
                                              <p:pRg end="2" st="2"/>
                                            </p:txEl>
                                          </p:spTgt>
                                        </p:tgtEl>
                                        <p:attrNameLst>
                                          <p:attrName>style.visibility</p:attrName>
                                        </p:attrNameLst>
                                      </p:cBhvr>
                                      <p:to>
                                        <p:strVal val="visible"/>
                                      </p:to>
                                    </p:set>
                                  </p:childTnLst>
                                </p:cTn>
                              </p:par>
                            </p:childTnLst>
                          </p:cTn>
                        </p:par>
                      </p:childTnLst>
                    </p:cTn>
                  </p:par>
                  <p:par>
                    <p:cTn fill="hold" id="9">
                      <p:stCondLst>
                        <p:cond delay="indefinite"/>
                      </p:stCondLst>
                      <p:childTnLst>
                        <p:par>
                          <p:cTn fill="hold" id="10">
                            <p:stCondLst>
                              <p:cond delay="0"/>
                            </p:stCondLst>
                            <p:childTnLst>
                              <p:par>
                                <p:cTn fill="hold" grpId="0" id="11" nodeType="clickEffect" presetClass="entr" presetID="1" presetSubtype="0">
                                  <p:stCondLst>
                                    <p:cond delay="0"/>
                                  </p:stCondLst>
                                  <p:childTnLst>
                                    <p:set>
                                      <p:cBhvr>
                                        <p:cTn dur="1" fill="hold" id="12">
                                          <p:stCondLst>
                                            <p:cond delay="0"/>
                                          </p:stCondLst>
                                        </p:cTn>
                                        <p:tgtEl>
                                          <p:spTgt spid="11">
                                            <p:txEl>
                                              <p:pRg end="3" st="3"/>
                                            </p:txEl>
                                          </p:spTgt>
                                        </p:tgtEl>
                                        <p:attrNameLst>
                                          <p:attrName>style.visibility</p:attrName>
                                        </p:attrNameLst>
                                      </p:cBhvr>
                                      <p:to>
                                        <p:strVal val="visible"/>
                                      </p:to>
                                    </p:se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10" presetSubtype="0">
                                  <p:stCondLst>
                                    <p:cond delay="0"/>
                                  </p:stCondLst>
                                  <p:childTnLst>
                                    <p:set>
                                      <p:cBhvr>
                                        <p:cTn dur="1" fill="hold" id="16">
                                          <p:stCondLst>
                                            <p:cond delay="0"/>
                                          </p:stCondLst>
                                        </p:cTn>
                                        <p:tgtEl>
                                          <p:spTgt spid="12"/>
                                        </p:tgtEl>
                                        <p:attrNameLst>
                                          <p:attrName>style.visibility</p:attrName>
                                        </p:attrNameLst>
                                      </p:cBhvr>
                                      <p:to>
                                        <p:strVal val="visible"/>
                                      </p:to>
                                    </p:set>
                                    <p:animEffect filter="fade" transition="in">
                                      <p:cBhvr>
                                        <p:cTn dur="500" id="17"/>
                                        <p:tgtEl>
                                          <p:spTgt spid="12"/>
                                        </p:tgtEl>
                                      </p:cBhvr>
                                    </p:animEffect>
                                  </p:childTnLst>
                                </p:cTn>
                              </p:par>
                            </p:childTnLst>
                          </p:cTn>
                        </p:par>
                      </p:childTnLst>
                    </p:cTn>
                  </p:par>
                  <p:par>
                    <p:cTn fill="hold" id="18">
                      <p:stCondLst>
                        <p:cond delay="indefinite"/>
                      </p:stCondLst>
                      <p:childTnLst>
                        <p:par>
                          <p:cTn fill="hold" id="19">
                            <p:stCondLst>
                              <p:cond delay="0"/>
                            </p:stCondLst>
                            <p:childTnLst>
                              <p:par>
                                <p:cTn fill="hold" id="20" nodeType="clickEffect" presetClass="entr" presetID="10" presetSubtype="0">
                                  <p:stCondLst>
                                    <p:cond delay="0"/>
                                  </p:stCondLst>
                                  <p:childTnLst>
                                    <p:set>
                                      <p:cBhvr>
                                        <p:cTn dur="1" fill="hold" id="21">
                                          <p:stCondLst>
                                            <p:cond delay="0"/>
                                          </p:stCondLst>
                                        </p:cTn>
                                        <p:tgtEl>
                                          <p:spTgt spid="18"/>
                                        </p:tgtEl>
                                        <p:attrNameLst>
                                          <p:attrName>style.visibility</p:attrName>
                                        </p:attrNameLst>
                                      </p:cBhvr>
                                      <p:to>
                                        <p:strVal val="visible"/>
                                      </p:to>
                                    </p:set>
                                    <p:animEffect filter="fade" transition="in">
                                      <p:cBhvr>
                                        <p:cTn dur="500" id="22"/>
                                        <p:tgtEl>
                                          <p:spTgt spid="18"/>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11" uiExpand="1"/>
      <p:bldP grpId="0" spid="12"/>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dirty="0" lang="en-US"/>
              <a:t>Square and Multiply Algorithm</a:t>
            </a:r>
          </a:p>
        </p:txBody>
      </p:sp>
      <p:sp>
        <p:nvSpPr>
          <p:cNvPr id="6" name="Rectangle 3">
            <a:extLst>
              <a:ext uri="{FF2B5EF4-FFF2-40B4-BE49-F238E27FC236}">
                <a16:creationId xmlns:a16="http://schemas.microsoft.com/office/drawing/2014/main" id="{E95DDFD1-1A18-535A-1A45-5D136C996D52}"/>
              </a:ext>
            </a:extLst>
          </p:cNvPr>
          <p:cNvSpPr>
            <a:spLocks noChangeArrowheads="1" noGrp="1"/>
          </p:cNvSpPr>
          <p:nvPr>
            <p:ph idx="1"/>
          </p:nvPr>
        </p:nvSpPr>
        <p:spPr>
          <a:xfrm>
            <a:off x="407368" y="1844824"/>
            <a:ext cx="6447149" cy="4638675"/>
          </a:xfrm>
        </p:spPr>
        <p:txBody>
          <a:bodyPr/>
          <a:lstStyle/>
          <a:p>
            <a:r>
              <a:rPr dirty="0" lang="en-US"/>
              <a:t>Convert the exponent to Binary.</a:t>
            </a:r>
          </a:p>
          <a:p>
            <a:r>
              <a:rPr dirty="0" lang="en-US"/>
              <a:t>For the first </a:t>
            </a:r>
            <a:r>
              <a:rPr b="1" dirty="0" lang="en-US"/>
              <a:t>1</a:t>
            </a:r>
            <a:r>
              <a:rPr dirty="0" lang="en-US"/>
              <a:t>, simply list the number</a:t>
            </a:r>
          </a:p>
          <a:p>
            <a:r>
              <a:rPr dirty="0" lang="en-US"/>
              <a:t>For each ensuing </a:t>
            </a:r>
            <a:r>
              <a:rPr b="1" dirty="0" lang="en-US"/>
              <a:t>0</a:t>
            </a:r>
            <a:r>
              <a:rPr dirty="0" lang="en-US"/>
              <a:t>, do Square operation</a:t>
            </a:r>
          </a:p>
          <a:p>
            <a:r>
              <a:rPr dirty="0" lang="en-US"/>
              <a:t>For each ensuing </a:t>
            </a:r>
            <a:r>
              <a:rPr b="1" dirty="0" lang="en-US"/>
              <a:t>1</a:t>
            </a:r>
            <a:r>
              <a:rPr dirty="0" lang="en-US"/>
              <a:t>, do Square and Multiply operations</a:t>
            </a:r>
          </a:p>
          <a:p>
            <a:endParaRPr dirty="0" lang="en-US"/>
          </a:p>
        </p:txBody>
      </p:sp>
      <p:pic>
        <p:nvPicPr>
          <p:cNvPr descr="Step-by-step example of the Square and Multiply algorithm for exponent 5 (binary 101): first 1 lists the number 3, then 0 calls for square yielding (3)^2, then 1 calls for square and multiply yielding ((3)^2)^2 times 3" id="7" name="Picture 6">
            <a:extLst>
              <a:ext uri="{FF2B5EF4-FFF2-40B4-BE49-F238E27FC236}">
                <a16:creationId xmlns:a16="http://schemas.microsoft.com/office/drawing/2014/main" id="{5F4E977B-6B0F-976E-B860-1A145A8142ED}"/>
              </a:ext>
            </a:extLst>
          </p:cNvPr>
          <p:cNvPicPr>
            <a:picLocks noChangeAspect="1"/>
          </p:cNvPicPr>
          <p:nvPr/>
        </p:nvPicPr>
        <p:blipFill>
          <a:blip r:embed="rId4"/>
          <a:stretch>
            <a:fillRect/>
          </a:stretch>
        </p:blipFill>
        <p:spPr>
          <a:xfrm>
            <a:off x="6744072" y="2060848"/>
            <a:ext cx="4914900" cy="812800"/>
          </a:xfrm>
          <a:prstGeom prst="rect">
            <a:avLst/>
          </a:prstGeom>
        </p:spPr>
      </p:pic>
      <p:pic>
        <p:nvPicPr>
          <p:cNvPr descr="Step-by-step example of the Square and Multiply algorithm for exponent 37 (binary 100101): showing six steps of square and multiply operations building up the expression ((((N)^2)^2)^2 times N)^2 times N" id="9" name="Picture 8">
            <a:extLst>
              <a:ext uri="{FF2B5EF4-FFF2-40B4-BE49-F238E27FC236}">
                <a16:creationId xmlns:a16="http://schemas.microsoft.com/office/drawing/2014/main" id="{AA44D56B-5461-BA32-6B74-5F417BC7EDB2}"/>
              </a:ext>
            </a:extLst>
          </p:cNvPr>
          <p:cNvPicPr>
            <a:picLocks noChangeAspect="1"/>
          </p:cNvPicPr>
          <p:nvPr/>
        </p:nvPicPr>
        <p:blipFill>
          <a:blip r:embed="rId5"/>
          <a:stretch>
            <a:fillRect/>
          </a:stretch>
        </p:blipFill>
        <p:spPr>
          <a:xfrm>
            <a:off x="6119785" y="3789040"/>
            <a:ext cx="6007100" cy="1473200"/>
          </a:xfrm>
          <a:prstGeom prst="rect">
            <a:avLst/>
          </a:prstGeom>
        </p:spPr>
      </p:pic>
    </p:spTree>
    <p:custDataLst>
      <p:tags r:id="rId1"/>
    </p:custDataLst>
    <p:extLst>
      <p:ext uri="{BB962C8B-B14F-4D97-AF65-F5344CB8AC3E}">
        <p14:creationId xmlns:p14="http://schemas.microsoft.com/office/powerpoint/2010/main" val="1047701088"/>
      </p:ext>
    </p:extLst>
  </p:cSld>
  <p:clrMapOvr>
    <a:masterClrMapping/>
  </p:clrMapOvr>
  <p:transition advTm="334410" spd="med">
    <p:wipe dir="r"/>
  </p:transition>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6">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6">
                                            <p:txEl>
                                              <p:pRg end="1" st="1"/>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grpId="0" id="13" nodeType="clickEffect" presetClass="entr" presetID="1" presetSubtype="0">
                                  <p:stCondLst>
                                    <p:cond delay="0"/>
                                  </p:stCondLst>
                                  <p:childTnLst>
                                    <p:set>
                                      <p:cBhvr>
                                        <p:cTn dur="1" fill="hold" id="14">
                                          <p:stCondLst>
                                            <p:cond delay="0"/>
                                          </p:stCondLst>
                                        </p:cTn>
                                        <p:tgtEl>
                                          <p:spTgt spid="6">
                                            <p:txEl>
                                              <p:pRg end="2" st="2"/>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grpId="0" id="17" nodeType="clickEffect" presetClass="entr" presetID="1" presetSubtype="0">
                                  <p:stCondLst>
                                    <p:cond delay="0"/>
                                  </p:stCondLst>
                                  <p:childTnLst>
                                    <p:set>
                                      <p:cBhvr>
                                        <p:cTn dur="1" fill="hold" id="18">
                                          <p:stCondLst>
                                            <p:cond delay="0"/>
                                          </p:stCondLst>
                                        </p:cTn>
                                        <p:tgtEl>
                                          <p:spTgt spid="6">
                                            <p:txEl>
                                              <p:pRg end="3" st="3"/>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ldLvl="2" build="p" grpId="0" spid="6"/>
    </p:bldLst>
  </p:timing>
  <p:extLst>
    <p:ext uri="{3A86A75C-4F4B-4683-9AE1-C65F6400EC91}">
      <p14:laserTraceLst xmlns:p14="http://schemas.microsoft.com/office/powerpoint/2010/main">
        <p14:tracePtLst>
          <p14:tracePt t="249521" x="3911600" y="6715125"/>
          <p14:tracePt t="249531" x="4014788" y="6497638"/>
          <p14:tracePt t="249542" x="4095750" y="6253163"/>
          <p14:tracePt t="249553" x="4157663" y="6081713"/>
          <p14:tracePt t="249565" x="4211638" y="5810250"/>
          <p14:tracePt t="249576" x="4224338" y="5538788"/>
          <p14:tracePt t="249587" x="4211638" y="5334000"/>
          <p14:tracePt t="249598" x="4143375" y="4959350"/>
          <p14:tracePt t="249610" x="4014788" y="4545013"/>
          <p14:tracePt t="249622" x="3898900" y="4224338"/>
          <p14:tracePt t="249632" x="3708400" y="3783013"/>
          <p14:tracePt t="249643" x="3497263" y="3306763"/>
          <p14:tracePt t="249655" x="3232150" y="2830513"/>
          <p14:tracePt t="249676" x="3033713" y="2490788"/>
          <p14:tracePt t="249681" x="2776538" y="2068513"/>
          <p14:tracePt t="249689" x="2517775" y="1728788"/>
          <p14:tracePt t="249699" x="2360613" y="1524000"/>
          <p14:tracePt t="249714" x="2184400" y="1292225"/>
          <p14:tracePt t="249724" x="2041525" y="1136650"/>
          <p14:tracePt t="249733" x="1952625" y="1047750"/>
          <p14:tracePt t="249746" x="1871663" y="966788"/>
          <p14:tracePt t="249757" x="1824038" y="904875"/>
          <p14:tracePt t="249768" x="1782763" y="863600"/>
          <p14:tracePt t="249779" x="1755775" y="850900"/>
          <p14:tracePt t="249789" x="1741488" y="836613"/>
          <p14:tracePt t="249868" x="1755775" y="836613"/>
          <p14:tracePt t="249890" x="1755775" y="850900"/>
          <p14:tracePt t="249902" x="1741488" y="850900"/>
          <p14:tracePt t="249914" x="1728788" y="863600"/>
          <p14:tracePt t="249935" x="1708150" y="904875"/>
          <p14:tracePt t="249947" x="1708150" y="966788"/>
          <p14:tracePt t="249958" x="1728788" y="1033463"/>
          <p14:tracePt t="249970" x="1755775" y="1095375"/>
          <p14:tracePt t="249981" x="1795463" y="1176338"/>
          <p14:tracePt t="249991" x="1857375" y="1238250"/>
          <p14:tracePt t="250003" x="1925638" y="1292225"/>
          <p14:tracePt t="250015" x="2014538" y="1366838"/>
          <p14:tracePt t="250047" x="2128838" y="1435100"/>
          <p14:tracePt t="250051" x="2197100" y="1497013"/>
          <p14:tracePt t="250060" x="2300288" y="1550988"/>
          <p14:tracePt t="250065" x="2374900" y="1598613"/>
          <p14:tracePt t="250071" x="2428875" y="1625600"/>
          <p14:tracePt t="250082" x="2470150" y="1652588"/>
          <p14:tracePt t="250094" x="2503488" y="1681163"/>
          <p14:tracePt t="250106" x="2517775" y="1693863"/>
          <p14:tracePt t="250116" x="2517775" y="1708150"/>
          <p14:tracePt t="250127" x="2517775" y="1728788"/>
          <p14:tracePt t="250149" x="2530475" y="1741488"/>
          <p14:tracePt t="250160" x="2530475" y="1768475"/>
          <p14:tracePt t="250172" x="2544763" y="1795463"/>
          <p14:tracePt t="250183" x="2557463" y="1836738"/>
          <p14:tracePt t="250194" x="2571750" y="1871663"/>
          <p14:tracePt t="250206" x="2598738" y="1911350"/>
          <p14:tracePt t="250217" x="2619375" y="1938338"/>
          <p14:tracePt t="250228" x="2646363" y="1952625"/>
          <p14:tracePt t="250240" x="2700338" y="2000250"/>
          <p14:tracePt t="250251" x="2776538" y="2041525"/>
          <p14:tracePt t="250263" x="2830513" y="2068513"/>
          <p14:tracePt t="250273" x="2890838" y="2101850"/>
          <p14:tracePt t="250284" x="2932113" y="2116138"/>
          <p14:tracePt t="250297" x="2973388" y="2128838"/>
          <p14:tracePt t="250318" x="2994025" y="2128838"/>
          <p14:tracePt t="250351" x="2973388" y="2128838"/>
          <p14:tracePt t="250364" x="2959100" y="2143125"/>
          <p14:tracePt t="250375" x="2932113" y="2143125"/>
          <p14:tracePt t="250386" x="2905125" y="2157413"/>
          <p14:tracePt t="250398" x="2830513" y="2157413"/>
          <p14:tracePt t="250408" x="2747963" y="2170113"/>
          <p14:tracePt t="250420" x="2673350" y="2170113"/>
          <p14:tracePt t="250431" x="2619375" y="2170113"/>
          <p14:tracePt t="250442" x="2586038" y="2184400"/>
          <p14:tracePt t="250454" x="2571750" y="2197100"/>
          <p14:tracePt t="250465" x="2557463" y="2197100"/>
          <p14:tracePt t="250486" x="2571750" y="2197100"/>
          <p14:tracePt t="250498" x="2571750" y="2211388"/>
          <p14:tracePt t="250509" x="2619375" y="2211388"/>
          <p14:tracePt t="250520" x="2660650" y="2232025"/>
          <p14:tracePt t="250532" x="2714625" y="2244725"/>
          <p14:tracePt t="250543" x="2803525" y="2259013"/>
          <p14:tracePt t="250554" x="2946400" y="2271713"/>
          <p14:tracePt t="250566" x="3062288" y="2271713"/>
          <p14:tracePt t="250577" x="3217863" y="2300288"/>
          <p14:tracePt t="250588" x="3360738" y="2300288"/>
          <p14:tracePt t="250599" x="3497263" y="2312988"/>
          <p14:tracePt t="250610" x="3551238" y="2312988"/>
          <p14:tracePt t="250622" x="3605213" y="2327275"/>
          <p14:tracePt t="250633" x="3652838" y="2327275"/>
          <p14:tracePt t="250644" x="3667125" y="2327275"/>
          <p14:tracePt t="250689" x="3640138" y="2327275"/>
          <p14:tracePt t="250700" x="3565525" y="2312988"/>
          <p14:tracePt t="250711" x="3476625" y="2312988"/>
          <p14:tracePt t="250723" x="3381375" y="2300288"/>
          <p14:tracePt t="250734" x="3232150" y="2300288"/>
          <p14:tracePt t="250747" x="3136900" y="2286000"/>
          <p14:tracePt t="250757" x="3062288" y="2286000"/>
          <p14:tracePt t="250769" x="2994025" y="2300288"/>
          <p14:tracePt t="250781" x="2932113" y="2300288"/>
          <p14:tracePt t="250791" x="2919413" y="2300288"/>
          <p14:tracePt t="250835" x="2932113" y="2300288"/>
          <p14:tracePt t="250848" x="2973388" y="2312988"/>
          <p14:tracePt t="250858" x="3062288" y="2312988"/>
          <p14:tracePt t="250880" x="3149600" y="2327275"/>
          <p14:tracePt t="250884" x="3319463" y="2339975"/>
          <p14:tracePt t="250893" x="3551238" y="2374900"/>
          <p14:tracePt t="250903" x="3795713" y="2387600"/>
          <p14:tracePt t="250915" x="3994150" y="2414588"/>
          <p14:tracePt t="250925" x="4224338" y="2414588"/>
          <p14:tracePt t="250937" x="4429125" y="2428875"/>
          <p14:tracePt t="250948" x="4572000" y="2443163"/>
          <p14:tracePt t="250959" x="4714875" y="2455863"/>
          <p14:tracePt t="250971" x="4830763" y="2455863"/>
          <p14:tracePt t="250982" x="4905375" y="2470150"/>
          <p14:tracePt t="250993" x="4986338" y="2470150"/>
          <p14:tracePt t="251004" x="5033963" y="2470150"/>
          <p14:tracePt t="251016" x="5062538" y="2470150"/>
          <p14:tracePt t="251027" x="5075238" y="2470150"/>
          <p14:tracePt t="251038" x="5102225" y="2470150"/>
          <p14:tracePt t="251060" x="5116513" y="2470150"/>
          <p14:tracePt t="251071" x="5129213" y="2470150"/>
          <p14:tracePt t="251094" x="5149850" y="2470150"/>
          <p14:tracePt t="251098" x="5176838" y="2470150"/>
          <p14:tracePt t="251106" x="5218113" y="2470150"/>
          <p14:tracePt t="251117" x="5245100" y="2490788"/>
          <p14:tracePt t="251130" x="5292725" y="2490788"/>
          <p14:tracePt t="251140" x="5319713" y="2490788"/>
          <p14:tracePt t="251151" x="5348288" y="2490788"/>
          <p14:tracePt t="251163" x="5360988" y="2490788"/>
          <p14:tracePt t="251184" x="5348288" y="2490788"/>
          <p14:tracePt t="251196" x="5334000" y="2470150"/>
          <p14:tracePt t="251207" x="5292725" y="2470150"/>
          <p14:tracePt t="251218" x="5205413" y="2455863"/>
          <p14:tracePt t="251231" x="5089525" y="2443163"/>
          <p14:tracePt t="251241" x="4946650" y="2428875"/>
          <p14:tracePt t="251252" x="4830763" y="2428875"/>
          <p14:tracePt t="251264" x="4700588" y="2428875"/>
          <p14:tracePt t="251274" x="4598988" y="2414588"/>
          <p14:tracePt t="251287" x="4545013" y="2414588"/>
          <p14:tracePt t="251298" x="4497388" y="2414588"/>
          <p14:tracePt t="251308" x="4483100" y="2414588"/>
          <p14:tracePt t="251352" x="4497388" y="2414588"/>
          <p14:tracePt t="251364" x="4518025" y="2414588"/>
          <p14:tracePt t="251375" x="4545013" y="2414588"/>
          <p14:tracePt t="251387" x="4586288" y="2428875"/>
          <p14:tracePt t="251398" x="4646613" y="2428875"/>
          <p14:tracePt t="251409" x="4756150" y="2428875"/>
          <p14:tracePt t="251421" x="4884738" y="2428875"/>
          <p14:tracePt t="251432" x="5048250" y="2428875"/>
          <p14:tracePt t="251443" x="5149850" y="2428875"/>
          <p14:tracePt t="251455" x="5292725" y="2414588"/>
          <p14:tracePt t="251466" x="5422900" y="2401888"/>
          <p14:tracePt t="251477" x="5476875" y="2387600"/>
          <p14:tracePt t="251489" x="5518150" y="2374900"/>
          <p14:tracePt t="251500" x="5538788" y="2374900"/>
          <p14:tracePt t="251533" x="5503863" y="2374900"/>
          <p14:tracePt t="251544" x="5449888" y="2360613"/>
          <p14:tracePt t="251556" x="5387975" y="2339975"/>
          <p14:tracePt t="251567" x="5280025" y="2339975"/>
          <p14:tracePt t="251578" x="5129213" y="2339975"/>
          <p14:tracePt t="251590" x="5033963" y="2339975"/>
          <p14:tracePt t="251600" x="4884738" y="2360613"/>
          <p14:tracePt t="251612" x="4789488" y="2374900"/>
          <p14:tracePt t="251624" x="4741863" y="2374900"/>
          <p14:tracePt t="251634" x="4714875" y="2374900"/>
          <p14:tracePt t="251647" x="4700588" y="2374900"/>
          <p14:tracePt t="251668" x="4714875" y="2374900"/>
          <p14:tracePt t="251680" x="4756150" y="2374900"/>
          <p14:tracePt t="251691" x="4872038" y="2374900"/>
          <p14:tracePt t="251702" x="5000625" y="2374900"/>
          <p14:tracePt t="251714" x="5245100" y="2387600"/>
          <p14:tracePt t="251724" x="5551488" y="2387600"/>
          <p14:tracePt t="251736" x="5762625" y="2387600"/>
          <p14:tracePt t="251748" x="6021388" y="2387600"/>
          <p14:tracePt t="251758" x="6224588" y="2387600"/>
          <p14:tracePt t="251769" x="6327775" y="2387600"/>
          <p14:tracePt t="251781" x="6354763" y="2387600"/>
          <p14:tracePt t="251803" x="6340475" y="2374900"/>
          <p14:tracePt t="251815" x="6300788" y="2374900"/>
          <p14:tracePt t="251825" x="6184900" y="2360613"/>
          <p14:tracePt t="251837" x="5994400" y="2339975"/>
          <p14:tracePt t="251848" x="5837238" y="2327275"/>
          <p14:tracePt t="251859" x="5634038" y="2327275"/>
          <p14:tracePt t="251871" x="5476875" y="2327275"/>
          <p14:tracePt t="251882" x="5360988" y="2327275"/>
          <p14:tracePt t="251893" x="5319713" y="2327275"/>
          <p14:tracePt t="251904" x="5292725" y="2339975"/>
          <p14:tracePt t="251916" x="5280025" y="2339975"/>
          <p14:tracePt t="251938" x="5292725" y="2339975"/>
          <p14:tracePt t="251949" x="5319713" y="2339975"/>
          <p14:tracePt t="251960" x="5375275" y="2339975"/>
          <p14:tracePt t="251972" x="5435600" y="2360613"/>
          <p14:tracePt t="251983" x="5518150" y="2360613"/>
          <p14:tracePt t="251994" x="5605463" y="2360613"/>
          <p14:tracePt t="252005" x="5646738" y="2360613"/>
          <p14:tracePt t="252017" x="5708650" y="2360613"/>
          <p14:tracePt t="252028" x="5735638" y="2360613"/>
          <p14:tracePt t="252040" x="5748338" y="2360613"/>
          <p14:tracePt t="252061" x="5735638" y="2360613"/>
          <p14:tracePt t="252073" x="5721350" y="2360613"/>
          <p14:tracePt t="252084" x="5681663" y="2360613"/>
          <p14:tracePt t="252096" x="5634038" y="2360613"/>
          <p14:tracePt t="252107" x="5578475" y="2360613"/>
          <p14:tracePt t="252118" x="5518150" y="2360613"/>
          <p14:tracePt t="252141" x="5449888" y="2374900"/>
          <p14:tracePt t="252144" x="5375275" y="2387600"/>
          <p14:tracePt t="252164" x="5259388" y="2374900"/>
          <p14:tracePt t="252174" x="5191125" y="2374900"/>
          <p14:tracePt t="252500" x="5129213" y="2374900"/>
          <p14:tracePt t="252512" x="5062538" y="2374900"/>
          <p14:tracePt t="252524" x="4973638" y="2387600"/>
          <p14:tracePt t="252535" x="4872038" y="2387600"/>
          <p14:tracePt t="252547" x="4673600" y="2387600"/>
          <p14:tracePt t="252558" x="4456113" y="2387600"/>
          <p14:tracePt t="252568" x="4286250" y="2401888"/>
          <p14:tracePt t="252579" x="4068763" y="2414588"/>
          <p14:tracePt t="252591" x="3836988" y="2443163"/>
          <p14:tracePt t="252602" x="3592513" y="2470150"/>
          <p14:tracePt t="252613" x="3435350" y="2490788"/>
          <p14:tracePt t="252626" x="3205163" y="2530475"/>
          <p14:tracePt t="252636" x="2994025" y="2586038"/>
          <p14:tracePt t="252647" x="2863850" y="2633663"/>
          <p14:tracePt t="252658" x="2747963" y="2700338"/>
          <p14:tracePt t="252669" x="2660650" y="2747963"/>
          <p14:tracePt t="252681" x="2598738" y="2776538"/>
          <p14:tracePt t="252693" x="2544763" y="2803525"/>
          <p14:tracePt t="252704" x="2517775" y="2830513"/>
          <p14:tracePt t="252715" x="2490788" y="2843213"/>
          <p14:tracePt t="252727" x="2470150" y="2863850"/>
          <p14:tracePt t="252738" x="2455863" y="2878138"/>
          <p14:tracePt t="252750" x="2455863" y="2890838"/>
          <p14:tracePt t="252759" x="2443163" y="2905125"/>
          <p14:tracePt t="252771" x="2428875" y="2919413"/>
          <p14:tracePt t="252783" x="2414588" y="2946400"/>
          <p14:tracePt t="252793" x="2401888" y="2959100"/>
          <p14:tracePt t="252805" x="2401888" y="2994025"/>
          <p14:tracePt t="252817" x="2414588" y="3021013"/>
          <p14:tracePt t="252827" x="2428875" y="3048000"/>
          <p14:tracePt t="252838" x="2455863" y="3074988"/>
          <p14:tracePt t="252850" x="2503488" y="3101975"/>
          <p14:tracePt t="252861" x="2557463" y="3122613"/>
          <p14:tracePt t="252873" x="2598738" y="3122613"/>
          <p14:tracePt t="252884" x="2687638" y="3136900"/>
          <p14:tracePt t="252894" x="2762250" y="3122613"/>
          <p14:tracePt t="252906" x="2816225" y="3122613"/>
          <p14:tracePt t="252917" x="2863850" y="3101975"/>
          <p14:tracePt t="252928" x="2890838" y="3062288"/>
          <p14:tracePt t="252940" x="2905125" y="3021013"/>
          <p14:tracePt t="252951" x="2890838" y="2959100"/>
          <p14:tracePt t="252962" x="2863850" y="2878138"/>
          <p14:tracePt t="252974" x="2816225" y="2803525"/>
          <p14:tracePt t="252985" x="2789238" y="2747963"/>
          <p14:tracePt t="252995" x="2735263" y="2700338"/>
          <p14:tracePt t="253008" x="2660650" y="2673350"/>
          <p14:tracePt t="253019" x="2598738" y="2660650"/>
          <p14:tracePt t="253029" x="2530475" y="2646363"/>
          <p14:tracePt t="253041" x="2443163" y="2646363"/>
          <p14:tracePt t="253052" x="2374900" y="2660650"/>
          <p14:tracePt t="253063" x="2327275" y="2673350"/>
          <p14:tracePt t="253075" x="2286000" y="2700338"/>
          <p14:tracePt t="253086" x="2259013" y="2735263"/>
          <p14:tracePt t="253097" x="2232025" y="2776538"/>
          <p14:tracePt t="253109" x="2211388" y="2816225"/>
          <p14:tracePt t="253120" x="2197100" y="2863850"/>
          <p14:tracePt t="253131" x="2197100" y="2905125"/>
          <p14:tracePt t="253142" x="2197100" y="2932113"/>
          <p14:tracePt t="253153" x="2211388" y="2959100"/>
          <p14:tracePt t="253164" x="2244725" y="2994025"/>
          <p14:tracePt t="253188" x="2271713" y="3006725"/>
          <p14:tracePt t="253189" x="2327275" y="3033713"/>
          <p14:tracePt t="253201" x="2387600" y="3033713"/>
          <p14:tracePt t="253210" x="2443163" y="3048000"/>
          <p14:tracePt t="253221" x="2517775" y="3048000"/>
          <p14:tracePt t="253233" x="2598738" y="3033713"/>
          <p14:tracePt t="253246" x="2660650" y="3021013"/>
          <p14:tracePt t="253256" x="2714625" y="2973388"/>
          <p14:tracePt t="253268" x="2762250" y="2919413"/>
          <p14:tracePt t="253278" x="2776538" y="2878138"/>
          <p14:tracePt t="253289" x="2776538" y="2816225"/>
          <p14:tracePt t="253300" x="2762250" y="2747963"/>
          <p14:tracePt t="253310" x="2735263" y="2687638"/>
          <p14:tracePt t="253322" x="2700338" y="2660650"/>
          <p14:tracePt t="253334" x="2660650" y="2619375"/>
          <p14:tracePt t="253344" x="2619375" y="2571750"/>
          <p14:tracePt t="253356" x="2571750" y="2557463"/>
          <p14:tracePt t="253367" x="2530475" y="2557463"/>
          <p14:tracePt t="253378" x="2490788" y="2557463"/>
          <p14:tracePt t="253389" x="2443163" y="2557463"/>
          <p14:tracePt t="253401" x="2414588" y="2571750"/>
          <p14:tracePt t="253412" x="2387600" y="2586038"/>
          <p14:tracePt t="253424" x="2339975" y="2619375"/>
          <p14:tracePt t="253435" x="2327275" y="2646363"/>
          <p14:tracePt t="253446" x="2300288" y="2687638"/>
          <p14:tracePt t="253458" x="2286000" y="2747963"/>
          <p14:tracePt t="253468" x="2286000" y="2803525"/>
          <p14:tracePt t="253479" x="2286000" y="2830513"/>
          <p14:tracePt t="253491" x="2300288" y="2890838"/>
          <p14:tracePt t="253502" x="2327275" y="2932113"/>
          <p14:tracePt t="253513" x="2360613" y="2959100"/>
          <p14:tracePt t="253524" x="2414588" y="2994025"/>
          <p14:tracePt t="253536" x="2490788" y="3006725"/>
          <p14:tracePt t="253547" x="2557463" y="3021013"/>
          <p14:tracePt t="253558" x="2633663" y="3021013"/>
          <p14:tracePt t="253569" x="2714625" y="3006725"/>
          <p14:tracePt t="253580" x="2789238" y="2973388"/>
          <p14:tracePt t="253592" x="2816225" y="2946400"/>
          <p14:tracePt t="253603" x="2830513" y="2919413"/>
          <p14:tracePt t="253614" x="2843213" y="2890838"/>
          <p14:tracePt t="253625" x="2843213" y="2878138"/>
          <p14:tracePt t="253648" x="2830513" y="2878138"/>
          <p14:tracePt t="253670" x="2816225" y="2878138"/>
          <p14:tracePt t="253683" x="2803525" y="2890838"/>
          <p14:tracePt t="253693" x="2776538" y="2890838"/>
          <p14:tracePt t="253704" x="2735263" y="2890838"/>
          <p14:tracePt t="254030" x="2747963" y="2905125"/>
          <p14:tracePt t="254041" x="2776538" y="2905125"/>
          <p14:tracePt t="254053" x="2816225" y="2932113"/>
          <p14:tracePt t="254064" x="2890838" y="2946400"/>
          <p14:tracePt t="254076" x="2932113" y="2973388"/>
          <p14:tracePt t="254088" x="3006725" y="3006725"/>
          <p14:tracePt t="254099" x="3089275" y="3033713"/>
          <p14:tracePt t="254110" x="3149600" y="3062288"/>
          <p14:tracePt t="254121" x="3279775" y="3101975"/>
          <p14:tracePt t="254133" x="3422650" y="3149600"/>
          <p14:tracePt t="254143" x="3509963" y="3163888"/>
          <p14:tracePt t="254154" x="3605213" y="3176588"/>
          <p14:tracePt t="254166" x="3694113" y="3190875"/>
          <p14:tracePt t="254177" x="3756025" y="3190875"/>
          <p14:tracePt t="254188" x="3783013" y="3190875"/>
          <p14:tracePt t="254201" x="3810000" y="3190875"/>
          <p14:tracePt t="254210" x="3810000" y="3176588"/>
          <p14:tracePt t="254244" x="3824288" y="3176588"/>
          <p14:tracePt t="254248" x="3824288" y="3163888"/>
          <p14:tracePt t="254258" x="3824288" y="3149600"/>
          <p14:tracePt t="254269" x="3810000" y="3149600"/>
          <p14:tracePt t="254279" x="3810000" y="3136900"/>
          <p14:tracePt t="254290" x="3810000" y="3122613"/>
          <p14:tracePt t="254301" x="3795713" y="3122613"/>
          <p14:tracePt t="254345" x="3810000" y="3122613"/>
          <p14:tracePt t="254357" x="3824288" y="3122613"/>
          <p14:tracePt t="254368" x="3836988" y="3122613"/>
          <p14:tracePt t="254379" x="3863975" y="3122613"/>
          <p14:tracePt t="254390" x="3911600" y="3122613"/>
          <p14:tracePt t="254402" x="3938588" y="3136900"/>
          <p14:tracePt t="254413" x="3967163" y="3136900"/>
          <p14:tracePt t="254425" x="4014788" y="3149600"/>
          <p14:tracePt t="254436" x="4027488" y="3176588"/>
          <p14:tracePt t="254447" x="4054475" y="3190875"/>
          <p14:tracePt t="254470" x="4068763" y="3205163"/>
          <p14:tracePt t="254536" x="4068763" y="3190875"/>
          <p14:tracePt t="254548" x="4054475" y="3176588"/>
          <p14:tracePt t="254560" x="4041775" y="3163888"/>
          <p14:tracePt t="254571" x="4041775" y="3149600"/>
          <p14:tracePt t="254583" x="4027488" y="3136900"/>
          <p14:tracePt t="254604" x="4014788" y="3122613"/>
          <p14:tracePt t="254683" x="4027488" y="3122613"/>
          <p14:tracePt t="254705" x="4041775" y="3122613"/>
          <p14:tracePt t="254738" x="4041775" y="3136900"/>
          <p14:tracePt t="254795" x="4041775" y="3122613"/>
          <p14:tracePt t="254807" x="4054475" y="3122613"/>
          <p14:tracePt t="254819" x="4081463" y="3101975"/>
          <p14:tracePt t="254830" x="4110038" y="3101975"/>
          <p14:tracePt t="254841" x="4157663" y="3089275"/>
          <p14:tracePt t="254853" x="4197350" y="3074988"/>
          <p14:tracePt t="254864" x="4238625" y="3074988"/>
          <p14:tracePt t="254876" x="4271963" y="3074988"/>
          <p14:tracePt t="254886" x="4313238" y="3074988"/>
          <p14:tracePt t="254897" x="4327525" y="3074988"/>
          <p14:tracePt t="254909" x="4340225" y="3089275"/>
          <p14:tracePt t="254920" x="4354513" y="3101975"/>
          <p14:tracePt t="254930" x="4354513" y="3122613"/>
          <p14:tracePt t="254942" x="4367213" y="3122613"/>
          <p14:tracePt t="254953" x="4367213" y="3136900"/>
          <p14:tracePt t="254964" x="4387850" y="3136900"/>
          <p14:tracePt t="254976" x="4387850" y="3149600"/>
          <p14:tracePt t="254987" x="4414838" y="3136900"/>
          <p14:tracePt t="254998" x="4456113" y="3136900"/>
          <p14:tracePt t="255010" x="4483100" y="3122613"/>
          <p14:tracePt t="255021" x="4545013" y="3089275"/>
          <p14:tracePt t="255031" x="4586288" y="3074988"/>
          <p14:tracePt t="255043" x="4646613" y="3062288"/>
          <p14:tracePt t="255054" x="4673600" y="3048000"/>
          <p14:tracePt t="255065" x="4700588" y="3048000"/>
          <p14:tracePt t="255076" x="4714875" y="3048000"/>
          <p14:tracePt t="255088" x="4729163" y="3062288"/>
          <p14:tracePt t="255100" x="4741863" y="3062288"/>
          <p14:tracePt t="255110" x="4741863" y="3074988"/>
          <p14:tracePt t="255122" x="4741863" y="3089275"/>
          <p14:tracePt t="255134" x="4756150" y="3101975"/>
          <p14:tracePt t="255155" x="4776788" y="3101975"/>
          <p14:tracePt t="255168" x="4803775" y="3101975"/>
          <p14:tracePt t="255178" x="4843463" y="3101975"/>
          <p14:tracePt t="255190" x="4884738" y="3101975"/>
          <p14:tracePt t="255201" x="4932363" y="3101975"/>
          <p14:tracePt t="255211" x="5000625" y="3101975"/>
          <p14:tracePt t="255223" x="5062538" y="3101975"/>
          <p14:tracePt t="255235" x="5116513" y="3101975"/>
          <p14:tracePt t="255245" x="5149850" y="3101975"/>
          <p14:tracePt t="255257" x="5191125" y="3122613"/>
          <p14:tracePt t="255290" x="5205413" y="3136900"/>
          <p14:tracePt t="255295" x="5218113" y="3149600"/>
          <p14:tracePt t="255303" x="5232400" y="3163888"/>
          <p14:tracePt t="255304" x="5245100" y="3163888"/>
          <p14:tracePt t="255346" x="5259388" y="3163888"/>
          <p14:tracePt t="255369" x="5292725" y="3163888"/>
          <p14:tracePt t="255380" x="5319713" y="3163888"/>
          <p14:tracePt t="255392" x="5348288" y="3149600"/>
          <p14:tracePt t="255404" x="5408613" y="3149600"/>
          <p14:tracePt t="255414" x="5491163" y="3149600"/>
          <p14:tracePt t="255426" x="5551488" y="3149600"/>
          <p14:tracePt t="255437" x="5634038" y="3149600"/>
          <p14:tracePt t="255448" x="5681663" y="3163888"/>
          <p14:tracePt t="255460" x="5708650" y="3163888"/>
          <p14:tracePt t="255471" x="5708650" y="3176588"/>
          <p14:tracePt t="255482" x="5721350" y="3176588"/>
          <p14:tracePt t="255830" x="5735638" y="3176588"/>
          <p14:tracePt t="255843" x="5735638" y="3190875"/>
          <p14:tracePt t="260342" x="5783263" y="3149600"/>
          <p14:tracePt t="260343" x="5837238" y="3062288"/>
          <p14:tracePt t="260353" x="5911850" y="2946400"/>
          <p14:tracePt t="260364" x="6007100" y="2762250"/>
          <p14:tracePt t="260377" x="6081713" y="2598738"/>
          <p14:tracePt t="260387" x="6197600" y="2360613"/>
          <p14:tracePt t="260399" x="6265863" y="2170113"/>
          <p14:tracePt t="260411" x="6396038" y="1911350"/>
          <p14:tracePt t="260421" x="6524625" y="1666875"/>
          <p14:tracePt t="260445" x="6613525" y="1538288"/>
          <p14:tracePt t="260446" x="6729413" y="1366838"/>
          <p14:tracePt t="260455" x="6783388" y="1279525"/>
          <p14:tracePt t="260466" x="6858000" y="1176338"/>
          <p14:tracePt t="260479" x="6899275" y="1136650"/>
          <p14:tracePt t="260489" x="6932613" y="1095375"/>
          <p14:tracePt t="260499" x="6959600" y="1062038"/>
          <p14:tracePt t="260533" x="6959600" y="1047750"/>
          <p14:tracePt t="260535" x="6973888" y="1033463"/>
          <p14:tracePt t="260546" x="6986588" y="1020763"/>
          <p14:tracePt t="260556" x="7000875" y="1020763"/>
          <p14:tracePt t="260567" x="7027863" y="1006475"/>
          <p14:tracePt t="260580" x="7062788" y="1006475"/>
          <p14:tracePt t="260589" x="7089775" y="1006475"/>
          <p14:tracePt t="260602" x="7143750" y="993775"/>
          <p14:tracePt t="260612" x="7191375" y="979488"/>
          <p14:tracePt t="260623" x="7232650" y="966788"/>
          <p14:tracePt t="260635" x="7259638" y="946150"/>
          <p14:tracePt t="260679" x="7272338" y="946150"/>
          <p14:tracePt t="260690" x="7272338" y="931863"/>
          <p14:tracePt t="260713" x="7286625" y="931863"/>
          <p14:tracePt t="260724" x="7286625" y="919163"/>
          <p14:tracePt t="260769" x="7286625" y="904875"/>
          <p14:tracePt t="260780" x="7286625" y="890588"/>
          <p14:tracePt t="260792" x="7272338" y="877888"/>
          <p14:tracePt t="260803" x="7259638" y="877888"/>
          <p14:tracePt t="260859" x="7245350" y="890588"/>
          <p14:tracePt t="260870" x="7245350" y="919163"/>
          <p14:tracePt t="260882" x="7232650" y="946150"/>
          <p14:tracePt t="260895" x="7218363" y="966788"/>
          <p14:tracePt t="260906" x="7191375" y="993775"/>
          <p14:tracePt t="260915" x="7170738" y="1006475"/>
          <p14:tracePt t="260929" x="7143750" y="1020763"/>
          <p14:tracePt t="260939" x="7129463" y="1047750"/>
          <p14:tracePt t="260950" x="7102475" y="1074738"/>
          <p14:tracePt t="260962" x="7089775" y="1109663"/>
          <p14:tracePt t="260973" x="7089775" y="1136650"/>
          <p14:tracePt t="260984" x="7075488" y="1149350"/>
          <p14:tracePt t="260995" x="7075488" y="1176338"/>
          <p14:tracePt t="261005" x="7075488" y="1190625"/>
          <p14:tracePt t="261017" x="7075488" y="1211263"/>
          <p14:tracePt t="261028" x="7089775" y="1238250"/>
          <p14:tracePt t="261039" x="7102475" y="1252538"/>
          <p14:tracePt t="261051" x="7143750" y="1265238"/>
          <p14:tracePt t="261062" x="7170738" y="1279525"/>
          <p14:tracePt t="261073" x="7218363" y="1292225"/>
          <p14:tracePt t="261085" x="7245350" y="1292225"/>
          <p14:tracePt t="261096" x="7259638" y="1292225"/>
          <p14:tracePt t="261106" x="7286625" y="1292225"/>
          <p14:tracePt t="261118" x="7307263" y="1292225"/>
          <p14:tracePt t="261130" x="7334250" y="1279525"/>
          <p14:tracePt t="261140" x="7348538" y="1265238"/>
          <p14:tracePt t="261152" x="7361238" y="1265238"/>
          <p14:tracePt t="261164" x="7361238" y="1252538"/>
          <p14:tracePt t="261174" x="7361238" y="1238250"/>
          <p14:tracePt t="261185" x="7361238" y="1211263"/>
          <p14:tracePt t="261197" x="7361238" y="1190625"/>
          <p14:tracePt t="261208" x="7348538" y="1176338"/>
          <p14:tracePt t="261219" x="7334250" y="1176338"/>
          <p14:tracePt t="261231" x="7334250" y="1163638"/>
          <p14:tracePt t="261242" x="7319963" y="1163638"/>
          <p14:tracePt t="261253" x="7286625" y="1163638"/>
          <p14:tracePt t="261264" x="7259638" y="1176338"/>
          <p14:tracePt t="261275" x="7232650" y="1190625"/>
          <p14:tracePt t="261287" x="7205663" y="1211263"/>
          <p14:tracePt t="261298" x="7170738" y="1223963"/>
          <p14:tracePt t="261310" x="7158038" y="1238250"/>
          <p14:tracePt t="261321" x="7143750" y="1252538"/>
          <p14:tracePt t="261332" x="7143750" y="1265238"/>
          <p14:tracePt t="261344" x="7143750" y="1279525"/>
          <p14:tracePt t="261354" x="7143750" y="1292225"/>
          <p14:tracePt t="261366" x="7170738" y="1319213"/>
          <p14:tracePt t="261379" x="7191375" y="1319213"/>
          <p14:tracePt t="261388" x="7218363" y="1339850"/>
          <p14:tracePt t="261399" x="7245350" y="1339850"/>
          <p14:tracePt t="261412" x="7272338" y="1339850"/>
          <p14:tracePt t="261422" x="7286625" y="1339850"/>
          <p14:tracePt t="261433" x="7319963" y="1306513"/>
          <p14:tracePt t="261445" x="7334250" y="1292225"/>
          <p14:tracePt t="261456" x="7334250" y="1265238"/>
          <p14:tracePt t="261467" x="7334250" y="1252538"/>
          <p14:tracePt t="261479" x="7334250" y="1238250"/>
          <p14:tracePt t="261489" x="7319963" y="1211263"/>
          <p14:tracePt t="261501" x="7307263" y="1211263"/>
          <p14:tracePt t="261513" x="7272338" y="1190625"/>
          <p14:tracePt t="261523" x="7245350" y="1190625"/>
          <p14:tracePt t="261534" x="7205663" y="1190625"/>
          <p14:tracePt t="261546" x="7158038" y="1190625"/>
          <p14:tracePt t="261557" x="7129463" y="1211263"/>
          <p14:tracePt t="261579" x="7089775" y="1223963"/>
          <p14:tracePt t="261582" x="7062788" y="1252538"/>
          <p14:tracePt t="261592" x="7027863" y="1279525"/>
          <p14:tracePt t="261603" x="7015163" y="1306513"/>
          <p14:tracePt t="261613" x="7015163" y="1339850"/>
          <p14:tracePt t="261625" x="7015163" y="1354138"/>
          <p14:tracePt t="261636" x="7015163" y="1366838"/>
          <p14:tracePt t="261647" x="7027863" y="1381125"/>
          <p14:tracePt t="261658" x="7062788" y="1395413"/>
          <p14:tracePt t="261670" x="7116763" y="1395413"/>
          <p14:tracePt t="261681" x="7170738" y="1395413"/>
          <p14:tracePt t="261691" x="7232650" y="1395413"/>
          <p14:tracePt t="261703" x="7307263" y="1381125"/>
          <p14:tracePt t="261715" x="7348538" y="1354138"/>
          <p14:tracePt t="261727" x="7375525" y="1339850"/>
          <p14:tracePt t="261737" x="7402513" y="1306513"/>
          <p14:tracePt t="261748" x="7402513" y="1279525"/>
          <p14:tracePt t="261759" x="7402513" y="1265238"/>
          <p14:tracePt t="261804" x="7388225" y="1265238"/>
          <p14:tracePt t="261815" x="7361238" y="1265238"/>
          <p14:tracePt t="261828" x="7348538" y="1265238"/>
          <p14:tracePt t="261838" x="7334250" y="1265238"/>
          <p14:tracePt t="261905" x="7334250" y="1279525"/>
          <p14:tracePt t="261917" x="7319963" y="1279525"/>
          <p14:tracePt t="261939" x="7259638" y="1319213"/>
          <p14:tracePt t="261951" x="7143750" y="1408113"/>
          <p14:tracePt t="261963" x="7000875" y="1509713"/>
          <p14:tracePt t="261973" x="6769100" y="1708150"/>
          <p14:tracePt t="261985" x="6483350" y="1985963"/>
          <p14:tracePt t="261997" x="6224588" y="2211388"/>
          <p14:tracePt t="262007" x="5891213" y="2530475"/>
          <p14:tracePt t="262019" x="5605463" y="2816225"/>
          <p14:tracePt t="262030" x="5422900" y="3048000"/>
          <p14:tracePt t="262040" x="5164138" y="3319463"/>
          <p14:tracePt t="262052" x="4946650" y="3524250"/>
          <p14:tracePt t="262063" x="4789488" y="3652838"/>
          <p14:tracePt t="262074" x="4700588" y="3708400"/>
          <p14:tracePt t="262087" x="4613275" y="3756025"/>
          <p14:tracePt t="262098" x="4530725" y="3795713"/>
          <p14:tracePt t="262108" x="4470400" y="3810000"/>
          <p14:tracePt t="262120" x="4354513" y="3810000"/>
          <p14:tracePt t="262131" x="4224338" y="3824288"/>
          <p14:tracePt t="262142" x="4157663" y="3824288"/>
          <p14:tracePt t="262153" x="4081463" y="3824288"/>
          <p14:tracePt t="262165" x="3994150" y="3836988"/>
          <p14:tracePt t="262175" x="3925888" y="3851275"/>
          <p14:tracePt t="262189" x="3863975" y="3863975"/>
          <p14:tracePt t="262199" x="3783013" y="3884613"/>
          <p14:tracePt t="262209" x="3694113" y="3884613"/>
          <p14:tracePt t="262221" x="3640138" y="3884613"/>
          <p14:tracePt t="262232" x="3551238" y="3863975"/>
          <p14:tracePt t="262243" x="3462338" y="3851275"/>
          <p14:tracePt t="262255" x="3381375" y="3836988"/>
          <p14:tracePt t="262265" x="3348038" y="3824288"/>
          <p14:tracePt t="262277" x="3319463" y="3836988"/>
          <p14:tracePt t="262288" x="3306763" y="3851275"/>
          <p14:tracePt t="262299" x="3292475" y="3836988"/>
          <p14:tracePt t="262626" x="3292475" y="3851275"/>
          <p14:tracePt t="262638" x="3265488" y="3851275"/>
          <p14:tracePt t="262648" x="3232150" y="3851275"/>
          <p14:tracePt t="262659" x="3190875" y="3851275"/>
          <p14:tracePt t="262671" x="3136900" y="3851275"/>
          <p14:tracePt t="262682" x="3074988" y="3851275"/>
          <p14:tracePt t="262693" x="3021013" y="3851275"/>
          <p14:tracePt t="262704" x="2919413" y="3851275"/>
          <p14:tracePt t="262716" x="2843213" y="3851275"/>
          <p14:tracePt t="262728" x="2700338" y="3851275"/>
          <p14:tracePt t="262738" x="2598738" y="3851275"/>
          <p14:tracePt t="262749" x="2414588" y="3851275"/>
          <p14:tracePt t="262762" x="2244725" y="3851275"/>
          <p14:tracePt t="262772" x="2128838" y="3851275"/>
          <p14:tracePt t="262783" x="1973263" y="3851275"/>
          <p14:tracePt t="262795" x="1871663" y="3851275"/>
          <p14:tracePt t="262805" x="1728788" y="3851275"/>
          <p14:tracePt t="262817" x="1652588" y="3836988"/>
          <p14:tracePt t="262829" x="1550988" y="3836988"/>
          <p14:tracePt t="262839" x="1497013" y="3836988"/>
          <p14:tracePt t="262850" x="1422400" y="3836988"/>
          <p14:tracePt t="262862" x="1366838" y="3836988"/>
          <p14:tracePt t="262873" x="1354138" y="3836988"/>
          <p14:tracePt t="262884" x="1319213" y="3836988"/>
          <p14:tracePt t="262896" x="1306513" y="3836988"/>
          <p14:tracePt t="262906" x="1292225" y="3836988"/>
          <p14:tracePt t="262918" x="1279525" y="3836988"/>
          <p14:tracePt t="263063" x="1279525" y="3824288"/>
          <p14:tracePt t="263605" x="1292225" y="3824288"/>
          <p14:tracePt t="263616" x="1319213" y="3824288"/>
          <p14:tracePt t="263627" x="1354138" y="3824288"/>
          <p14:tracePt t="263639" x="1381125" y="3824288"/>
          <p14:tracePt t="263649" x="1422400" y="3836988"/>
          <p14:tracePt t="263661" x="1470025" y="3836988"/>
          <p14:tracePt t="263683" x="1509713" y="3851275"/>
          <p14:tracePt t="263687" x="1538288" y="3863975"/>
          <p14:tracePt t="263695" x="1577975" y="3863975"/>
          <p14:tracePt t="263710" x="1612900" y="3863975"/>
          <p14:tracePt t="263718" x="1652588" y="3863975"/>
          <p14:tracePt t="263730" x="1693863" y="3884613"/>
          <p14:tracePt t="263742" x="1755775" y="3884613"/>
          <p14:tracePt t="263751" x="1782763" y="3884613"/>
          <p14:tracePt t="263762" x="1836738" y="3884613"/>
          <p14:tracePt t="263774" x="1871663" y="3884613"/>
          <p14:tracePt t="263784" x="1898650" y="3884613"/>
          <p14:tracePt t="263796" x="1925638" y="3884613"/>
          <p14:tracePt t="263808" x="1973263" y="3884613"/>
          <p14:tracePt t="263818" x="2041525" y="3884613"/>
          <p14:tracePt t="263829" x="2128838" y="3884613"/>
          <p14:tracePt t="263841" x="2286000" y="3884613"/>
          <p14:tracePt t="263852" x="2470150" y="3884613"/>
          <p14:tracePt t="263863" x="2687638" y="3884613"/>
          <p14:tracePt t="263874" x="2830513" y="3863975"/>
          <p14:tracePt t="263885" x="3021013" y="3851275"/>
          <p14:tracePt t="263897" x="3176588" y="3851275"/>
          <p14:tracePt t="263909" x="3265488" y="3851275"/>
          <p14:tracePt t="263919" x="3292475" y="3851275"/>
          <p14:tracePt t="264190" x="3435350" y="3884613"/>
          <p14:tracePt t="264191" x="3462338" y="3884613"/>
          <p14:tracePt t="264211" x="3476625" y="3884613"/>
          <p14:tracePt t="264222" x="3476625" y="3898900"/>
          <p14:tracePt t="264278" x="3497263" y="3898900"/>
          <p14:tracePt t="264380" x="3509963" y="3898900"/>
          <p14:tracePt t="264414" x="3524250" y="3898900"/>
          <p14:tracePt t="264436" x="3538538" y="3884613"/>
          <p14:tracePt t="264459" x="3551238" y="3884613"/>
          <p14:tracePt t="264470" x="3565525" y="3884613"/>
          <p14:tracePt t="264493" x="3578225" y="3884613"/>
          <p14:tracePt t="264549" x="3565525" y="3884613"/>
          <p14:tracePt t="264561" x="3551238" y="3884613"/>
          <p14:tracePt t="264572" x="3509963" y="3884613"/>
          <p14:tracePt t="264583" x="3462338" y="3884613"/>
          <p14:tracePt t="264594" x="3422650" y="3884613"/>
          <p14:tracePt t="264605" x="3395663" y="3884613"/>
          <p14:tracePt t="264618" x="3360738" y="3884613"/>
          <p14:tracePt t="264628" x="3348038" y="3884613"/>
          <p14:tracePt t="264672" x="3360738" y="3884613"/>
          <p14:tracePt t="264695" x="3395663" y="3884613"/>
          <p14:tracePt t="264729" x="3422650" y="3884613"/>
          <p14:tracePt t="264731" x="3435350" y="3884613"/>
          <p14:tracePt t="264743" x="3497263" y="3884613"/>
          <p14:tracePt t="264753" x="3509963" y="3884613"/>
          <p14:tracePt t="264763" x="3524250" y="3884613"/>
          <p14:tracePt t="264841" x="3509963" y="3884613"/>
          <p14:tracePt t="264853" x="3497263" y="3884613"/>
          <p14:tracePt t="264865" x="3476625" y="3884613"/>
          <p14:tracePt t="264942" x="3497263" y="3884613"/>
          <p14:tracePt t="264965" x="3509963" y="3884613"/>
          <p14:tracePt t="264988" x="3524250" y="3884613"/>
          <p14:tracePt t="265843" x="3551238" y="3884613"/>
          <p14:tracePt t="265854" x="3592513" y="3884613"/>
          <p14:tracePt t="265865" x="3640138" y="3884613"/>
          <p14:tracePt t="265878" x="3667125" y="3863975"/>
          <p14:tracePt t="265899" x="3652838" y="3863975"/>
          <p14:tracePt t="266338" x="3667125" y="3863975"/>
          <p14:tracePt t="266360" x="3681413" y="3863975"/>
          <p14:tracePt t="266383" x="3694113" y="3884613"/>
          <p14:tracePt t="266439" x="3708400" y="3884613"/>
          <p14:tracePt t="266461" x="3708400" y="3863975"/>
          <p14:tracePt t="266562" x="3708400" y="3884613"/>
          <p14:tracePt t="266619" x="3721100" y="3884613"/>
          <p14:tracePt t="266664" x="3735388" y="3884613"/>
          <p14:tracePt t="266675" x="3756025" y="3884613"/>
          <p14:tracePt t="266698" x="3768725" y="3884613"/>
          <p14:tracePt t="266709" x="3783013" y="3884613"/>
          <p14:tracePt t="266722" x="3810000" y="3884613"/>
          <p14:tracePt t="266733" x="3836988" y="3884613"/>
          <p14:tracePt t="266743" x="3884613" y="3884613"/>
          <p14:tracePt t="266756" x="3898900" y="3863975"/>
          <p14:tracePt t="266767" x="3952875" y="3863975"/>
          <p14:tracePt t="266777" x="3994150" y="3863975"/>
          <p14:tracePt t="266790" x="4027488" y="3863975"/>
          <p14:tracePt t="266800" x="4041775" y="3863975"/>
          <p14:tracePt t="266822" x="4054475" y="3863975"/>
          <p14:tracePt t="266945" x="4068763" y="3863975"/>
          <p14:tracePt t="266957" x="4081463" y="3863975"/>
          <p14:tracePt t="266968" x="4110038" y="3863975"/>
          <p14:tracePt t="266981" x="4143375" y="3863975"/>
          <p14:tracePt t="266990" x="4184650" y="3851275"/>
          <p14:tracePt t="267005" x="4238625" y="3851275"/>
          <p14:tracePt t="267015" x="4300538" y="3851275"/>
          <p14:tracePt t="267024" x="4367213" y="3851275"/>
          <p14:tracePt t="267037" x="4456113" y="3851275"/>
          <p14:tracePt t="267047" x="4530725" y="3851275"/>
          <p14:tracePt t="267058" x="4660900" y="3851275"/>
          <p14:tracePt t="267070" x="4776788" y="3863975"/>
          <p14:tracePt t="267080" x="4872038" y="3863975"/>
          <p14:tracePt t="267092" x="4946650" y="3884613"/>
          <p14:tracePt t="267104" x="5033963" y="3884613"/>
          <p14:tracePt t="267114" x="5102225" y="3884613"/>
          <p14:tracePt t="267125" x="5149850" y="3884613"/>
          <p14:tracePt t="267137" x="5205413" y="3884613"/>
          <p14:tracePt t="267148" x="5218113" y="3884613"/>
          <p14:tracePt t="267159" x="5232400" y="3884613"/>
          <p14:tracePt t="267193" x="5245100" y="3863975"/>
          <p14:tracePt t="267205" x="5245100" y="3851275"/>
          <p14:tracePt t="267215" x="5245100" y="3810000"/>
          <p14:tracePt t="267227" x="5245100" y="3756025"/>
          <p14:tracePt t="267238" x="5245100" y="3694113"/>
          <p14:tracePt t="267249" x="5245100" y="3625850"/>
          <p14:tracePt t="267261" x="5245100" y="3538538"/>
          <p14:tracePt t="267272" x="5245100" y="3497263"/>
          <p14:tracePt t="267283" x="5232400" y="3449638"/>
          <p14:tracePt t="267295" x="5218113" y="3422650"/>
          <p14:tracePt t="267306" x="5205413" y="3395663"/>
          <p14:tracePt t="267317" x="5164138" y="3381375"/>
          <p14:tracePt t="267329" x="5102225" y="3348038"/>
          <p14:tracePt t="267340" x="5021263" y="3333750"/>
          <p14:tracePt t="267351" x="4946650" y="3333750"/>
          <p14:tracePt t="267362" x="4857750" y="3333750"/>
          <p14:tracePt t="267373" x="4756150" y="3333750"/>
          <p14:tracePt t="267384" x="4687888" y="3360738"/>
          <p14:tracePt t="267396" x="4625975" y="3360738"/>
          <p14:tracePt t="267407" x="4572000" y="3395663"/>
          <p14:tracePt t="267418" x="4518025" y="3422650"/>
          <p14:tracePt t="267430" x="4470400" y="3449638"/>
          <p14:tracePt t="267441" x="4443413" y="3497263"/>
          <p14:tracePt t="267453" x="4443413" y="3524250"/>
          <p14:tracePt t="267463" x="4443413" y="3565525"/>
          <p14:tracePt t="267474" x="4456113" y="3605213"/>
          <p14:tracePt t="267486" x="4497388" y="3667125"/>
          <p14:tracePt t="267497" x="4572000" y="3721100"/>
          <p14:tracePt t="267508" x="4625975" y="3768725"/>
          <p14:tracePt t="267520" x="4729163" y="3810000"/>
          <p14:tracePt t="267531" x="4843463" y="3851275"/>
          <p14:tracePt t="267542" x="4932363" y="3884613"/>
          <p14:tracePt t="267554" x="5075238" y="3898900"/>
          <p14:tracePt t="267565" x="5218113" y="3911600"/>
          <p14:tracePt t="267576" x="5319713" y="3911600"/>
          <p14:tracePt t="267587" x="5449888" y="3884613"/>
          <p14:tracePt t="267598" x="5565775" y="3836988"/>
          <p14:tracePt t="267610" x="5646738" y="3795713"/>
          <p14:tracePt t="267621" x="5694363" y="3756025"/>
          <p14:tracePt t="267632" x="5735638" y="3681413"/>
          <p14:tracePt t="267645" x="5748338" y="3592513"/>
          <p14:tracePt t="267656" x="5721350" y="3538538"/>
          <p14:tracePt t="267665" x="5681663" y="3462338"/>
          <p14:tracePt t="267677" x="5605463" y="3408363"/>
          <p14:tracePt t="267689" x="5503863" y="3360738"/>
          <p14:tracePt t="267699" x="5422900" y="3348038"/>
          <p14:tracePt t="267711" x="5307013" y="3333750"/>
          <p14:tracePt t="267722" x="5191125" y="3319463"/>
          <p14:tracePt t="267733" x="5089525" y="3333750"/>
          <p14:tracePt t="267745" x="4973638" y="3360738"/>
          <p14:tracePt t="267756" x="4843463" y="3422650"/>
          <p14:tracePt t="267766" x="4776788" y="3462338"/>
          <p14:tracePt t="267778" x="4714875" y="3538538"/>
          <p14:tracePt t="267789" x="4687888" y="3592513"/>
          <p14:tracePt t="267800" x="4673600" y="3652838"/>
          <p14:tracePt t="267812" x="4673600" y="3694113"/>
          <p14:tracePt t="267823" x="4700588" y="3735388"/>
          <p14:tracePt t="267834" x="4741863" y="3783013"/>
          <p14:tracePt t="267847" x="4789488" y="3810000"/>
          <p14:tracePt t="267868" x="4857750" y="3824288"/>
          <p14:tracePt t="267872" x="4946650" y="3824288"/>
          <p14:tracePt t="267880" x="5000625" y="3824288"/>
          <p14:tracePt t="267892" x="5089525" y="3795713"/>
          <p14:tracePt t="267903" x="5176838" y="3768725"/>
          <p14:tracePt t="267913" x="5232400" y="3721100"/>
          <p14:tracePt t="267925" x="5245100" y="3694113"/>
          <p14:tracePt t="267936" x="5232400" y="3652838"/>
          <p14:tracePt t="268431" x="5319713" y="3592513"/>
          <p14:tracePt t="268432" x="5422900" y="3524250"/>
          <p14:tracePt t="268443" x="5462588" y="3449638"/>
          <p14:tracePt t="268453" x="5538788" y="3319463"/>
          <p14:tracePt t="268467" x="5634038" y="3176588"/>
          <p14:tracePt t="268477" x="5708650" y="3089275"/>
          <p14:tracePt t="268488" x="5824538" y="2946400"/>
          <p14:tracePt t="268499" x="5911850" y="2816225"/>
          <p14:tracePt t="268509" x="6021388" y="2619375"/>
          <p14:tracePt t="268521" x="6096000" y="2470150"/>
          <p14:tracePt t="268533" x="6184900" y="2259013"/>
          <p14:tracePt t="268543" x="6253163" y="2101850"/>
          <p14:tracePt t="268554" x="6313488" y="2000250"/>
          <p14:tracePt t="268566" x="6367463" y="1911350"/>
          <p14:tracePt t="268577" x="6396038" y="1857375"/>
          <p14:tracePt t="268589" x="6443663" y="1795463"/>
          <p14:tracePt t="268601" x="6470650" y="1768475"/>
          <p14:tracePt t="268610" x="6497638" y="1741488"/>
          <p14:tracePt t="268622" x="6510338" y="1728788"/>
          <p14:tracePt t="268634" x="6510338" y="1708150"/>
          <p14:tracePt t="268666" x="6497638" y="1693863"/>
          <p14:tracePt t="268689" x="6510338" y="1681163"/>
          <p14:tracePt t="268711" x="6510338" y="1666875"/>
          <p14:tracePt t="268724" x="6510338" y="1652588"/>
          <p14:tracePt t="268756" x="6524625" y="1639888"/>
          <p14:tracePt t="268779" x="6545263" y="1639888"/>
          <p14:tracePt t="268791" x="6572250" y="1639888"/>
          <p14:tracePt t="268802" x="6599238" y="1625600"/>
          <p14:tracePt t="268813" x="6626225" y="1625600"/>
          <p14:tracePt t="268825" x="6653213" y="1625600"/>
          <p14:tracePt t="268836" x="6673850" y="1639888"/>
          <p14:tracePt t="268847" x="6688138" y="1639888"/>
          <p14:tracePt t="268858" x="6688138" y="1652588"/>
          <p14:tracePt t="268870" x="6688138" y="1681163"/>
          <p14:tracePt t="268880" x="6688138" y="1693863"/>
          <p14:tracePt t="268893" x="6688138" y="1708150"/>
          <p14:tracePt t="268914" x="6673850" y="1741488"/>
          <p14:tracePt t="268918" x="6640513" y="1768475"/>
          <p14:tracePt t="268925" x="6626225" y="1795463"/>
          <p14:tracePt t="268937" x="6626225" y="1809750"/>
          <p14:tracePt t="268951" x="6626225" y="1824038"/>
          <p14:tracePt t="268961" x="6613525" y="1836738"/>
          <p14:tracePt t="269015" x="6626225" y="1836738"/>
          <p14:tracePt t="269027" x="6640513" y="1824038"/>
          <p14:tracePt t="269039" x="6673850" y="1824038"/>
          <p14:tracePt t="269051" x="6700838" y="1809750"/>
          <p14:tracePt t="269061" x="6729413" y="1795463"/>
          <p14:tracePt t="269073" x="6742113" y="1795463"/>
          <p14:tracePt t="269085" x="6783388" y="1782763"/>
          <p14:tracePt t="269095" x="6804025" y="1782763"/>
          <p14:tracePt t="269106" x="6831013" y="1782763"/>
          <p14:tracePt t="269118" x="6831013" y="1768475"/>
          <p14:tracePt t="269150" x="6816725" y="1768475"/>
          <p14:tracePt t="269162" x="6769100" y="1768475"/>
          <p14:tracePt t="269174" x="6729413" y="1768475"/>
          <p14:tracePt t="269185" x="6653213" y="1768475"/>
          <p14:tracePt t="269195" x="6586538" y="1768475"/>
          <p14:tracePt t="269207" x="6545263" y="1768475"/>
          <p14:tracePt t="269218" x="6497638" y="1768475"/>
          <p14:tracePt t="269229" x="6483350" y="1768475"/>
          <p14:tracePt t="269274" x="6497638" y="1768475"/>
          <p14:tracePt t="269286" x="6524625" y="1768475"/>
          <p14:tracePt t="269297" x="6586538" y="1782763"/>
          <p14:tracePt t="269309" x="6626225" y="1782763"/>
          <p14:tracePt t="269320" x="6688138" y="1782763"/>
          <p14:tracePt t="269330" x="6715125" y="1782763"/>
          <p14:tracePt t="269343" x="6756400" y="1782763"/>
          <p14:tracePt t="269353" x="6769100" y="1782763"/>
          <p14:tracePt t="269375" x="6756400" y="1782763"/>
          <p14:tracePt t="269398" x="6729413" y="1782763"/>
          <p14:tracePt t="269409" x="6688138" y="1782763"/>
          <p14:tracePt t="269420" x="6613525" y="1782763"/>
          <p14:tracePt t="269432" x="6572250" y="1768475"/>
          <p14:tracePt t="269444" x="6557963" y="1768475"/>
          <p14:tracePt t="269455" x="6545263" y="1768475"/>
          <p14:tracePt t="269465" x="6524625" y="1768475"/>
          <p14:tracePt t="269488" x="6545263" y="1768475"/>
          <p14:tracePt t="269499" x="6557963" y="1768475"/>
          <p14:tracePt t="269511" x="6599238" y="1782763"/>
          <p14:tracePt t="269523" x="6640513" y="1782763"/>
          <p14:tracePt t="269535" x="6700838" y="1795463"/>
          <p14:tracePt t="269545" x="6742113" y="1795463"/>
          <p14:tracePt t="269556" x="6769100" y="1795463"/>
          <p14:tracePt t="269568" x="6804025" y="1795463"/>
          <p14:tracePt t="269611" x="6769100" y="1795463"/>
          <p14:tracePt t="269623" x="6742113" y="1795463"/>
          <p14:tracePt t="269635" x="6715125" y="1795463"/>
          <p14:tracePt t="269645" x="6653213" y="1782763"/>
          <p14:tracePt t="269658" x="6626225" y="1782763"/>
          <p14:tracePt t="269669" x="6599238" y="1782763"/>
          <p14:tracePt t="269724" x="6613525" y="1795463"/>
          <p14:tracePt t="269736" x="6653213" y="1795463"/>
          <p14:tracePt t="269746" x="6700838" y="1809750"/>
          <p14:tracePt t="269759" x="6756400" y="1809750"/>
          <p14:tracePt t="269770" x="6804025" y="1824038"/>
          <p14:tracePt t="269780" x="6831013" y="1824038"/>
          <p14:tracePt t="269792" x="6858000" y="1824038"/>
          <p14:tracePt t="269836" x="6843713" y="1836738"/>
          <p14:tracePt t="269848" x="6804025" y="1836738"/>
          <p14:tracePt t="269860" x="6769100" y="1836738"/>
          <p14:tracePt t="269871" x="6729413" y="1824038"/>
          <p14:tracePt t="269882" x="6700838" y="1824038"/>
          <p14:tracePt t="269894" x="6673850" y="1824038"/>
          <p14:tracePt t="269949" x="6715125" y="1836738"/>
          <p14:tracePt t="269971" x="6756400" y="1836738"/>
          <p14:tracePt t="269974" x="6804025" y="1836738"/>
          <p14:tracePt t="269985" x="6843713" y="1836738"/>
          <p14:tracePt t="269995" x="6884988" y="1836738"/>
          <p14:tracePt t="270005" x="6899275" y="1836738"/>
          <p14:tracePt t="270061" x="6872288" y="1836738"/>
          <p14:tracePt t="270073" x="6858000" y="1836738"/>
          <p14:tracePt t="270085" x="6843713" y="1836738"/>
          <p14:tracePt t="270107" x="6831013" y="1836738"/>
          <p14:tracePt t="270174" x="6843713" y="1836738"/>
          <p14:tracePt t="270186" x="6843713" y="1857375"/>
          <p14:tracePt t="270489" x="6843713" y="1836738"/>
          <p14:tracePt t="270905" x="6858000" y="1836738"/>
          <p14:tracePt t="270917" x="6858000" y="1824038"/>
          <p14:tracePt t="270939" x="6843713" y="1824038"/>
          <p14:tracePt t="270950" x="6843713" y="1809750"/>
          <p14:tracePt t="270984" x="6843713" y="1795463"/>
          <p14:tracePt t="271030" x="6843713" y="1782763"/>
          <p14:tracePt t="271085" x="6831013" y="1768475"/>
          <p14:tracePt t="271096" x="6816725" y="1768475"/>
          <p14:tracePt t="271108" x="6804025" y="1755775"/>
          <p14:tracePt t="271119" x="6756400" y="1741488"/>
          <p14:tracePt t="271131" x="6729413" y="1741488"/>
          <p14:tracePt t="271142" x="6688138" y="1708150"/>
          <p14:tracePt t="271153" x="6626225" y="1693863"/>
          <p14:tracePt t="271164" x="6599238" y="1681163"/>
          <p14:tracePt t="271176" x="6572250" y="1666875"/>
          <p14:tracePt t="271187" x="6545263" y="1652588"/>
          <p14:tracePt t="271198" x="6510338" y="1652588"/>
          <p14:tracePt t="271220" x="6497638" y="1652588"/>
          <p14:tracePt t="271446" x="6497638" y="1639888"/>
          <p14:tracePt t="271446" x="6483350" y="1639888"/>
          <p14:tracePt t="271457" x="6483350" y="1625600"/>
          <p14:tracePt t="271490" x="6470650" y="1612900"/>
          <p14:tracePt t="271513" x="6456363" y="1612900"/>
          <p14:tracePt t="271535" x="6443663" y="1612900"/>
          <p14:tracePt t="271557" x="6429375" y="1612900"/>
          <p14:tracePt t="271591" x="6408738" y="1612900"/>
          <p14:tracePt t="271636" x="6396038" y="1612900"/>
          <p14:tracePt t="271749" x="6381750" y="1612900"/>
          <p14:tracePt t="271827" x="6367463" y="1625600"/>
          <p14:tracePt t="271861" x="6367463" y="1639888"/>
          <p14:tracePt t="271895" x="6354763" y="1639888"/>
          <p14:tracePt t="271906" x="6354763" y="1652588"/>
          <p14:tracePt t="271940" x="6354763" y="1666875"/>
          <p14:tracePt t="271985" x="6354763" y="1681163"/>
          <p14:tracePt t="272019" x="6354763" y="1693863"/>
          <p14:tracePt t="272041" x="6340475" y="1708150"/>
          <p14:tracePt t="272065" x="6327775" y="1708150"/>
          <p14:tracePt t="272098" x="6313488" y="1708150"/>
          <p14:tracePt t="272099" x="6313488" y="1728788"/>
          <p14:tracePt t="272110" x="6300788" y="1728788"/>
          <p14:tracePt t="272210" x="6300788" y="1708150"/>
          <p14:tracePt t="272221" x="6313488" y="1708150"/>
          <p14:tracePt t="272233" x="6327775" y="1708150"/>
          <p14:tracePt t="272244" x="6340475" y="1708150"/>
          <p14:tracePt t="272255" x="6354763" y="1708150"/>
          <p14:tracePt t="272267" x="6367463" y="1693863"/>
          <p14:tracePt t="272278" x="6381750" y="1693863"/>
          <p14:tracePt t="272301" x="6396038" y="1681163"/>
          <p14:tracePt t="272593" x="6381750" y="1693863"/>
          <p14:tracePt t="272638" x="6367463" y="1693863"/>
          <p14:tracePt t="272650" x="6354763" y="1708150"/>
          <p14:tracePt t="272662" x="6265863" y="1755775"/>
          <p14:tracePt t="272672" x="6081713" y="1836738"/>
          <p14:tracePt t="272683" x="5864225" y="2014538"/>
          <p14:tracePt t="272696" x="5476875" y="2360613"/>
          <p14:tracePt t="272706" x="5129213" y="2762250"/>
          <p14:tracePt t="272717" x="4857750" y="3122613"/>
          <p14:tracePt t="272730" x="4530725" y="3592513"/>
          <p14:tracePt t="272740" x="4211638" y="4027488"/>
          <p14:tracePt t="272750" x="4014788" y="4286250"/>
          <p14:tracePt t="272763" x="3756025" y="4557713"/>
          <p14:tracePt t="272774" x="3578225" y="4756150"/>
          <p14:tracePt t="272785" x="3449638" y="4884738"/>
          <p14:tracePt t="272799" x="3408363" y="4946650"/>
          <p14:tracePt t="272808" x="3360738" y="5000625"/>
          <p14:tracePt t="272820" x="3333750" y="5033963"/>
          <p14:tracePt t="272831" x="3333750" y="5048250"/>
          <p14:tracePt t="272908" x="3333750" y="5033963"/>
          <p14:tracePt t="273301" x="3319463" y="5033963"/>
          <p14:tracePt t="273347" x="3306763" y="5021263"/>
          <p14:tracePt t="273359" x="3292475" y="5021263"/>
          <p14:tracePt t="273369" x="3265488" y="5021263"/>
          <p14:tracePt t="273383" x="3232150" y="5021263"/>
          <p14:tracePt t="273393" x="3217863" y="5021263"/>
          <p14:tracePt t="273403" x="3190875" y="5021263"/>
          <p14:tracePt t="273416" x="3163888" y="5000625"/>
          <p14:tracePt t="273426" x="3149600" y="5000625"/>
          <p14:tracePt t="273437" x="3122613" y="5000625"/>
          <p14:tracePt t="273449" x="3089275" y="5000625"/>
          <p14:tracePt t="273460" x="3048000" y="4986338"/>
          <p14:tracePt t="273472" x="3021013" y="4986338"/>
          <p14:tracePt t="273483" x="2973388" y="4986338"/>
          <p14:tracePt t="273493" x="2946400" y="4973638"/>
          <p14:tracePt t="273506" x="2919413" y="4973638"/>
          <p14:tracePt t="273517" x="2863850" y="4973638"/>
          <p14:tracePt t="273526" x="2816225" y="4973638"/>
          <p14:tracePt t="273538" x="2762250" y="4973638"/>
          <p14:tracePt t="273550" x="2714625" y="4973638"/>
          <p14:tracePt t="273560" x="2660650" y="4973638"/>
          <p14:tracePt t="273572" x="2619375" y="4973638"/>
          <p14:tracePt t="273584" x="2586038" y="4973638"/>
          <p14:tracePt t="273594" x="2571750" y="4973638"/>
          <p14:tracePt t="273606" x="2557463" y="4973638"/>
          <p14:tracePt t="273650" x="2571750" y="4973638"/>
          <p14:tracePt t="273662" x="2586038" y="4973638"/>
          <p14:tracePt t="273673" x="2619375" y="4973638"/>
          <p14:tracePt t="273695" x="2646363" y="4986338"/>
          <p14:tracePt t="273700" x="2673350" y="4986338"/>
          <p14:tracePt t="273708" x="2714625" y="5000625"/>
          <p14:tracePt t="273718" x="2747963" y="5000625"/>
          <p14:tracePt t="273733" x="2776538" y="5021263"/>
          <p14:tracePt t="273743" x="2816225" y="5033963"/>
          <p14:tracePt t="273752" x="2843213" y="5033963"/>
          <p14:tracePt t="273763" x="2878138" y="5033963"/>
          <p14:tracePt t="273775" x="2905125" y="5048250"/>
          <p14:tracePt t="273786" x="2946400" y="5048250"/>
          <p14:tracePt t="273797" x="2973388" y="5048250"/>
          <p14:tracePt t="273808" x="3006725" y="5048250"/>
          <p14:tracePt t="273820" x="3033713" y="5048250"/>
          <p14:tracePt t="273830" x="3089275" y="5048250"/>
          <p14:tracePt t="273843" x="3122613" y="5048250"/>
          <p14:tracePt t="273853" x="3176588" y="5048250"/>
          <p14:tracePt t="273864" x="3232150" y="5048250"/>
          <p14:tracePt t="273876" x="3265488" y="5062538"/>
          <p14:tracePt t="273887" x="3292475" y="5062538"/>
          <p14:tracePt t="273899" x="3319463" y="5062538"/>
          <p14:tracePt t="273909" x="3348038" y="5062538"/>
          <p14:tracePt t="273921" x="3360738" y="5062538"/>
          <p14:tracePt t="273933" x="3395663" y="5062538"/>
          <p14:tracePt t="273943" x="3422650" y="5062538"/>
          <p14:tracePt t="273955" x="3449638" y="5062538"/>
          <p14:tracePt t="273967" x="3476625" y="5062538"/>
          <p14:tracePt t="273977" x="3509963" y="5048250"/>
          <p14:tracePt t="273988" x="3538538" y="5048250"/>
          <p14:tracePt t="274001" x="3565525" y="5021263"/>
          <p14:tracePt t="274010" x="3592513" y="5000625"/>
          <p14:tracePt t="274023" x="3605213" y="4973638"/>
          <p14:tracePt t="274034" x="3605213" y="4946650"/>
          <p14:tracePt t="274044" x="3625850" y="4884738"/>
          <p14:tracePt t="274056" x="3625850" y="4816475"/>
          <p14:tracePt t="274067" x="3605213" y="4756150"/>
          <p14:tracePt t="274078" x="3578225" y="4660900"/>
          <p14:tracePt t="274090" x="3538538" y="4586288"/>
          <p14:tracePt t="274101" x="3524250" y="4530725"/>
          <p14:tracePt t="274112" x="3524250" y="4518025"/>
          <p14:tracePt t="274134" x="3524250" y="4497388"/>
          <p14:tracePt t="274158" x="3497263" y="4497388"/>
          <p14:tracePt t="274168" x="3462338" y="4483100"/>
          <p14:tracePt t="274179" x="3408363" y="4470400"/>
          <p14:tracePt t="274192" x="3348038" y="4470400"/>
          <p14:tracePt t="274203" x="3306763" y="4470400"/>
          <p14:tracePt t="274213" x="3232150" y="4483100"/>
          <p14:tracePt t="274227" x="3190875" y="4497388"/>
          <p14:tracePt t="274236" x="3136900" y="4530725"/>
          <p14:tracePt t="274249" x="3089275" y="4557713"/>
          <p14:tracePt t="274260" x="3074988" y="4586288"/>
          <p14:tracePt t="274271" x="3062288" y="4625975"/>
          <p14:tracePt t="274282" x="3048000" y="4673600"/>
          <p14:tracePt t="274293" x="3074988" y="4729163"/>
          <p14:tracePt t="274303" x="3101975" y="4789488"/>
          <p14:tracePt t="274314" x="3176588" y="4857750"/>
          <p14:tracePt t="274326" x="3252788" y="4919663"/>
          <p14:tracePt t="274337" x="3306763" y="4959350"/>
          <p14:tracePt t="274349" x="3395663" y="5000625"/>
          <p14:tracePt t="274360" x="3462338" y="5021263"/>
          <p14:tracePt t="274371" x="3538538" y="5033963"/>
          <p14:tracePt t="274383" x="3605213" y="5033963"/>
          <p14:tracePt t="274393" x="3681413" y="5021263"/>
          <p14:tracePt t="274404" x="3721100" y="5000625"/>
          <p14:tracePt t="274417" x="3768725" y="4986338"/>
          <p14:tracePt t="274427" x="3783013" y="4959350"/>
          <p14:tracePt t="274439" x="3795713" y="4919663"/>
          <p14:tracePt t="274450" x="3795713" y="4872038"/>
          <p14:tracePt t="274461" x="3795713" y="4803775"/>
          <p14:tracePt t="274472" x="3768725" y="4714875"/>
          <p14:tracePt t="274484" x="3756025" y="4673600"/>
          <p14:tracePt t="274494" x="3721100" y="4613275"/>
          <p14:tracePt t="274506" x="3681413" y="4572000"/>
          <p14:tracePt t="274517" x="3640138" y="4545013"/>
          <p14:tracePt t="274528" x="3605213" y="4545013"/>
          <p14:tracePt t="274539" x="3565525" y="4545013"/>
          <p14:tracePt t="274551" x="3509963" y="4545013"/>
          <p14:tracePt t="274562" x="3476625" y="4557713"/>
          <p14:tracePt t="274574" x="3408363" y="4613275"/>
          <p14:tracePt t="274584" x="3319463" y="4700588"/>
          <p14:tracePt t="274595" x="3279775" y="4776788"/>
          <p14:tracePt t="274607" x="3252788" y="4857750"/>
          <p14:tracePt t="274619" x="3252788" y="4919663"/>
          <p14:tracePt t="274629" x="3265488" y="4959350"/>
          <p14:tracePt t="274641" x="3292475" y="4986338"/>
          <p14:tracePt t="274652" x="3333750" y="5033963"/>
          <p14:tracePt t="274663" x="3395663" y="5062538"/>
          <p14:tracePt t="274675" x="3435350" y="5062538"/>
          <p14:tracePt t="274686" x="3509963" y="5075238"/>
          <p14:tracePt t="274697" x="3578225" y="5075238"/>
          <p14:tracePt t="274708" x="3640138" y="5062538"/>
          <p14:tracePt t="274719" x="3708400" y="5048250"/>
          <p14:tracePt t="274730" x="3768725" y="5000625"/>
          <p14:tracePt t="274742" x="3810000" y="4959350"/>
          <p14:tracePt t="274753" x="3824288" y="4905375"/>
          <p14:tracePt t="274764" x="3824288" y="4816475"/>
          <p14:tracePt t="274775" x="3810000" y="4729163"/>
          <p14:tracePt t="274787" x="3783013" y="4673600"/>
          <p14:tracePt t="274799" x="3694113" y="4613275"/>
          <p14:tracePt t="274810" x="3625850" y="4572000"/>
          <p14:tracePt t="274822" x="3565525" y="4557713"/>
          <p14:tracePt t="274833" x="3524250" y="4545013"/>
          <p14:tracePt t="274843" x="3462338" y="4545013"/>
          <p14:tracePt t="274854" x="3422650" y="4586288"/>
          <p14:tracePt t="274867" x="3381375" y="4625975"/>
          <p14:tracePt t="274878" x="3333750" y="4729163"/>
          <p14:tracePt t="274889" x="3306763" y="4843463"/>
          <p14:tracePt t="274900" x="3306763" y="4919663"/>
          <p14:tracePt t="274911" x="3333750" y="4986338"/>
          <p14:tracePt t="274923" x="3360738" y="5033963"/>
          <p14:tracePt t="274934" x="3395663" y="5062538"/>
          <p14:tracePt t="274944" x="3449638" y="5089525"/>
          <p14:tracePt t="274956" x="3509963" y="5089525"/>
          <p14:tracePt t="274967" x="3565525" y="5089525"/>
          <p14:tracePt t="274978" x="3625850" y="5089525"/>
          <p14:tracePt t="274989" x="3708400" y="5048250"/>
          <p14:tracePt t="275002" x="3768725" y="5000625"/>
          <p14:tracePt t="275012" x="3810000" y="4959350"/>
          <p14:tracePt t="275024" x="3836988" y="4857750"/>
          <p14:tracePt t="275035" x="3851275" y="4756150"/>
          <p14:tracePt t="275046" x="3824288" y="4660900"/>
          <p14:tracePt t="275058" x="3795713" y="4613275"/>
          <p14:tracePt t="275069" x="3768725" y="4572000"/>
          <p14:tracePt t="275080" x="3721100" y="4557713"/>
          <p14:tracePt t="275092" x="3681413" y="4545013"/>
          <p14:tracePt t="275102" x="3640138" y="4545013"/>
          <p14:tracePt t="275113" x="3578225" y="4545013"/>
          <p14:tracePt t="275125" x="3538538" y="4557713"/>
          <p14:tracePt t="275136" x="3497263" y="4613275"/>
          <p14:tracePt t="275147" x="3449638" y="4687888"/>
          <p14:tracePt t="275158" x="3435350" y="4729163"/>
          <p14:tracePt t="275170" x="3435350" y="4756150"/>
          <p14:tracePt t="275180" x="3449638" y="4789488"/>
          <p14:tracePt t="275214" x="3476625" y="4816475"/>
          <p14:tracePt t="275218" x="3509963" y="4830763"/>
          <p14:tracePt t="275228" x="3538538" y="4830763"/>
          <p14:tracePt t="275230" x="3592513" y="4830763"/>
          <p14:tracePt t="275237" x="3640138" y="4830763"/>
          <p14:tracePt t="275251" x="3694113" y="4816475"/>
          <p14:tracePt t="275261" x="3735388" y="4789488"/>
          <p14:tracePt t="275272" x="3768725" y="4756150"/>
          <p14:tracePt t="275284" x="3783013" y="4714875"/>
          <p14:tracePt t="275294" x="3783013" y="4660900"/>
          <p14:tracePt t="275305" x="3768725" y="4586288"/>
          <p14:tracePt t="275317" x="3756025" y="4557713"/>
          <p14:tracePt t="275326" x="3708400" y="4530725"/>
          <p14:tracePt t="275338" x="3667125" y="4518025"/>
          <p14:tracePt t="275350" x="3640138" y="4518025"/>
          <p14:tracePt t="275361" x="3605213" y="4518025"/>
          <p14:tracePt t="275372" x="3565525" y="4518025"/>
          <p14:tracePt t="275384" x="3538538" y="4518025"/>
          <p14:tracePt t="275394" x="3509963" y="4530725"/>
          <p14:tracePt t="275406" x="3497263" y="4545013"/>
          <p14:tracePt t="275417" x="3476625" y="4557713"/>
          <p14:tracePt t="275428" x="3462338" y="4572000"/>
          <p14:tracePt t="275473" x="3476625" y="4572000"/>
          <p14:tracePt t="275485" x="3497263" y="4586288"/>
          <p14:tracePt t="275495" x="3509963" y="4586288"/>
          <p14:tracePt t="275507" x="3524250" y="4586288"/>
          <p14:tracePt t="275518" x="3538538" y="4586288"/>
          <p14:tracePt t="275529" x="3524250" y="4586288"/>
          <p14:tracePt t="275754" x="3538538" y="4586288"/>
          <p14:tracePt t="275766" x="3551238" y="4586288"/>
          <p14:tracePt t="275777" x="3605213" y="4598988"/>
          <p14:tracePt t="275789" x="3721100" y="4613275"/>
          <p14:tracePt t="275799" x="3795713" y="4625975"/>
          <p14:tracePt t="275811" x="3911600" y="4646613"/>
          <p14:tracePt t="275823" x="3967163" y="4660900"/>
          <p14:tracePt t="275834" x="4041775" y="4687888"/>
          <p14:tracePt t="275845" x="4081463" y="4700588"/>
          <p14:tracePt t="275857" x="4122738" y="4714875"/>
          <p14:tracePt t="275868" x="4157663" y="4741863"/>
          <p14:tracePt t="275880" x="4184650" y="4741863"/>
          <p14:tracePt t="275891" x="4211638" y="4756150"/>
          <p14:tracePt t="275900" x="4224338" y="4776788"/>
          <p14:tracePt t="275913" x="4238625" y="4776788"/>
          <p14:tracePt t="275924" x="4259263" y="4776788"/>
          <p14:tracePt t="275968" x="4259263" y="4789488"/>
          <p14:tracePt t="275980" x="4271963" y="4789488"/>
          <p14:tracePt t="276024" x="4271963" y="4803775"/>
          <p14:tracePt t="276057" x="4271963" y="4816475"/>
          <p14:tracePt t="276215" x="4259263" y="4816475"/>
          <p14:tracePt t="276228" x="4238625" y="4816475"/>
          <p14:tracePt t="276239" x="4211638" y="4830763"/>
          <p14:tracePt t="276261" x="4197350" y="4843463"/>
          <p14:tracePt t="276262" x="4184650" y="4843463"/>
          <p14:tracePt t="276273" x="4184650" y="4857750"/>
          <p14:tracePt t="276283" x="4170363" y="4857750"/>
          <p14:tracePt t="276294" x="4170363" y="4872038"/>
          <p14:tracePt t="276307" x="4157663" y="4872038"/>
          <p14:tracePt t="276519" x="4170363" y="4872038"/>
          <p14:tracePt t="276530" x="4184650" y="4872038"/>
          <p14:tracePt t="276544" x="4211638" y="4872038"/>
          <p14:tracePt t="276553" x="4238625" y="4872038"/>
          <p14:tracePt t="276565" x="4286250" y="4872038"/>
          <p14:tracePt t="276575" x="4327525" y="4872038"/>
          <p14:tracePt t="276589" x="4367213" y="4884738"/>
          <p14:tracePt t="276599" x="4402138" y="4884738"/>
          <p14:tracePt t="276609" x="4429125" y="4884738"/>
          <p14:tracePt t="276621" x="4456113" y="4884738"/>
          <p14:tracePt t="276632" x="4470400" y="4884738"/>
          <p14:tracePt t="276644" x="4497388" y="4884738"/>
          <p14:tracePt t="276656" x="4518025" y="4905375"/>
          <p14:tracePt t="276666" x="4530725" y="4905375"/>
          <p14:tracePt t="276678" x="4545013" y="4905375"/>
          <p14:tracePt t="276689" x="4557713" y="4905375"/>
          <p14:tracePt t="276699" x="4572000" y="4905375"/>
          <p14:tracePt t="276711" x="4586288" y="4905375"/>
          <p14:tracePt t="276722" x="4598988" y="4905375"/>
          <p14:tracePt t="276733" x="4613275" y="4905375"/>
          <p14:tracePt t="276745" x="4625975" y="4905375"/>
          <p14:tracePt t="276756" x="4660900" y="4905375"/>
          <p14:tracePt t="276767" x="4673600" y="4905375"/>
          <p14:tracePt t="276778" x="4700588" y="4905375"/>
          <p14:tracePt t="276800" x="4729163" y="4905375"/>
          <p14:tracePt t="276823" x="4741863" y="4905375"/>
          <p14:tracePt t="276913" x="4756150" y="4905375"/>
          <p14:tracePt t="276935" x="4776788" y="4905375"/>
          <p14:tracePt t="276947" x="4789488" y="4905375"/>
          <p14:tracePt t="276958" x="4803775" y="4905375"/>
          <p14:tracePt t="276969" x="4816475" y="4905375"/>
          <p14:tracePt t="276981" x="4830763" y="4905375"/>
          <p14:tracePt t="276992" x="4857750" y="4905375"/>
          <p14:tracePt t="277003" x="4884738" y="4905375"/>
          <p14:tracePt t="277016" x="4905375" y="4905375"/>
          <p14:tracePt t="277026" x="4932363" y="4905375"/>
          <p14:tracePt t="277038" x="4946650" y="4905375"/>
          <p14:tracePt t="277059" x="4959350" y="4905375"/>
          <p14:tracePt t="277082" x="4973638" y="4905375"/>
          <p14:tracePt t="277093" x="4986338" y="4905375"/>
          <p14:tracePt t="277105" x="5021263" y="4905375"/>
          <p14:tracePt t="277116" x="5048250" y="4905375"/>
          <p14:tracePt t="277126" x="5062538" y="4905375"/>
          <p14:tracePt t="277139" x="5089525" y="4884738"/>
          <p14:tracePt t="277150" x="5129213" y="4884738"/>
          <p14:tracePt t="277161" x="5164138" y="4884738"/>
          <p14:tracePt t="277172" x="5191125" y="4884738"/>
          <p14:tracePt t="277183" x="5218113" y="4884738"/>
          <p14:tracePt t="277194" x="5232400" y="4884738"/>
          <p14:tracePt t="277206" x="5259388" y="4884738"/>
          <p14:tracePt t="277217" x="5292725" y="4884738"/>
          <p14:tracePt t="277228" x="5319713" y="4884738"/>
          <p14:tracePt t="277250" x="5334000" y="4884738"/>
          <p14:tracePt t="277317" x="5348288" y="4884738"/>
          <p14:tracePt t="277362" x="5360988" y="4884738"/>
          <p14:tracePt t="277374" x="5387975" y="4884738"/>
          <p14:tracePt t="277385" x="5422900" y="4884738"/>
          <p14:tracePt t="277397" x="5462588" y="4884738"/>
          <p14:tracePt t="277409" x="5491163" y="4884738"/>
          <p14:tracePt t="277420" x="5538788" y="4884738"/>
          <p14:tracePt t="277431" x="5565775" y="4884738"/>
          <p14:tracePt t="277442" x="5619750" y="4905375"/>
          <p14:tracePt t="277454" x="5681663" y="4905375"/>
          <p14:tracePt t="277466" x="5721350" y="4905375"/>
          <p14:tracePt t="277476" x="5762625" y="4905375"/>
          <p14:tracePt t="277488" x="5795963" y="4905375"/>
          <p14:tracePt t="277499" x="5810250" y="4919663"/>
          <p14:tracePt t="277509" x="5824538" y="4919663"/>
          <p14:tracePt t="277554" x="5810250" y="4919663"/>
          <p14:tracePt t="277566" x="5748338" y="4919663"/>
          <p14:tracePt t="277577" x="5681663" y="4919663"/>
          <p14:tracePt t="277589" x="5538788" y="4932363"/>
          <p14:tracePt t="277600" x="5348288" y="4959350"/>
          <p14:tracePt t="277611" x="5164138" y="4973638"/>
          <p14:tracePt t="277623" x="4884738" y="5021263"/>
          <p14:tracePt t="277633" x="4586288" y="5048250"/>
          <p14:tracePt t="277644" x="4300538" y="5075238"/>
          <p14:tracePt t="277656" x="4095750" y="5089525"/>
          <p14:tracePt t="277667" x="3884613" y="5102225"/>
          <p14:tracePt t="277678" x="3721100" y="5116513"/>
          <p14:tracePt t="277690" x="3640138" y="5129213"/>
          <p14:tracePt t="277701" x="3524250" y="5129213"/>
          <p14:tracePt t="277712" x="3435350" y="5129213"/>
          <p14:tracePt t="277723" x="3381375" y="5129213"/>
          <p14:tracePt t="277735" x="3319463" y="5129213"/>
          <p14:tracePt t="277745" x="3265488" y="5129213"/>
          <p14:tracePt t="277757" x="3205163" y="5129213"/>
          <p14:tracePt t="277768" x="3163888" y="5129213"/>
          <p14:tracePt t="277779" x="3089275" y="5129213"/>
          <p14:tracePt t="277790" x="3021013" y="5149850"/>
          <p14:tracePt t="277802" x="2959100" y="5149850"/>
          <p14:tracePt t="277813" x="2843213" y="5149850"/>
          <p14:tracePt t="277824" x="2700338" y="5149850"/>
          <p14:tracePt t="277836" x="2598738" y="5149850"/>
          <p14:tracePt t="277846" x="2470150" y="5164138"/>
          <p14:tracePt t="277859" x="2360613" y="5176838"/>
          <p14:tracePt t="277870" x="2271713" y="5176838"/>
          <p14:tracePt t="277881" x="2197100" y="5191125"/>
          <p14:tracePt t="277893" x="2128838" y="5191125"/>
          <p14:tracePt t="277903" x="2054225" y="5205413"/>
          <p14:tracePt t="277916" x="2014538" y="5205413"/>
          <p14:tracePt t="277925" x="1973263" y="5205413"/>
          <p14:tracePt t="277937" x="1925638" y="5191125"/>
          <p14:tracePt t="277949" x="1898650" y="5191125"/>
          <p14:tracePt t="277959" x="1884363" y="5191125"/>
          <p14:tracePt t="277971" x="1857375" y="5191125"/>
          <p14:tracePt t="277983" x="1824038" y="5191125"/>
          <p14:tracePt t="277993" x="1795463" y="5191125"/>
          <p14:tracePt t="278004" x="1768475" y="5191125"/>
          <p14:tracePt t="278016" x="1728788" y="5191125"/>
          <p14:tracePt t="278027" x="1693863" y="5205413"/>
          <p14:tracePt t="278039" x="1639888" y="5205413"/>
          <p14:tracePt t="278050" x="1565275" y="5232400"/>
          <p14:tracePt t="278060" x="1509713" y="5259388"/>
          <p14:tracePt t="278072" x="1422400" y="5292725"/>
          <p14:tracePt t="278083" x="1319213" y="5334000"/>
          <p14:tracePt t="278094" x="1252538" y="5360988"/>
          <p14:tracePt t="278106" x="1211263" y="5375275"/>
          <p14:tracePt t="278117" x="1163638" y="5387975"/>
          <p14:tracePt t="278128" x="1149350" y="5408613"/>
          <p14:tracePt t="278195" x="1176338" y="5408613"/>
          <p14:tracePt t="278207" x="1211263" y="5408613"/>
          <p14:tracePt t="278218" x="1238250" y="5408613"/>
          <p14:tracePt t="278229" x="1279525" y="5408613"/>
          <p14:tracePt t="278240" x="1354138" y="5422900"/>
          <p14:tracePt t="278252" x="1422400" y="5422900"/>
          <p14:tracePt t="278263" x="1550988" y="5422900"/>
          <p14:tracePt t="278275" x="1728788" y="5422900"/>
          <p14:tracePt t="278286" x="1836738" y="5435600"/>
          <p14:tracePt t="278297" x="2014538" y="5435600"/>
          <p14:tracePt t="278308" x="2157413" y="5435600"/>
          <p14:tracePt t="278319" x="2360613" y="5449888"/>
          <p14:tracePt t="278332" x="2490788" y="5449888"/>
          <p14:tracePt t="278353" x="2598738" y="5449888"/>
          <p14:tracePt t="278354" x="2673350" y="5449888"/>
          <p14:tracePt t="278365" x="2700338" y="5449888"/>
          <p14:tracePt t="278375" x="2747963" y="5449888"/>
          <p14:tracePt t="278387" x="2776538" y="5449888"/>
          <p14:tracePt t="278399" x="2789238" y="5449888"/>
          <p14:tracePt t="278409" x="2803525" y="5462588"/>
          <p14:tracePt t="278421" x="2816225" y="5462588"/>
          <p14:tracePt t="278433" x="2830513" y="5462588"/>
          <p14:tracePt t="278443" x="2843213" y="5462588"/>
          <p14:tracePt t="278454" x="2878138" y="5462588"/>
          <p14:tracePt t="278466" x="2905125" y="5462588"/>
          <p14:tracePt t="278477" x="2959100" y="5462588"/>
          <p14:tracePt t="278489" x="3033713" y="5476875"/>
          <p14:tracePt t="278500" x="3101975" y="5476875"/>
          <p14:tracePt t="278511" x="3163888" y="5491163"/>
          <p14:tracePt t="278523" x="3190875" y="5491163"/>
          <p14:tracePt t="278534" x="3232150" y="5491163"/>
          <p14:tracePt t="278544" x="3252788" y="5491163"/>
          <p14:tracePt t="278566" x="3265488" y="5491163"/>
          <p14:tracePt t="278645" x="3252788" y="5491163"/>
          <p14:tracePt t="278701" x="3265488" y="5491163"/>
          <p14:tracePt t="278713" x="3279775" y="5491163"/>
          <p14:tracePt t="278725" x="3306763" y="5491163"/>
          <p14:tracePt t="278736" x="3348038" y="5491163"/>
          <p14:tracePt t="278747" x="3381375" y="5491163"/>
          <p14:tracePt t="278759" x="3395663" y="5491163"/>
          <p14:tracePt t="278770" x="3395663" y="5476875"/>
          <p14:tracePt t="279500" x="3408363" y="5491163"/>
          <p14:tracePt t="279523" x="3422650" y="5491163"/>
          <p14:tracePt t="279534" x="3435350" y="5491163"/>
          <p14:tracePt t="279545" x="3449638" y="5491163"/>
          <p14:tracePt t="279568" x="3462338" y="5491163"/>
          <p14:tracePt t="279602" x="3476625" y="5491163"/>
          <p14:tracePt t="279624" x="3497263" y="5491163"/>
          <p14:tracePt t="279635" x="3509963" y="5491163"/>
          <p14:tracePt t="279658" x="3524250" y="5491163"/>
          <p14:tracePt t="279691" x="3538538" y="5491163"/>
          <p14:tracePt t="279736" x="3551238" y="5491163"/>
          <p14:tracePt t="279770" x="3565525" y="5491163"/>
          <p14:tracePt t="279781" x="3578225" y="5491163"/>
          <p14:tracePt t="279794" x="3592513" y="5491163"/>
          <p14:tracePt t="279804" x="3625850" y="5491163"/>
          <p14:tracePt t="279816" x="3667125" y="5491163"/>
          <p14:tracePt t="279828" x="3708400" y="5491163"/>
          <p14:tracePt t="279838" x="3756025" y="5491163"/>
          <p14:tracePt t="279849" x="3810000" y="5491163"/>
          <p14:tracePt t="279861" x="3884613" y="5491163"/>
          <p14:tracePt t="279872" x="3925888" y="5491163"/>
          <p14:tracePt t="279883" x="3952875" y="5491163"/>
          <p14:tracePt t="279895" x="3979863" y="5491163"/>
          <p14:tracePt t="279906" x="3979863" y="5503863"/>
          <p14:tracePt t="279918" x="3952875" y="5503863"/>
          <p14:tracePt t="280512" x="3967163" y="5503863"/>
          <p14:tracePt t="280524" x="3994150" y="5503863"/>
          <p14:tracePt t="280535" x="4027488" y="5503863"/>
          <p14:tracePt t="280548" x="4054475" y="5503863"/>
          <p14:tracePt t="280559" x="4068763" y="5518150"/>
          <p14:tracePt t="280591" x="4081463" y="5518150"/>
          <p14:tracePt t="280647" x="4095750" y="5518150"/>
          <p14:tracePt t="280715" x="4110038" y="5518150"/>
          <p14:tracePt t="280726" x="4122738" y="5518150"/>
          <p14:tracePt t="280739" x="4143375" y="5503863"/>
          <p14:tracePt t="280749" x="4170363" y="5503863"/>
          <p14:tracePt t="280761" x="4197350" y="5491163"/>
          <p14:tracePt t="280772" x="4238625" y="5476875"/>
          <p14:tracePt t="280783" x="4286250" y="5449888"/>
          <p14:tracePt t="280795" x="4327525" y="5408613"/>
          <p14:tracePt t="280806" x="4367213" y="5360988"/>
          <p14:tracePt t="280817" x="4414838" y="5319713"/>
          <p14:tracePt t="280828" x="4456113" y="5280025"/>
          <p14:tracePt t="280839" x="4497388" y="5232400"/>
          <p14:tracePt t="280851" x="4530725" y="5205413"/>
          <p14:tracePt t="280873" x="4557713" y="5164138"/>
          <p14:tracePt t="280876" x="4598988" y="5102225"/>
          <p14:tracePt t="280885" x="4625975" y="5075238"/>
          <p14:tracePt t="280896" x="4646613" y="5048250"/>
          <p14:tracePt t="280908" x="4673600" y="5033963"/>
          <p14:tracePt t="280920" x="4687888" y="5021263"/>
          <p14:tracePt t="280941" x="4700588" y="5000625"/>
          <p14:tracePt t="280963" x="4714875" y="5000625"/>
          <p14:tracePt t="280974" x="4714875" y="4986338"/>
          <p14:tracePt t="280985" x="4729163" y="4986338"/>
          <p14:tracePt t="280997" x="4729163" y="4973638"/>
          <p14:tracePt t="281008" x="4741863" y="4959350"/>
          <p14:tracePt t="281020" x="4756150" y="4946650"/>
          <p14:tracePt t="281031" x="4776788" y="4919663"/>
          <p14:tracePt t="281043" x="4789488" y="4905375"/>
          <p14:tracePt t="281054" x="4803775" y="4872038"/>
          <p14:tracePt t="281065" x="4803775" y="4843463"/>
          <p14:tracePt t="281075" x="4816475" y="4816475"/>
          <p14:tracePt t="281088" x="4816475" y="4789488"/>
          <p14:tracePt t="281098" x="4816475" y="4776788"/>
          <p14:tracePt t="281109" x="4830763" y="4756150"/>
          <p14:tracePt t="281122" x="4830763" y="4741863"/>
          <p14:tracePt t="281143" x="4830763" y="4729163"/>
          <p14:tracePt t="281155" x="4830763" y="4714875"/>
          <p14:tracePt t="281165" x="4816475" y="4700588"/>
          <p14:tracePt t="281177" x="4816475" y="4687888"/>
          <p14:tracePt t="281188" x="4803775" y="4673600"/>
          <p14:tracePt t="281199" x="4789488" y="4660900"/>
          <p14:tracePt t="281211" x="4789488" y="4646613"/>
          <p14:tracePt t="281222" x="4776788" y="4646613"/>
          <p14:tracePt t="281233" x="4776788" y="4625975"/>
          <p14:tracePt t="281244" x="4756150" y="4613275"/>
          <p14:tracePt t="281266" x="4756150" y="4598988"/>
          <p14:tracePt t="281278" x="4741863" y="4598988"/>
          <p14:tracePt t="281289" x="4741863" y="4586288"/>
          <p14:tracePt t="281300" x="4729163" y="4572000"/>
          <p14:tracePt t="281313" x="4714875" y="4572000"/>
          <p14:tracePt t="281323" x="4700588" y="4557713"/>
          <p14:tracePt t="281334" x="4700588" y="4545013"/>
          <p14:tracePt t="281346" x="4687888" y="4545013"/>
          <p14:tracePt t="281357" x="4673600" y="4530725"/>
          <p14:tracePt t="281368" x="4646613" y="4530725"/>
          <p14:tracePt t="281380" x="4625975" y="4518025"/>
          <p14:tracePt t="281391" x="4613275" y="4518025"/>
          <p14:tracePt t="281402" x="4598988" y="4497388"/>
          <p14:tracePt t="281414" x="4586288" y="4497388"/>
          <p14:tracePt t="281425" x="4572000" y="4497388"/>
          <p14:tracePt t="281436" x="4557713" y="4497388"/>
          <p14:tracePt t="281447" x="4545013" y="4497388"/>
          <p14:tracePt t="281458" x="4530725" y="4497388"/>
          <p14:tracePt t="281469" x="4518025" y="4497388"/>
          <p14:tracePt t="281503" x="4497388" y="4497388"/>
          <p14:tracePt t="281506" x="4483100" y="4518025"/>
          <p14:tracePt t="281516" x="4456113" y="4530725"/>
          <p14:tracePt t="281517" x="4429125" y="4557713"/>
          <p14:tracePt t="281526" x="4414838" y="4572000"/>
          <p14:tracePt t="281540" x="4402138" y="4598988"/>
          <p14:tracePt t="281549" x="4387850" y="4625975"/>
          <p14:tracePt t="281561" x="4367213" y="4660900"/>
          <p14:tracePt t="281572" x="4354513" y="4700588"/>
          <p14:tracePt t="281582" x="4340225" y="4729163"/>
          <p14:tracePt t="281593" x="4340225" y="4756150"/>
          <p14:tracePt t="281605" x="4340225" y="4776788"/>
          <p14:tracePt t="281615" x="4340225" y="4789488"/>
          <p14:tracePt t="281627" x="4340225" y="4816475"/>
          <p14:tracePt t="281639" x="4354513" y="4830763"/>
          <p14:tracePt t="281649" x="4367213" y="4843463"/>
          <p14:tracePt t="281661" x="4387850" y="4857750"/>
          <p14:tracePt t="281672" x="4402138" y="4872038"/>
          <p14:tracePt t="281683" x="4443413" y="4872038"/>
          <p14:tracePt t="281694" x="4470400" y="4884738"/>
          <p14:tracePt t="281706" x="4518025" y="4884738"/>
          <p14:tracePt t="281717" x="4557713" y="4884738"/>
          <p14:tracePt t="281728" x="4598988" y="4884738"/>
          <p14:tracePt t="281739" x="4660900" y="4872038"/>
          <p14:tracePt t="281750" x="4700588" y="4872038"/>
          <p14:tracePt t="281762" x="4756150" y="4843463"/>
          <p14:tracePt t="281773" x="4816475" y="4830763"/>
          <p14:tracePt t="281784" x="4843463" y="4803775"/>
          <p14:tracePt t="281796" x="4884738" y="4776788"/>
          <p14:tracePt t="281807" x="4932363" y="4729163"/>
          <p14:tracePt t="281818" x="4959350" y="4687888"/>
          <p14:tracePt t="281830" x="4959350" y="4660900"/>
          <p14:tracePt t="281841" x="4973638" y="4625975"/>
          <p14:tracePt t="281852" x="4973638" y="4586288"/>
          <p14:tracePt t="281863" x="4959350" y="4557713"/>
          <p14:tracePt t="281874" x="4946650" y="4530725"/>
          <p14:tracePt t="281885" x="4932363" y="4497388"/>
          <p14:tracePt t="281897" x="4905375" y="4483100"/>
          <p14:tracePt t="281908" x="4872038" y="4470400"/>
          <p14:tracePt t="281920" x="4830763" y="4470400"/>
          <p14:tracePt t="281931" x="4789488" y="4456113"/>
          <p14:tracePt t="281942" x="4756150" y="4456113"/>
          <p14:tracePt t="281954" x="4714875" y="4456113"/>
          <p14:tracePt t="281964" x="4660900" y="4470400"/>
          <p14:tracePt t="281976" x="4613275" y="4483100"/>
          <p14:tracePt t="281988" x="4557713" y="4497388"/>
          <p14:tracePt t="281998" x="4518025" y="4545013"/>
          <p14:tracePt t="282009" x="4483100" y="4572000"/>
          <p14:tracePt t="282022" x="4470400" y="4613275"/>
          <p14:tracePt t="282032" x="4443413" y="4646613"/>
          <p14:tracePt t="282044" x="4443413" y="4673600"/>
          <p14:tracePt t="282055" x="4429125" y="4700588"/>
          <p14:tracePt t="282066" x="4429125" y="4729163"/>
          <p14:tracePt t="282077" x="4429125" y="4756150"/>
          <p14:tracePt t="282088" x="4443413" y="4776788"/>
          <p14:tracePt t="282099" x="4456113" y="4789488"/>
          <p14:tracePt t="282111" x="4470400" y="4803775"/>
          <p14:tracePt t="282122" x="4483100" y="4816475"/>
          <p14:tracePt t="282133" x="4518025" y="4830763"/>
          <p14:tracePt t="282145" x="4530725" y="4830763"/>
          <p14:tracePt t="282156" x="4545013" y="4830763"/>
          <p14:tracePt t="282167" x="4557713" y="4830763"/>
          <p14:tracePt t="282178" x="4586288" y="4816475"/>
          <p14:tracePt t="282190" x="4625975" y="4816475"/>
          <p14:tracePt t="282200" x="4660900" y="4803775"/>
          <p14:tracePt t="282212" x="4700588" y="4776788"/>
          <p14:tracePt t="282223" x="4741863" y="4741863"/>
          <p14:tracePt t="282234" x="4776788" y="4714875"/>
          <p14:tracePt t="282247" x="4816475" y="4660900"/>
          <p14:tracePt t="282257" x="4830763" y="4598988"/>
          <p14:tracePt t="282268" x="4843463" y="4545013"/>
          <p14:tracePt t="282280" x="4843463" y="4518025"/>
          <p14:tracePt t="282291" x="4830763" y="4470400"/>
          <p14:tracePt t="282302" x="4816475" y="4443413"/>
          <p14:tracePt t="282313" x="4789488" y="4429125"/>
          <p14:tracePt t="282325" x="4756150" y="4414838"/>
          <p14:tracePt t="282335" x="4714875" y="4414838"/>
          <p14:tracePt t="282346" x="4687888" y="4414838"/>
          <p14:tracePt t="282358" x="4660900" y="4414838"/>
          <p14:tracePt t="282370" x="4598988" y="4429125"/>
          <p14:tracePt t="282380" x="4557713" y="4456113"/>
          <p14:tracePt t="282392" x="4530725" y="4483100"/>
          <p14:tracePt t="282404" x="4483100" y="4545013"/>
          <p14:tracePt t="282414" x="4456113" y="4586288"/>
          <p14:tracePt t="282425" x="4443413" y="4625975"/>
          <p14:tracePt t="282438" x="4429125" y="4673600"/>
          <p14:tracePt t="282448" x="4429125" y="4700588"/>
          <p14:tracePt t="282459" x="4443413" y="4741863"/>
          <p14:tracePt t="282472" x="4456113" y="4756150"/>
          <p14:tracePt t="282482" x="4483100" y="4789488"/>
          <p14:tracePt t="282494" x="4530725" y="4816475"/>
          <p14:tracePt t="282505" x="4557713" y="4816475"/>
          <p14:tracePt t="282516" x="4586288" y="4830763"/>
          <p14:tracePt t="282528" x="4625975" y="4830763"/>
          <p14:tracePt t="282549" x="4660900" y="4830763"/>
          <p14:tracePt t="282552" x="4700588" y="4816475"/>
          <p14:tracePt t="282562" x="4741863" y="4803775"/>
          <p14:tracePt t="282574" x="4776788" y="4789488"/>
          <p14:tracePt t="282583" x="4789488" y="4756150"/>
          <p14:tracePt t="282595" x="4816475" y="4714875"/>
          <p14:tracePt t="282606" x="4816475" y="4673600"/>
          <p14:tracePt t="282617" x="4816475" y="4625975"/>
          <p14:tracePt t="282628" x="4803775" y="4586288"/>
          <p14:tracePt t="282640" x="4756150" y="4545013"/>
          <p14:tracePt t="282650" x="4729163" y="4518025"/>
          <p14:tracePt t="282662" x="4687888" y="4483100"/>
          <p14:tracePt t="282673" x="4625975" y="4470400"/>
          <p14:tracePt t="282684" x="4598988" y="4470400"/>
          <p14:tracePt t="282695" x="4557713" y="4470400"/>
          <p14:tracePt t="282707" x="4518025" y="4483100"/>
          <p14:tracePt t="282718" x="4483100" y="4497388"/>
          <p14:tracePt t="282730" x="4470400" y="4530725"/>
          <p14:tracePt t="282741" x="4443413" y="4557713"/>
          <p14:tracePt t="282752" x="4429125" y="4598988"/>
          <p14:tracePt t="282764" x="4414838" y="4646613"/>
          <p14:tracePt t="282775" x="4414838" y="4687888"/>
          <p14:tracePt t="282786" x="4429125" y="4714875"/>
          <p14:tracePt t="282797" x="4443413" y="4741863"/>
          <p14:tracePt t="282808" x="4456113" y="4756150"/>
          <p14:tracePt t="282820" x="4497388" y="4776788"/>
          <p14:tracePt t="282831" x="4557713" y="4803775"/>
          <p14:tracePt t="282842" x="4625975" y="4816475"/>
          <p14:tracePt t="282854" x="4714875" y="4816475"/>
          <p14:tracePt t="282864" x="4816475" y="4816475"/>
          <p14:tracePt t="282875" x="4884738" y="4816475"/>
          <p14:tracePt t="282888" x="4973638" y="4816475"/>
          <p14:tracePt t="282898" x="5033963" y="4789488"/>
          <p14:tracePt t="282909" x="5075238" y="4741863"/>
          <p14:tracePt t="282922" x="5089525" y="4714875"/>
          <p14:tracePt t="282932" x="5102225" y="4673600"/>
          <p14:tracePt t="282943" x="5102225" y="4613275"/>
          <p14:tracePt t="282955" x="5089525" y="4572000"/>
          <p14:tracePt t="282966" x="5062538" y="4530725"/>
          <p14:tracePt t="282977" x="5033963" y="4483100"/>
          <p14:tracePt t="282988" x="4986338" y="4456113"/>
          <p14:tracePt t="282999" x="4946650" y="4429125"/>
          <p14:tracePt t="283011" x="4884738" y="4429125"/>
          <p14:tracePt t="283022" x="4816475" y="4429125"/>
          <p14:tracePt t="283033" x="4776788" y="4429125"/>
          <p14:tracePt t="283044" x="4714875" y="4456113"/>
          <p14:tracePt t="283056" x="4660900" y="4483100"/>
          <p14:tracePt t="283067" x="4625975" y="4530725"/>
          <p14:tracePt t="283078" x="4598988" y="4598988"/>
          <p14:tracePt t="283090" x="4586288" y="4673600"/>
          <p14:tracePt t="283101" x="4598988" y="4714875"/>
          <p14:tracePt t="283113" x="4613275" y="4756150"/>
          <p14:tracePt t="283123" x="4646613" y="4803775"/>
          <p14:tracePt t="283134" x="4687888" y="4830763"/>
          <p14:tracePt t="283146" x="4714875" y="4830763"/>
          <p14:tracePt t="283157" x="4776788" y="4843463"/>
          <p14:tracePt t="283179" x="4830763" y="4857750"/>
          <p14:tracePt t="283184" x="4857750" y="4857750"/>
          <p14:tracePt t="283191" x="4919663" y="4843463"/>
          <p14:tracePt t="283206" x="4946650" y="4830763"/>
          <p14:tracePt t="283215" x="4973638" y="4803775"/>
          <p14:tracePt t="283227" x="4986338" y="4776788"/>
          <p14:tracePt t="283237" x="5000625" y="4741863"/>
          <p14:tracePt t="283247" x="5000625" y="4714875"/>
          <p14:tracePt t="283258" x="4986338" y="4700588"/>
          <p14:tracePt t="283269" x="4986338" y="4687888"/>
          <p14:tracePt t="283292" x="4959350" y="4687888"/>
          <p14:tracePt t="283295" x="4946650" y="4687888"/>
          <p14:tracePt t="283307" x="4932363" y="4687888"/>
          <p14:tracePt t="283315" x="4905375" y="4687888"/>
          <p14:tracePt t="283337" x="4884738" y="4687888"/>
          <p14:tracePt t="283348" x="4884738" y="4700588"/>
          <p14:tracePt t="283359" x="4872038" y="4700588"/>
          <p14:tracePt t="283372" x="4857750" y="4700588"/>
          <p14:tracePt t="283382" x="4816475" y="4700588"/>
          <p14:tracePt t="284630" x="4803775" y="4700588"/>
          <p14:tracePt t="284654" x="4789488" y="4700588"/>
          <p14:tracePt t="284675" x="4776788" y="4700588"/>
          <p14:tracePt t="284720" x="4789488" y="4700588"/>
          <p14:tracePt t="284743" x="4803775" y="4700588"/>
          <p14:tracePt t="284766" x="4816475" y="4700588"/>
          <p14:tracePt t="284788" x="4816475" y="4687888"/>
          <p14:tracePt t="284800" x="4830763" y="4687888"/>
          <p14:tracePt t="285711" x="4857750" y="4687888"/>
          <p14:tracePt t="285722" x="4905375" y="4660900"/>
          <p14:tracePt t="285733" x="5048250" y="4625975"/>
          <p14:tracePt t="285745" x="5205413" y="4598988"/>
          <p14:tracePt t="285756" x="5462588" y="4518025"/>
          <p14:tracePt t="285769" x="5795963" y="4367213"/>
          <p14:tracePt t="285778" x="6122988" y="4197350"/>
          <p14:tracePt t="285790" x="6545263" y="3938588"/>
          <p14:tracePt t="285803" x="6973888" y="3667125"/>
          <p14:tracePt t="285812" x="7348538" y="3435350"/>
          <p14:tracePt t="285824" x="7593013" y="3292475"/>
          <p14:tracePt t="285836" x="7864475" y="3149600"/>
          <p14:tracePt t="285846" x="8081963" y="3048000"/>
          <p14:tracePt t="285857" x="8197850" y="2994025"/>
          <p14:tracePt t="285870" x="8307388" y="2932113"/>
          <p14:tracePt t="285880" x="8367713" y="2905125"/>
          <p14:tracePt t="285892" x="8396288" y="2878138"/>
          <p14:tracePt t="285903" x="8423275" y="2863850"/>
          <p14:tracePt t="285914" x="8435975" y="2843213"/>
          <p14:tracePt t="285926" x="8456613" y="2830513"/>
          <p14:tracePt t="285937" x="8456613" y="2816225"/>
          <p14:tracePt t="285947" x="8470900" y="2803525"/>
          <p14:tracePt t="285959" x="8470900" y="2789238"/>
          <p14:tracePt t="286104" x="8551863" y="2789238"/>
          <p14:tracePt t="286115" x="8831263" y="2762250"/>
          <p14:tracePt t="286127" x="9158288" y="2747963"/>
          <p14:tracePt t="286138" x="9572625" y="2687638"/>
          <p14:tracePt t="286149" x="9994900" y="2660650"/>
          <p14:tracePt t="286162" x="10253663" y="2619375"/>
          <p14:tracePt t="286172" x="10552113" y="2586038"/>
          <p14:tracePt t="286183" x="10769600" y="2557463"/>
          <p14:tracePt t="286196" x="10899775" y="2544763"/>
          <p14:tracePt t="286206" x="11001375" y="2544763"/>
          <p14:tracePt t="286217" x="11055350" y="2530475"/>
          <p14:tracePt t="286230" x="11069638" y="2530475"/>
          <p14:tracePt t="286262" x="11055350" y="2530475"/>
          <p14:tracePt t="286284" x="11042650" y="2517775"/>
          <p14:tracePt t="286296" x="11028363" y="2517775"/>
          <p14:tracePt t="286307" x="11015663" y="2517775"/>
          <p14:tracePt t="286329" x="11001375" y="2517775"/>
          <p14:tracePt t="286352" x="10980738" y="2530475"/>
          <p14:tracePt t="286374" x="10968038" y="2530475"/>
          <p14:tracePt t="286543" x="10953750" y="2530475"/>
          <p14:tracePt t="286554" x="10939463" y="2530475"/>
          <p14:tracePt t="286566" x="10926763" y="2517775"/>
          <p14:tracePt t="286579" x="10912475" y="2503488"/>
          <p14:tracePt t="286589" x="10899775" y="2503488"/>
          <p14:tracePt t="286601" x="10872788" y="2490788"/>
          <p14:tracePt t="286611" x="10852150" y="2490788"/>
          <p14:tracePt t="286633" x="10837863" y="2470150"/>
          <p14:tracePt t="286644" x="10825163" y="2470150"/>
          <p14:tracePt t="286656" x="10810875" y="2443163"/>
          <p14:tracePt t="286667" x="10796588" y="2401888"/>
          <p14:tracePt t="286678" x="10769600" y="2360613"/>
          <p14:tracePt t="286690" x="10721975" y="2300288"/>
          <p14:tracePt t="286701" x="10641013" y="2197100"/>
          <p14:tracePt t="286712" x="10539413" y="2101850"/>
          <p14:tracePt t="286723" x="10463213" y="2027238"/>
          <p14:tracePt t="286746" x="10355263" y="1938338"/>
          <p14:tracePt t="286747" x="10253663" y="1857375"/>
          <p14:tracePt t="286779" x="10150475" y="1809750"/>
          <p14:tracePt t="286783" x="10007600" y="1768475"/>
          <p14:tracePt t="286792" x="9864725" y="1741488"/>
          <p14:tracePt t="286792" x="9721850" y="1708150"/>
          <p14:tracePt t="286802" x="9634538" y="1693863"/>
          <p14:tracePt t="286817" x="9545638" y="1693863"/>
          <p14:tracePt t="286826" x="9477375" y="1693863"/>
          <p14:tracePt t="286837" x="9429750" y="1693863"/>
          <p14:tracePt t="286848" x="9402763" y="1693863"/>
          <p14:tracePt t="286858" x="9388475" y="1693863"/>
          <p14:tracePt t="286869" x="9375775" y="1693863"/>
          <p14:tracePt t="286891" x="9361488" y="1693863"/>
          <p14:tracePt t="286903" x="9348788" y="1693863"/>
          <p14:tracePt t="286915" x="9313863" y="1708150"/>
          <p14:tracePt t="286926" x="9245600" y="1728788"/>
          <p14:tracePt t="286937" x="9158288" y="1755775"/>
          <p14:tracePt t="286948" x="9055100" y="1782763"/>
          <p14:tracePt t="287152" x="9042400" y="1782763"/>
          <p14:tracePt t="287162" x="9028113" y="1782763"/>
          <p14:tracePt t="287174" x="9001125" y="1782763"/>
          <p14:tracePt t="287184" x="8959850" y="1768475"/>
          <p14:tracePt t="287196" x="8926513" y="1768475"/>
          <p14:tracePt t="287207" x="8843963" y="1768475"/>
          <p14:tracePt t="287219" x="8742363" y="1768475"/>
          <p14:tracePt t="287229" x="8599488" y="1782763"/>
          <p14:tracePt t="287241" x="8470900" y="1795463"/>
          <p14:tracePt t="287253" x="8293100" y="1809750"/>
          <p14:tracePt t="287263" x="8110538" y="1824038"/>
          <p14:tracePt t="287275" x="7994650" y="1824038"/>
          <p14:tracePt t="287287" x="7864475" y="1836738"/>
          <p14:tracePt t="287298" x="7777163" y="1836738"/>
          <p14:tracePt t="287309" x="7721600" y="1836738"/>
          <p14:tracePt t="287321" x="7661275" y="1836738"/>
          <p14:tracePt t="287331" x="7605713" y="1836738"/>
          <p14:tracePt t="287342" x="7566025" y="1836738"/>
          <p14:tracePt t="287354" x="7531100" y="1836738"/>
          <p14:tracePt t="287364" x="7504113" y="1836738"/>
          <p14:tracePt t="287376" x="7477125" y="1824038"/>
          <p14:tracePt t="287388" x="7450138" y="1824038"/>
          <p14:tracePt t="287398" x="7415213" y="1824038"/>
          <p14:tracePt t="287409" x="7402513" y="1824038"/>
          <p14:tracePt t="287421" x="7388225" y="1824038"/>
          <p14:tracePt t="287555" x="7375525" y="1824038"/>
          <p14:tracePt t="287566" x="7361238" y="1824038"/>
          <p14:tracePt t="287578" x="7334250" y="1824038"/>
          <p14:tracePt t="287589" x="7307263" y="1824038"/>
          <p14:tracePt t="287600" x="7245350" y="1809750"/>
          <p14:tracePt t="287613" x="7205663" y="1809750"/>
          <p14:tracePt t="287623" x="7170738" y="1809750"/>
          <p14:tracePt t="287634" x="7158038" y="1809750"/>
          <p14:tracePt t="287646" x="7143750" y="1809750"/>
          <p14:tracePt t="287702" x="7158038" y="1809750"/>
          <p14:tracePt t="287735" x="7191375" y="1809750"/>
          <p14:tracePt t="287747" x="7218363" y="1809750"/>
          <p14:tracePt t="287758" x="7272338" y="1809750"/>
          <p14:tracePt t="287770" x="7319963" y="1809750"/>
          <p14:tracePt t="287792" x="7361238" y="1809750"/>
          <p14:tracePt t="287794" x="7388225" y="1809750"/>
          <p14:tracePt t="287804" x="7402513" y="1809750"/>
          <p14:tracePt t="287815" x="7415213" y="1824038"/>
          <p14:tracePt t="287827" x="7435850" y="1824038"/>
          <p14:tracePt t="287859" x="7415213" y="1824038"/>
          <p14:tracePt t="287871" x="7402513" y="1809750"/>
          <p14:tracePt t="287882" x="7375525" y="1809750"/>
          <p14:tracePt t="287893" x="7348538" y="1809750"/>
          <p14:tracePt t="287905" x="7307263" y="1809750"/>
          <p14:tracePt t="287916" x="7272338" y="1795463"/>
          <p14:tracePt t="287927" x="7232650" y="1795463"/>
          <p14:tracePt t="287938" x="7191375" y="1795463"/>
          <p14:tracePt t="287949" x="7170738" y="1795463"/>
          <p14:tracePt t="287960" x="7158038" y="1795463"/>
          <p14:tracePt t="288016" x="7170738" y="1795463"/>
          <p14:tracePt t="288028" x="7205663" y="1795463"/>
          <p14:tracePt t="288039" x="7232650" y="1795463"/>
          <p14:tracePt t="288051" x="7272338" y="1795463"/>
          <p14:tracePt t="288063" x="7307263" y="1795463"/>
          <p14:tracePt t="288073" x="7334250" y="1795463"/>
          <p14:tracePt t="288085" x="7348538" y="1795463"/>
          <p14:tracePt t="288129" x="7334250" y="1795463"/>
          <p14:tracePt t="288140" x="7307263" y="1795463"/>
          <p14:tracePt t="288152" x="7259638" y="1795463"/>
          <p14:tracePt t="288164" x="7218363" y="1795463"/>
          <p14:tracePt t="288174" x="7191375" y="1795463"/>
          <p14:tracePt t="288187" x="7158038" y="1782763"/>
          <p14:tracePt t="288199" x="7143750" y="1782763"/>
          <p14:tracePt t="288241" x="7158038" y="1782763"/>
          <p14:tracePt t="288253" x="7170738" y="1782763"/>
          <p14:tracePt t="288265" x="7218363" y="1795463"/>
          <p14:tracePt t="288276" x="7245350" y="1795463"/>
          <p14:tracePt t="288287" x="7272338" y="1795463"/>
          <p14:tracePt t="288299" x="7319963" y="1795463"/>
          <p14:tracePt t="288309" x="7334250" y="1795463"/>
          <p14:tracePt t="288321" x="7348538" y="1795463"/>
          <p14:tracePt t="288377" x="7334250" y="1795463"/>
          <p14:tracePt t="288388" x="7307263" y="1795463"/>
          <p14:tracePt t="288400" x="7272338" y="1795463"/>
          <p14:tracePt t="288410" x="7259638" y="1795463"/>
          <p14:tracePt t="288422" x="7232650" y="1782763"/>
          <p14:tracePt t="288444" x="7218363" y="1782763"/>
          <p14:tracePt t="288478" x="7232650" y="1782763"/>
          <p14:tracePt t="288489" x="7259638" y="1795463"/>
          <p14:tracePt t="288500" x="7286625" y="1795463"/>
          <p14:tracePt t="288513" x="7319963" y="1795463"/>
          <p14:tracePt t="288524" x="7334250" y="1795463"/>
          <p14:tracePt t="288535" x="7361238" y="1795463"/>
          <p14:tracePt t="288601" x="7348538" y="1795463"/>
          <p14:tracePt t="288614" x="7319963" y="1795463"/>
          <p14:tracePt t="288624" x="7286625" y="1795463"/>
          <p14:tracePt t="288636" x="7259638" y="1795463"/>
          <p14:tracePt t="288648" x="7245350" y="1795463"/>
          <p14:tracePt t="288658" x="7232650" y="1795463"/>
          <p14:tracePt t="288691" x="7245350" y="1795463"/>
          <p14:tracePt t="288704" x="7272338" y="1809750"/>
          <p14:tracePt t="288715" x="7319963" y="1809750"/>
          <p14:tracePt t="288726" x="7375525" y="1824038"/>
          <p14:tracePt t="288738" x="7402513" y="1824038"/>
          <p14:tracePt t="288749" x="7450138" y="1824038"/>
          <p14:tracePt t="288759" x="7477125" y="1824038"/>
          <p14:tracePt t="288804" x="7462838" y="1824038"/>
          <p14:tracePt t="288815" x="7435850" y="1824038"/>
          <p14:tracePt t="288838" x="7388225" y="1809750"/>
          <p14:tracePt t="288841" x="7334250" y="1809750"/>
          <p14:tracePt t="288850" x="7286625" y="1795463"/>
          <p14:tracePt t="288861" x="7232650" y="1795463"/>
          <p14:tracePt t="288873" x="7205663" y="1795463"/>
          <p14:tracePt t="288884" x="7191375" y="1795463"/>
          <p14:tracePt t="288939" x="7205663" y="1795463"/>
          <p14:tracePt t="288950" x="7245350" y="1795463"/>
          <p14:tracePt t="288963" x="7286625" y="1809750"/>
          <p14:tracePt t="288974" x="7319963" y="1809750"/>
          <p14:tracePt t="288985" x="7361238" y="1809750"/>
          <p14:tracePt t="288997" x="7388225" y="1824038"/>
          <p14:tracePt t="289007" x="7402513" y="1824038"/>
          <p14:tracePt t="289051" x="7388225" y="1824038"/>
          <p14:tracePt t="289064" x="7348538" y="1809750"/>
          <p14:tracePt t="289075" x="7307263" y="1809750"/>
          <p14:tracePt t="289086" x="7259638" y="1809750"/>
          <p14:tracePt t="289098" x="7232650" y="1795463"/>
          <p14:tracePt t="289108" x="7191375" y="1795463"/>
          <p14:tracePt t="289120" x="7170738" y="1795463"/>
          <p14:tracePt t="289164" x="7191375" y="1795463"/>
          <p14:tracePt t="289175" x="7218363" y="1795463"/>
          <p14:tracePt t="289188" x="7259638" y="1809750"/>
          <p14:tracePt t="289200" x="7286625" y="1809750"/>
          <p14:tracePt t="289209" x="7334250" y="1809750"/>
          <p14:tracePt t="289222" x="7361238" y="1824038"/>
          <p14:tracePt t="289243" x="7375525" y="1824038"/>
          <p14:tracePt t="289265" x="7361238" y="1824038"/>
          <p14:tracePt t="289277" x="7348538" y="1824038"/>
          <p14:tracePt t="289289" x="7319963" y="1809750"/>
          <p14:tracePt t="289300" x="7272338" y="1809750"/>
          <p14:tracePt t="289311" x="7232650" y="1809750"/>
          <p14:tracePt t="289323" x="7205663" y="1809750"/>
          <p14:tracePt t="289334" x="7170738" y="1795463"/>
          <p14:tracePt t="289344" x="7158038" y="1795463"/>
          <p14:tracePt t="289367" x="7158038" y="1809750"/>
          <p14:tracePt t="289378" x="7170738" y="1809750"/>
          <p14:tracePt t="289390" x="7205663" y="1809750"/>
          <p14:tracePt t="289402" x="7245350" y="1824038"/>
          <p14:tracePt t="289414" x="7307263" y="1824038"/>
          <p14:tracePt t="289424" x="7361238" y="1824038"/>
          <p14:tracePt t="289435" x="7415213" y="1836738"/>
          <p14:tracePt t="289448" x="7462838" y="1836738"/>
          <p14:tracePt t="289457" x="7477125" y="1836738"/>
          <p14:tracePt t="289490" x="7462838" y="1836738"/>
          <p14:tracePt t="289503" x="7435850" y="1824038"/>
          <p14:tracePt t="289514" x="7388225" y="1809750"/>
          <p14:tracePt t="289525" x="7307263" y="1795463"/>
          <p14:tracePt t="289537" x="7259638" y="1795463"/>
          <p14:tracePt t="289548" x="7205663" y="1782763"/>
          <p14:tracePt t="289558" x="7158038" y="1782763"/>
          <p14:tracePt t="289570" x="7143750" y="1782763"/>
          <p14:tracePt t="289592" x="7158038" y="1782763"/>
          <p14:tracePt t="289614" x="7191375" y="1795463"/>
          <p14:tracePt t="289625" x="7232650" y="1795463"/>
          <p14:tracePt t="289637" x="7286625" y="1809750"/>
          <p14:tracePt t="289648" x="7319963" y="1809750"/>
          <p14:tracePt t="289659" x="7361238" y="1824038"/>
          <p14:tracePt t="289671" x="7388225" y="1824038"/>
          <p14:tracePt t="289682" x="7402513" y="1824038"/>
          <p14:tracePt t="289726" x="7388225" y="1824038"/>
          <p14:tracePt t="289738" x="7348538" y="1809750"/>
          <p14:tracePt t="289749" x="7307263" y="1809750"/>
          <p14:tracePt t="289760" x="7272338" y="1809750"/>
          <p14:tracePt t="289772" x="7245350" y="1809750"/>
          <p14:tracePt t="289783" x="7232650" y="1809750"/>
          <p14:tracePt t="289794" x="7218363" y="1809750"/>
          <p14:tracePt t="289839" x="7232650" y="1809750"/>
          <p14:tracePt t="289850" x="7245350" y="1809750"/>
          <p14:tracePt t="289863" x="7286625" y="1809750"/>
          <p14:tracePt t="289896" x="7319963" y="1809750"/>
          <p14:tracePt t="289898" x="7348538" y="1809750"/>
          <p14:tracePt t="289908" x="7375525" y="1824038"/>
          <p14:tracePt t="289910" x="7402513" y="1824038"/>
          <p14:tracePt t="289919" x="7415213" y="1824038"/>
          <p14:tracePt t="289963" x="7402513" y="1824038"/>
          <p14:tracePt t="289974" x="7388225" y="1824038"/>
          <p14:tracePt t="289986" x="7361238" y="1809750"/>
          <p14:tracePt t="289998" x="7319963" y="1809750"/>
          <p14:tracePt t="290008" x="7286625" y="1809750"/>
          <p14:tracePt t="290020" x="7259638" y="1795463"/>
          <p14:tracePt t="290031" x="7218363" y="1795463"/>
          <p14:tracePt t="290042" x="7205663" y="1795463"/>
          <p14:tracePt t="290054" x="7191375" y="1795463"/>
          <p14:tracePt t="290436" x="7205663" y="1795463"/>
          <p14:tracePt t="290438" x="7218363" y="1795463"/>
          <p14:tracePt t="290447" x="7245350" y="1809750"/>
          <p14:tracePt t="290460" x="7272338" y="1809750"/>
          <p14:tracePt t="290472" x="7307263" y="1809750"/>
          <p14:tracePt t="290482" x="7348538" y="1809750"/>
          <p14:tracePt t="290492" x="7361238" y="1824038"/>
          <p14:tracePt t="290505" x="7375525" y="1824038"/>
          <p14:tracePt t="290515" x="7388225" y="1824038"/>
          <p14:tracePt t="291290" x="7375525" y="1824038"/>
          <p14:tracePt t="291313" x="7375525" y="1836738"/>
          <p14:tracePt t="291335" x="7361238" y="1857375"/>
          <p14:tracePt t="291348" x="7348538" y="1871663"/>
          <p14:tracePt t="291358" x="7348538" y="1884363"/>
          <p14:tracePt t="291369" x="7319963" y="1898650"/>
          <p14:tracePt t="291382" x="7319963" y="1911350"/>
          <p14:tracePt t="291392" x="7307263" y="1938338"/>
          <p14:tracePt t="291403" x="7286625" y="1973263"/>
          <p14:tracePt t="291416" x="7272338" y="1985963"/>
          <p14:tracePt t="291426" x="7272338" y="2000250"/>
          <p14:tracePt t="291437" x="7272338" y="2014538"/>
          <p14:tracePt t="291459" x="7286625" y="2027238"/>
          <p14:tracePt t="291472" x="7307263" y="2027238"/>
          <p14:tracePt t="291483" x="7319963" y="2041525"/>
          <p14:tracePt t="291494" x="7334250" y="2041525"/>
          <p14:tracePt t="291505" x="7348538" y="2041525"/>
          <p14:tracePt t="291517" x="7361238" y="2041525"/>
          <p14:tracePt t="291527" x="7375525" y="2041525"/>
          <p14:tracePt t="291539" x="7388225" y="2027238"/>
          <p14:tracePt t="291550" x="7402513" y="2027238"/>
          <p14:tracePt t="291560" x="7402513" y="2014538"/>
          <p14:tracePt t="291572" x="7415213" y="2000250"/>
          <p14:tracePt t="291584" x="7415213" y="1985963"/>
          <p14:tracePt t="291594" x="7415213" y="1952625"/>
          <p14:tracePt t="291606" x="7415213" y="1938338"/>
          <p14:tracePt t="291617" x="7415213" y="1925638"/>
          <p14:tracePt t="291628" x="7415213" y="1898650"/>
          <p14:tracePt t="291640" x="7402513" y="1898650"/>
          <p14:tracePt t="291651" x="7388225" y="1884363"/>
          <p14:tracePt t="291661" x="7375525" y="1884363"/>
          <p14:tracePt t="291673" x="7348538" y="1871663"/>
          <p14:tracePt t="291685" x="7334250" y="1871663"/>
          <p14:tracePt t="291696" x="7319963" y="1871663"/>
          <p14:tracePt t="291707" x="7286625" y="1871663"/>
          <p14:tracePt t="291729" x="7259638" y="1884363"/>
          <p14:tracePt t="291740" x="7245350" y="1884363"/>
          <p14:tracePt t="291752" x="7232650" y="1898650"/>
          <p14:tracePt t="291763" x="7205663" y="1898650"/>
          <p14:tracePt t="291775" x="7191375" y="1925638"/>
          <p14:tracePt t="291787" x="7170738" y="1938338"/>
          <p14:tracePt t="291799" x="7158038" y="1952625"/>
          <p14:tracePt t="291809" x="7143750" y="1973263"/>
          <p14:tracePt t="291821" x="7129463" y="1985963"/>
          <p14:tracePt t="291832" x="7116763" y="2000250"/>
          <p14:tracePt t="291853" x="7116763" y="2014538"/>
          <p14:tracePt t="291866" x="7129463" y="2027238"/>
          <p14:tracePt t="291875" x="7129463" y="2041525"/>
          <p14:tracePt t="291887" x="7158038" y="2054225"/>
          <p14:tracePt t="291899" x="7170738" y="2068513"/>
          <p14:tracePt t="291909" x="7205663" y="2081213"/>
          <p14:tracePt t="291922" x="7232650" y="2101850"/>
          <p14:tracePt t="291933" x="7272338" y="2116138"/>
          <p14:tracePt t="291943" x="7307263" y="2116138"/>
          <p14:tracePt t="291955" x="7334250" y="2128838"/>
          <p14:tracePt t="291988" x="7361238" y="2128838"/>
          <p14:tracePt t="291991" x="7388225" y="2128838"/>
          <p14:tracePt t="292001" x="7402513" y="2128838"/>
          <p14:tracePt t="292022" x="7415213" y="2116138"/>
          <p14:tracePt t="292033" x="7415213" y="2101850"/>
          <p14:tracePt t="292044" x="7415213" y="2081213"/>
          <p14:tracePt t="292056" x="7402513" y="2068513"/>
          <p14:tracePt t="292067" x="7388225" y="2041525"/>
          <p14:tracePt t="292078" x="7361238" y="2014538"/>
          <p14:tracePt t="292091" x="7348538" y="1985963"/>
          <p14:tracePt t="292101" x="7307263" y="1973263"/>
          <p14:tracePt t="292112" x="7272338" y="1973263"/>
          <p14:tracePt t="292123" x="7259638" y="1952625"/>
          <p14:tracePt t="292145" x="7232650" y="1952625"/>
          <p14:tracePt t="292149" x="7205663" y="1952625"/>
          <p14:tracePt t="292157" x="7191375" y="1952625"/>
          <p14:tracePt t="292169" x="7170738" y="1952625"/>
          <p14:tracePt t="292179" x="7158038" y="1973263"/>
          <p14:tracePt t="292192" x="7129463" y="1985963"/>
          <p14:tracePt t="292202" x="7116763" y="1985963"/>
          <p14:tracePt t="292213" x="7102475" y="2000250"/>
          <p14:tracePt t="292226" x="7089775" y="2014538"/>
          <p14:tracePt t="292237" x="7089775" y="2027238"/>
          <p14:tracePt t="292248" x="7075488" y="2041525"/>
          <p14:tracePt t="292258" x="7075488" y="2054225"/>
          <p14:tracePt t="292269" x="7089775" y="2054225"/>
          <p14:tracePt t="292281" x="7089775" y="2068513"/>
          <p14:tracePt t="292292" x="7102475" y="2068513"/>
          <p14:tracePt t="292303" x="7129463" y="2081213"/>
          <p14:tracePt t="292316" x="7143750" y="2081213"/>
          <p14:tracePt t="292326" x="7170738" y="2081213"/>
          <p14:tracePt t="292337" x="7205663" y="2081213"/>
          <p14:tracePt t="292349" x="7232650" y="2101850"/>
          <p14:tracePt t="292370" x="7259638" y="2081213"/>
          <p14:tracePt t="292374" x="7286625" y="2081213"/>
          <p14:tracePt t="292383" x="7307263" y="2068513"/>
          <p14:tracePt t="292395" x="7319963" y="2068513"/>
          <p14:tracePt t="292406" x="7334250" y="2041525"/>
          <p14:tracePt t="292417" x="7348538" y="2014538"/>
          <p14:tracePt t="292427" x="7348538" y="1985963"/>
          <p14:tracePt t="292438" x="7348538" y="1952625"/>
          <p14:tracePt t="292450" x="7334250" y="1925638"/>
          <p14:tracePt t="292461" x="7319963" y="1911350"/>
          <p14:tracePt t="292472" x="7307263" y="1898650"/>
          <p14:tracePt t="292483" x="7286625" y="1884363"/>
          <p14:tracePt t="292494" x="7272338" y="1871663"/>
          <p14:tracePt t="292506" x="7259638" y="1871663"/>
          <p14:tracePt t="292517" x="7232650" y="1871663"/>
          <p14:tracePt t="292528" x="7205663" y="1884363"/>
          <p14:tracePt t="292540" x="7191375" y="1884363"/>
          <p14:tracePt t="292551" x="7170738" y="1898650"/>
          <p14:tracePt t="292562" x="7143750" y="1925638"/>
          <p14:tracePt t="292574" x="7129463" y="1938338"/>
          <p14:tracePt t="292585" x="7129463" y="1952625"/>
          <p14:tracePt t="292596" x="7116763" y="1985963"/>
          <p14:tracePt t="292608" x="7116763" y="2000250"/>
          <p14:tracePt t="292629" x="7116763" y="2014538"/>
          <p14:tracePt t="292640" x="7116763" y="2027238"/>
          <p14:tracePt t="292663" x="7129463" y="2027238"/>
          <p14:tracePt t="292666" x="7158038" y="2041525"/>
          <p14:tracePt t="292675" x="7191375" y="2041525"/>
          <p14:tracePt t="292688" x="7218363" y="2054225"/>
          <p14:tracePt t="292699" x="7245350" y="2054225"/>
          <p14:tracePt t="292708" x="7286625" y="2054225"/>
          <p14:tracePt t="292719" x="7348538" y="2054225"/>
          <p14:tracePt t="292732" x="7375525" y="2041525"/>
          <p14:tracePt t="292742" x="7415213" y="2027238"/>
          <p14:tracePt t="292754" x="7435850" y="2014538"/>
          <p14:tracePt t="292766" x="7450138" y="1985963"/>
          <p14:tracePt t="292776" x="7450138" y="1973263"/>
          <p14:tracePt t="292787" x="7450138" y="1938338"/>
          <p14:tracePt t="292799" x="7450138" y="1911350"/>
          <p14:tracePt t="292809" x="7435850" y="1884363"/>
          <p14:tracePt t="292821" x="7415213" y="1871663"/>
          <p14:tracePt t="292833" x="7375525" y="1857375"/>
          <p14:tracePt t="292843" x="7348538" y="1836738"/>
          <p14:tracePt t="292855" x="7307263" y="1836738"/>
          <p14:tracePt t="292866" x="7259638" y="1836738"/>
          <p14:tracePt t="292878" x="7232650" y="1836738"/>
          <p14:tracePt t="292889" x="7205663" y="1871663"/>
          <p14:tracePt t="292900" x="7170738" y="1898650"/>
          <p14:tracePt t="292911" x="7158038" y="1911350"/>
          <p14:tracePt t="292923" x="7143750" y="1938338"/>
          <p14:tracePt t="292934" x="7143750" y="1973263"/>
          <p14:tracePt t="292944" x="7143750" y="1985963"/>
          <p14:tracePt t="292956" x="7143750" y="2014538"/>
          <p14:tracePt t="292967" x="7158038" y="2027238"/>
          <p14:tracePt t="292978" x="7191375" y="2041525"/>
          <p14:tracePt t="292990" x="7205663" y="2054225"/>
          <p14:tracePt t="293001" x="7245350" y="2068513"/>
          <p14:tracePt t="293012" x="7286625" y="2068513"/>
          <p14:tracePt t="293034" x="7348538" y="2068513"/>
          <p14:tracePt t="293037" x="7375525" y="2068513"/>
          <p14:tracePt t="293046" x="7402513" y="2068513"/>
          <p14:tracePt t="293058" x="7435850" y="2054225"/>
          <p14:tracePt t="293070" x="7450138" y="2041525"/>
          <p14:tracePt t="293080" x="7462838" y="2027238"/>
          <p14:tracePt t="293092" x="7462838" y="2000250"/>
          <p14:tracePt t="293102" x="7462838" y="1985963"/>
          <p14:tracePt t="293113" x="7462838" y="1952625"/>
          <p14:tracePt t="293124" x="7450138" y="1938338"/>
          <p14:tracePt t="293136" x="7450138" y="1925638"/>
          <p14:tracePt t="293148" x="7435850" y="1925638"/>
          <p14:tracePt t="293158" x="7415213" y="1925638"/>
          <p14:tracePt t="293169" x="7402513" y="1925638"/>
          <p14:tracePt t="293182" x="7388225" y="1925638"/>
          <p14:tracePt t="293192" x="7375525" y="1925638"/>
          <p14:tracePt t="293203" x="7361238" y="1925638"/>
          <p14:tracePt t="293216" x="7348538" y="1938338"/>
          <p14:tracePt t="293227" x="7334250" y="1952625"/>
          <p14:tracePt t="293238" x="7319963" y="1973263"/>
          <p14:tracePt t="293249" x="7319963" y="1985963"/>
          <p14:tracePt t="293271" x="7319963" y="2000250"/>
          <p14:tracePt t="293304" x="7319963" y="2014538"/>
          <p14:tracePt t="293316" x="7334250" y="2014538"/>
          <p14:tracePt t="293349" x="7348538" y="2014538"/>
          <p14:tracePt t="293360" x="7361238" y="2000250"/>
          <p14:tracePt t="293383" x="7375525" y="1985963"/>
          <p14:tracePt t="293406" x="7375525" y="1973263"/>
          <p14:tracePt t="293417" x="7375525" y="1952625"/>
          <p14:tracePt t="293461" x="7361238" y="1952625"/>
          <p14:tracePt t="293474" x="7348538" y="1952625"/>
          <p14:tracePt t="293485" x="7334250" y="1952625"/>
          <p14:tracePt t="293496" x="7307263" y="1952625"/>
          <p14:tracePt t="293508" x="7272338" y="1985963"/>
          <p14:tracePt t="293518" x="7245350" y="2000250"/>
          <p14:tracePt t="293531" x="7218363" y="2014538"/>
          <p14:tracePt t="293542" x="7191375" y="2041525"/>
          <p14:tracePt t="293563" x="7170738" y="2054225"/>
          <p14:tracePt t="293574" x="7170738" y="2068513"/>
          <p14:tracePt t="293586" x="7170738" y="2081213"/>
          <p14:tracePt t="293608" x="7191375" y="2081213"/>
          <p14:tracePt t="293619" x="7218363" y="2081213"/>
          <p14:tracePt t="293632" x="7232650" y="2101850"/>
          <p14:tracePt t="293643" x="7259638" y="2101850"/>
          <p14:tracePt t="293655" x="7286625" y="2101850"/>
          <p14:tracePt t="293666" x="7319963" y="2101850"/>
          <p14:tracePt t="293676" x="7361238" y="2101850"/>
          <p14:tracePt t="293687" x="7402513" y="2081213"/>
          <p14:tracePt t="293699" x="7415213" y="2068513"/>
          <p14:tracePt t="293710" x="7435850" y="2068513"/>
          <p14:tracePt t="293722" x="7435850" y="2054225"/>
          <p14:tracePt t="293733" x="7450138" y="2027238"/>
          <p14:tracePt t="293743" x="7450138" y="2014538"/>
          <p14:tracePt t="293755" x="7450138" y="2000250"/>
          <p14:tracePt t="293766" x="7435850" y="1985963"/>
          <p14:tracePt t="293777" x="7415213" y="1973263"/>
          <p14:tracePt t="293789" x="7388225" y="1952625"/>
          <p14:tracePt t="293800" x="7348538" y="1938338"/>
          <p14:tracePt t="293811" x="7319963" y="1938338"/>
          <p14:tracePt t="293823" x="7286625" y="1938338"/>
          <p14:tracePt t="293834" x="7259638" y="1938338"/>
          <p14:tracePt t="293844" x="7232650" y="1938338"/>
          <p14:tracePt t="293856" x="7205663" y="1952625"/>
          <p14:tracePt t="293867" x="7191375" y="1952625"/>
          <p14:tracePt t="293878" x="7170738" y="1973263"/>
          <p14:tracePt t="293890" x="7170738" y="1985963"/>
          <p14:tracePt t="293901" x="7158038" y="2000250"/>
          <p14:tracePt t="293912" x="7143750" y="2014538"/>
          <p14:tracePt t="293924" x="7143750" y="2027238"/>
          <p14:tracePt t="293945" x="7143750" y="2041525"/>
          <p14:tracePt t="293957" x="7143750" y="2068513"/>
          <p14:tracePt t="293979" x="7143750" y="2081213"/>
          <p14:tracePt t="294002" x="7143750" y="2101850"/>
          <p14:tracePt t="294013" x="7158038" y="2101850"/>
          <p14:tracePt t="294025" x="7170738" y="2101850"/>
          <p14:tracePt t="294036" x="7191375" y="2101850"/>
          <p14:tracePt t="294048" x="7205663" y="2101850"/>
          <p14:tracePt t="294059" x="7232650" y="2101850"/>
          <p14:tracePt t="294092" x="7259638" y="2101850"/>
          <p14:tracePt t="294095" x="7272338" y="2101850"/>
          <p14:tracePt t="294103" x="7319963" y="2081213"/>
          <p14:tracePt t="294109" x="7334250" y="2068513"/>
          <p14:tracePt t="294117" x="7348538" y="2068513"/>
          <p14:tracePt t="294126" x="7361238" y="2054225"/>
          <p14:tracePt t="294139" x="7375525" y="2054225"/>
          <p14:tracePt t="294150" x="7375525" y="2041525"/>
          <p14:tracePt t="294519" x="7361238" y="2054225"/>
          <p14:tracePt t="294530" x="7348538" y="2054225"/>
          <p14:tracePt t="294543" x="7319963" y="2054225"/>
          <p14:tracePt t="294553" x="7307263" y="2054225"/>
          <p14:tracePt t="294564" x="7272338" y="2054225"/>
          <p14:tracePt t="294576" x="7259638" y="2054225"/>
          <p14:tracePt t="294587" x="7232650" y="2068513"/>
          <p14:tracePt t="294598" x="7218363" y="2068513"/>
          <p14:tracePt t="294610" x="7205663" y="2068513"/>
          <p14:tracePt t="294621" x="7170738" y="2068513"/>
          <p14:tracePt t="294643" x="7158038" y="2068513"/>
          <p14:tracePt t="294665" x="7143750" y="2068513"/>
          <p14:tracePt t="294790" x="7129463" y="2068513"/>
          <p14:tracePt t="295038" x="7143750" y="2068513"/>
          <p14:tracePt t="295059" x="7158038" y="2068513"/>
          <p14:tracePt t="295071" x="7170738" y="2068513"/>
          <p14:tracePt t="295082" x="7205663" y="2068513"/>
          <p14:tracePt t="295093" x="7232650" y="2068513"/>
          <p14:tracePt t="295107" x="7259638" y="2068513"/>
          <p14:tracePt t="295138" x="7286625" y="2068513"/>
          <p14:tracePt t="295139" x="7334250" y="2068513"/>
          <p14:tracePt t="295149" x="7361238" y="2068513"/>
          <p14:tracePt t="295150" x="7388225" y="2081213"/>
          <p14:tracePt t="295160" x="7402513" y="2081213"/>
          <p14:tracePt t="295174" x="7415213" y="2081213"/>
          <p14:tracePt t="295261" x="7402513" y="2081213"/>
          <p14:tracePt t="295273" x="7375525" y="2081213"/>
          <p14:tracePt t="295285" x="7348538" y="2081213"/>
          <p14:tracePt t="295297" x="7319963" y="2081213"/>
          <p14:tracePt t="295310" x="7272338" y="2081213"/>
          <p14:tracePt t="295320" x="7232650" y="2081213"/>
          <p14:tracePt t="295329" x="7191375" y="2081213"/>
          <p14:tracePt t="295343" x="7143750" y="2081213"/>
          <p14:tracePt t="295353" x="7116763" y="2081213"/>
          <p14:tracePt t="295365" x="7102475" y="2081213"/>
          <p14:tracePt t="295375" x="7089775" y="2081213"/>
          <p14:tracePt t="295386" x="7089775" y="2101850"/>
          <p14:tracePt t="295487" x="7102475" y="2101850"/>
          <p14:tracePt t="295499" x="7129463" y="2101850"/>
          <p14:tracePt t="295510" x="7143750" y="2101850"/>
          <p14:tracePt t="295521" x="7191375" y="2101850"/>
          <p14:tracePt t="295533" x="7245350" y="2101850"/>
          <p14:tracePt t="295545" x="7272338" y="2101850"/>
          <p14:tracePt t="295555" x="7319963" y="2101850"/>
          <p14:tracePt t="295567" x="7361238" y="2116138"/>
          <p14:tracePt t="295578" x="7388225" y="2116138"/>
          <p14:tracePt t="295589" x="7402513" y="2116138"/>
          <p14:tracePt t="295601" x="7435850" y="2116138"/>
          <p14:tracePt t="295612" x="7450138" y="2116138"/>
          <p14:tracePt t="295711" x="7435850" y="2116138"/>
          <p14:tracePt t="295723" x="7415213" y="2116138"/>
          <p14:tracePt t="295734" x="7388225" y="2101850"/>
          <p14:tracePt t="295746" x="7361238" y="2101850"/>
          <p14:tracePt t="295757" x="7334250" y="2101850"/>
          <p14:tracePt t="295769" x="7307263" y="2101850"/>
          <p14:tracePt t="295780" x="7272338" y="2101850"/>
          <p14:tracePt t="295791" x="7245350" y="2116138"/>
          <p14:tracePt t="295803" x="7218363" y="2116138"/>
          <p14:tracePt t="295824" x="7205663" y="2116138"/>
          <p14:tracePt t="295835" x="7191375" y="2116138"/>
          <p14:tracePt t="295993" x="7191375" y="2101850"/>
          <p14:tracePt t="296105" x="7191375" y="2081213"/>
          <p14:tracePt t="296128" x="7170738" y="2054225"/>
          <p14:tracePt t="296139" x="7170738" y="2027238"/>
          <p14:tracePt t="296184" x="7170738" y="2014538"/>
          <p14:tracePt t="296187" x="7170738" y="2000250"/>
          <p14:tracePt t="296263" x="7191375" y="2000250"/>
          <p14:tracePt t="296274" x="7205663" y="2014538"/>
          <p14:tracePt t="296286" x="7232650" y="2041525"/>
          <p14:tracePt t="296297" x="7245350" y="2054225"/>
          <p14:tracePt t="296309" x="7272338" y="2068513"/>
          <p14:tracePt t="296319" x="7307263" y="2101850"/>
          <p14:tracePt t="296332" x="7319963" y="2116138"/>
          <p14:tracePt t="296432" x="7319963" y="2101850"/>
          <p14:tracePt t="296443" x="7319963" y="2081213"/>
          <p14:tracePt t="296455" x="7319963" y="2054225"/>
          <p14:tracePt t="296466" x="7319963" y="2027238"/>
          <p14:tracePt t="296478" x="7334250" y="1985963"/>
          <p14:tracePt t="296488" x="7334250" y="1973263"/>
          <p14:tracePt t="296500" x="7334250" y="1938338"/>
          <p14:tracePt t="296600" x="7319963" y="1938338"/>
          <p14:tracePt t="296613" x="7319963" y="1952625"/>
          <p14:tracePt t="296625" x="7307263" y="1973263"/>
          <p14:tracePt t="296635" x="7286625" y="1985963"/>
          <p14:tracePt t="296646" x="7272338" y="2000250"/>
          <p14:tracePt t="296746" x="7286625" y="2000250"/>
          <p14:tracePt t="296758" x="7286625" y="1985963"/>
          <p14:tracePt t="296770" x="7307263" y="1973263"/>
          <p14:tracePt t="296780" x="7334250" y="1938338"/>
          <p14:tracePt t="296792" x="7348538" y="1925638"/>
          <p14:tracePt t="296806" x="7361238" y="1898650"/>
          <p14:tracePt t="296816" x="7375525" y="1884363"/>
          <p14:tracePt t="296826" x="7388225" y="1871663"/>
          <p14:tracePt t="296838" x="7402513" y="1871663"/>
          <p14:tracePt t="296848" x="7402513" y="1857375"/>
          <p14:tracePt t="296860" x="7415213" y="1857375"/>
          <p14:tracePt t="296949" x="7435850" y="1836738"/>
          <p14:tracePt t="296971" x="7450138" y="1836738"/>
          <p14:tracePt t="297005" x="7462838" y="1824038"/>
          <p14:tracePt t="297073" x="7477125" y="1824038"/>
          <p14:tracePt t="297084" x="7477125" y="1836738"/>
          <p14:tracePt t="297107" x="7491413" y="1836738"/>
          <p14:tracePt t="297151" x="7491413" y="1857375"/>
          <p14:tracePt t="297174" x="7491413" y="1871663"/>
          <p14:tracePt t="297196" x="7491413" y="1884363"/>
          <p14:tracePt t="297241" x="7491413" y="1898650"/>
          <p14:tracePt t="297376" x="7504113" y="1898650"/>
          <p14:tracePt t="297399" x="7518400" y="1898650"/>
          <p14:tracePt t="297411" x="7531100" y="1911350"/>
          <p14:tracePt t="297422" x="7545388" y="1911350"/>
          <p14:tracePt t="297433" x="7566025" y="1911350"/>
          <p14:tracePt t="297489" x="7566025" y="1925638"/>
          <p14:tracePt t="297501" x="7545388" y="1925638"/>
          <p14:tracePt t="297514" x="7531100" y="1938338"/>
          <p14:tracePt t="297523" x="7504113" y="1952625"/>
          <p14:tracePt t="297535" x="7462838" y="1973263"/>
          <p14:tracePt t="297548" x="7450138" y="1985963"/>
          <p14:tracePt t="297557" x="7415213" y="1985963"/>
          <p14:tracePt t="297568" x="7388225" y="2000250"/>
          <p14:tracePt t="297591" x="7375525" y="2000250"/>
          <p14:tracePt t="297669" x="7375525" y="1985963"/>
          <p14:tracePt t="297681" x="7375525" y="1973263"/>
          <p14:tracePt t="297692" x="7375525" y="1952625"/>
          <p14:tracePt t="297704" x="7375525" y="1938338"/>
          <p14:tracePt t="297716" x="7361238" y="1925638"/>
          <p14:tracePt t="297726" x="7348538" y="1911350"/>
          <p14:tracePt t="297738" x="7334250" y="1898650"/>
          <p14:tracePt t="297749" x="7307263" y="1898650"/>
          <p14:tracePt t="297759" x="7272338" y="1884363"/>
          <p14:tracePt t="297771" x="7245350" y="1884363"/>
          <p14:tracePt t="297782" x="7218363" y="1884363"/>
          <p14:tracePt t="297793" x="7205663" y="1898650"/>
          <p14:tracePt t="297805" x="7191375" y="1911350"/>
          <p14:tracePt t="297816" x="7170738" y="1925638"/>
          <p14:tracePt t="297827" x="7158038" y="1952625"/>
          <p14:tracePt t="297838" x="7143750" y="1973263"/>
          <p14:tracePt t="297850" x="7143750" y="2000250"/>
          <p14:tracePt t="297860" x="7158038" y="2014538"/>
          <p14:tracePt t="297872" x="7158038" y="2027238"/>
          <p14:tracePt t="297883" x="7170738" y="2041525"/>
          <p14:tracePt t="297896" x="7205663" y="2054225"/>
          <p14:tracePt t="297907" x="7245350" y="2068513"/>
          <p14:tracePt t="297918" x="7272338" y="2068513"/>
          <p14:tracePt t="297928" x="7307263" y="2068513"/>
          <p14:tracePt t="297940" x="7361238" y="2068513"/>
          <p14:tracePt t="297951" x="7402513" y="2054225"/>
          <p14:tracePt t="297962" x="7450138" y="2041525"/>
          <p14:tracePt t="297973" x="7491413" y="2027238"/>
          <p14:tracePt t="297984" x="7504113" y="2014538"/>
          <p14:tracePt t="297997" x="7518400" y="2000250"/>
          <p14:tracePt t="298007" x="7531100" y="1985963"/>
          <p14:tracePt t="298018" x="7531100" y="1952625"/>
          <p14:tracePt t="298041" x="7531100" y="1938338"/>
          <p14:tracePt t="298063" x="7518400" y="1938338"/>
          <p14:tracePt t="298119" x="7504113" y="1938338"/>
          <p14:tracePt t="299886" x="7504113" y="1952625"/>
          <p14:tracePt t="299897" x="7504113" y="1973263"/>
          <p14:tracePt t="299909" x="7491413" y="2000250"/>
          <p14:tracePt t="299919" x="7462838" y="2027238"/>
          <p14:tracePt t="299931" x="7435850" y="2054225"/>
          <p14:tracePt t="300504" x="7450138" y="2054225"/>
          <p14:tracePt t="300628" x="7450138" y="2041525"/>
          <p14:tracePt t="301001" x="7435850" y="2041525"/>
          <p14:tracePt t="301021" x="7435850" y="2054225"/>
          <p14:tracePt t="301044" x="7435850" y="2068513"/>
          <p14:tracePt t="301067" x="7415213" y="2081213"/>
          <p14:tracePt t="301079" x="7415213" y="2128838"/>
          <p14:tracePt t="301089" x="7415213" y="2184400"/>
          <p14:tracePt t="301102" x="7402513" y="2244725"/>
          <p14:tracePt t="301112" x="7375525" y="2387600"/>
          <p14:tracePt t="301123" x="7334250" y="2557463"/>
          <p14:tracePt t="301136" x="7272338" y="2700338"/>
          <p14:tracePt t="301146" x="7205663" y="2905125"/>
          <p14:tracePt t="301157" x="7102475" y="3089275"/>
          <p14:tracePt t="301170" x="6959600" y="3279775"/>
          <p14:tracePt t="301180" x="6843713" y="3422650"/>
          <p14:tracePt t="301191" x="6742113" y="3565525"/>
          <p14:tracePt t="301203" x="6700838" y="3694113"/>
          <p14:tracePt t="301213" x="6700838" y="3768725"/>
          <p14:tracePt t="301225" x="6673850" y="3851275"/>
          <p14:tracePt t="301238" x="6640513" y="3925888"/>
          <p14:tracePt t="301248" x="6613525" y="3967163"/>
          <p14:tracePt t="301259" x="6572250" y="4041775"/>
          <p14:tracePt t="301271" x="6524625" y="4081463"/>
          <p14:tracePt t="301281" x="6483350" y="4143375"/>
          <p14:tracePt t="301293" x="6470650" y="4184650"/>
          <p14:tracePt t="301304" x="6443663" y="4224338"/>
          <p14:tracePt t="301315" x="6408738" y="4271963"/>
          <p14:tracePt t="301326" x="6396038" y="4300538"/>
          <p14:tracePt t="301338" x="6367463" y="4313238"/>
          <p14:tracePt t="301348" x="6340475" y="4340225"/>
          <p14:tracePt t="301360" x="6313488" y="4354513"/>
          <p14:tracePt t="301371" x="6280150" y="4354513"/>
          <p14:tracePt t="301382" x="6253163" y="4367213"/>
          <p14:tracePt t="301394" x="6211888" y="4387850"/>
          <p14:tracePt t="301426" x="6149975" y="4402138"/>
          <p14:tracePt t="301430" x="6069013" y="4429125"/>
          <p14:tracePt t="301439" x="5967413" y="4470400"/>
          <p14:tracePt t="301440" x="5891213" y="4518025"/>
          <p14:tracePt t="301453" x="5762625" y="4572000"/>
          <p14:tracePt t="301462" x="5646738" y="4660900"/>
          <p14:tracePt t="301473" x="5503863" y="4729163"/>
          <p14:tracePt t="301483" x="5387975" y="4789488"/>
          <p14:tracePt t="301495" x="5205413" y="4857750"/>
          <p14:tracePt t="301506" x="5021263" y="4905375"/>
          <p14:tracePt t="301518" x="4872038" y="4905375"/>
          <p14:tracePt t="301945" x="4959350" y="4857750"/>
          <p14:tracePt t="301957" x="5259388" y="4613275"/>
          <p14:tracePt t="301967" x="5518150" y="4387850"/>
          <p14:tracePt t="301980" x="6069013" y="3925888"/>
          <p14:tracePt t="301990" x="6470650" y="3592513"/>
          <p14:tracePt t="302001" x="7102475" y="3149600"/>
          <p14:tracePt t="302012" x="7477125" y="2919413"/>
          <p14:tracePt t="302023" x="7932738" y="2673350"/>
          <p14:tracePt t="302034" x="8110538" y="2557463"/>
          <p14:tracePt t="302047" x="8212138" y="2470150"/>
          <p14:tracePt t="302327" x="8328025" y="2414588"/>
          <p14:tracePt t="302339" x="8483600" y="2327275"/>
          <p14:tracePt t="302351" x="8694738" y="2211388"/>
          <p14:tracePt t="302361" x="8926513" y="2041525"/>
          <p14:tracePt t="302373" x="9144000" y="1884363"/>
          <p14:tracePt t="302383" x="9477375" y="1666875"/>
          <p14:tracePt t="302395" x="9661525" y="1497013"/>
          <p14:tracePt t="302406" x="9790113" y="1366838"/>
          <p14:tracePt t="302417" x="9932988" y="1211263"/>
          <p14:tracePt t="302429" x="10007600" y="1122363"/>
          <p14:tracePt t="302439" x="10021888" y="1074738"/>
          <p14:tracePt t="302451" x="10021888" y="1047750"/>
          <p14:tracePt t="302473" x="10007600" y="1033463"/>
          <p14:tracePt t="302476" x="9980613" y="1020763"/>
          <p14:tracePt t="302484" x="9932988" y="993775"/>
          <p14:tracePt t="302499" x="9879013" y="979488"/>
          <p14:tracePt t="302508" x="9777413" y="946150"/>
          <p14:tracePt t="302520" x="9688513" y="946150"/>
          <p14:tracePt t="302530" x="9605963" y="946150"/>
          <p14:tracePt t="302540" x="9491663" y="931863"/>
          <p14:tracePt t="302552" x="9415463" y="931863"/>
          <p14:tracePt t="302563" x="9328150" y="931863"/>
          <p14:tracePt t="302574" x="9286875" y="931863"/>
          <p14:tracePt t="302586" x="9259888" y="931863"/>
          <p14:tracePt t="302597" x="9232900" y="931863"/>
          <p14:tracePt t="302608" x="9218613" y="966788"/>
          <p14:tracePt t="302619" x="9218613" y="993775"/>
          <p14:tracePt t="302631" x="9218613" y="1006475"/>
          <p14:tracePt t="302642" x="9218613" y="1033463"/>
          <p14:tracePt t="302653" x="9232900" y="1047750"/>
          <p14:tracePt t="302665" x="9259888" y="1062038"/>
          <p14:tracePt t="302676" x="9286875" y="1095375"/>
          <p14:tracePt t="302687" x="9348788" y="1122363"/>
          <p14:tracePt t="302699" x="9429750" y="1149350"/>
          <p14:tracePt t="302709" x="9491663" y="1163638"/>
          <p14:tracePt t="302721" x="9545638" y="1190625"/>
          <p14:tracePt t="302732" x="9593263" y="1211263"/>
          <p14:tracePt t="302743" x="9605963" y="1223963"/>
          <p14:tracePt t="302766" x="9605963" y="1238250"/>
          <p14:tracePt t="302777" x="9593263" y="1252538"/>
          <p14:tracePt t="302789" x="9572625" y="1265238"/>
          <p14:tracePt t="302799" x="9504363" y="1292225"/>
          <p14:tracePt t="302812" x="9375775" y="1319213"/>
          <p14:tracePt t="302823" x="9272588" y="1354138"/>
          <p14:tracePt t="302834" x="9144000" y="1395413"/>
          <p14:tracePt t="302845" x="9028113" y="1422400"/>
          <p14:tracePt t="302856" x="8959850" y="1435100"/>
          <p14:tracePt t="302867" x="8885238" y="1470025"/>
          <p14:tracePt t="302879" x="8843963" y="1497013"/>
          <p14:tracePt t="302890" x="8810625" y="1524000"/>
          <p14:tracePt t="302901" x="8796338" y="1538288"/>
          <p14:tracePt t="302913" x="8783638" y="1565275"/>
          <p14:tracePt t="302923" x="8783638" y="1577975"/>
          <p14:tracePt t="302934" x="8783638" y="1598613"/>
          <p14:tracePt t="302947" x="8783638" y="1612900"/>
          <p14:tracePt t="302957" x="8796338" y="1625600"/>
          <p14:tracePt t="302969" x="8796338" y="1639888"/>
          <p14:tracePt t="302981" x="8810625" y="1639888"/>
          <p14:tracePt t="302990" x="8843963" y="1652588"/>
          <p14:tracePt t="303002" x="8858250" y="1666875"/>
          <p14:tracePt t="303014" x="8872538" y="1666875"/>
          <p14:tracePt t="303024" x="8885238" y="1681163"/>
          <p14:tracePt t="303047" x="8885238" y="1693863"/>
          <p14:tracePt t="303058" x="8885238" y="1708150"/>
          <p14:tracePt t="303069" x="8885238" y="1728788"/>
          <p14:tracePt t="303081" x="8899525" y="1741488"/>
          <p14:tracePt t="303092" x="8899525" y="1755775"/>
          <p14:tracePt t="303103" x="8899525" y="1782763"/>
          <p14:tracePt t="303114" x="8899525" y="1795463"/>
          <p14:tracePt t="303126" x="8899525" y="1809750"/>
          <p14:tracePt t="303137" x="8885238" y="1809750"/>
          <p14:tracePt t="303149" x="8872538" y="1824038"/>
          <p14:tracePt t="303159" x="8872538" y="1836738"/>
          <p14:tracePt t="303171" x="8858250" y="1857375"/>
          <p14:tracePt t="303182" x="8843963" y="1857375"/>
          <p14:tracePt t="303193" x="8843963" y="1871663"/>
          <p14:tracePt t="303205" x="8831263" y="1871663"/>
          <p14:tracePt t="303249" x="8810625" y="1871663"/>
          <p14:tracePt t="303283" x="8796338" y="1884363"/>
          <p14:tracePt t="303294" x="8783638" y="1884363"/>
          <p14:tracePt t="303373" x="8796338" y="1884363"/>
          <p14:tracePt t="303385" x="8810625" y="1898650"/>
          <p14:tracePt t="303397" x="8831263" y="1898650"/>
          <p14:tracePt t="303407" x="8872538" y="1898650"/>
          <p14:tracePt t="303420" x="8899525" y="1898650"/>
          <p14:tracePt t="303430" x="8939213" y="1884363"/>
          <p14:tracePt t="303441" x="8986838" y="1884363"/>
          <p14:tracePt t="303453" x="9028113" y="1884363"/>
          <p14:tracePt t="303464" x="9055100" y="1884363"/>
          <p14:tracePt t="303474" x="9090025" y="1884363"/>
          <p14:tracePt t="303486" x="9129713" y="1884363"/>
          <p14:tracePt t="303498" x="9144000" y="1884363"/>
          <p14:tracePt t="303519" x="9185275" y="1884363"/>
          <p14:tracePt t="303522" x="9218613" y="1884363"/>
          <p14:tracePt t="303532" x="9245600" y="1884363"/>
          <p14:tracePt t="303543" x="9286875" y="1884363"/>
          <p14:tracePt t="303554" x="9348788" y="1884363"/>
          <p14:tracePt t="303565" x="9402763" y="1884363"/>
          <p14:tracePt t="303575" x="9456738" y="1884363"/>
          <p14:tracePt t="303587" x="9545638" y="1884363"/>
          <p14:tracePt t="303599" x="9634538" y="1884363"/>
          <p14:tracePt t="303609" x="9688513" y="1884363"/>
          <p14:tracePt t="303621" x="9777413" y="1884363"/>
          <p14:tracePt t="303632" x="9879013" y="1884363"/>
          <p14:tracePt t="303643" x="9959975" y="1884363"/>
          <p14:tracePt t="303655" x="10021888" y="1884363"/>
          <p14:tracePt t="303666" x="10110788" y="1884363"/>
          <p14:tracePt t="303677" x="10177463" y="1884363"/>
          <p14:tracePt t="303689" x="10239375" y="1884363"/>
          <p14:tracePt t="303700" x="10293350" y="1884363"/>
          <p14:tracePt t="303711" x="10367963" y="1884363"/>
          <p14:tracePt t="303723" x="10423525" y="1884363"/>
          <p14:tracePt t="303734" x="10498138" y="1884363"/>
          <p14:tracePt t="303744" x="10566400" y="1884363"/>
          <p14:tracePt t="303756" x="10641013" y="1884363"/>
          <p14:tracePt t="303767" x="10694988" y="1884363"/>
          <p14:tracePt t="303778" x="10769600" y="1884363"/>
          <p14:tracePt t="303790" x="10852150" y="1884363"/>
          <p14:tracePt t="303801" x="10912475" y="1884363"/>
          <p14:tracePt t="303812" x="11015663" y="1884363"/>
          <p14:tracePt t="303823" x="11096625" y="1884363"/>
          <p14:tracePt t="303835" x="11185525" y="1898650"/>
          <p14:tracePt t="303847" x="11272838" y="1898650"/>
          <p14:tracePt t="303857" x="11341100" y="1911350"/>
          <p14:tracePt t="303868" x="11388725" y="1911350"/>
          <p14:tracePt t="303880" x="11415713" y="1911350"/>
          <p14:tracePt t="303891" x="11444288" y="1911350"/>
          <p14:tracePt t="303902" x="11483975" y="1911350"/>
          <p14:tracePt t="303915" x="11504613" y="1911350"/>
          <p14:tracePt t="303924" x="11518900" y="1911350"/>
          <p14:tracePt t="303936" x="11531600" y="1911350"/>
          <p14:tracePt t="303991" x="11483975" y="1911350"/>
          <p14:tracePt t="304003" x="11403013" y="1898650"/>
          <p14:tracePt t="304015" x="11260138" y="1898650"/>
          <p14:tracePt t="304025" x="11117263" y="1884363"/>
          <p14:tracePt t="304037" x="10810875" y="1884363"/>
          <p14:tracePt t="304048" x="10463213" y="1884363"/>
          <p14:tracePt t="304059" x="10191750" y="1898650"/>
          <p14:tracePt t="304071" x="9879013" y="1911350"/>
          <p14:tracePt t="304083" x="9572625" y="1925638"/>
          <p14:tracePt t="304093" x="9328150" y="1925638"/>
          <p14:tracePt t="304105" x="9185275" y="1938338"/>
          <p14:tracePt t="304116" x="9001125" y="1938338"/>
          <p14:tracePt t="304127" x="8872538" y="1938338"/>
          <p14:tracePt t="304139" x="8796338" y="1938338"/>
          <p14:tracePt t="304150" x="8742363" y="1938338"/>
          <p14:tracePt t="304161" x="8694738" y="1938338"/>
          <p14:tracePt t="304172" x="8667750" y="1938338"/>
          <p14:tracePt t="304183" x="8640763" y="1938338"/>
          <p14:tracePt t="304194" x="8599488" y="1938338"/>
          <p14:tracePt t="304206" x="8566150" y="1938338"/>
          <p14:tracePt t="304217" x="8539163" y="1938338"/>
          <p14:tracePt t="304228" x="8524875" y="1938338"/>
          <p14:tracePt t="304240" x="8510588" y="1938338"/>
          <p14:tracePt t="304250" x="8497888" y="1938338"/>
          <p14:tracePt t="304262" x="8483600" y="1938338"/>
          <p14:tracePt t="304352" x="8497888" y="1938338"/>
          <p14:tracePt t="304364" x="8510588" y="1938338"/>
          <p14:tracePt t="304374" x="8551863" y="1938338"/>
          <p14:tracePt t="304386" x="8626475" y="1938338"/>
          <p14:tracePt t="304397" x="8682038" y="1938338"/>
          <p14:tracePt t="304408" x="8756650" y="1925638"/>
          <p14:tracePt t="304420" x="8831263" y="1925638"/>
          <p14:tracePt t="304431" x="8872538" y="1925638"/>
          <p14:tracePt t="304442" x="8885238" y="1925638"/>
          <p14:tracePt t="304634" x="8899525" y="1925638"/>
          <p14:tracePt t="304655" x="8912225" y="1925638"/>
          <p14:tracePt t="304667" x="8926513" y="1925638"/>
          <p14:tracePt t="304679" x="8939213" y="1925638"/>
          <p14:tracePt t="304690" x="8959850" y="1925638"/>
          <p14:tracePt t="304712" x="8939213" y="1925638"/>
          <p14:tracePt t="304994" x="8959850" y="1925638"/>
          <p14:tracePt t="305005" x="8974138" y="1925638"/>
          <p14:tracePt t="305016" x="9001125" y="1925638"/>
          <p14:tracePt t="305027" x="9028113" y="1925638"/>
          <p14:tracePt t="305039" x="9055100" y="1911350"/>
          <p14:tracePt t="305049" x="9090025" y="1911350"/>
          <p14:tracePt t="305062" x="9144000" y="1911350"/>
          <p14:tracePt t="305073" x="9197975" y="1911350"/>
          <p14:tracePt t="305084" x="9272588" y="1911350"/>
          <p14:tracePt t="305096" x="9348788" y="1911350"/>
          <p14:tracePt t="305105" x="9444038" y="1898650"/>
          <p14:tracePt t="305118" x="9504363" y="1898650"/>
          <p14:tracePt t="305130" x="9593263" y="1898650"/>
          <p14:tracePt t="305139" x="9647238" y="1884363"/>
          <p14:tracePt t="305151" x="9674225" y="1884363"/>
          <p14:tracePt t="305163" x="9701213" y="1884363"/>
          <p14:tracePt t="305173" x="9736138" y="1871663"/>
          <p14:tracePt t="305185" x="9748838" y="1871663"/>
          <p14:tracePt t="305207" x="9763125" y="1871663"/>
          <p14:tracePt t="305218" x="9777413" y="1871663"/>
          <p14:tracePt t="305230" x="9790113" y="1871663"/>
          <p14:tracePt t="305241" x="9804400" y="1871663"/>
          <p14:tracePt t="305252" x="9817100" y="1857375"/>
          <p14:tracePt t="305263" x="9831388" y="1857375"/>
          <p14:tracePt t="305274" x="9879013" y="1857375"/>
          <p14:tracePt t="305286" x="9906000" y="1857375"/>
          <p14:tracePt t="305298" x="9959975" y="1836738"/>
          <p14:tracePt t="305308" x="10007600" y="1836738"/>
          <p14:tracePt t="305320" x="10075863" y="1836738"/>
          <p14:tracePt t="305331" x="10164763" y="1824038"/>
          <p14:tracePt t="305342" x="10218738" y="1824038"/>
          <p14:tracePt t="305353" x="10307638" y="1809750"/>
          <p14:tracePt t="305365" x="10382250" y="1795463"/>
          <p14:tracePt t="305376" x="10409238" y="1782763"/>
          <p14:tracePt t="305388" x="10436225" y="1768475"/>
          <p14:tracePt t="305399" x="10450513" y="1755775"/>
          <p14:tracePt t="305409" x="10463213" y="1741488"/>
          <p14:tracePt t="305421" x="10483850" y="1728788"/>
          <p14:tracePt t="305432" x="10483850" y="1693863"/>
          <p14:tracePt t="305443" x="10498138" y="1652588"/>
          <p14:tracePt t="305455" x="10498138" y="1612900"/>
          <p14:tracePt t="305466" x="10498138" y="1550988"/>
          <p14:tracePt t="305477" x="10498138" y="1509713"/>
          <p14:tracePt t="305488" x="10483850" y="1482725"/>
          <p14:tracePt t="305500" x="10483850" y="1470025"/>
          <p14:tracePt t="305511" x="10483850" y="1435100"/>
          <p14:tracePt t="305522" x="10463213" y="1422400"/>
          <p14:tracePt t="305533" x="10463213" y="1408113"/>
          <p14:tracePt t="305545" x="10450513" y="1408113"/>
          <p14:tracePt t="305567" x="10436225" y="1408113"/>
          <p14:tracePt t="305589" x="10409238" y="1408113"/>
          <p14:tracePt t="305623" x="10382250" y="1408113"/>
          <p14:tracePt t="305625" x="10334625" y="1422400"/>
          <p14:tracePt t="305635" x="10293350" y="1449388"/>
          <p14:tracePt t="305636" x="10253663" y="1470025"/>
          <p14:tracePt t="305647" x="10218738" y="1497013"/>
          <p14:tracePt t="305659" x="10191750" y="1509713"/>
          <p14:tracePt t="305671" x="10164763" y="1538288"/>
          <p14:tracePt t="305682" x="10150475" y="1565275"/>
          <p14:tracePt t="305692" x="10137775" y="1577975"/>
          <p14:tracePt t="305704" x="10137775" y="1612900"/>
          <p14:tracePt t="305715" x="10137775" y="1639888"/>
          <p14:tracePt t="305724" x="10137775" y="1652588"/>
          <p14:tracePt t="305736" x="10150475" y="1681163"/>
          <p14:tracePt t="305747" x="10177463" y="1693863"/>
          <p14:tracePt t="305758" x="10206038" y="1708150"/>
          <p14:tracePt t="305770" x="10253663" y="1728788"/>
          <p14:tracePt t="305781" x="10280650" y="1741488"/>
          <p14:tracePt t="305792" x="10307638" y="1741488"/>
          <p14:tracePt t="305803" x="10355263" y="1741488"/>
          <p14:tracePt t="305815" x="10396538" y="1741488"/>
          <p14:tracePt t="305826" x="10423525" y="1741488"/>
          <p14:tracePt t="305838" x="10463213" y="1741488"/>
          <p14:tracePt t="305848" x="10498138" y="1741488"/>
          <p14:tracePt t="305859" x="10525125" y="1708150"/>
          <p14:tracePt t="305871" x="10539413" y="1693863"/>
          <p14:tracePt t="305882" x="10552113" y="1652588"/>
          <p14:tracePt t="305893" x="10566400" y="1625600"/>
          <p14:tracePt t="305905" x="10566400" y="1577975"/>
          <p14:tracePt t="305916" x="10566400" y="1509713"/>
          <p14:tracePt t="305927" x="10552113" y="1449388"/>
          <p14:tracePt t="305938" x="10552113" y="1422400"/>
          <p14:tracePt t="305951" x="10539413" y="1408113"/>
          <p14:tracePt t="305964" x="10539413" y="1395413"/>
          <p14:tracePt t="305973" x="10525125" y="1395413"/>
          <p14:tracePt t="305984" x="10510838" y="1395413"/>
          <p14:tracePt t="305996" x="10498138" y="1395413"/>
          <p14:tracePt t="306006" x="10463213" y="1395413"/>
          <p14:tracePt t="306017" x="10436225" y="1408113"/>
          <p14:tracePt t="306030" x="10409238" y="1422400"/>
          <p14:tracePt t="306039" x="10367963" y="1449388"/>
          <p14:tracePt t="306050" x="10334625" y="1482725"/>
          <p14:tracePt t="306063" x="10307638" y="1497013"/>
          <p14:tracePt t="306073" x="10280650" y="1524000"/>
          <p14:tracePt t="306085" x="10280650" y="1550988"/>
          <p14:tracePt t="306096" x="10266363" y="1565275"/>
          <p14:tracePt t="306107" x="10266363" y="1598613"/>
          <p14:tracePt t="306118" x="10266363" y="1625600"/>
          <p14:tracePt t="306130" x="10293350" y="1639888"/>
          <p14:tracePt t="306140" x="10334625" y="1666875"/>
          <p14:tracePt t="306152" x="10382250" y="1681163"/>
          <p14:tracePt t="306164" x="10423525" y="1693863"/>
          <p14:tracePt t="306174" x="10450513" y="1693863"/>
          <p14:tracePt t="306186" x="10498138" y="1693863"/>
          <p14:tracePt t="306197" x="10525125" y="1693863"/>
          <p14:tracePt t="306208" x="10552113" y="1693863"/>
          <p14:tracePt t="306220" x="10566400" y="1681163"/>
          <p14:tracePt t="306231" x="10579100" y="1666875"/>
          <p14:tracePt t="306242" x="10593388" y="1652588"/>
          <p14:tracePt t="306254" x="10593388" y="1625600"/>
          <p14:tracePt t="306265" x="10593388" y="1598613"/>
          <p14:tracePt t="306276" x="10593388" y="1565275"/>
          <p14:tracePt t="306288" x="10579100" y="1538288"/>
          <p14:tracePt t="306299" x="10579100" y="1524000"/>
          <p14:tracePt t="306320" x="10566400" y="1509713"/>
          <p14:tracePt t="306343" x="10552113" y="1509713"/>
          <p14:tracePt t="306366" x="10539413" y="1509713"/>
          <p14:tracePt t="306378" x="10510838" y="1524000"/>
          <p14:tracePt t="306389" x="10463213" y="1538288"/>
          <p14:tracePt t="306401" x="10436225" y="1565275"/>
          <p14:tracePt t="306412" x="10409238" y="1577975"/>
          <p14:tracePt t="306423" x="10382250" y="1625600"/>
          <p14:tracePt t="306435" x="10367963" y="1639888"/>
          <p14:tracePt t="306446" x="10367963" y="1666875"/>
          <p14:tracePt t="306456" x="10367963" y="1693863"/>
          <p14:tracePt t="306467" x="10382250" y="1708150"/>
          <p14:tracePt t="306479" x="10409238" y="1728788"/>
          <p14:tracePt t="306489" x="10450513" y="1741488"/>
          <p14:tracePt t="306501" x="10510838" y="1755775"/>
          <p14:tracePt t="306513" x="10552113" y="1755775"/>
          <p14:tracePt t="306523" x="10614025" y="1755775"/>
          <p14:tracePt t="306535" x="10668000" y="1755775"/>
          <p14:tracePt t="306546" x="10694988" y="1755775"/>
          <p14:tracePt t="306557" x="10742613" y="1741488"/>
          <p14:tracePt t="306569" x="10756900" y="1728788"/>
          <p14:tracePt t="306580" x="10769600" y="1708150"/>
          <p14:tracePt t="306590" x="10769600" y="1693863"/>
          <p14:tracePt t="306602" x="10769600" y="1666875"/>
          <p14:tracePt t="306613" x="10756900" y="1639888"/>
          <p14:tracePt t="306624" x="10721975" y="1612900"/>
          <p14:tracePt t="306636" x="10694988" y="1565275"/>
          <p14:tracePt t="306669" x="10653713" y="1524000"/>
          <p14:tracePt t="306673" x="10626725" y="1509713"/>
          <p14:tracePt t="306682" x="10579100" y="1497013"/>
          <p14:tracePt t="306683" x="10552113" y="1482725"/>
          <p14:tracePt t="306693" x="10539413" y="1482725"/>
          <p14:tracePt t="306704" x="10510838" y="1497013"/>
          <p14:tracePt t="306716" x="10498138" y="1497013"/>
          <p14:tracePt t="306726" x="10463213" y="1509713"/>
          <p14:tracePt t="306738" x="10450513" y="1538288"/>
          <p14:tracePt t="306749" x="10423525" y="1565275"/>
          <p14:tracePt t="306760" x="10396538" y="1612900"/>
          <p14:tracePt t="306772" x="10382250" y="1639888"/>
          <p14:tracePt t="306783" x="10367963" y="1666875"/>
          <p14:tracePt t="306793" x="10367963" y="1693863"/>
          <p14:tracePt t="306805" x="10367963" y="1708150"/>
          <p14:tracePt t="306816" x="10367963" y="1741488"/>
          <p14:tracePt t="306827" x="10396538" y="1755775"/>
          <p14:tracePt t="306838" x="10423525" y="1755775"/>
          <p14:tracePt t="306849" x="10450513" y="1755775"/>
          <p14:tracePt t="306860" x="10483850" y="1755775"/>
          <p14:tracePt t="306872" x="10525125" y="1755775"/>
          <p14:tracePt t="306883" x="10552113" y="1755775"/>
          <p14:tracePt t="306895" x="10593388" y="1741488"/>
          <p14:tracePt t="306906" x="10626725" y="1728788"/>
          <p14:tracePt t="306917" x="10641013" y="1708150"/>
          <p14:tracePt t="306930" x="10653713" y="1666875"/>
          <p14:tracePt t="306939" x="10641013" y="1639888"/>
          <p14:tracePt t="306951" x="10626725" y="1598613"/>
          <p14:tracePt t="306963" x="10614025" y="1565275"/>
          <p14:tracePt t="306973" x="10593388" y="1538288"/>
          <p14:tracePt t="306984" x="10566400" y="1509713"/>
          <p14:tracePt t="306996" x="10539413" y="1497013"/>
          <p14:tracePt t="307007" x="10498138" y="1482725"/>
          <p14:tracePt t="307018" x="10463213" y="1482725"/>
          <p14:tracePt t="307030" x="10436225" y="1482725"/>
          <p14:tracePt t="307041" x="10409238" y="1497013"/>
          <p14:tracePt t="307052" x="10396538" y="1497013"/>
          <p14:tracePt t="307064" x="10367963" y="1524000"/>
          <p14:tracePt t="307074" x="10367963" y="1538288"/>
          <p14:tracePt t="307086" x="10355263" y="1565275"/>
          <p14:tracePt t="307097" x="10334625" y="1598613"/>
          <p14:tracePt t="307108" x="10334625" y="1625600"/>
          <p14:tracePt t="307119" x="10334625" y="1652588"/>
          <p14:tracePt t="307131" x="10334625" y="1681163"/>
          <p14:tracePt t="307142" x="10334625" y="1693863"/>
          <p14:tracePt t="307153" x="10355263" y="1708150"/>
          <p14:tracePt t="307165" x="10367963" y="1728788"/>
          <p14:tracePt t="307187" x="10382250" y="1728788"/>
          <p14:tracePt t="307199" x="10396538" y="1728788"/>
          <p14:tracePt t="307209" x="10409238" y="1728788"/>
          <p14:tracePt t="307221" x="10423525" y="1728788"/>
          <p14:tracePt t="307232" x="10436225" y="1728788"/>
          <p14:tracePt t="307254" x="10450513" y="1728788"/>
          <p14:tracePt t="307266" x="10463213" y="1708150"/>
          <p14:tracePt t="307277" x="10483850" y="1693863"/>
          <p14:tracePt t="307288" x="10498138" y="1681163"/>
          <p14:tracePt t="307300" x="10510838" y="1666875"/>
          <p14:tracePt t="307312" x="10510838" y="1639888"/>
          <p14:tracePt t="307322" x="10498138" y="1625600"/>
          <p14:tracePt t="307333" x="10483850" y="1612900"/>
          <p14:tracePt t="307346" x="10483850" y="1577975"/>
          <p14:tracePt t="307356" x="10450513" y="1565275"/>
          <p14:tracePt t="307367" x="10436225" y="1565275"/>
          <p14:tracePt t="307412" x="10423525" y="1565275"/>
          <p14:tracePt t="307423" x="10396538" y="1598613"/>
          <p14:tracePt t="307435" x="10355263" y="1639888"/>
          <p14:tracePt t="307446" x="10334625" y="1666875"/>
          <p14:tracePt t="307457" x="10334625" y="1708150"/>
          <p14:tracePt t="307469" x="10320338" y="1728788"/>
          <p14:tracePt t="307480" x="10320338" y="1741488"/>
          <p14:tracePt t="307491" x="10320338" y="1755775"/>
          <p14:tracePt t="307502" x="10320338" y="1768475"/>
          <p14:tracePt t="307514" x="10334625" y="1768475"/>
          <p14:tracePt t="307524" x="10355263" y="1768475"/>
          <p14:tracePt t="307536" x="10382250" y="1768475"/>
          <p14:tracePt t="307547" x="10409238" y="1768475"/>
          <p14:tracePt t="307558" x="10436225" y="1768475"/>
          <p14:tracePt t="307570" x="10463213" y="1755775"/>
          <p14:tracePt t="307581" x="10483850" y="1755775"/>
          <p14:tracePt t="307592" x="10498138" y="1741488"/>
          <p14:tracePt t="307603" x="10510838" y="1728788"/>
          <p14:tracePt t="307615" x="10510838" y="1693863"/>
          <p14:tracePt t="307626" x="10510838" y="1666875"/>
          <p14:tracePt t="307637" x="10498138" y="1652588"/>
          <p14:tracePt t="307649" x="10483850" y="1639888"/>
          <p14:tracePt t="307659" x="10463213" y="1612900"/>
          <p14:tracePt t="307671" x="10450513" y="1598613"/>
          <p14:tracePt t="307682" x="10423525" y="1577975"/>
          <p14:tracePt t="307693" x="10396538" y="1577975"/>
          <p14:tracePt t="307716" x="10367963" y="1577975"/>
          <p14:tracePt t="307717" x="10334625" y="1577975"/>
          <p14:tracePt t="307727" x="10307638" y="1577975"/>
          <p14:tracePt t="307738" x="10293350" y="1612900"/>
          <p14:tracePt t="307750" x="10280650" y="1625600"/>
          <p14:tracePt t="307762" x="10266363" y="1652588"/>
          <p14:tracePt t="307773" x="10253663" y="1681163"/>
          <p14:tracePt t="307785" x="10253663" y="1693863"/>
          <p14:tracePt t="307795" x="10253663" y="1728788"/>
          <p14:tracePt t="307806" x="10266363" y="1741488"/>
          <p14:tracePt t="307818" x="10280650" y="1755775"/>
          <p14:tracePt t="307830" x="10293350" y="1768475"/>
          <p14:tracePt t="307840" x="10320338" y="1782763"/>
          <p14:tracePt t="307851" x="10334625" y="1782763"/>
          <p14:tracePt t="307863" x="10367963" y="1782763"/>
          <p14:tracePt t="307873" x="10396538" y="1782763"/>
          <p14:tracePt t="307885" x="10436225" y="1782763"/>
          <p14:tracePt t="307896" x="10463213" y="1782763"/>
          <p14:tracePt t="307907" x="10498138" y="1768475"/>
          <p14:tracePt t="307919" x="10510838" y="1755775"/>
          <p14:tracePt t="307930" x="10525125" y="1741488"/>
          <p14:tracePt t="307941" x="10539413" y="1728788"/>
          <p14:tracePt t="307953" x="10552113" y="1708150"/>
          <p14:tracePt t="307964" x="10566400" y="1681163"/>
          <p14:tracePt t="307975" x="10552113" y="1666875"/>
          <p14:tracePt t="307987" x="10552113" y="1652588"/>
          <p14:tracePt t="307997" x="10539413" y="1625600"/>
          <p14:tracePt t="308008" x="10525125" y="1612900"/>
          <p14:tracePt t="308020" x="10510838" y="1577975"/>
          <p14:tracePt t="308042" x="10498138" y="1565275"/>
          <p14:tracePt t="308043" x="10483850" y="1550988"/>
          <p14:tracePt t="308053" x="10463213" y="1550988"/>
          <p14:tracePt t="308065" x="10450513" y="1550988"/>
          <p14:tracePt t="308075" x="10436225" y="1550988"/>
          <p14:tracePt t="308109" x="10423525" y="1550988"/>
          <p14:tracePt t="308132" x="10409238" y="1565275"/>
          <p14:tracePt t="308143" x="10396538" y="1565275"/>
          <p14:tracePt t="308155" x="10396538" y="1577975"/>
          <p14:tracePt t="308166" x="10382250" y="1598613"/>
          <p14:tracePt t="308177" x="10382250" y="1612900"/>
          <p14:tracePt t="308189" x="10382250" y="1625600"/>
          <p14:tracePt t="308200" x="10367963" y="1625600"/>
          <p14:tracePt t="308212" x="10367963" y="1639888"/>
          <p14:tracePt t="308223" x="10367963" y="1652588"/>
          <p14:tracePt t="308245" x="10367963" y="1666875"/>
          <p14:tracePt t="308256" x="10367963" y="1681163"/>
          <p14:tracePt t="308267" x="10382250" y="1681163"/>
          <p14:tracePt t="308290" x="10382250" y="1693863"/>
          <p14:tracePt t="308312" x="10396538" y="1693863"/>
          <p14:tracePt t="308334" x="10409238" y="1693863"/>
          <p14:tracePt t="308368" x="10423525" y="1693863"/>
          <p14:tracePt t="308525" x="10436225" y="1693863"/>
          <p14:tracePt t="308559" x="10450513" y="1693863"/>
          <p14:tracePt t="308604" x="10463213" y="1693863"/>
          <p14:tracePt t="308840" x="10483850" y="1681163"/>
          <p14:tracePt t="308863" x="10498138" y="1681163"/>
          <p14:tracePt t="308874" x="10498138" y="1666875"/>
          <p14:tracePt t="308896" x="10510838" y="1652588"/>
          <p14:tracePt t="308919" x="10510838" y="1639888"/>
          <p14:tracePt t="308975" x="10510838" y="1625600"/>
          <p14:tracePt t="309020" x="10510838" y="1612900"/>
          <p14:tracePt t="309099" x="10498138" y="1598613"/>
          <p14:tracePt t="309144" x="10483850" y="1577975"/>
          <p14:tracePt t="309156" x="10463213" y="1565275"/>
          <p14:tracePt t="309167" x="10450513" y="1550988"/>
          <p14:tracePt t="309190" x="10436225" y="1538288"/>
          <p14:tracePt t="309203" x="10423525" y="1538288"/>
          <p14:tracePt t="309212" x="10409238" y="1524000"/>
          <p14:tracePt t="309223" x="10396538" y="1524000"/>
          <p14:tracePt t="309237" x="10382250" y="1524000"/>
          <p14:tracePt t="309247" x="10367963" y="1524000"/>
          <p14:tracePt t="309268" x="10355263" y="1524000"/>
          <p14:tracePt t="309280" x="10334625" y="1524000"/>
          <p14:tracePt t="309291" x="10320338" y="1538288"/>
          <p14:tracePt t="309303" x="10307638" y="1550988"/>
          <p14:tracePt t="309314" x="10280650" y="1577975"/>
          <p14:tracePt t="309326" x="10266363" y="1612900"/>
          <p14:tracePt t="309337" x="10253663" y="1625600"/>
          <p14:tracePt t="309348" x="10239375" y="1652588"/>
          <p14:tracePt t="309360" x="10239375" y="1666875"/>
          <p14:tracePt t="309371" x="10239375" y="1693863"/>
          <p14:tracePt t="309381" x="10239375" y="1728788"/>
          <p14:tracePt t="309393" x="10239375" y="1741488"/>
          <p14:tracePt t="309404" x="10253663" y="1755775"/>
          <p14:tracePt t="309415" x="10266363" y="1768475"/>
          <p14:tracePt t="309427" x="10293350" y="1782763"/>
          <p14:tracePt t="309438" x="10307638" y="1782763"/>
          <p14:tracePt t="309448" x="10355263" y="1795463"/>
          <p14:tracePt t="309460" x="10382250" y="1795463"/>
          <p14:tracePt t="309471" x="10409238" y="1795463"/>
          <p14:tracePt t="309483" x="10450513" y="1795463"/>
          <p14:tracePt t="309494" x="10483850" y="1782763"/>
          <p14:tracePt t="309505" x="10510838" y="1768475"/>
          <p14:tracePt t="309516" x="10510838" y="1755775"/>
          <p14:tracePt t="309528" x="10510838" y="1741488"/>
          <p14:tracePt t="309538" x="10510838" y="1708150"/>
          <p14:tracePt t="309549" x="10510838" y="1681163"/>
          <p14:tracePt t="309561" x="10510838" y="1652588"/>
          <p14:tracePt t="309573" x="10498138" y="1612900"/>
          <p14:tracePt t="309583" x="10498138" y="1577975"/>
          <p14:tracePt t="309595" x="10483850" y="1550988"/>
          <p14:tracePt t="309606" x="10463213" y="1538288"/>
          <p14:tracePt t="309617" x="10450513" y="1524000"/>
          <p14:tracePt t="309639" x="10436225" y="1524000"/>
          <p14:tracePt t="309651" x="10423525" y="1524000"/>
          <p14:tracePt t="309662" x="10409238" y="1524000"/>
          <p14:tracePt t="309695" x="10396538" y="1524000"/>
          <p14:tracePt t="309707" x="10382250" y="1538288"/>
          <p14:tracePt t="309718" x="10367963" y="1550988"/>
          <p14:tracePt t="309730" x="10367963" y="1565275"/>
          <p14:tracePt t="309741" x="10367963" y="1577975"/>
          <p14:tracePt t="309753" x="10355263" y="1598613"/>
          <p14:tracePt t="309763" x="10355263" y="1612900"/>
          <p14:tracePt t="309775" x="10355263" y="1625600"/>
          <p14:tracePt t="309787" x="10334625" y="1639888"/>
          <p14:tracePt t="309820" x="10334625" y="1652588"/>
          <p14:tracePt t="309831" x="10334625" y="1666875"/>
          <p14:tracePt t="309831" x="10334625" y="1681163"/>
          <p14:tracePt t="309843" x="10355263" y="1681163"/>
          <p14:tracePt t="309854" x="10355263" y="1693863"/>
          <p14:tracePt t="309864" x="10382250" y="1693863"/>
          <p14:tracePt t="309876" x="10423525" y="1693863"/>
          <p14:tracePt t="309887" x="10436225" y="1693863"/>
          <p14:tracePt t="309898" x="10483850" y="1693863"/>
          <p14:tracePt t="309910" x="10510838" y="1693863"/>
          <p14:tracePt t="309921" x="10539413" y="1693863"/>
          <p14:tracePt t="309932" x="10566400" y="1681163"/>
          <p14:tracePt t="309944" x="10566400" y="1652588"/>
          <p14:tracePt t="309955" x="10579100" y="1639888"/>
          <p14:tracePt t="309965" x="10566400" y="1612900"/>
          <p14:tracePt t="309978" x="10566400" y="1565275"/>
          <p14:tracePt t="309989" x="10566400" y="1538288"/>
          <p14:tracePt t="309999" x="10552113" y="1524000"/>
          <p14:tracePt t="310012" x="10552113" y="1509713"/>
          <p14:tracePt t="310023" x="10539413" y="1509713"/>
          <p14:tracePt t="310033" x="10525125" y="1497013"/>
          <p14:tracePt t="310056" x="10510838" y="1497013"/>
          <p14:tracePt t="310067" x="10498138" y="1497013"/>
          <p14:tracePt t="310078" x="10483850" y="1497013"/>
          <p14:tracePt t="310090" x="10463213" y="1497013"/>
          <p14:tracePt t="310101" x="10436225" y="1509713"/>
          <p14:tracePt t="310113" x="10423525" y="1509713"/>
          <p14:tracePt t="310123" x="10396538" y="1538288"/>
          <p14:tracePt t="310134" x="10382250" y="1565275"/>
          <p14:tracePt t="310147" x="10355263" y="1577975"/>
          <p14:tracePt t="310158" x="10334625" y="1612900"/>
          <p14:tracePt t="310169" x="10334625" y="1639888"/>
          <p14:tracePt t="310179" x="10334625" y="1666875"/>
          <p14:tracePt t="310191" x="10334625" y="1681163"/>
          <p14:tracePt t="310203" x="10334625" y="1693863"/>
          <p14:tracePt t="310213" x="10355263" y="1708150"/>
          <p14:tracePt t="310225" x="10382250" y="1728788"/>
          <p14:tracePt t="310236" x="10409238" y="1728788"/>
          <p14:tracePt t="310247" x="10436225" y="1741488"/>
          <p14:tracePt t="310258" x="10463213" y="1741488"/>
          <p14:tracePt t="310271" x="10498138" y="1741488"/>
          <p14:tracePt t="310281" x="10525125" y="1741488"/>
          <p14:tracePt t="310292" x="10552113" y="1741488"/>
          <p14:tracePt t="310304" x="10566400" y="1728788"/>
          <p14:tracePt t="310314" x="10579100" y="1708150"/>
          <p14:tracePt t="310326" x="10593388" y="1693863"/>
          <p14:tracePt t="310337" x="10593388" y="1681163"/>
          <p14:tracePt t="310348" x="10579100" y="1652588"/>
          <p14:tracePt t="310360" x="10566400" y="1625600"/>
          <p14:tracePt t="310371" x="10566400" y="1598613"/>
          <p14:tracePt t="310382" x="10539413" y="1565275"/>
          <p14:tracePt t="310394" x="10525125" y="1550988"/>
          <p14:tracePt t="310405" x="10510838" y="1524000"/>
          <p14:tracePt t="310427" x="10483850" y="1524000"/>
          <p14:tracePt t="310438" x="10463213" y="1509713"/>
          <p14:tracePt t="310449" x="10450513" y="1509713"/>
          <p14:tracePt t="310461" x="10436225" y="1524000"/>
          <p14:tracePt t="310472" x="10423525" y="1524000"/>
          <p14:tracePt t="310483" x="10409238" y="1538288"/>
          <p14:tracePt t="310495" x="10396538" y="1565275"/>
          <p14:tracePt t="310507" x="10367963" y="1598613"/>
          <p14:tracePt t="310517" x="10355263" y="1639888"/>
          <p14:tracePt t="310529" x="10355263" y="1652588"/>
          <p14:tracePt t="310540" x="10334625" y="1681163"/>
          <p14:tracePt t="310551" x="10334625" y="1693863"/>
          <p14:tracePt t="310562" x="10320338" y="1708150"/>
          <p14:tracePt t="310584" x="10334625" y="1728788"/>
          <p14:tracePt t="310607" x="10367963" y="1728788"/>
          <p14:tracePt t="310618" x="10409238" y="1728788"/>
          <p14:tracePt t="310629" x="10450513" y="1728788"/>
          <p14:tracePt t="310641" x="10483850" y="1708150"/>
          <p14:tracePt t="310653" x="10498138" y="1708150"/>
          <p14:tracePt t="310663" x="10525125" y="1693863"/>
          <p14:tracePt t="310675" x="10539413" y="1681163"/>
          <p14:tracePt t="310687" x="10552113" y="1652588"/>
          <p14:tracePt t="310697" x="10566400" y="1639888"/>
          <p14:tracePt t="310709" x="10566400" y="1612900"/>
          <p14:tracePt t="310721" x="10566400" y="1577975"/>
          <p14:tracePt t="310730" x="10566400" y="1550988"/>
          <p14:tracePt t="310742" x="10552113" y="1524000"/>
          <p14:tracePt t="310754" x="10552113" y="1509713"/>
          <p14:tracePt t="310765" x="10539413" y="1497013"/>
          <p14:tracePt t="310777" x="10525125" y="1482725"/>
          <p14:tracePt t="310798" x="10498138" y="1482725"/>
          <p14:tracePt t="310810" x="10483850" y="1482725"/>
          <p14:tracePt t="310821" x="10463213" y="1482725"/>
          <p14:tracePt t="310832" x="10436225" y="1497013"/>
          <p14:tracePt t="310866" x="10409238" y="1538288"/>
          <p14:tracePt t="310870" x="10382250" y="1565275"/>
          <p14:tracePt t="310879" x="10355263" y="1639888"/>
          <p14:tracePt t="310889" x="10355263" y="1666875"/>
          <p14:tracePt t="310900" x="10355263" y="1681163"/>
          <p14:tracePt t="310913" x="10355263" y="1693863"/>
          <p14:tracePt t="310923" x="10355263" y="1708150"/>
          <p14:tracePt t="310933" x="10367963" y="1728788"/>
          <p14:tracePt t="310945" x="10396538" y="1728788"/>
          <p14:tracePt t="310956" x="10436225" y="1741488"/>
          <p14:tracePt t="310967" x="10483850" y="1741488"/>
          <p14:tracePt t="310978" x="10525125" y="1741488"/>
          <p14:tracePt t="310989" x="10552113" y="1741488"/>
          <p14:tracePt t="311001" x="10593388" y="1741488"/>
          <p14:tracePt t="311012" x="10626725" y="1728788"/>
          <p14:tracePt t="311024" x="10641013" y="1728788"/>
          <p14:tracePt t="311035" x="10641013" y="1708150"/>
          <p14:tracePt t="311046" x="10641013" y="1693863"/>
          <p14:tracePt t="311057" x="10641013" y="1666875"/>
          <p14:tracePt t="311068" x="10641013" y="1639888"/>
          <p14:tracePt t="311080" x="10626725" y="1625600"/>
          <p14:tracePt t="311091" x="10626725" y="1612900"/>
          <p14:tracePt t="311103" x="10593388" y="1598613"/>
          <p14:tracePt t="311113" x="10566400" y="1577975"/>
          <p14:tracePt t="311125" x="10539413" y="1565275"/>
          <p14:tracePt t="311137" x="10510838" y="1565275"/>
          <p14:tracePt t="311147" x="10463213" y="1565275"/>
          <p14:tracePt t="311158" x="10436225" y="1565275"/>
          <p14:tracePt t="311171" x="10423525" y="1577975"/>
          <p14:tracePt t="311180" x="10396538" y="1598613"/>
          <p14:tracePt t="311193" x="10382250" y="1612900"/>
          <p14:tracePt t="311204" x="10382250" y="1625600"/>
          <p14:tracePt t="311214" x="10367963" y="1639888"/>
          <p14:tracePt t="311237" x="10367963" y="1652588"/>
          <p14:tracePt t="311551" x="10367963" y="1666875"/>
          <p14:tracePt t="311575" x="10382250" y="1666875"/>
          <p14:tracePt t="311653" x="10396538" y="1666875"/>
          <p14:tracePt t="311799" x="10409238" y="1666875"/>
          <p14:tracePt t="311812" x="10409238" y="1681163"/>
          <p14:tracePt t="311823" x="10423525" y="1681163"/>
          <p14:tracePt t="311834" x="10436225" y="1681163"/>
          <p14:tracePt t="311845" x="10463213" y="1693863"/>
          <p14:tracePt t="311857" x="10510838" y="1708150"/>
          <p14:tracePt t="311868" x="10539413" y="1708150"/>
          <p14:tracePt t="311879" x="10566400" y="1708150"/>
          <p14:tracePt t="311912" x="10614025" y="1708150"/>
          <p14:tracePt t="311914" x="10626725" y="1708150"/>
          <p14:tracePt t="311925" x="10641013" y="1708150"/>
          <p14:tracePt t="311946" x="10653713" y="1708150"/>
          <p14:tracePt t="311958" x="10641013" y="1708150"/>
          <p14:tracePt t="311968" x="10626725" y="1708150"/>
          <p14:tracePt t="311980" x="10566400" y="1708150"/>
          <p14:tracePt t="311992" x="10510838" y="1708150"/>
          <p14:tracePt t="312002" x="10382250" y="1708150"/>
          <p14:tracePt t="312014" x="10239375" y="1728788"/>
          <p14:tracePt t="312026" x="10137775" y="1755775"/>
          <p14:tracePt t="312036" x="9994900" y="1782763"/>
          <p14:tracePt t="312048" x="9817100" y="1809750"/>
          <p14:tracePt t="312059" x="9721850" y="1824038"/>
          <p14:tracePt t="312069" x="9593263" y="1836738"/>
          <p14:tracePt t="312081" x="9477375" y="1871663"/>
          <p14:tracePt t="312092" x="9415463" y="1871663"/>
          <p14:tracePt t="312103" x="9402763" y="1871663"/>
          <p14:tracePt t="312115" x="9375775" y="1871663"/>
          <p14:tracePt t="312126" x="9375775" y="1884363"/>
          <p14:tracePt t="312137" x="9361488" y="1884363"/>
          <p14:tracePt t="312149" x="9348788" y="1884363"/>
          <p14:tracePt t="312160" x="9328150" y="1884363"/>
          <p14:tracePt t="312182" x="9313863" y="1884363"/>
          <p14:tracePt t="312362" x="9328150" y="1884363"/>
          <p14:tracePt t="312363" x="9361488" y="1884363"/>
          <p14:tracePt t="312374" x="9388475" y="1884363"/>
          <p14:tracePt t="312384" x="9444038" y="1898650"/>
          <p14:tracePt t="312397" x="9504363" y="1898650"/>
          <p14:tracePt t="312407" x="9593263" y="1898650"/>
          <p14:tracePt t="312418" x="9736138" y="1898650"/>
          <p14:tracePt t="312430" x="9852025" y="1884363"/>
          <p14:tracePt t="312441" x="9947275" y="1884363"/>
          <p14:tracePt t="312452" x="10075863" y="1884363"/>
          <p14:tracePt t="312464" x="10206038" y="1871663"/>
          <p14:tracePt t="312475" x="10293350" y="1871663"/>
          <p14:tracePt t="312486" x="10423525" y="1857375"/>
          <p14:tracePt t="312498" x="10552113" y="1857375"/>
          <p14:tracePt t="312508" x="10668000" y="1857375"/>
          <p14:tracePt t="312519" x="10756900" y="1857375"/>
          <p14:tracePt t="312532" x="10837863" y="1871663"/>
          <p14:tracePt t="312542" x="10926763" y="1871663"/>
          <p14:tracePt t="312554" x="10980738" y="1871663"/>
          <p14:tracePt t="312565" x="11042650" y="1871663"/>
          <p14:tracePt t="312576" x="11096625" y="1871663"/>
          <p14:tracePt t="312587" x="11129963" y="1871663"/>
          <p14:tracePt t="312598" x="11158538" y="1871663"/>
          <p14:tracePt t="312620" x="11171238" y="1871663"/>
          <p14:tracePt t="312710" x="11158538" y="1871663"/>
          <p14:tracePt t="312723" x="11144250" y="1871663"/>
          <p14:tracePt t="312734" x="11082338" y="1871663"/>
          <p14:tracePt t="312744" x="11015663" y="1871663"/>
          <p14:tracePt t="312756" x="10899775" y="1857375"/>
          <p14:tracePt t="312767" x="10721975" y="1871663"/>
          <p14:tracePt t="312779" x="10579100" y="1871663"/>
          <p14:tracePt t="312790" x="10396538" y="1871663"/>
          <p14:tracePt t="312802" x="10206038" y="1884363"/>
          <p14:tracePt t="312812" x="10063163" y="1898650"/>
          <p14:tracePt t="312823" x="9879013" y="1911350"/>
          <p14:tracePt t="312835" x="9736138" y="1911350"/>
          <p14:tracePt t="312846" x="9620250" y="1911350"/>
          <p14:tracePt t="312857" x="9558338" y="1911350"/>
          <p14:tracePt t="312870" x="9504363" y="1925638"/>
          <p14:tracePt t="312880" x="9444038" y="1925638"/>
          <p14:tracePt t="312892" x="9415463" y="1925638"/>
          <p14:tracePt t="312903" x="9388475" y="1925638"/>
          <p14:tracePt t="312913" x="9361488" y="1925638"/>
          <p14:tracePt t="312935" x="9348788" y="1925638"/>
          <p14:tracePt t="313082" x="9361488" y="1925638"/>
          <p14:tracePt t="313094" x="9375775" y="1925638"/>
          <p14:tracePt t="313105" x="9388475" y="1911350"/>
          <p14:tracePt t="313115" x="9402763" y="1911350"/>
          <p14:tracePt t="313127" x="9429750" y="1911350"/>
          <p14:tracePt t="313139" x="9456738" y="1911350"/>
          <p14:tracePt t="313149" x="9477375" y="1911350"/>
          <p14:tracePt t="313161" x="9504363" y="1911350"/>
          <p14:tracePt t="313173" x="9545638" y="1911350"/>
          <p14:tracePt t="313183" x="9572625" y="1911350"/>
          <p14:tracePt t="313194" x="9593263" y="1911350"/>
          <p14:tracePt t="313207" x="9620250" y="1911350"/>
          <p14:tracePt t="313217" x="9647238" y="1911350"/>
          <p14:tracePt t="313228" x="9674225" y="1911350"/>
          <p14:tracePt t="313240" x="9701213" y="1911350"/>
          <p14:tracePt t="313251" x="9736138" y="1911350"/>
          <p14:tracePt t="313262" x="9763125" y="1911350"/>
          <p14:tracePt t="313274" x="9804400" y="1911350"/>
          <p14:tracePt t="313284" x="9852025" y="1911350"/>
          <p14:tracePt t="313296" x="9906000" y="1911350"/>
          <p14:tracePt t="313307" x="9947275" y="1898650"/>
          <p14:tracePt t="313318" x="9994900" y="1898650"/>
          <p14:tracePt t="313330" x="10048875" y="1898650"/>
          <p14:tracePt t="313341" x="10090150" y="1884363"/>
          <p14:tracePt t="313352" x="10137775" y="1884363"/>
          <p14:tracePt t="313363" x="10177463" y="1871663"/>
          <p14:tracePt t="313375" x="10206038" y="1871663"/>
          <p14:tracePt t="313386" x="10239375" y="1871663"/>
          <p14:tracePt t="313397" x="10266363" y="1871663"/>
          <p14:tracePt t="313408" x="10293350" y="1871663"/>
          <p14:tracePt t="313419" x="10307638" y="1871663"/>
          <p14:tracePt t="313431" x="10320338" y="1871663"/>
          <p14:tracePt t="313442" x="10355263" y="1871663"/>
          <p14:tracePt t="313453" x="10367963" y="1871663"/>
          <p14:tracePt t="313465" x="10382250" y="1871663"/>
          <p14:tracePt t="313476" x="10409238" y="1871663"/>
          <p14:tracePt t="313487" x="10423525" y="1871663"/>
          <p14:tracePt t="313498" x="10436225" y="1871663"/>
          <p14:tracePt t="313509" x="10450513" y="1871663"/>
          <p14:tracePt t="313667" x="10463213" y="1871663"/>
          <p14:tracePt t="313690" x="10483850" y="1871663"/>
          <p14:tracePt t="313701" x="10510838" y="1871663"/>
          <p14:tracePt t="313713" x="10525125" y="1871663"/>
          <p14:tracePt t="313724" x="10552113" y="1871663"/>
          <p14:tracePt t="313746" x="10566400" y="1871663"/>
          <p14:tracePt t="313757" x="10579100" y="1871663"/>
          <p14:tracePt t="322296" x="10552113" y="1857375"/>
          <p14:tracePt t="322307" x="10539413" y="1836738"/>
          <p14:tracePt t="322318" x="10510838" y="1824038"/>
          <p14:tracePt t="322330" x="10498138" y="1809750"/>
          <p14:tracePt t="322352" x="10463213" y="1795463"/>
          <p14:tracePt t="322366" x="10450513" y="1795463"/>
          <p14:tracePt t="322375" x="10436225" y="1782763"/>
          <p14:tracePt t="322397" x="10409238" y="1782763"/>
          <p14:tracePt t="322408" x="10367963" y="1768475"/>
          <p14:tracePt t="322411" x="10320338" y="1755775"/>
          <p14:tracePt t="322420" x="10266363" y="1755775"/>
          <p14:tracePt t="322433" x="10191750" y="1755775"/>
          <p14:tracePt t="322443" x="10110788" y="1755775"/>
          <p14:tracePt t="322453" x="10021888" y="1741488"/>
          <p14:tracePt t="322466" x="9920288" y="1741488"/>
          <p14:tracePt t="322477" x="9817100" y="1741488"/>
          <p14:tracePt t="322487" x="9701213" y="1728788"/>
          <p14:tracePt t="322501" x="9605963" y="1708150"/>
          <p14:tracePt t="322510" x="9456738" y="1708150"/>
          <p14:tracePt t="322522" x="9286875" y="1693863"/>
          <p14:tracePt t="322534" x="9158288" y="1693863"/>
          <p14:tracePt t="322983" x="9185275" y="1693863"/>
          <p14:tracePt t="322994" x="9197975" y="1693863"/>
          <p14:tracePt t="323006" x="9232900" y="1693863"/>
          <p14:tracePt t="323017" x="9259888" y="1693863"/>
          <p14:tracePt t="323027" x="9272588" y="1693863"/>
          <p14:tracePt t="323038" x="9286875" y="1681163"/>
          <p14:tracePt t="323050" x="9301163" y="1681163"/>
          <p14:tracePt t="323072" x="9301163" y="1666875"/>
          <p14:tracePt t="323084" x="9313863" y="1666875"/>
          <p14:tracePt t="323094" x="9313863" y="1681163"/>
          <p14:tracePt t="323106" x="9328150" y="1681163"/>
          <p14:tracePt t="323118" x="9348788" y="1681163"/>
          <p14:tracePt t="323128" x="9348788" y="1693863"/>
          <p14:tracePt t="323184" x="9348788" y="1681163"/>
          <p14:tracePt t="323252" x="9348788" y="1666875"/>
          <p14:tracePt t="323274" x="9348788" y="1681163"/>
          <p14:tracePt t="323398" x="9361488" y="1681163"/>
          <p14:tracePt t="323421" x="9361488" y="1693863"/>
          <p14:tracePt t="323444" x="9361488" y="1708150"/>
          <p14:tracePt t="323544" x="9361488" y="1693863"/>
          <p14:tracePt t="323657" x="9361488" y="1708150"/>
          <p14:tracePt t="323702" x="9375775" y="1708150"/>
          <p14:tracePt t="323938" x="9375775" y="1728788"/>
          <p14:tracePt t="325007" x="9375775" y="1708150"/>
          <p14:tracePt t="331307" x="9375775" y="1728788"/>
          <p14:tracePt t="331318" x="9375775" y="1741488"/>
          <p14:tracePt t="331330" x="9375775" y="1755775"/>
          <p14:tracePt t="331353" x="9375775" y="1768475"/>
          <p14:tracePt t="331374" x="9375775" y="1782763"/>
          <p14:tracePt t="331397" x="9375775" y="1795463"/>
          <p14:tracePt t="331521" x="9361488" y="1795463"/>
          <p14:tracePt t="331566" x="9361488" y="1809750"/>
          <p14:tracePt t="331802" x="9361488" y="1824038"/>
          <p14:tracePt t="331914" x="9375775" y="1824038"/>
        </p14:tracePtLst>
      </p14:laserTraceLst>
    </p:ext>
  </p:extLs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3186" name="Rectangle 2"/>
          <p:cNvSpPr>
            <a:spLocks noChangeArrowheads="1" noGrp="1"/>
          </p:cNvSpPr>
          <p:nvPr>
            <p:ph type="title"/>
          </p:nvPr>
        </p:nvSpPr>
        <p:spPr/>
        <p:txBody>
          <a:bodyPr/>
          <a:lstStyle/>
          <a:p>
            <a:r>
              <a:rPr dirty="0" lang="en-US"/>
              <a:t>Efficient Operation Using the Public Key</a:t>
            </a:r>
            <a:endParaRPr dirty="0" lang="en-AU"/>
          </a:p>
        </p:txBody>
      </p:sp>
      <p:sp>
        <p:nvSpPr>
          <p:cNvPr id="93187" name="Rectangle 3"/>
          <p:cNvSpPr>
            <a:spLocks noChangeArrowheads="1" noGrp="1"/>
          </p:cNvSpPr>
          <p:nvPr>
            <p:ph idx="1"/>
          </p:nvPr>
        </p:nvSpPr>
        <p:spPr/>
        <p:txBody>
          <a:bodyPr/>
          <a:lstStyle/>
          <a:p>
            <a:r>
              <a:rPr dirty="0" lang="en-US"/>
              <a:t>Normally, we need a specific choice of </a:t>
            </a:r>
            <a:r>
              <a:rPr dirty="0" i="1" lang="en-US"/>
              <a:t>e for RSA</a:t>
            </a:r>
            <a:endParaRPr dirty="0" lang="en-US"/>
          </a:p>
          <a:p>
            <a:r>
              <a:rPr dirty="0" lang="en-US"/>
              <a:t>The most common choice is 65537 (2</a:t>
            </a:r>
            <a:r>
              <a:rPr baseline="30000" dirty="0" lang="en-US"/>
              <a:t>16</a:t>
            </a:r>
            <a:r>
              <a:rPr dirty="0" lang="en-US"/>
              <a:t> + 1)</a:t>
            </a:r>
          </a:p>
          <a:p>
            <a:pPr lvl="1"/>
            <a:r>
              <a:rPr dirty="0" lang="en-US"/>
              <a:t>Other two other popular choices are </a:t>
            </a:r>
            <a:r>
              <a:rPr dirty="0" i="1" lang="en-US"/>
              <a:t>e</a:t>
            </a:r>
            <a:r>
              <a:rPr dirty="0" lang="en-US"/>
              <a:t>=3 and </a:t>
            </a:r>
            <a:r>
              <a:rPr dirty="0" i="1" lang="en-US"/>
              <a:t>e</a:t>
            </a:r>
            <a:r>
              <a:rPr dirty="0" lang="en-US"/>
              <a:t>=17</a:t>
            </a:r>
          </a:p>
          <a:p>
            <a:pPr lvl="1"/>
            <a:r>
              <a:rPr dirty="0" lang="en-US"/>
              <a:t>The reason of these choices are:</a:t>
            </a:r>
          </a:p>
          <a:p>
            <a:pPr lvl="2"/>
            <a:r>
              <a:rPr dirty="0" lang="en-US"/>
              <a:t>Each of these choices has only two 1 bits, so the number of multiplications required to perform exponentiation is minimized</a:t>
            </a:r>
          </a:p>
          <a:p>
            <a:pPr lvl="1"/>
            <a:r>
              <a:rPr dirty="0" lang="en-US"/>
              <a:t>However, with a very small public key like </a:t>
            </a:r>
            <a:r>
              <a:rPr dirty="0" i="1" lang="en-US"/>
              <a:t>e </a:t>
            </a:r>
            <a:r>
              <a:rPr dirty="0" lang="en-US"/>
              <a:t>= 3, RSA becomes vulnerable to a simple attack</a:t>
            </a:r>
          </a:p>
        </p:txBody>
      </p:sp>
    </p:spTree>
    <p:custDataLst>
      <p:tags r:id="rId1"/>
    </p:custDataLst>
    <p:extLst>
      <p:ext uri="{BB962C8B-B14F-4D97-AF65-F5344CB8AC3E}">
        <p14:creationId xmlns:p14="http://schemas.microsoft.com/office/powerpoint/2010/main" val="1047513215"/>
      </p:ext>
    </p:extLst>
  </p:cSld>
  <p:clrMapOvr>
    <a:masterClrMapping/>
  </p:clrMapOvr>
  <mc:AlternateContent xmlns:mc="http://schemas.openxmlformats.org/markup-compatibility/2006" xmlns:p14="http://schemas.microsoft.com/office/powerpoint/2010/main">
    <mc:Choice Requires="p14">
      <p:transition advTm="127146" p14:dur="2000" spd="slow"/>
    </mc:Choice>
    <mc:Fallback>
      <p:transition advTm="127146" spd="slow"/>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93187">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93187">
                                            <p:txEl>
                                              <p:pRg end="1" st="1"/>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grpId="0" id="13" nodeType="clickEffect" presetClass="entr" presetID="1" presetSubtype="0">
                                  <p:stCondLst>
                                    <p:cond delay="0"/>
                                  </p:stCondLst>
                                  <p:childTnLst>
                                    <p:set>
                                      <p:cBhvr>
                                        <p:cTn dur="1" fill="hold" id="14">
                                          <p:stCondLst>
                                            <p:cond delay="0"/>
                                          </p:stCondLst>
                                        </p:cTn>
                                        <p:tgtEl>
                                          <p:spTgt spid="93187">
                                            <p:txEl>
                                              <p:pRg end="2" st="2"/>
                                            </p:txEl>
                                          </p:spTgt>
                                        </p:tgtEl>
                                        <p:attrNameLst>
                                          <p:attrName>style.visibility</p:attrName>
                                        </p:attrNameLst>
                                      </p:cBhvr>
                                      <p:to>
                                        <p:strVal val="visible"/>
                                      </p:to>
                                    </p:set>
                                  </p:childTnLst>
                                </p:cTn>
                              </p:par>
                            </p:childTnLst>
                          </p:cTn>
                        </p:par>
                      </p:childTnLst>
                    </p:cTn>
                  </p:par>
                  <p:par>
                    <p:cTn fill="hold" id="15">
                      <p:stCondLst>
                        <p:cond delay="indefinite"/>
                      </p:stCondLst>
                      <p:childTnLst>
                        <p:par>
                          <p:cTn fill="hold" id="16">
                            <p:stCondLst>
                              <p:cond delay="0"/>
                            </p:stCondLst>
                            <p:childTnLst>
                              <p:par>
                                <p:cTn fill="hold" grpId="0" id="17" nodeType="clickEffect" presetClass="entr" presetID="1" presetSubtype="0">
                                  <p:stCondLst>
                                    <p:cond delay="0"/>
                                  </p:stCondLst>
                                  <p:childTnLst>
                                    <p:set>
                                      <p:cBhvr>
                                        <p:cTn dur="1" fill="hold" id="18">
                                          <p:stCondLst>
                                            <p:cond delay="0"/>
                                          </p:stCondLst>
                                        </p:cTn>
                                        <p:tgtEl>
                                          <p:spTgt spid="93187">
                                            <p:txEl>
                                              <p:pRg end="3" st="3"/>
                                            </p:txEl>
                                          </p:spTgt>
                                        </p:tgtEl>
                                        <p:attrNameLst>
                                          <p:attrName>style.visibility</p:attrName>
                                        </p:attrNameLst>
                                      </p:cBhvr>
                                      <p:to>
                                        <p:strVal val="visible"/>
                                      </p:to>
                                    </p:set>
                                  </p:childTnLst>
                                </p:cTn>
                              </p:par>
                              <p:par>
                                <p:cTn fill="hold" grpId="0" id="19" nodeType="withEffect" presetClass="entr" presetID="1" presetSubtype="0">
                                  <p:stCondLst>
                                    <p:cond delay="0"/>
                                  </p:stCondLst>
                                  <p:childTnLst>
                                    <p:set>
                                      <p:cBhvr>
                                        <p:cTn dur="1" fill="hold" id="20">
                                          <p:stCondLst>
                                            <p:cond delay="0"/>
                                          </p:stCondLst>
                                        </p:cTn>
                                        <p:tgtEl>
                                          <p:spTgt spid="93187">
                                            <p:txEl>
                                              <p:pRg end="4" st="4"/>
                                            </p:txEl>
                                          </p:spTgt>
                                        </p:tgtEl>
                                        <p:attrNameLst>
                                          <p:attrName>style.visibility</p:attrName>
                                        </p:attrNameLst>
                                      </p:cBhvr>
                                      <p:to>
                                        <p:strVal val="visible"/>
                                      </p:to>
                                    </p:set>
                                  </p:childTnLst>
                                </p:cTn>
                              </p:par>
                            </p:childTnLst>
                          </p:cTn>
                        </p:par>
                      </p:childTnLst>
                    </p:cTn>
                  </p:par>
                  <p:par>
                    <p:cTn fill="hold" id="21">
                      <p:stCondLst>
                        <p:cond delay="indefinite"/>
                      </p:stCondLst>
                      <p:childTnLst>
                        <p:par>
                          <p:cTn fill="hold" id="22">
                            <p:stCondLst>
                              <p:cond delay="0"/>
                            </p:stCondLst>
                            <p:childTnLst>
                              <p:par>
                                <p:cTn fill="hold" grpId="0" id="23" nodeType="clickEffect" presetClass="entr" presetID="1" presetSubtype="0">
                                  <p:stCondLst>
                                    <p:cond delay="0"/>
                                  </p:stCondLst>
                                  <p:childTnLst>
                                    <p:set>
                                      <p:cBhvr>
                                        <p:cTn dur="1" fill="hold" id="24">
                                          <p:stCondLst>
                                            <p:cond delay="0"/>
                                          </p:stCondLst>
                                        </p:cTn>
                                        <p:tgtEl>
                                          <p:spTgt spid="93187">
                                            <p:txEl>
                                              <p:pRg end="5" st="5"/>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ldLvl="2" build="p" grpId="0" spid="93187"/>
    </p:bldLst>
  </p:timing>
  <p:extLst>
    <p:ext uri="{3A86A75C-4F4B-4683-9AE1-C65F6400EC91}">
      <p14:laserTraceLst xmlns:p14="http://schemas.microsoft.com/office/powerpoint/2010/main">
        <p14:tracePtLst>
          <p14:tracePt t="19250" x="9879013" y="414338"/>
          <p14:tracePt t="19251" x="9777413" y="401638"/>
          <p14:tracePt t="19263" x="9736138" y="401638"/>
          <p14:tracePt t="19273" x="9688513" y="401638"/>
          <p14:tracePt t="19284" x="9661525" y="414338"/>
          <p14:tracePt t="19297" x="9620250" y="461963"/>
          <p14:tracePt t="19307" x="9572625" y="530225"/>
          <p14:tracePt t="19318" x="9429750" y="720725"/>
          <p14:tracePt t="19331" x="9185275" y="1062038"/>
          <p14:tracePt t="19340" x="8974138" y="1354138"/>
          <p14:tracePt t="19352" x="8551863" y="1824038"/>
          <p14:tracePt t="19364" x="8253413" y="2128838"/>
          <p14:tracePt t="19374" x="7804150" y="2490788"/>
          <p14:tracePt t="19385" x="7566025" y="2673350"/>
          <p14:tracePt t="19397" x="7286625" y="2843213"/>
          <p14:tracePt t="19408" x="7102475" y="2959100"/>
          <p14:tracePt t="19419" x="7015163" y="3006725"/>
          <p14:tracePt t="19431" x="6946900" y="3062288"/>
          <p14:tracePt t="19442" x="6911975" y="3074988"/>
          <p14:tracePt t="19453" x="6872288" y="3101975"/>
          <p14:tracePt t="19464" x="6858000" y="3101975"/>
          <p14:tracePt t="19475" x="6843713" y="3122613"/>
          <p14:tracePt t="19509" x="6831013" y="3122613"/>
          <p14:tracePt t="19542" x="6831013" y="3136900"/>
          <p14:tracePt t="19554" x="6816725" y="3136900"/>
          <p14:tracePt t="19565" x="6783388" y="3136900"/>
          <p14:tracePt t="19576" x="6742113" y="3163888"/>
          <p14:tracePt t="19599" x="6640513" y="3190875"/>
          <p14:tracePt t="19603" x="6524625" y="3252788"/>
          <p14:tracePt t="19616" x="6456363" y="3292475"/>
          <p14:tracePt t="19624" x="6354763" y="3348038"/>
          <p14:tracePt t="19634" x="6253163" y="3408363"/>
          <p14:tracePt t="19644" x="6122988" y="3476625"/>
          <p14:tracePt t="19655" x="6021388" y="3524250"/>
          <p14:tracePt t="19667" x="5878513" y="3592513"/>
          <p14:tracePt t="19678" x="5721350" y="3652838"/>
          <p14:tracePt t="19689" x="5619750" y="3667125"/>
          <p14:tracePt t="20150" x="5619750" y="3681413"/>
          <p14:tracePt t="20163" x="5634038" y="3681413"/>
          <p14:tracePt t="20184" x="5646738" y="3681413"/>
          <p14:tracePt t="20196" x="5667375" y="3681413"/>
          <p14:tracePt t="20206" x="5694363" y="3694113"/>
          <p14:tracePt t="20218" x="5735638" y="3694113"/>
          <p14:tracePt t="20230" x="5783263" y="3694113"/>
          <p14:tracePt t="20240" x="5851525" y="3721100"/>
          <p14:tracePt t="20251" x="5926138" y="3735388"/>
          <p14:tracePt t="20264" x="5994400" y="3756025"/>
          <p14:tracePt t="20274" x="6042025" y="3768725"/>
          <p14:tracePt t="20285" x="6110288" y="3783013"/>
          <p14:tracePt t="20297" x="6170613" y="3795713"/>
          <p14:tracePt t="20308" x="6211888" y="3810000"/>
          <p14:tracePt t="20319" x="6253163" y="3836988"/>
          <p14:tracePt t="20331" x="6300788" y="3851275"/>
          <p14:tracePt t="20341" x="6340475" y="3863975"/>
          <p14:tracePt t="20353" x="6354763" y="3884613"/>
          <p14:tracePt t="20365" x="6367463" y="3884613"/>
          <p14:tracePt t="20442" x="6354763" y="3884613"/>
          <p14:tracePt t="20454" x="6340475" y="3884613"/>
          <p14:tracePt t="20465" x="6313488" y="3884613"/>
          <p14:tracePt t="20476" x="6300788" y="3884613"/>
          <p14:tracePt t="20488" x="6280150" y="3884613"/>
          <p14:tracePt t="20510" x="6265863" y="3884613"/>
          <p14:tracePt t="20533" x="6280150" y="3884613"/>
          <p14:tracePt t="20544" x="6300788" y="3898900"/>
          <p14:tracePt t="20555" x="6340475" y="3898900"/>
          <p14:tracePt t="20567" x="6429375" y="3911600"/>
          <p14:tracePt t="20579" x="6483350" y="3925888"/>
          <p14:tracePt t="20590" x="6572250" y="3925888"/>
          <p14:tracePt t="20600" x="6640513" y="3938588"/>
          <p14:tracePt t="20613" x="6700838" y="3938588"/>
          <p14:tracePt t="20623" x="6729413" y="3938588"/>
          <p14:tracePt t="20634" x="6742113" y="3938588"/>
          <p14:tracePt t="20656" x="6756400" y="3938588"/>
          <p14:tracePt t="20681" x="6742113" y="3952875"/>
          <p14:tracePt t="20691" x="6715125" y="3952875"/>
          <p14:tracePt t="20904" x="6729413" y="3938588"/>
          <p14:tracePt t="20916" x="6769100" y="3938588"/>
          <p14:tracePt t="20926" x="6783388" y="3938588"/>
          <p14:tracePt t="20938" x="6843713" y="3938588"/>
          <p14:tracePt t="20949" x="6899275" y="3938588"/>
          <p14:tracePt t="20960" x="6932613" y="3938588"/>
          <p14:tracePt t="20973" x="6986588" y="3938588"/>
          <p14:tracePt t="20984" x="7042150" y="3938588"/>
          <p14:tracePt t="20994" x="7102475" y="3938588"/>
          <p14:tracePt t="21007" x="7158038" y="3938588"/>
          <p14:tracePt t="21018" x="7218363" y="3938588"/>
          <p14:tracePt t="21029" x="7259638" y="3938588"/>
          <p14:tracePt t="21039" x="7286625" y="3938588"/>
          <p14:tracePt t="21051" x="7307263" y="3938588"/>
          <p14:tracePt t="21106" x="7286625" y="3925888"/>
          <p14:tracePt t="21118" x="7259638" y="3925888"/>
          <p14:tracePt t="21130" x="7205663" y="3911600"/>
          <p14:tracePt t="21141" x="7129463" y="3898900"/>
          <p14:tracePt t="21153" x="7089775" y="3898900"/>
          <p14:tracePt t="21164" x="7015163" y="3884613"/>
          <p14:tracePt t="21174" x="6973888" y="3884613"/>
          <p14:tracePt t="21186" x="6932613" y="3884613"/>
          <p14:tracePt t="21197" x="6899275" y="3884613"/>
          <p14:tracePt t="21208" x="6872288" y="3863975"/>
          <p14:tracePt t="21220" x="6858000" y="3863975"/>
          <p14:tracePt t="21231" x="6843713" y="3863975"/>
          <p14:tracePt t="21264" x="6858000" y="3863975"/>
          <p14:tracePt t="21286" x="6872288" y="3863975"/>
          <p14:tracePt t="21298" x="6899275" y="3863975"/>
          <p14:tracePt t="21309" x="6932613" y="3863975"/>
          <p14:tracePt t="21321" x="6986588" y="3884613"/>
          <p14:tracePt t="21333" x="7042150" y="3884613"/>
          <p14:tracePt t="21343" x="7075488" y="3884613"/>
          <p14:tracePt t="21355" x="7116763" y="3884613"/>
          <p14:tracePt t="21365" x="7143750" y="3884613"/>
          <p14:tracePt t="21376" x="7158038" y="3884613"/>
          <p14:tracePt t="21421" x="7129463" y="3884613"/>
          <p14:tracePt t="21432" x="7089775" y="3884613"/>
          <p14:tracePt t="21444" x="7015163" y="3884613"/>
          <p14:tracePt t="21456" x="6946900" y="3863975"/>
          <p14:tracePt t="21467" x="6884988" y="3863975"/>
          <p14:tracePt t="21480" x="6831013" y="3863975"/>
          <p14:tracePt t="21489" x="6756400" y="3863975"/>
          <p14:tracePt t="21500" x="6729413" y="3863975"/>
          <p14:tracePt t="21512" x="6700838" y="3851275"/>
          <p14:tracePt t="21524" x="6688138" y="3851275"/>
          <p14:tracePt t="21567" x="6700838" y="3851275"/>
          <p14:tracePt t="21580" x="6715125" y="3851275"/>
          <p14:tracePt t="21591" x="6742113" y="3851275"/>
          <p14:tracePt t="21603" x="6783388" y="3851275"/>
          <p14:tracePt t="21614" x="6831013" y="3863975"/>
          <p14:tracePt t="21625" x="6884988" y="3863975"/>
          <p14:tracePt t="21636" x="6959600" y="3863975"/>
          <p14:tracePt t="21648" x="7015163" y="3863975"/>
          <p14:tracePt t="21658" x="7062788" y="3884613"/>
          <p14:tracePt t="21670" x="7089775" y="3884613"/>
          <p14:tracePt t="21725" x="7062788" y="3884613"/>
          <p14:tracePt t="21737" x="7027863" y="3884613"/>
          <p14:tracePt t="21748" x="6986588" y="3863975"/>
          <p14:tracePt t="21759" x="6946900" y="3863975"/>
          <p14:tracePt t="21771" x="6911975" y="3863975"/>
          <p14:tracePt t="21782" x="6884988" y="3863975"/>
          <p14:tracePt t="21793" x="6872288" y="3863975"/>
          <p14:tracePt t="21805" x="6858000" y="3863975"/>
          <p14:tracePt t="21837" x="6872288" y="3863975"/>
          <p14:tracePt t="21860" x="6911975" y="3863975"/>
          <p14:tracePt t="21871" x="6959600" y="3863975"/>
          <p14:tracePt t="21883" x="7000875" y="3863975"/>
          <p14:tracePt t="21894" x="7062788" y="3863975"/>
          <p14:tracePt t="21906" x="7102475" y="3863975"/>
          <p14:tracePt t="21917" x="7129463" y="3863975"/>
          <p14:tracePt t="21961" x="7116763" y="3863975"/>
          <p14:tracePt t="21972" x="7089775" y="3863975"/>
          <p14:tracePt t="21984" x="7042150" y="3851275"/>
          <p14:tracePt t="21997" x="7000875" y="3851275"/>
          <p14:tracePt t="22007" x="6959600" y="3836988"/>
          <p14:tracePt t="22019" x="6911975" y="3836988"/>
          <p14:tracePt t="22031" x="6899275" y="3836988"/>
          <p14:tracePt t="22041" x="6884988" y="3836988"/>
          <p14:tracePt t="22085" x="6899275" y="3836988"/>
          <p14:tracePt t="22097" x="6911975" y="3836988"/>
          <p14:tracePt t="22108" x="6959600" y="3836988"/>
          <p14:tracePt t="22120" x="6986588" y="3836988"/>
          <p14:tracePt t="22131" x="7015163" y="3836988"/>
          <p14:tracePt t="22142" x="7042150" y="3836988"/>
          <p14:tracePt t="22154" x="7062788" y="3836988"/>
          <p14:tracePt t="22164" x="7075488" y="3836988"/>
          <p14:tracePt t="22197" x="7062788" y="3836988"/>
          <p14:tracePt t="22209" x="7027863" y="3836988"/>
          <p14:tracePt t="22221" x="7000875" y="3836988"/>
          <p14:tracePt t="22232" x="6973888" y="3836988"/>
          <p14:tracePt t="22243" x="6932613" y="3836988"/>
          <p14:tracePt t="22255" x="6899275" y="3836988"/>
          <p14:tracePt t="22266" x="6872288" y="3836988"/>
          <p14:tracePt t="22276" x="6858000" y="3836988"/>
          <p14:tracePt t="22321" x="6872288" y="3836988"/>
          <p14:tracePt t="22333" x="6884988" y="3836988"/>
          <p14:tracePt t="22344" x="6911975" y="3836988"/>
          <p14:tracePt t="22356" x="6946900" y="3836988"/>
          <p14:tracePt t="22367" x="6973888" y="3836988"/>
          <p14:tracePt t="22377" x="7015163" y="3836988"/>
          <p14:tracePt t="22390" x="7027863" y="3836988"/>
          <p14:tracePt t="22400" x="7042150" y="3836988"/>
          <p14:tracePt t="22413" x="7062788" y="3836988"/>
          <p14:tracePt t="22456" x="7042150" y="3836988"/>
          <p14:tracePt t="22468" x="7027863" y="3836988"/>
          <p14:tracePt t="22480" x="7015163" y="3836988"/>
          <p14:tracePt t="22490" x="7000875" y="3836988"/>
          <p14:tracePt t="22503" x="6986588" y="3836988"/>
          <p14:tracePt t="22514" x="6973888" y="3836988"/>
          <p14:tracePt t="22614" x="6986588" y="3836988"/>
          <p14:tracePt t="22625" x="7000875" y="3836988"/>
          <p14:tracePt t="22647" x="7015163" y="3836988"/>
          <p14:tracePt t="22650" x="7027863" y="3836988"/>
          <p14:tracePt t="22659" x="7042150" y="3836988"/>
          <p14:tracePt t="22671" x="7062788" y="3851275"/>
          <p14:tracePt t="22726" x="7042150" y="3836988"/>
          <p14:tracePt t="22760" x="7000875" y="3836988"/>
          <p14:tracePt t="22763" x="6973888" y="3836988"/>
          <p14:tracePt t="22772" x="6959600" y="3836988"/>
          <p14:tracePt t="22780" x="6932613" y="3836988"/>
          <p14:tracePt t="22784" x="6911975" y="3836988"/>
          <p14:tracePt t="22850" x="6932613" y="3836988"/>
          <p14:tracePt t="22862" x="6959600" y="3836988"/>
          <p14:tracePt t="22874" x="6973888" y="3836988"/>
          <p14:tracePt t="22884" x="7000875" y="3836988"/>
          <p14:tracePt t="22898" x="7027863" y="3836988"/>
          <p14:tracePt t="22907" x="7042150" y="3836988"/>
          <p14:tracePt t="22919" x="7075488" y="3836988"/>
          <p14:tracePt t="22930" x="7089775" y="3836988"/>
          <p14:tracePt t="22940" x="7102475" y="3836988"/>
          <p14:tracePt t="23131" x="7116763" y="3836988"/>
          <p14:tracePt t="23154" x="7116763" y="3851275"/>
          <p14:tracePt t="23187" x="7102475" y="3851275"/>
          <p14:tracePt t="23379" x="7129463" y="3851275"/>
          <p14:tracePt t="23391" x="7158038" y="3851275"/>
          <p14:tracePt t="23401" x="7170738" y="3851275"/>
          <p14:tracePt t="23414" x="7205663" y="3851275"/>
          <p14:tracePt t="23424" x="7218363" y="3851275"/>
          <p14:tracePt t="23436" x="7232650" y="3851275"/>
          <p14:tracePt t="23447" x="7245350" y="3851275"/>
          <p14:tracePt t="23458" x="7259638" y="3851275"/>
          <p14:tracePt t="23469" x="7272338" y="3851275"/>
          <p14:tracePt t="23605" x="7286625" y="3851275"/>
          <p14:tracePt t="23671" x="7307263" y="3851275"/>
          <p14:tracePt t="23716" x="7319963" y="3851275"/>
          <p14:tracePt t="23772" x="7334250" y="3836988"/>
          <p14:tracePt t="23806" x="7348538" y="3836988"/>
          <p14:tracePt t="23840" x="7361238" y="3836988"/>
          <p14:tracePt t="23863" x="7375525" y="3824288"/>
          <p14:tracePt t="23885" x="7388225" y="3824288"/>
          <p14:tracePt t="23919" x="7402513" y="3824288"/>
          <p14:tracePt t="23964" x="7402513" y="3810000"/>
          <p14:tracePt t="23997" x="7415213" y="3810000"/>
          <p14:tracePt t="24020" x="7435850" y="3810000"/>
          <p14:tracePt t="24032" x="7435850" y="3795713"/>
          <p14:tracePt t="24054" x="7450138" y="3795713"/>
          <p14:tracePt t="24088" x="7462838" y="3795713"/>
          <p14:tracePt t="24132" x="7477125" y="3810000"/>
          <p14:tracePt t="24155" x="7477125" y="3824288"/>
          <p14:tracePt t="24178" x="7477125" y="3836988"/>
          <p14:tracePt t="24212" x="7477125" y="3851275"/>
          <p14:tracePt t="24290" x="7477125" y="3836988"/>
          <p14:tracePt t="24324" x="7491413" y="3836988"/>
          <p14:tracePt t="24335" x="7504113" y="3824288"/>
          <p14:tracePt t="24347" x="7518400" y="3824288"/>
          <p14:tracePt t="24358" x="7545388" y="3824288"/>
          <p14:tracePt t="24369" x="7578725" y="3824288"/>
          <p14:tracePt t="24381" x="7605713" y="3824288"/>
          <p14:tracePt t="24392" x="7634288" y="3824288"/>
          <p14:tracePt t="24403" x="7661275" y="3824288"/>
          <p14:tracePt t="24415" x="7694613" y="3824288"/>
          <p14:tracePt t="24426" x="7735888" y="3824288"/>
          <p14:tracePt t="24437" x="7748588" y="3824288"/>
          <p14:tracePt t="24448" x="7777163" y="3824288"/>
          <p14:tracePt t="24461" x="7789863" y="3824288"/>
          <p14:tracePt t="24471" x="7804150" y="3824288"/>
          <p14:tracePt t="24482" x="7824788" y="3824288"/>
          <p14:tracePt t="24493" x="7837488" y="3824288"/>
          <p14:tracePt t="24515" x="7851775" y="3824288"/>
          <p14:tracePt t="24527" x="7837488" y="3824288"/>
          <p14:tracePt t="24538" x="7804150" y="3824288"/>
          <p14:tracePt t="24550" x="7762875" y="3824288"/>
          <p14:tracePt t="24763" x="7851775" y="3836988"/>
          <p14:tracePt t="24765" x="7891463" y="3836988"/>
          <p14:tracePt t="24774" x="7920038" y="3851275"/>
          <p14:tracePt t="24785" x="7953375" y="3851275"/>
          <p14:tracePt t="24798" x="7994650" y="3851275"/>
          <p14:tracePt t="24809" x="8021638" y="3851275"/>
          <p14:tracePt t="24820" x="8048625" y="3863975"/>
          <p14:tracePt t="24841" x="8081963" y="3863975"/>
          <p14:tracePt t="24853" x="8123238" y="3863975"/>
          <p14:tracePt t="24856" x="8137525" y="3863975"/>
          <p14:tracePt t="24865" x="8177213" y="3863975"/>
          <p14:tracePt t="24876" x="8224838" y="3863975"/>
          <p14:tracePt t="24890" x="8280400" y="3863975"/>
          <p14:tracePt t="24900" x="8340725" y="3863975"/>
          <p14:tracePt t="24910" x="8408988" y="3863975"/>
          <p14:tracePt t="24920" x="8497888" y="3863975"/>
          <p14:tracePt t="24932" x="8551863" y="3851275"/>
          <p14:tracePt t="24943" x="8640763" y="3851275"/>
          <p14:tracePt t="24955" x="8715375" y="3851275"/>
          <p14:tracePt t="24966" x="8783638" y="3836988"/>
          <p14:tracePt t="24977" x="8831263" y="3810000"/>
          <p14:tracePt t="24989" x="8872538" y="3783013"/>
          <p14:tracePt t="25000" x="8899525" y="3735388"/>
          <p14:tracePt t="25011" x="8899525" y="3694113"/>
          <p14:tracePt t="25022" x="8899525" y="3605213"/>
          <p14:tracePt t="25033" x="8858250" y="3538538"/>
          <p14:tracePt t="25044" x="8796338" y="3462338"/>
          <p14:tracePt t="25056" x="8682038" y="3381375"/>
          <p14:tracePt t="25067" x="8539163" y="3306763"/>
          <p14:tracePt t="25078" x="8396288" y="3252788"/>
          <p14:tracePt t="25090" x="8293100" y="3217863"/>
          <p14:tracePt t="25102" x="8197850" y="3205163"/>
          <p14:tracePt t="25113" x="8110538" y="3205163"/>
          <p14:tracePt t="25123" x="8048625" y="3217863"/>
          <p14:tracePt t="25134" x="7967663" y="3252788"/>
          <p14:tracePt t="25147" x="7905750" y="3292475"/>
          <p14:tracePt t="25157" x="7851775" y="3333750"/>
          <p14:tracePt t="25169" x="7824788" y="3360738"/>
          <p14:tracePt t="25181" x="7789863" y="3422650"/>
          <p14:tracePt t="25191" x="7777163" y="3462338"/>
          <p14:tracePt t="25203" x="7762875" y="3509963"/>
          <p14:tracePt t="25214" x="7748588" y="3551238"/>
          <p14:tracePt t="25224" x="7748588" y="3578225"/>
          <p14:tracePt t="25235" x="7748588" y="3605213"/>
          <p14:tracePt t="25247" x="7762875" y="3652838"/>
          <p14:tracePt t="25258" x="7789863" y="3681413"/>
          <p14:tracePt t="25270" x="7851775" y="3721100"/>
          <p14:tracePt t="25281" x="7891463" y="3735388"/>
          <p14:tracePt t="25292" x="7967663" y="3768725"/>
          <p14:tracePt t="25304" x="8069263" y="3783013"/>
          <p14:tracePt t="25315" x="8150225" y="3795713"/>
          <p14:tracePt t="25325" x="8293100" y="3810000"/>
          <p14:tracePt t="25337" x="8470900" y="3810000"/>
          <p14:tracePt t="25349" x="8667750" y="3810000"/>
          <p14:tracePt t="25359" x="8796338" y="3795713"/>
          <p14:tracePt t="25371" x="8959850" y="3756025"/>
          <p14:tracePt t="25382" x="9069388" y="3708400"/>
          <p14:tracePt t="25393" x="9129713" y="3667125"/>
          <p14:tracePt t="25405" x="9185275" y="3605213"/>
          <p14:tracePt t="25416" x="9197975" y="3538538"/>
          <p14:tracePt t="25426" x="9197975" y="3497263"/>
          <p14:tracePt t="25438" x="9185275" y="3435350"/>
          <p14:tracePt t="25449" x="9129713" y="3381375"/>
          <p14:tracePt t="25460" x="9042400" y="3333750"/>
          <p14:tracePt t="25472" x="8939213" y="3292475"/>
          <p14:tracePt t="25483" x="8769350" y="3252788"/>
          <p14:tracePt t="25494" x="8551863" y="3217863"/>
          <p14:tracePt t="25505" x="8396288" y="3205163"/>
          <p14:tracePt t="25517" x="8197850" y="3217863"/>
          <p14:tracePt t="25529" x="8021638" y="3265488"/>
          <p14:tracePt t="25540" x="7878763" y="3319463"/>
          <p14:tracePt t="25552" x="7804150" y="3381375"/>
          <p14:tracePt t="25563" x="7735888" y="3462338"/>
          <p14:tracePt t="25573" x="7694613" y="3538538"/>
          <p14:tracePt t="25584" x="7673975" y="3592513"/>
          <p14:tracePt t="25596" x="7694613" y="3667125"/>
          <p14:tracePt t="25607" x="7708900" y="3721100"/>
          <p14:tracePt t="25618" x="7735888" y="3768725"/>
          <p14:tracePt t="25630" x="7777163" y="3810000"/>
          <p14:tracePt t="25640" x="7864475" y="3851275"/>
          <p14:tracePt t="25652" x="7953375" y="3884613"/>
          <p14:tracePt t="25664" x="8007350" y="3911600"/>
          <p14:tracePt t="25674" x="8096250" y="3925888"/>
          <p14:tracePt t="25686" x="8212138" y="3925888"/>
          <p14:tracePt t="25697" x="8293100" y="3925888"/>
          <p14:tracePt t="25708" x="8408988" y="3925888"/>
          <p14:tracePt t="25719" x="8510588" y="3898900"/>
          <p14:tracePt t="25731" x="8599488" y="3863975"/>
          <p14:tracePt t="25742" x="8682038" y="3824288"/>
          <p14:tracePt t="25754" x="8742363" y="3768725"/>
          <p14:tracePt t="25765" x="8769350" y="3708400"/>
          <p14:tracePt t="25775" x="8783638" y="3667125"/>
          <p14:tracePt t="25788" x="8783638" y="3625850"/>
          <p14:tracePt t="25798" x="8769350" y="3592513"/>
          <p14:tracePt t="25809" x="8742363" y="3565525"/>
          <p14:tracePt t="25821" x="8694738" y="3524250"/>
          <p14:tracePt t="25832" x="8640763" y="3476625"/>
          <p14:tracePt t="25843" x="8566150" y="3449638"/>
          <p14:tracePt t="25855" x="8497888" y="3422650"/>
          <p14:tracePt t="25867" x="8408988" y="3408363"/>
          <p14:tracePt t="25899" x="8328025" y="3395663"/>
          <p14:tracePt t="25903" x="8253413" y="3395663"/>
          <p14:tracePt t="25911" x="8177213" y="3395663"/>
          <p14:tracePt t="25918" x="8110538" y="3408363"/>
          <p14:tracePt t="25926" x="8048625" y="3408363"/>
          <p14:tracePt t="25933" x="7994650" y="3435350"/>
          <p14:tracePt t="25948" x="7920038" y="3462338"/>
          <p14:tracePt t="25957" x="7878763" y="3497263"/>
          <p14:tracePt t="25968" x="7851775" y="3524250"/>
          <p14:tracePt t="25979" x="7824788" y="3565525"/>
          <p14:tracePt t="25989" x="7804150" y="3605213"/>
          <p14:tracePt t="26001" x="7804150" y="3640138"/>
          <p14:tracePt t="26012" x="7804150" y="3694113"/>
          <p14:tracePt t="26023" x="7824788" y="3735388"/>
          <p14:tracePt t="26034" x="7837488" y="3768725"/>
          <p14:tracePt t="26046" x="7864475" y="3795713"/>
          <p14:tracePt t="26057" x="7878763" y="3810000"/>
          <p14:tracePt t="26068" x="7905750" y="3810000"/>
          <p14:tracePt t="26080" x="7920038" y="3824288"/>
          <p14:tracePt t="26090" x="7932738" y="3824288"/>
          <p14:tracePt t="26102" x="7953375" y="3824288"/>
          <p14:tracePt t="26124" x="7967663" y="3824288"/>
          <p14:tracePt t="26169" x="7967663" y="3810000"/>
          <p14:tracePt t="26191" x="7953375" y="3810000"/>
          <p14:tracePt t="26292" x="7953375" y="3795713"/>
          <p14:tracePt t="26315" x="7953375" y="3783013"/>
          <p14:tracePt t="26326" x="7953375" y="3768725"/>
          <p14:tracePt t="26338" x="7953375" y="3735388"/>
          <p14:tracePt t="26349" x="7953375" y="3721100"/>
          <p14:tracePt t="26360" x="7967663" y="3694113"/>
          <p14:tracePt t="26373" x="7980363" y="3667125"/>
          <p14:tracePt t="26384" x="7980363" y="3652838"/>
          <p14:tracePt t="26394" x="7994650" y="3625850"/>
          <p14:tracePt t="26407" x="8007350" y="3592513"/>
          <p14:tracePt t="26418" x="8021638" y="3592513"/>
          <p14:tracePt t="26428" x="8034338" y="3578225"/>
          <p14:tracePt t="26440" x="8048625" y="3578225"/>
          <p14:tracePt t="26462" x="8069263" y="3578225"/>
          <p14:tracePt t="26484" x="8081963" y="3578225"/>
          <p14:tracePt t="26507" x="8096250" y="3578225"/>
          <p14:tracePt t="26540" x="8096250" y="3565525"/>
          <p14:tracePt t="26743" x="8096250" y="3551238"/>
          <p14:tracePt t="26755" x="8110538" y="3551238"/>
          <p14:tracePt t="26855" x="8096250" y="3565525"/>
          <p14:tracePt t="26878" x="8096250" y="3578225"/>
          <p14:tracePt t="26900" x="8096250" y="3605213"/>
          <p14:tracePt t="26913" x="8096250" y="3640138"/>
          <p14:tracePt t="26946" x="8081963" y="3667125"/>
          <p14:tracePt t="26948" x="8081963" y="3708400"/>
          <p14:tracePt t="26958" x="8081963" y="3735388"/>
          <p14:tracePt t="26959" x="8096250" y="3735388"/>
          <p14:tracePt t="26968" x="8096250" y="3756025"/>
          <p14:tracePt t="26990" x="8110538" y="3756025"/>
          <p14:tracePt t="27046" x="8123238" y="3756025"/>
          <p14:tracePt t="27080" x="8137525" y="3756025"/>
          <p14:tracePt t="27091" x="8150225" y="3756025"/>
          <p14:tracePt t="27103" x="8164513" y="3756025"/>
          <p14:tracePt t="27114" x="8177213" y="3756025"/>
          <p14:tracePt t="27125" x="8197850" y="3756025"/>
          <p14:tracePt t="27137" x="8212138" y="3756025"/>
          <p14:tracePt t="27148" x="8224838" y="3756025"/>
          <p14:tracePt t="27159" x="8239125" y="3756025"/>
          <p14:tracePt t="27171" x="8253413" y="3756025"/>
          <p14:tracePt t="27182" x="8266113" y="3756025"/>
          <p14:tracePt t="27194" x="8280400" y="3756025"/>
          <p14:tracePt t="27204" x="8307388" y="3756025"/>
          <p14:tracePt t="27216" x="8328025" y="3756025"/>
          <p14:tracePt t="27227" x="8355013" y="3768725"/>
          <p14:tracePt t="27239" x="8367713" y="3768725"/>
          <p14:tracePt t="27250" x="8382000" y="3768725"/>
          <p14:tracePt t="27260" x="8396288" y="3783013"/>
          <p14:tracePt t="27273" x="8408988" y="3783013"/>
          <p14:tracePt t="27294" x="8423275" y="3783013"/>
          <p14:tracePt t="27305" x="8435975" y="3783013"/>
          <p14:tracePt t="27317" x="8456613" y="3783013"/>
          <p14:tracePt t="27339" x="8470900" y="3783013"/>
          <p14:tracePt t="27350" x="8483600" y="3783013"/>
          <p14:tracePt t="27363" x="8510588" y="3783013"/>
          <p14:tracePt t="27373" x="8524875" y="3783013"/>
          <p14:tracePt t="27384" x="8539163" y="3783013"/>
          <p14:tracePt t="27396" x="8551863" y="3783013"/>
          <p14:tracePt t="27407" x="8566150" y="3783013"/>
          <p14:tracePt t="27418" x="8586788" y="3783013"/>
          <p14:tracePt t="27430" x="8613775" y="3783013"/>
          <p14:tracePt t="27440" x="8626475" y="3783013"/>
          <p14:tracePt t="27453" x="8640763" y="3783013"/>
          <p14:tracePt t="27464" x="8653463" y="3783013"/>
          <p14:tracePt t="27474" x="8667750" y="3795713"/>
          <p14:tracePt t="27496" x="8682038" y="3795713"/>
          <p14:tracePt t="27530" x="8694738" y="3795713"/>
          <p14:tracePt t="27688" x="8715375" y="3795713"/>
          <p14:tracePt t="27721" x="8729663" y="3795713"/>
          <p14:tracePt t="27744" x="8742363" y="3795713"/>
          <p14:tracePt t="28712" x="8694738" y="3795713"/>
          <p14:tracePt t="28724" x="8626475" y="3795713"/>
          <p14:tracePt t="28734" x="8566150" y="3810000"/>
          <p14:tracePt t="28747" x="8470900" y="3810000"/>
          <p14:tracePt t="28757" x="8396288" y="3824288"/>
          <p14:tracePt t="28768" x="8307388" y="3824288"/>
          <p14:tracePt t="28780" x="8239125" y="3824288"/>
          <p14:tracePt t="28791" x="8150225" y="3824288"/>
          <p14:tracePt t="28802" x="8048625" y="3824288"/>
          <p14:tracePt t="28814" x="7980363" y="3824288"/>
          <p14:tracePt t="29162" x="7932738" y="3824288"/>
          <p14:tracePt t="29173" x="7905750" y="3824288"/>
          <p14:tracePt t="29185" x="7837488" y="3824288"/>
          <p14:tracePt t="29197" x="7777163" y="3824288"/>
          <p14:tracePt t="29207" x="7694613" y="3824288"/>
          <p14:tracePt t="29219" x="7593013" y="3824288"/>
          <p14:tracePt t="29231" x="7531100" y="3824288"/>
          <p14:tracePt t="29241" x="7462838" y="3836988"/>
          <p14:tracePt t="29253" x="7435850" y="3836988"/>
          <p14:tracePt t="29264" x="7402513" y="3836988"/>
          <p14:tracePt t="29274" x="7388225" y="3836988"/>
          <p14:tracePt t="29286" x="7388225" y="3824288"/>
          <p14:tracePt t="29319" x="7402513" y="3824288"/>
          <p14:tracePt t="29330" x="7435850" y="3824288"/>
          <p14:tracePt t="29342" x="7518400" y="3824288"/>
          <p14:tracePt t="29354" x="7673975" y="3836988"/>
          <p14:tracePt t="29365" x="7837488" y="3851275"/>
          <p14:tracePt t="29376" x="8069263" y="3851275"/>
          <p14:tracePt t="29388" x="8280400" y="3863975"/>
          <p14:tracePt t="29398" x="8435975" y="3863975"/>
          <p14:tracePt t="29409" x="8613775" y="3863975"/>
          <p14:tracePt t="29421" x="8756650" y="3863975"/>
          <p14:tracePt t="29432" x="8831263" y="3863975"/>
          <p14:tracePt t="29443" x="8843963" y="3863975"/>
          <p14:tracePt t="29455" x="8858250" y="3863975"/>
          <p14:tracePt t="29466" x="8843963" y="3863975"/>
          <p14:tracePt t="29477" x="8810625" y="3863975"/>
          <p14:tracePt t="29488" x="8729663" y="3863975"/>
          <p14:tracePt t="29499" x="8566150" y="3851275"/>
          <p14:tracePt t="29510" x="8423275" y="3836988"/>
          <p14:tracePt t="29522" x="8212138" y="3810000"/>
          <p14:tracePt t="29533" x="8007350" y="3795713"/>
          <p14:tracePt t="29544" x="7851775" y="3795713"/>
          <p14:tracePt t="29556" x="7762875" y="3795713"/>
          <p14:tracePt t="29567" x="7661275" y="3795713"/>
          <p14:tracePt t="29578" x="7578725" y="3795713"/>
          <p14:tracePt t="29589" x="7531100" y="3795713"/>
          <p14:tracePt t="29600" x="7504113" y="3795713"/>
          <p14:tracePt t="29613" x="7477125" y="3795713"/>
          <p14:tracePt t="29725" x="7491413" y="3795713"/>
          <p14:tracePt t="29757" x="7504113" y="3795713"/>
          <p14:tracePt t="29870" x="7518400" y="3795713"/>
          <p14:tracePt t="29882" x="7545388" y="3795713"/>
          <p14:tracePt t="29892" x="7566025" y="3795713"/>
          <p14:tracePt t="29905" x="7605713" y="3810000"/>
          <p14:tracePt t="29915" x="7673975" y="3810000"/>
          <p14:tracePt t="29928" x="7748588" y="3824288"/>
          <p14:tracePt t="29939" x="7804150" y="3824288"/>
          <p14:tracePt t="29949" x="7878763" y="3836988"/>
          <p14:tracePt t="29961" x="7967663" y="3836988"/>
          <p14:tracePt t="29973" x="8021638" y="3836988"/>
          <p14:tracePt t="29983" x="8081963" y="3836988"/>
          <p14:tracePt t="29994" x="8123238" y="3836988"/>
          <p14:tracePt t="30006" x="8137525" y="3836988"/>
          <p14:tracePt t="30017" x="8150225" y="3836988"/>
          <p14:tracePt t="30061" x="8123238" y="3836988"/>
          <p14:tracePt t="30096" x="8048625" y="3836988"/>
          <p14:tracePt t="30096" x="7980363" y="3836988"/>
          <p14:tracePt t="30106" x="7864475" y="3824288"/>
          <p14:tracePt t="30110" x="7735888" y="3824288"/>
          <p14:tracePt t="30119" x="7646988" y="3824288"/>
          <p14:tracePt t="30130" x="7518400" y="3824288"/>
          <p14:tracePt t="30142" x="7435850" y="3824288"/>
          <p14:tracePt t="30153" x="7361238" y="3824288"/>
          <p14:tracePt t="30164" x="7319963" y="3824288"/>
          <p14:tracePt t="30174" x="7286625" y="3824288"/>
          <p14:tracePt t="30196" x="7272338" y="3824288"/>
          <p14:tracePt t="30264" x="7286625" y="3824288"/>
          <p14:tracePt t="30268" x="7307263" y="3824288"/>
          <p14:tracePt t="30276" x="7334250" y="3824288"/>
          <p14:tracePt t="30288" x="7402513" y="3824288"/>
          <p14:tracePt t="30299" x="7491413" y="3824288"/>
          <p14:tracePt t="30309" x="7578725" y="3824288"/>
          <p14:tracePt t="30320" x="7708900" y="3836988"/>
          <p14:tracePt t="30332" x="7824788" y="3836988"/>
          <p14:tracePt t="30342" x="7920038" y="3836988"/>
          <p14:tracePt t="30355" x="7967663" y="3836988"/>
          <p14:tracePt t="30365" x="8007350" y="3836988"/>
          <p14:tracePt t="30376" x="8021638" y="3836988"/>
          <p14:tracePt t="30388" x="8034338" y="3836988"/>
          <p14:tracePt t="30444" x="8021638" y="3836988"/>
          <p14:tracePt t="30455" x="8007350" y="3836988"/>
          <p14:tracePt t="30467" x="7980363" y="3836988"/>
          <p14:tracePt t="30479" x="7920038" y="3836988"/>
          <p14:tracePt t="30489" x="7837488" y="3836988"/>
          <p14:tracePt t="30501" x="7777163" y="3836988"/>
          <p14:tracePt t="30512" x="7646988" y="3836988"/>
          <p14:tracePt t="30523" x="7531100" y="3851275"/>
          <p14:tracePt t="30535" x="7415213" y="3851275"/>
          <p14:tracePt t="30547" x="7361238" y="3851275"/>
          <p14:tracePt t="30557" x="7307263" y="3851275"/>
          <p14:tracePt t="30568" x="7259638" y="3851275"/>
          <p14:tracePt t="30580" x="7245350" y="3851275"/>
          <p14:tracePt t="30590" x="7232650" y="3851275"/>
          <p14:tracePt t="30668" x="7259638" y="3851275"/>
          <p14:tracePt t="30680" x="7307263" y="3851275"/>
          <p14:tracePt t="30691" x="7348538" y="3851275"/>
          <p14:tracePt t="30703" x="7450138" y="3851275"/>
          <p14:tracePt t="30714" x="7566025" y="3851275"/>
          <p14:tracePt t="30725" x="7694613" y="3851275"/>
          <p14:tracePt t="30737" x="7789863" y="3851275"/>
          <p14:tracePt t="30748" x="7920038" y="3851275"/>
          <p14:tracePt t="30759" x="8007350" y="3851275"/>
          <p14:tracePt t="30771" x="8048625" y="3863975"/>
          <p14:tracePt t="30782" x="8081963" y="3863975"/>
          <p14:tracePt t="30793" x="8096250" y="3863975"/>
          <p14:tracePt t="30826" x="8048625" y="3863975"/>
          <p14:tracePt t="30838" x="7967663" y="3851275"/>
          <p14:tracePt t="30850" x="7878763" y="3851275"/>
          <p14:tracePt t="30860" x="7762875" y="3851275"/>
          <p14:tracePt t="30871" x="7620000" y="3851275"/>
          <p14:tracePt t="30883" x="7531100" y="3851275"/>
          <p14:tracePt t="30894" x="7388225" y="3836988"/>
          <p14:tracePt t="30907" x="7259638" y="3824288"/>
          <p14:tracePt t="30916" x="7170738" y="3824288"/>
          <p14:tracePt t="30928" x="7089775" y="3810000"/>
          <p14:tracePt t="30940" x="7027863" y="3810000"/>
          <p14:tracePt t="30952" x="7000875" y="3810000"/>
          <p14:tracePt t="30963" x="6986588" y="3810000"/>
          <p14:tracePt t="31006" x="7000875" y="3810000"/>
          <p14:tracePt t="31018" x="7027863" y="3810000"/>
          <p14:tracePt t="31030" x="7062788" y="3810000"/>
          <p14:tracePt t="31040" x="7089775" y="3810000"/>
          <p14:tracePt t="31052" x="7158038" y="3810000"/>
          <p14:tracePt t="31064" x="7245350" y="3810000"/>
          <p14:tracePt t="31074" x="7334250" y="3824288"/>
          <p14:tracePt t="31086" x="7450138" y="3824288"/>
          <p14:tracePt t="31098" x="7578725" y="3836988"/>
          <p14:tracePt t="31108" x="7646988" y="3836988"/>
          <p14:tracePt t="31141" x="7735888" y="3836988"/>
          <p14:tracePt t="31144" x="7777163" y="3836988"/>
          <p14:tracePt t="31154" x="7804150" y="3836988"/>
          <p14:tracePt t="31186" x="7789863" y="3836988"/>
          <p14:tracePt t="31198" x="7762875" y="3836988"/>
          <p14:tracePt t="31209" x="7708900" y="3836988"/>
          <p14:tracePt t="31221" x="7646988" y="3836988"/>
          <p14:tracePt t="31232" x="7578725" y="3824288"/>
          <p14:tracePt t="31243" x="7504113" y="3824288"/>
          <p14:tracePt t="31255" x="7415213" y="3824288"/>
          <p14:tracePt t="31266" x="7361238" y="3824288"/>
          <p14:tracePt t="31276" x="7307263" y="3824288"/>
          <p14:tracePt t="31289" x="7259638" y="3824288"/>
          <p14:tracePt t="31300" x="7245350" y="3824288"/>
          <p14:tracePt t="31310" x="7232650" y="3824288"/>
          <p14:tracePt t="31355" x="7245350" y="3824288"/>
          <p14:tracePt t="31366" x="7259638" y="3824288"/>
          <p14:tracePt t="31379" x="7272338" y="3824288"/>
          <p14:tracePt t="31390" x="7307263" y="3824288"/>
          <p14:tracePt t="31402" x="7348538" y="3824288"/>
          <p14:tracePt t="31413" x="7388225" y="3824288"/>
          <p14:tracePt t="31423" x="7450138" y="3824288"/>
          <p14:tracePt t="31434" x="7491413" y="3824288"/>
          <p14:tracePt t="31446" x="7518400" y="3824288"/>
          <p14:tracePt t="31456" x="7531100" y="3824288"/>
          <p14:tracePt t="31468" x="7545388" y="3824288"/>
          <p14:tracePt t="31524" x="7531100" y="3824288"/>
          <p14:tracePt t="31535" x="7504113" y="3824288"/>
          <p14:tracePt t="31547" x="7477125" y="3824288"/>
          <p14:tracePt t="31557" x="7435850" y="3824288"/>
          <p14:tracePt t="31569" x="7402513" y="3824288"/>
          <p14:tracePt t="31581" x="7361238" y="3824288"/>
          <p14:tracePt t="31591" x="7334250" y="3824288"/>
          <p14:tracePt t="31604" x="7307263" y="3824288"/>
          <p14:tracePt t="31615" x="7286625" y="3824288"/>
          <p14:tracePt t="31625" x="7272338" y="3824288"/>
          <p14:tracePt t="31670" x="7286625" y="3824288"/>
          <p14:tracePt t="31693" x="7307263" y="3824288"/>
          <p14:tracePt t="31705" x="7319963" y="3824288"/>
          <p14:tracePt t="31716" x="7334250" y="3824288"/>
          <p14:tracePt t="31726" x="7361238" y="3824288"/>
          <p14:tracePt t="31739" x="7402513" y="3824288"/>
          <p14:tracePt t="31750" x="7435850" y="3824288"/>
          <p14:tracePt t="31760" x="7450138" y="3824288"/>
          <p14:tracePt t="31772" x="7462838" y="3824288"/>
          <p14:tracePt t="31783" x="7477125" y="3824288"/>
          <p14:tracePt t="31861" x="7491413" y="3824288"/>
          <p14:tracePt t="31906" x="7477125" y="3824288"/>
          <p14:tracePt t="32379" x="7491413" y="3810000"/>
          <p14:tracePt t="32391" x="7504113" y="3795713"/>
          <p14:tracePt t="32402" x="7518400" y="3768725"/>
          <p14:tracePt t="32414" x="7531100" y="3756025"/>
          <p14:tracePt t="32424" x="7545388" y="3735388"/>
          <p14:tracePt t="32435" x="7566025" y="3708400"/>
          <p14:tracePt t="32448" x="7566025" y="3681413"/>
          <p14:tracePt t="32458" x="7566025" y="3667125"/>
          <p14:tracePt t="32470" x="7578725" y="3640138"/>
          <p14:tracePt t="32481" x="7578725" y="3625850"/>
          <p14:tracePt t="32493" x="7578725" y="3605213"/>
          <p14:tracePt t="32514" x="7566025" y="3578225"/>
          <p14:tracePt t="32525" x="7545388" y="3565525"/>
          <p14:tracePt t="32537" x="7531100" y="3551238"/>
          <p14:tracePt t="32549" x="7504113" y="3524250"/>
          <p14:tracePt t="32559" x="7462838" y="3509963"/>
          <p14:tracePt t="32571" x="7435850" y="3497263"/>
          <p14:tracePt t="32583" x="7388225" y="3476625"/>
          <p14:tracePt t="32593" x="7348538" y="3476625"/>
          <p14:tracePt t="32605" x="7307263" y="3476625"/>
          <p14:tracePt t="32616" x="7272338" y="3476625"/>
          <p14:tracePt t="32627" x="7245350" y="3476625"/>
          <p14:tracePt t="32638" x="7218363" y="3497263"/>
          <p14:tracePt t="32660" x="7205663" y="3509963"/>
          <p14:tracePt t="32672" x="7191375" y="3524250"/>
          <p14:tracePt t="32683" x="7170738" y="3524250"/>
          <p14:tracePt t="32694" x="7158038" y="3551238"/>
          <p14:tracePt t="32706" x="7143750" y="3565525"/>
          <p14:tracePt t="32718" x="7129463" y="3578225"/>
          <p14:tracePt t="32729" x="7129463" y="3592513"/>
          <p14:tracePt t="32750" x="7129463" y="3605213"/>
          <p14:tracePt t="32762" x="7116763" y="3625850"/>
          <p14:tracePt t="32773" x="7129463" y="3625850"/>
          <p14:tracePt t="32784" x="7129463" y="3640138"/>
          <p14:tracePt t="32817" x="7143750" y="3640138"/>
          <p14:tracePt t="32862" x="7158038" y="3652838"/>
          <p14:tracePt t="32918" x="7170738" y="3652838"/>
          <p14:tracePt t="32941" x="7191375" y="3667125"/>
          <p14:tracePt t="32953" x="7205663" y="3667125"/>
          <p14:tracePt t="32965" x="7232650" y="3667125"/>
          <p14:tracePt t="32976" x="7259638" y="3681413"/>
          <p14:tracePt t="32988" x="7286625" y="3681413"/>
          <p14:tracePt t="32999" x="7319963" y="3681413"/>
          <p14:tracePt t="33010" x="7361238" y="3681413"/>
          <p14:tracePt t="33022" x="7415213" y="3681413"/>
          <p14:tracePt t="33032" x="7450138" y="3681413"/>
          <p14:tracePt t="33043" x="7504113" y="3652838"/>
          <p14:tracePt t="33055" x="7578725" y="3625850"/>
          <p14:tracePt t="33066" x="7605713" y="3592513"/>
          <p14:tracePt t="33077" x="7620000" y="3565525"/>
          <p14:tracePt t="33090" x="7634288" y="3538538"/>
          <p14:tracePt t="33099" x="7634288" y="3509963"/>
          <p14:tracePt t="33110" x="7634288" y="3476625"/>
          <p14:tracePt t="33122" x="7634288" y="3449638"/>
          <p14:tracePt t="33133" x="7620000" y="3435350"/>
          <p14:tracePt t="33144" x="7620000" y="3422650"/>
          <p14:tracePt t="33156" x="7605713" y="3408363"/>
          <p14:tracePt t="33167" x="7593013" y="3381375"/>
          <p14:tracePt t="33179" x="7578725" y="3381375"/>
          <p14:tracePt t="33190" x="7566025" y="3360738"/>
          <p14:tracePt t="33202" x="7545388" y="3360738"/>
          <p14:tracePt t="33213" x="7531100" y="3360738"/>
          <p14:tracePt t="33234" x="7504113" y="3360738"/>
          <p14:tracePt t="33237" x="7477125" y="3360738"/>
          <p14:tracePt t="33247" x="7435850" y="3360738"/>
          <p14:tracePt t="33258" x="7402513" y="3360738"/>
          <p14:tracePt t="33270" x="7361238" y="3381375"/>
          <p14:tracePt t="33282" x="7319963" y="3395663"/>
          <p14:tracePt t="33291" x="7286625" y="3408363"/>
          <p14:tracePt t="33313" x="7245350" y="3422650"/>
          <p14:tracePt t="33317" x="7218363" y="3435350"/>
          <p14:tracePt t="33325" x="7205663" y="3449638"/>
          <p14:tracePt t="33336" x="7191375" y="3462338"/>
          <p14:tracePt t="33349" x="7170738" y="3476625"/>
          <p14:tracePt t="33369" x="7158038" y="3497263"/>
          <p14:tracePt t="33381" x="7158038" y="3509963"/>
          <p14:tracePt t="33392" x="7158038" y="3524250"/>
          <p14:tracePt t="33403" x="7158038" y="3538538"/>
          <p14:tracePt t="33414" x="7158038" y="3551238"/>
          <p14:tracePt t="33425" x="7158038" y="3565525"/>
          <p14:tracePt t="33437" x="7170738" y="3578225"/>
          <p14:tracePt t="33448" x="7170738" y="3592513"/>
          <p14:tracePt t="33459" x="7205663" y="3605213"/>
          <p14:tracePt t="33470" x="7218363" y="3625850"/>
          <p14:tracePt t="33482" x="7218363" y="3640138"/>
          <p14:tracePt t="33493" x="7232650" y="3640138"/>
          <p14:tracePt t="33504" x="7259638" y="3652838"/>
          <p14:tracePt t="33526" x="7272338" y="3652838"/>
          <p14:tracePt t="33538" x="7286625" y="3652838"/>
          <p14:tracePt t="33549" x="7307263" y="3652838"/>
          <p14:tracePt t="33560" x="7319963" y="3652838"/>
          <p14:tracePt t="33572" x="7334250" y="3652838"/>
          <p14:tracePt t="33594" x="7348538" y="3652838"/>
          <p14:tracePt t="33616" x="7361238" y="3652838"/>
          <p14:tracePt t="33629" x="7375525" y="3652838"/>
          <p14:tracePt t="33639" x="7388225" y="3640138"/>
          <p14:tracePt t="33662" x="7402513" y="3640138"/>
          <p14:tracePt t="33684" x="7415213" y="3625850"/>
          <p14:tracePt t="33697" x="7435850" y="3625850"/>
          <p14:tracePt t="33718" x="7450138" y="3625850"/>
          <p14:tracePt t="33730" x="7462838" y="3625850"/>
          <p14:tracePt t="33740" x="7477125" y="3605213"/>
          <p14:tracePt t="33763" x="7491413" y="3605213"/>
          <p14:tracePt t="33774" x="7491413" y="3592513"/>
          <p14:tracePt t="33808" x="7504113" y="3578225"/>
          <p14:tracePt t="33830" x="7504113" y="3565525"/>
          <p14:tracePt t="33841" x="7491413" y="3551238"/>
          <p14:tracePt t="33864" x="7491413" y="3538538"/>
          <p14:tracePt t="33875" x="7491413" y="3524250"/>
          <p14:tracePt t="33888" x="7477125" y="3524250"/>
          <p14:tracePt t="33899" x="7462838" y="3509963"/>
          <p14:tracePt t="33910" x="7450138" y="3509963"/>
          <p14:tracePt t="33922" x="7450138" y="3497263"/>
          <p14:tracePt t="33932" x="7435850" y="3497263"/>
          <p14:tracePt t="33943" x="7415213" y="3497263"/>
          <p14:tracePt t="33956" x="7415213" y="3476625"/>
          <p14:tracePt t="33966" x="7402513" y="3476625"/>
          <p14:tracePt t="33976" x="7388225" y="3476625"/>
          <p14:tracePt t="33989" x="7375525" y="3476625"/>
          <p14:tracePt t="34000" x="7348538" y="3476625"/>
          <p14:tracePt t="34010" x="7334250" y="3476625"/>
          <p14:tracePt t="34021" x="7319963" y="3462338"/>
          <p14:tracePt t="34033" x="7307263" y="3462338"/>
          <p14:tracePt t="34044" x="7272338" y="3462338"/>
          <p14:tracePt t="34056" x="7259638" y="3462338"/>
          <p14:tracePt t="34067" x="7245350" y="3462338"/>
          <p14:tracePt t="34179" x="7232650" y="3462338"/>
          <p14:tracePt t="34213" x="7218363" y="3476625"/>
          <p14:tracePt t="34224" x="7205663" y="3476625"/>
          <p14:tracePt t="34236" x="7191375" y="3497263"/>
          <p14:tracePt t="34248" x="7170738" y="3509963"/>
          <p14:tracePt t="34259" x="7158038" y="3524250"/>
          <p14:tracePt t="34280" x="7143750" y="3538538"/>
          <p14:tracePt t="34283" x="7143750" y="3551238"/>
          <p14:tracePt t="34292" x="7129463" y="3578225"/>
          <p14:tracePt t="34303" x="7129463" y="3592513"/>
          <p14:tracePt t="34314" x="7116763" y="3605213"/>
          <p14:tracePt t="34326" x="7116763" y="3640138"/>
          <p14:tracePt t="34338" x="7116763" y="3652838"/>
          <p14:tracePt t="34349" x="7116763" y="3667125"/>
          <p14:tracePt t="34359" x="7129463" y="3667125"/>
          <p14:tracePt t="34381" x="7129463" y="3681413"/>
          <p14:tracePt t="34415" x="7143750" y="3694113"/>
          <p14:tracePt t="34449" x="7158038" y="3694113"/>
          <p14:tracePt t="34460" x="7170738" y="3694113"/>
          <p14:tracePt t="34483" x="7205663" y="3694113"/>
          <p14:tracePt t="34494" x="7218363" y="3694113"/>
          <p14:tracePt t="34507" x="7232650" y="3694113"/>
          <p14:tracePt t="34519" x="7245350" y="3708400"/>
          <p14:tracePt t="34531" x="7272338" y="3708400"/>
          <p14:tracePt t="34540" x="7286625" y="3708400"/>
          <p14:tracePt t="36080" x="7286625" y="3721100"/>
          <p14:tracePt t="36102" x="7272338" y="3721100"/>
          <p14:tracePt t="36115" x="7272338" y="3735388"/>
          <p14:tracePt t="36126" x="7259638" y="3735388"/>
          <p14:tracePt t="36159" x="7245350" y="3756025"/>
          <p14:tracePt t="36171" x="7232650" y="3756025"/>
          <p14:tracePt t="36192" x="7218363" y="3768725"/>
          <p14:tracePt t="36497" x="7205663" y="3768725"/>
          <p14:tracePt t="36519" x="7205663" y="3783013"/>
          <p14:tracePt t="36541" x="7205663" y="3795713"/>
          <p14:tracePt t="36553" x="7191375" y="3795713"/>
          <p14:tracePt t="36564" x="7191375" y="3810000"/>
          <p14:tracePt t="36575" x="7170738" y="3810000"/>
          <p14:tracePt t="36587" x="7143750" y="3824288"/>
          <p14:tracePt t="36598" x="7129463" y="3824288"/>
          <p14:tracePt t="36609" x="7089775" y="3824288"/>
          <p14:tracePt t="37104" x="7102475" y="3824288"/>
          <p14:tracePt t="37138" x="7116763" y="3824288"/>
          <p14:tracePt t="37151" x="7129463" y="3824288"/>
          <p14:tracePt t="37172" x="7143750" y="3824288"/>
          <p14:tracePt t="40784" x="7170738" y="3824288"/>
          <p14:tracePt t="40794" x="7218363" y="3824288"/>
          <p14:tracePt t="40805" x="7259638" y="3824288"/>
          <p14:tracePt t="40817" x="7307263" y="3824288"/>
          <p14:tracePt t="40829" x="7348538" y="3824288"/>
          <p14:tracePt t="40839" x="7375525" y="3824288"/>
          <p14:tracePt t="40850" x="7402513" y="3810000"/>
          <p14:tracePt t="40863" x="7415213" y="3810000"/>
          <p14:tracePt t="40873" x="7415213" y="3795713"/>
          <p14:tracePt t="40884" x="7435850" y="3783013"/>
          <p14:tracePt t="40897" x="7435850" y="3756025"/>
          <p14:tracePt t="40907" x="7435850" y="3721100"/>
          <p14:tracePt t="40918" x="7415213" y="3708400"/>
          <p14:tracePt t="40930" x="7402513" y="3681413"/>
          <p14:tracePt t="40940" x="7388225" y="3652838"/>
          <p14:tracePt t="40952" x="7375525" y="3625850"/>
          <p14:tracePt t="40964" x="7348538" y="3592513"/>
          <p14:tracePt t="40974" x="7319963" y="3565525"/>
          <p14:tracePt t="40986" x="7286625" y="3551238"/>
          <p14:tracePt t="40997" x="7245350" y="3524250"/>
          <p14:tracePt t="41008" x="7232650" y="3509963"/>
          <p14:tracePt t="41019" x="7205663" y="3497263"/>
          <p14:tracePt t="41031" x="7191375" y="3476625"/>
          <p14:tracePt t="41042" x="7158038" y="3476625"/>
          <p14:tracePt t="41053" x="7143750" y="3476625"/>
          <p14:tracePt t="41086" x="7129463" y="3476625"/>
          <p14:tracePt t="41109" x="7116763" y="3476625"/>
          <p14:tracePt t="41120" x="7102475" y="3497263"/>
          <p14:tracePt t="41132" x="7075488" y="3509963"/>
          <p14:tracePt t="41143" x="7062788" y="3524250"/>
          <p14:tracePt t="41155" x="7042150" y="3538538"/>
          <p14:tracePt t="41166" x="7027863" y="3565525"/>
          <p14:tracePt t="41177" x="7015163" y="3578225"/>
          <p14:tracePt t="41188" x="7015163" y="3592513"/>
          <p14:tracePt t="41199" x="7000875" y="3592513"/>
          <p14:tracePt t="41210" x="7000875" y="3605213"/>
          <p14:tracePt t="41222" x="7000875" y="3625850"/>
          <p14:tracePt t="41233" x="7000875" y="3640138"/>
          <p14:tracePt t="41266" x="7000875" y="3652838"/>
          <p14:tracePt t="41300" x="7000875" y="3667125"/>
          <p14:tracePt t="41312" x="7015163" y="3667125"/>
          <p14:tracePt t="41323" x="7027863" y="3667125"/>
          <p14:tracePt t="41346" x="7042150" y="3681413"/>
          <p14:tracePt t="41356" x="7062788" y="3681413"/>
          <p14:tracePt t="41368" x="7075488" y="3681413"/>
          <p14:tracePt t="41380" x="7089775" y="3681413"/>
          <p14:tracePt t="41390" x="7116763" y="3681413"/>
          <p14:tracePt t="41402" x="7143750" y="3681413"/>
          <p14:tracePt t="41414" x="7158038" y="3681413"/>
          <p14:tracePt t="41424" x="7205663" y="3681413"/>
          <p14:tracePt t="41435" x="7232650" y="3667125"/>
          <p14:tracePt t="41447" x="7259638" y="3667125"/>
          <p14:tracePt t="41458" x="7272338" y="3640138"/>
          <p14:tracePt t="41470" x="7286625" y="3625850"/>
          <p14:tracePt t="41481" x="7307263" y="3592513"/>
          <p14:tracePt t="41492" x="7307263" y="3565525"/>
          <p14:tracePt t="41503" x="7307263" y="3551238"/>
          <p14:tracePt t="41515" x="7286625" y="3538538"/>
          <p14:tracePt t="41537" x="7286625" y="3524250"/>
          <p14:tracePt t="41548" x="7272338" y="3509963"/>
          <p14:tracePt t="41570" x="7259638" y="3509963"/>
          <p14:tracePt t="41582" x="7245350" y="3509963"/>
          <p14:tracePt t="41593" x="7232650" y="3509963"/>
          <p14:tracePt t="41604" x="7218363" y="3509963"/>
          <p14:tracePt t="41626" x="7191375" y="3509963"/>
          <p14:tracePt t="41630" x="7170738" y="3509963"/>
          <p14:tracePt t="41638" x="7143750" y="3524250"/>
          <p14:tracePt t="41651" x="7129463" y="3538538"/>
          <p14:tracePt t="41663" x="7102475" y="3565525"/>
          <p14:tracePt t="41674" x="7089775" y="3578225"/>
          <p14:tracePt t="41684" x="7075488" y="3605213"/>
          <p14:tracePt t="41696" x="7075488" y="3625850"/>
          <p14:tracePt t="41706" x="7075488" y="3652838"/>
          <p14:tracePt t="41717" x="7075488" y="3667125"/>
          <p14:tracePt t="41739" x="7075488" y="3681413"/>
          <p14:tracePt t="41750" x="7089775" y="3694113"/>
          <p14:tracePt t="41773" x="7102475" y="3694113"/>
          <p14:tracePt t="41776" x="7116763" y="3694113"/>
          <p14:tracePt t="41785" x="7143750" y="3694113"/>
          <p14:tracePt t="41799" x="7170738" y="3694113"/>
          <p14:tracePt t="41808" x="7218363" y="3694113"/>
          <p14:tracePt t="41819" x="7245350" y="3694113"/>
          <p14:tracePt t="41830" x="7272338" y="3694113"/>
          <p14:tracePt t="41840" x="7307263" y="3681413"/>
          <p14:tracePt t="41853" x="7334250" y="3667125"/>
          <p14:tracePt t="41863" x="7348538" y="3652838"/>
          <p14:tracePt t="41874" x="7348538" y="3625850"/>
          <p14:tracePt t="41886" x="7348538" y="3605213"/>
          <p14:tracePt t="41897" x="7334250" y="3578225"/>
          <p14:tracePt t="41908" x="7319963" y="3551238"/>
          <p14:tracePt t="41920" x="7286625" y="3524250"/>
          <p14:tracePt t="41931" x="7259638" y="3497263"/>
          <p14:tracePt t="41942" x="7232650" y="3497263"/>
          <p14:tracePt t="41953" x="7205663" y="3497263"/>
          <p14:tracePt t="41964" x="7170738" y="3497263"/>
          <p14:tracePt t="41975" x="7158038" y="3497263"/>
          <p14:tracePt t="41987" x="7129463" y="3509963"/>
          <p14:tracePt t="41999" x="7116763" y="3524250"/>
          <p14:tracePt t="42009" x="7089775" y="3551238"/>
          <p14:tracePt t="42022" x="7075488" y="3565525"/>
          <p14:tracePt t="42032" x="7075488" y="3592513"/>
          <p14:tracePt t="42043" x="7062788" y="3605213"/>
          <p14:tracePt t="42055" x="7062788" y="3625850"/>
          <p14:tracePt t="42066" x="7062788" y="3640138"/>
          <p14:tracePt t="42077" x="7075488" y="3652838"/>
          <p14:tracePt t="42089" x="7089775" y="3667125"/>
          <p14:tracePt t="42110" x="7116763" y="3681413"/>
          <p14:tracePt t="42122" x="7129463" y="3681413"/>
          <p14:tracePt t="42133" x="7143750" y="3681413"/>
          <p14:tracePt t="42144" x="7170738" y="3681413"/>
          <p14:tracePt t="42155" x="7205663" y="3681413"/>
          <p14:tracePt t="42167" x="7232650" y="3667125"/>
          <p14:tracePt t="42179" x="7259638" y="3652838"/>
          <p14:tracePt t="42189" x="7286625" y="3640138"/>
          <p14:tracePt t="42201" x="7307263" y="3605213"/>
          <p14:tracePt t="42213" x="7307263" y="3592513"/>
          <p14:tracePt t="42223" x="7307263" y="3578225"/>
          <p14:tracePt t="42234" x="7307263" y="3565525"/>
          <p14:tracePt t="42246" x="7307263" y="3551238"/>
          <p14:tracePt t="42257" x="7272338" y="3538538"/>
          <p14:tracePt t="42269" x="7245350" y="3524250"/>
          <p14:tracePt t="42280" x="7218363" y="3509963"/>
          <p14:tracePt t="42290" x="7170738" y="3509963"/>
          <p14:tracePt t="42301" x="7129463" y="3509963"/>
          <p14:tracePt t="42313" x="7089775" y="3524250"/>
          <p14:tracePt t="42324" x="7062788" y="3538538"/>
          <p14:tracePt t="42336" x="7015163" y="3551238"/>
          <p14:tracePt t="42347" x="6986588" y="3592513"/>
          <p14:tracePt t="42358" x="6973888" y="3625850"/>
          <p14:tracePt t="42370" x="6959600" y="3652838"/>
          <p14:tracePt t="42381" x="6959600" y="3681413"/>
          <p14:tracePt t="42392" x="6959600" y="3708400"/>
          <p14:tracePt t="42414" x="6973888" y="3721100"/>
          <p14:tracePt t="42425" x="7000875" y="3721100"/>
          <p14:tracePt t="42437" x="7015163" y="3721100"/>
          <p14:tracePt t="42448" x="7042150" y="3721100"/>
          <p14:tracePt t="42459" x="7089775" y="3721100"/>
          <p14:tracePt t="42471" x="7129463" y="3721100"/>
          <p14:tracePt t="42482" x="7170738" y="3708400"/>
          <p14:tracePt t="42493" x="7205663" y="3694113"/>
          <p14:tracePt t="42505" x="7232650" y="3667125"/>
          <p14:tracePt t="42516" x="7245350" y="3652838"/>
          <p14:tracePt t="42526" x="7259638" y="3625850"/>
          <p14:tracePt t="42539" x="7272338" y="3592513"/>
          <p14:tracePt t="42549" x="7259638" y="3565525"/>
          <p14:tracePt t="42560" x="7259638" y="3538538"/>
          <p14:tracePt t="42572" x="7245350" y="3524250"/>
          <p14:tracePt t="42583" x="7218363" y="3509963"/>
          <p14:tracePt t="42594" x="7205663" y="3497263"/>
          <p14:tracePt t="42606" x="7170738" y="3497263"/>
          <p14:tracePt t="42617" x="7129463" y="3497263"/>
          <p14:tracePt t="42629" x="7102475" y="3497263"/>
          <p14:tracePt t="42639" x="7062788" y="3524250"/>
          <p14:tracePt t="42673" x="7027863" y="3538538"/>
          <p14:tracePt t="42676" x="7000875" y="3565525"/>
          <p14:tracePt t="42685" x="6986588" y="3592513"/>
          <p14:tracePt t="42686" x="6973888" y="3625850"/>
          <p14:tracePt t="42697" x="6973888" y="3640138"/>
          <p14:tracePt t="42709" x="6973888" y="3652838"/>
          <p14:tracePt t="42720" x="6986588" y="3652838"/>
          <p14:tracePt t="42730" x="7000875" y="3667125"/>
          <p14:tracePt t="42741" x="7027863" y="3667125"/>
          <p14:tracePt t="42752" x="7062788" y="3681413"/>
          <p14:tracePt t="42764" x="7102475" y="3681413"/>
          <p14:tracePt t="42774" x="7129463" y="3681413"/>
          <p14:tracePt t="42786" x="7170738" y="3681413"/>
          <p14:tracePt t="42798" x="7218363" y="3681413"/>
          <p14:tracePt t="42808" x="7245350" y="3667125"/>
          <p14:tracePt t="42820" x="7259638" y="3652838"/>
          <p14:tracePt t="42831" x="7286625" y="3652838"/>
          <p14:tracePt t="42842" x="7286625" y="3640138"/>
          <p14:tracePt t="42853" x="7286625" y="3605213"/>
          <p14:tracePt t="42875" x="7286625" y="3592513"/>
          <p14:tracePt t="42886" x="7272338" y="3578225"/>
          <p14:tracePt t="42899" x="7272338" y="3565525"/>
          <p14:tracePt t="42909" x="7259638" y="3565525"/>
          <p14:tracePt t="43190" x="7245350" y="3565525"/>
          <p14:tracePt t="43213" x="7232650" y="3565525"/>
          <p14:tracePt t="43224" x="7218363" y="3565525"/>
          <p14:tracePt t="43247" x="7205663" y="3578225"/>
          <p14:tracePt t="43258" x="7205663" y="3592513"/>
          <p14:tracePt t="43269" x="7191375" y="3605213"/>
          <p14:tracePt t="43291" x="7191375" y="3625850"/>
          <p14:tracePt t="43336" x="7205663" y="3625850"/>
          <p14:tracePt t="43483" x="7191375" y="3625850"/>
          <p14:tracePt t="43494" x="7170738" y="3640138"/>
          <p14:tracePt t="43505" x="7129463" y="3640138"/>
          <p14:tracePt t="43517" x="7075488" y="3640138"/>
          <p14:tracePt t="43529" x="6986588" y="3652838"/>
          <p14:tracePt t="43539" x="6884988" y="3667125"/>
          <p14:tracePt t="43553" x="6804025" y="3694113"/>
          <p14:tracePt t="43563" x="6673850" y="3721100"/>
          <p14:tracePt t="43573" x="6572250" y="3768725"/>
          <p14:tracePt t="43588" x="6497638" y="3795713"/>
          <p14:tracePt t="43596" x="6408738" y="3824288"/>
          <p14:tracePt t="43607" x="6313488" y="3851275"/>
          <p14:tracePt t="43620" x="6197600" y="3863975"/>
          <p14:tracePt t="44136" x="6184900" y="3863975"/>
          <p14:tracePt t="44147" x="6170613" y="3863975"/>
          <p14:tracePt t="44158" x="6137275" y="3863975"/>
          <p14:tracePt t="44169" x="6110288" y="3863975"/>
          <p14:tracePt t="44182" x="6081713" y="3863975"/>
          <p14:tracePt t="44193" x="6042025" y="3863975"/>
          <p14:tracePt t="44204" x="5994400" y="3863975"/>
          <p14:tracePt t="44215" x="5938838" y="3863975"/>
          <p14:tracePt t="44226" x="5891213" y="3863975"/>
          <p14:tracePt t="44238" x="5864225" y="3863975"/>
          <p14:tracePt t="44248" x="5824538" y="3863975"/>
          <p14:tracePt t="44260" x="5783263" y="3863975"/>
          <p14:tracePt t="44272" x="5748338" y="3863975"/>
          <p14:tracePt t="44282" x="5708650" y="3884613"/>
          <p14:tracePt t="44294" x="5634038" y="3898900"/>
          <p14:tracePt t="44306" x="5578475" y="3898900"/>
          <p14:tracePt t="44316" x="5491163" y="3925888"/>
          <p14:tracePt t="44328" x="5408613" y="3938588"/>
          <p14:tracePt t="44340" x="5319713" y="3967163"/>
          <p14:tracePt t="44350" x="5259388" y="3994150"/>
          <p14:tracePt t="44362" x="5149850" y="4027488"/>
          <p14:tracePt t="44373" x="5033963" y="4068763"/>
          <p14:tracePt t="44383" x="4946650" y="4095750"/>
          <p14:tracePt t="44395" x="4843463" y="4143375"/>
          <p14:tracePt t="44406" x="4776788" y="4157663"/>
          <p14:tracePt t="44417" x="4729163" y="4170363"/>
          <p14:tracePt t="44430" x="4673600" y="4197350"/>
          <p14:tracePt t="44441" x="4625975" y="4211638"/>
          <p14:tracePt t="44451" x="4572000" y="4224338"/>
          <p14:tracePt t="44463" x="4518025" y="4238625"/>
          <p14:tracePt t="44473" x="4429125" y="4238625"/>
          <p14:tracePt t="44923" x="4414838" y="4238625"/>
          <p14:tracePt t="44934" x="4387850" y="4238625"/>
          <p14:tracePt t="44946" x="4354513" y="4238625"/>
          <p14:tracePt t="44958" x="4327525" y="4259263"/>
          <p14:tracePt t="44969" x="4313238" y="4271963"/>
          <p14:tracePt t="44981" x="4286250" y="4271963"/>
          <p14:tracePt t="44991" x="4271963" y="4286250"/>
          <p14:tracePt t="45002" x="4238625" y="4300538"/>
          <p14:tracePt t="45014" x="4184650" y="4300538"/>
          <p14:tracePt t="45026" x="4143375" y="4313238"/>
          <p14:tracePt t="45036" x="4081463" y="4313238"/>
          <p14:tracePt t="45048" x="4014788" y="4327525"/>
          <p14:tracePt t="45059" x="3952875" y="4327525"/>
          <p14:tracePt t="45069" x="3898900" y="4327525"/>
          <p14:tracePt t="45081" x="3836988" y="4327525"/>
          <p14:tracePt t="45092" x="3795713" y="4327525"/>
          <p14:tracePt t="45103" x="3768725" y="4327525"/>
          <p14:tracePt t="45114" x="3735388" y="4327525"/>
          <p14:tracePt t="45126" x="3694113" y="4327525"/>
          <p14:tracePt t="45136" x="3681413" y="4327525"/>
          <p14:tracePt t="45148" x="3652838" y="4327525"/>
          <p14:tracePt t="45160" x="3640138" y="4340225"/>
          <p14:tracePt t="45171" x="3605213" y="4340225"/>
          <p14:tracePt t="45260" x="3625850" y="4340225"/>
          <p14:tracePt t="45271" x="3652838" y="4327525"/>
          <p14:tracePt t="45284" x="3681413" y="4327525"/>
          <p14:tracePt t="45295" x="3708400" y="4327525"/>
          <p14:tracePt t="45305" x="3768725" y="4327525"/>
          <p14:tracePt t="45317" x="3824288" y="4327525"/>
          <p14:tracePt t="45328" x="3863975" y="4327525"/>
          <p14:tracePt t="45339" x="3925888" y="4327525"/>
          <p14:tracePt t="45361" x="3979863" y="4327525"/>
          <p14:tracePt t="45364" x="4041775" y="4327525"/>
          <p14:tracePt t="45373" x="4081463" y="4327525"/>
          <p14:tracePt t="45385" x="4110038" y="4327525"/>
          <p14:tracePt t="45397" x="4122738" y="4340225"/>
          <p14:tracePt t="45409" x="4143375" y="4340225"/>
          <p14:tracePt t="45418" x="4157663" y="4340225"/>
          <p14:tracePt t="45429" x="4170363" y="4340225"/>
          <p14:tracePt t="45451" x="4184650" y="4340225"/>
          <p14:tracePt t="45485" x="4197350" y="4340225"/>
          <p14:tracePt t="45508" x="4211638" y="4340225"/>
          <p14:tracePt t="45530" x="4224338" y="4340225"/>
          <p14:tracePt t="45543" x="4238625" y="4340225"/>
          <p14:tracePt t="45553" x="4259263" y="4340225"/>
          <p14:tracePt t="45565" x="4300538" y="4340225"/>
          <p14:tracePt t="45577" x="4327525" y="4340225"/>
          <p14:tracePt t="45587" x="4367213" y="4340225"/>
          <p14:tracePt t="45599" x="4402138" y="4340225"/>
          <p14:tracePt t="45620" x="4429125" y="4340225"/>
          <p14:tracePt t="45623" x="4470400" y="4340225"/>
          <p14:tracePt t="45633" x="4497388" y="4340225"/>
          <p14:tracePt t="45643" x="4545013" y="4340225"/>
          <p14:tracePt t="45656" x="4586288" y="4340225"/>
          <p14:tracePt t="45667" x="4613275" y="4340225"/>
          <p14:tracePt t="45678" x="4673600" y="4340225"/>
          <p14:tracePt t="45688" x="4714875" y="4340225"/>
          <p14:tracePt t="45700" x="4776788" y="4340225"/>
          <p14:tracePt t="45711" x="4816475" y="4340225"/>
          <p14:tracePt t="45722" x="4872038" y="4340225"/>
          <p14:tracePt t="45734" x="4932363" y="4340225"/>
          <p14:tracePt t="45745" x="4973638" y="4340225"/>
          <p14:tracePt t="45755" x="5048250" y="4354513"/>
          <p14:tracePt t="45768" x="5102225" y="4354513"/>
          <p14:tracePt t="45779" x="5176838" y="4354513"/>
          <p14:tracePt t="45789" x="5218113" y="4354513"/>
          <p14:tracePt t="45823" x="5280025" y="4367213"/>
          <p14:tracePt t="45826" x="5319713" y="4367213"/>
          <p14:tracePt t="45835" x="5334000" y="4367213"/>
          <p14:tracePt t="45843" x="5348288" y="4387850"/>
          <p14:tracePt t="45850" x="5334000" y="4387850"/>
          <p14:tracePt t="45861" x="5292725" y="4367213"/>
          <p14:tracePt t="46273" x="5307013" y="4367213"/>
          <p14:tracePt t="46284" x="5319713" y="4367213"/>
          <p14:tracePt t="46296" x="5334000" y="4367213"/>
          <p14:tracePt t="46307" x="5348288" y="4387850"/>
          <p14:tracePt t="46319" x="5375275" y="4387850"/>
          <p14:tracePt t="46330" x="5408613" y="4387850"/>
          <p14:tracePt t="46341" x="5435600" y="4387850"/>
          <p14:tracePt t="46352" x="5449888" y="4387850"/>
          <p14:tracePt t="46364" x="5462588" y="4387850"/>
          <p14:tracePt t="46385" x="5476875" y="4387850"/>
          <p14:tracePt t="46398" x="5491163" y="4387850"/>
          <p14:tracePt t="46419" x="5503863" y="4387850"/>
          <p14:tracePt t="46453" x="5518150" y="4387850"/>
          <p14:tracePt t="46475" x="5538788" y="4387850"/>
          <p14:tracePt t="46487" x="5551488" y="4387850"/>
          <p14:tracePt t="46499" x="5592763" y="4387850"/>
          <p14:tracePt t="46509" x="5619750" y="4387850"/>
          <p14:tracePt t="46522" x="5708650" y="4387850"/>
          <p14:tracePt t="46533" x="5810250" y="4387850"/>
          <p14:tracePt t="46543" x="5891213" y="4387850"/>
          <p14:tracePt t="46555" x="6021388" y="4387850"/>
          <p14:tracePt t="46566" x="6170613" y="4367213"/>
          <p14:tracePt t="46577" x="6313488" y="4367213"/>
          <p14:tracePt t="46589" x="6408738" y="4367213"/>
          <p14:tracePt t="46600" x="6557963" y="4367213"/>
          <p14:tracePt t="46611" x="6673850" y="4367213"/>
          <p14:tracePt t="46622" x="6742113" y="4387850"/>
          <p14:tracePt t="46633" x="6831013" y="4387850"/>
          <p14:tracePt t="46644" x="6872288" y="4387850"/>
          <p14:tracePt t="46656" x="6911975" y="4402138"/>
          <p14:tracePt t="46678" x="6911975" y="4387850"/>
          <p14:tracePt t="47060" x="6932613" y="4387850"/>
          <p14:tracePt t="47073" x="6932613" y="4402138"/>
          <p14:tracePt t="47084" x="6946900" y="4402138"/>
          <p14:tracePt t="47094" x="6959600" y="4402138"/>
          <p14:tracePt t="47150" x="6959600" y="4387850"/>
          <p14:tracePt t="47173" x="6973888" y="4387850"/>
          <p14:tracePt t="47195" x="6986588" y="4387850"/>
          <p14:tracePt t="47218" x="7000875" y="4387850"/>
          <p14:tracePt t="47240" x="7015163" y="4387850"/>
          <p14:tracePt t="47252" x="7042150" y="4387850"/>
          <p14:tracePt t="47264" x="7075488" y="4387850"/>
          <p14:tracePt t="47274" x="7102475" y="4387850"/>
          <p14:tracePt t="47288" x="7143750" y="4387850"/>
          <p14:tracePt t="47298" x="7170738" y="4387850"/>
          <p14:tracePt t="47309" x="7232650" y="4387850"/>
          <p14:tracePt t="47321" x="7286625" y="4387850"/>
          <p14:tracePt t="47331" x="7319963" y="4387850"/>
          <p14:tracePt t="47343" x="7361238" y="4387850"/>
          <p14:tracePt t="47354" x="7402513" y="4387850"/>
          <p14:tracePt t="47364" x="7435850" y="4387850"/>
          <p14:tracePt t="47376" x="7462838" y="4367213"/>
          <p14:tracePt t="47388" x="7491413" y="4367213"/>
          <p14:tracePt t="47398" x="7504113" y="4354513"/>
          <p14:tracePt t="47410" x="7518400" y="4340225"/>
          <p14:tracePt t="47421" x="7531100" y="4327525"/>
          <p14:tracePt t="47432" x="7531100" y="4313238"/>
          <p14:tracePt t="47443" x="7545388" y="4286250"/>
          <p14:tracePt t="47455" x="7545388" y="4259263"/>
          <p14:tracePt t="47465" x="7531100" y="4211638"/>
          <p14:tracePt t="47477" x="7504113" y="4170363"/>
          <p14:tracePt t="47488" x="7491413" y="4143375"/>
          <p14:tracePt t="47499" x="7477125" y="4110038"/>
          <p14:tracePt t="47511" x="7450138" y="4081463"/>
          <p14:tracePt t="47522" x="7435850" y="4068763"/>
          <p14:tracePt t="47533" x="7402513" y="4054475"/>
          <p14:tracePt t="47545" x="7388225" y="4041775"/>
          <p14:tracePt t="47557" x="7361238" y="4027488"/>
          <p14:tracePt t="47568" x="7348538" y="4027488"/>
          <p14:tracePt t="47578" x="7319963" y="4027488"/>
          <p14:tracePt t="47589" x="7272338" y="4027488"/>
          <p14:tracePt t="47602" x="7245350" y="4041775"/>
          <p14:tracePt t="47612" x="7205663" y="4054475"/>
          <p14:tracePt t="47623" x="7143750" y="4068763"/>
          <p14:tracePt t="47636" x="7116763" y="4081463"/>
          <p14:tracePt t="47645" x="7062788" y="4110038"/>
          <p14:tracePt t="47657" x="7015163" y="4143375"/>
          <p14:tracePt t="47669" x="6986588" y="4157663"/>
          <p14:tracePt t="47679" x="6959600" y="4184650"/>
          <p14:tracePt t="47691" x="6946900" y="4197350"/>
          <p14:tracePt t="47703" x="6932613" y="4211638"/>
          <p14:tracePt t="47713" x="6932613" y="4224338"/>
          <p14:tracePt t="47735" x="6932613" y="4238625"/>
          <p14:tracePt t="47747" x="6932613" y="4259263"/>
          <p14:tracePt t="47758" x="6932613" y="4271963"/>
          <p14:tracePt t="47770" x="6946900" y="4286250"/>
          <p14:tracePt t="47781" x="6959600" y="4300538"/>
          <p14:tracePt t="47792" x="6973888" y="4313238"/>
          <p14:tracePt t="47804" x="7000875" y="4313238"/>
          <p14:tracePt t="47814" x="7042150" y="4327525"/>
          <p14:tracePt t="47826" x="7062788" y="4327525"/>
          <p14:tracePt t="47837" x="7102475" y="4340225"/>
          <p14:tracePt t="47848" x="7143750" y="4340225"/>
          <p14:tracePt t="47859" x="7158038" y="4340225"/>
          <p14:tracePt t="47871" x="7205663" y="4340225"/>
          <p14:tracePt t="47882" x="7232650" y="4340225"/>
          <p14:tracePt t="47893" x="7272338" y="4327525"/>
          <p14:tracePt t="47915" x="7307263" y="4327525"/>
          <p14:tracePt t="47919" x="7348538" y="4300538"/>
          <p14:tracePt t="47928" x="7402513" y="4286250"/>
          <p14:tracePt t="47940" x="7462838" y="4259263"/>
          <p14:tracePt t="47951" x="7518400" y="4211638"/>
          <p14:tracePt t="47961" x="7566025" y="4170363"/>
          <p14:tracePt t="47972" x="7605713" y="4143375"/>
          <p14:tracePt t="47983" x="7634288" y="4110038"/>
          <p14:tracePt t="47995" x="7646988" y="4081463"/>
          <p14:tracePt t="48006" x="7646988" y="4054475"/>
          <p14:tracePt t="48018" x="7646988" y="4041775"/>
          <p14:tracePt t="48028" x="7646988" y="4014788"/>
          <p14:tracePt t="48040" x="7634288" y="3979863"/>
          <p14:tracePt t="48052" x="7620000" y="3967163"/>
          <p14:tracePt t="48062" x="7593013" y="3952875"/>
          <p14:tracePt t="48084" x="7578725" y="3952875"/>
          <p14:tracePt t="48118" x="7578725" y="3967163"/>
          <p14:tracePt t="48129" x="7578725" y="3979863"/>
          <p14:tracePt t="48141" x="7578725" y="3994150"/>
          <p14:tracePt t="48152" x="7566025" y="4014788"/>
          <p14:tracePt t="48163" x="7518400" y="4027488"/>
          <p14:tracePt t="48388" x="7634288" y="4041775"/>
          <p14:tracePt t="48391" x="7694613" y="4054475"/>
          <p14:tracePt t="48399" x="7735888" y="4054475"/>
          <p14:tracePt t="48411" x="7762875" y="4054475"/>
          <p14:tracePt t="48423" x="7837488" y="4054475"/>
          <p14:tracePt t="48433" x="7891463" y="4068763"/>
          <p14:tracePt t="48445" x="7994650" y="4068763"/>
          <p14:tracePt t="48456" x="8096250" y="4068763"/>
          <p14:tracePt t="48467" x="8164513" y="4068763"/>
          <p14:tracePt t="48478" x="8266113" y="4068763"/>
          <p14:tracePt t="48490" x="8340725" y="4068763"/>
          <p14:tracePt t="48501" x="8456613" y="4054475"/>
          <p14:tracePt t="48512" x="8524875" y="4054475"/>
          <p14:tracePt t="48525" x="8626475" y="4041775"/>
          <p14:tracePt t="48534" x="8682038" y="4027488"/>
          <p14:tracePt t="48546" x="8742363" y="4014788"/>
          <p14:tracePt t="48558" x="8783638" y="3994150"/>
          <p14:tracePt t="48568" x="8796338" y="3979863"/>
          <p14:tracePt t="48580" x="8810625" y="3967163"/>
          <p14:tracePt t="48602" x="8810625" y="3952875"/>
          <p14:tracePt t="48624" x="8831263" y="3952875"/>
          <p14:tracePt t="48646" x="8831263" y="3938588"/>
          <p14:tracePt t="48680" x="8831263" y="3925888"/>
          <p14:tracePt t="48703" x="8831263" y="3911600"/>
          <p14:tracePt t="48725" x="8831263" y="3898900"/>
          <p14:tracePt t="48748" x="8810625" y="3898900"/>
          <p14:tracePt t="48759" x="8783638" y="3884613"/>
          <p14:tracePt t="48781" x="8756650" y="3884613"/>
          <p14:tracePt t="48793" x="8742363" y="3884613"/>
          <p14:tracePt t="48804" x="8729663" y="3884613"/>
          <p14:tracePt t="48817" x="8694738" y="3884613"/>
          <p14:tracePt t="48827" x="8667750" y="3898900"/>
          <p14:tracePt t="48838" x="8640763" y="3898900"/>
          <p14:tracePt t="48850" x="8626475" y="3911600"/>
          <p14:tracePt t="48862" x="8613775" y="3925888"/>
          <p14:tracePt t="48874" x="8599488" y="3938588"/>
          <p14:tracePt t="48885" x="8586788" y="3952875"/>
          <p14:tracePt t="48894" x="8551863" y="3979863"/>
          <p14:tracePt t="48907" x="8539163" y="4014788"/>
          <p14:tracePt t="48918" x="8524875" y="4027488"/>
          <p14:tracePt t="48929" x="8524875" y="4054475"/>
          <p14:tracePt t="48940" x="8510588" y="4081463"/>
          <p14:tracePt t="48961" x="8497888" y="4095750"/>
          <p14:tracePt t="48975" x="8497888" y="4110038"/>
          <p14:tracePt t="48986" x="8497888" y="4122738"/>
          <p14:tracePt t="48997" x="8497888" y="4143375"/>
          <p14:tracePt t="49008" x="8510588" y="4157663"/>
          <p14:tracePt t="49018" x="8524875" y="4157663"/>
          <p14:tracePt t="49030" x="8539163" y="4170363"/>
          <p14:tracePt t="49041" x="8551863" y="4170363"/>
          <p14:tracePt t="49052" x="8586788" y="4170363"/>
          <p14:tracePt t="49063" x="8640763" y="4184650"/>
          <p14:tracePt t="49075" x="8667750" y="4184650"/>
          <p14:tracePt t="49086" x="8729663" y="4197350"/>
          <p14:tracePt t="49097" x="8783638" y="4197350"/>
          <p14:tracePt t="49108" x="8843963" y="4197350"/>
          <p14:tracePt t="49119" x="8899525" y="4197350"/>
          <p14:tracePt t="49130" x="8959850" y="4197350"/>
          <p14:tracePt t="49142" x="9015413" y="4184650"/>
          <p14:tracePt t="49154" x="9042400" y="4170363"/>
          <p14:tracePt t="49166" x="9069388" y="4157663"/>
          <p14:tracePt t="49176" x="9102725" y="4143375"/>
          <p14:tracePt t="49187" x="9117013" y="4110038"/>
          <p14:tracePt t="49199" x="9129713" y="4081463"/>
          <p14:tracePt t="49210" x="9144000" y="4054475"/>
          <p14:tracePt t="49220" x="9144000" y="4041775"/>
          <p14:tracePt t="49231" x="9129713" y="4014788"/>
          <p14:tracePt t="49243" x="9129713" y="3994150"/>
          <p14:tracePt t="49254" x="9117013" y="3967163"/>
          <p14:tracePt t="49265" x="9117013" y="3952875"/>
          <p14:tracePt t="49277" x="9102725" y="3952875"/>
          <p14:tracePt t="49288" x="9090025" y="3938588"/>
          <p14:tracePt t="49299" x="9090025" y="3925888"/>
          <p14:tracePt t="49311" x="9055100" y="3925888"/>
          <p14:tracePt t="49322" x="9042400" y="3925888"/>
          <p14:tracePt t="49333" x="9028113" y="3925888"/>
          <p14:tracePt t="49344" x="9001125" y="3925888"/>
          <p14:tracePt t="49357" x="8959850" y="3911600"/>
          <p14:tracePt t="49367" x="8926513" y="3911600"/>
          <p14:tracePt t="49378" x="8899525" y="3911600"/>
          <p14:tracePt t="49390" x="8858250" y="3911600"/>
          <p14:tracePt t="49400" x="8810625" y="3911600"/>
          <p14:tracePt t="49412" x="8783638" y="3911600"/>
          <p14:tracePt t="49424" x="8729663" y="3925888"/>
          <p14:tracePt t="49434" x="8682038" y="3938588"/>
          <p14:tracePt t="49446" x="8653463" y="3952875"/>
          <p14:tracePt t="49458" x="8626475" y="3967163"/>
          <p14:tracePt t="49468" x="8599488" y="3994150"/>
          <p14:tracePt t="49480" x="8586788" y="4014788"/>
          <p14:tracePt t="49492" x="8566150" y="4027488"/>
          <p14:tracePt t="49502" x="8551863" y="4054475"/>
          <p14:tracePt t="49514" x="8551863" y="4068763"/>
          <p14:tracePt t="49525" x="8539163" y="4081463"/>
          <p14:tracePt t="49535" x="8539163" y="4095750"/>
          <p14:tracePt t="49547" x="8524875" y="4095750"/>
          <p14:tracePt t="49558" x="8524875" y="4110038"/>
          <p14:tracePt t="49569" x="8524875" y="4122738"/>
          <p14:tracePt t="49581" x="8524875" y="4143375"/>
          <p14:tracePt t="49592" x="8524875" y="4157663"/>
          <p14:tracePt t="49625" x="8524875" y="4170363"/>
          <p14:tracePt t="49671" x="8539163" y="4170363"/>
          <p14:tracePt t="49693" x="8551863" y="4184650"/>
          <p14:tracePt t="49715" x="8566150" y="4184650"/>
          <p14:tracePt t="49727" x="8586788" y="4184650"/>
          <p14:tracePt t="49760" x="8599488" y="4184650"/>
          <p14:tracePt t="49805" x="8613775" y="4184650"/>
          <p14:tracePt t="52461" x="8470900" y="4184650"/>
          <p14:tracePt t="52462" x="8396288" y="4197350"/>
          <p14:tracePt t="52471" x="8307388" y="4197350"/>
          <p14:tracePt t="52483" x="8239125" y="4211638"/>
          <p14:tracePt t="52495" x="8150225" y="4211638"/>
          <p14:tracePt t="52507" x="8096250" y="4224338"/>
          <p14:tracePt t="52517" x="8069263" y="4224338"/>
          <p14:tracePt t="52529" x="8021638" y="4238625"/>
          <p14:tracePt t="52540" x="8007350" y="4238625"/>
          <p14:tracePt t="52551" x="7980363" y="4238625"/>
          <p14:tracePt t="52563" x="7967663" y="4238625"/>
          <p14:tracePt t="52584" x="7953375" y="4238625"/>
          <p14:tracePt t="53045" x="7932738" y="4259263"/>
          <p14:tracePt t="53057" x="7932738" y="4271963"/>
          <p14:tracePt t="53069" x="7920038" y="4271963"/>
          <p14:tracePt t="53079" x="7878763" y="4286250"/>
          <p14:tracePt t="53620" x="7878763" y="4300538"/>
          <p14:tracePt t="53631" x="7878763" y="4313238"/>
          <p14:tracePt t="53642" x="7864475" y="4327525"/>
          <p14:tracePt t="53655" x="7837488" y="4340225"/>
          <p14:tracePt t="53665" x="7804150" y="4387850"/>
          <p14:tracePt t="53676" x="7789863" y="4414838"/>
          <p14:tracePt t="53689" x="7777163" y="4470400"/>
          <p14:tracePt t="53699" x="7762875" y="4545013"/>
          <p14:tracePt t="53710" x="7748588" y="4586288"/>
          <p14:tracePt t="53722" x="7748588" y="4613275"/>
          <p14:tracePt t="53732" x="7748588" y="4660900"/>
          <p14:tracePt t="53743" x="7748588" y="4687888"/>
          <p14:tracePt t="53766" x="7748588" y="4700588"/>
          <p14:tracePt t="53788" x="7748588" y="4714875"/>
          <p14:tracePt t="53867" x="7735888" y="4714875"/>
          <p14:tracePt t="53879" x="7721600" y="4714875"/>
          <p14:tracePt t="53890" x="7694613" y="4714875"/>
          <p14:tracePt t="53901" x="7661275" y="4714875"/>
          <p14:tracePt t="53913" x="7620000" y="4714875"/>
          <p14:tracePt t="53924" x="7578725" y="4714875"/>
          <p14:tracePt t="53934" x="7531100" y="4714875"/>
          <p14:tracePt t="53947" x="7504113" y="4714875"/>
          <p14:tracePt t="53957" x="7477125" y="4714875"/>
          <p14:tracePt t="53968" x="7462838" y="4729163"/>
          <p14:tracePt t="53980" x="7450138" y="4729163"/>
          <p14:tracePt t="54046" x="7462838" y="4729163"/>
          <p14:tracePt t="54058" x="7477125" y="4729163"/>
          <p14:tracePt t="54069" x="7518400" y="4729163"/>
          <p14:tracePt t="54081" x="7578725" y="4741863"/>
          <p14:tracePt t="54092" x="7646988" y="4741863"/>
          <p14:tracePt t="54103" x="7735888" y="4756150"/>
          <p14:tracePt t="54115" x="7864475" y="4756150"/>
          <p14:tracePt t="54126" x="7967663" y="4776788"/>
          <p14:tracePt t="54148" x="8021638" y="4776788"/>
          <p14:tracePt t="54149" x="8081963" y="4776788"/>
          <p14:tracePt t="54160" x="8110538" y="4776788"/>
          <p14:tracePt t="54171" x="8123238" y="4776788"/>
          <p14:tracePt t="54206" x="8110538" y="4776788"/>
          <p14:tracePt t="54215" x="8069263" y="4776788"/>
          <p14:tracePt t="54227" x="8007350" y="4776788"/>
          <p14:tracePt t="54239" x="7920038" y="4756150"/>
          <p14:tracePt t="54250" x="7851775" y="4756150"/>
          <p14:tracePt t="54260" x="7721600" y="4756150"/>
          <p14:tracePt t="54273" x="7646988" y="4741863"/>
          <p14:tracePt t="54284" x="7593013" y="4741863"/>
          <p14:tracePt t="54297" x="7566025" y="4741863"/>
          <p14:tracePt t="54308" x="7545388" y="4741863"/>
          <p14:tracePt t="54339" x="7566025" y="4741863"/>
          <p14:tracePt t="54350" x="7593013" y="4741863"/>
          <p14:tracePt t="54363" x="7634288" y="4741863"/>
          <p14:tracePt t="54375" x="7694613" y="4741863"/>
          <p14:tracePt t="54385" x="7777163" y="4756150"/>
          <p14:tracePt t="54397" x="7837488" y="4756150"/>
          <p14:tracePt t="54408" x="7920038" y="4756150"/>
          <p14:tracePt t="54418" x="7980363" y="4756150"/>
          <p14:tracePt t="54430" x="8007350" y="4756150"/>
          <p14:tracePt t="54441" x="8021638" y="4756150"/>
          <p14:tracePt t="54474" x="8007350" y="4756150"/>
          <p14:tracePt t="54486" x="7967663" y="4756150"/>
          <p14:tracePt t="54497" x="7905750" y="4756150"/>
          <p14:tracePt t="54509" x="7851775" y="4756150"/>
          <p14:tracePt t="54519" x="7789863" y="4756150"/>
          <p14:tracePt t="54531" x="7735888" y="4756150"/>
          <p14:tracePt t="54542" x="7708900" y="4756150"/>
          <p14:tracePt t="54598" x="7735888" y="4756150"/>
          <p14:tracePt t="54609" x="7762875" y="4756150"/>
          <p14:tracePt t="54620" x="7837488" y="4756150"/>
          <p14:tracePt t="54632" x="7878763" y="4756150"/>
          <p14:tracePt t="54643" x="7967663" y="4756150"/>
          <p14:tracePt t="54654" x="8021638" y="4756150"/>
          <p14:tracePt t="54666" x="8048625" y="4756150"/>
          <p14:tracePt t="54677" x="8069263" y="4756150"/>
          <p14:tracePt t="54689" x="8081963" y="4756150"/>
          <p14:tracePt t="54722" x="8069263" y="4756150"/>
          <p14:tracePt t="54733" x="8034338" y="4756150"/>
          <p14:tracePt t="54744" x="8007350" y="4756150"/>
          <p14:tracePt t="54757" x="7953375" y="4776788"/>
          <p14:tracePt t="54768" x="7905750" y="4776788"/>
          <p14:tracePt t="54779" x="7878763" y="4776788"/>
          <p14:tracePt t="54791" x="7851775" y="4776788"/>
          <p14:tracePt t="54801" x="7837488" y="4776788"/>
          <p14:tracePt t="54823" x="7851775" y="4776788"/>
          <p14:tracePt t="54834" x="7878763" y="4776788"/>
          <p14:tracePt t="54846" x="7953375" y="4776788"/>
          <p14:tracePt t="54857" x="8034338" y="4776788"/>
          <p14:tracePt t="54868" x="8137525" y="4776788"/>
          <p14:tracePt t="54880" x="8253413" y="4789488"/>
          <p14:tracePt t="54892" x="8340725" y="4789488"/>
          <p14:tracePt t="54902" x="8408988" y="4789488"/>
          <p14:tracePt t="54914" x="8456613" y="4789488"/>
          <p14:tracePt t="54947" x="8435975" y="4789488"/>
          <p14:tracePt t="54958" x="8408988" y="4789488"/>
          <p14:tracePt t="54969" x="8355013" y="4789488"/>
          <p14:tracePt t="54982" x="8266113" y="4776788"/>
          <p14:tracePt t="54993" x="8137525" y="4776788"/>
          <p14:tracePt t="55003" x="8034338" y="4776788"/>
          <p14:tracePt t="55015" x="7905750" y="4756150"/>
          <p14:tracePt t="55026" x="7804150" y="4756150"/>
          <p14:tracePt t="55037" x="7748588" y="4756150"/>
          <p14:tracePt t="55048" x="7735888" y="4756150"/>
          <p14:tracePt t="55081" x="7748588" y="4756150"/>
          <p14:tracePt t="55093" x="7804150" y="4756150"/>
          <p14:tracePt t="55104" x="7891463" y="4776788"/>
          <p14:tracePt t="55116" x="7967663" y="4776788"/>
          <p14:tracePt t="55128" x="8096250" y="4776788"/>
          <p14:tracePt t="55140" x="8212138" y="4789488"/>
          <p14:tracePt t="55150" x="8293100" y="4789488"/>
          <p14:tracePt t="55162" x="8328025" y="4789488"/>
          <p14:tracePt t="55173" x="8340725" y="4789488"/>
          <p14:tracePt t="55206" x="8307388" y="4789488"/>
          <p14:tracePt t="55217" x="8239125" y="4776788"/>
          <p14:tracePt t="55229" x="8137525" y="4776788"/>
          <p14:tracePt t="55262" x="8069263" y="4756150"/>
          <p14:tracePt t="55265" x="7953375" y="4756150"/>
          <p14:tracePt t="55275" x="7864475" y="4756150"/>
          <p14:tracePt t="55275" x="7824788" y="4756150"/>
          <p14:tracePt t="55285" x="7789863" y="4756150"/>
          <p14:tracePt t="55318" x="7804150" y="4756150"/>
          <p14:tracePt t="55330" x="7878763" y="4756150"/>
          <p14:tracePt t="55341" x="7953375" y="4756150"/>
          <p14:tracePt t="55352" x="8021638" y="4756150"/>
          <p14:tracePt t="55364" x="8123238" y="4756150"/>
          <p14:tracePt t="55375" x="8197850" y="4756150"/>
          <p14:tracePt t="55385" x="8224838" y="4756150"/>
          <p14:tracePt t="55397" x="8239125" y="4756150"/>
          <p14:tracePt t="55419" x="8224838" y="4756150"/>
          <p14:tracePt t="55431" x="8197850" y="4756150"/>
          <p14:tracePt t="55442" x="8110538" y="4741863"/>
          <p14:tracePt t="55453" x="8034338" y="4741863"/>
          <p14:tracePt t="55464" x="7980363" y="4741863"/>
          <p14:tracePt t="55476" x="7891463" y="4741863"/>
          <p14:tracePt t="55487" x="7837488" y="4741863"/>
          <p14:tracePt t="55498" x="7824788" y="4741863"/>
          <p14:tracePt t="55532" x="7837488" y="4741863"/>
          <p14:tracePt t="55543" x="7864475" y="4741863"/>
          <p14:tracePt t="55555" x="7953375" y="4741863"/>
          <p14:tracePt t="55566" x="8069263" y="4741863"/>
          <p14:tracePt t="55577" x="8177213" y="4756150"/>
          <p14:tracePt t="55590" x="8253413" y="4756150"/>
          <p14:tracePt t="55600" x="8328025" y="4756150"/>
          <p14:tracePt t="55611" x="8340725" y="4756150"/>
          <p14:tracePt t="55644" x="8307388" y="4756150"/>
          <p14:tracePt t="55656" x="8253413" y="4756150"/>
          <p14:tracePt t="55667" x="8150225" y="4741863"/>
          <p14:tracePt t="55679" x="8048625" y="4741863"/>
          <p14:tracePt t="55690" x="7980363" y="4741863"/>
          <p14:tracePt t="55701" x="7920038" y="4741863"/>
          <p14:tracePt t="55713" x="7905750" y="4741863"/>
          <p14:tracePt t="55745" x="7953375" y="4741863"/>
          <p14:tracePt t="55757" x="8021638" y="4741863"/>
          <p14:tracePt t="55768" x="8081963" y="4741863"/>
          <p14:tracePt t="55781" x="8164513" y="4741863"/>
          <p14:tracePt t="55792" x="8253413" y="4741863"/>
          <p14:tracePt t="55802" x="8293100" y="4741863"/>
          <p14:tracePt t="55814" x="8307388" y="4741863"/>
          <p14:tracePt t="55869" x="8280400" y="4741863"/>
          <p14:tracePt t="55891" x="8266113" y="4741863"/>
          <p14:tracePt t="55903" x="8253413" y="4741863"/>
          <p14:tracePt t="55925" x="8239125" y="4741863"/>
          <p14:tracePt t="58018" x="8224838" y="4741863"/>
          <p14:tracePt t="58040" x="8212138" y="4756150"/>
          <p14:tracePt t="58054" x="8177213" y="4756150"/>
          <p14:tracePt t="58063" x="8164513" y="4756150"/>
          <p14:tracePt t="58075" x="8150225" y="4756150"/>
          <p14:tracePt t="58088" x="8137525" y="4756150"/>
          <p14:tracePt t="58098" x="8123238" y="4756150"/>
          <p14:tracePt t="58108" x="8110538" y="4756150"/>
          <p14:tracePt t="58130" x="8096250" y="4756150"/>
          <p14:tracePt t="58142" x="8081963" y="4756150"/>
          <p14:tracePt t="58155" x="8069263" y="4756150"/>
          <p14:tracePt t="58165" x="8048625" y="4776788"/>
          <p14:tracePt t="58176" x="8021638" y="4789488"/>
          <p14:tracePt t="58189" x="8007350" y="4803775"/>
          <p14:tracePt t="58199" x="7967663" y="4816475"/>
          <p14:tracePt t="58209" x="7891463" y="4843463"/>
          <p14:tracePt t="58223" x="7851775" y="4872038"/>
          <p14:tracePt t="58233" x="7777163" y="4884738"/>
          <p14:tracePt t="58245" x="7708900" y="4919663"/>
          <p14:tracePt t="58256" x="7620000" y="4946650"/>
          <p14:tracePt t="58266" x="7578725" y="4973638"/>
          <p14:tracePt t="58278" x="7531100" y="4986338"/>
          <p14:tracePt t="58290" x="7504113" y="5021263"/>
          <p14:tracePt t="58300" x="7491413" y="5021263"/>
          <p14:tracePt t="58312" x="7477125" y="5033963"/>
          <p14:tracePt t="58323" x="7462838" y="5033963"/>
          <p14:tracePt t="58344" x="7450138" y="5048250"/>
          <p14:tracePt t="58367" x="7435850" y="5048250"/>
          <p14:tracePt t="58401" x="7415213" y="5048250"/>
          <p14:tracePt t="58423" x="7402513" y="5062538"/>
          <p14:tracePt t="58434" x="7388225" y="5062538"/>
          <p14:tracePt t="58447" x="7375525" y="5075238"/>
          <p14:tracePt t="58458" x="7348538" y="5075238"/>
          <p14:tracePt t="58468" x="7319963" y="5089525"/>
          <p14:tracePt t="58481" x="7272338" y="5089525"/>
          <p14:tracePt t="58491" x="7259638" y="5102225"/>
          <p14:tracePt t="58503" x="7218363" y="5102225"/>
          <p14:tracePt t="58514" x="7170738" y="5102225"/>
          <p14:tracePt t="58525" x="7143750" y="5102225"/>
          <p14:tracePt t="58535" x="7116763" y="5116513"/>
          <p14:tracePt t="58548" x="7075488" y="5116513"/>
          <p14:tracePt t="58560" x="7042150" y="5116513"/>
          <p14:tracePt t="58571" x="7027863" y="5116513"/>
          <p14:tracePt t="58581" x="7000875" y="5116513"/>
          <p14:tracePt t="58592" x="6973888" y="5116513"/>
          <p14:tracePt t="58604" x="6959600" y="5116513"/>
          <p14:tracePt t="58614" x="6932613" y="5129213"/>
          <p14:tracePt t="58626" x="6911975" y="5129213"/>
          <p14:tracePt t="58638" x="6899275" y="5129213"/>
          <p14:tracePt t="58648" x="6884988" y="5129213"/>
          <p14:tracePt t="59100" x="6899275" y="5129213"/>
          <p14:tracePt t="59120" x="6911975" y="5129213"/>
          <p14:tracePt t="59133" x="6932613" y="5149850"/>
          <p14:tracePt t="59143" x="6946900" y="5149850"/>
          <p14:tracePt t="59155" x="6959600" y="5149850"/>
          <p14:tracePt t="59165" x="6986588" y="5149850"/>
          <p14:tracePt t="59178" x="7000875" y="5149850"/>
          <p14:tracePt t="59189" x="7027863" y="5149850"/>
          <p14:tracePt t="59201" x="7062788" y="5149850"/>
          <p14:tracePt t="59211" x="7089775" y="5149850"/>
          <p14:tracePt t="59223" x="7116763" y="5164138"/>
          <p14:tracePt t="59235" x="7143750" y="5164138"/>
          <p14:tracePt t="59244" x="7170738" y="5164138"/>
          <p14:tracePt t="59256" x="7191375" y="5164138"/>
          <p14:tracePt t="59268" x="7205663" y="5164138"/>
          <p14:tracePt t="59278" x="7218363" y="5176838"/>
          <p14:tracePt t="59290" x="7232650" y="5176838"/>
          <p14:tracePt t="59302" x="7245350" y="5176838"/>
          <p14:tracePt t="59323" x="7259638" y="5176838"/>
          <p14:tracePt t="60268" x="7259638" y="5191125"/>
          <p14:tracePt t="60290" x="7245350" y="5191125"/>
          <p14:tracePt t="60303" x="7245350" y="5205413"/>
          <p14:tracePt t="60314" x="7232650" y="5205413"/>
          <p14:tracePt t="60324" x="7218363" y="5205413"/>
          <p14:tracePt t="60337" x="7191375" y="5218113"/>
          <p14:tracePt t="60347" x="7170738" y="5218113"/>
          <p14:tracePt t="60358" x="7158038" y="5218113"/>
          <p14:tracePt t="60372" x="7143750" y="5232400"/>
          <p14:tracePt t="60382" x="7129463" y="5232400"/>
          <p14:tracePt t="60393" x="7116763" y="5245100"/>
          <p14:tracePt t="60405" x="7089775" y="5245100"/>
          <p14:tracePt t="60415" x="7075488" y="5259388"/>
          <p14:tracePt t="60427" x="7062788" y="5259388"/>
          <p14:tracePt t="60438" x="7027863" y="5280025"/>
          <p14:tracePt t="60448" x="7000875" y="5292725"/>
          <p14:tracePt t="60461" x="6973888" y="5307013"/>
          <p14:tracePt t="60472" x="6959600" y="5307013"/>
          <p14:tracePt t="60504" x="6932613" y="5319713"/>
          <p14:tracePt t="60507" x="6899275" y="5319713"/>
          <p14:tracePt t="60517" x="6884988" y="5334000"/>
          <p14:tracePt t="60518" x="6858000" y="5334000"/>
          <p14:tracePt t="60528" x="6831013" y="5334000"/>
          <p14:tracePt t="60540" x="6816725" y="5334000"/>
          <p14:tracePt t="60550" x="6783388" y="5348288"/>
          <p14:tracePt t="60562" x="6756400" y="5348288"/>
          <p14:tracePt t="60572" x="6729413" y="5348288"/>
          <p14:tracePt t="60583" x="6700838" y="5360988"/>
          <p14:tracePt t="60596" x="6653213" y="5360988"/>
          <p14:tracePt t="60606" x="6613525" y="5375275"/>
          <p14:tracePt t="60617" x="6572250" y="5375275"/>
          <p14:tracePt t="60629" x="6497638" y="5387975"/>
          <p14:tracePt t="60640" x="6429375" y="5387975"/>
          <p14:tracePt t="60650" x="6367463" y="5408613"/>
          <p14:tracePt t="60662" x="6265863" y="5422900"/>
          <p14:tracePt t="60673" x="6170613" y="5435600"/>
          <p14:tracePt t="60684" x="6069013" y="5462588"/>
          <p14:tracePt t="60696" x="5980113" y="5476875"/>
          <p14:tracePt t="60707" x="5864225" y="5476875"/>
          <p14:tracePt t="60718" x="5735638" y="5491163"/>
          <p14:tracePt t="60730" x="5646738" y="5491163"/>
          <p14:tracePt t="60741" x="5551488" y="5491163"/>
          <p14:tracePt t="60752" x="5462588" y="5503863"/>
          <p14:tracePt t="60763" x="5387975" y="5503863"/>
          <p14:tracePt t="60775" x="5334000" y="5503863"/>
          <p14:tracePt t="60787" x="5280025" y="5503863"/>
          <p14:tracePt t="60797" x="5218113" y="5503863"/>
          <p14:tracePt t="60808" x="5191125" y="5503863"/>
          <p14:tracePt t="60820" x="5149850" y="5503863"/>
          <p14:tracePt t="60831" x="5102225" y="5503863"/>
          <p14:tracePt t="60842" x="5075238" y="5503863"/>
          <p14:tracePt t="60855" x="5033963" y="5503863"/>
          <p14:tracePt t="60864" x="4986338" y="5503863"/>
          <p14:tracePt t="60876" x="4932363" y="5503863"/>
          <p14:tracePt t="60889" x="4905375" y="5503863"/>
          <p14:tracePt t="60898" x="4843463" y="5503863"/>
          <p14:tracePt t="60910" x="4789488" y="5503863"/>
          <p14:tracePt t="60921" x="4741863" y="5503863"/>
          <p14:tracePt t="60932" x="4700588" y="5503863"/>
          <p14:tracePt t="60943" x="4660900" y="5503863"/>
          <p14:tracePt t="60955" x="4625975" y="5503863"/>
          <p14:tracePt t="60966" x="4598988" y="5503863"/>
          <p14:tracePt t="60977" x="4557713" y="5503863"/>
          <p14:tracePt t="60999" x="4545013" y="5503863"/>
          <p14:tracePt t="61005" x="4518025" y="5518150"/>
          <p14:tracePt t="61013" x="4497388" y="5518150"/>
          <p14:tracePt t="61023" x="4483100" y="5518150"/>
          <p14:tracePt t="61034" x="4470400" y="5538788"/>
          <p14:tracePt t="61046" x="4456113" y="5538788"/>
          <p14:tracePt t="61056" x="4443413" y="5538788"/>
          <p14:tracePt t="61067" x="4429125" y="5538788"/>
          <p14:tracePt t="61156" x="4414838" y="5538788"/>
          <p14:tracePt t="61179" x="4387850" y="5538788"/>
          <p14:tracePt t="61787" x="4402138" y="5538788"/>
          <p14:tracePt t="61809" x="4414838" y="5538788"/>
          <p14:tracePt t="61821" x="4429125" y="5538788"/>
          <p14:tracePt t="61832" x="4443413" y="5551488"/>
          <p14:tracePt t="61843" x="4456113" y="5551488"/>
          <p14:tracePt t="61856" x="4470400" y="5551488"/>
          <p14:tracePt t="61867" x="4483100" y="5551488"/>
          <p14:tracePt t="61879" x="4497388" y="5551488"/>
          <p14:tracePt t="61890" x="4518025" y="5551488"/>
          <p14:tracePt t="61900" x="4530725" y="5551488"/>
          <p14:tracePt t="61911" x="4557713" y="5551488"/>
          <p14:tracePt t="61923" x="4572000" y="5551488"/>
          <p14:tracePt t="61933" x="4598988" y="5551488"/>
          <p14:tracePt t="61944" x="4613275" y="5551488"/>
          <p14:tracePt t="61957" x="4625975" y="5551488"/>
          <p14:tracePt t="61967" x="4646613" y="5551488"/>
          <p14:tracePt t="61989" x="4673600" y="5551488"/>
          <p14:tracePt t="62001" x="4687888" y="5551488"/>
          <p14:tracePt t="62013" x="4729163" y="5551488"/>
          <p14:tracePt t="62024" x="4756150" y="5551488"/>
          <p14:tracePt t="62034" x="4830763" y="5551488"/>
          <p14:tracePt t="62047" x="4919663" y="5551488"/>
          <p14:tracePt t="62057" x="4986338" y="5551488"/>
          <p14:tracePt t="62068" x="5116513" y="5551488"/>
          <p14:tracePt t="62080" x="5245100" y="5565775"/>
          <p14:tracePt t="62091" x="5360988" y="5565775"/>
          <p14:tracePt t="62102" x="5422900" y="5578475"/>
          <p14:tracePt t="62115" x="5503863" y="5578475"/>
          <p14:tracePt t="62125" x="5565775" y="5578475"/>
          <p14:tracePt t="62136" x="5605463" y="5578475"/>
          <p14:tracePt t="62148" x="5634038" y="5578475"/>
          <p14:tracePt t="62159" x="5646738" y="5578475"/>
          <p14:tracePt t="62169" x="5667375" y="5578475"/>
          <p14:tracePt t="62496" x="5681663" y="5578475"/>
          <p14:tracePt t="62499" x="5694363" y="5578475"/>
          <p14:tracePt t="62508" x="5708650" y="5578475"/>
          <p14:tracePt t="62519" x="5721350" y="5578475"/>
          <p14:tracePt t="62533" x="5735638" y="5578475"/>
          <p14:tracePt t="62542" x="5762625" y="5578475"/>
          <p14:tracePt t="62553" x="5795963" y="5578475"/>
          <p14:tracePt t="62564" x="5851525" y="5578475"/>
          <p14:tracePt t="62574" x="5926138" y="5592763"/>
          <p14:tracePt t="62598" x="6007100" y="5592763"/>
          <p14:tracePt t="62608" x="6081713" y="5605463"/>
          <p14:tracePt t="62611" x="6170613" y="5605463"/>
          <p14:tracePt t="62620" x="6253163" y="5619750"/>
          <p14:tracePt t="62633" x="6300788" y="5619750"/>
          <p14:tracePt t="62643" x="6367463" y="5619750"/>
          <p14:tracePt t="62655" x="6408738" y="5619750"/>
          <p14:tracePt t="62666" x="6456363" y="5619750"/>
          <p14:tracePt t="62676" x="6497638" y="5619750"/>
          <p14:tracePt t="62687" x="6545263" y="5619750"/>
          <p14:tracePt t="62699" x="6599238" y="5619750"/>
          <p14:tracePt t="62709" x="6640513" y="5619750"/>
          <p14:tracePt t="62721" x="6715125" y="5605463"/>
          <p14:tracePt t="62733" x="6769100" y="5592763"/>
          <p14:tracePt t="62743" x="6831013" y="5578475"/>
          <p14:tracePt t="62755" x="6872288" y="5565775"/>
          <p14:tracePt t="62766" x="6932613" y="5551488"/>
          <p14:tracePt t="62777" x="6959600" y="5518150"/>
          <p14:tracePt t="62789" x="7000875" y="5503863"/>
          <p14:tracePt t="62800" x="7042150" y="5491163"/>
          <p14:tracePt t="62811" x="7075488" y="5462588"/>
          <p14:tracePt t="62822" x="7089775" y="5449888"/>
          <p14:tracePt t="62834" x="7089775" y="5435600"/>
          <p14:tracePt t="62844" x="7102475" y="5422900"/>
          <p14:tracePt t="62868" x="7089775" y="5408613"/>
          <p14:tracePt t="62878" x="7075488" y="5387975"/>
          <p14:tracePt t="62890" x="7062788" y="5375275"/>
          <p14:tracePt t="62901" x="7015163" y="5360988"/>
          <p14:tracePt t="62912" x="6973888" y="5334000"/>
          <p14:tracePt t="62923" x="6911975" y="5319713"/>
          <p14:tracePt t="62934" x="6872288" y="5292725"/>
          <p14:tracePt t="62945" x="6804025" y="5259388"/>
          <p14:tracePt t="62957" x="6715125" y="5245100"/>
          <p14:tracePt t="62968" x="6653213" y="5232400"/>
          <p14:tracePt t="62979" x="6572250" y="5218113"/>
          <p14:tracePt t="62991" x="6497638" y="5205413"/>
          <p14:tracePt t="63002" x="6443663" y="5191125"/>
          <p14:tracePt t="63014" x="6396038" y="5191125"/>
          <p14:tracePt t="63024" x="6354763" y="5191125"/>
          <p14:tracePt t="63036" x="6313488" y="5191125"/>
          <p14:tracePt t="63048" x="6300788" y="5191125"/>
          <p14:tracePt t="63058" x="6253163" y="5176838"/>
          <p14:tracePt t="63070" x="6238875" y="5176838"/>
          <p14:tracePt t="63082" x="6211888" y="5176838"/>
          <p14:tracePt t="63092" x="6184900" y="5176838"/>
          <p14:tracePt t="63103" x="6149975" y="5176838"/>
          <p14:tracePt t="63116" x="6137275" y="5176838"/>
          <p14:tracePt t="63126" x="6110288" y="5176838"/>
          <p14:tracePt t="63137" x="6081713" y="5191125"/>
          <p14:tracePt t="63149" x="6042025" y="5191125"/>
          <p14:tracePt t="63160" x="6007100" y="5205413"/>
          <p14:tracePt t="63171" x="5967413" y="5205413"/>
          <p14:tracePt t="63182" x="5938838" y="5218113"/>
          <p14:tracePt t="63193" x="5911850" y="5232400"/>
          <p14:tracePt t="63205" x="5864225" y="5245100"/>
          <p14:tracePt t="63216" x="5837238" y="5245100"/>
          <p14:tracePt t="63227" x="5824538" y="5259388"/>
          <p14:tracePt t="63238" x="5795963" y="5280025"/>
          <p14:tracePt t="63250" x="5783263" y="5292725"/>
          <p14:tracePt t="63261" x="5762625" y="5319713"/>
          <p14:tracePt t="63272" x="5748338" y="5334000"/>
          <p14:tracePt t="63284" x="5735638" y="5348288"/>
          <p14:tracePt t="63294" x="5721350" y="5360988"/>
          <p14:tracePt t="63306" x="5708650" y="5387975"/>
          <p14:tracePt t="63317" x="5708650" y="5408613"/>
          <p14:tracePt t="63328" x="5708650" y="5422900"/>
          <p14:tracePt t="63339" x="5708650" y="5435600"/>
          <p14:tracePt t="63351" x="5708650" y="5449888"/>
          <p14:tracePt t="63362" x="5721350" y="5476875"/>
          <p14:tracePt t="63373" x="5735638" y="5503863"/>
          <p14:tracePt t="63385" x="5748338" y="5503863"/>
          <p14:tracePt t="63396" x="5762625" y="5518150"/>
          <p14:tracePt t="63408" x="5783263" y="5538788"/>
          <p14:tracePt t="63419" x="5795963" y="5538788"/>
          <p14:tracePt t="63429" x="5810250" y="5551488"/>
          <p14:tracePt t="63441" x="5837238" y="5551488"/>
          <p14:tracePt t="63452" x="5851525" y="5551488"/>
          <p14:tracePt t="63464" x="5864225" y="5551488"/>
          <p14:tracePt t="63474" x="5891213" y="5565775"/>
          <p14:tracePt t="63486" x="5926138" y="5565775"/>
          <p14:tracePt t="63498" x="5938838" y="5565775"/>
          <p14:tracePt t="63508" x="5967413" y="5578475"/>
          <p14:tracePt t="63519" x="6007100" y="5578475"/>
          <p14:tracePt t="63532" x="6042025" y="5578475"/>
          <p14:tracePt t="63542" x="6054725" y="5578475"/>
          <p14:tracePt t="63553" x="6081713" y="5578475"/>
          <p14:tracePt t="63566" x="6110288" y="5592763"/>
          <p14:tracePt t="63576" x="6122988" y="5592763"/>
          <p14:tracePt t="63587" x="6149975" y="5592763"/>
          <p14:tracePt t="63599" x="6184900" y="5592763"/>
          <p14:tracePt t="63609" x="6211888" y="5592763"/>
          <p14:tracePt t="63621" x="6253163" y="5592763"/>
          <p14:tracePt t="63643" x="6313488" y="5592763"/>
          <p14:tracePt t="63646" x="6367463" y="5578475"/>
          <p14:tracePt t="63655" x="6408738" y="5578475"/>
          <p14:tracePt t="63668" x="6470650" y="5565775"/>
          <p14:tracePt t="63678" x="6545263" y="5565775"/>
          <p14:tracePt t="63689" x="6586538" y="5551488"/>
          <p14:tracePt t="63700" x="6613525" y="5538788"/>
          <p14:tracePt t="63711" x="6653213" y="5518150"/>
          <p14:tracePt t="63723" x="6673850" y="5518150"/>
          <p14:tracePt t="63734" x="6700838" y="5503863"/>
          <p14:tracePt t="63744" x="6715125" y="5476875"/>
          <p14:tracePt t="63757" x="6729413" y="5462588"/>
          <p14:tracePt t="63768" x="6742113" y="5449888"/>
          <p14:tracePt t="63778" x="6742113" y="5422900"/>
          <p14:tracePt t="63789" x="6742113" y="5387975"/>
          <p14:tracePt t="63801" x="6742113" y="5360988"/>
          <p14:tracePt t="63812" x="6729413" y="5334000"/>
          <p14:tracePt t="63824" x="6715125" y="5307013"/>
          <p14:tracePt t="63835" x="6688138" y="5280025"/>
          <p14:tracePt t="63846" x="6653213" y="5259388"/>
          <p14:tracePt t="63857" x="6613525" y="5232400"/>
          <p14:tracePt t="63870" x="6557963" y="5218113"/>
          <p14:tracePt t="63879" x="6510338" y="5205413"/>
          <p14:tracePt t="63902" x="6456363" y="5191125"/>
          <p14:tracePt t="63906" x="6408738" y="5176838"/>
          <p14:tracePt t="63917" x="6354763" y="5176838"/>
          <p14:tracePt t="63926" x="6265863" y="5176838"/>
          <p14:tracePt t="63937" x="6197600" y="5176838"/>
          <p14:tracePt t="63948" x="6110288" y="5164138"/>
          <p14:tracePt t="63958" x="6054725" y="5164138"/>
          <p14:tracePt t="63969" x="5980113" y="5164138"/>
          <p14:tracePt t="63982" x="5891213" y="5176838"/>
          <p14:tracePt t="63992" x="5851525" y="5176838"/>
          <p14:tracePt t="64003" x="5795963" y="5176838"/>
          <p14:tracePt t="64016" x="5735638" y="5191125"/>
          <p14:tracePt t="64026" x="5681663" y="5205413"/>
          <p14:tracePt t="64037" x="5646738" y="5218113"/>
          <p14:tracePt t="64049" x="5592763" y="5232400"/>
          <p14:tracePt t="64060" x="5538788" y="5259388"/>
          <p14:tracePt t="64071" x="5503863" y="5280025"/>
          <p14:tracePt t="64082" x="5462588" y="5307013"/>
          <p14:tracePt t="64093" x="5449888" y="5319713"/>
          <p14:tracePt t="64105" x="5435600" y="5334000"/>
          <p14:tracePt t="64116" x="5422900" y="5348288"/>
          <p14:tracePt t="64127" x="5408613" y="5375275"/>
          <p14:tracePt t="64138" x="5387975" y="5408613"/>
          <p14:tracePt t="64150" x="5387975" y="5422900"/>
          <p14:tracePt t="64161" x="5387975" y="5435600"/>
          <p14:tracePt t="64172" x="5387975" y="5449888"/>
          <p14:tracePt t="64183" x="5408613" y="5462588"/>
          <p14:tracePt t="64206" x="5422900" y="5476875"/>
          <p14:tracePt t="64228" x="5435600" y="5491163"/>
          <p14:tracePt t="64251" x="5449888" y="5491163"/>
          <p14:tracePt t="65038" x="5462588" y="5491163"/>
          <p14:tracePt t="65071" x="5476875" y="5503863"/>
          <p14:tracePt t="65668" x="5491163" y="5503863"/>
          <p14:tracePt t="65679" x="5476875" y="5503863"/>
          <p14:tracePt t="65736" x="5462588" y="5503863"/>
          <p14:tracePt t="65749" x="5449888" y="5503863"/>
          <p14:tracePt t="65759" x="5435600" y="5503863"/>
          <p14:tracePt t="65770" x="5408613" y="5503863"/>
          <p14:tracePt t="65783" x="5348288" y="5503863"/>
          <p14:tracePt t="65792" x="5259388" y="5518150"/>
          <p14:tracePt t="65803" x="5116513" y="5538788"/>
          <p14:tracePt t="65816" x="5000625" y="5578475"/>
          <p14:tracePt t="65827" x="4816475" y="5646738"/>
          <p14:tracePt t="65837" x="4598988" y="5735638"/>
          <p14:tracePt t="65851" x="4443413" y="5824538"/>
          <p14:tracePt t="65871" x="4224338" y="5926138"/>
          <p14:tracePt t="65874" x="4041775" y="5994400"/>
          <p14:tracePt t="65884" x="3925888" y="6021388"/>
          <p14:tracePt t="65894" x="3810000" y="6054725"/>
          <p14:tracePt t="65905" x="3708400" y="6081713"/>
          <p14:tracePt t="65918" x="3640138" y="6096000"/>
          <p14:tracePt t="65928" x="3578225" y="6110288"/>
          <p14:tracePt t="65939" x="3524250" y="6122988"/>
          <p14:tracePt t="65951" x="3476625" y="6122988"/>
          <p14:tracePt t="65961" x="3449638" y="6122988"/>
          <p14:tracePt t="65972" x="3408363" y="6122988"/>
          <p14:tracePt t="65984" x="3381375" y="6122988"/>
          <p14:tracePt t="65994" x="3348038" y="6122988"/>
          <p14:tracePt t="66006" x="3319463" y="6122988"/>
          <p14:tracePt t="66018" x="3292475" y="6122988"/>
          <p14:tracePt t="66028" x="3265488" y="6110288"/>
          <p14:tracePt t="66040" x="3252788" y="6110288"/>
          <p14:tracePt t="66051" x="3232150" y="6110288"/>
          <p14:tracePt t="66062" x="3217863" y="6110288"/>
          <p14:tracePt t="66084" x="3205163" y="6110288"/>
          <p14:tracePt t="66185" x="3190875" y="6110288"/>
          <p14:tracePt t="66208" x="3176588" y="6110288"/>
          <p14:tracePt t="66219" x="3163888" y="6110288"/>
          <p14:tracePt t="66230" x="3136900" y="6110288"/>
          <p14:tracePt t="66244" x="3122613" y="6110288"/>
          <p14:tracePt t="66254" x="3089275" y="6110288"/>
          <p14:tracePt t="66266" x="3062288" y="6110288"/>
          <p14:tracePt t="66277" x="3033713" y="6110288"/>
          <p14:tracePt t="66288" x="2994025" y="6110288"/>
          <p14:tracePt t="66300" x="2959100" y="6110288"/>
          <p14:tracePt t="66311" x="2932113" y="6110288"/>
          <p14:tracePt t="66321" x="2890838" y="6110288"/>
          <p14:tracePt t="66333" x="2878138" y="6110288"/>
          <p14:tracePt t="66345" x="2863850" y="6110288"/>
          <p14:tracePt t="66355" x="2843213" y="6096000"/>
          <p14:tracePt t="66368" x="2830513" y="6096000"/>
          <p14:tracePt t="66388" x="2816225" y="6096000"/>
          <p14:tracePt t="66411" x="2803525" y="6096000"/>
          <p14:tracePt t="66422" x="2789238" y="6096000"/>
          <p14:tracePt t="66434" x="2776538" y="6096000"/>
          <p14:tracePt t="66445" x="2762250" y="6096000"/>
          <p14:tracePt t="66467" x="2747963" y="6096000"/>
          <p14:tracePt t="66534" x="2747963" y="6081713"/>
          <p14:tracePt t="66546" x="2735263" y="6069013"/>
          <p14:tracePt t="66557" x="2714625" y="6054725"/>
          <p14:tracePt t="66568" x="2700338" y="6042025"/>
          <p14:tracePt t="66580" x="2687638" y="6042025"/>
          <p14:tracePt t="66591" x="2660650" y="6007100"/>
          <p14:tracePt t="66603" x="2646363" y="5994400"/>
          <p14:tracePt t="66613" x="2619375" y="5967413"/>
          <p14:tracePt t="66626" x="2598738" y="5938838"/>
          <p14:tracePt t="66638" x="2586038" y="5878513"/>
          <p14:tracePt t="66647" x="2586038" y="5851525"/>
          <p14:tracePt t="66658" x="2571750" y="5810250"/>
          <p14:tracePt t="66670" x="2571750" y="5783263"/>
          <p14:tracePt t="66681" x="2571750" y="5762625"/>
          <p14:tracePt t="66692" x="2586038" y="5748338"/>
          <p14:tracePt t="66726" x="2598738" y="5748338"/>
          <p14:tracePt t="66794" x="2619375" y="5748338"/>
          <p14:tracePt t="66816" x="2633663" y="5735638"/>
          <p14:tracePt t="66849" x="2633663" y="5721350"/>
          <p14:tracePt t="66862" x="2619375" y="5721350"/>
          <p14:tracePt t="66883" x="2598738" y="5708650"/>
          <p14:tracePt t="66896" x="2571750" y="5708650"/>
          <p14:tracePt t="66906" x="2544763" y="5708650"/>
          <p14:tracePt t="66918" x="2517775" y="5708650"/>
          <p14:tracePt t="66930" x="2490788" y="5735638"/>
          <p14:tracePt t="66941" x="2455863" y="5762625"/>
          <p14:tracePt t="66951" x="2414588" y="5810250"/>
          <p14:tracePt t="66964" x="2374900" y="5864225"/>
          <p14:tracePt t="66974" x="2360613" y="5926138"/>
          <p14:tracePt t="66986" x="2339975" y="5953125"/>
          <p14:tracePt t="66997" x="2360613" y="5980113"/>
          <p14:tracePt t="67008" x="2374900" y="6007100"/>
          <p14:tracePt t="67020" x="2414588" y="6007100"/>
          <p14:tracePt t="67030" x="2470150" y="6021388"/>
          <p14:tracePt t="67041" x="2530475" y="6021388"/>
          <p14:tracePt t="67053" x="2571750" y="6021388"/>
          <p14:tracePt t="67064" x="2619375" y="6021388"/>
          <p14:tracePt t="67075" x="2646363" y="6007100"/>
          <p14:tracePt t="67087" x="2673350" y="5980113"/>
          <p14:tracePt t="67098" x="2673350" y="5953125"/>
          <p14:tracePt t="67108" x="2687638" y="5911850"/>
          <p14:tracePt t="67120" x="2687638" y="5837238"/>
          <p14:tracePt t="67131" x="2673350" y="5810250"/>
          <p14:tracePt t="67142" x="2646363" y="5748338"/>
          <p14:tracePt t="67154" x="2598738" y="5708650"/>
          <p14:tracePt t="67165" x="2530475" y="5681663"/>
          <p14:tracePt t="67176" x="2490788" y="5667375"/>
          <p14:tracePt t="67188" x="2401888" y="5667375"/>
          <p14:tracePt t="67199" x="2327275" y="5667375"/>
          <p14:tracePt t="67209" x="2271713" y="5694363"/>
          <p14:tracePt t="67221" x="2232025" y="5735638"/>
          <p14:tracePt t="67232" x="2184400" y="5810250"/>
          <p14:tracePt t="67244" x="2170113" y="5864225"/>
          <p14:tracePt t="67255" x="2170113" y="5926138"/>
          <p14:tracePt t="67266" x="2184400" y="5980113"/>
          <p14:tracePt t="67278" x="2244725" y="6021388"/>
          <p14:tracePt t="67288" x="2300288" y="6054725"/>
          <p14:tracePt t="67301" x="2374900" y="6069013"/>
          <p14:tracePt t="67312" x="2470150" y="6081713"/>
          <p14:tracePt t="67322" x="2544763" y="6081713"/>
          <p14:tracePt t="67333" x="2619375" y="6054725"/>
          <p14:tracePt t="67345" x="2687638" y="6021388"/>
          <p14:tracePt t="67356" x="2714625" y="5980113"/>
          <p14:tracePt t="67368" x="2747963" y="5938838"/>
          <p14:tracePt t="67379" x="2762250" y="5878513"/>
          <p14:tracePt t="67389" x="2747963" y="5837238"/>
          <p14:tracePt t="67401" x="2747963" y="5795963"/>
          <p14:tracePt t="67412" x="2714625" y="5783263"/>
          <p14:tracePt t="67423" x="2700338" y="5762625"/>
          <p14:tracePt t="67435" x="2687638" y="5762625"/>
          <p14:tracePt t="67446" x="2660650" y="5748338"/>
          <p14:tracePt t="67457" x="2633663" y="5762625"/>
          <p14:tracePt t="67469" x="2586038" y="5762625"/>
          <p14:tracePt t="67480" x="2557463" y="5783263"/>
          <p14:tracePt t="67491" x="2517775" y="5824538"/>
          <p14:tracePt t="67503" x="2503488" y="5851525"/>
          <p14:tracePt t="67514" x="2490788" y="5878513"/>
          <p14:tracePt t="67524" x="2470150" y="5926138"/>
          <p14:tracePt t="67536" x="2470150" y="5953125"/>
          <p14:tracePt t="67548" x="2490788" y="5967413"/>
          <p14:tracePt t="67558" x="2517775" y="5967413"/>
          <p14:tracePt t="67570" x="2544763" y="5980113"/>
          <p14:tracePt t="67581" x="2586038" y="5980113"/>
          <p14:tracePt t="67592" x="2633663" y="5967413"/>
          <p14:tracePt t="67604" x="2673350" y="5953125"/>
          <p14:tracePt t="67615" x="2714625" y="5911850"/>
          <p14:tracePt t="67626" x="2747963" y="5878513"/>
          <p14:tracePt t="67638" x="2762250" y="5824538"/>
          <p14:tracePt t="67649" x="2762250" y="5762625"/>
          <p14:tracePt t="67659" x="2747963" y="5721350"/>
          <p14:tracePt t="67671" x="2714625" y="5681663"/>
          <p14:tracePt t="67682" x="2660650" y="5634038"/>
          <p14:tracePt t="67694" x="2619375" y="5605463"/>
          <p14:tracePt t="67705" x="2557463" y="5592763"/>
          <p14:tracePt t="67716" x="2503488" y="5578475"/>
          <p14:tracePt t="67728" x="2455863" y="5592763"/>
          <p14:tracePt t="67738" x="2414588" y="5605463"/>
          <p14:tracePt t="67749" x="2387600" y="5646738"/>
          <p14:tracePt t="67762" x="2374900" y="5708650"/>
          <p14:tracePt t="67772" x="2374900" y="5762625"/>
          <p14:tracePt t="67783" x="2387600" y="5837238"/>
          <p14:tracePt t="67796" x="2414588" y="5911850"/>
          <p14:tracePt t="67806" x="2455863" y="5953125"/>
          <p14:tracePt t="67839" x="2517775" y="5980113"/>
          <p14:tracePt t="67843" x="2586038" y="6007100"/>
          <p14:tracePt t="67852" x="2673350" y="6007100"/>
          <p14:tracePt t="67854" x="2735263" y="6007100"/>
          <p14:tracePt t="67863" x="2803525" y="5994400"/>
          <p14:tracePt t="67875" x="2843213" y="5967413"/>
          <p14:tracePt t="67886" x="2878138" y="5953125"/>
          <p14:tracePt t="67897" x="2890838" y="5926138"/>
          <p14:tracePt t="67907" x="2905125" y="5878513"/>
          <p14:tracePt t="67919" x="2890838" y="5837238"/>
          <p14:tracePt t="67930" x="2878138" y="5795963"/>
          <p14:tracePt t="67941" x="2830513" y="5748338"/>
          <p14:tracePt t="67952" x="2789238" y="5735638"/>
          <p14:tracePt t="67964" x="2762250" y="5721350"/>
          <p14:tracePt t="67975" x="2735263" y="5721350"/>
          <p14:tracePt t="67986" x="2700338" y="5735638"/>
          <p14:tracePt t="67997" x="2660650" y="5748338"/>
          <p14:tracePt t="68008" x="2633663" y="5783263"/>
          <p14:tracePt t="68020" x="2598738" y="5837238"/>
          <p14:tracePt t="68031" x="2586038" y="5891213"/>
          <p14:tracePt t="68042" x="2586038" y="5938838"/>
          <p14:tracePt t="68053" x="2598738" y="5994400"/>
          <p14:tracePt t="68065" x="2646363" y="6021388"/>
          <p14:tracePt t="68076" x="2673350" y="6042025"/>
          <p14:tracePt t="68087" x="2735263" y="6054725"/>
          <p14:tracePt t="68098" x="2789238" y="6069013"/>
          <p14:tracePt t="68109" x="2863850" y="6069013"/>
          <p14:tracePt t="68121" x="2905125" y="6054725"/>
          <p14:tracePt t="68132" x="2959100" y="6021388"/>
          <p14:tracePt t="68144" x="3006725" y="5994400"/>
          <p14:tracePt t="68155" x="3021013" y="5967413"/>
          <p14:tracePt t="68166" x="3021013" y="5911850"/>
          <p14:tracePt t="68178" x="2973388" y="5824538"/>
          <p14:tracePt t="68188" x="2932113" y="5762625"/>
          <p14:tracePt t="68199" x="2843213" y="5694363"/>
          <p14:tracePt t="68212" x="2762250" y="5646738"/>
          <p14:tracePt t="68222" x="2687638" y="5646738"/>
          <p14:tracePt t="68233" x="2633663" y="5646738"/>
          <p14:tracePt t="68245" x="2571750" y="5667375"/>
          <p14:tracePt t="68256" x="2544763" y="5721350"/>
          <p14:tracePt t="68268" x="2517775" y="5748338"/>
          <p14:tracePt t="68279" x="2517775" y="5824538"/>
          <p14:tracePt t="68289" x="2530475" y="5911850"/>
          <p14:tracePt t="68301" x="2544763" y="5938838"/>
          <p14:tracePt t="68312" x="2598738" y="5980113"/>
          <p14:tracePt t="68323" x="2660650" y="6007100"/>
          <p14:tracePt t="68335" x="2747963" y="6021388"/>
          <p14:tracePt t="68346" x="2803525" y="6021388"/>
          <p14:tracePt t="68357" x="2863850" y="6007100"/>
          <p14:tracePt t="68369" x="2905125" y="5994400"/>
          <p14:tracePt t="68380" x="2919413" y="5967413"/>
          <p14:tracePt t="68391" x="2932113" y="5926138"/>
          <p14:tracePt t="68403" x="2932113" y="5864225"/>
          <p14:tracePt t="68414" x="2905125" y="5810250"/>
          <p14:tracePt t="68424" x="2843213" y="5748338"/>
          <p14:tracePt t="68436" x="2776538" y="5694363"/>
          <p14:tracePt t="68448" x="2687638" y="5667375"/>
          <p14:tracePt t="68458" x="2633663" y="5646738"/>
          <p14:tracePt t="68470" x="2571750" y="5646738"/>
          <p14:tracePt t="68481" x="2530475" y="5681663"/>
          <p14:tracePt t="68492" x="2503488" y="5708650"/>
          <p14:tracePt t="68504" x="2490788" y="5783263"/>
          <p14:tracePt t="68515" x="2503488" y="5864225"/>
          <p14:tracePt t="68526" x="2517775" y="5926138"/>
          <p14:tracePt t="68538" x="2557463" y="5953125"/>
          <p14:tracePt t="68548" x="2598738" y="5980113"/>
          <p14:tracePt t="68560" x="2660650" y="5994400"/>
          <p14:tracePt t="68571" x="2714625" y="5994400"/>
          <p14:tracePt t="68582" x="2776538" y="5994400"/>
          <p14:tracePt t="68594" x="2816225" y="5967413"/>
          <p14:tracePt t="68605" x="2843213" y="5953125"/>
          <p14:tracePt t="68616" x="2878138" y="5911850"/>
          <p14:tracePt t="68628" x="2890838" y="5864225"/>
          <p14:tracePt t="68638" x="2878138" y="5810250"/>
          <p14:tracePt t="68649" x="2863850" y="5748338"/>
          <p14:tracePt t="68662" x="2803525" y="5708650"/>
          <p14:tracePt t="68672" x="2747963" y="5667375"/>
          <p14:tracePt t="68684" x="2700338" y="5646738"/>
          <p14:tracePt t="68696" x="2660650" y="5634038"/>
          <p14:tracePt t="68706" x="2646363" y="5646738"/>
          <p14:tracePt t="68717" x="2633663" y="5646738"/>
          <p14:tracePt t="68729" x="2633663" y="5694363"/>
          <p14:tracePt t="68739" x="2646363" y="5762625"/>
          <p14:tracePt t="68751" x="2673350" y="5837238"/>
          <p14:tracePt t="68762" x="2700338" y="5878513"/>
          <p14:tracePt t="68773" x="2762250" y="5926138"/>
          <p14:tracePt t="68785" x="2816225" y="5953125"/>
          <p14:tracePt t="68796" x="2878138" y="5953125"/>
          <p14:tracePt t="68807" x="2946400" y="5953125"/>
          <p14:tracePt t="68818" x="3006725" y="5953125"/>
          <p14:tracePt t="68830" x="3033713" y="5926138"/>
          <p14:tracePt t="68841" x="3048000" y="5911850"/>
          <p14:tracePt t="68853" x="3048000" y="5864225"/>
          <p14:tracePt t="68864" x="3033713" y="5824538"/>
          <p14:tracePt t="68886" x="3006725" y="5795963"/>
          <p14:tracePt t="68887" x="2959100" y="5748338"/>
          <p14:tracePt t="68898" x="2878138" y="5721350"/>
          <p14:tracePt t="68908" x="2830513" y="5721350"/>
          <p14:tracePt t="68919" x="2803525" y="5735638"/>
          <p14:tracePt t="68931" x="2776538" y="5748338"/>
          <p14:tracePt t="68944" x="2762250" y="5795963"/>
          <p14:tracePt t="68955" x="2762250" y="5824538"/>
          <p14:tracePt t="68965" x="2776538" y="5851525"/>
          <p14:tracePt t="68976" x="2816225" y="5891213"/>
          <p14:tracePt t="68988" x="2843213" y="5911850"/>
          <p14:tracePt t="68999" x="2890838" y="5938838"/>
          <p14:tracePt t="69011" x="2932113" y="5953125"/>
          <p14:tracePt t="69021" x="2946400" y="5953125"/>
          <p14:tracePt t="69032" x="2959100" y="5953125"/>
          <p14:tracePt t="69380" x="2973388" y="5967413"/>
          <p14:tracePt t="69403" x="2994025" y="5967413"/>
          <p14:tracePt t="69436" x="3006725" y="5967413"/>
          <p14:tracePt t="69527" x="3021013" y="5967413"/>
          <p14:tracePt t="69538" x="3021013" y="5980113"/>
          <p14:tracePt t="69550" x="3033713" y="5980113"/>
          <p14:tracePt t="69561" x="3048000" y="5980113"/>
          <p14:tracePt t="69572" x="3074988" y="5994400"/>
          <p14:tracePt t="69583" x="3101975" y="5994400"/>
          <p14:tracePt t="69595" x="3136900" y="5994400"/>
          <p14:tracePt t="69605" x="3176588" y="5994400"/>
          <p14:tracePt t="69617" x="3205163" y="6007100"/>
          <p14:tracePt t="69629" x="3252788" y="6007100"/>
          <p14:tracePt t="69639" x="3265488" y="6007100"/>
          <p14:tracePt t="69651" x="3279775" y="6007100"/>
          <p14:tracePt t="69663" x="3292475" y="6007100"/>
          <p14:tracePt t="69684" x="3306763" y="6007100"/>
          <p14:tracePt t="69707" x="3319463" y="6007100"/>
          <p14:tracePt t="69729" x="3333750" y="5994400"/>
          <p14:tracePt t="69741" x="3348038" y="5994400"/>
          <p14:tracePt t="69753" x="3360738" y="5994400"/>
          <p14:tracePt t="69774" x="3381375" y="5994400"/>
          <p14:tracePt t="69797" x="3395663" y="5994400"/>
          <p14:tracePt t="69808" x="3422650" y="6007100"/>
          <p14:tracePt t="69821" x="3435350" y="6007100"/>
          <p14:tracePt t="69832" x="3462338" y="6007100"/>
          <p14:tracePt t="69843" x="3509963" y="6007100"/>
          <p14:tracePt t="69854" x="3565525" y="6021388"/>
          <p14:tracePt t="69865" x="3625850" y="6021388"/>
          <p14:tracePt t="69876" x="3694113" y="6021388"/>
          <p14:tracePt t="69888" x="3783013" y="6042025"/>
          <p14:tracePt t="69898" x="3851275" y="6054725"/>
          <p14:tracePt t="69912" x="3911600" y="6054725"/>
          <p14:tracePt t="69932" x="3979863" y="6069013"/>
          <p14:tracePt t="69935" x="4027488" y="6081713"/>
          <p14:tracePt t="69946" x="4054475" y="6081713"/>
          <p14:tracePt t="69955" x="4081463" y="6096000"/>
          <p14:tracePt t="70359" x="4095750" y="6096000"/>
          <p14:tracePt t="70382" x="4110038" y="6096000"/>
          <p14:tracePt t="70393" x="4122738" y="6096000"/>
          <p14:tracePt t="70404" x="4143375" y="6096000"/>
          <p14:tracePt t="70460" x="4143375" y="6081713"/>
          <p14:tracePt t="70505" x="4157663" y="6081713"/>
          <p14:tracePt t="70562" x="4170363" y="6081713"/>
          <p14:tracePt t="70584" x="4184650" y="6081713"/>
          <p14:tracePt t="70596" x="4197350" y="6081713"/>
          <p14:tracePt t="70607" x="4211638" y="6081713"/>
          <p14:tracePt t="70619" x="4224338" y="6096000"/>
          <p14:tracePt t="70629" x="4238625" y="6096000"/>
          <p14:tracePt t="70641" x="4259263" y="6096000"/>
          <p14:tracePt t="70652" x="4271963" y="6096000"/>
          <p14:tracePt t="70675" x="4300538" y="6096000"/>
          <p14:tracePt t="70697" x="4313238" y="6096000"/>
          <p14:tracePt t="70710" x="4327525" y="6096000"/>
          <p14:tracePt t="70720" x="4340225" y="6096000"/>
          <p14:tracePt t="70742" x="4354513" y="6096000"/>
          <p14:tracePt t="70809" x="4367213" y="6096000"/>
          <p14:tracePt t="70821" x="4387850" y="6096000"/>
          <p14:tracePt t="70832" x="4402138" y="6096000"/>
          <p14:tracePt t="70843" x="4414838" y="6096000"/>
          <p14:tracePt t="70855" x="4429125" y="6096000"/>
          <p14:tracePt t="70870" x="4470400" y="6096000"/>
          <p14:tracePt t="70879" x="4497388" y="6096000"/>
          <p14:tracePt t="70888" x="4530725" y="6096000"/>
          <p14:tracePt t="70902" x="4557713" y="6096000"/>
          <p14:tracePt t="70912" x="4572000" y="6096000"/>
          <p14:tracePt t="70923" x="4586288" y="6096000"/>
          <p14:tracePt t="71090" x="4598988" y="6096000"/>
          <p14:tracePt t="71126" x="4613275" y="6096000"/>
          <p14:tracePt t="71136" x="4625975" y="6096000"/>
          <p14:tracePt t="71148" x="4660900" y="6096000"/>
          <p14:tracePt t="71158" x="4673600" y="6096000"/>
          <p14:tracePt t="71171" x="4700588" y="6096000"/>
          <p14:tracePt t="71182" x="4714875" y="6096000"/>
          <p14:tracePt t="71195" x="4729163" y="6096000"/>
          <p14:tracePt t="71214" x="4741863" y="6096000"/>
          <p14:tracePt t="71326" x="4756150" y="6096000"/>
          <p14:tracePt t="71349" x="4776788" y="6096000"/>
          <p14:tracePt t="71362" x="4789488" y="6096000"/>
          <p14:tracePt t="71374" x="4816475" y="6096000"/>
          <p14:tracePt t="71384" x="4843463" y="6096000"/>
          <p14:tracePt t="71395" x="4884738" y="6096000"/>
          <p14:tracePt t="71407" x="4959350" y="6096000"/>
          <p14:tracePt t="71417" x="5021263" y="6096000"/>
          <p14:tracePt t="71429" x="5102225" y="6096000"/>
          <p14:tracePt t="71441" x="5218113" y="6110288"/>
          <p14:tracePt t="71451" x="5334000" y="6122988"/>
          <p14:tracePt t="71463" x="5422900" y="6122988"/>
          <p14:tracePt t="71474" x="5518150" y="6137275"/>
          <p14:tracePt t="71484" x="5619750" y="6137275"/>
          <p14:tracePt t="71496" x="5694363" y="6149975"/>
          <p14:tracePt t="71508" x="5735638" y="6149975"/>
          <p14:tracePt t="71518" x="5748338" y="6149975"/>
          <p14:tracePt t="71934" x="5762625" y="6149975"/>
          <p14:tracePt t="71957" x="5783263" y="6149975"/>
          <p14:tracePt t="71968" x="5795963" y="6149975"/>
          <p14:tracePt t="71980" x="5810250" y="6149975"/>
          <p14:tracePt t="72002" x="5824538" y="6149975"/>
          <p14:tracePt t="72036" x="5837238" y="6149975"/>
          <p14:tracePt t="72049" x="5851525" y="6149975"/>
          <p14:tracePt t="72080" x="5864225" y="6149975"/>
          <p14:tracePt t="72137" x="5878513" y="6149975"/>
          <p14:tracePt t="72238" x="5891213" y="6137275"/>
          <p14:tracePt t="72261" x="5911850" y="6137275"/>
          <p14:tracePt t="72272" x="5926138" y="6137275"/>
          <p14:tracePt t="72283" x="5953125" y="6137275"/>
          <p14:tracePt t="72295" x="5980113" y="6122988"/>
          <p14:tracePt t="72306" x="6042025" y="6122988"/>
          <p14:tracePt t="72317" x="6096000" y="6110288"/>
          <p14:tracePt t="72328" x="6184900" y="6096000"/>
          <p14:tracePt t="72341" x="6300788" y="6096000"/>
          <p14:tracePt t="72352" x="6443663" y="6081713"/>
          <p14:tracePt t="72362" x="6545263" y="6081713"/>
          <p14:tracePt t="72376" x="6688138" y="6081713"/>
          <p14:tracePt t="72385" x="6804025" y="6081713"/>
          <p14:tracePt t="72396" x="6884988" y="6081713"/>
          <p14:tracePt t="72409" x="6986588" y="6096000"/>
          <p14:tracePt t="72418" x="7075488" y="6096000"/>
          <p14:tracePt t="72430" x="7116763" y="6096000"/>
          <p14:tracePt t="72443" x="7158038" y="6096000"/>
          <p14:tracePt t="72453" x="7191375" y="6096000"/>
          <p14:tracePt t="72464" x="7205663" y="6096000"/>
          <p14:tracePt t="72476" x="7218363" y="6081713"/>
          <p14:tracePt t="72519" x="7232650" y="6081713"/>
          <p14:tracePt t="72564" x="7245350" y="6081713"/>
          <p14:tracePt t="72576" x="7259638" y="6096000"/>
          <p14:tracePt t="72587" x="7272338" y="6096000"/>
          <p14:tracePt t="72599" x="7286625" y="6096000"/>
          <p14:tracePt t="72610" x="7319963" y="6110288"/>
          <p14:tracePt t="72621" x="7334250" y="6110288"/>
          <p14:tracePt t="72643" x="7319963" y="6110288"/>
          <p14:tracePt t="73095" x="7348538" y="6110288"/>
          <p14:tracePt t="73106" x="7361238" y="6110288"/>
          <p14:tracePt t="73116" x="7388225" y="6110288"/>
          <p14:tracePt t="73129" x="7402513" y="6110288"/>
          <p14:tracePt t="73139" x="7415213" y="6110288"/>
          <p14:tracePt t="73161" x="7435850" y="6110288"/>
          <p14:tracePt t="73172" x="7450138" y="6110288"/>
          <p14:tracePt t="73184" x="7462838" y="6110288"/>
          <p14:tracePt t="73195" x="7477125" y="6110288"/>
          <p14:tracePt t="73206" x="7491413" y="6110288"/>
          <p14:tracePt t="73228" x="7518400" y="6096000"/>
          <p14:tracePt t="73240" x="7531100" y="6096000"/>
          <p14:tracePt t="73251" x="7545388" y="6096000"/>
          <p14:tracePt t="73263" x="7578725" y="6096000"/>
          <p14:tracePt t="73274" x="7605713" y="6096000"/>
          <p14:tracePt t="73286" x="7646988" y="6081713"/>
          <p14:tracePt t="73298" x="7673975" y="6081713"/>
          <p14:tracePt t="73308" x="7708900" y="6069013"/>
          <p14:tracePt t="73318" x="7748588" y="6069013"/>
          <p14:tracePt t="73331" x="7777163" y="6069013"/>
          <p14:tracePt t="73341" x="7804150" y="6069013"/>
          <p14:tracePt t="73353" x="7824788" y="6069013"/>
          <p14:tracePt t="73364" x="7837488" y="6054725"/>
          <p14:tracePt t="73375" x="7851775" y="6054725"/>
          <p14:tracePt t="73441" x="7864475" y="6054725"/>
          <p14:tracePt t="73509" x="7878763" y="6054725"/>
          <p14:tracePt t="73543" x="7891463" y="6054725"/>
          <p14:tracePt t="73555" x="7920038" y="6054725"/>
          <p14:tracePt t="73566" x="7932738" y="6054725"/>
          <p14:tracePt t="73578" x="7980363" y="6054725"/>
          <p14:tracePt t="73588" x="8021638" y="6054725"/>
          <p14:tracePt t="73599" x="8048625" y="6069013"/>
          <p14:tracePt t="73612" x="8123238" y="6069013"/>
          <p14:tracePt t="73623" x="8177213" y="6069013"/>
          <p14:tracePt t="73634" x="8224838" y="6069013"/>
          <p14:tracePt t="73646" x="8293100" y="6081713"/>
          <p14:tracePt t="73657" x="8382000" y="6081713"/>
          <p14:tracePt t="73668" x="8470900" y="6069013"/>
          <p14:tracePt t="73680" x="8524875" y="6054725"/>
          <p14:tracePt t="73691" x="8613775" y="6042025"/>
          <p14:tracePt t="73702" x="8667750" y="6021388"/>
          <p14:tracePt t="73714" x="8715375" y="5994400"/>
          <p14:tracePt t="73724" x="8756650" y="5967413"/>
          <p14:tracePt t="73736" x="8783638" y="5926138"/>
          <p14:tracePt t="73747" x="8796338" y="5891213"/>
          <p14:tracePt t="73758" x="8810625" y="5851525"/>
          <p14:tracePt t="73769" x="8810625" y="5810250"/>
          <p14:tracePt t="73781" x="8796338" y="5762625"/>
          <p14:tracePt t="73791" x="8783638" y="5735638"/>
          <p14:tracePt t="73803" x="8742363" y="5708650"/>
          <p14:tracePt t="73815" x="8715375" y="5681663"/>
          <p14:tracePt t="73825" x="8682038" y="5667375"/>
          <p14:tracePt t="73837" x="8626475" y="5646738"/>
          <p14:tracePt t="73848" x="8566150" y="5634038"/>
          <p14:tracePt t="73858" x="8510588" y="5619750"/>
          <p14:tracePt t="73870" x="8456613" y="5605463"/>
          <p14:tracePt t="73882" x="8382000" y="5605463"/>
          <p14:tracePt t="73892" x="8328025" y="5605463"/>
          <p14:tracePt t="73903" x="8280400" y="5605463"/>
          <p14:tracePt t="73915" x="8253413" y="5605463"/>
          <p14:tracePt t="73926" x="8224838" y="5619750"/>
          <p14:tracePt t="73938" x="8212138" y="5619750"/>
          <p14:tracePt t="73949" x="8177213" y="5634038"/>
          <p14:tracePt t="73959" x="8164513" y="5634038"/>
          <p14:tracePt t="73971" x="8137525" y="5667375"/>
          <p14:tracePt t="73982" x="8123238" y="5681663"/>
          <p14:tracePt t="73993" x="8096250" y="5708650"/>
          <p14:tracePt t="74005" x="8069263" y="5735638"/>
          <p14:tracePt t="74016" x="8034338" y="5762625"/>
          <p14:tracePt t="74027" x="8021638" y="5795963"/>
          <p14:tracePt t="74039" x="7994650" y="5824538"/>
          <p14:tracePt t="74050" x="7994650" y="5837238"/>
          <p14:tracePt t="74060" x="7980363" y="5864225"/>
          <p14:tracePt t="74072" x="7980363" y="5891213"/>
          <p14:tracePt t="74083" x="7980363" y="5926138"/>
          <p14:tracePt t="74094" x="7994650" y="5938838"/>
          <p14:tracePt t="74106" x="8021638" y="5967413"/>
          <p14:tracePt t="74128" x="8048625" y="5994400"/>
          <p14:tracePt t="74132" x="8096250" y="6007100"/>
          <p14:tracePt t="74141" x="8150225" y="6042025"/>
          <p14:tracePt t="74151" x="8212138" y="6054725"/>
          <p14:tracePt t="74165" x="8253413" y="6054725"/>
          <p14:tracePt t="74174" x="8293100" y="6054725"/>
          <p14:tracePt t="74185" x="8340725" y="6069013"/>
          <p14:tracePt t="74197" x="8382000" y="6054725"/>
          <p14:tracePt t="74207" x="8423275" y="6054725"/>
          <p14:tracePt t="74218" x="8456613" y="6054725"/>
          <p14:tracePt t="74231" x="8497888" y="6021388"/>
          <p14:tracePt t="74241" x="8524875" y="6007100"/>
          <p14:tracePt t="74252" x="8551863" y="5980113"/>
          <p14:tracePt t="74265" x="8586788" y="5953125"/>
          <p14:tracePt t="74274" x="8599488" y="5926138"/>
          <p14:tracePt t="74286" x="8599488" y="5878513"/>
          <p14:tracePt t="74298" x="8599488" y="5837238"/>
          <p14:tracePt t="74308" x="8599488" y="5795963"/>
          <p14:tracePt t="74320" x="8586788" y="5762625"/>
          <p14:tracePt t="74331" x="8551863" y="5721350"/>
          <p14:tracePt t="74342" x="8510588" y="5694363"/>
          <p14:tracePt t="74353" x="8456613" y="5667375"/>
          <p14:tracePt t="74365" x="8382000" y="5646738"/>
          <p14:tracePt t="74376" x="8328025" y="5634038"/>
          <p14:tracePt t="74388" x="8280400" y="5634038"/>
          <p14:tracePt t="74399" x="8239125" y="5646738"/>
          <p14:tracePt t="74410" x="8177213" y="5646738"/>
          <p14:tracePt t="74421" x="8137525" y="5667375"/>
          <p14:tracePt t="74433" x="8123238" y="5694363"/>
          <p14:tracePt t="74443" x="8081963" y="5721350"/>
          <p14:tracePt t="74455" x="8048625" y="5748338"/>
          <p14:tracePt t="74466" x="8034338" y="5762625"/>
          <p14:tracePt t="74477" x="8021638" y="5795963"/>
          <p14:tracePt t="74489" x="8007350" y="5824538"/>
          <p14:tracePt t="74501" x="8007350" y="5837238"/>
          <p14:tracePt t="74511" x="8007350" y="5864225"/>
          <p14:tracePt t="74522" x="8021638" y="5878513"/>
          <p14:tracePt t="74534" x="8034338" y="5911850"/>
          <p14:tracePt t="74544" x="8048625" y="5926138"/>
          <p14:tracePt t="74556" x="8096250" y="5953125"/>
          <p14:tracePt t="74567" x="8150225" y="5967413"/>
          <p14:tracePt t="74578" x="8197850" y="5967413"/>
          <p14:tracePt t="74590" x="8253413" y="5967413"/>
          <p14:tracePt t="74601" x="8307388" y="5967413"/>
          <p14:tracePt t="74613" x="8396288" y="5967413"/>
          <p14:tracePt t="74623" x="8435975" y="5967413"/>
          <p14:tracePt t="74635" x="8510588" y="5953125"/>
          <p14:tracePt t="74647" x="8551863" y="5926138"/>
          <p14:tracePt t="74657" x="8586788" y="5911850"/>
          <p14:tracePt t="74668" x="8626475" y="5864225"/>
          <p14:tracePt t="74681" x="8640763" y="5837238"/>
          <p14:tracePt t="74691" x="8653463" y="5810250"/>
          <p14:tracePt t="74703" x="8653463" y="5762625"/>
          <p14:tracePt t="74714" x="8626475" y="5721350"/>
          <p14:tracePt t="74725" x="8586788" y="5646738"/>
          <p14:tracePt t="74737" x="8524875" y="5592763"/>
          <p14:tracePt t="74748" x="8435975" y="5538788"/>
          <p14:tracePt t="74758" x="8355013" y="5491163"/>
          <p14:tracePt t="74770" x="8280400" y="5476875"/>
          <p14:tracePt t="74781" x="8150225" y="5449888"/>
          <p14:tracePt t="74792" x="8048625" y="5449888"/>
          <p14:tracePt t="74803" x="7994650" y="5449888"/>
          <p14:tracePt t="74815" x="7920038" y="5462588"/>
          <p14:tracePt t="74826" x="7864475" y="5491163"/>
          <p14:tracePt t="74837" x="7824788" y="5538788"/>
          <p14:tracePt t="74849" x="7789863" y="5565775"/>
          <p14:tracePt t="74859" x="7777163" y="5605463"/>
          <p14:tracePt t="74871" x="7762875" y="5667375"/>
          <p14:tracePt t="74882" x="7762875" y="5708650"/>
          <p14:tracePt t="74893" x="7777163" y="5783263"/>
          <p14:tracePt t="74905" x="7804150" y="5824538"/>
          <p14:tracePt t="74916" x="7851775" y="5864225"/>
          <p14:tracePt t="74927" x="7891463" y="5878513"/>
          <p14:tracePt t="74939" x="7967663" y="5911850"/>
          <p14:tracePt t="74950" x="8048625" y="5926138"/>
          <p14:tracePt t="74961" x="8123238" y="5938838"/>
          <p14:tracePt t="74972" x="8224838" y="5938838"/>
          <p14:tracePt t="74984" x="8307388" y="5938838"/>
          <p14:tracePt t="74994" x="8382000" y="5926138"/>
          <p14:tracePt t="75006" x="8470900" y="5878513"/>
          <p14:tracePt t="75017" x="8539163" y="5851525"/>
          <p14:tracePt t="75028" x="8566150" y="5824538"/>
          <p14:tracePt t="75039" x="8613775" y="5762625"/>
          <p14:tracePt t="75051" x="8626475" y="5735638"/>
          <p14:tracePt t="75063" x="8640763" y="5694363"/>
          <p14:tracePt t="75073" x="8640763" y="5681663"/>
          <p14:tracePt t="75085" x="8640763" y="5646738"/>
          <p14:tracePt t="75097" x="8626475" y="5646738"/>
          <p14:tracePt t="75107" x="8626475" y="5634038"/>
          <p14:tracePt t="75118" x="8613775" y="5634038"/>
          <p14:tracePt t="75131" x="8613775" y="5619750"/>
          <p14:tracePt t="75141" x="8599488" y="5619750"/>
          <p14:tracePt t="75208" x="8599488" y="5634038"/>
          <p14:tracePt t="75400" x="8613775" y="5634038"/>
          <p14:tracePt t="75422" x="8626475" y="5634038"/>
          <p14:tracePt t="75455" x="8640763" y="5634038"/>
          <p14:tracePt t="75478" x="8653463" y="5634038"/>
          <p14:tracePt t="75750" x="8667750" y="5634038"/>
          <p14:tracePt t="75760" x="8682038" y="5634038"/>
          <p14:tracePt t="75771" x="8694738" y="5634038"/>
          <p14:tracePt t="75782" x="8715375" y="5634038"/>
          <p14:tracePt t="75794" x="8729663" y="5634038"/>
          <p14:tracePt t="75805" x="8742363" y="5646738"/>
          <p14:tracePt t="75817" x="8756650" y="5646738"/>
          <p14:tracePt t="75827" x="8769350" y="5646738"/>
          <p14:tracePt t="75838" x="8783638" y="5646738"/>
          <p14:tracePt t="75851" x="8810625" y="5667375"/>
          <p14:tracePt t="75861" x="8843963" y="5667375"/>
          <p14:tracePt t="75872" x="8858250" y="5667375"/>
          <p14:tracePt t="75884" x="8885238" y="5667375"/>
          <p14:tracePt t="75895" x="8899525" y="5667375"/>
          <p14:tracePt t="75906" x="8926513" y="5681663"/>
          <p14:tracePt t="75918" x="8939213" y="5681663"/>
          <p14:tracePt t="75928" x="8974138" y="5681663"/>
          <p14:tracePt t="75940" x="8986838" y="5681663"/>
          <p14:tracePt t="75952" x="9015413" y="5681663"/>
          <p14:tracePt t="75962" x="9028113" y="5694363"/>
          <p14:tracePt t="75974" x="9042400" y="5694363"/>
          <p14:tracePt t="75985" x="9055100" y="5694363"/>
          <p14:tracePt t="76029" x="9028113" y="5721350"/>
          <p14:tracePt t="76042" x="8939213" y="5762625"/>
          <p14:tracePt t="76053" x="8831263" y="5824538"/>
          <p14:tracePt t="76064" x="8586788" y="5911850"/>
          <p14:tracePt t="76075" x="8253413" y="6007100"/>
          <p14:tracePt t="76086" x="7967663" y="6069013"/>
          <p14:tracePt t="76097" x="7531100" y="6122988"/>
          <p14:tracePt t="76109" x="7102475" y="6170613"/>
          <p14:tracePt t="76120" x="6688138" y="6211888"/>
          <p14:tracePt t="76131" x="6443663" y="6224588"/>
          <p14:tracePt t="76143" x="6211888" y="6238875"/>
          <p14:tracePt t="76154" x="6021388" y="6253163"/>
          <p14:tracePt t="76164" x="5926138" y="6253163"/>
          <p14:tracePt t="76176" x="5810250" y="6253163"/>
          <p14:tracePt t="76188" x="5708650" y="6253163"/>
          <p14:tracePt t="76198" x="5634038" y="6253163"/>
          <p14:tracePt t="76232" x="5578475" y="6253163"/>
          <p14:tracePt t="76235" x="5551488" y="6253163"/>
          <p14:tracePt t="76244" x="5503863" y="6253163"/>
          <p14:tracePt t="76251" x="5476875" y="6265863"/>
          <p14:tracePt t="76258" x="5449888" y="6265863"/>
          <p14:tracePt t="76270" x="5422900" y="6265863"/>
          <p14:tracePt t="76278" x="5375275" y="6265863"/>
          <p14:tracePt t="76289" x="5307013" y="6265863"/>
          <p14:tracePt t="76302" x="5218113" y="6265863"/>
          <p14:tracePt t="76311" x="5164138" y="6280150"/>
          <p14:tracePt t="76324" x="5062538" y="6280150"/>
          <p14:tracePt t="76334" x="4932363" y="6280150"/>
          <p14:tracePt t="76344" x="4803775" y="6280150"/>
          <p14:tracePt t="76356" x="4700588" y="6280150"/>
          <p14:tracePt t="76368" x="4572000" y="6280150"/>
          <p14:tracePt t="76378" x="4443413" y="6280150"/>
          <p14:tracePt t="76390" x="4354513" y="6280150"/>
          <p14:tracePt t="76402" x="4259263" y="6280150"/>
          <p14:tracePt t="76412" x="4184650" y="6280150"/>
          <p14:tracePt t="76423" x="4110038" y="6280150"/>
          <p14:tracePt t="76435" x="4081463" y="6300788"/>
          <p14:tracePt t="76446" x="4027488" y="6300788"/>
          <p14:tracePt t="76457" x="3979863" y="6300788"/>
          <p14:tracePt t="76468" x="3952875" y="6300788"/>
          <p14:tracePt t="76480" x="3925888" y="6313488"/>
          <p14:tracePt t="76491" x="3863975" y="6313488"/>
          <p14:tracePt t="76503" x="3824288" y="6313488"/>
          <p14:tracePt t="76513" x="3783013" y="6327775"/>
          <p14:tracePt t="76525" x="3735388" y="6327775"/>
          <p14:tracePt t="76537" x="3694113" y="6327775"/>
          <p14:tracePt t="76547" x="3667125" y="6340475"/>
          <p14:tracePt t="76559" x="3640138" y="6340475"/>
          <p14:tracePt t="76570" x="3605213" y="6340475"/>
          <p14:tracePt t="76581" x="3578225" y="6354763"/>
          <p14:tracePt t="76592" x="3551238" y="6354763"/>
          <p14:tracePt t="76604" x="3538538" y="6354763"/>
          <p14:tracePt t="76615" x="3524250" y="6354763"/>
          <p14:tracePt t="76727" x="3538538" y="6354763"/>
          <p14:tracePt t="76738" x="3551238" y="6354763"/>
          <p14:tracePt t="76750" x="3578225" y="6354763"/>
          <p14:tracePt t="76761" x="3625850" y="6354763"/>
          <p14:tracePt t="76773" x="3652838" y="6354763"/>
          <p14:tracePt t="76784" x="3694113" y="6354763"/>
          <p14:tracePt t="76796" x="3756025" y="6354763"/>
          <p14:tracePt t="76806" x="3795713" y="6354763"/>
          <p14:tracePt t="76817" x="3836988" y="6354763"/>
          <p14:tracePt t="76830" x="3884613" y="6354763"/>
          <p14:tracePt t="76839" x="3911600" y="6354763"/>
          <p14:tracePt t="76851" x="3925888" y="6354763"/>
          <p14:tracePt t="76863" x="3938588" y="6354763"/>
          <p14:tracePt t="76873" x="3952875" y="6354763"/>
          <p14:tracePt t="76885" x="3967163" y="6367463"/>
          <p14:tracePt t="76897" x="3994150" y="6367463"/>
          <p14:tracePt t="76907" x="4027488" y="6367463"/>
          <p14:tracePt t="76919" x="4068763" y="6367463"/>
          <p14:tracePt t="76930" x="4143375" y="6381750"/>
          <p14:tracePt t="76941" x="4224338" y="6396038"/>
          <p14:tracePt t="76953" x="4271963" y="6396038"/>
          <p14:tracePt t="76964" x="4340225" y="6396038"/>
          <p14:tracePt t="76975" x="4414838" y="6408738"/>
          <p14:tracePt t="76987" x="4483100" y="6408738"/>
          <p14:tracePt t="76997" x="4530725" y="6429375"/>
          <p14:tracePt t="77008" x="4572000" y="6443663"/>
          <p14:tracePt t="77020" x="4586288" y="6443663"/>
          <p14:tracePt t="77042" x="4545013" y="6443663"/>
          <p14:tracePt t="77357" x="4557713" y="6443663"/>
          <p14:tracePt t="77402" x="4572000" y="6443663"/>
          <p14:tracePt t="77435" x="4586288" y="6443663"/>
          <p14:tracePt t="77458" x="4598988" y="6456363"/>
          <p14:tracePt t="77470" x="4613275" y="6456363"/>
          <p14:tracePt t="77514" x="4625975" y="6456363"/>
          <p14:tracePt t="77527" x="4646613" y="6456363"/>
          <p14:tracePt t="77538" x="4660900" y="6456363"/>
          <p14:tracePt t="77548" x="4673600" y="6456363"/>
          <p14:tracePt t="77561" x="4687888" y="6456363"/>
          <p14:tracePt t="77571" x="4700588" y="6456363"/>
          <p14:tracePt t="77582" x="4729163" y="6456363"/>
          <p14:tracePt t="77593" x="4776788" y="6456363"/>
          <p14:tracePt t="77604" x="4830763" y="6456363"/>
          <p14:tracePt t="77617" x="4905375" y="6470650"/>
          <p14:tracePt t="77627" x="4959350" y="6470650"/>
          <p14:tracePt t="77639" x="5021263" y="6470650"/>
          <p14:tracePt t="77650" x="5075238" y="6483350"/>
          <p14:tracePt t="77662" x="5102225" y="6483350"/>
          <p14:tracePt t="77672" x="5129213" y="6483350"/>
          <p14:tracePt t="77685" x="5149850" y="6483350"/>
          <p14:tracePt t="77695" x="5164138" y="6483350"/>
          <p14:tracePt t="77706" x="5176838" y="6483350"/>
          <p14:tracePt t="77718" x="5191125" y="6483350"/>
          <p14:tracePt t="77784" x="5205413" y="6483350"/>
          <p14:tracePt t="77807" x="5218113" y="6483350"/>
          <p14:tracePt t="77818" x="5232400" y="6483350"/>
          <p14:tracePt t="77829" x="5245100" y="6483350"/>
          <p14:tracePt t="77841" x="5280025" y="6483350"/>
          <p14:tracePt t="77853" x="5319713" y="6483350"/>
          <p14:tracePt t="77863" x="5334000" y="6483350"/>
          <p14:tracePt t="77876" x="5375275" y="6483350"/>
          <p14:tracePt t="77887" x="5422900" y="6483350"/>
          <p14:tracePt t="77898" x="5449888" y="6483350"/>
          <p14:tracePt t="77909" x="5476875" y="6483350"/>
          <p14:tracePt t="77920" x="5503863" y="6483350"/>
          <p14:tracePt t="77931" x="5518150" y="6483350"/>
          <p14:tracePt t="77943" x="5551488" y="6483350"/>
          <p14:tracePt t="77953" x="5578475" y="6483350"/>
          <p14:tracePt t="77964" x="5634038" y="6470650"/>
          <p14:tracePt t="77977" x="5681663" y="6470650"/>
          <p14:tracePt t="77988" x="5735638" y="6470650"/>
          <p14:tracePt t="77999" x="5810250" y="6470650"/>
          <p14:tracePt t="78011" x="5864225" y="6470650"/>
          <p14:tracePt t="78021" x="5953125" y="6470650"/>
          <p14:tracePt t="78033" x="6054725" y="6470650"/>
          <p14:tracePt t="78044" x="6137275" y="6470650"/>
          <p14:tracePt t="78055" x="6184900" y="6470650"/>
          <p14:tracePt t="78066" x="6197600" y="6470650"/>
          <p14:tracePt t="78516" x="6211888" y="6470650"/>
          <p14:tracePt t="78529" x="6224588" y="6470650"/>
          <p14:tracePt t="78539" x="6238875" y="6470650"/>
          <p14:tracePt t="78550" x="6253163" y="6470650"/>
          <p14:tracePt t="78572" x="6265863" y="6470650"/>
          <p14:tracePt t="78583" x="6280150" y="6470650"/>
          <p14:tracePt t="78594" x="6300788" y="6483350"/>
          <p14:tracePt t="78607" x="6313488" y="6483350"/>
          <p14:tracePt t="78617" x="6327775" y="6483350"/>
          <p14:tracePt t="78629" x="6340475" y="6483350"/>
          <p14:tracePt t="78641" x="6354763" y="6497638"/>
          <p14:tracePt t="78673" x="6367463" y="6497638"/>
          <p14:tracePt t="78740" x="6381750" y="6497638"/>
          <p14:tracePt t="78763" x="6396038" y="6497638"/>
          <p14:tracePt t="78785" x="6408738" y="6497638"/>
          <p14:tracePt t="78808" x="6429375" y="6497638"/>
          <p14:tracePt t="78842" x="6443663" y="6497638"/>
          <p14:tracePt t="78864" x="6456363" y="6497638"/>
          <p14:tracePt t="78887" x="6470650" y="6497638"/>
          <p14:tracePt t="78920" x="6483350" y="6497638"/>
          <p14:tracePt t="78954" x="6497638" y="6497638"/>
          <p14:tracePt t="79010" x="6510338" y="6497638"/>
          <p14:tracePt t="79044" x="6524625" y="6497638"/>
          <p14:tracePt t="79067" x="6545263" y="6497638"/>
          <p14:tracePt t="79078" x="6557963" y="6497638"/>
          <p14:tracePt t="79092" x="6586538" y="6510338"/>
          <p14:tracePt t="79101" x="6613525" y="6510338"/>
          <p14:tracePt t="79112" x="6640513" y="6510338"/>
          <p14:tracePt t="79125" x="6688138" y="6510338"/>
          <p14:tracePt t="79135" x="6729413" y="6524625"/>
          <p14:tracePt t="79146" x="6756400" y="6524625"/>
          <p14:tracePt t="79159" x="6783388" y="6524625"/>
          <p14:tracePt t="79169" x="6816725" y="6524625"/>
          <p14:tracePt t="79180" x="6843713" y="6524625"/>
          <p14:tracePt t="79192" x="6858000" y="6524625"/>
          <p14:tracePt t="79202" x="6872288" y="6524625"/>
          <p14:tracePt t="79214" x="6884988" y="6524625"/>
          <p14:tracePt t="79227" x="6899275" y="6524625"/>
          <p14:tracePt t="79237" x="6911975" y="6524625"/>
          <p14:tracePt t="79247" x="6932613" y="6524625"/>
          <p14:tracePt t="79260" x="6946900" y="6524625"/>
          <p14:tracePt t="79270" x="6959600" y="6524625"/>
          <p14:tracePt t="79282" x="6973888" y="6524625"/>
          <p14:tracePt t="79293" x="6986588" y="6524625"/>
          <p14:tracePt t="79303" x="7000875" y="6524625"/>
          <p14:tracePt t="79315" x="7027863" y="6524625"/>
          <p14:tracePt t="79326" x="7075488" y="6524625"/>
          <p14:tracePt t="79337" x="7102475" y="6524625"/>
          <p14:tracePt t="79348" x="7158038" y="6524625"/>
          <p14:tracePt t="79371" x="7232650" y="6545263"/>
          <p14:tracePt t="79375" x="7307263" y="6545263"/>
          <p14:tracePt t="79383" x="7435850" y="6524625"/>
          <p14:tracePt t="79394" x="7578725" y="6524625"/>
          <p14:tracePt t="79405" x="7762875" y="6524625"/>
          <p14:tracePt t="79418" x="7905750" y="6510338"/>
          <p14:tracePt t="79428" x="8110538" y="6497638"/>
          <p14:tracePt t="79438" x="8307388" y="6483350"/>
          <p14:tracePt t="79450" x="8435975" y="6470650"/>
          <p14:tracePt t="79461" x="8599488" y="6443663"/>
          <p14:tracePt t="79472" x="8742363" y="6429375"/>
          <p14:tracePt t="79485" x="8831263" y="6408738"/>
          <p14:tracePt t="79496" x="8939213" y="6381750"/>
          <p14:tracePt t="79508" x="9028113" y="6354763"/>
          <p14:tracePt t="79518" x="9117013" y="6327775"/>
          <p14:tracePt t="79530" x="9170988" y="6300788"/>
          <p14:tracePt t="79541" x="9218613" y="6265863"/>
          <p14:tracePt t="79552" x="9259888" y="6224588"/>
          <p14:tracePt t="79563" x="9272588" y="6197600"/>
          <p14:tracePt t="79575" x="9301163" y="6137275"/>
          <p14:tracePt t="79585" x="9313863" y="6110288"/>
          <p14:tracePt t="79596" x="9313863" y="6081713"/>
          <p14:tracePt t="79608" x="9313863" y="6069013"/>
          <p14:tracePt t="79618" x="9313863" y="6054725"/>
          <p14:tracePt t="79630" x="9313863" y="6042025"/>
          <p14:tracePt t="79642" x="9313863" y="6021388"/>
          <p14:tracePt t="79652" x="9313863" y="6007100"/>
          <p14:tracePt t="79664" x="9313863" y="5994400"/>
          <p14:tracePt t="79676" x="9313863" y="5980113"/>
          <p14:tracePt t="79686" x="9313863" y="5967413"/>
          <p14:tracePt t="79730" x="9313863" y="5953125"/>
          <p14:tracePt t="79798" x="9313863" y="5938838"/>
          <p14:tracePt t="80148" x="9313863" y="5953125"/>
          <p14:tracePt t="80158" x="9313863" y="5967413"/>
          <p14:tracePt t="80170" x="9313863" y="5980113"/>
          <p14:tracePt t="80181" x="9313863" y="5994400"/>
          <p14:tracePt t="80192" x="9301163" y="6007100"/>
          <p14:tracePt t="80204" x="9301163" y="6021388"/>
          <p14:tracePt t="80216" x="9286875" y="6054725"/>
          <p14:tracePt t="80227" x="9272588" y="6096000"/>
          <p14:tracePt t="80238" x="9245600" y="6122988"/>
          <p14:tracePt t="80251" x="9185275" y="6170613"/>
          <p14:tracePt t="80261" x="9117013" y="6211888"/>
          <p14:tracePt t="80271" x="8974138" y="6265863"/>
          <p14:tracePt t="80284" x="8843963" y="6313488"/>
          <p14:tracePt t="80295" x="8653463" y="6367463"/>
          <p14:tracePt t="80306" x="8470900" y="6396038"/>
          <p14:tracePt t="80318" x="8367713" y="6429375"/>
          <p14:tracePt t="80328" x="8224838" y="6443663"/>
          <p14:tracePt t="80340" x="8081963" y="6443663"/>
          <p14:tracePt t="80351" x="7994650" y="6443663"/>
          <p14:tracePt t="80361" x="7878763" y="6443663"/>
          <p14:tracePt t="80372" x="7804150" y="6443663"/>
          <p14:tracePt t="80384" x="7735888" y="6443663"/>
          <p14:tracePt t="80394" x="7708900" y="6443663"/>
          <p14:tracePt t="80428" x="7673975" y="6456363"/>
          <p14:tracePt t="80433" x="7646988" y="6456363"/>
          <p14:tracePt t="80442" x="7634288" y="6456363"/>
          <p14:tracePt t="80443" x="7620000" y="6456363"/>
          <p14:tracePt t="80452" x="7605713" y="6456363"/>
          <p14:tracePt t="80473" x="7593013" y="6456363"/>
          <p14:tracePt t="80529" x="7605713" y="6456363"/>
          <p14:tracePt t="80541" x="7620000" y="6470650"/>
          <p14:tracePt t="80552" x="7661275" y="6470650"/>
          <p14:tracePt t="80563" x="7708900" y="6470650"/>
          <p14:tracePt t="80574" x="7762875" y="6483350"/>
          <p14:tracePt t="80586" x="7824788" y="6483350"/>
          <p14:tracePt t="80597" x="7920038" y="6483350"/>
          <p14:tracePt t="80609" x="8069263" y="6483350"/>
          <p14:tracePt t="80619" x="8150225" y="6483350"/>
          <p14:tracePt t="80631" x="8293100" y="6483350"/>
          <p14:tracePt t="80643" x="8408988" y="6470650"/>
          <p14:tracePt t="80654" x="8497888" y="6470650"/>
          <p14:tracePt t="80665" x="8599488" y="6456363"/>
          <p14:tracePt t="80676" x="8715375" y="6456363"/>
          <p14:tracePt t="80688" x="8810625" y="6456363"/>
          <p14:tracePt t="80699" x="8899525" y="6443663"/>
          <p14:tracePt t="80709" x="9001125" y="6443663"/>
          <p14:tracePt t="80721" x="9090025" y="6443663"/>
          <p14:tracePt t="80733" x="9144000" y="6443663"/>
          <p14:tracePt t="80743" x="9197975" y="6443663"/>
          <p14:tracePt t="80755" x="9245600" y="6456363"/>
          <p14:tracePt t="80767" x="9272588" y="6456363"/>
          <p14:tracePt t="80777" x="9286875" y="6456363"/>
          <p14:tracePt t="80789" x="9301163" y="6456363"/>
          <p14:tracePt t="80800" x="9313863" y="6456363"/>
          <p14:tracePt t="80811" x="9313863" y="6443663"/>
          <p14:tracePt t="80822" x="9328150" y="6443663"/>
          <p14:tracePt t="80834" x="9348788" y="6443663"/>
          <p14:tracePt t="80844" x="9348788" y="6429375"/>
          <p14:tracePt t="80867" x="9361488" y="6396038"/>
          <p14:tracePt t="80878" x="9361488" y="6381750"/>
          <p14:tracePt t="80890" x="9361488" y="6354763"/>
          <p14:tracePt t="80901" x="9361488" y="6313488"/>
          <p14:tracePt t="80912" x="9361488" y="6253163"/>
          <p14:tracePt t="80924" x="9361488" y="6197600"/>
          <p14:tracePt t="80935" x="9348788" y="6122988"/>
          <p14:tracePt t="80946" x="9328150" y="6069013"/>
          <p14:tracePt t="80959" x="9328150" y="6007100"/>
          <p14:tracePt t="80970" x="9313863" y="5938838"/>
          <p14:tracePt t="80981" x="9313863" y="5864225"/>
          <p14:tracePt t="80993" x="9301163" y="5824538"/>
          <p14:tracePt t="81004" x="9301163" y="5762625"/>
          <p14:tracePt t="81014" x="9286875" y="5735638"/>
          <p14:tracePt t="81026" x="9286875" y="5708650"/>
          <p14:tracePt t="81036" x="9286875" y="5694363"/>
          <p14:tracePt t="81047" x="9286875" y="5667375"/>
          <p14:tracePt t="81069" x="9286875" y="5646738"/>
          <p14:tracePt t="81081" x="9286875" y="5619750"/>
          <p14:tracePt t="81092" x="9286875" y="5605463"/>
          <p14:tracePt t="81103" x="9286875" y="5592763"/>
          <p14:tracePt t="81115" x="9286875" y="5578475"/>
          <p14:tracePt t="81126" x="9286875" y="5565775"/>
          <p14:tracePt t="81149" x="9286875" y="5551488"/>
          <p14:tracePt t="81171" x="9286875" y="5538788"/>
          <p14:tracePt t="81193" x="9286875" y="5518150"/>
          <p14:tracePt t="81216" x="9286875" y="5503863"/>
          <p14:tracePt t="81238" x="9272588" y="5503863"/>
          <p14:tracePt t="81250" x="9259888" y="5503863"/>
          <p14:tracePt t="81261" x="9245600" y="5503863"/>
          <p14:tracePt t="81274" x="9185275" y="5503863"/>
          <p14:tracePt t="81285" x="9090025" y="5518150"/>
          <p14:tracePt t="81296" x="8986838" y="5518150"/>
          <p14:tracePt t="81307" x="8810625" y="5551488"/>
          <p14:tracePt t="81319" x="8613775" y="5578475"/>
          <p14:tracePt t="81330" x="8367713" y="5605463"/>
          <p14:tracePt t="81341" x="8197850" y="5619750"/>
          <p14:tracePt t="81353" x="7980363" y="5646738"/>
          <p14:tracePt t="81362" x="7762875" y="5681663"/>
          <p14:tracePt t="81374" x="7634288" y="5681663"/>
          <p14:tracePt t="81385" x="7477125" y="5694363"/>
          <p14:tracePt t="81396" x="7348538" y="5694363"/>
          <p14:tracePt t="81407" x="7259638" y="5708650"/>
          <p14:tracePt t="81419" x="7116763" y="5721350"/>
          <p14:tracePt t="81430" x="7000875" y="5721350"/>
          <p14:tracePt t="81441" x="6884988" y="5735638"/>
          <p14:tracePt t="81474" x="6783388" y="5735638"/>
          <p14:tracePt t="81478" x="6653213" y="5748338"/>
          <p14:tracePt t="81487" x="6524625" y="5748338"/>
          <p14:tracePt t="81488" x="6429375" y="5762625"/>
          <p14:tracePt t="81508" x="6224588" y="5783263"/>
          <p14:tracePt t="81519" x="6122988" y="5783263"/>
          <p14:tracePt t="81522" x="5967413" y="5783263"/>
          <p14:tracePt t="81534" x="5762625" y="5795963"/>
          <p14:tracePt t="81544" x="5565775" y="5795963"/>
          <p14:tracePt t="81555" x="5348288" y="5795963"/>
          <p14:tracePt t="81566" x="5205413" y="5795963"/>
          <p14:tracePt t="81576" x="5048250" y="5795963"/>
          <p14:tracePt t="81588" x="4932363" y="5783263"/>
          <p14:tracePt t="81600" x="4857750" y="5783263"/>
          <p14:tracePt t="81610" x="4756150" y="5783263"/>
          <p14:tracePt t="81621" x="4660900" y="5762625"/>
          <p14:tracePt t="81633" x="4586288" y="5748338"/>
          <p14:tracePt t="81643" x="4518025" y="5748338"/>
          <p14:tracePt t="81654" x="4429125" y="5748338"/>
          <p14:tracePt t="81667" x="4354513" y="5735638"/>
          <p14:tracePt t="81677" x="4300538" y="5735638"/>
          <p14:tracePt t="81688" x="4224338" y="5721350"/>
          <p14:tracePt t="81700" x="4157663" y="5721350"/>
          <p14:tracePt t="81711" x="4081463" y="5721350"/>
          <p14:tracePt t="81722" x="3967163" y="5708650"/>
          <p14:tracePt t="81734" x="3824288" y="5681663"/>
          <p14:tracePt t="81744" x="3721100" y="5667375"/>
          <p14:tracePt t="81756" x="3578225" y="5646738"/>
          <p14:tracePt t="81767" x="3435350" y="5634038"/>
          <p14:tracePt t="81778" x="3292475" y="5619750"/>
          <p14:tracePt t="81790" x="3205163" y="5619750"/>
          <p14:tracePt t="81801" x="3089275" y="5592763"/>
          <p14:tracePt t="81812" x="2994025" y="5592763"/>
          <p14:tracePt t="81824" x="2905125" y="5592763"/>
          <p14:tracePt t="81835" x="2830513" y="5578475"/>
          <p14:tracePt t="81846" x="2747963" y="5578475"/>
          <p14:tracePt t="81857" x="2687638" y="5565775"/>
          <p14:tracePt t="81869" x="2633663" y="5565775"/>
          <p14:tracePt t="81879" x="2571750" y="5565775"/>
          <p14:tracePt t="81891" x="2517775" y="5565775"/>
          <p14:tracePt t="81902" x="2490788" y="5551488"/>
          <p14:tracePt t="81913" x="2443163" y="5551488"/>
          <p14:tracePt t="81925" x="2414588" y="5551488"/>
          <p14:tracePt t="81936" x="2401888" y="5551488"/>
          <p14:tracePt t="81947" x="2387600" y="5551488"/>
          <p14:tracePt t="82037" x="2387600" y="5565775"/>
          <p14:tracePt t="82049" x="2387600" y="5592763"/>
          <p14:tracePt t="82059" x="2387600" y="5619750"/>
          <p14:tracePt t="82071" x="2401888" y="5681663"/>
          <p14:tracePt t="82082" x="2401888" y="5748338"/>
          <p14:tracePt t="82093" x="2414588" y="5810250"/>
          <p14:tracePt t="82105" x="2428875" y="5911850"/>
          <p14:tracePt t="82115" x="2428875" y="5994400"/>
          <p14:tracePt t="82127" x="2443163" y="6054725"/>
          <p14:tracePt t="82139" x="2443163" y="6137275"/>
          <p14:tracePt t="82151" x="2443163" y="6197600"/>
          <p14:tracePt t="82161" x="2443163" y="6224588"/>
          <p14:tracePt t="82172" x="2455863" y="6265863"/>
          <p14:tracePt t="82185" x="2455863" y="6280150"/>
          <p14:tracePt t="82195" x="2455863" y="6300788"/>
          <p14:tracePt t="82217" x="2470150" y="6300788"/>
          <p14:tracePt t="82239" x="2490788" y="6300788"/>
          <p14:tracePt t="82251" x="2490788" y="6313488"/>
          <p14:tracePt t="82262" x="2517775" y="6313488"/>
          <p14:tracePt t="82273" x="2557463" y="6313488"/>
          <p14:tracePt t="82285" x="2633663" y="6327775"/>
          <p14:tracePt t="82296" x="2747963" y="6340475"/>
          <p14:tracePt t="82308" x="2919413" y="6367463"/>
          <p14:tracePt t="82319" x="3048000" y="6381750"/>
          <p14:tracePt t="82330" x="3279775" y="6408738"/>
          <p14:tracePt t="82341" x="3565525" y="6456363"/>
          <p14:tracePt t="82352" x="3795713" y="6483350"/>
          <p14:tracePt t="82363" x="4054475" y="6510338"/>
          <p14:tracePt t="82375" x="4402138" y="6545263"/>
          <p14:tracePt t="82386" x="4646613" y="6557963"/>
          <p14:tracePt t="82397" x="4986338" y="6586538"/>
          <p14:tracePt t="82408" x="5191125" y="6613525"/>
          <p14:tracePt t="82420" x="5491163" y="6626225"/>
          <p14:tracePt t="82431" x="5762625" y="6653213"/>
          <p14:tracePt t="82442" x="5938838" y="6653213"/>
          <p14:tracePt t="82454" x="6137275" y="6673850"/>
          <p14:tracePt t="82464" x="6265863" y="6673850"/>
          <p14:tracePt t="82476" x="6456363" y="6673850"/>
          <p14:tracePt t="82487" x="6572250" y="6673850"/>
          <p14:tracePt t="82521" x="6742113" y="6673850"/>
          <p14:tracePt t="82524" x="6872288" y="6673850"/>
          <p14:tracePt t="82537" x="7027863" y="6673850"/>
          <p14:tracePt t="82538" x="7191375" y="6673850"/>
          <p14:tracePt t="82544" x="7286625" y="6673850"/>
          <p14:tracePt t="82556" x="7450138" y="6673850"/>
          <p14:tracePt t="82567" x="7545388" y="6673850"/>
          <p14:tracePt t="82577" x="7694613" y="6673850"/>
          <p14:tracePt t="82588" x="7789863" y="6673850"/>
          <p14:tracePt t="82601" x="7953375" y="6673850"/>
          <p14:tracePt t="82611" x="8110538" y="6673850"/>
          <p14:tracePt t="82622" x="8197850" y="6673850"/>
          <p14:tracePt t="82634" x="8307388" y="6673850"/>
          <p14:tracePt t="82645" x="8382000" y="6673850"/>
          <p14:tracePt t="82656" x="8497888" y="6673850"/>
          <p14:tracePt t="82668" x="8566150" y="6673850"/>
          <p14:tracePt t="82678" x="8682038" y="6673850"/>
          <p14:tracePt t="82690" x="8756650" y="6673850"/>
          <p14:tracePt t="82702" x="8858250" y="6673850"/>
          <p14:tracePt t="82712" x="8926513" y="6673850"/>
          <p14:tracePt t="82724" x="8974138" y="6673850"/>
          <p14:tracePt t="82735" x="9028113" y="6673850"/>
          <p14:tracePt t="82746" x="9055100" y="6673850"/>
          <p14:tracePt t="82757" x="9102725" y="6673850"/>
          <p14:tracePt t="82769" x="9129713" y="6673850"/>
          <p14:tracePt t="82779" x="9170988" y="6673850"/>
          <p14:tracePt t="82791" x="9218613" y="6673850"/>
          <p14:tracePt t="82802" x="9245600" y="6673850"/>
          <p14:tracePt t="82813" x="9286875" y="6673850"/>
          <p14:tracePt t="82825" x="9313863" y="6673850"/>
          <p14:tracePt t="82836" x="9348788" y="6673850"/>
          <p14:tracePt t="82847" x="9361488" y="6673850"/>
          <p14:tracePt t="82859" x="9375775" y="6673850"/>
          <p14:tracePt t="82881" x="9388475" y="6653213"/>
          <p14:tracePt t="82903" x="9388475" y="6640513"/>
          <p14:tracePt t="82914" x="9388475" y="6626225"/>
          <p14:tracePt t="82926" x="9388475" y="6599238"/>
          <p14:tracePt t="82938" x="9388475" y="6586538"/>
          <p14:tracePt t="82948" x="9388475" y="6557963"/>
          <p14:tracePt t="82960" x="9388475" y="6497638"/>
          <p14:tracePt t="82971" x="9375775" y="6408738"/>
          <p14:tracePt t="82982" x="9375775" y="6340475"/>
          <p14:tracePt t="82994" x="9361488" y="6238875"/>
          <p14:tracePt t="83005" x="9361488" y="6149975"/>
          <p14:tracePt t="83017" x="9348788" y="6081713"/>
          <p14:tracePt t="83028" x="9348788" y="6021388"/>
          <p14:tracePt t="83039" x="9348788" y="5980113"/>
          <p14:tracePt t="83050" x="9348788" y="5953125"/>
          <p14:tracePt t="83061" x="9348788" y="5926138"/>
          <p14:tracePt t="83072" x="9348788" y="5911850"/>
          <p14:tracePt t="83084" x="9348788" y="5878513"/>
          <p14:tracePt t="83095" x="9348788" y="5864225"/>
          <p14:tracePt t="83106" x="9348788" y="5851525"/>
          <p14:tracePt t="83128" x="9348788" y="5837238"/>
          <p14:tracePt t="83240" x="9348788" y="5824538"/>
          <p14:tracePt t="83252" x="9348788" y="5810250"/>
          <p14:tracePt t="83263" x="9348788" y="5795963"/>
          <p14:tracePt t="83275" x="9348788" y="5762625"/>
          <p14:tracePt t="83286" x="9348788" y="5735638"/>
          <p14:tracePt t="83298" x="9348788" y="5708650"/>
          <p14:tracePt t="83308" x="9348788" y="5681663"/>
          <p14:tracePt t="83320" x="9348788" y="5667375"/>
          <p14:tracePt t="83332" x="9348788" y="5646738"/>
          <p14:tracePt t="89556" x="9301163" y="5646738"/>
          <p14:tracePt t="89565" x="9259888" y="5646738"/>
          <p14:tracePt t="89576" x="9232900" y="5646738"/>
          <p14:tracePt t="89586" x="9185275" y="5646738"/>
          <p14:tracePt t="89597" x="9158288" y="5646738"/>
          <p14:tracePt t="89608" x="9117013" y="5646738"/>
          <p14:tracePt t="89620" x="9055100" y="5646738"/>
          <p14:tracePt t="89631" x="9028113" y="5646738"/>
          <p14:tracePt t="89642" x="8974138" y="5646738"/>
          <p14:tracePt t="89654" x="8939213" y="5646738"/>
          <p14:tracePt t="89665" x="8872538" y="5646738"/>
          <p14:tracePt t="89676" x="8810625" y="5646738"/>
          <p14:tracePt t="89688" x="8742363" y="5646738"/>
          <p14:tracePt t="89698" x="8694738" y="5646738"/>
          <p14:tracePt t="89710" x="8626475" y="5646738"/>
          <p14:tracePt t="89721" x="8539163" y="5646738"/>
          <p14:tracePt t="89732" x="8470900" y="5634038"/>
          <p14:tracePt t="89744" x="8367713" y="5634038"/>
          <p14:tracePt t="89755" x="8293100" y="5634038"/>
          <p14:tracePt t="89766" x="8197850" y="5634038"/>
          <p14:tracePt t="89777" x="8123238" y="5619750"/>
          <p14:tracePt t="89788" x="8021638" y="5619750"/>
          <p14:tracePt t="89799" x="7920038" y="5619750"/>
          <p14:tracePt t="89811" x="7851775" y="5619750"/>
          <p14:tracePt t="89822" x="7748588" y="5619750"/>
          <p14:tracePt t="89834" x="7673975" y="5619750"/>
          <p14:tracePt t="89856" x="7578725" y="5619750"/>
          <p14:tracePt t="89860" x="7504113" y="5619750"/>
          <p14:tracePt t="89873" x="7402513" y="5619750"/>
          <p14:tracePt t="89881" x="7307263" y="5619750"/>
          <p14:tracePt t="89891" x="7218363" y="5619750"/>
          <p14:tracePt t="89903" x="7116763" y="5619750"/>
          <p14:tracePt t="89912" x="7027863" y="5619750"/>
          <p14:tracePt t="89923" x="6932613" y="5619750"/>
          <p14:tracePt t="89935" x="6858000" y="5605463"/>
          <p14:tracePt t="89946" x="6756400" y="5605463"/>
          <p14:tracePt t="89957" x="6688138" y="5605463"/>
          <p14:tracePt t="89969" x="6586538" y="5605463"/>
          <p14:tracePt t="89980" x="6483350" y="5605463"/>
          <p14:tracePt t="89991" x="6408738" y="5605463"/>
          <p14:tracePt t="90004" x="6327775" y="5605463"/>
          <p14:tracePt t="90013" x="6265863" y="5605463"/>
          <p14:tracePt t="90024" x="6224588" y="5605463"/>
          <p14:tracePt t="90036" x="6184900" y="5605463"/>
          <p14:tracePt t="90047" x="6149975" y="5605463"/>
          <p14:tracePt t="90058" x="6110288" y="5605463"/>
          <p14:tracePt t="90070" x="6081713" y="5605463"/>
          <p14:tracePt t="90081" x="6042025" y="5605463"/>
          <p14:tracePt t="90092" x="5994400" y="5605463"/>
          <p14:tracePt t="90103" x="5926138" y="5605463"/>
          <p14:tracePt t="90115" x="5878513" y="5605463"/>
          <p14:tracePt t="90126" x="5837238" y="5605463"/>
          <p14:tracePt t="90137" x="5795963" y="5605463"/>
          <p14:tracePt t="90148" x="5762625" y="5605463"/>
          <p14:tracePt t="90160" x="5708650" y="5605463"/>
          <p14:tracePt t="90171" x="5667375" y="5605463"/>
          <p14:tracePt t="90182" x="5592763" y="5605463"/>
          <p14:tracePt t="90193" x="5551488" y="5605463"/>
          <p14:tracePt t="90204" x="5476875" y="5605463"/>
          <p14:tracePt t="90216" x="5408613" y="5605463"/>
          <p14:tracePt t="90227" x="5307013" y="5605463"/>
          <p14:tracePt t="90238" x="5205413" y="5605463"/>
          <p14:tracePt t="90251" x="5149850" y="5605463"/>
          <p14:tracePt t="90261" x="5048250" y="5605463"/>
          <p14:tracePt t="90272" x="4959350" y="5605463"/>
          <p14:tracePt t="90284" x="4830763" y="5605463"/>
          <p14:tracePt t="90294" x="4729163" y="5605463"/>
          <p14:tracePt t="90306" x="4598988" y="5605463"/>
          <p14:tracePt t="90318" x="4470400" y="5592763"/>
          <p14:tracePt t="90329" x="4387850" y="5592763"/>
          <p14:tracePt t="90340" x="4271963" y="5592763"/>
          <p14:tracePt t="90352" x="4197350" y="5592763"/>
          <p14:tracePt t="90362" x="4095750" y="5592763"/>
          <p14:tracePt t="90373" x="4027488" y="5592763"/>
          <p14:tracePt t="90385" x="3911600" y="5592763"/>
          <p14:tracePt t="90396" x="3836988" y="5592763"/>
          <p14:tracePt t="90407" x="3735388" y="5592763"/>
          <p14:tracePt t="90419" x="3640138" y="5592763"/>
          <p14:tracePt t="90430" x="3565525" y="5592763"/>
          <p14:tracePt t="90441" x="3462338" y="5592763"/>
          <p14:tracePt t="90453" x="3395663" y="5592763"/>
          <p14:tracePt t="90463" x="3319463" y="5592763"/>
          <p14:tracePt t="90475" x="3265488" y="5592763"/>
          <p14:tracePt t="90486" x="3190875" y="5592763"/>
          <p14:tracePt t="90497" x="3136900" y="5592763"/>
          <p14:tracePt t="90508" x="3089275" y="5592763"/>
          <p14:tracePt t="90520" x="3033713" y="5592763"/>
          <p14:tracePt t="90531" x="2994025" y="5592763"/>
          <p14:tracePt t="90542" x="2946400" y="5592763"/>
          <p14:tracePt t="90554" x="2919413" y="5592763"/>
          <p14:tracePt t="90565" x="2878138" y="5592763"/>
          <p14:tracePt t="90576" x="2843213" y="5592763"/>
          <p14:tracePt t="90588" x="2816225" y="5592763"/>
          <p14:tracePt t="90598" x="2789238" y="5592763"/>
          <p14:tracePt t="90610" x="2776538" y="5592763"/>
          <p14:tracePt t="90621" x="2762250" y="5592763"/>
          <p14:tracePt t="90632" x="2747963" y="5592763"/>
          <p14:tracePt t="90643" x="2735263" y="5592763"/>
          <p14:tracePt t="90655" x="2714625" y="5592763"/>
          <p14:tracePt t="90778" x="2714625" y="5605463"/>
          <p14:tracePt t="90801" x="2700338" y="5619750"/>
          <p14:tracePt t="90812" x="2700338" y="5646738"/>
          <p14:tracePt t="90823" x="2687638" y="5694363"/>
          <p14:tracePt t="90834" x="2673350" y="5735638"/>
          <p14:tracePt t="90847" x="2673350" y="5795963"/>
          <p14:tracePt t="90857" x="2660650" y="5851525"/>
          <p14:tracePt t="90868" x="2646363" y="5891213"/>
          <p14:tracePt t="90881" x="2633663" y="5953125"/>
          <p14:tracePt t="90913" x="2633663" y="6007100"/>
          <p14:tracePt t="90916" x="2633663" y="6042025"/>
          <p14:tracePt t="90926" x="2633663" y="6069013"/>
          <p14:tracePt t="90928" x="2633663" y="6096000"/>
          <p14:tracePt t="90938" x="2633663" y="6110288"/>
          <p14:tracePt t="90949" x="2633663" y="6122988"/>
          <p14:tracePt t="90958" x="2633663" y="6137275"/>
          <p14:tracePt t="90981" x="2633663" y="6149975"/>
          <p14:tracePt t="91003" x="2633663" y="6170613"/>
          <p14:tracePt t="91048" x="2633663" y="6184900"/>
          <p14:tracePt t="91059" x="2646363" y="6184900"/>
          <p14:tracePt t="91071" x="2646363" y="6197600"/>
          <p14:tracePt t="91083" x="2660650" y="6211888"/>
          <p14:tracePt t="91104" x="2673350" y="6224588"/>
          <p14:tracePt t="91116" x="2700338" y="6238875"/>
          <p14:tracePt t="91127" x="2735263" y="6253163"/>
          <p14:tracePt t="91139" x="2762250" y="6253163"/>
          <p14:tracePt t="91150" x="2803525" y="6265863"/>
          <p14:tracePt t="91161" x="2843213" y="6265863"/>
          <p14:tracePt t="91173" x="2905125" y="6280150"/>
          <p14:tracePt t="91184" x="2973388" y="6280150"/>
          <p14:tracePt t="91195" x="3062288" y="6300788"/>
          <p14:tracePt t="91206" x="3163888" y="6300788"/>
          <p14:tracePt t="91217" x="3279775" y="6313488"/>
          <p14:tracePt t="91228" x="3422650" y="6327775"/>
          <p14:tracePt t="91241" x="3538538" y="6327775"/>
          <p14:tracePt t="91251" x="3640138" y="6340475"/>
          <p14:tracePt t="91262" x="3756025" y="6340475"/>
          <p14:tracePt t="91273" x="3898900" y="6340475"/>
          <p14:tracePt t="91284" x="3994150" y="6340475"/>
          <p14:tracePt t="91296" x="4197350" y="6340475"/>
          <p14:tracePt t="91307" x="4497388" y="6354763"/>
          <p14:tracePt t="91318" x="4776788" y="6367463"/>
          <p14:tracePt t="91331" x="4946650" y="6367463"/>
          <p14:tracePt t="91341" x="5116513" y="6381750"/>
          <p14:tracePt t="91352" x="5259388" y="6381750"/>
          <p14:tracePt t="91365" x="5360988" y="6396038"/>
          <p14:tracePt t="91375" x="5491163" y="6396038"/>
          <p14:tracePt t="91386" x="5646738" y="6408738"/>
          <p14:tracePt t="91398" x="5795963" y="6429375"/>
          <p14:tracePt t="91408" x="6021388" y="6443663"/>
          <p14:tracePt t="91420" x="6238875" y="6456363"/>
          <p14:tracePt t="91432" x="6443663" y="6483350"/>
          <p14:tracePt t="91442" x="6557963" y="6483350"/>
          <p14:tracePt t="91454" x="6700838" y="6497638"/>
          <p14:tracePt t="91465" x="6831013" y="6497638"/>
          <p14:tracePt t="91476" x="6911975" y="6497638"/>
          <p14:tracePt t="91488" x="7062788" y="6497638"/>
          <p14:tracePt t="91499" x="7205663" y="6510338"/>
          <p14:tracePt t="91510" x="7334250" y="6510338"/>
          <p14:tracePt t="91521" x="7491413" y="6510338"/>
          <p14:tracePt t="91532" x="7620000" y="6524625"/>
          <p14:tracePt t="91543" x="7708900" y="6524625"/>
          <p14:tracePt t="91555" x="7762875" y="6524625"/>
          <p14:tracePt t="91566" x="7824788" y="6524625"/>
          <p14:tracePt t="91577" x="7891463" y="6524625"/>
          <p14:tracePt t="91589" x="7953375" y="6524625"/>
          <p14:tracePt t="91600" x="8034338" y="6524625"/>
          <p14:tracePt t="91611" x="8123238" y="6524625"/>
          <p14:tracePt t="91622" x="8239125" y="6524625"/>
          <p14:tracePt t="91633" x="8328025" y="6545263"/>
          <p14:tracePt t="91644" x="8456613" y="6545263"/>
          <p14:tracePt t="91656" x="8586788" y="6545263"/>
          <p14:tracePt t="91667" x="8653463" y="6545263"/>
          <p14:tracePt t="91678" x="8742363" y="6545263"/>
          <p14:tracePt t="91689" x="8810625" y="6545263"/>
          <p14:tracePt t="91701" x="8843963" y="6545263"/>
          <p14:tracePt t="91712" x="8885238" y="6545263"/>
          <p14:tracePt t="91723" x="8912225" y="6545263"/>
          <p14:tracePt t="91735" x="8939213" y="6545263"/>
          <p14:tracePt t="91802" x="8959850" y="6545263"/>
          <p14:tracePt t="91824" x="8986838" y="6545263"/>
          <p14:tracePt t="91836" x="9028113" y="6524625"/>
          <p14:tracePt t="91848" x="9090025" y="6524625"/>
          <p14:tracePt t="91858" x="9144000" y="6524625"/>
          <p14:tracePt t="91870" x="9218613" y="6524625"/>
          <p14:tracePt t="91882" x="9301163" y="6524625"/>
          <p14:tracePt t="91892" x="9361488" y="6524625"/>
          <p14:tracePt t="91903" x="9456738" y="6524625"/>
          <p14:tracePt t="91916" x="9531350" y="6524625"/>
          <p14:tracePt t="91926" x="9620250" y="6524625"/>
          <p14:tracePt t="91959" x="9661525" y="6524625"/>
          <p14:tracePt t="91962" x="9721850" y="6524625"/>
          <p14:tracePt t="91972" x="9748838" y="6510338"/>
          <p14:tracePt t="91973" x="9777413" y="6510338"/>
          <p14:tracePt t="91983" x="9790113" y="6510338"/>
          <p14:tracePt t="91995" x="9804400" y="6497638"/>
          <p14:tracePt t="92017" x="9817100" y="6483350"/>
          <p14:tracePt t="92027" x="9817100" y="6456363"/>
          <p14:tracePt t="92039" x="9817100" y="6408738"/>
          <p14:tracePt t="92050" x="9817100" y="6367463"/>
          <p14:tracePt t="92061" x="9817100" y="6300788"/>
          <p14:tracePt t="92073" x="9804400" y="6211888"/>
          <p14:tracePt t="92084" x="9790113" y="6170613"/>
          <p14:tracePt t="92095" x="9777413" y="6122988"/>
          <p14:tracePt t="92106" x="9763125" y="6081713"/>
          <p14:tracePt t="92118" x="9763125" y="6054725"/>
          <p14:tracePt t="92128" x="9763125" y="6021388"/>
          <p14:tracePt t="92140" x="9748838" y="5994400"/>
          <p14:tracePt t="92151" x="9736138" y="5967413"/>
          <p14:tracePt t="92162" x="9736138" y="5953125"/>
          <p14:tracePt t="92174" x="9736138" y="5926138"/>
          <p14:tracePt t="92185" x="9736138" y="5911850"/>
          <p14:tracePt t="92196" x="9736138" y="5891213"/>
          <p14:tracePt t="92207" x="9736138" y="5878513"/>
          <p14:tracePt t="92229" x="9736138" y="5864225"/>
          <p14:tracePt t="92252" x="9736138" y="5851525"/>
          <p14:tracePt t="92297" x="9721850" y="5851525"/>
          <p14:tracePt t="92308" x="9701213" y="5851525"/>
          <p14:tracePt t="92320" x="9661525" y="5851525"/>
          <p14:tracePt t="93118" x="9647238" y="5851525"/>
          <p14:tracePt t="93253" x="9634538" y="5851525"/>
          <p14:tracePt t="93298" x="9620250" y="5851525"/>
          <p14:tracePt t="93310" x="9620250" y="5837238"/>
          <p14:tracePt t="93322" x="9605963" y="5837238"/>
          <p14:tracePt t="93332" x="9593263" y="5837238"/>
          <p14:tracePt t="93343" x="9558338" y="5824538"/>
          <p14:tracePt t="93356" x="9531350" y="5824538"/>
          <p14:tracePt t="93367" x="9504363" y="5810250"/>
          <p14:tracePt t="93377" x="9477375" y="5810250"/>
          <p14:tracePt t="93390" x="9402763" y="5795963"/>
          <p14:tracePt t="93400" x="9328150" y="5783263"/>
          <p14:tracePt t="93411" x="9272588" y="5783263"/>
          <p14:tracePt t="93422" x="9197975" y="5762625"/>
          <p14:tracePt t="93435" x="9144000" y="5762625"/>
          <p14:tracePt t="93446" x="9117013" y="5762625"/>
          <p14:tracePt t="93457" x="9090025" y="5762625"/>
          <p14:tracePt t="93467" x="9055100" y="5762625"/>
          <p14:tracePt t="93489" x="9042400" y="5762625"/>
          <p14:tracePt t="93501" x="9028113" y="5762625"/>
          <p14:tracePt t="93513" x="9015413" y="5783263"/>
          <p14:tracePt t="93524" x="9001125" y="5783263"/>
          <p14:tracePt t="93534" x="8986838" y="5783263"/>
          <p14:tracePt t="93547" x="8959850" y="5783263"/>
          <p14:tracePt t="93568" x="8939213" y="5795963"/>
          <p14:tracePt t="93973" x="8959850" y="5783263"/>
          <p14:tracePt t="93985" x="8974138" y="5783263"/>
          <p14:tracePt t="94468" x="8959850" y="5783263"/>
          <p14:tracePt t="94480" x="8912225" y="5783263"/>
          <p14:tracePt t="94494" x="8858250" y="5762625"/>
          <p14:tracePt t="94504" x="8810625" y="5748338"/>
          <p14:tracePt t="94513" x="8742363" y="5748338"/>
          <p14:tracePt t="94525" x="8682038" y="5748338"/>
          <p14:tracePt t="94538" x="8640763" y="5748338"/>
          <p14:tracePt t="94548" x="8613775" y="5748338"/>
          <p14:tracePt t="94559" x="8586788" y="5748338"/>
          <p14:tracePt t="94571" x="8566150" y="5735638"/>
          <p14:tracePt t="94749" x="8586788" y="5735638"/>
          <p14:tracePt t="94772" x="8586788" y="5721350"/>
          <p14:tracePt t="94783" x="8599488" y="5721350"/>
          <p14:tracePt t="94795" x="8613775" y="5721350"/>
          <p14:tracePt t="94828" x="8626475" y="5721350"/>
          <p14:tracePt t="94908" x="8626475" y="5708650"/>
          <p14:tracePt t="94996" x="8626475" y="5694363"/>
          <p14:tracePt t="95030" x="8613775" y="5694363"/>
          <p14:tracePt t="95098" x="8613775" y="5681663"/>
          <p14:tracePt t="95121" x="8599488" y="5681663"/>
          <p14:tracePt t="95154" x="8599488" y="5667375"/>
          <p14:tracePt t="95177" x="8586788" y="5667375"/>
          <p14:tracePt t="95221" x="8566150" y="5667375"/>
          <p14:tracePt t="96336" x="8566150" y="5646738"/>
          <p14:tracePt t="96381" x="8566150" y="5634038"/>
          <p14:tracePt t="96448" x="8551863" y="5634038"/>
          <p14:tracePt t="96481" x="8551863" y="5619750"/>
          <p14:tracePt t="96504" x="8539163" y="5619750"/>
          <p14:tracePt t="96571" x="8524875" y="5619750"/>
          <p14:tracePt t="96605" x="8524875" y="5605463"/>
          <p14:tracePt t="96618" x="8510588" y="5605463"/>
          <p14:tracePt t="96651" x="8497888" y="5605463"/>
          <p14:tracePt t="96673" x="8483600" y="5605463"/>
          <p14:tracePt t="96684" x="8470900" y="5605463"/>
          <p14:tracePt t="96696" x="8456613" y="5605463"/>
          <p14:tracePt t="96707" x="8435975" y="5605463"/>
          <p14:tracePt t="96729" x="8423275" y="5605463"/>
          <p14:tracePt t="96741" x="8408988" y="5605463"/>
          <p14:tracePt t="96752" x="8396288" y="5605463"/>
          <p14:tracePt t="96764" x="8382000" y="5605463"/>
          <p14:tracePt t="96775" x="8367713" y="5605463"/>
          <p14:tracePt t="96788" x="8355013" y="5592763"/>
          <p14:tracePt t="96797" x="8340725" y="5592763"/>
          <p14:tracePt t="96808" x="8307388" y="5592763"/>
          <p14:tracePt t="96822" x="8293100" y="5592763"/>
          <p14:tracePt t="96832" x="8266113" y="5592763"/>
          <p14:tracePt t="96843" x="8224838" y="5592763"/>
          <p14:tracePt t="96855" x="8197850" y="5592763"/>
          <p14:tracePt t="96865" x="8177213" y="5592763"/>
          <p14:tracePt t="96876" x="8150225" y="5592763"/>
          <p14:tracePt t="96889" x="8123238" y="5592763"/>
          <p14:tracePt t="96899" x="8110538" y="5592763"/>
          <p14:tracePt t="96910" x="8081963" y="5592763"/>
          <p14:tracePt t="96922" x="8069263" y="5592763"/>
          <p14:tracePt t="96932" x="8034338" y="5592763"/>
          <p14:tracePt t="96955" x="8007350" y="5605463"/>
          <p14:tracePt t="96958" x="7980363" y="5605463"/>
          <p14:tracePt t="96966" x="7967663" y="5619750"/>
          <p14:tracePt t="96978" x="7932738" y="5634038"/>
          <p14:tracePt t="96991" x="7905750" y="5646738"/>
          <p14:tracePt t="97001" x="7891463" y="5667375"/>
          <p14:tracePt t="97012" x="7864475" y="5681663"/>
          <p14:tracePt t="97024" x="7851775" y="5694363"/>
          <p14:tracePt t="97034" x="7837488" y="5708650"/>
          <p14:tracePt t="97046" x="7824788" y="5735638"/>
          <p14:tracePt t="97057" x="7804150" y="5748338"/>
          <p14:tracePt t="97067" x="7789863" y="5783263"/>
          <p14:tracePt t="97079" x="7789863" y="5795963"/>
          <p14:tracePt t="97090" x="7789863" y="5810250"/>
          <p14:tracePt t="97101" x="7789863" y="5824538"/>
          <p14:tracePt t="97113" x="7789863" y="5837238"/>
          <p14:tracePt t="97124" x="7789863" y="5851525"/>
          <p14:tracePt t="97135" x="7804150" y="5864225"/>
          <p14:tracePt t="97147" x="7824788" y="5878513"/>
          <p14:tracePt t="97158" x="7837488" y="5891213"/>
          <p14:tracePt t="97168" x="7851775" y="5911850"/>
          <p14:tracePt t="97202" x="7878763" y="5938838"/>
          <p14:tracePt t="97206" x="7905750" y="5953125"/>
          <p14:tracePt t="97215" x="7932738" y="5967413"/>
          <p14:tracePt t="97217" x="7967663" y="5980113"/>
          <p14:tracePt t="97225" x="7980363" y="5994400"/>
          <p14:tracePt t="97238" x="8007350" y="6007100"/>
          <p14:tracePt t="97248" x="8021638" y="6007100"/>
          <p14:tracePt t="97259" x="8069263" y="6021388"/>
          <p14:tracePt t="97269" x="8096250" y="6042025"/>
          <p14:tracePt t="97281" x="8137525" y="6054725"/>
          <p14:tracePt t="97292" x="8177213" y="6069013"/>
          <p14:tracePt t="97305" x="8212138" y="6069013"/>
          <p14:tracePt t="97315" x="8266113" y="6069013"/>
          <p14:tracePt t="97326" x="8328025" y="6081713"/>
          <p14:tracePt t="97338" x="8382000" y="6081713"/>
          <p14:tracePt t="97348" x="8435975" y="6081713"/>
          <p14:tracePt t="97360" x="8497888" y="6081713"/>
          <p14:tracePt t="97372" x="8566150" y="6081713"/>
          <p14:tracePt t="97382" x="8599488" y="6081713"/>
          <p14:tracePt t="97394" x="8640763" y="6069013"/>
          <p14:tracePt t="97406" x="8682038" y="6042025"/>
          <p14:tracePt t="97416" x="8715375" y="6007100"/>
          <p14:tracePt t="97428" x="8756650" y="5980113"/>
          <p14:tracePt t="97439" x="8783638" y="5938838"/>
          <p14:tracePt t="97449" x="8796338" y="5926138"/>
          <p14:tracePt t="97461" x="8810625" y="5878513"/>
          <p14:tracePt t="97473" x="8810625" y="5837238"/>
          <p14:tracePt t="97483" x="8810625" y="5795963"/>
          <p14:tracePt t="97495" x="8796338" y="5762625"/>
          <p14:tracePt t="97506" x="8796338" y="5735638"/>
          <p14:tracePt t="97517" x="8769350" y="5708650"/>
          <p14:tracePt t="97529" x="8756650" y="5667375"/>
          <p14:tracePt t="97540" x="8715375" y="5634038"/>
          <p14:tracePt t="97551" x="8667750" y="5592763"/>
          <p14:tracePt t="97563" x="8613775" y="5578475"/>
          <p14:tracePt t="97574" x="8551863" y="5565775"/>
          <p14:tracePt t="97585" x="8497888" y="5551488"/>
          <p14:tracePt t="97597" x="8423275" y="5551488"/>
          <p14:tracePt t="97607" x="8396288" y="5551488"/>
          <p14:tracePt t="97618" x="8355013" y="5538788"/>
          <p14:tracePt t="97630" x="8340725" y="5538788"/>
          <p14:tracePt t="97641" x="8328025" y="5538788"/>
          <p14:tracePt t="97652" x="8328025" y="5551488"/>
          <p14:tracePt t="97663" x="8307388" y="5551488"/>
          <p14:tracePt t="97675" x="8293100" y="5551488"/>
          <p14:tracePt t="97686" x="8280400" y="5551488"/>
          <p14:tracePt t="97697" x="8266113" y="5565775"/>
          <p14:tracePt t="97709" x="8239125" y="5578475"/>
          <p14:tracePt t="97720" x="8224838" y="5578475"/>
          <p14:tracePt t="97731" x="8212138" y="5592763"/>
          <p14:tracePt t="97742" x="8177213" y="5605463"/>
          <p14:tracePt t="97755" x="8150225" y="5619750"/>
          <p14:tracePt t="97765" x="8137525" y="5619750"/>
          <p14:tracePt t="97776" x="8123238" y="5646738"/>
          <p14:tracePt t="97789" x="8110538" y="5667375"/>
          <p14:tracePt t="97799" x="8096250" y="5681663"/>
          <p14:tracePt t="97811" x="8081963" y="5708650"/>
          <p14:tracePt t="97822" x="8069263" y="5735638"/>
          <p14:tracePt t="97832" x="8069263" y="5748338"/>
          <p14:tracePt t="97843" x="8069263" y="5762625"/>
          <p14:tracePt t="97856" x="8048625" y="5795963"/>
          <p14:tracePt t="97877" x="8048625" y="5824538"/>
          <p14:tracePt t="97889" x="8048625" y="5837238"/>
          <p14:tracePt t="97899" x="8069263" y="5864225"/>
          <p14:tracePt t="97912" x="8069263" y="5878513"/>
          <p14:tracePt t="97922" x="8081963" y="5911850"/>
          <p14:tracePt t="97933" x="8096250" y="5926138"/>
          <p14:tracePt t="97945" x="8110538" y="5938838"/>
          <p14:tracePt t="97956" x="8123238" y="5953125"/>
          <p14:tracePt t="97967" x="8137525" y="5967413"/>
          <p14:tracePt t="97979" x="8150225" y="5980113"/>
          <p14:tracePt t="97991" x="8164513" y="5980113"/>
          <p14:tracePt t="98001" x="8197850" y="5994400"/>
          <p14:tracePt t="98013" x="8212138" y="6007100"/>
          <p14:tracePt t="98024" x="8239125" y="6021388"/>
          <p14:tracePt t="98035" x="8266113" y="6021388"/>
          <p14:tracePt t="98046" x="8293100" y="6042025"/>
          <p14:tracePt t="98057" x="8307388" y="6042025"/>
          <p14:tracePt t="98068" x="8340725" y="6042025"/>
          <p14:tracePt t="98079" x="8367713" y="6042025"/>
          <p14:tracePt t="98091" x="8382000" y="6054725"/>
          <p14:tracePt t="98102" x="8408988" y="6054725"/>
          <p14:tracePt t="98113" x="8456613" y="6054725"/>
          <p14:tracePt t="98125" x="8497888" y="6054725"/>
          <p14:tracePt t="98136" x="8524875" y="6054725"/>
          <p14:tracePt t="98148" x="8586788" y="6054725"/>
          <p14:tracePt t="98159" x="8640763" y="6042025"/>
          <p14:tracePt t="98171" x="8667750" y="6042025"/>
          <p14:tracePt t="98181" x="8729663" y="6007100"/>
          <p14:tracePt t="98192" x="8756650" y="5994400"/>
          <p14:tracePt t="98205" x="8796338" y="5967413"/>
          <p14:tracePt t="98215" x="8810625" y="5938838"/>
          <p14:tracePt t="98248" x="8843963" y="5891213"/>
          <p14:tracePt t="98252" x="8843963" y="5851525"/>
          <p14:tracePt t="98260" x="8843963" y="5824538"/>
          <p14:tracePt t="98265" x="8831263" y="5783263"/>
          <p14:tracePt t="98275" x="8810625" y="5748338"/>
          <p14:tracePt t="98284" x="8796338" y="5721350"/>
          <p14:tracePt t="98293" x="8769350" y="5681663"/>
          <p14:tracePt t="98308" x="8729663" y="5646738"/>
          <p14:tracePt t="98318" x="8682038" y="5619750"/>
          <p14:tracePt t="98329" x="8653463" y="5605463"/>
          <p14:tracePt t="98340" x="8599488" y="5592763"/>
          <p14:tracePt t="98350" x="8551863" y="5578475"/>
          <p14:tracePt t="98362" x="8510588" y="5578475"/>
          <p14:tracePt t="98373" x="8456613" y="5578475"/>
          <p14:tracePt t="98383" x="8408988" y="5578475"/>
          <p14:tracePt t="98394" x="8367713" y="5578475"/>
          <p14:tracePt t="98406" x="8328025" y="5578475"/>
          <p14:tracePt t="98417" x="8280400" y="5592763"/>
          <p14:tracePt t="98429" x="8239125" y="5605463"/>
          <p14:tracePt t="98440" x="8197850" y="5619750"/>
          <p14:tracePt t="98451" x="8150225" y="5634038"/>
          <p14:tracePt t="98462" x="8123238" y="5667375"/>
          <p14:tracePt t="98474" x="8096250" y="5681663"/>
          <p14:tracePt t="98485" x="8048625" y="5694363"/>
          <p14:tracePt t="98496" x="8021638" y="5721350"/>
          <p14:tracePt t="98508" x="7994650" y="5735638"/>
          <p14:tracePt t="98518" x="7980363" y="5762625"/>
          <p14:tracePt t="98530" x="7967663" y="5795963"/>
          <p14:tracePt t="98542" x="7967663" y="5810250"/>
          <p14:tracePt t="98552" x="7967663" y="5824538"/>
          <p14:tracePt t="98563" x="7967663" y="5851525"/>
          <p14:tracePt t="98574" x="7967663" y="5864225"/>
          <p14:tracePt t="98586" x="7980363" y="5891213"/>
          <p14:tracePt t="98598" x="7994650" y="5938838"/>
          <p14:tracePt t="98609" x="8048625" y="5994400"/>
          <p14:tracePt t="98620" x="8123238" y="6042025"/>
          <p14:tracePt t="98631" x="8177213" y="6081713"/>
          <p14:tracePt t="98642" x="8239125" y="6110288"/>
          <p14:tracePt t="98655" x="8293100" y="6137275"/>
          <p14:tracePt t="98665" x="8340725" y="6137275"/>
          <p14:tracePt t="98676" x="8367713" y="6149975"/>
          <p14:tracePt t="98689" x="8408988" y="6149975"/>
          <p14:tracePt t="98698" x="8435975" y="6149975"/>
          <p14:tracePt t="98710" x="8483600" y="6149975"/>
          <p14:tracePt t="98722" x="8510588" y="6149975"/>
          <p14:tracePt t="98732" x="8566150" y="6137275"/>
          <p14:tracePt t="98743" x="8613775" y="6122988"/>
          <p14:tracePt t="98756" x="8653463" y="6096000"/>
          <p14:tracePt t="98766" x="8715375" y="6054725"/>
          <p14:tracePt t="98778" x="8742363" y="6021388"/>
          <p14:tracePt t="98789" x="8756650" y="5967413"/>
          <p14:tracePt t="98800" x="8769350" y="5926138"/>
          <p14:tracePt t="98811" x="8769350" y="5878513"/>
          <p14:tracePt t="98822" x="8769350" y="5824538"/>
          <p14:tracePt t="98833" x="8756650" y="5783263"/>
          <p14:tracePt t="98845" x="8729663" y="5735638"/>
          <p14:tracePt t="98857" x="8715375" y="5708650"/>
          <p14:tracePt t="98868" x="8667750" y="5667375"/>
          <p14:tracePt t="98880" x="8586788" y="5619750"/>
          <p14:tracePt t="98891" x="8524875" y="5592763"/>
          <p14:tracePt t="98901" x="8396288" y="5551488"/>
          <p14:tracePt t="98913" x="8266113" y="5538788"/>
          <p14:tracePt t="98924" x="8164513" y="5538788"/>
          <p14:tracePt t="98935" x="8123238" y="5538788"/>
          <p14:tracePt t="98946" x="8069263" y="5538788"/>
          <p14:tracePt t="98957" x="8034338" y="5551488"/>
          <p14:tracePt t="98968" x="8007350" y="5551488"/>
          <p14:tracePt t="98980" x="7994650" y="5565775"/>
          <p14:tracePt t="98991" x="7980363" y="5592763"/>
          <p14:tracePt t="99003" x="7953375" y="5605463"/>
          <p14:tracePt t="99014" x="7932738" y="5646738"/>
          <p14:tracePt t="99025" x="7920038" y="5681663"/>
          <p14:tracePt t="99036" x="7905750" y="5708650"/>
          <p14:tracePt t="99047" x="7891463" y="5735638"/>
          <p14:tracePt t="99059" x="7891463" y="5748338"/>
          <p14:tracePt t="99070" x="7878763" y="5748338"/>
          <p14:tracePt t="99081" x="7878763" y="5762625"/>
          <p14:tracePt t="99092" x="7878763" y="5783263"/>
          <p14:tracePt t="99114" x="7891463" y="5795963"/>
          <p14:tracePt t="99137" x="7905750" y="5795963"/>
          <p14:tracePt t="99148" x="7905750" y="5810250"/>
          <p14:tracePt t="99160" x="7920038" y="5810250"/>
          <p14:tracePt t="99835" x="7932738" y="5810250"/>
          <p14:tracePt t="100070" x="7932738" y="5824538"/>
          <p14:tracePt t="100083" x="7920038" y="5824538"/>
          <p14:tracePt t="100116" x="7905750" y="5837238"/>
          <p14:tracePt t="100127" x="7891463" y="5837238"/>
          <p14:tracePt t="100138" x="7878763" y="5851525"/>
          <p14:tracePt t="100150" x="7837488" y="5878513"/>
          <p14:tracePt t="100162" x="7777163" y="5911850"/>
          <p14:tracePt t="100173" x="7721600" y="5926138"/>
          <p14:tracePt t="100186" x="7620000" y="5953125"/>
          <p14:tracePt t="100196" x="7518400" y="5967413"/>
          <p14:tracePt t="100208" x="7402513" y="5980113"/>
          <p14:tracePt t="100219" x="7307263" y="5994400"/>
          <p14:tracePt t="100229" x="7129463" y="6007100"/>
          <p14:tracePt t="100241" x="6911975" y="6021388"/>
          <p14:tracePt t="100252" x="6715125" y="6021388"/>
          <p14:tracePt t="100746" x="6729413" y="6021388"/>
          <p14:tracePt t="100758" x="6742113" y="6021388"/>
          <p14:tracePt t="100768" x="6756400" y="6021388"/>
          <p14:tracePt t="100779" x="6769100" y="6021388"/>
          <p14:tracePt t="100792" x="6783388" y="6021388"/>
          <p14:tracePt t="100824" x="6804025" y="6021388"/>
          <p14:tracePt t="100847" x="6816725" y="6021388"/>
          <p14:tracePt t="100858" x="6831013" y="6021388"/>
          <p14:tracePt t="100870" x="6843713" y="6021388"/>
          <p14:tracePt t="100892" x="6858000" y="6021388"/>
          <p14:tracePt t="100915" x="6872288" y="6021388"/>
          <p14:tracePt t="100926" x="6884988" y="6021388"/>
          <p14:tracePt t="100938" x="6899275" y="6021388"/>
          <p14:tracePt t="100950" x="6911975" y="6021388"/>
          <p14:tracePt t="100960" x="6946900" y="6021388"/>
          <p14:tracePt t="100972" x="6986588" y="6021388"/>
          <p14:tracePt t="100983" x="7042150" y="6021388"/>
          <p14:tracePt t="100994" x="7102475" y="6021388"/>
          <p14:tracePt t="101006" x="7205663" y="6021388"/>
          <p14:tracePt t="101017" x="7319963" y="6007100"/>
          <p14:tracePt t="101028" x="7402513" y="6007100"/>
          <p14:tracePt t="101040" x="7504113" y="6007100"/>
          <p14:tracePt t="101050" x="7605713" y="5994400"/>
          <p14:tracePt t="101061" x="7694613" y="5994400"/>
          <p14:tracePt t="101073" x="7748588" y="5994400"/>
          <p14:tracePt t="101084" x="7824788" y="5994400"/>
          <p14:tracePt t="101095" x="7878763" y="6007100"/>
          <p14:tracePt t="101107" x="7905750" y="6007100"/>
          <p14:tracePt t="101118" x="7953375" y="6007100"/>
          <p14:tracePt t="101128" x="7980363" y="6007100"/>
          <p14:tracePt t="101140" x="8007350" y="6007100"/>
          <p14:tracePt t="101151" x="8034338" y="6007100"/>
          <p14:tracePt t="101162" x="8069263" y="6007100"/>
          <p14:tracePt t="101174" x="8081963" y="6007100"/>
          <p14:tracePt t="101196" x="8096250" y="6007100"/>
          <p14:tracePt t="101218" x="8110538" y="6007100"/>
          <p14:tracePt t="101364" x="8123238" y="6007100"/>
          <p14:tracePt t="101398" x="8137525" y="6007100"/>
          <p14:tracePt t="101402" x="8150225" y="6007100"/>
          <p14:tracePt t="101412" x="8164513" y="6021388"/>
          <p14:tracePt t="101412" x="8177213" y="6021388"/>
          <p14:tracePt t="101421" x="8197850" y="6021388"/>
          <p14:tracePt t="101432" x="8212138" y="6021388"/>
          <p14:tracePt t="101446" x="8224838" y="6021388"/>
          <p14:tracePt t="101456" x="8239125" y="6021388"/>
          <p14:tracePt t="101499" x="8253413" y="6021388"/>
          <p14:tracePt t="101533" x="8266113" y="6021388"/>
          <p14:tracePt t="101544" x="8280400" y="6021388"/>
          <p14:tracePt t="101567" x="8293100" y="6042025"/>
          <p14:tracePt t="101579" x="8307388" y="6042025"/>
          <p14:tracePt t="101591" x="8328025" y="6042025"/>
          <p14:tracePt t="101601" x="8340725" y="6042025"/>
          <p14:tracePt t="101613" x="8355013" y="6042025"/>
          <p14:tracePt t="101690" x="8367713" y="6042025"/>
          <p14:tracePt t="101702" x="8382000" y="6054725"/>
          <p14:tracePt t="101713" x="8396288" y="6054725"/>
          <p14:tracePt t="101747" x="8408988" y="6054725"/>
          <p14:tracePt t="101758" x="8396288" y="6054725"/>
          <p14:tracePt t="101769" x="8367713" y="6054725"/>
          <p14:tracePt t="101782" x="8340725" y="6054725"/>
          <p14:tracePt t="102231" x="8355013" y="6054725"/>
          <p14:tracePt t="102309" x="8367713" y="6054725"/>
          <p14:tracePt t="102478" x="8367713" y="6069013"/>
          <p14:tracePt t="102681" x="8355013" y="6069013"/>
          <p14:tracePt t="102782" x="8355013" y="6054725"/>
          <p14:tracePt t="102793" x="8340725" y="6054725"/>
          <p14:tracePt t="102816" x="8328025" y="6054725"/>
          <p14:tracePt t="102827" x="8307388" y="6054725"/>
          <p14:tracePt t="102841" x="8293100" y="6054725"/>
          <p14:tracePt t="102861" x="8280400" y="6054725"/>
          <p14:tracePt t="102873" x="8266113" y="6054725"/>
          <p14:tracePt t="102894" x="8253413" y="6054725"/>
          <p14:tracePt t="102906" x="8239125" y="6042025"/>
          <p14:tracePt t="102928" x="8224838" y="6042025"/>
          <p14:tracePt t="102940" x="8212138" y="6042025"/>
          <p14:tracePt t="102951" x="8197850" y="6042025"/>
          <p14:tracePt t="102963" x="8177213" y="6042025"/>
          <p14:tracePt t="102974" x="8150225" y="6042025"/>
          <p14:tracePt t="102985" x="8137525" y="6042025"/>
          <p14:tracePt t="102997" x="8123238" y="6042025"/>
          <p14:tracePt t="103018" x="8110538" y="6042025"/>
          <p14:tracePt t="103031" x="8096250" y="6042025"/>
          <p14:tracePt t="103119" x="8081963" y="6042025"/>
          <p14:tracePt t="103132" x="8069263" y="6042025"/>
          <p14:tracePt t="103142" x="8048625" y="6042025"/>
          <p14:tracePt t="103154" x="8034338" y="6021388"/>
          <p14:tracePt t="103166" x="8021638" y="6021388"/>
          <p14:tracePt t="103187" x="8007350" y="6021388"/>
          <p14:tracePt t="103210" x="7994650" y="6021388"/>
          <p14:tracePt t="103311" x="8007350" y="6021388"/>
          <p14:tracePt t="103333" x="8021638" y="6021388"/>
          <p14:tracePt t="103356" x="8048625" y="6021388"/>
          <p14:tracePt t="103368" x="8069263" y="6021388"/>
          <p14:tracePt t="103379" x="8096250" y="6042025"/>
          <p14:tracePt t="103390" x="8123238" y="6042025"/>
          <p14:tracePt t="103401" x="8150225" y="6042025"/>
          <p14:tracePt t="103415" x="8212138" y="6054725"/>
          <p14:tracePt t="103424" x="8253413" y="6054725"/>
          <p14:tracePt t="103435" x="8293100" y="6054725"/>
          <p14:tracePt t="103447" x="8328025" y="6054725"/>
          <p14:tracePt t="103457" x="8367713" y="6069013"/>
          <p14:tracePt t="103470" x="8408988" y="6069013"/>
          <p14:tracePt t="103491" x="8435975" y="6069013"/>
          <p14:tracePt t="103494" x="8483600" y="6069013"/>
          <p14:tracePt t="103503" x="8524875" y="6069013"/>
          <p14:tracePt t="103514" x="8551863" y="6069013"/>
          <p14:tracePt t="103526" x="8586788" y="6069013"/>
          <p14:tracePt t="103537" x="8626475" y="6081713"/>
          <p14:tracePt t="103548" x="8667750" y="6081713"/>
          <p14:tracePt t="103558" x="8694738" y="6081713"/>
          <p14:tracePt t="103570" x="8729663" y="6081713"/>
          <p14:tracePt t="103581" x="8756650" y="6081713"/>
          <p14:tracePt t="103592" x="8769350" y="6081713"/>
          <p14:tracePt t="103604" x="8783638" y="6081713"/>
          <p14:tracePt t="103726" x="8783638" y="6069013"/>
          <p14:tracePt t="103749" x="8783638" y="6054725"/>
          <p14:tracePt t="103761" x="8783638" y="6042025"/>
          <p14:tracePt t="103772" x="8783638" y="6021388"/>
          <p14:tracePt t="103784" x="8769350" y="5994400"/>
          <p14:tracePt t="103796" x="8769350" y="5938838"/>
          <p14:tracePt t="103807" x="8769350" y="5891213"/>
          <p14:tracePt t="103818" x="8769350" y="5837238"/>
          <p14:tracePt t="103829" x="8769350" y="5762625"/>
          <p14:tracePt t="103841" x="8769350" y="5694363"/>
          <p14:tracePt t="103852" x="8769350" y="5634038"/>
          <p14:tracePt t="103862" x="8769350" y="5605463"/>
          <p14:tracePt t="103873" x="8769350" y="5578475"/>
          <p14:tracePt t="103886" x="8769350" y="5551488"/>
          <p14:tracePt t="103896" x="8756650" y="5538788"/>
          <p14:tracePt t="103908" x="8756650" y="5518150"/>
          <p14:tracePt t="103919" x="8756650" y="5503863"/>
          <p14:tracePt t="103941" x="8756650" y="5491163"/>
          <p14:tracePt t="104042" x="8742363" y="5491163"/>
          <p14:tracePt t="104054" x="8729663" y="5491163"/>
          <p14:tracePt t="104064" x="8682038" y="5491163"/>
          <p14:tracePt t="104077" x="8640763" y="5491163"/>
          <p14:tracePt t="104087" x="8586788" y="5491163"/>
          <p14:tracePt t="104098" x="8510588" y="5491163"/>
          <p14:tracePt t="104111" x="8435975" y="5491163"/>
          <p14:tracePt t="104121" x="8367713" y="5503863"/>
          <p14:tracePt t="104132" x="8280400" y="5503863"/>
          <p14:tracePt t="104144" x="8212138" y="5503863"/>
          <p14:tracePt t="104155" x="8137525" y="5503863"/>
          <p14:tracePt t="104166" x="8096250" y="5503863"/>
          <p14:tracePt t="104178" x="8048625" y="5503863"/>
          <p14:tracePt t="104189" x="8021638" y="5503863"/>
          <p14:tracePt t="104200" x="8007350" y="5503863"/>
          <p14:tracePt t="104212" x="7994650" y="5503863"/>
          <p14:tracePt t="104244" x="7980363" y="5503863"/>
          <p14:tracePt t="104278" x="7967663" y="5503863"/>
          <p14:tracePt t="104301" x="7953375" y="5503863"/>
          <p14:tracePt t="104312" x="7932738" y="5503863"/>
          <p14:tracePt t="104335" x="7920038" y="5503863"/>
          <p14:tracePt t="104369" x="7905750" y="5503863"/>
          <p14:tracePt t="104391" x="7905750" y="5518150"/>
          <p14:tracePt t="104403" x="7905750" y="5538788"/>
          <p14:tracePt t="104414" x="7905750" y="5551488"/>
          <p14:tracePt t="104424" x="7905750" y="5565775"/>
          <p14:tracePt t="104438" x="7905750" y="5592763"/>
          <p14:tracePt t="104448" x="7905750" y="5619750"/>
          <p14:tracePt t="104459" x="7905750" y="5646738"/>
          <p14:tracePt t="104472" x="7905750" y="5694363"/>
          <p14:tracePt t="104482" x="7905750" y="5721350"/>
          <p14:tracePt t="104493" x="7905750" y="5748338"/>
          <p14:tracePt t="104506" x="7905750" y="5762625"/>
          <p14:tracePt t="104516" x="7905750" y="5795963"/>
          <p14:tracePt t="104537" x="7905750" y="5824538"/>
          <p14:tracePt t="104540" x="7905750" y="5837238"/>
          <p14:tracePt t="104549" x="7905750" y="5851525"/>
          <p14:tracePt t="104560" x="7905750" y="5864225"/>
          <p14:tracePt t="104571" x="7905750" y="5878513"/>
          <p14:tracePt t="104593" x="7905750" y="5891213"/>
          <p14:tracePt t="104627" x="7905750" y="5911850"/>
          <p14:tracePt t="104694" x="7905750" y="5926138"/>
          <p14:tracePt t="104728" x="7905750" y="5938838"/>
          <p14:tracePt t="104739" x="7905750" y="5953125"/>
          <p14:tracePt t="104751" x="7905750" y="5967413"/>
          <p14:tracePt t="104762" x="7891463" y="5980113"/>
          <p14:tracePt t="104774" x="7891463" y="5994400"/>
          <p14:tracePt t="104787" x="7891463" y="6007100"/>
          <p14:tracePt t="104797" x="7891463" y="6021388"/>
          <p14:tracePt t="104863" x="7905750" y="6021388"/>
          <p14:tracePt t="104886" x="7920038" y="6021388"/>
          <p14:tracePt t="104897" x="7932738" y="6021388"/>
          <p14:tracePt t="104909" x="7967663" y="6021388"/>
          <p14:tracePt t="104921" x="7994650" y="6021388"/>
          <p14:tracePt t="104932" x="8048625" y="6021388"/>
          <p14:tracePt t="104943" x="8137525" y="6042025"/>
          <p14:tracePt t="104955" x="8197850" y="6042025"/>
          <p14:tracePt t="104965" x="8266113" y="6054725"/>
          <p14:tracePt t="104977" x="8355013" y="6054725"/>
          <p14:tracePt t="104988" x="8423275" y="6069013"/>
          <p14:tracePt t="104999" x="8497888" y="6069013"/>
          <p14:tracePt t="105010" x="8566150" y="6069013"/>
          <p14:tracePt t="105022" x="8640763" y="6069013"/>
          <p14:tracePt t="105032" x="8682038" y="6069013"/>
          <p14:tracePt t="105044" x="8729663" y="6069013"/>
          <p14:tracePt t="105055" x="8756650" y="6069013"/>
          <p14:tracePt t="105066" x="8769350" y="6069013"/>
          <p14:tracePt t="105088" x="8783638" y="6069013"/>
          <p14:tracePt t="105092" x="8796338" y="6069013"/>
          <p14:tracePt t="105167" x="8796338" y="6054725"/>
          <p14:tracePt t="105189" x="8796338" y="6042025"/>
          <p14:tracePt t="105201" x="8796338" y="6007100"/>
          <p14:tracePt t="105212" x="8796338" y="5994400"/>
          <p14:tracePt t="105224" x="8796338" y="5967413"/>
          <p14:tracePt t="105235" x="8796338" y="5938838"/>
          <p14:tracePt t="105247" x="8783638" y="5891213"/>
          <p14:tracePt t="105258" x="8783638" y="5864225"/>
          <p14:tracePt t="105268" x="8783638" y="5810250"/>
          <p14:tracePt t="105280" x="8769350" y="5748338"/>
          <p14:tracePt t="105293" x="8769350" y="5708650"/>
          <p14:tracePt t="105303" x="8769350" y="5681663"/>
          <p14:tracePt t="105313" x="8769350" y="5667375"/>
          <p14:tracePt t="105347" x="8769350" y="5646738"/>
          <p14:tracePt t="105471" x="8756650" y="5646738"/>
          <p14:tracePt t="105482" x="8742363" y="5646738"/>
          <p14:tracePt t="105494" x="8694738" y="5646738"/>
          <p14:tracePt t="105505" x="8640763" y="5634038"/>
          <p14:tracePt t="105516" x="8586788" y="5634038"/>
          <p14:tracePt t="105527" x="8456613" y="5619750"/>
          <p14:tracePt t="105539" x="8307388" y="5619750"/>
          <p14:tracePt t="105550" x="8164513" y="5619750"/>
          <p14:tracePt t="105561" x="8081963" y="5605463"/>
          <p14:tracePt t="105595" x="7980363" y="5605463"/>
          <p14:tracePt t="105597" x="7920038" y="5605463"/>
          <p14:tracePt t="105608" x="7878763" y="5605463"/>
          <p14:tracePt t="105618" x="7864475" y="5605463"/>
          <p14:tracePt t="105639" x="7851775" y="5605463"/>
          <p14:tracePt t="105820" x="7864475" y="5634038"/>
          <p14:tracePt t="105820" x="7864475" y="5667375"/>
          <p14:tracePt t="105831" x="7851775" y="5708650"/>
          <p14:tracePt t="105843" x="7837488" y="5783263"/>
          <p14:tracePt t="105853" x="7824788" y="5864225"/>
          <p14:tracePt t="105867" x="7804150" y="5938838"/>
          <p14:tracePt t="105877" x="7789863" y="5994400"/>
          <p14:tracePt t="105889" x="7789863" y="6021388"/>
          <p14:tracePt t="105898" x="7777163" y="6042025"/>
          <p14:tracePt t="105910" x="7777163" y="6054725"/>
          <p14:tracePt t="106033" x="7789863" y="6054725"/>
          <p14:tracePt t="106055" x="7804150" y="6069013"/>
          <p14:tracePt t="106067" x="7824788" y="6069013"/>
          <p14:tracePt t="106079" x="7851775" y="6069013"/>
          <p14:tracePt t="106090" x="7878763" y="6081713"/>
          <p14:tracePt t="106102" x="7920038" y="6096000"/>
          <p14:tracePt t="106114" x="7980363" y="6110288"/>
          <p14:tracePt t="106124" x="8021638" y="6110288"/>
          <p14:tracePt t="106136" x="8069263" y="6122988"/>
          <p14:tracePt t="106148" x="8110538" y="6122988"/>
          <p14:tracePt t="106158" x="8150225" y="6137275"/>
          <p14:tracePt t="106170" x="8177213" y="6137275"/>
          <p14:tracePt t="106181" x="8224838" y="6137275"/>
          <p14:tracePt t="106191" x="8253413" y="6137275"/>
          <p14:tracePt t="106203" x="8293100" y="6137275"/>
          <p14:tracePt t="106214" x="8340725" y="6137275"/>
          <p14:tracePt t="106225" x="8382000" y="6137275"/>
          <p14:tracePt t="106237" x="8408988" y="6137275"/>
          <p14:tracePt t="106248" x="8435975" y="6149975"/>
          <p14:tracePt t="106259" x="8470900" y="6149975"/>
          <p14:tracePt t="106270" x="8497888" y="6149975"/>
          <p14:tracePt t="106281" x="8524875" y="6149975"/>
          <p14:tracePt t="106292" x="8539163" y="6149975"/>
          <p14:tracePt t="106304" x="8551863" y="6149975"/>
          <p14:tracePt t="106326" x="8566150" y="6149975"/>
          <p14:tracePt t="106370" x="8586788" y="6149975"/>
          <p14:tracePt t="106393" x="8599488" y="6149975"/>
          <p14:tracePt t="106416" x="8613775" y="6149975"/>
          <p14:tracePt t="106550" x="8626475" y="6149975"/>
          <p14:tracePt t="106563" x="8640763" y="6137275"/>
          <p14:tracePt t="106574" x="8653463" y="6137275"/>
          <p14:tracePt t="106584" x="8653463" y="6122988"/>
          <p14:tracePt t="106596" x="8667750" y="6122988"/>
          <p14:tracePt t="106608" x="8682038" y="6110288"/>
          <p14:tracePt t="106641" x="8694738" y="6096000"/>
          <p14:tracePt t="106642" x="8694738" y="6081713"/>
          <p14:tracePt t="106652" x="8694738" y="6069013"/>
          <p14:tracePt t="106653" x="8715375" y="6069013"/>
          <p14:tracePt t="106664" x="8715375" y="6042025"/>
          <p14:tracePt t="106676" x="8715375" y="6007100"/>
          <p14:tracePt t="106686" x="8694738" y="5980113"/>
          <p14:tracePt t="106699" x="8694738" y="5938838"/>
          <p14:tracePt t="106710" x="8694738" y="5911850"/>
          <p14:tracePt t="106720" x="8694738" y="5878513"/>
          <p14:tracePt t="106732" x="8694738" y="5864225"/>
          <p14:tracePt t="106743" x="8694738" y="5851525"/>
          <p14:tracePt t="106754" x="8694738" y="5824538"/>
          <p14:tracePt t="106766" x="8694738" y="5810250"/>
          <p14:tracePt t="106777" x="8694738" y="5783263"/>
          <p14:tracePt t="106788" x="8694738" y="5762625"/>
          <p14:tracePt t="106800" x="8694738" y="5748338"/>
          <p14:tracePt t="106810" x="8694738" y="5735638"/>
          <p14:tracePt t="106821" x="8682038" y="5721350"/>
          <p14:tracePt t="106833" x="8682038" y="5708650"/>
          <p14:tracePt t="106844" x="8682038" y="5694363"/>
          <p14:tracePt t="106855" x="8682038" y="5681663"/>
          <p14:tracePt t="106877" x="8667750" y="5667375"/>
          <p14:tracePt t="106888" x="8667750" y="5646738"/>
          <p14:tracePt t="106900" x="8653463" y="5646738"/>
          <p14:tracePt t="106912" x="8653463" y="5634038"/>
          <p14:tracePt t="106933" x="8640763" y="5634038"/>
          <p14:tracePt t="107012" x="8626475" y="5634038"/>
          <p14:tracePt t="107023" x="8613775" y="5634038"/>
          <p14:tracePt t="107035" x="8599488" y="5634038"/>
          <p14:tracePt t="107046" x="8566150" y="5619750"/>
          <p14:tracePt t="107059" x="8510588" y="5619750"/>
          <p14:tracePt t="107069" x="8456613" y="5605463"/>
          <p14:tracePt t="107081" x="8382000" y="5605463"/>
          <p14:tracePt t="107092" x="8293100" y="5592763"/>
          <p14:tracePt t="107102" x="8239125" y="5592763"/>
          <p14:tracePt t="107113" x="8164513" y="5578475"/>
          <p14:tracePt t="107126" x="8110538" y="5578475"/>
          <p14:tracePt t="107136" x="8048625" y="5578475"/>
          <p14:tracePt t="107147" x="8021638" y="5578475"/>
          <p14:tracePt t="107159" x="7994650" y="5578475"/>
          <p14:tracePt t="107170" x="7980363" y="5578475"/>
          <p14:tracePt t="107417" x="7980363" y="5592763"/>
          <p14:tracePt t="107428" x="7980363" y="5634038"/>
          <p14:tracePt t="107440" x="7967663" y="5694363"/>
          <p14:tracePt t="107453" x="7953375" y="5795963"/>
          <p14:tracePt t="107463" x="7932738" y="5938838"/>
          <p14:tracePt t="107474" x="7932738" y="6054725"/>
          <p14:tracePt t="107486" x="7920038" y="6122988"/>
          <p14:tracePt t="107496" x="7920038" y="6184900"/>
          <p14:tracePt t="107507" x="7920038" y="6197600"/>
          <p14:tracePt t="107519" x="7920038" y="6211888"/>
          <p14:tracePt t="108092" x="7932738" y="6211888"/>
          <p14:tracePt t="108115" x="7953375" y="6211888"/>
          <p14:tracePt t="108779" x="7967663" y="6197600"/>
          <p14:tracePt t="108790" x="7967663" y="6184900"/>
          <p14:tracePt t="108802" x="7967663" y="6170613"/>
          <p14:tracePt t="108814" x="7980363" y="6149975"/>
          <p14:tracePt t="108825" x="7980363" y="6137275"/>
          <p14:tracePt t="108835" x="7980363" y="6122988"/>
          <p14:tracePt t="108847" x="7980363" y="6096000"/>
          <p14:tracePt t="108858" x="7980363" y="6081713"/>
          <p14:tracePt t="108870" x="7980363" y="6069013"/>
          <p14:tracePt t="108881" x="7980363" y="6054725"/>
          <p14:tracePt t="108891" x="7980363" y="6042025"/>
          <p14:tracePt t="108903" x="7980363" y="6021388"/>
          <p14:tracePt t="108925" x="7980363" y="6007100"/>
          <p14:tracePt t="115635" x="7994650" y="6021388"/>
          <p14:tracePt t="115644" x="8034338" y="6042025"/>
          <p14:tracePt t="115655" x="8110538" y="6069013"/>
          <p14:tracePt t="115667" x="8164513" y="6081713"/>
          <p14:tracePt t="115676" x="8253413" y="6096000"/>
          <p14:tracePt t="115686" x="8340725" y="6110288"/>
          <p14:tracePt t="115699" x="8396288" y="6110288"/>
          <p14:tracePt t="115709" x="8470900" y="6110288"/>
          <p14:tracePt t="115720" x="8524875" y="6122988"/>
          <p14:tracePt t="115732" x="8566150" y="6122988"/>
          <p14:tracePt t="115742" x="8586788" y="6137275"/>
          <p14:tracePt t="115765" x="8551863" y="6137275"/>
          <p14:tracePt t="116215" x="8566150" y="6137275"/>
          <p14:tracePt t="116315" x="8586788" y="6137275"/>
          <p14:tracePt t="116339" x="8599488" y="6137275"/>
          <p14:tracePt t="116383" x="8613775" y="6137275"/>
          <p14:tracePt t="116608" x="8599488" y="6137275"/>
          <p14:tracePt t="116732" x="8613775" y="6137275"/>
          <p14:tracePt t="118240" x="8626475" y="6137275"/>
          <p14:tracePt t="118251" x="8653463" y="6137275"/>
          <p14:tracePt t="118264" x="8667750" y="6137275"/>
          <p14:tracePt t="118274" x="8715375" y="6137275"/>
          <p14:tracePt t="118285" x="8742363" y="6137275"/>
          <p14:tracePt t="118297" x="8783638" y="6137275"/>
          <p14:tracePt t="118308" x="8810625" y="6137275"/>
          <p14:tracePt t="118319" x="8858250" y="6137275"/>
          <p14:tracePt t="118330" x="8885238" y="6137275"/>
          <p14:tracePt t="118343" x="8912225" y="6137275"/>
          <p14:tracePt t="118352" x="8926513" y="6137275"/>
          <p14:tracePt t="118363" x="8939213" y="6137275"/>
          <p14:tracePt t="118375" x="8974138" y="6137275"/>
          <p14:tracePt t="118386" x="8986838" y="6122988"/>
          <p14:tracePt t="118397" x="9001125" y="6122988"/>
          <p14:tracePt t="118409" x="9028113" y="6110288"/>
          <p14:tracePt t="118421" x="9055100" y="6096000"/>
          <p14:tracePt t="118432" x="9069388" y="6069013"/>
          <p14:tracePt t="118443" x="9102725" y="6042025"/>
          <p14:tracePt t="118455" x="9129713" y="6007100"/>
          <p14:tracePt t="118467" x="9144000" y="5967413"/>
          <p14:tracePt t="118477" x="9158288" y="5911850"/>
          <p14:tracePt t="118490" x="9158288" y="5864225"/>
          <p14:tracePt t="118501" x="9158288" y="5810250"/>
          <p14:tracePt t="118511" x="9158288" y="5762625"/>
          <p14:tracePt t="118522" x="9144000" y="5721350"/>
          <p14:tracePt t="118534" x="9129713" y="5681663"/>
          <p14:tracePt t="118544" x="9117013" y="5667375"/>
          <p14:tracePt t="118556" x="9069388" y="5634038"/>
          <p14:tracePt t="118568" x="9042400" y="5619750"/>
          <p14:tracePt t="118578" x="9001125" y="5619750"/>
          <p14:tracePt t="118589" x="8939213" y="5605463"/>
          <p14:tracePt t="118601" x="8912225" y="5605463"/>
          <p14:tracePt t="118611" x="8872538" y="5605463"/>
          <p14:tracePt t="118622" x="8843963" y="5605463"/>
          <p14:tracePt t="118634" x="8810625" y="5619750"/>
          <p14:tracePt t="118645" x="8783638" y="5634038"/>
          <p14:tracePt t="118657" x="8769350" y="5634038"/>
          <p14:tracePt t="118668" x="8756650" y="5667375"/>
          <p14:tracePt t="118678" x="8742363" y="5681663"/>
          <p14:tracePt t="118691" x="8729663" y="5694363"/>
          <p14:tracePt t="118702" x="8729663" y="5721350"/>
          <p14:tracePt t="118712" x="8729663" y="5748338"/>
          <p14:tracePt t="118724" x="8715375" y="5762625"/>
          <p14:tracePt t="118735" x="8715375" y="5783263"/>
          <p14:tracePt t="118746" x="8715375" y="5795963"/>
          <p14:tracePt t="118758" x="8729663" y="5810250"/>
          <p14:tracePt t="118769" x="8729663" y="5824538"/>
          <p14:tracePt t="118802" x="8729663" y="5837238"/>
          <p14:tracePt t="118814" x="8742363" y="5837238"/>
          <p14:tracePt t="120648" x="8756650" y="5864225"/>
          <p14:tracePt t="120658" x="8769350" y="5864225"/>
          <p14:tracePt t="120670" x="8769350" y="5878513"/>
          <p14:tracePt t="120681" x="8783638" y="5891213"/>
          <p14:tracePt t="120705" x="8769350" y="5911850"/>
          <p14:tracePt t="121064" x="8783638" y="5911850"/>
          <p14:tracePt t="121086" x="8769350" y="5911850"/>
          <p14:tracePt t="121164" x="8769350" y="5891213"/>
          <p14:tracePt t="121806" x="8756650" y="5891213"/>
          <p14:tracePt t="121807" x="8756650" y="5911850"/>
          <p14:tracePt t="121819" x="8742363" y="5911850"/>
          <p14:tracePt t="121829" x="8729663" y="5911850"/>
          <p14:tracePt t="121840" x="8694738" y="5911850"/>
          <p14:tracePt t="121851" x="8653463" y="5911850"/>
          <p14:tracePt t="121863" x="8613775" y="5911850"/>
          <p14:tracePt t="121876" x="8566150" y="5911850"/>
          <p14:tracePt t="121885" x="8497888" y="5911850"/>
          <p14:tracePt t="121896" x="8408988" y="5911850"/>
          <p14:tracePt t="121910" x="8355013" y="5926138"/>
          <p14:tracePt t="121919" x="8266113" y="5926138"/>
          <p14:tracePt t="121930" x="8177213" y="5926138"/>
          <p14:tracePt t="121943" x="8048625" y="5926138"/>
          <p14:tracePt t="121953" x="7953375" y="5926138"/>
          <p14:tracePt t="121965" x="7748588" y="5926138"/>
          <p14:tracePt t="121977" x="7531100" y="5911850"/>
          <p14:tracePt t="121986" x="7361238" y="5911850"/>
          <p14:tracePt t="121998" x="7062788" y="5891213"/>
          <p14:tracePt t="122010" x="6742113" y="5891213"/>
          <p14:tracePt t="122020" x="6545263" y="5891213"/>
          <p14:tracePt t="122032" x="6265863" y="5891213"/>
          <p14:tracePt t="122043" x="6069013" y="5926138"/>
          <p14:tracePt t="122054" x="5938838" y="5953125"/>
          <p14:tracePt t="122066" x="5878513" y="5967413"/>
          <p14:tracePt t="122077" x="5824538" y="5980113"/>
          <p14:tracePt t="122087" x="5795963" y="5980113"/>
          <p14:tracePt t="122099" x="5783263" y="5994400"/>
          <p14:tracePt t="122279" x="5864225" y="5994400"/>
          <p14:tracePt t="122279" x="5891213" y="5994400"/>
          <p14:tracePt t="122290" x="5926138" y="5994400"/>
          <p14:tracePt t="122302" x="5953125" y="5994400"/>
          <p14:tracePt t="122313" x="5980113" y="5994400"/>
          <p14:tracePt t="122323" x="6007100" y="6007100"/>
          <p14:tracePt t="122336" x="6054725" y="6007100"/>
          <p14:tracePt t="122347" x="6122988" y="6021388"/>
          <p14:tracePt t="122369" x="6184900" y="6042025"/>
          <p14:tracePt t="122370" x="6280150" y="6054725"/>
          <p14:tracePt t="122382" x="6354763" y="6069013"/>
          <p14:tracePt t="122392" x="6470650" y="6081713"/>
          <p14:tracePt t="122404" x="6613525" y="6110288"/>
          <p14:tracePt t="122414" x="6729413" y="6122988"/>
          <p14:tracePt t="122425" x="6911975" y="6137275"/>
          <p14:tracePt t="122437" x="7062788" y="6149975"/>
          <p14:tracePt t="122448" x="7286625" y="6149975"/>
          <p14:tracePt t="122459" x="7450138" y="6149975"/>
          <p14:tracePt t="122470" x="7694613" y="6149975"/>
          <p14:tracePt t="122482" x="7953375" y="6149975"/>
          <p14:tracePt t="122496" x="8110538" y="6149975"/>
          <p14:tracePt t="122505" x="8307388" y="6137275"/>
          <p14:tracePt t="122515" x="8435975" y="6122988"/>
          <p14:tracePt t="122526" x="8586788" y="6081713"/>
          <p14:tracePt t="122538" x="8653463" y="6054725"/>
          <p14:tracePt t="122549" x="8715375" y="5994400"/>
          <p14:tracePt t="122561" x="8742363" y="5953125"/>
          <p14:tracePt t="122572" x="8742363" y="5926138"/>
          <p14:tracePt t="122582" x="8742363" y="5864225"/>
          <p14:tracePt t="122595" x="8729663" y="5837238"/>
          <p14:tracePt t="122605" x="8667750" y="5783263"/>
          <p14:tracePt t="122616" x="8613775" y="5748338"/>
          <p14:tracePt t="122629" x="8497888" y="5708650"/>
          <p14:tracePt t="122639" x="8396288" y="5681663"/>
          <p14:tracePt t="122651" x="8239125" y="5634038"/>
          <p14:tracePt t="122662" x="8069263" y="5619750"/>
          <p14:tracePt t="122673" x="7967663" y="5619750"/>
          <p14:tracePt t="122684" x="7824788" y="5619750"/>
          <p14:tracePt t="122696" x="7748588" y="5634038"/>
          <p14:tracePt t="122706" x="7634288" y="5667375"/>
          <p14:tracePt t="122717" x="7578725" y="5681663"/>
          <p14:tracePt t="122729" x="7504113" y="5721350"/>
          <p14:tracePt t="122740" x="7450138" y="5748338"/>
          <p14:tracePt t="122751" x="7415213" y="5783263"/>
          <p14:tracePt t="122763" x="7402513" y="5810250"/>
          <p14:tracePt t="122774" x="7402513" y="5837238"/>
          <p14:tracePt t="122785" x="7402513" y="5864225"/>
          <p14:tracePt t="122796" x="7402513" y="5878513"/>
          <p14:tracePt t="122807" x="7435850" y="5911850"/>
          <p14:tracePt t="122819" x="7462838" y="5926138"/>
          <p14:tracePt t="122831" x="7491413" y="5926138"/>
          <p14:tracePt t="122841" x="7566025" y="5938838"/>
          <p14:tracePt t="122853" x="7620000" y="5938838"/>
          <p14:tracePt t="122864" x="7721600" y="5938838"/>
          <p14:tracePt t="122875" x="7804150" y="5938838"/>
          <p14:tracePt t="122886" x="7967663" y="5926138"/>
          <p14:tracePt t="122898" x="8081963" y="5911850"/>
          <p14:tracePt t="122909" x="8239125" y="5878513"/>
          <p14:tracePt t="122921" x="8396288" y="5837238"/>
          <p14:tracePt t="122931" x="8483600" y="5810250"/>
          <p14:tracePt t="122942" x="8586788" y="5748338"/>
          <p14:tracePt t="122954" x="8613775" y="5708650"/>
          <p14:tracePt t="122965" x="8640763" y="5667375"/>
          <p14:tracePt t="122976" x="8640763" y="5634038"/>
          <p14:tracePt t="122988" x="8613775" y="5605463"/>
          <p14:tracePt t="122999" x="8566150" y="5578475"/>
          <p14:tracePt t="123011" x="8470900" y="5538788"/>
          <p14:tracePt t="123022" x="8328025" y="5503863"/>
          <p14:tracePt t="123033" x="8212138" y="5491163"/>
          <p14:tracePt t="123045" x="8021638" y="5491163"/>
          <p14:tracePt t="123055" x="7905750" y="5503863"/>
          <p14:tracePt t="123066" x="7762875" y="5538788"/>
          <p14:tracePt t="123078" x="7673975" y="5565775"/>
          <p14:tracePt t="123089" x="7593013" y="5605463"/>
          <p14:tracePt t="123100" x="7531100" y="5646738"/>
          <p14:tracePt t="123112" x="7518400" y="5694363"/>
          <p14:tracePt t="123123" x="7504113" y="5735638"/>
          <p14:tracePt t="123134" x="7504113" y="5762625"/>
          <p14:tracePt t="123146" x="7504113" y="5810250"/>
          <p14:tracePt t="123156" x="7531100" y="5837238"/>
          <p14:tracePt t="123168" x="7578725" y="5878513"/>
          <p14:tracePt t="123179" x="7620000" y="5911850"/>
          <p14:tracePt t="123190" x="7694613" y="5938838"/>
          <p14:tracePt t="123201" x="7789863" y="5953125"/>
          <p14:tracePt t="123213" x="7864475" y="5953125"/>
          <p14:tracePt t="123224" x="7967663" y="5953125"/>
          <p14:tracePt t="123235" x="8034338" y="5953125"/>
          <p14:tracePt t="123247" x="8137525" y="5953125"/>
          <p14:tracePt t="123257" x="8212138" y="5938838"/>
          <p14:tracePt t="123269" x="8293100" y="5911850"/>
          <p14:tracePt t="123280" x="8382000" y="5878513"/>
          <p14:tracePt t="123291" x="8435975" y="5851525"/>
          <p14:tracePt t="123303" x="8483600" y="5810250"/>
          <p14:tracePt t="123314" x="8497888" y="5783263"/>
          <p14:tracePt t="123325" x="8510588" y="5748338"/>
          <p14:tracePt t="123336" x="8510588" y="5721350"/>
          <p14:tracePt t="123348" x="8497888" y="5708650"/>
          <p14:tracePt t="123359" x="8483600" y="5708650"/>
          <p14:tracePt t="123370" x="8456613" y="5694363"/>
          <p14:tracePt t="123382" x="8423275" y="5694363"/>
          <p14:tracePt t="123392" x="8382000" y="5694363"/>
          <p14:tracePt t="123415" x="8355013" y="5694363"/>
          <p14:tracePt t="123416" x="8328025" y="5694363"/>
          <p14:tracePt t="123426" x="8280400" y="5694363"/>
          <p14:tracePt t="123437" x="8253413" y="5708650"/>
          <p14:tracePt t="123449" x="8239125" y="5708650"/>
          <p14:tracePt t="123461" x="8212138" y="5708650"/>
          <p14:tracePt t="123471" x="8197850" y="5721350"/>
          <p14:tracePt t="123516" x="8177213" y="5721350"/>
          <p14:tracePt t="123685" x="8164513" y="5735638"/>
          <p14:tracePt t="123696" x="8150225" y="5735638"/>
          <p14:tracePt t="123707" x="8123238" y="5748338"/>
          <p14:tracePt t="123720" x="8081963" y="5762625"/>
          <p14:tracePt t="123731" x="8048625" y="5810250"/>
          <p14:tracePt t="123741" x="8007350" y="5851525"/>
          <p14:tracePt t="123753" x="7994650" y="5878513"/>
          <p14:tracePt t="123765" x="7994650" y="5911850"/>
          <p14:tracePt t="123775" x="7994650" y="5938838"/>
          <p14:tracePt t="123786" x="7994650" y="5953125"/>
          <p14:tracePt t="123799" x="8007350" y="5953125"/>
          <p14:tracePt t="123809" x="8034338" y="5967413"/>
          <p14:tracePt t="123821" x="8069263" y="5980113"/>
          <p14:tracePt t="123832" x="8096250" y="5980113"/>
          <p14:tracePt t="123842" x="8137525" y="5980113"/>
          <p14:tracePt t="123854" x="8177213" y="5980113"/>
          <p14:tracePt t="123865" x="8224838" y="5980113"/>
          <p14:tracePt t="123876" x="8280400" y="5994400"/>
          <p14:tracePt t="123889" x="8328025" y="5994400"/>
          <p14:tracePt t="123900" x="8396288" y="5980113"/>
          <p14:tracePt t="123910" x="8435975" y="5967413"/>
          <p14:tracePt t="123922" x="8497888" y="5953125"/>
          <p14:tracePt t="123934" x="8524875" y="5938838"/>
          <p14:tracePt t="123944" x="8551863" y="5911850"/>
          <p14:tracePt t="123956" x="8586788" y="5878513"/>
          <p14:tracePt t="123967" x="8599488" y="5837238"/>
          <p14:tracePt t="123978" x="8599488" y="5795963"/>
          <p14:tracePt t="123989" x="8586788" y="5735638"/>
          <p14:tracePt t="124001" x="8539163" y="5694363"/>
          <p14:tracePt t="124012" x="8497888" y="5646738"/>
          <p14:tracePt t="124024" x="8456613" y="5619750"/>
          <p14:tracePt t="124034" x="8367713" y="5592763"/>
          <p14:tracePt t="124045" x="8293100" y="5578475"/>
          <p14:tracePt t="124056" x="8224838" y="5565775"/>
          <p14:tracePt t="124067" x="8137525" y="5565775"/>
          <p14:tracePt t="124079" x="8081963" y="5565775"/>
          <p14:tracePt t="124090" x="8034338" y="5565775"/>
          <p14:tracePt t="124101" x="7980363" y="5578475"/>
          <p14:tracePt t="124113" x="7920038" y="5592763"/>
          <p14:tracePt t="124125" x="7878763" y="5619750"/>
          <p14:tracePt t="124135" x="7864475" y="5634038"/>
          <p14:tracePt t="124147" x="7837488" y="5667375"/>
          <p14:tracePt t="124158" x="7804150" y="5694363"/>
          <p14:tracePt t="124169" x="7804150" y="5721350"/>
          <p14:tracePt t="124181" x="7789863" y="5748338"/>
          <p14:tracePt t="124191" x="7789863" y="5762625"/>
          <p14:tracePt t="124203" x="7789863" y="5795963"/>
          <p14:tracePt t="124215" x="7789863" y="5810250"/>
          <p14:tracePt t="124225" x="7789863" y="5824538"/>
          <p14:tracePt t="124236" x="7804150" y="5851525"/>
          <p14:tracePt t="124248" x="7804150" y="5864225"/>
          <p14:tracePt t="124259" x="7824788" y="5878513"/>
          <p14:tracePt t="124270" x="7837488" y="5891213"/>
          <p14:tracePt t="124282" x="7851775" y="5891213"/>
          <p14:tracePt t="124292" x="7864475" y="5911850"/>
          <p14:tracePt t="124304" x="7891463" y="5911850"/>
          <p14:tracePt t="124315" x="7905750" y="5911850"/>
          <p14:tracePt t="124326" x="7920038" y="5926138"/>
          <p14:tracePt t="124338" x="7953375" y="5926138"/>
          <p14:tracePt t="124349" x="7980363" y="5926138"/>
          <p14:tracePt t="124360" x="7994650" y="5938838"/>
          <p14:tracePt t="124371" x="8007350" y="5938838"/>
          <p14:tracePt t="124383" x="8034338" y="5938838"/>
          <p14:tracePt t="124394" x="8048625" y="5938838"/>
          <p14:tracePt t="124405" x="8069263" y="5953125"/>
          <p14:tracePt t="124416" x="8081963" y="5953125"/>
          <p14:tracePt t="124438" x="8096250" y="5953125"/>
          <p14:tracePt t="124450" x="8110538" y="5953125"/>
          <p14:tracePt t="124473" x="8123238" y="5953125"/>
          <p14:tracePt t="124473" x="8137525" y="5953125"/>
          <p14:tracePt t="124484" x="8150225" y="5953125"/>
          <p14:tracePt t="124495" x="8197850" y="5953125"/>
          <p14:tracePt t="124507" x="8224838" y="5953125"/>
          <p14:tracePt t="124518" x="8266113" y="5938838"/>
          <p14:tracePt t="124530" x="8307388" y="5938838"/>
          <p14:tracePt t="124541" x="8355013" y="5926138"/>
          <p14:tracePt t="124553" x="8382000" y="5926138"/>
          <p14:tracePt t="124562" x="8396288" y="5911850"/>
          <p14:tracePt t="124575" x="8423275" y="5891213"/>
          <p14:tracePt t="124587" x="8435975" y="5864225"/>
          <p14:tracePt t="124597" x="8435975" y="5837238"/>
          <p14:tracePt t="124607" x="8435975" y="5795963"/>
          <p14:tracePt t="124619" x="8435975" y="5748338"/>
          <p14:tracePt t="124631" x="8435975" y="5721350"/>
          <p14:tracePt t="124641" x="8423275" y="5681663"/>
          <p14:tracePt t="124652" x="8396288" y="5634038"/>
          <p14:tracePt t="124665" x="8367713" y="5605463"/>
          <p14:tracePt t="124675" x="8328025" y="5578475"/>
          <p14:tracePt t="124686" x="8280400" y="5565775"/>
          <p14:tracePt t="124698" x="8253413" y="5565775"/>
          <p14:tracePt t="124709" x="8197850" y="5551488"/>
          <p14:tracePt t="124721" x="8164513" y="5565775"/>
          <p14:tracePt t="124732" x="8123238" y="5565775"/>
          <p14:tracePt t="124742" x="8096250" y="5565775"/>
          <p14:tracePt t="124754" x="8069263" y="5578475"/>
          <p14:tracePt t="124765" x="8021638" y="5578475"/>
          <p14:tracePt t="124776" x="8007350" y="5578475"/>
          <p14:tracePt t="124787" x="7967663" y="5592763"/>
          <p14:tracePt t="124799" x="7932738" y="5605463"/>
          <p14:tracePt t="124810" x="7905750" y="5619750"/>
          <p14:tracePt t="124822" x="7878763" y="5646738"/>
          <p14:tracePt t="124833" x="7864475" y="5667375"/>
          <p14:tracePt t="124844" x="7837488" y="5708650"/>
          <p14:tracePt t="124856" x="7824788" y="5721350"/>
          <p14:tracePt t="124868" x="7824788" y="5762625"/>
          <p14:tracePt t="124877" x="7804150" y="5810250"/>
          <p14:tracePt t="124889" x="7804150" y="5837238"/>
          <p14:tracePt t="124901" x="7824788" y="5851525"/>
          <p14:tracePt t="124911" x="7824788" y="5878513"/>
          <p14:tracePt t="124923" x="7837488" y="5891213"/>
          <p14:tracePt t="124934" x="7864475" y="5911850"/>
          <p14:tracePt t="124945" x="7891463" y="5926138"/>
          <p14:tracePt t="124956" x="7920038" y="5926138"/>
          <p14:tracePt t="124968" x="7953375" y="5938838"/>
          <p14:tracePt t="124979" x="7980363" y="5938838"/>
          <p14:tracePt t="124990" x="7994650" y="5938838"/>
          <p14:tracePt t="125002" x="8007350" y="5938838"/>
          <p14:tracePt t="125013" x="8021638" y="5953125"/>
        </p14:tracePtLst>
      </p14:laserTraceLst>
    </p:ext>
  </p:extLs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8156D-2732-480E-A467-F43204CBFC31}"/>
              </a:ext>
            </a:extLst>
          </p:cNvPr>
          <p:cNvSpPr>
            <a:spLocks noGrp="1"/>
          </p:cNvSpPr>
          <p:nvPr>
            <p:ph type="title"/>
          </p:nvPr>
        </p:nvSpPr>
        <p:spPr/>
        <p:txBody>
          <a:bodyPr/>
          <a:lstStyle/>
          <a:p>
            <a:r>
              <a:rPr dirty="0" lang="en-US"/>
              <a:t>Key Generation</a:t>
            </a:r>
          </a:p>
        </p:txBody>
      </p:sp>
      <p:grpSp>
        <p:nvGrpSpPr>
          <p:cNvPr id="14" name="Group 13">
            <a:extLst>
              <a:ext uri="{FF2B5EF4-FFF2-40B4-BE49-F238E27FC236}">
                <a16:creationId xmlns:a16="http://schemas.microsoft.com/office/drawing/2014/main" id="{C7DE5E4A-A295-9D4B-80CA-01F5D09BDB07}"/>
              </a:ext>
            </a:extLst>
          </p:cNvPr>
          <p:cNvGrpSpPr/>
          <p:nvPr/>
        </p:nvGrpSpPr>
        <p:grpSpPr>
          <a:xfrm>
            <a:off x="112754" y="2242455"/>
            <a:ext cx="6410229" cy="3419399"/>
            <a:chOff x="221779" y="2054467"/>
            <a:chExt cx="5874221" cy="3419399"/>
          </a:xfrm>
        </p:grpSpPr>
        <p:sp>
          <p:nvSpPr>
            <p:cNvPr id="15" name="Rectangle 14">
              <a:extLst>
                <a:ext uri="{FF2B5EF4-FFF2-40B4-BE49-F238E27FC236}">
                  <a16:creationId xmlns:a16="http://schemas.microsoft.com/office/drawing/2014/main" id="{BDE30A17-6450-2D4C-84F2-3F1024C50DA5}"/>
                </a:ext>
              </a:extLst>
            </p:cNvPr>
            <p:cNvSpPr/>
            <p:nvPr/>
          </p:nvSpPr>
          <p:spPr>
            <a:xfrm>
              <a:off x="221779" y="2054467"/>
              <a:ext cx="5764174" cy="3263767"/>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buFont charset="0" pitchFamily="34" typeface="Arial"/>
                <a:buChar char="•"/>
              </a:pPr>
              <a:r>
                <a:rPr dirty="0" lang="en-US"/>
                <a:t> </a:t>
              </a:r>
            </a:p>
          </p:txBody>
        </p:sp>
        <mc:AlternateContent xmlns:a14="http://schemas.microsoft.com/office/drawing/2010/main" xmlns:mc="http://schemas.openxmlformats.org/markup-compatibility/2006">
          <mc:Choice Requires="a14">
            <p:sp>
              <p:nvSpPr>
                <p:cNvPr id="16" name="TextBox 15">
                  <a:extLst>
                    <a:ext uri="{FF2B5EF4-FFF2-40B4-BE49-F238E27FC236}">
                      <a16:creationId xmlns:a16="http://schemas.microsoft.com/office/drawing/2014/main" id="{6FA69474-75DB-9E45-BEDE-7D54DDF0424A}"/>
                    </a:ext>
                  </a:extLst>
                </p:cNvPr>
                <p:cNvSpPr txBox="1"/>
                <p:nvPr/>
              </p:nvSpPr>
              <p:spPr>
                <a:xfrm>
                  <a:off x="245065" y="2054468"/>
                  <a:ext cx="5850935" cy="3419398"/>
                </a:xfrm>
                <a:prstGeom prst="rect">
                  <a:avLst/>
                </a:prstGeom>
                <a:noFill/>
              </p:spPr>
              <p:txBody>
                <a:bodyPr rtlCol="0" wrap="square">
                  <a:spAutoFit/>
                </a:bodyPr>
                <a:lstStyle/>
                <a:p>
                  <a:r>
                    <a:rPr b="1" dirty="0" lang="en-US"/>
                    <a:t>RSA Key Generation</a:t>
                  </a:r>
                  <a:br>
                    <a:rPr b="1" dirty="0" lang="en-US"/>
                  </a:br>
                  <a:r>
                    <a:rPr b="1" dirty="0" lang="en-US"/>
                    <a:t>Output</a:t>
                  </a:r>
                  <a:r>
                    <a:rPr dirty="0" lang="en-US"/>
                    <a:t>: public key: </a:t>
                  </a:r>
                  <a:r>
                    <a:rPr dirty="0" err="1" i="1" lang="en-US">
                      <a:solidFill>
                        <a:schemeClr val="accent1">
                          <a:lumMod val="75000"/>
                        </a:schemeClr>
                      </a:solidFill>
                    </a:rPr>
                    <a:t>k</a:t>
                  </a:r>
                  <a:r>
                    <a:rPr baseline="-25000" dirty="0" err="1" i="1" lang="en-US">
                      <a:solidFill>
                        <a:schemeClr val="accent1">
                          <a:lumMod val="75000"/>
                        </a:schemeClr>
                      </a:solidFill>
                    </a:rPr>
                    <a:t>pub</a:t>
                  </a:r>
                  <a:r>
                    <a:rPr dirty="0" i="1" lang="en-US"/>
                    <a:t> </a:t>
                  </a:r>
                  <a:r>
                    <a:rPr dirty="0" lang="en-US"/>
                    <a:t>= (</a:t>
                  </a:r>
                  <a:r>
                    <a:rPr dirty="0" i="1" lang="en-US">
                      <a:solidFill>
                        <a:schemeClr val="accent1">
                          <a:lumMod val="75000"/>
                        </a:schemeClr>
                      </a:solidFill>
                    </a:rPr>
                    <a:t>n</a:t>
                  </a:r>
                  <a:r>
                    <a:rPr dirty="0" lang="en-US"/>
                    <a:t>,</a:t>
                  </a:r>
                  <a:r>
                    <a:rPr dirty="0" i="1" lang="en-US">
                      <a:solidFill>
                        <a:srgbClr val="0070C0"/>
                      </a:solidFill>
                    </a:rPr>
                    <a:t> e</a:t>
                  </a:r>
                  <a:r>
                    <a:rPr dirty="0" lang="en-US"/>
                    <a:t>) and private key: </a:t>
                  </a:r>
                  <a:r>
                    <a:rPr dirty="0" err="1" i="1" lang="en-US">
                      <a:solidFill>
                        <a:schemeClr val="tx2">
                          <a:lumMod val="75000"/>
                        </a:schemeClr>
                      </a:solidFill>
                    </a:rPr>
                    <a:t>k</a:t>
                  </a:r>
                  <a:r>
                    <a:rPr baseline="-25000" dirty="0" err="1" i="1" lang="en-US">
                      <a:solidFill>
                        <a:schemeClr val="tx2">
                          <a:lumMod val="75000"/>
                        </a:schemeClr>
                      </a:solidFill>
                    </a:rPr>
                    <a:t>pr</a:t>
                  </a:r>
                  <a:r>
                    <a:rPr dirty="0" i="1" lang="en-US"/>
                    <a:t> </a:t>
                  </a:r>
                  <a:r>
                    <a:rPr dirty="0" lang="en-US"/>
                    <a:t>= </a:t>
                  </a:r>
                  <a:r>
                    <a:rPr dirty="0" i="1" lang="en-US">
                      <a:solidFill>
                        <a:schemeClr val="tx2">
                          <a:lumMod val="75000"/>
                        </a:schemeClr>
                      </a:solidFill>
                    </a:rPr>
                    <a:t>d</a:t>
                  </a:r>
                  <a:br>
                    <a:rPr dirty="0" lang="en-US"/>
                  </a:br>
                  <a:r>
                    <a:rPr dirty="0" lang="en-US"/>
                    <a:t>1. Choose two large primes </a:t>
                  </a:r>
                  <a:r>
                    <a:rPr dirty="0" i="1" lang="en-US">
                      <a:solidFill>
                        <a:srgbClr val="FF0000"/>
                      </a:solidFill>
                    </a:rPr>
                    <a:t>p</a:t>
                  </a:r>
                  <a:r>
                    <a:rPr dirty="0" i="1" lang="en-US"/>
                    <a:t> </a:t>
                  </a:r>
                  <a:r>
                    <a:rPr dirty="0" lang="en-US"/>
                    <a:t>and </a:t>
                  </a:r>
                  <a:r>
                    <a:rPr dirty="0" i="1" lang="en-US">
                      <a:solidFill>
                        <a:srgbClr val="FF0000"/>
                      </a:solidFill>
                    </a:rPr>
                    <a:t>q</a:t>
                  </a:r>
                  <a:r>
                    <a:rPr dirty="0" lang="en-US"/>
                    <a:t>.</a:t>
                  </a:r>
                  <a:br>
                    <a:rPr dirty="0" lang="en-US"/>
                  </a:br>
                  <a:r>
                    <a:rPr dirty="0" lang="en-US"/>
                    <a:t>2. Compute </a:t>
                  </a:r>
                  <a:r>
                    <a:rPr dirty="0" i="1" lang="en-US">
                      <a:solidFill>
                        <a:schemeClr val="accent1">
                          <a:lumMod val="75000"/>
                        </a:schemeClr>
                      </a:solidFill>
                    </a:rPr>
                    <a:t>n</a:t>
                  </a:r>
                  <a:r>
                    <a:rPr dirty="0" i="1" lang="en-US"/>
                    <a:t> </a:t>
                  </a:r>
                  <a:r>
                    <a:rPr dirty="0" lang="en-US"/>
                    <a:t>= </a:t>
                  </a:r>
                  <a:r>
                    <a:rPr dirty="0" err="1" i="1" lang="en-US">
                      <a:solidFill>
                        <a:srgbClr val="FF0000"/>
                      </a:solidFill>
                    </a:rPr>
                    <a:t>p</a:t>
                  </a:r>
                  <a:r>
                    <a:rPr dirty="0" err="1" lang="en-US"/>
                    <a:t>·</a:t>
                  </a:r>
                  <a:r>
                    <a:rPr dirty="0" err="1" i="1" lang="en-US">
                      <a:solidFill>
                        <a:srgbClr val="FF0000"/>
                      </a:solidFill>
                    </a:rPr>
                    <a:t>q</a:t>
                  </a:r>
                  <a:r>
                    <a:rPr dirty="0" lang="en-US"/>
                    <a:t>.</a:t>
                  </a:r>
                  <a:br>
                    <a:rPr dirty="0" lang="en-US"/>
                  </a:br>
                  <a:r>
                    <a:rPr dirty="0" lang="en-US"/>
                    <a:t>3. Compute </a:t>
                  </a:r>
                  <a:r>
                    <a:rPr dirty="0" lang="el-GR">
                      <a:solidFill>
                        <a:srgbClr val="7030A0"/>
                      </a:solidFill>
                    </a:rPr>
                    <a:t>Φ(</a:t>
                  </a:r>
                  <a:r>
                    <a:rPr dirty="0" i="1" lang="en-US">
                      <a:solidFill>
                        <a:srgbClr val="7030A0"/>
                      </a:solidFill>
                    </a:rPr>
                    <a:t>n</a:t>
                  </a:r>
                  <a:r>
                    <a:rPr dirty="0" lang="en-US">
                      <a:solidFill>
                        <a:srgbClr val="7030A0"/>
                      </a:solidFill>
                    </a:rPr>
                    <a:t>)</a:t>
                  </a:r>
                  <a:r>
                    <a:rPr dirty="0" lang="en-US"/>
                    <a:t> = (</a:t>
                  </a:r>
                  <a:r>
                    <a:rPr dirty="0" i="1" lang="en-US">
                      <a:solidFill>
                        <a:srgbClr val="FF0000"/>
                      </a:solidFill>
                    </a:rPr>
                    <a:t>p</a:t>
                  </a:r>
                  <a:r>
                    <a:rPr dirty="0" lang="en-US"/>
                    <a:t>−1)(</a:t>
                  </a:r>
                  <a:r>
                    <a:rPr dirty="0" i="1" lang="en-US">
                      <a:solidFill>
                        <a:srgbClr val="FF0000"/>
                      </a:solidFill>
                    </a:rPr>
                    <a:t>q</a:t>
                  </a:r>
                  <a:r>
                    <a:rPr dirty="0" lang="en-US"/>
                    <a:t>−1).</a:t>
                  </a:r>
                  <a:br>
                    <a:rPr dirty="0" lang="en-US"/>
                  </a:br>
                  <a:r>
                    <a:rPr dirty="0" lang="en-US"/>
                    <a:t>4. Select the public exponent </a:t>
                  </a:r>
                  <a:r>
                    <a:rPr dirty="0" i="1" lang="en-US">
                      <a:solidFill>
                        <a:srgbClr val="0070C0"/>
                      </a:solidFill>
                    </a:rPr>
                    <a:t>e</a:t>
                  </a:r>
                  <a:r>
                    <a:rPr dirty="0" i="1" lang="en-US"/>
                    <a:t> </a:t>
                  </a:r>
                  <a:r>
                    <a:rPr dirty="0" lang="en-US"/>
                    <a:t>∈ {1,2,...,</a:t>
                  </a:r>
                  <a:r>
                    <a:rPr dirty="0" lang="el-GR">
                      <a:solidFill>
                        <a:srgbClr val="7030A0"/>
                      </a:solidFill>
                    </a:rPr>
                    <a:t>Φ(</a:t>
                  </a:r>
                  <a:r>
                    <a:rPr dirty="0" i="1" lang="en-US">
                      <a:solidFill>
                        <a:srgbClr val="7030A0"/>
                      </a:solidFill>
                    </a:rPr>
                    <a:t>n</a:t>
                  </a:r>
                  <a:r>
                    <a:rPr dirty="0" lang="en-US">
                      <a:solidFill>
                        <a:srgbClr val="7030A0"/>
                      </a:solidFill>
                    </a:rPr>
                    <a:t>)</a:t>
                  </a:r>
                  <a:r>
                    <a:rPr dirty="0" lang="en-US"/>
                    <a:t>−1} such that </a:t>
                  </a:r>
                  <a:r>
                    <a:rPr dirty="0" err="1" lang="en-US"/>
                    <a:t>gcd</a:t>
                  </a:r>
                  <a:r>
                    <a:rPr dirty="0" lang="en-US"/>
                    <a:t>(</a:t>
                  </a:r>
                  <a:r>
                    <a:rPr dirty="0" i="1" lang="en-US">
                      <a:solidFill>
                        <a:srgbClr val="0070C0"/>
                      </a:solidFill>
                    </a:rPr>
                    <a:t>e</a:t>
                  </a:r>
                  <a:r>
                    <a:rPr dirty="0" lang="en-US"/>
                    <a:t>,</a:t>
                  </a:r>
                  <a:r>
                    <a:rPr dirty="0" lang="el-GR">
                      <a:solidFill>
                        <a:srgbClr val="7030A0"/>
                      </a:solidFill>
                    </a:rPr>
                    <a:t>Φ(</a:t>
                  </a:r>
                  <a:r>
                    <a:rPr dirty="0" i="1" lang="en-US">
                      <a:solidFill>
                        <a:srgbClr val="7030A0"/>
                      </a:solidFill>
                    </a:rPr>
                    <a:t>n</a:t>
                  </a:r>
                  <a:r>
                    <a:rPr dirty="0" lang="en-US">
                      <a:solidFill>
                        <a:srgbClr val="7030A0"/>
                      </a:solidFill>
                    </a:rPr>
                    <a:t>)</a:t>
                  </a:r>
                  <a:r>
                    <a:rPr dirty="0" lang="en-US"/>
                    <a:t>) = 1. </a:t>
                  </a:r>
                </a:p>
                <a:p>
                  <a:r>
                    <a:rPr dirty="0" lang="en-US"/>
                    <a:t>5. Compute the private key </a:t>
                  </a:r>
                  <a:r>
                    <a:rPr dirty="0" i="1" lang="en-US">
                      <a:solidFill>
                        <a:schemeClr val="tx2">
                          <a:lumMod val="75000"/>
                        </a:schemeClr>
                      </a:solidFill>
                    </a:rPr>
                    <a:t>d</a:t>
                  </a:r>
                  <a:r>
                    <a:rPr dirty="0" i="1" lang="en-US"/>
                    <a:t> </a:t>
                  </a:r>
                  <a:r>
                    <a:rPr dirty="0" lang="en-US"/>
                    <a:t>such that </a:t>
                  </a:r>
                  <a:r>
                    <a:rPr dirty="0" i="1" lang="en-US">
                      <a:solidFill>
                        <a:schemeClr val="tx2">
                          <a:lumMod val="75000"/>
                        </a:schemeClr>
                      </a:solidFill>
                    </a:rPr>
                    <a:t>d</a:t>
                  </a:r>
                  <a:r>
                    <a:rPr dirty="0" lang="en-US"/>
                    <a:t>·</a:t>
                  </a:r>
                  <a:r>
                    <a:rPr dirty="0" i="1" lang="en-US">
                      <a:solidFill>
                        <a:srgbClr val="0070C0"/>
                      </a:solidFill>
                    </a:rPr>
                    <a:t> e</a:t>
                  </a:r>
                  <a:r>
                    <a:rPr dirty="0" i="1" lang="en-US"/>
                    <a:t> </a:t>
                  </a:r>
                  <a:r>
                    <a:rPr dirty="0" lang="en-US"/>
                    <a:t>≡ 1 mod </a:t>
                  </a:r>
                  <a:r>
                    <a:rPr dirty="0" lang="el-GR">
                      <a:solidFill>
                        <a:srgbClr val="7030A0"/>
                      </a:solidFill>
                    </a:rPr>
                    <a:t>Φ(</a:t>
                  </a:r>
                  <a:r>
                    <a:rPr dirty="0" i="1" lang="en-US">
                      <a:solidFill>
                        <a:srgbClr val="7030A0"/>
                      </a:solidFill>
                    </a:rPr>
                    <a:t>n</a:t>
                  </a:r>
                  <a:r>
                    <a:rPr dirty="0" lang="en-US">
                      <a:solidFill>
                        <a:srgbClr val="7030A0"/>
                      </a:solidFill>
                    </a:rPr>
                    <a:t>)</a:t>
                  </a:r>
                  <a:r>
                    <a:rPr dirty="0" lang="en-US"/>
                    <a:t> </a:t>
                  </a:r>
                </a:p>
                <a:p>
                  <a:endParaRPr dirty="0" lang="en-US"/>
                </a:p>
                <a:p>
                  <a:r>
                    <a:rPr b="1" dirty="0" lang="en-US"/>
                    <a:t>Remark:</a:t>
                  </a:r>
                </a:p>
                <a:p>
                  <a:pPr indent="-285750" marL="285750">
                    <a:buFont charset="0" panose="020B0604020202020204" pitchFamily="34" typeface="Arial"/>
                    <a:buChar char="•"/>
                  </a:pPr>
                  <a:r>
                    <a:rPr dirty="0" i="1" lang="en-US">
                      <a:solidFill>
                        <a:srgbClr val="FF0000"/>
                      </a:solidFill>
                    </a:rPr>
                    <a:t>p</a:t>
                  </a:r>
                  <a:r>
                    <a:rPr dirty="0" i="1" lang="en-US"/>
                    <a:t> and </a:t>
                  </a:r>
                  <a:r>
                    <a:rPr dirty="0" i="1" lang="en-US">
                      <a:solidFill>
                        <a:srgbClr val="FF0000"/>
                      </a:solidFill>
                    </a:rPr>
                    <a:t>q </a:t>
                  </a:r>
                  <a14:m>
                    <m:oMath xmlns:m="http://schemas.openxmlformats.org/officeDocument/2006/math">
                      <m:r>
                        <a:rPr i="1" lang="en-US" smtClean="0">
                          <a:solidFill>
                            <a:srgbClr val="FF0000"/>
                          </a:solidFill>
                          <a:latin charset="0" panose="02040503050406030204" pitchFamily="18" typeface="Cambria Math"/>
                          <a:ea charset="0" panose="02040503050406030204" pitchFamily="18" typeface="Cambria Math"/>
                        </a:rPr>
                        <m:t>≥</m:t>
                      </m:r>
                      <m:sSup>
                        <m:sSupPr>
                          <m:ctrlPr>
                            <a:rPr i="1" lang="en-US" smtClean="0">
                              <a:solidFill>
                                <a:srgbClr val="FF0000"/>
                              </a:solidFill>
                              <a:latin charset="0" panose="02040503050406030204" pitchFamily="18" typeface="Cambria Math"/>
                              <a:ea charset="0" panose="02040503050406030204" pitchFamily="18" typeface="Cambria Math"/>
                            </a:rPr>
                          </m:ctrlPr>
                        </m:sSupPr>
                        <m:e>
                          <m:r>
                            <a:rPr b="0" i="1" lang="en-US" smtClean="0">
                              <a:solidFill>
                                <a:srgbClr val="FF0000"/>
                              </a:solidFill>
                              <a:latin charset="0" panose="02040503050406030204" pitchFamily="18" typeface="Cambria Math"/>
                              <a:ea charset="0" panose="02040503050406030204" pitchFamily="18" typeface="Cambria Math"/>
                            </a:rPr>
                            <m:t>2</m:t>
                          </m:r>
                        </m:e>
                        <m:sup>
                          <m:r>
                            <a:rPr b="0" i="1" lang="en-US" smtClean="0">
                              <a:solidFill>
                                <a:srgbClr val="FF0000"/>
                              </a:solidFill>
                              <a:latin charset="0" panose="02040503050406030204" pitchFamily="18" typeface="Cambria Math"/>
                              <a:ea charset="0" panose="02040503050406030204" pitchFamily="18" typeface="Cambria Math"/>
                            </a:rPr>
                            <m:t>512</m:t>
                          </m:r>
                        </m:sup>
                      </m:sSup>
                    </m:oMath>
                  </a14:m>
                  <a:r>
                    <a:rPr dirty="0" lang="en-US"/>
                    <a:t> and </a:t>
                  </a:r>
                  <a:r>
                    <a:rPr dirty="0" i="1" lang="en-US">
                      <a:solidFill>
                        <a:schemeClr val="accent1">
                          <a:lumMod val="75000"/>
                        </a:schemeClr>
                      </a:solidFill>
                    </a:rPr>
                    <a:t>n </a:t>
                  </a:r>
                  <a14:m>
                    <m:oMath xmlns:m="http://schemas.openxmlformats.org/officeDocument/2006/math">
                      <m:r>
                        <a:rPr i="1" lang="en-US" smtClean="0">
                          <a:solidFill>
                            <a:schemeClr val="accent1">
                              <a:lumMod val="75000"/>
                            </a:schemeClr>
                          </a:solidFill>
                          <a:latin charset="0" panose="02040503050406030204" pitchFamily="18" typeface="Cambria Math"/>
                          <a:ea charset="0" panose="02040503050406030204" pitchFamily="18" typeface="Cambria Math"/>
                        </a:rPr>
                        <m:t>≥</m:t>
                      </m:r>
                      <m:sSup>
                        <m:sSupPr>
                          <m:ctrlPr>
                            <a:rPr i="1" lang="en-US">
                              <a:solidFill>
                                <a:schemeClr val="accent1">
                                  <a:lumMod val="75000"/>
                                </a:schemeClr>
                              </a:solidFill>
                              <a:latin charset="0" panose="02040503050406030204" pitchFamily="18" typeface="Cambria Math"/>
                              <a:ea charset="0" panose="02040503050406030204" pitchFamily="18" typeface="Cambria Math"/>
                            </a:rPr>
                          </m:ctrlPr>
                        </m:sSupPr>
                        <m:e>
                          <m:r>
                            <a:rPr i="1" lang="en-US">
                              <a:solidFill>
                                <a:schemeClr val="accent1">
                                  <a:lumMod val="75000"/>
                                </a:schemeClr>
                              </a:solidFill>
                              <a:latin charset="0" panose="02040503050406030204" pitchFamily="18" typeface="Cambria Math"/>
                              <a:ea charset="0" panose="02040503050406030204" pitchFamily="18" typeface="Cambria Math"/>
                            </a:rPr>
                            <m:t>2</m:t>
                          </m:r>
                        </m:e>
                        <m:sup>
                          <m:r>
                            <a:rPr b="0" i="1" lang="en-US" smtClean="0">
                              <a:solidFill>
                                <a:schemeClr val="accent1">
                                  <a:lumMod val="75000"/>
                                </a:schemeClr>
                              </a:solidFill>
                              <a:latin charset="0" panose="02040503050406030204" pitchFamily="18" typeface="Cambria Math"/>
                              <a:ea charset="0" panose="02040503050406030204" pitchFamily="18" typeface="Cambria Math"/>
                            </a:rPr>
                            <m:t>1024</m:t>
                          </m:r>
                        </m:sup>
                      </m:sSup>
                    </m:oMath>
                  </a14:m>
                  <a:endParaRPr dirty="0" lang="en-US"/>
                </a:p>
              </p:txBody>
            </p:sp>
          </mc:Choice>
          <mc:Fallback>
            <p:sp>
              <p:nvSpPr>
                <p:cNvPr id="16" name="TextBox 15">
                  <a:extLst>
                    <a:ext uri="{FF2B5EF4-FFF2-40B4-BE49-F238E27FC236}">
                      <a16:creationId xmlns:a16="http://schemas.microsoft.com/office/drawing/2014/main" id="{6FA69474-75DB-9E45-BEDE-7D54DDF0424A}"/>
                    </a:ext>
                  </a:extLst>
                </p:cNvPr>
                <p:cNvSpPr txBox="1">
                  <a:spLocks noAdjustHandles="1" noChangeArrowheads="1" noChangeAspect="1" noChangeShapeType="1" noEditPoints="1" noMove="1" noResize="1" noRot="1" noTextEdit="1"/>
                </p:cNvSpPr>
                <p:nvPr/>
              </p:nvSpPr>
              <p:spPr>
                <a:xfrm>
                  <a:off x="245065" y="2054468"/>
                  <a:ext cx="5850935" cy="3419398"/>
                </a:xfrm>
                <a:prstGeom prst="rect">
                  <a:avLst/>
                </a:prstGeom>
                <a:blipFill>
                  <a:blip r:embed="rId8"/>
                  <a:stretch>
                    <a:fillRect l="-994" t="-741"/>
                  </a:stretch>
                </a:blipFill>
              </p:spPr>
              <p:txBody>
                <a:bodyPr/>
                <a:lstStyle/>
                <a:p>
                  <a:r>
                    <a:rPr lang="en-US">
                      <a:noFill/>
                    </a:rPr>
                    <a:t> </a:t>
                  </a:r>
                </a:p>
              </p:txBody>
            </p:sp>
          </mc:Fallback>
        </mc:AlternateContent>
      </p:grpSp>
      <mc:AlternateContent xmlns:a14="http://schemas.microsoft.com/office/drawing/2010/main" xmlns:mc="http://schemas.openxmlformats.org/markup-compatibility/2006">
        <mc:Choice Requires="a14">
          <p:sp>
            <p:nvSpPr>
              <p:cNvPr id="11" name="TextBox 10">
                <a:extLst>
                  <a:ext uri="{FF2B5EF4-FFF2-40B4-BE49-F238E27FC236}">
                    <a16:creationId xmlns:a16="http://schemas.microsoft.com/office/drawing/2014/main" id="{8363CF0A-703D-4DF2-A623-4DB408197CFB}"/>
                  </a:ext>
                </a:extLst>
              </p:cNvPr>
              <p:cNvSpPr txBox="1"/>
              <p:nvPr/>
            </p:nvSpPr>
            <p:spPr>
              <a:xfrm>
                <a:off x="6433852" y="2028497"/>
                <a:ext cx="5537431" cy="4202561"/>
              </a:xfrm>
              <a:prstGeom prst="rect">
                <a:avLst/>
              </a:prstGeom>
              <a:noFill/>
            </p:spPr>
            <p:txBody>
              <a:bodyPr rtlCol="0" wrap="square">
                <a:spAutoFit/>
              </a:bodyPr>
              <a:lstStyle/>
              <a:p>
                <a:pPr indent="-285750" marL="285750">
                  <a:buFont charset="0" panose="020B0604020202020204" pitchFamily="34" typeface="Arial"/>
                  <a:buChar char="•"/>
                </a:pPr>
                <a:r>
                  <a:rPr dirty="0" lang="en-US" sz="2000"/>
                  <a:t>How to choose the value of </a:t>
                </a:r>
                <a:r>
                  <a:rPr dirty="0" i="1" lang="en-US" sz="2000">
                    <a:solidFill>
                      <a:srgbClr val="0070C0"/>
                    </a:solidFill>
                  </a:rPr>
                  <a:t>e</a:t>
                </a:r>
                <a:r>
                  <a:rPr dirty="0" lang="en-US" sz="2000"/>
                  <a:t>?</a:t>
                </a:r>
              </a:p>
              <a:p>
                <a:pPr indent="-285750" marL="285750">
                  <a:buFont charset="0" panose="020B0604020202020204" pitchFamily="34" typeface="Arial"/>
                  <a:buChar char="•"/>
                </a:pPr>
                <a:r>
                  <a:rPr dirty="0" lang="en-US" sz="2000"/>
                  <a:t>Special cases of </a:t>
                </a:r>
                <a:r>
                  <a:rPr dirty="0" i="1" lang="en-US" sz="2000">
                    <a:solidFill>
                      <a:srgbClr val="0070C0"/>
                    </a:solidFill>
                  </a:rPr>
                  <a:t>e:</a:t>
                </a:r>
              </a:p>
              <a:p>
                <a:pPr indent="-342900" marL="342900">
                  <a:buClr>
                    <a:schemeClr val="tx1"/>
                  </a:buClr>
                  <a:buFont charset="2" panose="05000000000000000000" pitchFamily="2" typeface="Wingdings"/>
                  <a:buChar char="Ø"/>
                </a:pPr>
                <a:r>
                  <a:rPr b="1" dirty="0" i="1" lang="en-US" sz="2000">
                    <a:solidFill>
                      <a:srgbClr val="FF0000"/>
                    </a:solidFill>
                  </a:rPr>
                  <a:t>e=1?</a:t>
                </a:r>
              </a:p>
              <a:p>
                <a:pPr indent="-342900" marL="342900">
                  <a:buClr>
                    <a:schemeClr val="tx1"/>
                  </a:buClr>
                  <a:buFont charset="2" panose="05000000000000000000" pitchFamily="2" typeface="Wingdings"/>
                  <a:buChar char="Ø"/>
                </a:pPr>
                <a:r>
                  <a:rPr dirty="0" lang="en-US" sz="2000"/>
                  <a:t>If </a:t>
                </a:r>
                <a:r>
                  <a:rPr dirty="0" i="1" lang="en-US" sz="2000">
                    <a:solidFill>
                      <a:srgbClr val="0070C0"/>
                    </a:solidFill>
                  </a:rPr>
                  <a:t>e</a:t>
                </a:r>
                <a:r>
                  <a:rPr dirty="0" lang="en-US" sz="2000"/>
                  <a:t>=1, </a:t>
                </a:r>
                <a14:m>
                  <m:oMath xmlns:m="http://schemas.openxmlformats.org/officeDocument/2006/math">
                    <m:r>
                      <a:rPr dirty="0" i="1" lang="en-US" sz="2000">
                        <a:latin charset="0" panose="02040503050406030204" pitchFamily="18" typeface="Cambria Math"/>
                      </a:rPr>
                      <m:t>𝑦</m:t>
                    </m:r>
                    <m:r>
                      <a:rPr dirty="0" i="1" lang="en-US" sz="2000">
                        <a:latin charset="0" panose="02040503050406030204" pitchFamily="18" typeface="Cambria Math"/>
                      </a:rPr>
                      <m:t>=</m:t>
                    </m:r>
                    <m:sSub>
                      <m:sSubPr>
                        <m:ctrlPr>
                          <a:rPr dirty="0" i="1" lang="en-US" sz="2000">
                            <a:latin charset="0" panose="02040503050406030204" pitchFamily="18" typeface="Cambria Math"/>
                          </a:rPr>
                        </m:ctrlPr>
                      </m:sSubPr>
                      <m:e>
                        <m:r>
                          <a:rPr dirty="0" i="1" lang="en-US" sz="2000">
                            <a:latin charset="0" panose="02040503050406030204" pitchFamily="18" typeface="Cambria Math"/>
                          </a:rPr>
                          <m:t>𝑒</m:t>
                        </m:r>
                      </m:e>
                      <m:sub>
                        <m:sSub>
                          <m:sSubPr>
                            <m:ctrlPr>
                              <a:rPr dirty="0" i="1" lang="en-US" sz="2000">
                                <a:latin charset="0" panose="02040503050406030204" pitchFamily="18" typeface="Cambria Math"/>
                              </a:rPr>
                            </m:ctrlPr>
                          </m:sSubPr>
                          <m:e>
                            <m:r>
                              <a:rPr dirty="0" i="1" lang="en-US" sz="2000">
                                <a:latin charset="0" panose="02040503050406030204" pitchFamily="18" typeface="Cambria Math"/>
                              </a:rPr>
                              <m:t>𝑘</m:t>
                            </m:r>
                          </m:e>
                          <m:sub>
                            <m:r>
                              <a:rPr dirty="0" i="1" lang="en-US" sz="2000">
                                <a:latin charset="0" panose="02040503050406030204" pitchFamily="18" typeface="Cambria Math"/>
                              </a:rPr>
                              <m:t>𝑝𝑢𝑏</m:t>
                            </m:r>
                          </m:sub>
                        </m:sSub>
                      </m:sub>
                    </m:sSub>
                    <m:d>
                      <m:dPr>
                        <m:ctrlPr>
                          <a:rPr dirty="0" i="1" lang="en-US" sz="2000">
                            <a:latin charset="0" panose="02040503050406030204" pitchFamily="18" typeface="Cambria Math"/>
                          </a:rPr>
                        </m:ctrlPr>
                      </m:dPr>
                      <m:e>
                        <m:r>
                          <a:rPr dirty="0" i="1" lang="en-US" sz="2000">
                            <a:latin charset="0" panose="02040503050406030204" pitchFamily="18" typeface="Cambria Math"/>
                          </a:rPr>
                          <m:t>𝑥</m:t>
                        </m:r>
                      </m:e>
                    </m:d>
                    <m:r>
                      <a:rPr dirty="0" i="1" lang="en-US" sz="2000">
                        <a:latin charset="0" panose="02040503050406030204" pitchFamily="18" typeface="Cambria Math"/>
                      </a:rPr>
                      <m:t>≡</m:t>
                    </m:r>
                    <m:sSup>
                      <m:sSupPr>
                        <m:ctrlPr>
                          <a:rPr dirty="0" i="1" lang="en-US" sz="2000">
                            <a:latin charset="0" panose="02040503050406030204" pitchFamily="18" typeface="Cambria Math"/>
                          </a:rPr>
                        </m:ctrlPr>
                      </m:sSupPr>
                      <m:e>
                        <m:r>
                          <a:rPr dirty="0" i="1" lang="en-US" sz="2000">
                            <a:latin charset="0" panose="02040503050406030204" pitchFamily="18" typeface="Cambria Math"/>
                          </a:rPr>
                          <m:t>𝑥</m:t>
                        </m:r>
                      </m:e>
                      <m:sup>
                        <m:r>
                          <a:rPr b="0" dirty="0" i="1" lang="en-US" smtClean="0" sz="2000">
                            <a:latin charset="0" panose="02040503050406030204" pitchFamily="18" typeface="Cambria Math"/>
                          </a:rPr>
                          <m:t>1</m:t>
                        </m:r>
                      </m:sup>
                    </m:sSup>
                    <m:r>
                      <a:rPr dirty="0" i="1" lang="en-US" sz="2000">
                        <a:latin charset="0" panose="02040503050406030204" pitchFamily="18" typeface="Cambria Math"/>
                      </a:rPr>
                      <m:t> </m:t>
                    </m:r>
                    <m:r>
                      <m:rPr>
                        <m:sty m:val="p"/>
                      </m:rPr>
                      <a:rPr dirty="0" lang="en-US" sz="2000">
                        <a:latin charset="0" panose="02040503050406030204" pitchFamily="18" typeface="Cambria Math"/>
                      </a:rPr>
                      <m:t>mod</m:t>
                    </m:r>
                    <m:r>
                      <a:rPr dirty="0" i="1" lang="en-US" sz="2000">
                        <a:latin charset="0" panose="02040503050406030204" pitchFamily="18" typeface="Cambria Math"/>
                      </a:rPr>
                      <m:t> </m:t>
                    </m:r>
                    <m:r>
                      <a:rPr dirty="0" i="1" lang="en-US" smtClean="0" sz="2000">
                        <a:solidFill>
                          <a:schemeClr val="accent1">
                            <a:lumMod val="75000"/>
                          </a:schemeClr>
                        </a:solidFill>
                        <a:latin charset="0" panose="02040503050406030204" pitchFamily="18" typeface="Cambria Math"/>
                      </a:rPr>
                      <m:t>𝑛</m:t>
                    </m:r>
                    <m:r>
                      <a:rPr b="0" dirty="0" i="1" lang="en-US" smtClean="0" sz="2000">
                        <a:solidFill>
                          <a:schemeClr val="tx1"/>
                        </a:solidFill>
                        <a:latin charset="0" panose="02040503050406030204" pitchFamily="18" typeface="Cambria Math"/>
                      </a:rPr>
                      <m:t>=</m:t>
                    </m:r>
                    <m:r>
                      <a:rPr b="0" dirty="0" i="1" lang="en-US" smtClean="0" sz="2000">
                        <a:solidFill>
                          <a:schemeClr val="tx1"/>
                        </a:solidFill>
                        <a:latin charset="0" panose="02040503050406030204" pitchFamily="18" typeface="Cambria Math"/>
                      </a:rPr>
                      <m:t>𝑥</m:t>
                    </m:r>
                  </m:oMath>
                </a14:m>
                <a:r>
                  <a:rPr dirty="0" lang="en-US" sz="2000">
                    <a:solidFill>
                      <a:schemeClr val="tx1"/>
                    </a:solidFill>
                  </a:rPr>
                  <a:t>.</a:t>
                </a:r>
              </a:p>
              <a:p>
                <a:pPr indent="-342900" marL="342900">
                  <a:buClr>
                    <a:schemeClr val="tx1"/>
                  </a:buClr>
                  <a:buFont charset="2" panose="05000000000000000000" pitchFamily="2" typeface="Wingdings"/>
                  <a:buChar char="Ø"/>
                </a:pPr>
                <a:r>
                  <a:rPr b="1" dirty="0" i="1" lang="en-US" sz="2000">
                    <a:solidFill>
                      <a:srgbClr val="FF0000"/>
                    </a:solidFill>
                  </a:rPr>
                  <a:t>e=3?</a:t>
                </a:r>
              </a:p>
              <a:p>
                <a:pPr indent="-342900" marL="342900">
                  <a:buClr>
                    <a:schemeClr val="tx1"/>
                  </a:buClr>
                  <a:buFont charset="2" panose="05000000000000000000" pitchFamily="2" typeface="Wingdings"/>
                  <a:buChar char="Ø"/>
                </a:pPr>
                <a:r>
                  <a:rPr dirty="0" lang="en-US" sz="2000"/>
                  <a:t>If </a:t>
                </a:r>
                <a:r>
                  <a:rPr dirty="0" i="1" lang="en-US" sz="2000">
                    <a:solidFill>
                      <a:srgbClr val="0070C0"/>
                    </a:solidFill>
                  </a:rPr>
                  <a:t>e</a:t>
                </a:r>
                <a:r>
                  <a:rPr dirty="0" lang="en-US" sz="2000"/>
                  <a:t>=3 and just encrypt a small message </a:t>
                </a:r>
                <a14:m>
                  <m:oMath xmlns:m="http://schemas.openxmlformats.org/officeDocument/2006/math">
                    <m:r>
                      <a:rPr dirty="0" i="1" lang="en-US" sz="2000">
                        <a:latin charset="0" panose="02040503050406030204" pitchFamily="18" typeface="Cambria Math"/>
                      </a:rPr>
                      <m:t>𝑥</m:t>
                    </m:r>
                  </m:oMath>
                </a14:m>
                <a:r>
                  <a:rPr dirty="0" lang="en-US" sz="2000"/>
                  <a:t> where </a:t>
                </a:r>
                <a14:m>
                  <m:oMath xmlns:m="http://schemas.openxmlformats.org/officeDocument/2006/math">
                    <m:sSup>
                      <m:sSupPr>
                        <m:ctrlPr>
                          <a:rPr dirty="0" i="1" lang="en-US" smtClean="0" sz="2000">
                            <a:latin charset="0" panose="02040503050406030204" pitchFamily="18" typeface="Cambria Math"/>
                          </a:rPr>
                        </m:ctrlPr>
                      </m:sSupPr>
                      <m:e>
                        <m:r>
                          <a:rPr b="0" dirty="0" i="1" lang="en-US" smtClean="0" sz="2000">
                            <a:latin charset="0" panose="02040503050406030204" pitchFamily="18" typeface="Cambria Math"/>
                          </a:rPr>
                          <m:t>𝑥</m:t>
                        </m:r>
                      </m:e>
                      <m:sup>
                        <m:r>
                          <a:rPr b="0" dirty="0" i="1" lang="en-US" smtClean="0" sz="2000">
                            <a:latin charset="0" panose="02040503050406030204" pitchFamily="18" typeface="Cambria Math"/>
                          </a:rPr>
                          <m:t>3</m:t>
                        </m:r>
                      </m:sup>
                    </m:sSup>
                    <m:r>
                      <a:rPr b="0" dirty="0" i="1" lang="en-US" smtClean="0" sz="2000">
                        <a:latin charset="0" panose="02040503050406030204" pitchFamily="18" typeface="Cambria Math"/>
                      </a:rPr>
                      <m:t>&lt;</m:t>
                    </m:r>
                    <m:r>
                      <a:rPr b="0" dirty="0" i="1" lang="en-US" smtClean="0" sz="2000">
                        <a:solidFill>
                          <a:schemeClr val="accent1">
                            <a:lumMod val="75000"/>
                          </a:schemeClr>
                        </a:solidFill>
                        <a:latin charset="0" panose="02040503050406030204" pitchFamily="18" typeface="Cambria Math"/>
                      </a:rPr>
                      <m:t>𝑛</m:t>
                    </m:r>
                  </m:oMath>
                </a14:m>
                <a:r>
                  <a:rPr dirty="0" lang="en-US" sz="2000"/>
                  <a:t>, ciphertext </a:t>
                </a:r>
                <a14:m>
                  <m:oMath xmlns:m="http://schemas.openxmlformats.org/officeDocument/2006/math">
                    <m:r>
                      <a:rPr dirty="0" i="1" lang="en-US" sz="2000">
                        <a:latin charset="0" panose="02040503050406030204" pitchFamily="18" typeface="Cambria Math"/>
                      </a:rPr>
                      <m:t>𝑦</m:t>
                    </m:r>
                    <m:r>
                      <a:rPr dirty="0" i="1" lang="en-US" sz="2000">
                        <a:latin charset="0" panose="02040503050406030204" pitchFamily="18" typeface="Cambria Math"/>
                      </a:rPr>
                      <m:t> </m:t>
                    </m:r>
                  </m:oMath>
                </a14:m>
                <a:r>
                  <a:rPr dirty="0" lang="en-US" sz="2000"/>
                  <a:t>can easily be broken by computing its real cube root. </a:t>
                </a:r>
              </a:p>
              <a:p>
                <a:pPr indent="-342900" marL="342900">
                  <a:buClr>
                    <a:schemeClr val="tx1"/>
                  </a:buClr>
                  <a:buFont charset="2" panose="05000000000000000000" pitchFamily="2" typeface="Wingdings"/>
                  <a:buChar char="Ø"/>
                </a:pPr>
                <a:r>
                  <a:rPr dirty="0" lang="en-US" sz="2000"/>
                  <a:t>E.g., the public key (</a:t>
                </a:r>
                <a:r>
                  <a:rPr dirty="0" i="1" lang="en-US" sz="2000">
                    <a:solidFill>
                      <a:schemeClr val="accent1">
                        <a:lumMod val="75000"/>
                      </a:schemeClr>
                    </a:solidFill>
                  </a:rPr>
                  <a:t>n</a:t>
                </a:r>
                <a:r>
                  <a:rPr dirty="0" lang="en-US" sz="2000"/>
                  <a:t>,</a:t>
                </a:r>
                <a:r>
                  <a:rPr dirty="0" i="1" lang="en-US" sz="2000">
                    <a:solidFill>
                      <a:srgbClr val="0070C0"/>
                    </a:solidFill>
                  </a:rPr>
                  <a:t> e</a:t>
                </a:r>
                <a:r>
                  <a:rPr dirty="0" lang="en-US" sz="2000"/>
                  <a:t>)=(</a:t>
                </a:r>
                <a:r>
                  <a:rPr dirty="0" i="1" lang="en-US" sz="2000">
                    <a:solidFill>
                      <a:schemeClr val="accent1">
                        <a:lumMod val="75000"/>
                      </a:schemeClr>
                    </a:solidFill>
                  </a:rPr>
                  <a:t>25777</a:t>
                </a:r>
                <a:r>
                  <a:rPr dirty="0" lang="en-US" sz="2000"/>
                  <a:t>,</a:t>
                </a:r>
                <a:r>
                  <a:rPr dirty="0" i="1" lang="en-US" sz="2000">
                    <a:solidFill>
                      <a:srgbClr val="0070C0"/>
                    </a:solidFill>
                  </a:rPr>
                  <a:t>3</a:t>
                </a:r>
                <a:r>
                  <a:rPr dirty="0" lang="en-US" sz="2000"/>
                  <a:t>), the small message </a:t>
                </a:r>
                <a14:m>
                  <m:oMath xmlns:m="http://schemas.openxmlformats.org/officeDocument/2006/math">
                    <m:r>
                      <a:rPr dirty="0" i="1" lang="en-US" smtClean="0" sz="2000">
                        <a:latin charset="0" panose="02040503050406030204" pitchFamily="18" typeface="Cambria Math"/>
                      </a:rPr>
                      <m:t>𝑥</m:t>
                    </m:r>
                  </m:oMath>
                </a14:m>
                <a:r>
                  <a:rPr dirty="0" lang="en-US" sz="2000"/>
                  <a:t>=10, then the ciphertext is </a:t>
                </a:r>
                <a14:m>
                  <m:oMath xmlns:m="http://schemas.openxmlformats.org/officeDocument/2006/math">
                    <m:r>
                      <a:rPr dirty="0" i="1" lang="en-US" smtClean="0" sz="2000">
                        <a:latin charset="0" panose="02040503050406030204" pitchFamily="18" typeface="Cambria Math"/>
                      </a:rPr>
                      <m:t>𝑦</m:t>
                    </m:r>
                  </m:oMath>
                </a14:m>
                <a:r>
                  <a:rPr dirty="0" lang="en-US" sz="2000"/>
                  <a:t>=1000. The attacker can easily find the plaintext </a:t>
                </a:r>
                <a14:m>
                  <m:oMath xmlns:m="http://schemas.openxmlformats.org/officeDocument/2006/math">
                    <m:r>
                      <a:rPr dirty="0" i="1" lang="en-US" sz="2000">
                        <a:latin charset="0" panose="02040503050406030204" pitchFamily="18" typeface="Cambria Math"/>
                      </a:rPr>
                      <m:t>𝑥</m:t>
                    </m:r>
                  </m:oMath>
                </a14:m>
                <a:r>
                  <a:rPr dirty="0" lang="en-US" sz="2000"/>
                  <a:t> by,</a:t>
                </a:r>
              </a:p>
              <a:p>
                <a:pPr>
                  <a:buClr>
                    <a:schemeClr val="tx1"/>
                  </a:buClr>
                </a:pPr>
                <a14:m>
                  <m:oMathPara xmlns:m="http://schemas.openxmlformats.org/officeDocument/2006/math">
                    <m:oMathParaPr>
                      <m:jc m:val="centerGroup"/>
                    </m:oMathParaPr>
                    <m:oMath>
                      <m:r>
                        <a:rPr b="0" i="1" lang="en-US" smtClean="0" sz="2000">
                          <a:latin charset="0" panose="02040503050406030204" pitchFamily="18" typeface="Cambria Math"/>
                        </a:rPr>
                        <m:t>𝑥</m:t>
                      </m:r>
                      <m:r>
                        <a:rPr b="0" i="1" lang="en-US" smtClean="0" sz="2000">
                          <a:latin charset="0" panose="02040503050406030204" pitchFamily="18" typeface="Cambria Math"/>
                        </a:rPr>
                        <m:t>=</m:t>
                      </m:r>
                      <m:rad>
                        <m:radPr>
                          <m:ctrlPr>
                            <a:rPr i="1" lang="en-US" smtClean="0" sz="2000">
                              <a:latin charset="0" panose="02040503050406030204" pitchFamily="18" typeface="Cambria Math"/>
                            </a:rPr>
                          </m:ctrlPr>
                        </m:radPr>
                        <m:deg>
                          <m:r>
                            <a:rPr i="1" lang="en-US" smtClean="0" sz="2000">
                              <a:latin charset="0" panose="02040503050406030204" pitchFamily="18" typeface="Cambria Math"/>
                            </a:rPr>
                            <m:t>3</m:t>
                          </m:r>
                        </m:deg>
                        <m:e>
                          <m:r>
                            <a:rPr b="0" i="1" lang="en-US" smtClean="0" sz="2000">
                              <a:latin charset="0" panose="02040503050406030204" pitchFamily="18" typeface="Cambria Math"/>
                            </a:rPr>
                            <m:t>𝑦</m:t>
                          </m:r>
                        </m:e>
                      </m:rad>
                      <m:r>
                        <a:rPr b="0" i="1" lang="en-US" smtClean="0" sz="2000">
                          <a:latin charset="0" panose="02040503050406030204" pitchFamily="18" typeface="Cambria Math"/>
                        </a:rPr>
                        <m:t>=</m:t>
                      </m:r>
                      <m:rad>
                        <m:radPr>
                          <m:ctrlPr>
                            <a:rPr b="0" i="1" lang="en-US" smtClean="0" sz="2000">
                              <a:latin charset="0" panose="02040503050406030204" pitchFamily="18" typeface="Cambria Math"/>
                            </a:rPr>
                          </m:ctrlPr>
                        </m:radPr>
                        <m:deg>
                          <m:r>
                            <a:rPr b="0" i="1" lang="en-US" smtClean="0" sz="2000">
                              <a:latin charset="0" panose="02040503050406030204" pitchFamily="18" typeface="Cambria Math"/>
                            </a:rPr>
                            <m:t>3</m:t>
                          </m:r>
                        </m:deg>
                        <m:e>
                          <m:r>
                            <a:rPr b="0" i="1" lang="en-US" smtClean="0" sz="2000">
                              <a:latin charset="0" panose="02040503050406030204" pitchFamily="18" typeface="Cambria Math"/>
                            </a:rPr>
                            <m:t>1000</m:t>
                          </m:r>
                        </m:e>
                      </m:rad>
                      <m:r>
                        <a:rPr b="0" i="1" lang="en-US" smtClean="0" sz="2000">
                          <a:latin charset="0" panose="02040503050406030204" pitchFamily="18" typeface="Cambria Math"/>
                        </a:rPr>
                        <m:t>=10</m:t>
                      </m:r>
                    </m:oMath>
                  </m:oMathPara>
                </a14:m>
                <a:endParaRPr dirty="0" lang="en-US" sz="2000"/>
              </a:p>
              <a:p>
                <a:pPr indent="-342900" marL="342900">
                  <a:buClr>
                    <a:schemeClr val="tx1"/>
                  </a:buClr>
                  <a:buFont charset="2" panose="05000000000000000000" pitchFamily="2" typeface="Wingdings"/>
                  <a:buChar char="ü"/>
                </a:pPr>
                <a:r>
                  <a:rPr b="1" dirty="0" lang="en-US" sz="2000">
                    <a:solidFill>
                      <a:srgbClr val="FF0000"/>
                    </a:solidFill>
                  </a:rPr>
                  <a:t>Padding schemes</a:t>
                </a:r>
              </a:p>
            </p:txBody>
          </p:sp>
        </mc:Choice>
        <mc:Fallback>
          <p:sp>
            <p:nvSpPr>
              <p:cNvPr id="11" name="TextBox 10">
                <a:extLst>
                  <a:ext uri="{FF2B5EF4-FFF2-40B4-BE49-F238E27FC236}">
                    <a16:creationId xmlns:a16="http://schemas.microsoft.com/office/drawing/2014/main" id="{8363CF0A-703D-4DF2-A623-4DB408197CFB}"/>
                  </a:ext>
                </a:extLst>
              </p:cNvPr>
              <p:cNvSpPr txBox="1">
                <a:spLocks noAdjustHandles="1" noChangeArrowheads="1" noChangeAspect="1" noChangeShapeType="1" noEditPoints="1" noMove="1" noResize="1" noRot="1" noTextEdit="1"/>
              </p:cNvSpPr>
              <p:nvPr/>
            </p:nvSpPr>
            <p:spPr>
              <a:xfrm>
                <a:off x="6433852" y="2028497"/>
                <a:ext cx="5537431" cy="4202561"/>
              </a:xfrm>
              <a:prstGeom prst="rect">
                <a:avLst/>
              </a:prstGeom>
              <a:blipFill>
                <a:blip r:embed="rId5"/>
                <a:stretch>
                  <a:fillRect b="-1742" l="-990" r="-880" t="-871"/>
                </a:stretch>
              </a:blipFill>
            </p:spPr>
            <p:txBody>
              <a:bodyPr/>
              <a:lstStyle/>
              <a:p>
                <a:r>
                  <a:rPr lang="en-US">
                    <a:noFill/>
                  </a:rPr>
                  <a:t> </a:t>
                </a:r>
              </a:p>
            </p:txBody>
          </p:sp>
        </mc:Fallback>
      </mc:AlternateContent>
      <p:pic>
        <p:nvPicPr>
          <p:cNvPr descr="Diagram of the OAEP (Optimal Asymmetric Encryption Padding) scheme showing how a message is padded before RSA encryption" id="1026" name="Picture 2">
            <a:extLst>
              <a:ext uri="{FF2B5EF4-FFF2-40B4-BE49-F238E27FC236}">
                <a16:creationId xmlns:a16="http://schemas.microsoft.com/office/drawing/2014/main" id="{49CC07BE-8590-4A94-9F4E-50F35E94894B}"/>
              </a:ext>
            </a:extLst>
          </p:cNvPr>
          <p:cNvPicPr>
            <a:picLocks noChangeArrowheads="1" noChangeAspect="1"/>
          </p:cNvPicPr>
          <p:nvPr/>
        </p:nvPicPr>
        <p:blipFill>
          <a:blip r:embed="rId9">
            <a:extLst>
              <a:ext uri="{28A0092B-C50C-407E-A947-70E740481C1C}">
                <a14:useLocalDpi xmlns:a14="http://schemas.microsoft.com/office/drawing/2010/main" val="0"/>
              </a:ext>
            </a:extLst>
          </a:blip>
          <a:srcRect/>
          <a:stretch>
            <a:fillRect/>
          </a:stretch>
        </p:blipFill>
        <p:spPr bwMode="auto">
          <a:xfrm>
            <a:off x="7417675" y="2652845"/>
            <a:ext cx="384644" cy="384644"/>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a:extLst>
              <a:ext uri="{FF2B5EF4-FFF2-40B4-BE49-F238E27FC236}">
                <a16:creationId xmlns:a16="http://schemas.microsoft.com/office/drawing/2014/main" id="{09588F62-8510-4E3C-B87C-7308D5C40CBE}"/>
              </a:ext>
            </a:extLst>
          </p:cNvPr>
          <p:cNvSpPr/>
          <p:nvPr/>
        </p:nvSpPr>
        <p:spPr>
          <a:xfrm>
            <a:off x="138165" y="6472050"/>
            <a:ext cx="10373393" cy="307777"/>
          </a:xfrm>
          <a:prstGeom prst="rect">
            <a:avLst/>
          </a:prstGeom>
        </p:spPr>
        <p:txBody>
          <a:bodyPr wrap="square">
            <a:spAutoFit/>
          </a:bodyPr>
          <a:lstStyle/>
          <a:p>
            <a:r>
              <a:rPr dirty="0" i="1" lang="en-US" sz="1400"/>
              <a:t>*Ref: </a:t>
            </a:r>
            <a:r>
              <a:rPr b="1" dirty="0" i="1" lang="en-US" sz="1400"/>
              <a:t>Optimal asymmetric encryption padding. </a:t>
            </a:r>
            <a:r>
              <a:rPr dirty="0" lang="en-US" sz="1400">
                <a:hlinkClick r:id="rId10"/>
              </a:rPr>
              <a:t>https://en.wikipedia.org/wiki/Optimal_asymmetric_encryption_padding</a:t>
            </a:r>
            <a:r>
              <a:rPr dirty="0" lang="en-US" sz="1400"/>
              <a:t> </a:t>
            </a:r>
          </a:p>
        </p:txBody>
      </p:sp>
      <p:sp>
        <p:nvSpPr>
          <p:cNvPr id="4" name="Slide Number Placeholder 3">
            <a:extLst>
              <a:ext uri="{FF2B5EF4-FFF2-40B4-BE49-F238E27FC236}">
                <a16:creationId xmlns:a16="http://schemas.microsoft.com/office/drawing/2014/main" id="{0BFE00E8-491B-451C-9763-CF8429EC1DCE}"/>
              </a:ext>
            </a:extLst>
          </p:cNvPr>
          <p:cNvSpPr>
            <a:spLocks noGrp="1"/>
          </p:cNvSpPr>
          <p:nvPr>
            <p:ph idx="12" sz="quarter" type="sldNum"/>
          </p:nvPr>
        </p:nvSpPr>
        <p:spPr/>
        <p:txBody>
          <a:bodyPr/>
          <a:lstStyle/>
          <a:p>
            <a:fld id="{3EE413A7-32C0-42B9-8169-A32BFBDA280A}" type="slidenum">
              <a:rPr lang="en-US" smtClean="0"/>
              <a:t>9</a:t>
            </a:fld>
            <a:endParaRPr lang="en-US"/>
          </a:p>
        </p:txBody>
      </p:sp>
    </p:spTree>
    <p:custDataLst>
      <p:tags r:id="rId1"/>
    </p:custDataLst>
    <p:extLst>
      <p:ext uri="{BB962C8B-B14F-4D97-AF65-F5344CB8AC3E}">
        <p14:creationId xmlns:p14="http://schemas.microsoft.com/office/powerpoint/2010/main" val="2190176495"/>
      </p:ext>
    </p:extLst>
  </p:cSld>
  <p:clrMapOvr>
    <a:masterClrMapping/>
  </p:clrMapOvr>
  <mc:AlternateContent xmlns:mc="http://schemas.openxmlformats.org/markup-compatibility/2006" xmlns:p14="http://schemas.microsoft.com/office/powerpoint/2010/main">
    <mc:Choice Requires="p14">
      <p:transition advTm="249962" p14:dur="2000" spd="slow"/>
    </mc:Choice>
    <mc:Fallback>
      <p:transition advTm="249962" spd="slow"/>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11">
                                            <p:txEl>
                                              <p:pRg end="1" st="1"/>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11">
                                            <p:txEl>
                                              <p:pRg end="2" st="2"/>
                                            </p:txEl>
                                          </p:spTgt>
                                        </p:tgtEl>
                                        <p:attrNameLst>
                                          <p:attrName>style.visibility</p:attrName>
                                        </p:attrNameLst>
                                      </p:cBhvr>
                                      <p:to>
                                        <p:strVal val="visible"/>
                                      </p:to>
                                    </p:set>
                                  </p:childTnLst>
                                </p:cTn>
                              </p:par>
                            </p:childTnLst>
                          </p:cTn>
                        </p:par>
                      </p:childTnLst>
                    </p:cTn>
                  </p:par>
                  <p:par>
                    <p:cTn fill="hold" id="11">
                      <p:stCondLst>
                        <p:cond delay="indefinite"/>
                      </p:stCondLst>
                      <p:childTnLst>
                        <p:par>
                          <p:cTn fill="hold" id="12">
                            <p:stCondLst>
                              <p:cond delay="0"/>
                            </p:stCondLst>
                            <p:childTnLst>
                              <p:par>
                                <p:cTn fill="hold" id="13" nodeType="clickEffect" presetClass="entr" presetID="10" presetSubtype="0">
                                  <p:stCondLst>
                                    <p:cond delay="0"/>
                                  </p:stCondLst>
                                  <p:childTnLst>
                                    <p:set>
                                      <p:cBhvr>
                                        <p:cTn dur="1" fill="hold" id="14">
                                          <p:stCondLst>
                                            <p:cond delay="0"/>
                                          </p:stCondLst>
                                        </p:cTn>
                                        <p:tgtEl>
                                          <p:spTgt spid="1026"/>
                                        </p:tgtEl>
                                        <p:attrNameLst>
                                          <p:attrName>style.visibility</p:attrName>
                                        </p:attrNameLst>
                                      </p:cBhvr>
                                      <p:to>
                                        <p:strVal val="visible"/>
                                      </p:to>
                                    </p:set>
                                    <p:animEffect filter="fade" transition="in">
                                      <p:cBhvr>
                                        <p:cTn dur="500" id="15"/>
                                        <p:tgtEl>
                                          <p:spTgt spid="1026"/>
                                        </p:tgtEl>
                                      </p:cBhvr>
                                    </p:animEffect>
                                  </p:childTnLst>
                                </p:cTn>
                              </p:par>
                            </p:childTnLst>
                          </p:cTn>
                        </p:par>
                      </p:childTnLst>
                    </p:cTn>
                  </p:par>
                  <p:par>
                    <p:cTn fill="hold" id="16">
                      <p:stCondLst>
                        <p:cond delay="indefinite"/>
                      </p:stCondLst>
                      <p:childTnLst>
                        <p:par>
                          <p:cTn fill="hold" id="17">
                            <p:stCondLst>
                              <p:cond delay="0"/>
                            </p:stCondLst>
                            <p:childTnLst>
                              <p:par>
                                <p:cTn fill="hold" grpId="0" id="18" nodeType="clickEffect" presetClass="entr" presetID="1" presetSubtype="0">
                                  <p:stCondLst>
                                    <p:cond delay="0"/>
                                  </p:stCondLst>
                                  <p:childTnLst>
                                    <p:set>
                                      <p:cBhvr>
                                        <p:cTn dur="1" fill="hold" id="19">
                                          <p:stCondLst>
                                            <p:cond delay="0"/>
                                          </p:stCondLst>
                                        </p:cTn>
                                        <p:tgtEl>
                                          <p:spTgt spid="11">
                                            <p:txEl>
                                              <p:pRg end="3" st="3"/>
                                            </p:txEl>
                                          </p:spTgt>
                                        </p:tgtEl>
                                        <p:attrNameLst>
                                          <p:attrName>style.visibility</p:attrName>
                                        </p:attrNameLst>
                                      </p:cBhvr>
                                      <p:to>
                                        <p:strVal val="visible"/>
                                      </p:to>
                                    </p:set>
                                  </p:childTnLst>
                                </p:cTn>
                              </p:par>
                            </p:childTnLst>
                          </p:cTn>
                        </p:par>
                      </p:childTnLst>
                    </p:cTn>
                  </p:par>
                  <p:par>
                    <p:cTn fill="hold" id="20">
                      <p:stCondLst>
                        <p:cond delay="indefinite"/>
                      </p:stCondLst>
                      <p:childTnLst>
                        <p:par>
                          <p:cTn fill="hold" id="21">
                            <p:stCondLst>
                              <p:cond delay="0"/>
                            </p:stCondLst>
                            <p:childTnLst>
                              <p:par>
                                <p:cTn fill="hold" grpId="0" id="22" nodeType="clickEffect" presetClass="entr" presetID="1" presetSubtype="0">
                                  <p:stCondLst>
                                    <p:cond delay="0"/>
                                  </p:stCondLst>
                                  <p:childTnLst>
                                    <p:set>
                                      <p:cBhvr>
                                        <p:cTn dur="1" fill="hold" id="23">
                                          <p:stCondLst>
                                            <p:cond delay="0"/>
                                          </p:stCondLst>
                                        </p:cTn>
                                        <p:tgtEl>
                                          <p:spTgt spid="11">
                                            <p:txEl>
                                              <p:pRg end="4" st="4"/>
                                            </p:txEl>
                                          </p:spTgt>
                                        </p:tgtEl>
                                        <p:attrNameLst>
                                          <p:attrName>style.visibility</p:attrName>
                                        </p:attrNameLst>
                                      </p:cBhvr>
                                      <p:to>
                                        <p:strVal val="visible"/>
                                      </p:to>
                                    </p:set>
                                  </p:childTnLst>
                                </p:cTn>
                              </p:par>
                            </p:childTnLst>
                          </p:cTn>
                        </p:par>
                      </p:childTnLst>
                    </p:cTn>
                  </p:par>
                  <p:par>
                    <p:cTn fill="hold" id="24">
                      <p:stCondLst>
                        <p:cond delay="indefinite"/>
                      </p:stCondLst>
                      <p:childTnLst>
                        <p:par>
                          <p:cTn fill="hold" id="25">
                            <p:stCondLst>
                              <p:cond delay="0"/>
                            </p:stCondLst>
                            <p:childTnLst>
                              <p:par>
                                <p:cTn fill="hold" grpId="0" id="26" nodeType="clickEffect" presetClass="entr" presetID="1" presetSubtype="0">
                                  <p:stCondLst>
                                    <p:cond delay="0"/>
                                  </p:stCondLst>
                                  <p:childTnLst>
                                    <p:set>
                                      <p:cBhvr>
                                        <p:cTn dur="1" fill="hold" id="27">
                                          <p:stCondLst>
                                            <p:cond delay="0"/>
                                          </p:stCondLst>
                                        </p:cTn>
                                        <p:tgtEl>
                                          <p:spTgt spid="11">
                                            <p:txEl>
                                              <p:pRg end="5" st="5"/>
                                            </p:txEl>
                                          </p:spTgt>
                                        </p:tgtEl>
                                        <p:attrNameLst>
                                          <p:attrName>style.visibility</p:attrName>
                                        </p:attrNameLst>
                                      </p:cBhvr>
                                      <p:to>
                                        <p:strVal val="visible"/>
                                      </p:to>
                                    </p:set>
                                  </p:childTnLst>
                                </p:cTn>
                              </p:par>
                            </p:childTnLst>
                          </p:cTn>
                        </p:par>
                      </p:childTnLst>
                    </p:cTn>
                  </p:par>
                  <p:par>
                    <p:cTn fill="hold" id="28">
                      <p:stCondLst>
                        <p:cond delay="indefinite"/>
                      </p:stCondLst>
                      <p:childTnLst>
                        <p:par>
                          <p:cTn fill="hold" id="29">
                            <p:stCondLst>
                              <p:cond delay="0"/>
                            </p:stCondLst>
                            <p:childTnLst>
                              <p:par>
                                <p:cTn fill="hold" grpId="0" id="30" nodeType="clickEffect" presetClass="entr" presetID="1" presetSubtype="0">
                                  <p:stCondLst>
                                    <p:cond delay="0"/>
                                  </p:stCondLst>
                                  <p:childTnLst>
                                    <p:set>
                                      <p:cBhvr>
                                        <p:cTn dur="1" fill="hold" id="31">
                                          <p:stCondLst>
                                            <p:cond delay="0"/>
                                          </p:stCondLst>
                                        </p:cTn>
                                        <p:tgtEl>
                                          <p:spTgt spid="11">
                                            <p:txEl>
                                              <p:pRg end="6" st="6"/>
                                            </p:txEl>
                                          </p:spTgt>
                                        </p:tgtEl>
                                        <p:attrNameLst>
                                          <p:attrName>style.visibility</p:attrName>
                                        </p:attrNameLst>
                                      </p:cBhvr>
                                      <p:to>
                                        <p:strVal val="visible"/>
                                      </p:to>
                                    </p:set>
                                  </p:childTnLst>
                                </p:cTn>
                              </p:par>
                            </p:childTnLst>
                          </p:cTn>
                        </p:par>
                      </p:childTnLst>
                    </p:cTn>
                  </p:par>
                  <p:par>
                    <p:cTn fill="hold" id="32">
                      <p:stCondLst>
                        <p:cond delay="indefinite"/>
                      </p:stCondLst>
                      <p:childTnLst>
                        <p:par>
                          <p:cTn fill="hold" id="33">
                            <p:stCondLst>
                              <p:cond delay="0"/>
                            </p:stCondLst>
                            <p:childTnLst>
                              <p:par>
                                <p:cTn fill="hold" grpId="0" id="34" nodeType="clickEffect" presetClass="entr" presetID="1" presetSubtype="0">
                                  <p:stCondLst>
                                    <p:cond delay="0"/>
                                  </p:stCondLst>
                                  <p:childTnLst>
                                    <p:set>
                                      <p:cBhvr>
                                        <p:cTn dur="1" fill="hold" id="35">
                                          <p:stCondLst>
                                            <p:cond delay="0"/>
                                          </p:stCondLst>
                                        </p:cTn>
                                        <p:tgtEl>
                                          <p:spTgt spid="11">
                                            <p:txEl>
                                              <p:pRg end="7" st="7"/>
                                            </p:txEl>
                                          </p:spTgt>
                                        </p:tgtEl>
                                        <p:attrNameLst>
                                          <p:attrName>style.visibility</p:attrName>
                                        </p:attrNameLst>
                                      </p:cBhvr>
                                      <p:to>
                                        <p:strVal val="visible"/>
                                      </p:to>
                                    </p:set>
                                  </p:childTnLst>
                                </p:cTn>
                              </p:par>
                            </p:childTnLst>
                          </p:cTn>
                        </p:par>
                      </p:childTnLst>
                    </p:cTn>
                  </p:par>
                  <p:par>
                    <p:cTn fill="hold" id="36">
                      <p:stCondLst>
                        <p:cond delay="indefinite"/>
                      </p:stCondLst>
                      <p:childTnLst>
                        <p:par>
                          <p:cTn fill="hold" id="37">
                            <p:stCondLst>
                              <p:cond delay="0"/>
                            </p:stCondLst>
                            <p:childTnLst>
                              <p:par>
                                <p:cTn fill="hold" grpId="0" id="38" nodeType="clickEffect" presetClass="entr" presetID="1" presetSubtype="0">
                                  <p:stCondLst>
                                    <p:cond delay="0"/>
                                  </p:stCondLst>
                                  <p:childTnLst>
                                    <p:set>
                                      <p:cBhvr>
                                        <p:cTn dur="1" fill="hold" id="39">
                                          <p:stCondLst>
                                            <p:cond delay="0"/>
                                          </p:stCondLst>
                                        </p:cTn>
                                        <p:tgtEl>
                                          <p:spTgt spid="11">
                                            <p:txEl>
                                              <p:pRg end="8" st="8"/>
                                            </p:txEl>
                                          </p:spTgt>
                                        </p:tgtEl>
                                        <p:attrNameLst>
                                          <p:attrName>style.visibility</p:attrName>
                                        </p:attrNameLst>
                                      </p:cBhvr>
                                      <p:to>
                                        <p:strVal val="visible"/>
                                      </p:to>
                                    </p:set>
                                  </p:childTnLst>
                                </p:cTn>
                              </p:par>
                            </p:childTnLst>
                          </p:cTn>
                        </p:par>
                      </p:childTnLst>
                    </p:cTn>
                  </p:par>
                  <p:par>
                    <p:cTn fill="hold" id="40">
                      <p:stCondLst>
                        <p:cond delay="indefinite"/>
                      </p:stCondLst>
                      <p:childTnLst>
                        <p:par>
                          <p:cTn fill="hold" id="41">
                            <p:stCondLst>
                              <p:cond delay="0"/>
                            </p:stCondLst>
                            <p:childTnLst>
                              <p:par>
                                <p:cTn fill="hold" grpId="0" id="42" nodeType="clickEffect" presetClass="entr" presetID="10" presetSubtype="0">
                                  <p:stCondLst>
                                    <p:cond delay="0"/>
                                  </p:stCondLst>
                                  <p:childTnLst>
                                    <p:set>
                                      <p:cBhvr>
                                        <p:cTn dur="1" fill="hold" id="43">
                                          <p:stCondLst>
                                            <p:cond delay="0"/>
                                          </p:stCondLst>
                                        </p:cTn>
                                        <p:tgtEl>
                                          <p:spTgt spid="13"/>
                                        </p:tgtEl>
                                        <p:attrNameLst>
                                          <p:attrName>style.visibility</p:attrName>
                                        </p:attrNameLst>
                                      </p:cBhvr>
                                      <p:to>
                                        <p:strVal val="visible"/>
                                      </p:to>
                                    </p:set>
                                    <p:animEffect filter="fade" transition="in">
                                      <p:cBhvr>
                                        <p:cTn dur="500" id="44"/>
                                        <p:tgtEl>
                                          <p:spTgt spid="13"/>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11" uiExpand="1"/>
      <p:bldP grpId="0" spid="13"/>
    </p:bldLst>
  </p:timing>
  <p:extLst>
    <p:ext uri="{3A86A75C-4F4B-4683-9AE1-C65F6400EC91}">
      <p14:laserTraceLst xmlns:p14="http://schemas.microsoft.com/office/powerpoint/2010/main">
        <p14:tracePtLst>
          <p14:tracePt t="28491" x="7593013" y="5926138"/>
          <p14:tracePt t="28499" x="7348538" y="5911850"/>
          <p14:tracePt t="28509" x="6946900" y="5911850"/>
          <p14:tracePt t="28520" x="6572250" y="5891213"/>
          <p14:tracePt t="28530" x="6340475" y="5878513"/>
          <p14:tracePt t="28541" x="6021388" y="5851525"/>
          <p14:tracePt t="28554" x="5864225" y="5824538"/>
          <p14:tracePt t="28564" x="5694363" y="5748338"/>
          <p14:tracePt t="28575" x="5538788" y="5634038"/>
          <p14:tracePt t="28587" x="5435600" y="5491163"/>
          <p14:tracePt t="28598" x="5232400" y="5218113"/>
          <p14:tracePt t="28609" x="5089525" y="5033963"/>
          <p14:tracePt t="28621" x="4884738" y="4803775"/>
          <p14:tracePt t="28632" x="4756150" y="4673600"/>
          <p14:tracePt t="28643" x="4613275" y="4545013"/>
          <p14:tracePt t="28654" x="4530725" y="4456113"/>
          <p14:tracePt t="28665" x="4470400" y="4429125"/>
          <p14:tracePt t="28677" x="4429125" y="4367213"/>
          <p14:tracePt t="28688" x="4402138" y="4354513"/>
          <p14:tracePt t="28699" x="4340225" y="4313238"/>
          <p14:tracePt t="28710" x="4313238" y="4300538"/>
          <p14:tracePt t="28722" x="4238625" y="4259263"/>
          <p14:tracePt t="28733" x="4184650" y="4238625"/>
          <p14:tracePt t="28744" x="4110038" y="4211638"/>
          <p14:tracePt t="28760" x="4027488" y="4184650"/>
          <p14:tracePt t="28778" x="3979863" y="4157663"/>
          <p14:tracePt t="28782" x="3938588" y="4143375"/>
          <p14:tracePt t="28791" x="3938588" y="4122738"/>
          <p14:tracePt t="28804" x="3925888" y="4095750"/>
          <p14:tracePt t="28823" x="3925888" y="4068763"/>
          <p14:tracePt t="28834" x="3911600" y="4014788"/>
          <p14:tracePt t="28845" x="3884613" y="3952875"/>
          <p14:tracePt t="28857" x="3836988" y="3836988"/>
          <p14:tracePt t="28869" x="3795713" y="3756025"/>
          <p14:tracePt t="28879" x="3768725" y="3652838"/>
          <p14:tracePt t="28890" x="3756025" y="3592513"/>
          <p14:tracePt t="28903" x="3756025" y="3538538"/>
          <p14:tracePt t="28913" x="3735388" y="3476625"/>
          <p14:tracePt t="28924" x="3735388" y="3435350"/>
          <p14:tracePt t="28937" x="3735388" y="3395663"/>
          <p14:tracePt t="28947" x="3721100" y="3360738"/>
          <p14:tracePt t="28958" x="3708400" y="3319463"/>
          <p14:tracePt t="28971" x="3694113" y="3292475"/>
          <p14:tracePt t="28981" x="3667125" y="3265488"/>
          <p14:tracePt t="28992" x="3652838" y="3252788"/>
          <p14:tracePt t="29004" x="3640138" y="3232150"/>
          <p14:tracePt t="29014" x="3625850" y="3217863"/>
          <p14:tracePt t="29025" x="3605213" y="3190875"/>
          <p14:tracePt t="29038" x="3565525" y="3163888"/>
          <p14:tracePt t="29048" x="3524250" y="3122613"/>
          <p14:tracePt t="29059" x="3462338" y="3062288"/>
          <p14:tracePt t="29071" x="3395663" y="3021013"/>
          <p14:tracePt t="29082" x="3348038" y="2973388"/>
          <p14:tracePt t="29093" x="3279775" y="2919413"/>
          <p14:tracePt t="29105" x="3232150" y="2890838"/>
          <p14:tracePt t="29115" x="3163888" y="2863850"/>
          <p14:tracePt t="29127" x="3101975" y="2863850"/>
          <p14:tracePt t="29138" x="3062288" y="2843213"/>
          <p14:tracePt t="29149" x="3021013" y="2843213"/>
          <p14:tracePt t="29161" x="2973388" y="2843213"/>
          <p14:tracePt t="29172" x="2932113" y="2843213"/>
          <p14:tracePt t="29183" x="2919413" y="2843213"/>
          <p14:tracePt t="29194" x="2890838" y="2843213"/>
          <p14:tracePt t="29205" x="2878138" y="2843213"/>
          <p14:tracePt t="29217" x="2863850" y="2863850"/>
          <p14:tracePt t="29228" x="2863850" y="2890838"/>
          <p14:tracePt t="29239" x="2863850" y="2905125"/>
          <p14:tracePt t="29250" x="2863850" y="2932113"/>
          <p14:tracePt t="29262" x="2905125" y="2946400"/>
          <p14:tracePt t="29273" x="2946400" y="2959100"/>
          <p14:tracePt t="29285" x="2973388" y="2959100"/>
          <p14:tracePt t="29296" x="3062288" y="2959100"/>
          <p14:tracePt t="29307" x="3149600" y="2932113"/>
          <p14:tracePt t="29319" x="3205163" y="2905125"/>
          <p14:tracePt t="29329" x="3265488" y="2863850"/>
          <p14:tracePt t="29341" x="3306763" y="2789238"/>
          <p14:tracePt t="29353" x="3333750" y="2747963"/>
          <p14:tracePt t="29363" x="3348038" y="2700338"/>
          <p14:tracePt t="29374" x="3348038" y="2660650"/>
          <p14:tracePt t="29387" x="3319463" y="2633663"/>
          <p14:tracePt t="29397" x="3292475" y="2586038"/>
          <p14:tracePt t="29408" x="3252788" y="2557463"/>
          <p14:tracePt t="29420" x="3163888" y="2544763"/>
          <p14:tracePt t="29430" x="3089275" y="2530475"/>
          <p14:tracePt t="29442" x="3048000" y="2530475"/>
          <p14:tracePt t="29453" x="2973388" y="2544763"/>
          <p14:tracePt t="29464" x="2932113" y="2557463"/>
          <p14:tracePt t="29476" x="2905125" y="2571750"/>
          <p14:tracePt t="29487" x="2890838" y="2598738"/>
          <p14:tracePt t="29498" x="2878138" y="2619375"/>
          <p14:tracePt t="29509" x="2878138" y="2646363"/>
          <p14:tracePt t="29521" x="2890838" y="2673350"/>
          <p14:tracePt t="29532" x="2905125" y="2700338"/>
          <p14:tracePt t="29543" x="2959100" y="2735263"/>
          <p14:tracePt t="29555" x="3006725" y="2747963"/>
          <p14:tracePt t="29565" x="3074988" y="2747963"/>
          <p14:tracePt t="29577" x="3136900" y="2747963"/>
          <p14:tracePt t="29588" x="3176588" y="2747963"/>
          <p14:tracePt t="29599" x="3217863" y="2714625"/>
          <p14:tracePt t="29611" x="3252788" y="2687638"/>
          <p14:tracePt t="29622" x="3265488" y="2660650"/>
          <p14:tracePt t="29633" x="3265488" y="2633663"/>
          <p14:tracePt t="29644" x="3232150" y="2598738"/>
          <p14:tracePt t="29656" x="3190875" y="2557463"/>
          <p14:tracePt t="29667" x="3122613" y="2530475"/>
          <p14:tracePt t="29678" x="3033713" y="2517775"/>
          <p14:tracePt t="29689" x="2932113" y="2517775"/>
          <p14:tracePt t="29700" x="2878138" y="2517775"/>
          <p14:tracePt t="29712" x="2803525" y="2530475"/>
          <p14:tracePt t="29723" x="2747963" y="2557463"/>
          <p14:tracePt t="29736" x="2700338" y="2586038"/>
          <p14:tracePt t="29746" x="2687638" y="2619375"/>
          <p14:tracePt t="29757" x="2673350" y="2646363"/>
          <p14:tracePt t="29769" x="2673350" y="2687638"/>
          <p14:tracePt t="29779" x="2700338" y="2700338"/>
          <p14:tracePt t="29790" x="2735263" y="2735263"/>
          <p14:tracePt t="29803" x="2789238" y="2762250"/>
          <p14:tracePt t="29836" x="2878138" y="2776538"/>
          <p14:tracePt t="29841" x="2946400" y="2776538"/>
          <p14:tracePt t="29849" x="3048000" y="2776538"/>
          <p14:tracePt t="29853" x="3136900" y="2762250"/>
          <p14:tracePt t="29860" x="3190875" y="2735263"/>
          <p14:tracePt t="29872" x="3232150" y="2687638"/>
          <p14:tracePt t="29882" x="3265488" y="2646363"/>
          <p14:tracePt t="29893" x="3265488" y="2598738"/>
          <p14:tracePt t="29904" x="3252788" y="2571750"/>
          <p14:tracePt t="29914" x="3205163" y="2544763"/>
          <p14:tracePt t="29926" x="3149600" y="2517775"/>
          <p14:tracePt t="29938" x="3089275" y="2503488"/>
          <p14:tracePt t="29948" x="3006725" y="2503488"/>
          <p14:tracePt t="29959" x="2919413" y="2503488"/>
          <p14:tracePt t="29971" x="2863850" y="2517775"/>
          <p14:tracePt t="29982" x="2816225" y="2544763"/>
          <p14:tracePt t="29993" x="2762250" y="2586038"/>
          <p14:tracePt t="30004" x="2747963" y="2633663"/>
          <p14:tracePt t="30015" x="2735263" y="2660650"/>
          <p14:tracePt t="30027" x="2747963" y="2687638"/>
          <p14:tracePt t="30038" x="2762250" y="2714625"/>
          <p14:tracePt t="30049" x="2789238" y="2735263"/>
          <p14:tracePt t="30060" x="2843213" y="2747963"/>
          <p14:tracePt t="30072" x="2932113" y="2747963"/>
          <p14:tracePt t="30083" x="3021013" y="2735263"/>
          <p14:tracePt t="30094" x="3089275" y="2714625"/>
          <p14:tracePt t="30106" x="3163888" y="2687638"/>
          <p14:tracePt t="30117" x="3217863" y="2646363"/>
          <p14:tracePt t="30128" x="3252788" y="2619375"/>
          <p14:tracePt t="30139" x="3265488" y="2586038"/>
          <p14:tracePt t="30151" x="3265488" y="2544763"/>
          <p14:tracePt t="30162" x="3252788" y="2530475"/>
          <p14:tracePt t="30173" x="3217863" y="2517775"/>
          <p14:tracePt t="30185" x="3176588" y="2517775"/>
          <p14:tracePt t="30196" x="3122613" y="2517775"/>
          <p14:tracePt t="30207" x="3074988" y="2530475"/>
          <p14:tracePt t="30220" x="3033713" y="2544763"/>
          <p14:tracePt t="30230" x="2994025" y="2586038"/>
          <p14:tracePt t="30241" x="2959100" y="2619375"/>
          <p14:tracePt t="30253" x="2946400" y="2646363"/>
          <p14:tracePt t="30263" x="2946400" y="2673350"/>
          <p14:tracePt t="30274" x="2959100" y="2714625"/>
          <p14:tracePt t="30287" x="2994025" y="2735263"/>
          <p14:tracePt t="30297" x="3048000" y="2762250"/>
          <p14:tracePt t="30308" x="3122613" y="2762250"/>
          <p14:tracePt t="30320" x="3176588" y="2776538"/>
          <p14:tracePt t="30331" x="3265488" y="2762250"/>
          <p14:tracePt t="30342" x="3333750" y="2735263"/>
          <p14:tracePt t="30354" x="3381375" y="2687638"/>
          <p14:tracePt t="30364" x="3408363" y="2660650"/>
          <p14:tracePt t="30375" x="3422650" y="2619375"/>
          <p14:tracePt t="30387" x="3422650" y="2571750"/>
          <p14:tracePt t="30398" x="3408363" y="2544763"/>
          <p14:tracePt t="30409" x="3360738" y="2517775"/>
          <p14:tracePt t="30421" x="3292475" y="2490788"/>
          <p14:tracePt t="30432" x="3232150" y="2490788"/>
          <p14:tracePt t="30443" x="3149600" y="2490788"/>
          <p14:tracePt t="30454" x="3074988" y="2517775"/>
          <p14:tracePt t="30465" x="3021013" y="2544763"/>
          <p14:tracePt t="30477" x="2973388" y="2571750"/>
          <p14:tracePt t="30488" x="2946400" y="2619375"/>
          <p14:tracePt t="30499" x="2932113" y="2673350"/>
          <p14:tracePt t="30510" x="2919413" y="2700338"/>
          <p14:tracePt t="30522" x="2932113" y="2747963"/>
          <p14:tracePt t="30533" x="2959100" y="2776538"/>
          <p14:tracePt t="30544" x="3021013" y="2803525"/>
          <p14:tracePt t="30556" x="3074988" y="2816225"/>
          <p14:tracePt t="30567" x="3149600" y="2816225"/>
          <p14:tracePt t="30578" x="3217863" y="2803525"/>
          <p14:tracePt t="30589" x="3279775" y="2789238"/>
          <p14:tracePt t="30601" x="3319463" y="2762250"/>
          <p14:tracePt t="30612" x="3348038" y="2735263"/>
          <p14:tracePt t="30623" x="3348038" y="2714625"/>
          <p14:tracePt t="30634" x="3348038" y="2687638"/>
          <p14:tracePt t="30646" x="3333750" y="2660650"/>
          <p14:tracePt t="30657" x="3306763" y="2633663"/>
          <p14:tracePt t="30669" x="3265488" y="2619375"/>
          <p14:tracePt t="30679" x="3217863" y="2598738"/>
          <p14:tracePt t="30690" x="3190875" y="2598738"/>
          <p14:tracePt t="30703" x="3176588" y="2619375"/>
          <p14:tracePt t="30713" x="3163888" y="2633663"/>
          <p14:tracePt t="30736" x="3163888" y="2646363"/>
          <p14:tracePt t="30747" x="3163888" y="2660650"/>
          <p14:tracePt t="30758" x="3176588" y="2673350"/>
          <p14:tracePt t="30770" x="3205163" y="2687638"/>
          <p14:tracePt t="30780" x="3217863" y="2700338"/>
          <p14:tracePt t="30792" x="3252788" y="2700338"/>
          <p14:tracePt t="30803" x="3279775" y="2700338"/>
          <p14:tracePt t="30814" x="3319463" y="2700338"/>
          <p14:tracePt t="30826" x="3333750" y="2687638"/>
          <p14:tracePt t="30838" x="3348038" y="2673350"/>
          <p14:tracePt t="30848" x="3360738" y="2660650"/>
          <p14:tracePt t="30859" x="3360738" y="2646363"/>
          <p14:tracePt t="30882" x="3360738" y="2633663"/>
          <p14:tracePt t="30887" x="3348038" y="2598738"/>
          <p14:tracePt t="30895" x="3333750" y="2586038"/>
          <p14:tracePt t="30905" x="3319463" y="2571750"/>
          <p14:tracePt t="30916" x="3292475" y="2557463"/>
          <p14:tracePt t="30928" x="3279775" y="2557463"/>
          <p14:tracePt t="30949" x="3265488" y="2557463"/>
          <p14:tracePt t="30982" x="3279775" y="2571750"/>
          <p14:tracePt t="31005" x="3292475" y="2586038"/>
          <p14:tracePt t="31017" x="3306763" y="2598738"/>
          <p14:tracePt t="31028" x="3319463" y="2619375"/>
          <p14:tracePt t="31039" x="3319463" y="2633663"/>
          <p14:tracePt t="31051" x="3333750" y="2646363"/>
          <p14:tracePt t="31095" x="3348038" y="2646363"/>
          <p14:tracePt t="31118" x="3348038" y="2633663"/>
          <p14:tracePt t="31140" x="3348038" y="2619375"/>
          <p14:tracePt t="31523" x="3333750" y="2619375"/>
          <p14:tracePt t="31545" x="3333750" y="2598738"/>
          <p14:tracePt t="31557" x="3319463" y="2598738"/>
          <p14:tracePt t="31569" x="3306763" y="2598738"/>
          <p14:tracePt t="31590" x="3292475" y="2598738"/>
          <p14:tracePt t="31603" x="3279775" y="2598738"/>
          <p14:tracePt t="31613" x="3265488" y="2598738"/>
          <p14:tracePt t="31625" x="3252788" y="2598738"/>
          <p14:tracePt t="31637" x="3232150" y="2619375"/>
          <p14:tracePt t="31647" x="3217863" y="2619375"/>
          <p14:tracePt t="31669" x="3205163" y="2633663"/>
          <p14:tracePt t="31680" x="3190875" y="2633663"/>
          <p14:tracePt t="31693" x="3190875" y="2646363"/>
          <p14:tracePt t="31714" x="3176588" y="2660650"/>
          <p14:tracePt t="31736" x="3176588" y="2673350"/>
          <p14:tracePt t="31815" x="3176588" y="2687638"/>
          <p14:tracePt t="31837" x="3190875" y="2700338"/>
          <p14:tracePt t="31860" x="3190875" y="2714625"/>
          <p14:tracePt t="31872" x="3205163" y="2714625"/>
          <p14:tracePt t="31883" x="3217863" y="2735263"/>
          <p14:tracePt t="31895" x="3232150" y="2735263"/>
          <p14:tracePt t="31906" x="3232150" y="2747963"/>
          <p14:tracePt t="31928" x="3252788" y="2747963"/>
          <p14:tracePt t="31940" x="3265488" y="2747963"/>
          <p14:tracePt t="31951" x="3279775" y="2747963"/>
          <p14:tracePt t="31973" x="3292475" y="2735263"/>
          <p14:tracePt t="31984" x="3319463" y="2714625"/>
          <p14:tracePt t="31996" x="3333750" y="2700338"/>
          <p14:tracePt t="32008" x="3348038" y="2687638"/>
          <p14:tracePt t="32029" x="3381375" y="2660650"/>
          <p14:tracePt t="32033" x="3395663" y="2633663"/>
          <p14:tracePt t="32042" x="3395663" y="2598738"/>
          <p14:tracePt t="32054" x="3408363" y="2586038"/>
          <p14:tracePt t="32063" x="3408363" y="2557463"/>
          <p14:tracePt t="32076" x="3408363" y="2544763"/>
          <p14:tracePt t="32087" x="3395663" y="2530475"/>
          <p14:tracePt t="32097" x="3381375" y="2530475"/>
          <p14:tracePt t="32109" x="3348038" y="2517775"/>
          <p14:tracePt t="32121" x="3319463" y="2517775"/>
          <p14:tracePt t="32131" x="3292475" y="2517775"/>
          <p14:tracePt t="32143" x="3252788" y="2517775"/>
          <p14:tracePt t="32154" x="3217863" y="2517775"/>
          <p14:tracePt t="32164" x="3190875" y="2517775"/>
          <p14:tracePt t="32176" x="3163888" y="2530475"/>
          <p14:tracePt t="32187" x="3136900" y="2530475"/>
          <p14:tracePt t="32198" x="3122613" y="2544763"/>
          <p14:tracePt t="32210" x="3122613" y="2557463"/>
          <p14:tracePt t="32221" x="3101975" y="2571750"/>
          <p14:tracePt t="32232" x="3101975" y="2586038"/>
          <p14:tracePt t="32243" x="3101975" y="2598738"/>
          <p14:tracePt t="32255" x="3122613" y="2633663"/>
          <p14:tracePt t="32266" x="3122613" y="2660650"/>
          <p14:tracePt t="32277" x="3122613" y="2673350"/>
          <p14:tracePt t="32289" x="3136900" y="2700338"/>
          <p14:tracePt t="32299" x="3149600" y="2714625"/>
          <p14:tracePt t="32311" x="3163888" y="2735263"/>
          <p14:tracePt t="32322" x="3176588" y="2747963"/>
          <p14:tracePt t="32333" x="3190875" y="2747963"/>
          <p14:tracePt t="32345" x="3205163" y="2762250"/>
          <p14:tracePt t="32356" x="3217863" y="2762250"/>
          <p14:tracePt t="32367" x="3252788" y="2762250"/>
          <p14:tracePt t="32378" x="3265488" y="2762250"/>
          <p14:tracePt t="32390" x="3279775" y="2762250"/>
          <p14:tracePt t="32401" x="3292475" y="2762250"/>
          <p14:tracePt t="32412" x="3306763" y="2747963"/>
          <p14:tracePt t="32423" x="3306763" y="2735263"/>
          <p14:tracePt t="32434" x="3319463" y="2714625"/>
          <p14:tracePt t="32446" x="3333750" y="2687638"/>
          <p14:tracePt t="32457" x="3333750" y="2673350"/>
          <p14:tracePt t="32469" x="3333750" y="2646363"/>
          <p14:tracePt t="32502" x="3333750" y="2633663"/>
          <p14:tracePt t="32524" x="3319463" y="2619375"/>
          <p14:tracePt t="67191" x="3333750" y="2619375"/>
          <p14:tracePt t="67199" x="3348038" y="2619375"/>
          <p14:tracePt t="67206" x="3381375" y="2619375"/>
          <p14:tracePt t="67215" x="3395663" y="2619375"/>
          <p14:tracePt t="67225" x="3422650" y="2619375"/>
          <p14:tracePt t="67234" x="3462338" y="2619375"/>
          <p14:tracePt t="67243" x="3509963" y="2633663"/>
          <p14:tracePt t="67249" x="3565525" y="2646363"/>
          <p14:tracePt t="67259" x="3605213" y="2646363"/>
          <p14:tracePt t="67266" x="3667125" y="2673350"/>
          <p14:tracePt t="67276" x="3708400" y="2687638"/>
          <p14:tracePt t="67284" x="3768725" y="2714625"/>
          <p14:tracePt t="67294" x="3810000" y="2747963"/>
          <p14:tracePt t="67297" x="3851275" y="2776538"/>
          <p14:tracePt t="67308" x="3898900" y="2803525"/>
          <p14:tracePt t="67316" x="3938588" y="2843213"/>
          <p14:tracePt t="67322" x="3979863" y="2890838"/>
          <p14:tracePt t="67334" x="4027488" y="2919413"/>
          <p14:tracePt t="67344" x="4054475" y="2959100"/>
          <p14:tracePt t="67345" x="4095750" y="3006725"/>
          <p14:tracePt t="67357" x="4122738" y="3021013"/>
          <p14:tracePt t="67362" x="4143375" y="3048000"/>
          <p14:tracePt t="67375" x="4170363" y="3074988"/>
          <p14:tracePt t="67380" x="4197350" y="3089275"/>
          <p14:tracePt t="67387" x="4211638" y="3122613"/>
          <p14:tracePt t="67399" x="4238625" y="3136900"/>
          <p14:tracePt t="67403" x="4259263" y="3149600"/>
          <p14:tracePt t="67413" x="4271963" y="3163888"/>
          <p14:tracePt t="67426" x="4313238" y="3190875"/>
          <p14:tracePt t="67438" x="4327525" y="3205163"/>
          <p14:tracePt t="67447" x="4340225" y="3205163"/>
          <p14:tracePt t="67457" x="4354513" y="3217863"/>
          <p14:tracePt t="67458" x="4387850" y="3217863"/>
          <p14:tracePt t="67467" x="4402138" y="3217863"/>
          <p14:tracePt t="67477" x="4414838" y="3217863"/>
          <p14:tracePt t="67488" x="4456113" y="3217863"/>
          <p14:tracePt t="67494" x="4483100" y="3217863"/>
          <p14:tracePt t="67507" x="4530725" y="3217863"/>
          <p14:tracePt t="67509" x="4586288" y="3217863"/>
          <p14:tracePt t="67521" x="4646613" y="3217863"/>
          <p14:tracePt t="67527" x="4714875" y="3205163"/>
          <p14:tracePt t="67542" x="4803775" y="3190875"/>
          <p14:tracePt t="67543" x="4905375" y="3176588"/>
          <p14:tracePt t="67554" x="5075238" y="3149600"/>
          <p14:tracePt t="67559" x="5129213" y="3149600"/>
          <p14:tracePt t="67568" x="5245100" y="3149600"/>
          <p14:tracePt t="67576" x="5435600" y="3149600"/>
          <p14:tracePt t="67585" x="5565775" y="3149600"/>
          <p14:tracePt t="67592" x="5721350" y="3176588"/>
          <p14:tracePt t="67605" x="5994400" y="3292475"/>
          <p14:tracePt t="67606" x="6110288" y="3348038"/>
          <p14:tracePt t="67615" x="6313488" y="3476625"/>
          <p14:tracePt t="67624" x="6524625" y="3625850"/>
          <p14:tracePt t="67633" x="6729413" y="3783013"/>
          <p14:tracePt t="67641" x="6932613" y="3938588"/>
          <p14:tracePt t="67650" x="7000875" y="4014788"/>
          <p14:tracePt t="67660" x="7158038" y="4157663"/>
          <p14:tracePt t="67666" x="7272338" y="4259263"/>
          <p14:tracePt t="67676" x="7361238" y="4340225"/>
          <p14:tracePt t="67683" x="7435850" y="4414838"/>
          <p14:tracePt t="67693" x="7504113" y="4483100"/>
          <p14:tracePt t="67700" x="7545388" y="4545013"/>
          <p14:tracePt t="68022" x="7545388" y="4530725"/>
          <p14:tracePt t="68031" x="7545388" y="4497388"/>
          <p14:tracePt t="68041" x="7545388" y="4456113"/>
          <p14:tracePt t="68049" x="7545388" y="4402138"/>
          <p14:tracePt t="68056" x="7545388" y="4340225"/>
          <p14:tracePt t="68066" x="7545388" y="4286250"/>
          <p14:tracePt t="68075" x="7545388" y="4211638"/>
          <p14:tracePt t="68082" x="7531100" y="4157663"/>
          <p14:tracePt t="68090" x="7518400" y="4095750"/>
          <p14:tracePt t="68100" x="7491413" y="4054475"/>
          <p14:tracePt t="68106" x="7462838" y="3994150"/>
          <p14:tracePt t="68115" x="7450138" y="3979863"/>
          <p14:tracePt t="68122" x="7415213" y="3938588"/>
          <p14:tracePt t="68133" x="7388225" y="3911600"/>
          <p14:tracePt t="68141" x="7361238" y="3898900"/>
          <p14:tracePt t="68151" x="7348538" y="3884613"/>
          <p14:tracePt t="68158" x="7319963" y="3863975"/>
          <p14:tracePt t="68165" x="7307263" y="3863975"/>
          <p14:tracePt t="68175" x="7286625" y="3851275"/>
          <p14:tracePt t="68182" x="7272338" y="3851275"/>
          <p14:tracePt t="68190" x="7259638" y="3851275"/>
          <p14:tracePt t="68199" x="7259638" y="3836988"/>
          <p14:tracePt t="68206" x="7245350" y="3836988"/>
          <p14:tracePt t="68228" x="7232650" y="3836988"/>
          <p14:tracePt t="68268" x="7218363" y="3836988"/>
          <p14:tracePt t="68464" x="7232650" y="3836988"/>
          <p14:tracePt t="68513" x="7245350" y="3836988"/>
          <p14:tracePt t="68538" x="7259638" y="3836988"/>
          <p14:tracePt t="68554" x="7272338" y="3836988"/>
          <p14:tracePt t="68571" x="7286625" y="3836988"/>
          <p14:tracePt t="68579" x="7307263" y="3836988"/>
          <p14:tracePt t="68589" x="7319963" y="3851275"/>
          <p14:tracePt t="68598" x="7334250" y="3851275"/>
          <p14:tracePt t="68614" x="7348538" y="3851275"/>
          <p14:tracePt t="68624" x="7361238" y="3851275"/>
          <p14:tracePt t="68631" x="7375525" y="3851275"/>
          <p14:tracePt t="68644" x="7388225" y="3851275"/>
          <p14:tracePt t="68655" x="7402513" y="3851275"/>
          <p14:tracePt t="68671" x="7415213" y="3851275"/>
          <p14:tracePt t="68679" x="7435850" y="3851275"/>
          <p14:tracePt t="68689" x="7450138" y="3851275"/>
          <p14:tracePt t="68697" x="7462838" y="3851275"/>
          <p14:tracePt t="68707" x="7477125" y="3851275"/>
          <p14:tracePt t="68713" x="7491413" y="3851275"/>
          <p14:tracePt t="68725" x="7504113" y="3851275"/>
          <p14:tracePt t="68729" x="7531100" y="3851275"/>
          <p14:tracePt t="68741" x="7566025" y="3851275"/>
          <p14:tracePt t="69512" x="7593013" y="3851275"/>
          <p14:tracePt t="69523" x="7620000" y="3851275"/>
          <p14:tracePt t="69531" x="7661275" y="3863975"/>
          <p14:tracePt t="69541" x="7694613" y="3863975"/>
          <p14:tracePt t="69547" x="7735888" y="3884613"/>
          <p14:tracePt t="69556" x="7789863" y="3898900"/>
          <p14:tracePt t="69565" x="7851775" y="3911600"/>
          <p14:tracePt t="69571" x="7891463" y="3925888"/>
          <p14:tracePt t="69581" x="7920038" y="3925888"/>
          <p14:tracePt t="69589" x="8007350" y="3925888"/>
          <p14:tracePt t="69597" x="8034338" y="3938588"/>
          <p14:tracePt t="69605" x="8069263" y="3938588"/>
          <p14:tracePt t="69614" x="8110538" y="3938588"/>
          <p14:tracePt t="69622" x="8137525" y="3952875"/>
          <p14:tracePt t="69632" x="8150225" y="3952875"/>
          <p14:tracePt t="69641" x="8164513" y="3952875"/>
          <p14:tracePt t="69646" x="8177213" y="3952875"/>
          <p14:tracePt t="69656" x="8197850" y="3952875"/>
          <p14:tracePt t="69674" x="8212138" y="3952875"/>
          <p14:tracePt t="70109" x="8224838" y="3952875"/>
          <p14:tracePt t="70120" x="8239125" y="3952875"/>
          <p14:tracePt t="70128" x="8280400" y="3952875"/>
          <p14:tracePt t="70139" x="8293100" y="3952875"/>
          <p14:tracePt t="70145" x="8340725" y="3952875"/>
          <p14:tracePt t="70156" x="8367713" y="3952875"/>
          <p14:tracePt t="70162" x="8382000" y="3952875"/>
          <p14:tracePt t="70172" x="8423275" y="3952875"/>
          <p14:tracePt t="70178" x="8456613" y="3952875"/>
          <p14:tracePt t="70189" x="8483600" y="3952875"/>
          <p14:tracePt t="70195" x="8497888" y="3952875"/>
          <p14:tracePt t="70206" x="8524875" y="3952875"/>
          <p14:tracePt t="70210" x="8551863" y="3952875"/>
          <p14:tracePt t="70223" x="8566150" y="3952875"/>
          <p14:tracePt t="70227" x="8586788" y="3952875"/>
          <p14:tracePt t="70239" x="8613775" y="3952875"/>
          <p14:tracePt t="70243" x="8626475" y="3952875"/>
          <p14:tracePt t="70255" x="8640763" y="3952875"/>
          <p14:tracePt t="70260" x="8653463" y="3952875"/>
          <p14:tracePt t="70271" x="8682038" y="3952875"/>
          <p14:tracePt t="70276" x="8694738" y="3952875"/>
          <p14:tracePt t="70287" x="8715375" y="3952875"/>
          <p14:tracePt t="70292" x="8742363" y="3952875"/>
          <p14:tracePt t="70302" x="8783638" y="3967163"/>
          <p14:tracePt t="70870" x="8796338" y="3967163"/>
          <p14:tracePt t="70895" x="8810625" y="3967163"/>
          <p14:tracePt t="70912" x="8831263" y="3967163"/>
          <p14:tracePt t="70936" x="8843963" y="3967163"/>
          <p14:tracePt t="70944" x="8858250" y="3967163"/>
          <p14:tracePt t="70961" x="8872538" y="3967163"/>
          <p14:tracePt t="70977" x="8885238" y="3967163"/>
          <p14:tracePt t="70993" x="8899525" y="3967163"/>
          <p14:tracePt t="71004" x="8912225" y="3967163"/>
          <p14:tracePt t="71012" x="8926513" y="3967163"/>
          <p14:tracePt t="71023" x="8939213" y="3967163"/>
          <p14:tracePt t="71029" x="8959850" y="3967163"/>
          <p14:tracePt t="71040" x="8974138" y="3967163"/>
          <p14:tracePt t="71046" x="9001125" y="3967163"/>
          <p14:tracePt t="71056" x="9015413" y="3967163"/>
          <p14:tracePt t="71062" x="9042400" y="3967163"/>
          <p14:tracePt t="71073" x="9069388" y="3967163"/>
          <p14:tracePt t="71078" x="9090025" y="3967163"/>
          <p14:tracePt t="71090" x="9129713" y="3967163"/>
          <p14:tracePt t="71094" x="9158288" y="3967163"/>
          <p14:tracePt t="71106" x="9185275" y="3967163"/>
          <p14:tracePt t="71112" x="9197975" y="3967163"/>
          <p14:tracePt t="71123" x="9232900" y="3967163"/>
          <p14:tracePt t="71128" x="9259888" y="3967163"/>
          <p14:tracePt t="71141" x="9272588" y="3967163"/>
          <p14:tracePt t="71141" x="9301163" y="3967163"/>
          <p14:tracePt t="71151" x="9328150" y="3967163"/>
          <p14:tracePt t="71160" x="9375775" y="3967163"/>
          <p14:tracePt t="71170" x="9388475" y="3967163"/>
          <p14:tracePt t="71476" x="9402763" y="3967163"/>
          <p14:tracePt t="71487" x="9444038" y="3967163"/>
          <p14:tracePt t="71495" x="9491663" y="3967163"/>
          <p14:tracePt t="71506" x="9558338" y="3967163"/>
          <p14:tracePt t="71513" x="9620250" y="3967163"/>
          <p14:tracePt t="71523" x="9701213" y="3967163"/>
          <p14:tracePt t="71529" x="9777413" y="3967163"/>
          <p14:tracePt t="71540" x="9804400" y="3967163"/>
          <p14:tracePt t="71544" x="9879013" y="3967163"/>
          <p14:tracePt t="71556" x="9920288" y="3967163"/>
          <p14:tracePt t="71562" x="9959975" y="3967163"/>
          <p14:tracePt t="71573" x="9994900" y="3967163"/>
          <p14:tracePt t="71577" x="10007600" y="3967163"/>
          <p14:tracePt t="71589" x="10021888" y="3967163"/>
          <p14:tracePt t="71594" x="10034588" y="3967163"/>
          <p14:tracePt t="71935" x="10021888" y="3967163"/>
          <p14:tracePt t="71944" x="9994900" y="3967163"/>
          <p14:tracePt t="71954" x="9947275" y="3967163"/>
          <p14:tracePt t="71962" x="9891713" y="3967163"/>
          <p14:tracePt t="71972" x="9864725" y="3967163"/>
          <p14:tracePt t="71979" x="9817100" y="3979863"/>
          <p14:tracePt t="71989" x="9777413" y="4014788"/>
          <p14:tracePt t="71995" x="9736138" y="4014788"/>
          <p14:tracePt t="72007" x="9701213" y="4041775"/>
          <p14:tracePt t="72012" x="9674225" y="4041775"/>
          <p14:tracePt t="72023" x="9661525" y="4054475"/>
          <p14:tracePt t="72040" x="9647238" y="4068763"/>
          <p14:tracePt t="72041" x="9634538" y="4068763"/>
          <p14:tracePt t="72238" x="9647238" y="4068763"/>
          <p14:tracePt t="72270" x="9661525" y="4068763"/>
          <p14:tracePt t="72279" x="9674225" y="4068763"/>
          <p14:tracePt t="72295" x="9701213" y="4054475"/>
          <p14:tracePt t="72305" x="9721850" y="4041775"/>
          <p14:tracePt t="72313" x="9763125" y="4041775"/>
          <p14:tracePt t="72323" x="9804400" y="4027488"/>
          <p14:tracePt t="72331" x="9852025" y="4027488"/>
          <p14:tracePt t="72341" x="9891713" y="4014788"/>
          <p14:tracePt t="72348" x="9947275" y="4014788"/>
          <p14:tracePt t="72357" x="10007600" y="3994150"/>
          <p14:tracePt t="72364" x="10075863" y="3979863"/>
          <p14:tracePt t="72371" x="10150475" y="3979863"/>
          <p14:tracePt t="72381" x="10206038" y="3967163"/>
          <p14:tracePt t="72388" x="10266363" y="3967163"/>
          <p14:tracePt t="72397" x="10320338" y="3967163"/>
          <p14:tracePt t="72406" x="10355263" y="3967163"/>
          <p14:tracePt t="72414" x="10396538" y="3967163"/>
          <p14:tracePt t="72422" x="10423525" y="3952875"/>
          <p14:tracePt t="72430" x="10450513" y="3952875"/>
          <p14:tracePt t="72441" x="10483850" y="3952875"/>
          <p14:tracePt t="72457" x="10498138" y="3952875"/>
          <p14:tracePt t="72473" x="10510838" y="3952875"/>
          <p14:tracePt t="72876" x="10552113" y="3952875"/>
          <p14:tracePt t="72887" x="10566400" y="3952875"/>
          <p14:tracePt t="72895" x="10593388" y="3952875"/>
          <p14:tracePt t="72906" x="10626725" y="3952875"/>
          <p14:tracePt t="72912" x="10653713" y="3952875"/>
          <p14:tracePt t="72922" x="10682288" y="3952875"/>
          <p14:tracePt t="72929" x="10709275" y="3967163"/>
          <p14:tracePt t="72939" x="10742613" y="3967163"/>
          <p14:tracePt t="72945" x="10769600" y="3967163"/>
          <p14:tracePt t="72956" x="10796588" y="3967163"/>
          <p14:tracePt t="72960" x="10810875" y="3967163"/>
          <p14:tracePt t="72972" x="10837863" y="3967163"/>
          <p14:tracePt t="72977" x="10872788" y="3967163"/>
          <p14:tracePt t="72988" x="10899775" y="3967163"/>
          <p14:tracePt t="72995" x="10926763" y="3967163"/>
          <p14:tracePt t="73005" x="10939463" y="3967163"/>
          <p14:tracePt t="73010" x="10968038" y="3967163"/>
          <p14:tracePt t="73021" x="10980738" y="3967163"/>
          <p14:tracePt t="73028" x="11015663" y="3967163"/>
          <p14:tracePt t="73039" x="11028363" y="3967163"/>
          <p14:tracePt t="73040" x="11042650" y="3967163"/>
          <p14:tracePt t="73049" x="11055350" y="3967163"/>
          <p14:tracePt t="73058" x="11069638" y="3967163"/>
          <p14:tracePt t="73067" x="11082338" y="3967163"/>
          <p14:tracePt t="73083" x="11096625" y="3967163"/>
          <p14:tracePt t="73092" x="11117263" y="3967163"/>
          <p14:tracePt t="73108" x="11129963" y="3967163"/>
          <p14:tracePt t="73126" x="11144250" y="3967163"/>
          <p14:tracePt t="73133" x="11158538" y="3967163"/>
          <p14:tracePt t="73150" x="11171238" y="3967163"/>
          <p14:tracePt t="73160" x="11185525" y="3967163"/>
          <p14:tracePt t="73174" x="11198225" y="3967163"/>
          <p14:tracePt t="73184" x="11212513" y="3967163"/>
          <p14:tracePt t="73193" x="11225213" y="3967163"/>
          <p14:tracePt t="73200" x="11245850" y="3967163"/>
          <p14:tracePt t="73207" x="11260138" y="3967163"/>
          <p14:tracePt t="73226" x="11272838" y="3967163"/>
          <p14:tracePt t="73231" x="11287125" y="3967163"/>
          <p14:tracePt t="73242" x="11301413" y="3967163"/>
          <p14:tracePt t="73256" x="11314113" y="3967163"/>
          <p14:tracePt t="73266" x="11328400" y="3967163"/>
          <p14:tracePt t="73272" x="11341100" y="3967163"/>
          <p14:tracePt t="73297" x="11355388" y="3967163"/>
          <p14:tracePt t="73308" x="11376025" y="3967163"/>
          <p14:tracePt t="73328" x="11388725" y="3967163"/>
          <p14:tracePt t="73351" x="11403013" y="3967163"/>
          <p14:tracePt t="73375" x="11403013" y="3979863"/>
          <p14:tracePt t="73392" x="11415713" y="3979863"/>
          <p14:tracePt t="73465" x="11430000" y="3979863"/>
          <p14:tracePt t="73490" x="11444288" y="3979863"/>
          <p14:tracePt t="73522" x="11456988" y="3979863"/>
          <p14:tracePt t="73612" x="11471275" y="3979863"/>
          <p14:tracePt t="73645" x="11483975" y="3979863"/>
          <p14:tracePt t="73655" x="11504613" y="3979863"/>
          <p14:tracePt t="73671" x="11518900" y="3979863"/>
          <p14:tracePt t="73679" x="11531600" y="3979863"/>
          <p14:tracePt t="73695" x="11545888" y="3979863"/>
          <p14:tracePt t="73711" x="11558588" y="3979863"/>
          <p14:tracePt t="73737" x="11572875" y="3979863"/>
          <p14:tracePt t="73793" x="11587163" y="3979863"/>
          <p14:tracePt t="74505" x="11572875" y="3979863"/>
          <p14:tracePt t="74514" x="11531600" y="3979863"/>
          <p14:tracePt t="74522" x="11430000" y="3979863"/>
          <p14:tracePt t="74532" x="11301413" y="3979863"/>
          <p14:tracePt t="74539" x="11082338" y="3979863"/>
          <p14:tracePt t="74548" x="10968038" y="3967163"/>
          <p14:tracePt t="74556" x="10756900" y="3952875"/>
          <p14:tracePt t="74564" x="10510838" y="3938588"/>
          <p14:tracePt t="74572" x="10266363" y="3938588"/>
          <p14:tracePt t="74582" x="10021888" y="3925888"/>
          <p14:tracePt t="74589" x="9790113" y="3911600"/>
          <p14:tracePt t="74598" x="9593263" y="3898900"/>
          <p14:tracePt t="74605" x="9504363" y="3898900"/>
          <p14:tracePt t="74614" x="9348788" y="3898900"/>
          <p14:tracePt t="74622" x="9197975" y="3884613"/>
          <p14:tracePt t="74630" x="9102725" y="3863975"/>
          <p14:tracePt t="74640" x="9055100" y="3863975"/>
          <p14:tracePt t="74648" x="8986838" y="3851275"/>
          <p14:tracePt t="74655" x="8939213" y="3851275"/>
          <p14:tracePt t="74663" x="8885238" y="3836988"/>
          <p14:tracePt t="74672" x="8858250" y="3824288"/>
          <p14:tracePt t="74681" x="8810625" y="3810000"/>
          <p14:tracePt t="74688" x="8796338" y="3810000"/>
          <p14:tracePt t="74697" x="8769350" y="3795713"/>
          <p14:tracePt t="74705" x="8742363" y="3783013"/>
          <p14:tracePt t="74715" x="8715375" y="3783013"/>
          <p14:tracePt t="74723" x="8694738" y="3768725"/>
          <p14:tracePt t="74732" x="8667750" y="3768725"/>
          <p14:tracePt t="74740" x="8653463" y="3768725"/>
          <p14:tracePt t="74747" x="8626475" y="3756025"/>
          <p14:tracePt t="74755" x="8599488" y="3756025"/>
          <p14:tracePt t="74766" x="8566150" y="3756025"/>
          <p14:tracePt t="74767" x="8551863" y="3756025"/>
          <p14:tracePt t="74778" x="8510588" y="3735388"/>
          <p14:tracePt t="74788" x="8483600" y="3735388"/>
          <p14:tracePt t="74795" x="8435975" y="3735388"/>
          <p14:tracePt t="74805" x="8396288" y="3735388"/>
          <p14:tracePt t="74812" x="8355013" y="3735388"/>
          <p14:tracePt t="74822" x="8307388" y="3735388"/>
          <p14:tracePt t="74828" x="8266113" y="3735388"/>
          <p14:tracePt t="74840" x="8212138" y="3735388"/>
          <p14:tracePt t="74841" x="8150225" y="3735388"/>
          <p14:tracePt t="74852" x="8081963" y="3735388"/>
          <p14:tracePt t="74860" x="8021638" y="3735388"/>
          <p14:tracePt t="74870" x="7967663" y="3735388"/>
          <p14:tracePt t="74876" x="7932738" y="3735388"/>
          <p14:tracePt t="74885" x="7851775" y="3735388"/>
          <p14:tracePt t="74894" x="7804150" y="3756025"/>
          <p14:tracePt t="74904" x="7777163" y="3756025"/>
          <p14:tracePt t="74909" x="7735888" y="3756025"/>
          <p14:tracePt t="74918" x="7694613" y="3756025"/>
          <p14:tracePt t="74927" x="7646988" y="3756025"/>
          <p14:tracePt t="74938" x="7620000" y="3768725"/>
          <p14:tracePt t="74944" x="7605713" y="3768725"/>
          <p14:tracePt t="74955" x="7578725" y="3768725"/>
          <p14:tracePt t="74956" x="7566025" y="3768725"/>
          <p14:tracePt t="74972" x="7566025" y="3783013"/>
          <p14:tracePt t="74981" x="7545388" y="3783013"/>
          <p14:tracePt t="74990" x="7545388" y="3795713"/>
          <p14:tracePt t="75291" x="7545388" y="3810000"/>
          <p14:tracePt t="75300" x="7545388" y="3824288"/>
          <p14:tracePt t="75309" x="7545388" y="3851275"/>
          <p14:tracePt t="75319" x="7545388" y="3884613"/>
          <p14:tracePt t="75327" x="7545388" y="3898900"/>
          <p14:tracePt t="75337" x="7545388" y="3925888"/>
          <p14:tracePt t="75344" x="7566025" y="3952875"/>
          <p14:tracePt t="75355" x="7566025" y="3979863"/>
          <p14:tracePt t="75359" x="7566025" y="3994150"/>
          <p14:tracePt t="75367" x="7578725" y="4014788"/>
          <p14:tracePt t="75377" x="7578725" y="4027488"/>
          <p14:tracePt t="75387" x="7593013" y="4041775"/>
          <p14:tracePt t="75393" x="7593013" y="4054475"/>
          <p14:tracePt t="75400" x="7605713" y="4068763"/>
          <p14:tracePt t="75418" x="7620000" y="4081463"/>
          <p14:tracePt t="75434" x="7634288" y="4095750"/>
          <p14:tracePt t="75457" x="7646988" y="4095750"/>
          <p14:tracePt t="75466" x="7646988" y="4110038"/>
          <p14:tracePt t="75512" x="7661275" y="4110038"/>
          <p14:tracePt t="75626" x="7673975" y="4110038"/>
          <p14:tracePt t="75815" x="7694613" y="4110038"/>
          <p14:tracePt t="75864" x="7708900" y="4110038"/>
          <p14:tracePt t="75905" x="7721600" y="4110038"/>
          <p14:tracePt t="75970" x="7735888" y="4122738"/>
          <p14:tracePt t="76052" x="7748588" y="4143375"/>
          <p14:tracePt t="76101" x="7748588" y="4157663"/>
          <p14:tracePt t="76110" x="7762875" y="4157663"/>
          <p14:tracePt t="76134" x="7762875" y="4170363"/>
          <p14:tracePt t="76143" x="7777163" y="4184650"/>
          <p14:tracePt t="76167" x="7777163" y="4197350"/>
          <p14:tracePt t="76176" x="7789863" y="4197350"/>
          <p14:tracePt t="76199" x="7789863" y="4211638"/>
          <p14:tracePt t="76224" x="7804150" y="4224338"/>
          <p14:tracePt t="76478" x="7804150" y="4211638"/>
          <p14:tracePt t="76510" x="7804150" y="4197350"/>
          <p14:tracePt t="76527" x="7824788" y="4184650"/>
          <p14:tracePt t="76538" x="7837488" y="4184650"/>
          <p14:tracePt t="76544" x="7851775" y="4170363"/>
          <p14:tracePt t="76554" x="7851775" y="4157663"/>
          <p14:tracePt t="76561" x="7864475" y="4143375"/>
          <p14:tracePt t="76571" x="7878763" y="4122738"/>
          <p14:tracePt t="76578" x="7891463" y="4110038"/>
          <p14:tracePt t="76587" x="7905750" y="4081463"/>
          <p14:tracePt t="76594" x="7920038" y="4068763"/>
          <p14:tracePt t="76604" x="7932738" y="4054475"/>
          <p14:tracePt t="76610" x="7932738" y="4041775"/>
          <p14:tracePt t="76621" x="7953375" y="4027488"/>
          <p14:tracePt t="76627" x="7953375" y="4014788"/>
          <p14:tracePt t="76634" x="7967663" y="4014788"/>
          <p14:tracePt t="76643" x="7967663" y="3994150"/>
          <p14:tracePt t="76654" x="7967663" y="3979863"/>
          <p14:tracePt t="76670" x="7967663" y="3967163"/>
          <p14:tracePt t="76677" x="7967663" y="3952875"/>
          <p14:tracePt t="76693" x="7967663" y="3938588"/>
          <p14:tracePt t="76707" x="7967663" y="3925888"/>
          <p14:tracePt t="76740" x="7967663" y="3911600"/>
          <p14:tracePt t="76749" x="7953375" y="3911600"/>
          <p14:tracePt t="76764" x="7932738" y="3911600"/>
          <p14:tracePt t="76781" x="7920038" y="3911600"/>
          <p14:tracePt t="76791" x="7905750" y="3911600"/>
          <p14:tracePt t="76799" x="7891463" y="3911600"/>
          <p14:tracePt t="76806" x="7878763" y="3911600"/>
          <p14:tracePt t="76822" x="7864475" y="3911600"/>
          <p14:tracePt t="76838" x="7851775" y="3911600"/>
          <p14:tracePt t="76863" x="7851775" y="3925888"/>
          <p14:tracePt t="76879" x="7837488" y="3925888"/>
          <p14:tracePt t="76896" x="7837488" y="3938588"/>
          <p14:tracePt t="76928" x="7837488" y="3952875"/>
          <p14:tracePt t="76960" x="7837488" y="3967163"/>
          <p14:tracePt t="76977" x="7837488" y="3979863"/>
          <p14:tracePt t="76994" x="7837488" y="3994150"/>
          <p14:tracePt t="77005" x="7837488" y="4014788"/>
          <p14:tracePt t="77019" x="7837488" y="4027488"/>
          <p14:tracePt t="77036" x="7837488" y="4041775"/>
          <p14:tracePt t="77051" x="7837488" y="4054475"/>
          <p14:tracePt t="77059" x="7851775" y="4054475"/>
          <p14:tracePt t="77071" x="7851775" y="4068763"/>
          <p14:tracePt t="77083" x="7864475" y="4081463"/>
          <p14:tracePt t="77100" x="7878763" y="4095750"/>
          <p14:tracePt t="77117" x="7891463" y="4095750"/>
          <p14:tracePt t="77125" x="7905750" y="4095750"/>
          <p14:tracePt t="77133" x="7905750" y="4110038"/>
          <p14:tracePt t="77142" x="7920038" y="4110038"/>
          <p14:tracePt t="77150" x="7932738" y="4110038"/>
          <p14:tracePt t="77166" x="7953375" y="4110038"/>
          <p14:tracePt t="77182" x="7967663" y="4110038"/>
          <p14:tracePt t="77206" x="7980363" y="4110038"/>
          <p14:tracePt t="77223" x="7980363" y="4095750"/>
          <p14:tracePt t="77247" x="7980363" y="4081463"/>
          <p14:tracePt t="77272" x="7980363" y="4068763"/>
          <p14:tracePt t="77281" x="7967663" y="4054475"/>
          <p14:tracePt t="77289" x="7953375" y="4054475"/>
          <p14:tracePt t="77297" x="7932738" y="4041775"/>
          <p14:tracePt t="77305" x="7920038" y="4041775"/>
          <p14:tracePt t="77314" x="7891463" y="4027488"/>
          <p14:tracePt t="77323" x="7864475" y="4027488"/>
          <p14:tracePt t="77330" x="7837488" y="4027488"/>
          <p14:tracePt t="77339" x="7804150" y="4027488"/>
          <p14:tracePt t="77346" x="7777163" y="4027488"/>
          <p14:tracePt t="77355" x="7748588" y="4027488"/>
          <p14:tracePt t="77363" x="7735888" y="4027488"/>
          <p14:tracePt t="77376" x="7721600" y="4027488"/>
          <p14:tracePt t="77381" x="7708900" y="4027488"/>
          <p14:tracePt t="77389" x="7708900" y="4041775"/>
          <p14:tracePt t="77397" x="7694613" y="4041775"/>
          <p14:tracePt t="77412" x="7694613" y="4054475"/>
          <p14:tracePt t="77444" x="7694613" y="4068763"/>
          <p14:tracePt t="77469" x="7708900" y="4068763"/>
          <p14:tracePt t="77478" x="7708900" y="4081463"/>
          <p14:tracePt t="77489" x="7721600" y="4081463"/>
          <p14:tracePt t="77494" x="7721600" y="4095750"/>
          <p14:tracePt t="77504" x="7735888" y="4095750"/>
          <p14:tracePt t="77510" x="7748588" y="4095750"/>
          <p14:tracePt t="77520" x="7777163" y="4110038"/>
          <p14:tracePt t="77526" x="7789863" y="4110038"/>
          <p14:tracePt t="77537" x="7804150" y="4110038"/>
          <p14:tracePt t="77544" x="7824788" y="4110038"/>
          <p14:tracePt t="77553" x="7837488" y="4110038"/>
          <p14:tracePt t="77561" x="7851775" y="4095750"/>
          <p14:tracePt t="77568" x="7864475" y="4095750"/>
          <p14:tracePt t="77577" x="7878763" y="4081463"/>
          <p14:tracePt t="77594" x="7878763" y="4068763"/>
          <p14:tracePt t="77604" x="7891463" y="4068763"/>
          <p14:tracePt t="77610" x="7891463" y="4054475"/>
          <p14:tracePt t="77640" x="7891463" y="4041775"/>
          <p14:tracePt t="77992" x="7905750" y="4041775"/>
          <p14:tracePt t="78003" x="7920038" y="4054475"/>
          <p14:tracePt t="78009" x="7932738" y="4054475"/>
          <p14:tracePt t="78018" x="7953375" y="4068763"/>
          <p14:tracePt t="78027" x="7967663" y="4068763"/>
          <p14:tracePt t="78038" x="7980363" y="4068763"/>
          <p14:tracePt t="78044" x="7994650" y="4068763"/>
          <p14:tracePt t="78051" x="8007350" y="4068763"/>
          <p14:tracePt t="78067" x="8021638" y="4068763"/>
          <p14:tracePt t="78075" x="8034338" y="4068763"/>
          <p14:tracePt t="78084" x="8048625" y="4068763"/>
          <p14:tracePt t="78092" x="8069263" y="4068763"/>
          <p14:tracePt t="78100" x="8081963" y="4068763"/>
          <p14:tracePt t="78108" x="8096250" y="4068763"/>
          <p14:tracePt t="78116" x="8110538" y="4068763"/>
          <p14:tracePt t="78125" x="8123238" y="4068763"/>
          <p14:tracePt t="78134" x="8137525" y="4068763"/>
          <p14:tracePt t="78141" x="8150225" y="4068763"/>
          <p14:tracePt t="78156" x="8164513" y="4068763"/>
          <p14:tracePt t="78172" x="8177213" y="4068763"/>
          <p14:tracePt t="78205" x="8197850" y="4068763"/>
          <p14:tracePt t="78369" x="8177213" y="4068763"/>
          <p14:tracePt t="78379" x="8150225" y="4081463"/>
          <p14:tracePt t="78389" x="8137525" y="4095750"/>
          <p14:tracePt t="78394" x="8123238" y="4110038"/>
          <p14:tracePt t="78404" x="8081963" y="4122738"/>
          <p14:tracePt t="78412" x="8069263" y="4143375"/>
          <p14:tracePt t="78422" x="8034338" y="4157663"/>
          <p14:tracePt t="78429" x="8021638" y="4184650"/>
          <p14:tracePt t="78439" x="8007350" y="4197350"/>
          <p14:tracePt t="78446" x="7980363" y="4224338"/>
          <p14:tracePt t="78454" x="7967663" y="4238625"/>
          <p14:tracePt t="78461" x="7953375" y="4259263"/>
          <p14:tracePt t="78472" x="7953375" y="4271963"/>
          <p14:tracePt t="78479" x="7932738" y="4286250"/>
          <p14:tracePt t="78495" x="7932738" y="4300538"/>
          <p14:tracePt t="78524" x="7932738" y="4313238"/>
          <p14:tracePt t="78614" x="7953375" y="4313238"/>
          <p14:tracePt t="78624" x="7967663" y="4313238"/>
          <p14:tracePt t="78633" x="7994650" y="4313238"/>
          <p14:tracePt t="78639" x="8021638" y="4327525"/>
          <p14:tracePt t="78649" x="8048625" y="4327525"/>
          <p14:tracePt t="78656" x="8081963" y="4327525"/>
          <p14:tracePt t="78666" x="8137525" y="4327525"/>
          <p14:tracePt t="78673" x="8150225" y="4327525"/>
          <p14:tracePt t="78683" x="8197850" y="4327525"/>
          <p14:tracePt t="78689" x="8239125" y="4327525"/>
          <p14:tracePt t="78699" x="8280400" y="4327525"/>
          <p14:tracePt t="78705" x="8307388" y="4327525"/>
          <p14:tracePt t="78715" x="8355013" y="4327525"/>
          <p14:tracePt t="78722" x="8367713" y="4327525"/>
          <p14:tracePt t="78732" x="8396288" y="4327525"/>
          <p14:tracePt t="78740" x="8408988" y="4327525"/>
          <p14:tracePt t="78748" x="8423275" y="4327525"/>
          <p14:tracePt t="78755" x="8435975" y="4327525"/>
          <p14:tracePt t="78765" x="8456613" y="4327525"/>
          <p14:tracePt t="78772" x="8470900" y="4327525"/>
          <p14:tracePt t="78797" x="8483600" y="4327525"/>
          <p14:tracePt t="78868" x="8470900" y="4313238"/>
          <p14:tracePt t="78877" x="8456613" y="4313238"/>
          <p14:tracePt t="78887" x="8423275" y="4313238"/>
          <p14:tracePt t="78895" x="8382000" y="4313238"/>
          <p14:tracePt t="78905" x="8355013" y="4313238"/>
          <p14:tracePt t="78912" x="8293100" y="4313238"/>
          <p14:tracePt t="78922" x="8239125" y="4313238"/>
          <p14:tracePt t="78928" x="8177213" y="4313238"/>
          <p14:tracePt t="78939" x="8150225" y="4327525"/>
          <p14:tracePt t="78945" x="8110538" y="4327525"/>
          <p14:tracePt t="78956" x="8069263" y="4340225"/>
          <p14:tracePt t="78962" x="8034338" y="4340225"/>
          <p14:tracePt t="78973" x="8021638" y="4354513"/>
          <p14:tracePt t="78978" x="8007350" y="4354513"/>
          <p14:tracePt t="78990" x="7994650" y="4354513"/>
          <p14:tracePt t="78994" x="7980363" y="4367213"/>
          <p14:tracePt t="79073" x="7994650" y="4367213"/>
          <p14:tracePt t="79081" x="8007350" y="4367213"/>
          <p14:tracePt t="79091" x="8021638" y="4367213"/>
          <p14:tracePt t="79099" x="8048625" y="4367213"/>
          <p14:tracePt t="79107" x="8096250" y="4367213"/>
          <p14:tracePt t="79116" x="8137525" y="4367213"/>
          <p14:tracePt t="79124" x="8150225" y="4367213"/>
          <p14:tracePt t="79133" x="8197850" y="4367213"/>
          <p14:tracePt t="79140" x="8224838" y="4367213"/>
          <p14:tracePt t="79150" x="8253413" y="4367213"/>
          <p14:tracePt t="79158" x="8280400" y="4367213"/>
          <p14:tracePt t="79170" x="8307388" y="4367213"/>
          <p14:tracePt t="79175" x="8328025" y="4367213"/>
          <p14:tracePt t="79190" x="8340725" y="4367213"/>
          <p14:tracePt t="79216" x="8355013" y="4367213"/>
          <p14:tracePt t="79261" x="8355013" y="4354513"/>
          <p14:tracePt t="79271" x="8340725" y="4354513"/>
          <p14:tracePt t="79280" x="8307388" y="4354513"/>
          <p14:tracePt t="79290" x="8280400" y="4354513"/>
          <p14:tracePt t="79296" x="8239125" y="4354513"/>
          <p14:tracePt t="79307" x="8177213" y="4354513"/>
          <p14:tracePt t="79313" x="8137525" y="4354513"/>
          <p14:tracePt t="79323" x="8096250" y="4354513"/>
          <p14:tracePt t="79331" x="8048625" y="4354513"/>
          <p14:tracePt t="79341" x="8007350" y="4354513"/>
          <p14:tracePt t="79345" x="7980363" y="4354513"/>
          <p14:tracePt t="79358" x="7953375" y="4354513"/>
          <p14:tracePt t="79362" x="7932738" y="4354513"/>
          <p14:tracePt t="79372" x="7920038" y="4354513"/>
          <p14:tracePt t="79441" x="7932738" y="4354513"/>
          <p14:tracePt t="79450" x="7967663" y="4354513"/>
          <p14:tracePt t="79460" x="7994650" y="4354513"/>
          <p14:tracePt t="79470" x="8034338" y="4354513"/>
          <p14:tracePt t="79477" x="8081963" y="4354513"/>
          <p14:tracePt t="79484" x="8137525" y="4354513"/>
          <p14:tracePt t="79493" x="8177213" y="4354513"/>
          <p14:tracePt t="79504" x="8239125" y="4340225"/>
          <p14:tracePt t="79509" x="8266113" y="4340225"/>
          <p14:tracePt t="79518" x="8307388" y="4327525"/>
          <p14:tracePt t="79528" x="8340725" y="4327525"/>
          <p14:tracePt t="79539" x="8382000" y="4327525"/>
          <p14:tracePt t="79540" x="8396288" y="4327525"/>
          <p14:tracePt t="79548" x="8408988" y="4327525"/>
          <p14:tracePt t="79558" x="8423275" y="4327525"/>
          <p14:tracePt t="79566" x="8435975" y="4313238"/>
          <p14:tracePt t="79589" x="8456613" y="4313238"/>
          <p14:tracePt t="79629" x="8435975" y="4313238"/>
          <p14:tracePt t="79639" x="8408988" y="4313238"/>
          <p14:tracePt t="79648" x="8396288" y="4313238"/>
          <p14:tracePt t="79657" x="8355013" y="4313238"/>
          <p14:tracePt t="79665" x="8307388" y="4313238"/>
          <p14:tracePt t="79672" x="8266113" y="4313238"/>
          <p14:tracePt t="79682" x="8197850" y="4313238"/>
          <p14:tracePt t="79689" x="8150225" y="4313238"/>
          <p14:tracePt t="79699" x="8123238" y="4313238"/>
          <p14:tracePt t="79706" x="8069263" y="4313238"/>
          <p14:tracePt t="79715" x="8034338" y="4313238"/>
          <p14:tracePt t="79725" x="8007350" y="4327525"/>
          <p14:tracePt t="79731" x="7980363" y="4327525"/>
          <p14:tracePt t="79744" x="7967663" y="4327525"/>
          <p14:tracePt t="79825" x="7994650" y="4327525"/>
          <p14:tracePt t="79836" x="8021638" y="4327525"/>
          <p14:tracePt t="79844" x="8048625" y="4327525"/>
          <p14:tracePt t="79856" x="8081963" y="4327525"/>
          <p14:tracePt t="79862" x="8137525" y="4327525"/>
          <p14:tracePt t="79873" x="8177213" y="4327525"/>
          <p14:tracePt t="79877" x="8239125" y="4327525"/>
          <p14:tracePt t="79888" x="8253413" y="4327525"/>
          <p14:tracePt t="79895" x="8307388" y="4327525"/>
          <p14:tracePt t="79905" x="8340725" y="4327525"/>
          <p14:tracePt t="79911" x="8367713" y="4327525"/>
          <p14:tracePt t="79921" x="8396288" y="4327525"/>
          <p14:tracePt t="79928" x="8408988" y="4327525"/>
          <p14:tracePt t="79935" x="8435975" y="4327525"/>
          <p14:tracePt t="79959" x="8456613" y="4327525"/>
          <p14:tracePt t="80038" x="8423275" y="4327525"/>
          <p14:tracePt t="80047" x="8396288" y="4327525"/>
          <p14:tracePt t="80057" x="8367713" y="4327525"/>
          <p14:tracePt t="80065" x="8328025" y="4327525"/>
          <p14:tracePt t="80075" x="8280400" y="4327525"/>
          <p14:tracePt t="80082" x="8239125" y="4327525"/>
          <p14:tracePt t="80091" x="8212138" y="4327525"/>
          <p14:tracePt t="80100" x="8164513" y="4327525"/>
          <p14:tracePt t="80108" x="8137525" y="4327525"/>
          <p14:tracePt t="80120" x="8110538" y="4327525"/>
          <p14:tracePt t="80121" x="8081963" y="4327525"/>
          <p14:tracePt t="80138" x="8069263" y="4327525"/>
          <p14:tracePt t="80154" x="8048625" y="4327525"/>
          <p14:tracePt t="80219" x="8069263" y="4327525"/>
          <p14:tracePt t="80228" x="8096250" y="4327525"/>
          <p14:tracePt t="80239" x="8110538" y="4327525"/>
          <p14:tracePt t="80246" x="8137525" y="4313238"/>
          <p14:tracePt t="80256" x="8164513" y="4313238"/>
          <p14:tracePt t="80262" x="8212138" y="4313238"/>
          <p14:tracePt t="80273" x="8239125" y="4300538"/>
          <p14:tracePt t="80280" x="8266113" y="4300538"/>
          <p14:tracePt t="80289" x="8293100" y="4286250"/>
          <p14:tracePt t="80297" x="8328025" y="4286250"/>
          <p14:tracePt t="80305" x="8340725" y="4286250"/>
          <p14:tracePt t="80313" x="8355013" y="4271963"/>
          <p14:tracePt t="80322" x="8367713" y="4271963"/>
          <p14:tracePt t="80342" x="8382000" y="4271963"/>
          <p14:tracePt t="80390" x="8367713" y="4271963"/>
          <p14:tracePt t="80407" x="8355013" y="4271963"/>
          <p14:tracePt t="80416" x="8340725" y="4271963"/>
          <p14:tracePt t="80425" x="8307388" y="4271963"/>
          <p14:tracePt t="80434" x="8293100" y="4271963"/>
          <p14:tracePt t="80442" x="8280400" y="4271963"/>
          <p14:tracePt t="80452" x="8266113" y="4271963"/>
          <p14:tracePt t="80459" x="8253413" y="4271963"/>
          <p14:tracePt t="80467" x="8239125" y="4271963"/>
          <p14:tracePt t="80484" x="8224838" y="4271963"/>
          <p14:tracePt t="80898" x="8239125" y="4271963"/>
          <p14:tracePt t="80939" x="8253413" y="4271963"/>
          <p14:tracePt t="80988" x="8266113" y="4271963"/>
          <p14:tracePt t="81021" x="8280400" y="4271963"/>
          <p14:tracePt t="81053" x="8293100" y="4271963"/>
          <p14:tracePt t="81070" x="8307388" y="4271963"/>
          <p14:tracePt t="81087" x="8328025" y="4271963"/>
          <p14:tracePt t="81103" x="8340725" y="4271963"/>
          <p14:tracePt t="81112" x="8355013" y="4271963"/>
          <p14:tracePt t="81122" x="8367713" y="4271963"/>
          <p14:tracePt t="81137" x="8382000" y="4259263"/>
          <p14:tracePt t="81146" x="8396288" y="4259263"/>
          <p14:tracePt t="81156" x="8408988" y="4259263"/>
          <p14:tracePt t="81162" x="8423275" y="4259263"/>
          <p14:tracePt t="81177" x="8435975" y="4259263"/>
          <p14:tracePt t="81201" x="8456613" y="4259263"/>
          <p14:tracePt t="81274" x="8423275" y="4259263"/>
          <p14:tracePt t="81284" x="8396288" y="4259263"/>
          <p14:tracePt t="81292" x="8355013" y="4259263"/>
          <p14:tracePt t="81301" x="8293100" y="4271963"/>
          <p14:tracePt t="81308" x="8239125" y="4300538"/>
          <p14:tracePt t="81317" x="8177213" y="4313238"/>
          <p14:tracePt t="81325" x="8096250" y="4327525"/>
          <p14:tracePt t="81333" x="8007350" y="4354513"/>
          <p14:tracePt t="81341" x="7932738" y="4367213"/>
          <p14:tracePt t="81350" x="7864475" y="4387850"/>
          <p14:tracePt t="81359" x="7824788" y="4387850"/>
          <p14:tracePt t="81367" x="7777163" y="4402138"/>
          <p14:tracePt t="81377" x="7721600" y="4402138"/>
          <p14:tracePt t="81384" x="7673975" y="4402138"/>
          <p14:tracePt t="81393" x="7634288" y="4402138"/>
          <p14:tracePt t="81400" x="7605713" y="4402138"/>
          <p14:tracePt t="81408" x="7566025" y="4387850"/>
          <p14:tracePt t="81417" x="7545388" y="4387850"/>
          <p14:tracePt t="81425" x="7504113" y="4354513"/>
          <p14:tracePt t="81433" x="7477125" y="4340225"/>
          <p14:tracePt t="81443" x="7462838" y="4327525"/>
          <p14:tracePt t="81449" x="7435850" y="4313238"/>
          <p14:tracePt t="81458" x="7415213" y="4300538"/>
          <p14:tracePt t="81466" x="7388225" y="4300538"/>
          <p14:tracePt t="81474" x="7375525" y="4286250"/>
          <p14:tracePt t="81482" x="7375525" y="4271963"/>
          <p14:tracePt t="81489" x="7361238" y="4271963"/>
          <p14:tracePt t="81498" x="7361238" y="4259263"/>
          <p14:tracePt t="81507" x="7348538" y="4238625"/>
          <p14:tracePt t="81516" x="7348538" y="4224338"/>
          <p14:tracePt t="81524" x="7348538" y="4211638"/>
          <p14:tracePt t="81540" x="7348538" y="4197350"/>
          <p14:tracePt t="81548" x="7348538" y="4184650"/>
          <p14:tracePt t="81555" x="7348538" y="4157663"/>
          <p14:tracePt t="81564" x="7348538" y="4143375"/>
          <p14:tracePt t="81573" x="7348538" y="4110038"/>
          <p14:tracePt t="81580" x="7361238" y="4081463"/>
          <p14:tracePt t="81589" x="7375525" y="4041775"/>
          <p14:tracePt t="81598" x="7402513" y="4014788"/>
          <p14:tracePt t="81605" x="7435850" y="3979863"/>
          <p14:tracePt t="81616" x="7462838" y="3952875"/>
          <p14:tracePt t="81623" x="7491413" y="3938588"/>
          <p14:tracePt t="81633" x="7518400" y="3898900"/>
          <p14:tracePt t="81642" x="7545388" y="3884613"/>
          <p14:tracePt t="81649" x="7578725" y="3863975"/>
          <p14:tracePt t="81658" x="7620000" y="3836988"/>
          <p14:tracePt t="81665" x="7661275" y="3824288"/>
          <p14:tracePt t="81674" x="7708900" y="3824288"/>
          <p14:tracePt t="81681" x="7735888" y="3810000"/>
          <p14:tracePt t="81689" x="7777163" y="3810000"/>
          <p14:tracePt t="81699" x="7837488" y="3810000"/>
          <p14:tracePt t="81704" x="7851775" y="3810000"/>
          <p14:tracePt t="81714" x="7891463" y="3810000"/>
          <p14:tracePt t="81717" x="7932738" y="3810000"/>
          <p14:tracePt t="81727" x="7967663" y="3810000"/>
          <p14:tracePt t="81737" x="8007350" y="3810000"/>
          <p14:tracePt t="81745" x="8034338" y="3810000"/>
          <p14:tracePt t="81755" x="8069263" y="3810000"/>
          <p14:tracePt t="81762" x="8096250" y="3824288"/>
          <p14:tracePt t="81774" x="8123238" y="3824288"/>
          <p14:tracePt t="81774" x="8137525" y="3836988"/>
          <p14:tracePt t="81784" x="8164513" y="3836988"/>
          <p14:tracePt t="81793" x="8177213" y="3851275"/>
          <p14:tracePt t="81803" x="8197850" y="3863975"/>
          <p14:tracePt t="81811" x="8212138" y="3863975"/>
          <p14:tracePt t="81818" x="8224838" y="3884613"/>
          <p14:tracePt t="81828" x="8239125" y="3898900"/>
          <p14:tracePt t="81839" x="8253413" y="3898900"/>
          <p14:tracePt t="81840" x="8253413" y="3911600"/>
          <p14:tracePt t="81849" x="8266113" y="3925888"/>
          <p14:tracePt t="81864" x="8280400" y="3925888"/>
          <p14:tracePt t="81874" x="8280400" y="3938588"/>
          <p14:tracePt t="81897" x="8280400" y="3952875"/>
          <p14:tracePt t="81921" x="8280400" y="3967163"/>
          <p14:tracePt t="81946" x="8293100" y="3979863"/>
          <p14:tracePt t="81962" x="8293100" y="3994150"/>
          <p14:tracePt t="81973" x="8293100" y="4014788"/>
          <p14:tracePt t="81981" x="8293100" y="4027488"/>
          <p14:tracePt t="81998" x="8293100" y="4041775"/>
          <p14:tracePt t="82008" x="8307388" y="4054475"/>
          <p14:tracePt t="82014" x="8307388" y="4068763"/>
          <p14:tracePt t="82042" x="8307388" y="4081463"/>
          <p14:tracePt t="82063" x="8307388" y="4095750"/>
          <p14:tracePt t="82091" x="8307388" y="4110038"/>
          <p14:tracePt t="82098" x="8280400" y="4122738"/>
          <p14:tracePt t="82105" x="8253413" y="4143375"/>
          <p14:tracePt t="82115" x="8224838" y="4157663"/>
          <p14:tracePt t="82121" x="8177213" y="4170363"/>
          <p14:tracePt t="82137" x="8081963" y="4211638"/>
          <p14:tracePt t="82145" x="8021638" y="4238625"/>
          <p14:tracePt t="82156" x="7967663" y="4259263"/>
          <p14:tracePt t="82163" x="7905750" y="4271963"/>
          <p14:tracePt t="82173" x="7878763" y="4271963"/>
          <p14:tracePt t="82178" x="7824788" y="4286250"/>
          <p14:tracePt t="82189" x="7789863" y="4300538"/>
          <p14:tracePt t="82195" x="7748588" y="4300538"/>
          <p14:tracePt t="82208" x="7735888" y="4300538"/>
          <p14:tracePt t="82208" x="7708900" y="4300538"/>
          <p14:tracePt t="82220" x="7694613" y="4300538"/>
          <p14:tracePt t="82228" x="7673975" y="4300538"/>
          <p14:tracePt t="82242" x="7661275" y="4300538"/>
          <p14:tracePt t="82338" x="7673975" y="4300538"/>
          <p14:tracePt t="83487" x="7646988" y="4300538"/>
          <p14:tracePt t="83555" x="7634288" y="4286250"/>
          <p14:tracePt t="83577" x="7634288" y="4271963"/>
          <p14:tracePt t="83599" x="7646988" y="4271963"/>
          <p14:tracePt t="83611" x="7661275" y="4259263"/>
          <p14:tracePt t="83633" x="7673975" y="4238625"/>
          <p14:tracePt t="83667" x="7694613" y="4238625"/>
          <p14:tracePt t="83769" x="7708900" y="4224338"/>
          <p14:tracePt t="83824" x="7721600" y="4224338"/>
          <p14:tracePt t="83837" x="7721600" y="4211638"/>
          <p14:tracePt t="83858" x="7735888" y="4211638"/>
          <p14:tracePt t="83892" x="7735888" y="4197350"/>
          <p14:tracePt t="84128" x="7748588" y="4197350"/>
          <p14:tracePt t="84140" x="7762875" y="4184650"/>
          <p14:tracePt t="84151" x="7789863" y="4170363"/>
          <p14:tracePt t="84164" x="7837488" y="4143375"/>
          <p14:tracePt t="84173" x="7864475" y="4122738"/>
          <p14:tracePt t="84186" x="7878763" y="4095750"/>
          <p14:tracePt t="84197" x="7891463" y="4081463"/>
          <p14:tracePt t="84209" x="7891463" y="4068763"/>
          <p14:tracePt t="84220" x="7891463" y="4054475"/>
          <p14:tracePt t="84230" x="7905750" y="4041775"/>
          <p14:tracePt t="84242" x="7905750" y="4027488"/>
          <p14:tracePt t="84254" x="7920038" y="4027488"/>
          <p14:tracePt t="84297" x="7920038" y="4041775"/>
          <p14:tracePt t="84747" x="7932738" y="4041775"/>
          <p14:tracePt t="84803" x="7953375" y="4041775"/>
          <p14:tracePt t="84870" x="7953375" y="4054475"/>
          <p14:tracePt t="84938" x="7953375" y="4068763"/>
          <p14:tracePt t="84960" x="7932738" y="4081463"/>
          <p14:tracePt t="84972" x="7920038" y="4081463"/>
          <p14:tracePt t="84983" x="7905750" y="4095750"/>
          <p14:tracePt t="84995" x="7891463" y="4095750"/>
          <p14:tracePt t="85006" x="7878763" y="4110038"/>
          <p14:tracePt t="85017" x="7864475" y="4110038"/>
          <p14:tracePt t="85029" x="7851775" y="4122738"/>
          <p14:tracePt t="85040" x="7837488" y="4122738"/>
          <p14:tracePt t="85053" x="7837488" y="4143375"/>
          <p14:tracePt t="85063" x="7824788" y="4143375"/>
          <p14:tracePt t="85085" x="7804150" y="4143375"/>
          <p14:tracePt t="85096" x="7804150" y="4157663"/>
          <p14:tracePt t="85119" x="7789863" y="4157663"/>
          <p14:tracePt t="85152" x="7777163" y="4157663"/>
          <p14:tracePt t="85163" x="7762875" y="4157663"/>
          <p14:tracePt t="85175" x="7748588" y="4170363"/>
          <p14:tracePt t="85188" x="7735888" y="4170363"/>
          <p14:tracePt t="85199" x="7721600" y="4184650"/>
          <p14:tracePt t="85209" x="7708900" y="4184650"/>
          <p14:tracePt t="85222" x="7694613" y="4197350"/>
          <p14:tracePt t="85242" x="7673975" y="4197350"/>
          <p14:tracePt t="85456" x="7661275" y="4211638"/>
          <p14:tracePt t="85479" x="7661275" y="4224338"/>
          <p14:tracePt t="85512" x="7673975" y="4224338"/>
          <p14:tracePt t="85523" x="7673975" y="4238625"/>
          <p14:tracePt t="85760" x="7673975" y="4259263"/>
          <p14:tracePt t="85782" x="7694613" y="4271963"/>
          <p14:tracePt t="85917" x="7673975" y="4271963"/>
          <p14:tracePt t="85929" x="7673975" y="4259263"/>
          <p14:tracePt t="85940" x="7661275" y="4259263"/>
          <p14:tracePt t="85951" x="7646988" y="4238625"/>
          <p14:tracePt t="85962" x="7634288" y="4238625"/>
          <p14:tracePt t="85974" x="7620000" y="4238625"/>
          <p14:tracePt t="85988" x="7605713" y="4238625"/>
          <p14:tracePt t="86086" x="7620000" y="4238625"/>
          <p14:tracePt t="86097" x="7634288" y="4238625"/>
          <p14:tracePt t="86109" x="7634288" y="4259263"/>
          <p14:tracePt t="86121" x="7646988" y="4259263"/>
          <p14:tracePt t="86132" x="7661275" y="4259263"/>
          <p14:tracePt t="86142" x="7673975" y="4259263"/>
          <p14:tracePt t="86367" x="7694613" y="4259263"/>
          <p14:tracePt t="86401" x="7708900" y="4259263"/>
          <p14:tracePt t="86434" x="7721600" y="4259263"/>
          <p14:tracePt t="86458" x="7735888" y="4259263"/>
          <p14:tracePt t="86471" x="7748588" y="4238625"/>
          <p14:tracePt t="86491" x="7762875" y="4238625"/>
          <p14:tracePt t="86503" x="7777163" y="4224338"/>
          <p14:tracePt t="86524" x="7789863" y="4224338"/>
          <p14:tracePt t="86537" x="7789863" y="4211638"/>
          <p14:tracePt t="86637" x="7789863" y="4197350"/>
          <p14:tracePt t="86671" x="7804150" y="4197350"/>
          <p14:tracePt t="86693" x="7824788" y="4184650"/>
          <p14:tracePt t="86716" x="7837488" y="4170363"/>
          <p14:tracePt t="86727" x="7851775" y="4170363"/>
          <p14:tracePt t="86738" x="7864475" y="4157663"/>
          <p14:tracePt t="86750" x="7864475" y="4143375"/>
          <p14:tracePt t="86761" x="7864475" y="4122738"/>
          <p14:tracePt t="86773" x="7878763" y="4110038"/>
          <p14:tracePt t="86784" x="7878763" y="4081463"/>
          <p14:tracePt t="86795" x="7878763" y="4054475"/>
          <p14:tracePt t="86806" x="7878763" y="4041775"/>
          <p14:tracePt t="86820" x="7878763" y="4027488"/>
          <p14:tracePt t="86829" x="7864475" y="4014788"/>
          <p14:tracePt t="86840" x="7851775" y="3994150"/>
          <p14:tracePt t="86855" x="7837488" y="3979863"/>
          <p14:tracePt t="86864" x="7824788" y="3967163"/>
          <p14:tracePt t="86874" x="7789863" y="3952875"/>
          <p14:tracePt t="86888" x="7748588" y="3925888"/>
          <p14:tracePt t="86897" x="7708900" y="3925888"/>
          <p14:tracePt t="86909" x="7646988" y="3911600"/>
          <p14:tracePt t="86921" x="7605713" y="3898900"/>
          <p14:tracePt t="86931" x="7566025" y="3884613"/>
          <p14:tracePt t="86942" x="7531100" y="3863975"/>
          <p14:tracePt t="86954" x="7504113" y="3863975"/>
          <p14:tracePt t="86963" x="7477125" y="3863975"/>
          <p14:tracePt t="86975" x="7462838" y="3851275"/>
          <p14:tracePt t="86987" x="7450138" y="3851275"/>
          <p14:tracePt t="87008" x="7435850" y="3851275"/>
          <p14:tracePt t="87031" x="7415213" y="3851275"/>
          <p14:tracePt t="87042" x="7402513" y="3851275"/>
          <p14:tracePt t="87054" x="7388225" y="3863975"/>
          <p14:tracePt t="87076" x="7375525" y="3863975"/>
          <p14:tracePt t="87087" x="7375525" y="3884613"/>
          <p14:tracePt t="87098" x="7361238" y="3898900"/>
          <p14:tracePt t="87111" x="7348538" y="3898900"/>
          <p14:tracePt t="87121" x="7348538" y="3911600"/>
          <p14:tracePt t="87132" x="7348538" y="3925888"/>
          <p14:tracePt t="87144" x="7348538" y="3938588"/>
          <p14:tracePt t="87155" x="7361238" y="3938588"/>
          <p14:tracePt t="87166" x="7375525" y="3952875"/>
          <p14:tracePt t="87178" x="7388225" y="3967163"/>
          <p14:tracePt t="87189" x="7415213" y="3967163"/>
          <p14:tracePt t="87200" x="7450138" y="3967163"/>
          <p14:tracePt t="87211" x="7491413" y="3967163"/>
          <p14:tracePt t="87223" x="7518400" y="3967163"/>
          <p14:tracePt t="87234" x="7545388" y="3952875"/>
          <p14:tracePt t="87245" x="7566025" y="3925888"/>
          <p14:tracePt t="87256" x="7566025" y="3898900"/>
          <p14:tracePt t="87267" x="7545388" y="3851275"/>
          <p14:tracePt t="87279" x="7518400" y="3824288"/>
          <p14:tracePt t="87290" x="7477125" y="3783013"/>
          <p14:tracePt t="87301" x="7415213" y="3756025"/>
          <p14:tracePt t="87313" x="7361238" y="3721100"/>
          <p14:tracePt t="87324" x="7307263" y="3708400"/>
          <p14:tracePt t="87336" x="7232650" y="3708400"/>
          <p14:tracePt t="87346" x="7191375" y="3708400"/>
          <p14:tracePt t="87357" x="7158038" y="3708400"/>
          <p14:tracePt t="87370" x="7143750" y="3735388"/>
          <p14:tracePt t="87381" x="7129463" y="3756025"/>
          <p14:tracePt t="87393" x="7116763" y="3783013"/>
          <p14:tracePt t="87404" x="7116763" y="3795713"/>
          <p14:tracePt t="87414" x="7129463" y="3824288"/>
          <p14:tracePt t="87426" x="7170738" y="3851275"/>
          <p14:tracePt t="87437" x="7205663" y="3863975"/>
          <p14:tracePt t="87458" x="7245350" y="3884613"/>
          <p14:tracePt t="87462" x="7319963" y="3898900"/>
          <p14:tracePt t="87471" x="7361238" y="3898900"/>
          <p14:tracePt t="87483" x="7435850" y="3884613"/>
          <p14:tracePt t="87504" x="7477125" y="3863975"/>
          <p14:tracePt t="87508" x="7491413" y="3851275"/>
          <p14:tracePt t="87516" x="7504113" y="3824288"/>
          <p14:tracePt t="87528" x="7491413" y="3795713"/>
          <p14:tracePt t="87540" x="7477125" y="3756025"/>
          <p14:tracePt t="87549" x="7435850" y="3721100"/>
          <p14:tracePt t="87561" x="7375525" y="3694113"/>
          <p14:tracePt t="87582" x="7319963" y="3681413"/>
          <p14:tracePt t="87586" x="7259638" y="3681413"/>
          <p14:tracePt t="87595" x="7232650" y="3681413"/>
          <p14:tracePt t="87606" x="7205663" y="3694113"/>
          <p14:tracePt t="87616" x="7170738" y="3721100"/>
          <p14:tracePt t="87628" x="7158038" y="3756025"/>
          <p14:tracePt t="87640" x="7143750" y="3783013"/>
          <p14:tracePt t="87650" x="7143750" y="3824288"/>
          <p14:tracePt t="87661" x="7158038" y="3851275"/>
          <p14:tracePt t="87673" x="7191375" y="3863975"/>
          <p14:tracePt t="87683" x="7232650" y="3884613"/>
          <p14:tracePt t="87695" x="7286625" y="3884613"/>
          <p14:tracePt t="87706" x="7334250" y="3884613"/>
          <p14:tracePt t="87719" x="7402513" y="3863975"/>
          <p14:tracePt t="87729" x="7462838" y="3836988"/>
          <p14:tracePt t="87740" x="7491413" y="3810000"/>
          <p14:tracePt t="87751" x="7504113" y="3783013"/>
          <p14:tracePt t="87763" x="7504113" y="3735388"/>
          <p14:tracePt t="87774" x="7491413" y="3708400"/>
          <p14:tracePt t="87786" x="7462838" y="3681413"/>
          <p14:tracePt t="87796" x="7415213" y="3652838"/>
          <p14:tracePt t="87807" x="7348538" y="3640138"/>
          <p14:tracePt t="87820" x="7286625" y="3640138"/>
          <p14:tracePt t="87830" x="7232650" y="3652838"/>
          <p14:tracePt t="87841" x="7170738" y="3694113"/>
          <p14:tracePt t="87854" x="7129463" y="3735388"/>
          <p14:tracePt t="87864" x="7102475" y="3768725"/>
          <p14:tracePt t="87875" x="7075488" y="3810000"/>
          <p14:tracePt t="87887" x="7075488" y="3824288"/>
          <p14:tracePt t="87897" x="7075488" y="3851275"/>
          <p14:tracePt t="87908" x="7116763" y="3863975"/>
          <p14:tracePt t="87920" x="7191375" y="3884613"/>
          <p14:tracePt t="87931" x="7272338" y="3898900"/>
          <p14:tracePt t="87943" x="7334250" y="3898900"/>
          <p14:tracePt t="87954" x="7415213" y="3863975"/>
          <p14:tracePt t="87965" x="7504113" y="3824288"/>
          <p14:tracePt t="87976" x="7545388" y="3795713"/>
          <p14:tracePt t="87988" x="7578725" y="3756025"/>
          <p14:tracePt t="87999" x="7578725" y="3735388"/>
          <p14:tracePt t="88010" x="7578725" y="3721100"/>
          <p14:tracePt t="88022" x="7545388" y="3708400"/>
          <p14:tracePt t="88032" x="7518400" y="3708400"/>
          <p14:tracePt t="88044" x="7477125" y="3694113"/>
          <p14:tracePt t="88055" x="7435850" y="3694113"/>
          <p14:tracePt t="88066" x="7375525" y="3694113"/>
          <p14:tracePt t="88077" x="7348538" y="3694113"/>
          <p14:tracePt t="88089" x="7319963" y="3708400"/>
          <p14:tracePt t="88100" x="7307263" y="3708400"/>
          <p14:tracePt t="88313" x="7319963" y="3721100"/>
          <p14:tracePt t="88325" x="7334250" y="3735388"/>
          <p14:tracePt t="88337" x="7361238" y="3756025"/>
          <p14:tracePt t="88347" x="7402513" y="3783013"/>
          <p14:tracePt t="88359" x="7450138" y="3810000"/>
          <p14:tracePt t="88370" x="7518400" y="3863975"/>
          <p14:tracePt t="88381" x="7578725" y="3911600"/>
          <p14:tracePt t="88392" x="7620000" y="3952875"/>
          <p14:tracePt t="88404" x="7634288" y="3967163"/>
          <p14:tracePt t="88415" x="7646988" y="3994150"/>
          <p14:tracePt t="88426" x="7661275" y="4027488"/>
          <p14:tracePt t="88438" x="7661275" y="4041775"/>
          <p14:tracePt t="88448" x="7661275" y="4054475"/>
          <p14:tracePt t="88460" x="7661275" y="4068763"/>
          <p14:tracePt t="88527" x="7646988" y="4054475"/>
          <p14:tracePt t="88561" x="7634288" y="4054475"/>
          <p14:tracePt t="88563" x="7620000" y="4041775"/>
          <p14:tracePt t="88573" x="7605713" y="4014788"/>
          <p14:tracePt t="88575" x="7566025" y="3967163"/>
          <p14:tracePt t="88587" x="7518400" y="3925888"/>
          <p14:tracePt t="88596" x="7491413" y="3898900"/>
          <p14:tracePt t="88607" x="7462838" y="3851275"/>
          <p14:tracePt t="88617" x="7450138" y="3836988"/>
          <p14:tracePt t="88629" x="7450138" y="3824288"/>
          <p14:tracePt t="88640" x="7450138" y="3810000"/>
          <p14:tracePt t="88652" x="7435850" y="3810000"/>
          <p14:tracePt t="89000" x="7415213" y="3810000"/>
          <p14:tracePt t="89023" x="7402513" y="3795713"/>
          <p14:tracePt t="89033" x="7388225" y="3795713"/>
          <p14:tracePt t="89045" x="7375525" y="3795713"/>
          <p14:tracePt t="89067" x="7361238" y="3783013"/>
          <p14:tracePt t="89101" x="7348538" y="3783013"/>
          <p14:tracePt t="89147" x="7334250" y="3795713"/>
          <p14:tracePt t="89157" x="7319963" y="3810000"/>
          <p14:tracePt t="89180" x="7307263" y="3824288"/>
          <p14:tracePt t="89192" x="7286625" y="3836988"/>
          <p14:tracePt t="89205" x="7272338" y="3851275"/>
          <p14:tracePt t="89225" x="7259638" y="3863975"/>
          <p14:tracePt t="89247" x="7259638" y="3884613"/>
          <p14:tracePt t="89451" x="7245350" y="3898900"/>
          <p14:tracePt t="89462" x="7245350" y="3911600"/>
          <p14:tracePt t="89472" x="7245350" y="3925888"/>
          <p14:tracePt t="89495" x="7245350" y="3938588"/>
          <p14:tracePt t="89506" x="7245350" y="3952875"/>
          <p14:tracePt t="89528" x="7259638" y="3967163"/>
          <p14:tracePt t="89551" x="7272338" y="3967163"/>
          <p14:tracePt t="89573" x="7286625" y="3967163"/>
          <p14:tracePt t="89618" x="7307263" y="3952875"/>
          <p14:tracePt t="89630" x="7319963" y="3925888"/>
          <p14:tracePt t="89641" x="7319963" y="3911600"/>
          <p14:tracePt t="89654" x="7319963" y="3884613"/>
          <p14:tracePt t="89664" x="7319963" y="3863975"/>
          <p14:tracePt t="89676" x="7319963" y="3836988"/>
          <p14:tracePt t="89688" x="7307263" y="3836988"/>
          <p14:tracePt t="89697" x="7286625" y="3824288"/>
          <p14:tracePt t="89709" x="7272338" y="3824288"/>
          <p14:tracePt t="89722" x="7272338" y="3810000"/>
          <p14:tracePt t="89732" x="7259638" y="3810000"/>
          <p14:tracePt t="89743" x="7259638" y="3824288"/>
          <p14:tracePt t="89754" x="7245350" y="3824288"/>
          <p14:tracePt t="89765" x="7245350" y="3836988"/>
          <p14:tracePt t="89776" x="7245350" y="3851275"/>
          <p14:tracePt t="89798" x="7259638" y="3863975"/>
          <p14:tracePt t="89811" x="7272338" y="3884613"/>
          <p14:tracePt t="89822" x="7286625" y="3898900"/>
          <p14:tracePt t="89833" x="7307263" y="3898900"/>
          <p14:tracePt t="89845" x="7319963" y="3898900"/>
          <p14:tracePt t="89855" x="7348538" y="3898900"/>
          <p14:tracePt t="89866" x="7361238" y="3898900"/>
          <p14:tracePt t="89878" x="7375525" y="3884613"/>
          <p14:tracePt t="89889" x="7388225" y="3863975"/>
          <p14:tracePt t="89900" x="7388225" y="3851275"/>
          <p14:tracePt t="89912" x="7388225" y="3836988"/>
          <p14:tracePt t="89923" x="7388225" y="3810000"/>
          <p14:tracePt t="89934" x="7388225" y="3795713"/>
          <p14:tracePt t="89945" x="7375525" y="3783013"/>
          <p14:tracePt t="89967" x="7361238" y="3783013"/>
          <p14:tracePt t="89979" x="7361238" y="3768725"/>
          <p14:tracePt t="90012" x="7361238" y="3783013"/>
          <p14:tracePt t="90035" x="7361238" y="3795713"/>
          <p14:tracePt t="90057" x="7361238" y="3810000"/>
          <p14:tracePt t="90070" x="7375525" y="3824288"/>
          <p14:tracePt t="90081" x="7388225" y="3836988"/>
          <p14:tracePt t="90091" x="7402513" y="3851275"/>
          <p14:tracePt t="90105" x="7435850" y="3851275"/>
          <p14:tracePt t="90115" x="7462838" y="3851275"/>
          <p14:tracePt t="90125" x="7477125" y="3851275"/>
          <p14:tracePt t="90137" x="7504113" y="3851275"/>
          <p14:tracePt t="90148" x="7518400" y="3851275"/>
          <p14:tracePt t="90160" x="7518400" y="3836988"/>
          <p14:tracePt t="90171" x="7531100" y="3810000"/>
          <p14:tracePt t="90181" x="7518400" y="3795713"/>
          <p14:tracePt t="90193" x="7518400" y="3768725"/>
          <p14:tracePt t="90204" x="7504113" y="3735388"/>
          <p14:tracePt t="90282" x="7504113" y="3756025"/>
          <p14:tracePt t="90295" x="7491413" y="3756025"/>
          <p14:tracePt t="90305" x="7477125" y="3768725"/>
          <p14:tracePt t="90316" x="7462838" y="3795713"/>
          <p14:tracePt t="90329" x="7462838" y="3810000"/>
          <p14:tracePt t="90339" x="7450138" y="3824288"/>
          <p14:tracePt t="90350" x="7462838" y="3851275"/>
          <p14:tracePt t="90362" x="7477125" y="3863975"/>
          <p14:tracePt t="90373" x="7491413" y="3884613"/>
          <p14:tracePt t="90383" x="7518400" y="3884613"/>
          <p14:tracePt t="90396" x="7545388" y="3898900"/>
          <p14:tracePt t="90407" x="7578725" y="3898900"/>
          <p14:tracePt t="90417" x="7593013" y="3898900"/>
          <p14:tracePt t="90429" x="7605713" y="3884613"/>
          <p14:tracePt t="90440" x="7605713" y="3863975"/>
          <p14:tracePt t="90451" x="7605713" y="3851275"/>
          <p14:tracePt t="90463" x="7605713" y="3824288"/>
          <p14:tracePt t="90474" x="7593013" y="3795713"/>
          <p14:tracePt t="90486" x="7566025" y="3783013"/>
          <p14:tracePt t="90497" x="7545388" y="3756025"/>
          <p14:tracePt t="90509" x="7504113" y="3735388"/>
          <p14:tracePt t="90520" x="7491413" y="3721100"/>
          <p14:tracePt t="90531" x="7477125" y="3721100"/>
          <p14:tracePt t="90541" x="7462838" y="3708400"/>
          <p14:tracePt t="90553" x="7450138" y="3708400"/>
          <p14:tracePt t="90564" x="7435850" y="3721100"/>
          <p14:tracePt t="90586" x="7415213" y="3756025"/>
          <p14:tracePt t="90597" x="7402513" y="3768725"/>
          <p14:tracePt t="90609" x="7402513" y="3810000"/>
          <p14:tracePt t="90620" x="7402513" y="3824288"/>
          <p14:tracePt t="90631" x="7402513" y="3851275"/>
          <p14:tracePt t="90653" x="7415213" y="3851275"/>
          <p14:tracePt t="90657" x="7415213" y="3863975"/>
          <p14:tracePt t="90667" x="7450138" y="3863975"/>
          <p14:tracePt t="90678" x="7462838" y="3884613"/>
          <p14:tracePt t="90689" x="7491413" y="3884613"/>
          <p14:tracePt t="90698" x="7518400" y="3884613"/>
          <p14:tracePt t="90710" x="7531100" y="3884613"/>
          <p14:tracePt t="90721" x="7566025" y="3863975"/>
          <p14:tracePt t="90732" x="7578725" y="3851275"/>
          <p14:tracePt t="90744" x="7593013" y="3836988"/>
          <p14:tracePt t="90755" x="7593013" y="3810000"/>
          <p14:tracePt t="90766" x="7593013" y="3783013"/>
          <p14:tracePt t="90777" x="7578725" y="3756025"/>
          <p14:tracePt t="90789" x="7566025" y="3735388"/>
          <p14:tracePt t="90800" x="7545388" y="3708400"/>
          <p14:tracePt t="90812" x="7518400" y="3694113"/>
          <p14:tracePt t="90823" x="7504113" y="3694113"/>
          <p14:tracePt t="90833" x="7491413" y="3694113"/>
          <p14:tracePt t="90845" x="7477125" y="3694113"/>
          <p14:tracePt t="90878" x="7462838" y="3708400"/>
          <p14:tracePt t="90923" x="7462838" y="3721100"/>
          <p14:tracePt t="91542" x="7477125" y="3735388"/>
          <p14:tracePt t="91555" x="7491413" y="3795713"/>
          <p14:tracePt t="91565" x="7518400" y="3851275"/>
          <p14:tracePt t="91578" x="7566025" y="3952875"/>
          <p14:tracePt t="91589" x="7605713" y="4041775"/>
          <p14:tracePt t="91599" x="7634288" y="4095750"/>
          <p14:tracePt t="91611" x="7673975" y="4143375"/>
          <p14:tracePt t="91622" x="7708900" y="4170363"/>
          <p14:tracePt t="91632" x="7735888" y="4197350"/>
          <p14:tracePt t="91644" x="7748588" y="4211638"/>
          <p14:tracePt t="91655" x="7762875" y="4211638"/>
          <p14:tracePt t="91666" x="7777163" y="4211638"/>
          <p14:tracePt t="91677" x="7777163" y="4224338"/>
          <p14:tracePt t="91700" x="7789863" y="4224338"/>
          <p14:tracePt t="92375" x="7777163" y="4224338"/>
          <p14:tracePt t="92377" x="7762875" y="4224338"/>
          <p14:tracePt t="92387" x="7721600" y="4224338"/>
          <p14:tracePt t="92398" x="7661275" y="4238625"/>
          <p14:tracePt t="92409" x="7620000" y="4238625"/>
          <p14:tracePt t="92422" x="7578725" y="4259263"/>
          <p14:tracePt t="92432" x="7545388" y="4259263"/>
          <p14:tracePt t="92444" x="7531100" y="4259263"/>
          <p14:tracePt t="92455" x="7518400" y="4271963"/>
          <p14:tracePt t="92566" x="7531100" y="4271963"/>
          <p14:tracePt t="92578" x="7566025" y="4271963"/>
          <p14:tracePt t="92589" x="7593013" y="4271963"/>
          <p14:tracePt t="92600" x="7620000" y="4271963"/>
          <p14:tracePt t="92612" x="7646988" y="4271963"/>
          <p14:tracePt t="92623" x="7673975" y="4271963"/>
          <p14:tracePt t="92634" x="7694613" y="4271963"/>
          <p14:tracePt t="92645" x="7708900" y="4271963"/>
          <p14:tracePt t="92656" x="7721600" y="4271963"/>
          <p14:tracePt t="92667" x="7735888" y="4271963"/>
          <p14:tracePt t="92679" x="7748588" y="4271963"/>
          <p14:tracePt t="92690" x="7762875" y="4271963"/>
          <p14:tracePt t="92701" x="7777163" y="4271963"/>
          <p14:tracePt t="92712" x="7804150" y="4286250"/>
          <p14:tracePt t="92724" x="7837488" y="4286250"/>
          <p14:tracePt t="92757" x="7864475" y="4286250"/>
          <p14:tracePt t="92760" x="7905750" y="4286250"/>
          <p14:tracePt t="92771" x="7980363" y="4286250"/>
          <p14:tracePt t="92780" x="8021638" y="4286250"/>
          <p14:tracePt t="92803" x="8048625" y="4286250"/>
          <p14:tracePt t="92806" x="8096250" y="4286250"/>
          <p14:tracePt t="92815" x="8123238" y="4286250"/>
          <p14:tracePt t="92825" x="8150225" y="4286250"/>
          <p14:tracePt t="92839" x="8177213" y="4286250"/>
          <p14:tracePt t="92848" x="8212138" y="4286250"/>
          <p14:tracePt t="92860" x="8224838" y="4286250"/>
          <p14:tracePt t="92870" x="8253413" y="4286250"/>
          <p14:tracePt t="92881" x="8266113" y="4286250"/>
          <p14:tracePt t="92893" x="8293100" y="4271963"/>
          <p14:tracePt t="92904" x="8307388" y="4271963"/>
          <p14:tracePt t="92915" x="8340725" y="4259263"/>
          <p14:tracePt t="92927" x="8367713" y="4238625"/>
          <p14:tracePt t="92939" x="8382000" y="4211638"/>
          <p14:tracePt t="92949" x="8382000" y="4197350"/>
          <p14:tracePt t="92961" x="8396288" y="4157663"/>
          <p14:tracePt t="92972" x="8408988" y="4122738"/>
          <p14:tracePt t="92983" x="8408988" y="4095750"/>
          <p14:tracePt t="92994" x="8408988" y="4081463"/>
          <p14:tracePt t="93005" x="8408988" y="4068763"/>
          <p14:tracePt t="93016" x="8396288" y="4054475"/>
          <p14:tracePt t="93028" x="8382000" y="4041775"/>
          <p14:tracePt t="93039" x="8367713" y="4027488"/>
          <p14:tracePt t="93050" x="8355013" y="4014788"/>
          <p14:tracePt t="93062" x="8340725" y="3994150"/>
          <p14:tracePt t="93073" x="8307388" y="3979863"/>
          <p14:tracePt t="93083" x="8266113" y="3967163"/>
          <p14:tracePt t="93096" x="8239125" y="3952875"/>
          <p14:tracePt t="93106" x="8177213" y="3938588"/>
          <p14:tracePt t="93117" x="8150225" y="3938588"/>
          <p14:tracePt t="93129" x="8110538" y="3925888"/>
          <p14:tracePt t="93140" x="8081963" y="3925888"/>
          <p14:tracePt t="93151" x="8048625" y="3925888"/>
          <p14:tracePt t="93162" x="8021638" y="3925888"/>
          <p14:tracePt t="93173" x="7994650" y="3925888"/>
          <p14:tracePt t="93186" x="7967663" y="3925888"/>
          <p14:tracePt t="93196" x="7953375" y="3925888"/>
          <p14:tracePt t="93207" x="7920038" y="3925888"/>
          <p14:tracePt t="93230" x="7905750" y="3925888"/>
          <p14:tracePt t="93241" x="7878763" y="3938588"/>
          <p14:tracePt t="93263" x="7851775" y="3952875"/>
          <p14:tracePt t="93275" x="7837488" y="3952875"/>
          <p14:tracePt t="93287" x="7824788" y="3952875"/>
          <p14:tracePt t="93297" x="7804150" y="3967163"/>
          <p14:tracePt t="93310" x="7789863" y="3967163"/>
          <p14:tracePt t="93321" x="7777163" y="3967163"/>
          <p14:tracePt t="93331" x="7777163" y="3979863"/>
          <p14:tracePt t="93342" x="7762875" y="3979863"/>
          <p14:tracePt t="93387" x="7748588" y="3979863"/>
          <p14:tracePt t="93398" x="7748588" y="3994150"/>
          <p14:tracePt t="93421" x="7735888" y="3994150"/>
          <p14:tracePt t="93443" x="7735888" y="4014788"/>
          <p14:tracePt t="93477" x="7721600" y="4027488"/>
          <p14:tracePt t="93511" x="7708900" y="4041775"/>
          <p14:tracePt t="93534" x="7708900" y="4054475"/>
          <p14:tracePt t="93545" x="7708900" y="4068763"/>
          <p14:tracePt t="93567" x="7708900" y="4081463"/>
          <p14:tracePt t="93578" x="7708900" y="4095750"/>
          <p14:tracePt t="93590" x="7708900" y="4110038"/>
          <p14:tracePt t="93612" x="7708900" y="4122738"/>
          <p14:tracePt t="93624" x="7721600" y="4143375"/>
          <p14:tracePt t="93636" x="7735888" y="4143375"/>
          <p14:tracePt t="93647" x="7735888" y="4157663"/>
          <p14:tracePt t="93657" x="7748588" y="4170363"/>
          <p14:tracePt t="93670" x="7762875" y="4184650"/>
          <p14:tracePt t="93680" x="7777163" y="4184650"/>
          <p14:tracePt t="93692" x="7804150" y="4197350"/>
          <p14:tracePt t="93704" x="7824788" y="4211638"/>
          <p14:tracePt t="93715" x="7851775" y="4211638"/>
          <p14:tracePt t="93726" x="7864475" y="4211638"/>
          <p14:tracePt t="93747" x="7878763" y="4224338"/>
          <p14:tracePt t="93751" x="7891463" y="4224338"/>
          <p14:tracePt t="93760" x="7905750" y="4224338"/>
          <p14:tracePt t="93771" x="7920038" y="4224338"/>
          <p14:tracePt t="93803" x="7932738" y="4224338"/>
          <p14:tracePt t="93815" x="7953375" y="4238625"/>
          <p14:tracePt t="93821" x="7967663" y="4238625"/>
          <p14:tracePt t="93826" x="7980363" y="4238625"/>
          <p14:tracePt t="93839" x="7994650" y="4238625"/>
          <p14:tracePt t="93849" x="8007350" y="4238625"/>
          <p14:tracePt t="93861" x="8021638" y="4238625"/>
          <p14:tracePt t="93874" x="8034338" y="4238625"/>
          <p14:tracePt t="93883" x="8048625" y="4238625"/>
          <p14:tracePt t="93895" x="8081963" y="4238625"/>
          <p14:tracePt t="93905" x="8096250" y="4238625"/>
          <p14:tracePt t="93916" x="8110538" y="4238625"/>
          <p14:tracePt t="93928" x="8137525" y="4238625"/>
          <p14:tracePt t="93939" x="8150225" y="4238625"/>
          <p14:tracePt t="93950" x="8177213" y="4238625"/>
          <p14:tracePt t="93962" x="8212138" y="4224338"/>
          <p14:tracePt t="93973" x="8239125" y="4211638"/>
          <p14:tracePt t="93984" x="8266113" y="4197350"/>
          <p14:tracePt t="93996" x="8280400" y="4170363"/>
          <p14:tracePt t="94008" x="8307388" y="4157663"/>
          <p14:tracePt t="94019" x="8307388" y="4122738"/>
          <p14:tracePt t="94029" x="8307388" y="4095750"/>
          <p14:tracePt t="94040" x="8307388" y="4081463"/>
          <p14:tracePt t="94051" x="8293100" y="4054475"/>
          <p14:tracePt t="94063" x="8280400" y="4027488"/>
          <p14:tracePt t="94075" x="8253413" y="4014788"/>
          <p14:tracePt t="94087" x="8224838" y="3979863"/>
          <p14:tracePt t="94097" x="8197850" y="3967163"/>
          <p14:tracePt t="94109" x="8150225" y="3952875"/>
          <p14:tracePt t="94120" x="8110538" y="3952875"/>
          <p14:tracePt t="94130" x="8081963" y="3938588"/>
          <p14:tracePt t="94142" x="8048625" y="3938588"/>
          <p14:tracePt t="94154" x="8007350" y="3938588"/>
          <p14:tracePt t="94164" x="7980363" y="3938588"/>
          <p14:tracePt t="94175" x="7953375" y="3938588"/>
          <p14:tracePt t="94187" x="7920038" y="3925888"/>
          <p14:tracePt t="94197" x="7891463" y="3925888"/>
          <p14:tracePt t="94209" x="7864475" y="3925888"/>
          <p14:tracePt t="94220" x="7837488" y="3925888"/>
          <p14:tracePt t="94231" x="7824788" y="3925888"/>
          <p14:tracePt t="94242" x="7789863" y="3925888"/>
          <p14:tracePt t="94265" x="7762875" y="3938588"/>
          <p14:tracePt t="94276" x="7748588" y="3938588"/>
          <p14:tracePt t="94287" x="7735888" y="3952875"/>
          <p14:tracePt t="94298" x="7708900" y="3967163"/>
          <p14:tracePt t="94310" x="7694613" y="3979863"/>
          <p14:tracePt t="94322" x="7673975" y="4014788"/>
          <p14:tracePt t="94332" x="7661275" y="4027488"/>
          <p14:tracePt t="94344" x="7646988" y="4054475"/>
          <p14:tracePt t="94356" x="7646988" y="4081463"/>
          <p14:tracePt t="94366" x="7646988" y="4110038"/>
          <p14:tracePt t="94378" x="7646988" y="4122738"/>
          <p14:tracePt t="94389" x="7661275" y="4157663"/>
          <p14:tracePt t="94400" x="7673975" y="4157663"/>
          <p14:tracePt t="94411" x="7694613" y="4170363"/>
          <p14:tracePt t="94423" x="7721600" y="4184650"/>
          <p14:tracePt t="94434" x="7735888" y="4197350"/>
          <p14:tracePt t="94446" x="7762875" y="4211638"/>
          <p14:tracePt t="94457" x="7777163" y="4211638"/>
          <p14:tracePt t="94467" x="7804150" y="4211638"/>
          <p14:tracePt t="94479" x="7837488" y="4224338"/>
          <p14:tracePt t="94490" x="7878763" y="4224338"/>
          <p14:tracePt t="94501" x="7905750" y="4238625"/>
          <p14:tracePt t="94513" x="7953375" y="4238625"/>
          <p14:tracePt t="94524" x="7980363" y="4238625"/>
          <p14:tracePt t="94536" x="8048625" y="4259263"/>
          <p14:tracePt t="94546" x="8110538" y="4271963"/>
          <p14:tracePt t="94558" x="8137525" y="4271963"/>
          <p14:tracePt t="94570" x="8177213" y="4271963"/>
          <p14:tracePt t="94580" x="8224838" y="4271963"/>
          <p14:tracePt t="94591" x="8253413" y="4271963"/>
          <p14:tracePt t="94604" x="8280400" y="4271963"/>
          <p14:tracePt t="94613" x="8293100" y="4259263"/>
          <p14:tracePt t="94625" x="8307388" y="4259263"/>
          <p14:tracePt t="94637" x="8307388" y="4238625"/>
          <p14:tracePt t="94647" x="8328025" y="4224338"/>
          <p14:tracePt t="94659" x="8328025" y="4197350"/>
          <p14:tracePt t="94671" x="8328025" y="4170363"/>
          <p14:tracePt t="94681" x="8328025" y="4157663"/>
          <p14:tracePt t="94693" x="8340725" y="4122738"/>
          <p14:tracePt t="94704" x="8340725" y="4110038"/>
          <p14:tracePt t="94715" x="8340725" y="4095750"/>
          <p14:tracePt t="94727" x="8340725" y="4081463"/>
          <p14:tracePt t="94738" x="8328025" y="4068763"/>
          <p14:tracePt t="94749" x="8328025" y="4054475"/>
          <p14:tracePt t="94760" x="8307388" y="4041775"/>
          <p14:tracePt t="94772" x="8293100" y="4027488"/>
          <p14:tracePt t="94782" x="8280400" y="4027488"/>
          <p14:tracePt t="94805" x="8253413" y="4014788"/>
          <p14:tracePt t="94816" x="8224838" y="4014788"/>
          <p14:tracePt t="94828" x="8197850" y="3994150"/>
          <p14:tracePt t="94850" x="8164513" y="3994150"/>
          <p14:tracePt t="94854" x="8123238" y="3994150"/>
          <p14:tracePt t="94862" x="8096250" y="3994150"/>
          <p14:tracePt t="94873" x="8048625" y="3994150"/>
          <p14:tracePt t="94884" x="8007350" y="3994150"/>
          <p14:tracePt t="94896" x="7980363" y="3994150"/>
          <p14:tracePt t="94906" x="7953375" y="3994150"/>
          <p14:tracePt t="94917" x="7920038" y="3994150"/>
          <p14:tracePt t="94929" x="7891463" y="4014788"/>
          <p14:tracePt t="94941" x="7878763" y="4014788"/>
          <p14:tracePt t="94953" x="7851775" y="4027488"/>
          <p14:tracePt t="94963" x="7837488" y="4041775"/>
          <p14:tracePt t="94975" x="7824788" y="4054475"/>
          <p14:tracePt t="94987" x="7824788" y="4068763"/>
          <p14:tracePt t="94996" x="7804150" y="4081463"/>
          <p14:tracePt t="95008" x="7804150" y="4095750"/>
          <p14:tracePt t="95040" x="7804150" y="4110038"/>
          <p14:tracePt t="95097" x="7824788" y="4122738"/>
          <p14:tracePt t="95119" x="7837488" y="4143375"/>
          <p14:tracePt t="95131" x="7851775" y="4157663"/>
          <p14:tracePt t="95144" x="7878763" y="4170363"/>
          <p14:tracePt t="95155" x="7905750" y="4184650"/>
          <p14:tracePt t="95166" x="7932738" y="4197350"/>
          <p14:tracePt t="95178" x="7967663" y="4211638"/>
          <p14:tracePt t="95189" x="7994650" y="4224338"/>
          <p14:tracePt t="95199" x="8034338" y="4224338"/>
          <p14:tracePt t="95211" x="8069263" y="4238625"/>
          <p14:tracePt t="95222" x="8110538" y="4238625"/>
          <p14:tracePt t="95232" x="8137525" y="4259263"/>
          <p14:tracePt t="95245" x="8177213" y="4259263"/>
          <p14:tracePt t="95255" x="8224838" y="4259263"/>
          <p14:tracePt t="95266" x="8253413" y="4259263"/>
          <p14:tracePt t="95277" x="8293100" y="4259263"/>
          <p14:tracePt t="95289" x="8328025" y="4259263"/>
          <p14:tracePt t="95300" x="8340725" y="4238625"/>
          <p14:tracePt t="95312" x="8367713" y="4224338"/>
          <p14:tracePt t="95323" x="8382000" y="4224338"/>
          <p14:tracePt t="95333" x="8408988" y="4211638"/>
          <p14:tracePt t="95345" x="8408988" y="4197350"/>
          <p14:tracePt t="95356" x="8423275" y="4184650"/>
          <p14:tracePt t="95367" x="8423275" y="4170363"/>
          <p14:tracePt t="95379" x="8423275" y="4143375"/>
          <p14:tracePt t="95390" x="8423275" y="4110038"/>
          <p14:tracePt t="95401" x="8423275" y="4095750"/>
          <p14:tracePt t="95412" x="8423275" y="4081463"/>
          <p14:tracePt t="95424" x="8408988" y="4054475"/>
          <p14:tracePt t="95436" x="8396288" y="4041775"/>
          <p14:tracePt t="95446" x="8367713" y="4027488"/>
          <p14:tracePt t="95458" x="8340725" y="4014788"/>
          <p14:tracePt t="95470" x="8307388" y="3994150"/>
          <p14:tracePt t="95480" x="8280400" y="3979863"/>
          <p14:tracePt t="95492" x="8239125" y="3967163"/>
          <p14:tracePt t="95505" x="8197850" y="3967163"/>
          <p14:tracePt t="95514" x="8164513" y="3967163"/>
          <p14:tracePt t="95526" x="8123238" y="3967163"/>
          <p14:tracePt t="95537" x="8081963" y="3967163"/>
          <p14:tracePt t="95547" x="8034338" y="3967163"/>
          <p14:tracePt t="95558" x="8007350" y="3967163"/>
          <p14:tracePt t="95570" x="7980363" y="3967163"/>
          <p14:tracePt t="95581" x="7953375" y="3979863"/>
          <p14:tracePt t="95594" x="7920038" y="3994150"/>
          <p14:tracePt t="95605" x="7891463" y="4027488"/>
          <p14:tracePt t="95615" x="7878763" y="4041775"/>
          <p14:tracePt t="95627" x="7864475" y="4054475"/>
          <p14:tracePt t="95638" x="7864475" y="4068763"/>
          <p14:tracePt t="95660" x="7864475" y="4081463"/>
          <p14:tracePt t="96323" x="7878763" y="4081463"/>
          <p14:tracePt t="96336" x="7878763" y="4095750"/>
          <p14:tracePt t="96347" x="7864475" y="4095750"/>
          <p14:tracePt t="96357" x="7851775" y="4081463"/>
          <p14:tracePt t="96841" x="7864475" y="4081463"/>
          <p14:tracePt t="96908" x="7878763" y="4081463"/>
          <p14:tracePt t="96953" x="7878763" y="4095750"/>
          <p14:tracePt t="97729" x="7891463" y="4095750"/>
          <p14:tracePt t="97763" x="7905750" y="4095750"/>
          <p14:tracePt t="97786" x="7920038" y="4095750"/>
          <p14:tracePt t="97819" x="7932738" y="4095750"/>
          <p14:tracePt t="98011" x="7920038" y="4095750"/>
          <p14:tracePt t="98022" x="7920038" y="4110038"/>
          <p14:tracePt t="98056" x="7905750" y="4122738"/>
          <p14:tracePt t="98070" x="7891463" y="4143375"/>
          <p14:tracePt t="98078" x="7878763" y="4157663"/>
          <p14:tracePt t="98090" x="7851775" y="4170363"/>
          <p14:tracePt t="98102" x="7824788" y="4184650"/>
          <p14:tracePt t="98113" x="7777163" y="4197350"/>
          <p14:tracePt t="98124" x="7735888" y="4197350"/>
          <p14:tracePt t="98138" x="7694613" y="4211638"/>
          <p14:tracePt t="98147" x="7661275" y="4211638"/>
          <p14:tracePt t="98158" x="7634288" y="4211638"/>
          <p14:tracePt t="98170" x="7620000" y="4211638"/>
          <p14:tracePt t="98191" x="7605713" y="4211638"/>
          <p14:tracePt t="98213" x="7605713" y="4197350"/>
          <p14:tracePt t="98236" x="7605713" y="4184650"/>
          <p14:tracePt t="98280" x="7605713" y="4170363"/>
          <p14:tracePt t="98315" x="7620000" y="4170363"/>
          <p14:tracePt t="98326" x="7634288" y="4170363"/>
          <p14:tracePt t="98338" x="7646988" y="4184650"/>
          <p14:tracePt t="98349" x="7661275" y="4184650"/>
          <p14:tracePt t="98360" x="7673975" y="4197350"/>
          <p14:tracePt t="98371" x="7694613" y="4211638"/>
          <p14:tracePt t="98384" x="7694613" y="4238625"/>
          <p14:tracePt t="98394" x="7708900" y="4259263"/>
          <p14:tracePt t="98416" x="7708900" y="4271963"/>
          <p14:tracePt t="98528" x="7708900" y="4259263"/>
          <p14:tracePt t="98540" x="7708900" y="4238625"/>
          <p14:tracePt t="98552" x="7708900" y="4224338"/>
          <p14:tracePt t="98573" x="7708900" y="4211638"/>
          <p14:tracePt t="98652" x="7708900" y="4224338"/>
          <p14:tracePt t="98721" x="7708900" y="4211638"/>
          <p14:tracePt t="98742" x="7721600" y="4197350"/>
          <p14:tracePt t="98755" x="7721600" y="4184650"/>
          <p14:tracePt t="98766" x="7735888" y="4170363"/>
          <p14:tracePt t="98776" x="7748588" y="4143375"/>
          <p14:tracePt t="98789" x="7762875" y="4110038"/>
          <p14:tracePt t="98799" x="7789863" y="4081463"/>
          <p14:tracePt t="98810" x="7804150" y="4054475"/>
          <p14:tracePt t="98822" x="7851775" y="4014788"/>
          <p14:tracePt t="98833" x="7878763" y="3979863"/>
          <p14:tracePt t="98844" x="7891463" y="3967163"/>
          <p14:tracePt t="98857" x="7920038" y="3952875"/>
          <p14:tracePt t="98868" x="7932738" y="3952875"/>
          <p14:tracePt t="98877" x="7953375" y="3952875"/>
          <p14:tracePt t="98890" x="7953375" y="3967163"/>
          <p14:tracePt t="98900" x="7967663" y="3979863"/>
          <p14:tracePt t="98913" x="7980363" y="3994150"/>
          <p14:tracePt t="98924" x="7994650" y="4014788"/>
          <p14:tracePt t="98956" x="7994650" y="4027488"/>
          <p14:tracePt t="98968" x="7980363" y="4041775"/>
          <p14:tracePt t="98979" x="7967663" y="4041775"/>
          <p14:tracePt t="98991" x="7953375" y="4041775"/>
          <p14:tracePt t="99012" x="7932738" y="4041775"/>
          <p14:tracePt t="99440" x="7953375" y="4041775"/>
          <p14:tracePt t="99473" x="7953375" y="4054475"/>
          <p14:tracePt t="99597" x="7967663" y="4054475"/>
          <p14:tracePt t="99631" x="7980363" y="4068763"/>
          <p14:tracePt t="99664" x="7994650" y="4068763"/>
          <p14:tracePt t="99709" x="7980363" y="4068763"/>
          <p14:tracePt t="99743" x="7967663" y="4068763"/>
          <p14:tracePt t="100193" x="7980363" y="4068763"/>
          <p14:tracePt t="100206" x="7994650" y="4081463"/>
          <p14:tracePt t="100216" x="8007350" y="4081463"/>
          <p14:tracePt t="100238" x="8021638" y="4081463"/>
          <p14:tracePt t="100241" x="8034338" y="4081463"/>
          <p14:tracePt t="100251" x="8048625" y="4095750"/>
          <p14:tracePt t="100261" x="8069263" y="4095750"/>
          <p14:tracePt t="100362" x="8048625" y="4095750"/>
          <p14:tracePt t="100385" x="8034338" y="4095750"/>
          <p14:tracePt t="100396" x="8034338" y="4110038"/>
          <p14:tracePt t="103669" x="8021638" y="4110038"/>
          <p14:tracePt t="103703" x="8007350" y="4110038"/>
          <p14:tracePt t="103714" x="7994650" y="4110038"/>
          <p14:tracePt t="103728" x="7967663" y="4110038"/>
          <p14:tracePt t="103738" x="7953375" y="4110038"/>
          <p14:tracePt t="103749" x="7905750" y="4110038"/>
          <p14:tracePt t="103761" x="7878763" y="4122738"/>
          <p14:tracePt t="103771" x="7851775" y="4122738"/>
          <p14:tracePt t="103783" x="7804150" y="4143375"/>
          <p14:tracePt t="103795" x="7762875" y="4157663"/>
          <p14:tracePt t="103805" x="7735888" y="4157663"/>
          <p14:tracePt t="103816" x="7721600" y="4170363"/>
          <p14:tracePt t="103829" x="7708900" y="4184650"/>
          <p14:tracePt t="103840" x="7694613" y="4184650"/>
          <p14:tracePt t="103862" x="7673975" y="4184650"/>
          <p14:tracePt t="103883" x="7661275" y="4184650"/>
          <p14:tracePt t="104098" x="7661275" y="4197350"/>
          <p14:tracePt t="104100" x="7646988" y="4197350"/>
          <p14:tracePt t="104120" x="7634288" y="4211638"/>
          <p14:tracePt t="104142" x="7620000" y="4224338"/>
          <p14:tracePt t="104187" x="7605713" y="4238625"/>
          <p14:tracePt t="104266" x="7620000" y="4238625"/>
          <p14:tracePt t="104310" x="7634288" y="4238625"/>
          <p14:tracePt t="104322" x="7646988" y="4238625"/>
          <p14:tracePt t="104336" x="7661275" y="4259263"/>
          <p14:tracePt t="104345" x="7673975" y="4259263"/>
          <p14:tracePt t="104356" x="7694613" y="4259263"/>
          <p14:tracePt t="104369" x="7721600" y="4259263"/>
          <p14:tracePt t="104379" x="7748588" y="4259263"/>
          <p14:tracePt t="104390" x="7777163" y="4259263"/>
          <p14:tracePt t="104402" x="7804150" y="4271963"/>
          <p14:tracePt t="104413" x="7837488" y="4271963"/>
          <p14:tracePt t="104424" x="7864475" y="4271963"/>
          <p14:tracePt t="104435" x="7878763" y="4271963"/>
          <p14:tracePt t="104448" x="7891463" y="4271963"/>
          <p14:tracePt t="104458" x="7905750" y="4271963"/>
          <p14:tracePt t="104471" x="7920038" y="4271963"/>
          <p14:tracePt t="104481" x="7932738" y="4271963"/>
          <p14:tracePt t="104502" x="7953375" y="4271963"/>
          <p14:tracePt t="104513" x="7967663" y="4271963"/>
          <p14:tracePt t="104526" x="7980363" y="4271963"/>
          <p14:tracePt t="104537" x="7994650" y="4271963"/>
          <p14:tracePt t="104547" x="8021638" y="4271963"/>
          <p14:tracePt t="104560" x="8048625" y="4271963"/>
          <p14:tracePt t="104570" x="8081963" y="4271963"/>
          <p14:tracePt t="104581" x="8110538" y="4271963"/>
          <p14:tracePt t="104594" x="8150225" y="4271963"/>
          <p14:tracePt t="104604" x="8177213" y="4271963"/>
          <p14:tracePt t="104615" x="8212138" y="4271963"/>
          <p14:tracePt t="104627" x="8239125" y="4271963"/>
          <p14:tracePt t="104638" x="8266113" y="4271963"/>
          <p14:tracePt t="104648" x="8280400" y="4271963"/>
          <p14:tracePt t="104671" x="8293100" y="4271963"/>
          <p14:tracePt t="104682" x="8307388" y="4271963"/>
          <p14:tracePt t="104761" x="8293100" y="4271963"/>
          <p14:tracePt t="104794" x="8280400" y="4271963"/>
          <p14:tracePt t="104807" x="8266113" y="4271963"/>
          <p14:tracePt t="104818" x="8253413" y="4271963"/>
          <p14:tracePt t="104829" x="8224838" y="4271963"/>
          <p14:tracePt t="104841" x="8177213" y="4271963"/>
          <p14:tracePt t="104853" x="8150225" y="4271963"/>
          <p14:tracePt t="104863" x="8110538" y="4271963"/>
          <p14:tracePt t="104875" x="8069263" y="4271963"/>
          <p14:tracePt t="104886" x="8007350" y="4271963"/>
          <p14:tracePt t="104896" x="7967663" y="4271963"/>
          <p14:tracePt t="104909" x="7905750" y="4271963"/>
          <p14:tracePt t="104919" x="7864475" y="4271963"/>
          <p14:tracePt t="104930" x="7824788" y="4259263"/>
          <p14:tracePt t="104943" x="7789863" y="4259263"/>
          <p14:tracePt t="104953" x="7748588" y="4259263"/>
          <p14:tracePt t="104963" x="7735888" y="4259263"/>
          <p14:tracePt t="104975" x="7721600" y="4259263"/>
          <p14:tracePt t="104986" x="7708900" y="4259263"/>
          <p14:tracePt t="105348" x="7721600" y="4259263"/>
          <p14:tracePt t="105402" x="7735888" y="4259263"/>
          <p14:tracePt t="105447" x="7748588" y="4259263"/>
          <p14:tracePt t="105470" x="7762875" y="4259263"/>
          <p14:tracePt t="105482" x="7777163" y="4259263"/>
          <p14:tracePt t="105503" x="7789863" y="4259263"/>
          <p14:tracePt t="105516" x="7824788" y="4271963"/>
          <p14:tracePt t="105527" x="7851775" y="4271963"/>
          <p14:tracePt t="105539" x="7878763" y="4271963"/>
          <p14:tracePt t="105550" x="7891463" y="4271963"/>
          <p14:tracePt t="105561" x="7932738" y="4271963"/>
          <p14:tracePt t="105571" x="7967663" y="4271963"/>
          <p14:tracePt t="105583" x="7994650" y="4271963"/>
          <p14:tracePt t="105594" x="8021638" y="4271963"/>
          <p14:tracePt t="105606" x="8048625" y="4271963"/>
          <p14:tracePt t="105617" x="8069263" y="4271963"/>
          <p14:tracePt t="105627" x="8081963" y="4271963"/>
          <p14:tracePt t="105639" x="8096250" y="4271963"/>
          <p14:tracePt t="105661" x="8110538" y="4271963"/>
          <p14:tracePt t="105673" x="8123238" y="4286250"/>
          <p14:tracePt t="105684" x="8137525" y="4286250"/>
          <p14:tracePt t="105706" x="8150225" y="4286250"/>
          <p14:tracePt t="105719" x="8164513" y="4286250"/>
          <p14:tracePt t="105728" x="8177213" y="4286250"/>
          <p14:tracePt t="105740" x="8197850" y="4286250"/>
          <p14:tracePt t="105751" x="8212138" y="4286250"/>
          <p14:tracePt t="105773" x="8224838" y="4286250"/>
          <p14:tracePt t="105796" x="8239125" y="4286250"/>
          <p14:tracePt t="106302" x="8253413" y="4286250"/>
          <p14:tracePt t="106325" x="8266113" y="4286250"/>
          <p14:tracePt t="106347" x="8280400" y="4286250"/>
          <p14:tracePt t="106394" x="8293100" y="4286250"/>
          <p14:tracePt t="106437" x="8307388" y="4286250"/>
          <p14:tracePt t="106460" x="8328025" y="4286250"/>
          <p14:tracePt t="106471" x="8340725" y="4286250"/>
          <p14:tracePt t="106483" x="8355013" y="4286250"/>
          <p14:tracePt t="106494" x="8382000" y="4286250"/>
          <p14:tracePt t="106505" x="8408988" y="4286250"/>
          <p14:tracePt t="106517" x="8435975" y="4300538"/>
          <p14:tracePt t="106528" x="8483600" y="4300538"/>
          <p14:tracePt t="106539" x="8510588" y="4300538"/>
          <p14:tracePt t="106550" x="8551863" y="4300538"/>
          <p14:tracePt t="106562" x="8586788" y="4300538"/>
          <p14:tracePt t="106573" x="8613775" y="4300538"/>
          <p14:tracePt t="106584" x="8626475" y="4300538"/>
          <p14:tracePt t="106606" x="8613775" y="4300538"/>
          <p14:tracePt t="106618" x="8586788" y="4300538"/>
          <p14:tracePt t="106865" x="8599488" y="4300538"/>
          <p14:tracePt t="106877" x="8613775" y="4300538"/>
          <p14:tracePt t="106887" x="8626475" y="4300538"/>
          <p14:tracePt t="106910" x="8640763" y="4300538"/>
          <p14:tracePt t="106922" x="8653463" y="4300538"/>
          <p14:tracePt t="106934" x="8667750" y="4300538"/>
          <p14:tracePt t="106955" x="8682038" y="4300538"/>
          <p14:tracePt t="106967" x="8694738" y="4300538"/>
          <p14:tracePt t="106979" x="8715375" y="4300538"/>
          <p14:tracePt t="106989" x="8729663" y="4300538"/>
          <p14:tracePt t="107002" x="8742363" y="4300538"/>
          <p14:tracePt t="107022" x="8756650" y="4300538"/>
          <p14:tracePt t="107035" x="8769350" y="4300538"/>
          <p14:tracePt t="107056" x="8783638" y="4300538"/>
          <p14:tracePt t="107089" x="8796338" y="4300538"/>
          <p14:tracePt t="107179" x="8796338" y="4286250"/>
          <p14:tracePt t="107213" x="8810625" y="4300538"/>
          <p14:tracePt t="107236" x="8831263" y="4300538"/>
          <p14:tracePt t="107247" x="8843963" y="4300538"/>
          <p14:tracePt t="107270" x="8872538" y="4300538"/>
          <p14:tracePt t="107281" x="8885238" y="4300538"/>
          <p14:tracePt t="107292" x="8899525" y="4300538"/>
          <p14:tracePt t="107305" x="8926513" y="4300538"/>
          <p14:tracePt t="107316" x="8939213" y="4300538"/>
          <p14:tracePt t="107326" x="8959850" y="4300538"/>
          <p14:tracePt t="107340" x="8974138" y="4300538"/>
          <p14:tracePt t="107350" x="8986838" y="4300538"/>
          <p14:tracePt t="107360" x="9001125" y="4300538"/>
          <p14:tracePt t="107382" x="9015413" y="4300538"/>
          <p14:tracePt t="107405" x="9028113" y="4300538"/>
          <p14:tracePt t="107438" x="9042400" y="4300538"/>
          <p14:tracePt t="107451" x="9055100" y="4300538"/>
          <p14:tracePt t="107452" x="9069388" y="4300538"/>
          <p14:tracePt t="107461" x="9090025" y="4300538"/>
          <p14:tracePt t="107473" x="9102725" y="4300538"/>
          <p14:tracePt t="107484" x="9129713" y="4300538"/>
          <p14:tracePt t="107495" x="9144000" y="4300538"/>
          <p14:tracePt t="107506" x="9158288" y="4300538"/>
          <p14:tracePt t="107519" x="9170988" y="4300538"/>
          <p14:tracePt t="107530" x="9197975" y="4300538"/>
          <p14:tracePt t="107551" x="9232900" y="4300538"/>
          <p14:tracePt t="107574" x="9245600" y="4300538"/>
          <p14:tracePt t="107585" x="9259888" y="4300538"/>
          <p14:tracePt t="107597" x="9272588" y="4300538"/>
          <p14:tracePt t="107608" x="9286875" y="4300538"/>
          <p14:tracePt t="107630" x="9313863" y="4286250"/>
          <p14:tracePt t="107641" x="9328150" y="4286250"/>
          <p14:tracePt t="107654" x="9361488" y="4286250"/>
          <p14:tracePt t="107665" x="9375775" y="4286250"/>
          <p14:tracePt t="107675" x="9415463" y="4286250"/>
          <p14:tracePt t="107688" x="9444038" y="4286250"/>
          <p14:tracePt t="107698" x="9477375" y="4286250"/>
          <p14:tracePt t="107710" x="9491663" y="4271963"/>
          <p14:tracePt t="107722" x="9518650" y="4271963"/>
          <p14:tracePt t="107732" x="9531350" y="4271963"/>
          <p14:tracePt t="107744" x="9545638" y="4271963"/>
          <p14:tracePt t="107765" x="9558338" y="4271963"/>
          <p14:tracePt t="107843" x="9572625" y="4271963"/>
          <p14:tracePt t="107866" x="9593263" y="4271963"/>
          <p14:tracePt t="107878" x="9605963" y="4271963"/>
          <p14:tracePt t="107889" x="9620250" y="4271963"/>
          <p14:tracePt t="107900" x="9634538" y="4271963"/>
          <p14:tracePt t="107912" x="9647238" y="4286250"/>
          <p14:tracePt t="107923" x="9661525" y="4286250"/>
          <p14:tracePt t="107934" x="9688513" y="4286250"/>
          <p14:tracePt t="107946" x="9701213" y="4286250"/>
          <p14:tracePt t="107967" x="9721850" y="4271963"/>
          <p14:tracePt t="107979" x="9701213" y="4271963"/>
          <p14:tracePt t="108305" x="9721850" y="4271963"/>
          <p14:tracePt t="108308" x="9736138" y="4271963"/>
          <p14:tracePt t="108327" x="9748838" y="4259263"/>
          <p14:tracePt t="108350" x="9763125" y="4259263"/>
          <p14:tracePt t="108361" x="9777413" y="4259263"/>
          <p14:tracePt t="108372" x="9790113" y="4259263"/>
          <p14:tracePt t="108385" x="9804400" y="4259263"/>
          <p14:tracePt t="108396" x="9831388" y="4259263"/>
          <p14:tracePt t="108408" x="9864725" y="4259263"/>
          <p14:tracePt t="108418" x="9891713" y="4238625"/>
          <p14:tracePt t="108430" x="9906000" y="4238625"/>
          <p14:tracePt t="108441" x="9920288" y="4238625"/>
          <p14:tracePt t="108451" x="9932988" y="4238625"/>
          <p14:tracePt t="108462" x="9947275" y="4238625"/>
          <p14:tracePt t="108485" x="9959975" y="4238625"/>
          <p14:tracePt t="108488" x="9980613" y="4238625"/>
          <p14:tracePt t="108497" x="9994900" y="4238625"/>
          <p14:tracePt t="108511" x="10007600" y="4238625"/>
          <p14:tracePt t="108530" x="10021888" y="4238625"/>
          <p14:tracePt t="108541" x="10034588" y="4238625"/>
          <p14:tracePt t="108552" x="10048875" y="4238625"/>
          <p14:tracePt t="108564" x="10075863" y="4238625"/>
          <p14:tracePt t="108575" x="10090150" y="4238625"/>
          <p14:tracePt t="108586" x="10110788" y="4238625"/>
          <p14:tracePt t="108598" x="10123488" y="4238625"/>
          <p14:tracePt t="108609" x="10137775" y="4238625"/>
          <p14:tracePt t="108631" x="10150475" y="4238625"/>
          <p14:tracePt t="108653" x="10164763" y="4238625"/>
          <p14:tracePt t="108765" x="10177463" y="4238625"/>
          <p14:tracePt t="108810" x="10191750" y="4238625"/>
          <p14:tracePt t="108990" x="10206038" y="4238625"/>
          <p14:tracePt t="109036" x="10218738" y="4238625"/>
          <p14:tracePt t="109058" x="10239375" y="4238625"/>
          <p14:tracePt t="109081" x="10253663" y="4238625"/>
          <p14:tracePt t="109092" x="10266363" y="4238625"/>
          <p14:tracePt t="109106" x="10293350" y="4238625"/>
          <p14:tracePt t="109115" x="10307638" y="4238625"/>
          <p14:tracePt t="109126" x="10320338" y="4259263"/>
          <p14:tracePt t="109139" x="10334625" y="4259263"/>
          <p14:tracePt t="109149" x="10367963" y="4259263"/>
          <p14:tracePt t="109160" x="10382250" y="4259263"/>
          <p14:tracePt t="109172" x="10396538" y="4259263"/>
          <p14:tracePt t="109183" x="10409238" y="4259263"/>
          <p14:tracePt t="109194" x="10423525" y="4259263"/>
          <p14:tracePt t="109207" x="10436225" y="4259263"/>
          <p14:tracePt t="109217" x="10450513" y="4259263"/>
          <p14:tracePt t="109229" x="10463213" y="4271963"/>
          <p14:tracePt t="109240" x="10483850" y="4271963"/>
          <p14:tracePt t="109250" x="10498138" y="4271963"/>
          <p14:tracePt t="109262" x="10525125" y="4271963"/>
          <p14:tracePt t="109284" x="10539413" y="4271963"/>
          <p14:tracePt t="109296" x="10552113" y="4271963"/>
          <p14:tracePt t="109306" x="10566400" y="4271963"/>
          <p14:tracePt t="109317" x="10579100" y="4271963"/>
          <p14:tracePt t="109329" x="10614025" y="4271963"/>
          <p14:tracePt t="109340" x="10626725" y="4271963"/>
          <p14:tracePt t="109351" x="10653713" y="4271963"/>
          <p14:tracePt t="109363" x="10668000" y="4271963"/>
          <p14:tracePt t="109374" x="10694988" y="4271963"/>
          <p14:tracePt t="109385" x="10709275" y="4271963"/>
          <p14:tracePt t="109397" x="10742613" y="4271963"/>
          <p14:tracePt t="109408" x="10769600" y="4271963"/>
          <p14:tracePt t="109419" x="10783888" y="4271963"/>
          <p14:tracePt t="109430" x="10796588" y="4271963"/>
          <p14:tracePt t="109442" x="10825163" y="4271963"/>
          <p14:tracePt t="109452" x="10852150" y="4271963"/>
          <p14:tracePt t="109464" x="10885488" y="4271963"/>
          <p14:tracePt t="109475" x="10899775" y="4271963"/>
          <p14:tracePt t="109487" x="10926763" y="4271963"/>
          <p14:tracePt t="109498" x="10939463" y="4271963"/>
          <p14:tracePt t="109509" x="10953750" y="4271963"/>
          <p14:tracePt t="109531" x="10968038" y="4271963"/>
          <p14:tracePt t="109543" x="10980738" y="4271963"/>
          <p14:tracePt t="109557" x="11001375" y="4271963"/>
          <p14:tracePt t="109576" x="11015663" y="4271963"/>
          <p14:tracePt t="109588" x="11028363" y="4286250"/>
          <p14:tracePt t="109688" x="11001375" y="4286250"/>
          <p14:tracePt t="109700" x="10939463" y="4286250"/>
          <p14:tracePt t="109712" x="10837863" y="4286250"/>
          <p14:tracePt t="109723" x="10694988" y="4313238"/>
          <p14:tracePt t="109733" x="10552113" y="4327525"/>
          <p14:tracePt t="109746" x="10355263" y="4354513"/>
          <p14:tracePt t="109757" x="10150475" y="4387850"/>
          <p14:tracePt t="109767" x="9959975" y="4402138"/>
          <p14:tracePt t="109780" x="9721850" y="4429125"/>
          <p14:tracePt t="109790" x="9477375" y="4443413"/>
          <p14:tracePt t="109801" x="9259888" y="4456113"/>
          <p14:tracePt t="109813" x="9144000" y="4456113"/>
          <p14:tracePt t="109824" x="8986838" y="4470400"/>
          <p14:tracePt t="109835" x="8872538" y="4470400"/>
          <p14:tracePt t="109847" x="8796338" y="4470400"/>
          <p14:tracePt t="109858" x="8729663" y="4470400"/>
          <p14:tracePt t="109869" x="8667750" y="4470400"/>
          <p14:tracePt t="109881" x="8626475" y="4470400"/>
          <p14:tracePt t="109892" x="8586788" y="4470400"/>
          <p14:tracePt t="109902" x="8539163" y="4470400"/>
          <p14:tracePt t="109914" x="8497888" y="4470400"/>
          <p14:tracePt t="109925" x="8456613" y="4470400"/>
          <p14:tracePt t="109936" x="8408988" y="4470400"/>
          <p14:tracePt t="109948" x="8340725" y="4470400"/>
          <p14:tracePt t="109959" x="8293100" y="4470400"/>
          <p14:tracePt t="109970" x="8224838" y="4470400"/>
          <p14:tracePt t="109982" x="8150225" y="4456113"/>
          <p14:tracePt t="109994" x="8096250" y="4456113"/>
          <p14:tracePt t="110004" x="8069263" y="4456113"/>
          <p14:tracePt t="110015" x="8034338" y="4456113"/>
          <p14:tracePt t="110027" x="8021638" y="4456113"/>
          <p14:tracePt t="110039" x="8007350" y="4456113"/>
          <p14:tracePt t="110049" x="7994650" y="4456113"/>
          <p14:tracePt t="110060" x="7980363" y="4456113"/>
          <p14:tracePt t="110072" x="7967663" y="4456113"/>
          <p14:tracePt t="110083" x="7953375" y="4456113"/>
          <p14:tracePt t="110095" x="7920038" y="4456113"/>
          <p14:tracePt t="110106" x="7864475" y="4470400"/>
          <p14:tracePt t="110116" x="7804150" y="4470400"/>
          <p14:tracePt t="110128" x="7721600" y="4483100"/>
          <p14:tracePt t="110140" x="7620000" y="4497388"/>
          <p14:tracePt t="110150" x="7531100" y="4530725"/>
          <p14:tracePt t="110163" x="7415213" y="4557713"/>
          <p14:tracePt t="110174" x="7319963" y="4586288"/>
          <p14:tracePt t="110184" x="7232650" y="4598988"/>
          <p14:tracePt t="110197" x="7170738" y="4598988"/>
          <p14:tracePt t="110207" x="7116763" y="4598988"/>
          <p14:tracePt t="110319" x="7129463" y="4598988"/>
          <p14:tracePt t="110341" x="7143750" y="4598988"/>
          <p14:tracePt t="110363" x="7158038" y="4598988"/>
          <p14:tracePt t="110375" x="7170738" y="4598988"/>
          <p14:tracePt t="110397" x="7205663" y="4613275"/>
          <p14:tracePt t="110410" x="7232650" y="4613275"/>
          <p14:tracePt t="110421" x="7259638" y="4613275"/>
          <p14:tracePt t="110431" x="7319963" y="4625975"/>
          <p14:tracePt t="110444" x="7402513" y="4646613"/>
          <p14:tracePt t="110456" x="7504113" y="4646613"/>
          <p14:tracePt t="110466" x="7593013" y="4660900"/>
          <p14:tracePt t="110478" x="7673975" y="4673600"/>
          <p14:tracePt t="110489" x="7735888" y="4687888"/>
          <p14:tracePt t="110499" x="7762875" y="4687888"/>
          <p14:tracePt t="110511" x="7777163" y="4687888"/>
          <p14:tracePt t="110522" x="7789863" y="4687888"/>
          <p14:tracePt t="110601" x="7804150" y="4687888"/>
          <p14:tracePt t="110633" x="7824788" y="4687888"/>
          <p14:tracePt t="110656" x="7837488" y="4687888"/>
          <p14:tracePt t="110679" x="7851775" y="4687888"/>
          <p14:tracePt t="110712" x="7864475" y="4687888"/>
          <p14:tracePt t="110825" x="7878763" y="4687888"/>
          <p14:tracePt t="110881" x="7891463" y="4687888"/>
          <p14:tracePt t="110903" x="7905750" y="4687888"/>
          <p14:tracePt t="110915" x="7920038" y="4687888"/>
          <p14:tracePt t="110926" x="7953375" y="4687888"/>
          <p14:tracePt t="110938" x="7980363" y="4687888"/>
          <p14:tracePt t="110949" x="8021638" y="4687888"/>
          <p14:tracePt t="110960" x="8048625" y="4687888"/>
          <p14:tracePt t="110972" x="8081963" y="4687888"/>
          <p14:tracePt t="110983" x="8110538" y="4687888"/>
          <p14:tracePt t="110994" x="8137525" y="4687888"/>
          <p14:tracePt t="111008" x="8177213" y="4687888"/>
          <p14:tracePt t="111016" x="8212138" y="4687888"/>
          <p14:tracePt t="111028" x="8253413" y="4687888"/>
          <p14:tracePt t="111042" x="8266113" y="4687888"/>
          <p14:tracePt t="111052" x="8307388" y="4687888"/>
          <p14:tracePt t="111061" x="8340725" y="4687888"/>
          <p14:tracePt t="111074" x="8367713" y="4687888"/>
          <p14:tracePt t="111085" x="8396288" y="4687888"/>
          <p14:tracePt t="111096" x="8423275" y="4673600"/>
          <p14:tracePt t="111108" x="8456613" y="4673600"/>
          <p14:tracePt t="111118" x="8470900" y="4673600"/>
          <p14:tracePt t="111130" x="8497888" y="4673600"/>
          <p14:tracePt t="111141" x="8524875" y="4673600"/>
          <p14:tracePt t="111151" x="8539163" y="4673600"/>
          <p14:tracePt t="111163" x="8566150" y="4673600"/>
          <p14:tracePt t="111175" x="8586788" y="4673600"/>
          <p14:tracePt t="111185" x="8599488" y="4673600"/>
          <p14:tracePt t="111197" x="8613775" y="4673600"/>
          <p14:tracePt t="111208" x="8626475" y="4673600"/>
          <p14:tracePt t="111219" x="8640763" y="4673600"/>
          <p14:tracePt t="111231" x="8653463" y="4673600"/>
          <p14:tracePt t="111264" x="8667750" y="4673600"/>
          <p14:tracePt t="111286" x="8682038" y="4673600"/>
          <p14:tracePt t="111309" x="8694738" y="4673600"/>
          <p14:tracePt t="111320" x="8715375" y="4673600"/>
          <p14:tracePt t="111342" x="8729663" y="4673600"/>
          <p14:tracePt t="111376" x="8742363" y="4673600"/>
          <p14:tracePt t="111421" x="8756650" y="4673600"/>
          <p14:tracePt t="111455" x="8769350" y="4673600"/>
          <p14:tracePt t="111488" x="8783638" y="4673600"/>
          <p14:tracePt t="111523" x="8796338" y="4673600"/>
          <p14:tracePt t="111535" x="8810625" y="4673600"/>
          <p14:tracePt t="111545" x="8831263" y="4673600"/>
          <p14:tracePt t="111557" x="8843963" y="4673600"/>
          <p14:tracePt t="111579" x="8858250" y="4673600"/>
          <p14:tracePt t="111591" x="8872538" y="4673600"/>
          <p14:tracePt t="111602" x="8885238" y="4673600"/>
          <p14:tracePt t="111612" x="8899525" y="4660900"/>
          <p14:tracePt t="111635" x="8926513" y="4660900"/>
          <p14:tracePt t="111638" x="8939213" y="4660900"/>
          <p14:tracePt t="111648" x="8974138" y="4660900"/>
          <p14:tracePt t="111659" x="9015413" y="4660900"/>
          <p14:tracePt t="111669" x="9055100" y="4660900"/>
          <p14:tracePt t="111680" x="9090025" y="4660900"/>
          <p14:tracePt t="111691" x="9117013" y="4660900"/>
          <p14:tracePt t="111704" x="9158288" y="4660900"/>
          <p14:tracePt t="111714" x="9185275" y="4660900"/>
          <p14:tracePt t="112062" x="9197975" y="4660900"/>
          <p14:tracePt t="112074" x="9232900" y="4660900"/>
          <p14:tracePt t="112085" x="9259888" y="4660900"/>
          <p14:tracePt t="112097" x="9286875" y="4660900"/>
          <p14:tracePt t="112109" x="9301163" y="4660900"/>
          <p14:tracePt t="112120" x="9313863" y="4660900"/>
          <p14:tracePt t="112130" x="9328150" y="4660900"/>
          <p14:tracePt t="112163" x="9348788" y="4660900"/>
          <p14:tracePt t="112344" x="9361488" y="4660900"/>
          <p14:tracePt t="112377" x="9375775" y="4660900"/>
          <p14:tracePt t="112388" x="9388475" y="4660900"/>
          <p14:tracePt t="112400" x="9402763" y="4660900"/>
          <p14:tracePt t="112412" x="9415463" y="4660900"/>
          <p14:tracePt t="112424" x="9429750" y="4660900"/>
          <p14:tracePt t="112434" x="9456738" y="4660900"/>
          <p14:tracePt t="112447" x="9477375" y="4660900"/>
          <p14:tracePt t="112457" x="9491663" y="4660900"/>
          <p14:tracePt t="112467" x="9518650" y="4660900"/>
          <p14:tracePt t="112480" x="9531350" y="4660900"/>
          <p14:tracePt t="112491" x="9545638" y="4660900"/>
          <p14:tracePt t="112502" x="9558338" y="4660900"/>
          <p14:tracePt t="112546" x="9545638" y="4660900"/>
          <p14:tracePt t="112547" x="9531350" y="4660900"/>
          <p14:tracePt t="112793" x="9572625" y="4660900"/>
          <p14:tracePt t="112796" x="9605963" y="4660900"/>
          <p14:tracePt t="112805" x="9634538" y="4673600"/>
          <p14:tracePt t="112817" x="9661525" y="4673600"/>
          <p14:tracePt t="112828" x="9674225" y="4673600"/>
          <p14:tracePt t="112840" x="9688513" y="4673600"/>
          <p14:tracePt t="112853" x="9701213" y="4673600"/>
          <p14:tracePt t="112861" x="9721850" y="4673600"/>
          <p14:tracePt t="112884" x="9748838" y="4673600"/>
          <p14:tracePt t="112895" x="9763125" y="4673600"/>
          <p14:tracePt t="112908" x="9777413" y="4660900"/>
          <p14:tracePt t="112919" x="9790113" y="4660900"/>
          <p14:tracePt t="112929" x="9804400" y="4660900"/>
          <p14:tracePt t="112941" x="9831388" y="4660900"/>
          <p14:tracePt t="112952" x="9864725" y="4660900"/>
          <p14:tracePt t="112962" x="9891713" y="4660900"/>
          <p14:tracePt t="112974" x="9920288" y="4660900"/>
          <p14:tracePt t="112985" x="9932988" y="4660900"/>
          <p14:tracePt t="112996" x="9980613" y="4660900"/>
          <p14:tracePt t="113008" x="10007600" y="4660900"/>
          <p14:tracePt t="113019" x="10021888" y="4660900"/>
          <p14:tracePt t="113030" x="10034588" y="4660900"/>
          <p14:tracePt t="113053" x="10048875" y="4660900"/>
          <p14:tracePt t="113075" x="10063163" y="4660900"/>
          <p14:tracePt t="113097" x="10075863" y="4660900"/>
          <p14:tracePt t="113120" x="10090150" y="4660900"/>
          <p14:tracePt t="113131" x="10110788" y="4660900"/>
          <p14:tracePt t="113144" x="10123488" y="4660900"/>
          <p14:tracePt t="113155" x="10137775" y="4660900"/>
          <p14:tracePt t="113167" x="10164763" y="4660900"/>
          <p14:tracePt t="113177" x="10177463" y="4660900"/>
          <p14:tracePt t="113188" x="10191750" y="4660900"/>
          <p14:tracePt t="113200" x="10206038" y="4660900"/>
          <p14:tracePt t="113210" x="10218738" y="4660900"/>
          <p14:tracePt t="113222" x="10239375" y="4660900"/>
          <p14:tracePt t="113266" x="10253663" y="4660900"/>
          <p14:tracePt t="113300" x="10266363" y="4660900"/>
          <p14:tracePt t="113322" x="10280650" y="4660900"/>
          <p14:tracePt t="113334" x="10293350" y="4660900"/>
          <p14:tracePt t="113345" x="10307638" y="4660900"/>
          <p14:tracePt t="113367" x="10320338" y="4660900"/>
          <p14:tracePt t="113378" x="10334625" y="4660900"/>
          <p14:tracePt t="113391" x="10355263" y="4660900"/>
          <p14:tracePt t="113412" x="10367963" y="4660900"/>
          <p14:tracePt t="113435" x="10382250" y="4660900"/>
          <p14:tracePt t="113525" x="10396538" y="4660900"/>
          <p14:tracePt t="113547" x="10409238" y="4660900"/>
          <p14:tracePt t="113570" x="10423525" y="4660900"/>
          <p14:tracePt t="113582" x="10436225" y="4646613"/>
          <p14:tracePt t="113592" x="10463213" y="4646613"/>
          <p14:tracePt t="113604" x="10483850" y="4646613"/>
          <p14:tracePt t="113615" x="10498138" y="4646613"/>
          <p14:tracePt t="113627" x="10525125" y="4646613"/>
          <p14:tracePt t="113639" x="10539413" y="4646613"/>
          <p14:tracePt t="113649" x="10552113" y="4646613"/>
          <p14:tracePt t="113660" x="10566400" y="4646613"/>
          <p14:tracePt t="113682" x="10579100" y="4646613"/>
          <p14:tracePt t="113727" x="10593388" y="4646613"/>
          <p14:tracePt t="114020" x="10614025" y="4646613"/>
          <p14:tracePt t="114053" x="10626725" y="4646613"/>
          <p14:tracePt t="114065" x="10641013" y="4646613"/>
          <p14:tracePt t="114076" x="10653713" y="4646613"/>
          <p14:tracePt t="114090" x="10682288" y="4646613"/>
          <p14:tracePt t="114099" x="10709275" y="4646613"/>
          <p14:tracePt t="114110" x="10742613" y="4646613"/>
          <p14:tracePt t="114123" x="10783888" y="4625975"/>
          <p14:tracePt t="114133" x="10810875" y="4625975"/>
          <p14:tracePt t="114144" x="10825163" y="4625975"/>
          <p14:tracePt t="114157" x="10837863" y="4625975"/>
          <p14:tracePt t="114167" x="10852150" y="4625975"/>
          <p14:tracePt t="114942" x="10872788" y="4625975"/>
          <p14:tracePt t="115943" x="10852150" y="4625975"/>
          <p14:tracePt t="115977" x="10837863" y="4625975"/>
          <p14:tracePt t="116000" x="10825163" y="4625975"/>
          <p14:tracePt t="116013" x="10810875" y="4625975"/>
          <p14:tracePt t="116022" x="10796588" y="4625975"/>
          <p14:tracePt t="116034" x="10783888" y="4625975"/>
          <p14:tracePt t="116047" x="10756900" y="4613275"/>
          <p14:tracePt t="116056" x="10721975" y="4613275"/>
          <p14:tracePt t="116068" x="10641013" y="4598988"/>
          <p14:tracePt t="116080" x="10525125" y="4586288"/>
          <p14:tracePt t="116091" x="10382250" y="4572000"/>
          <p14:tracePt t="116101" x="10048875" y="4545013"/>
          <p14:tracePt t="116114" x="9572625" y="4518025"/>
          <p14:tracePt t="116124" x="8986838" y="4483100"/>
          <p14:tracePt t="116135" x="8626475" y="4483100"/>
          <p14:tracePt t="116147" x="8150225" y="4470400"/>
          <p14:tracePt t="116158" x="7789863" y="4470400"/>
          <p14:tracePt t="116169" x="7518400" y="4456113"/>
          <p14:tracePt t="116585" x="7531100" y="4456113"/>
          <p14:tracePt t="116596" x="7531100" y="4443413"/>
          <p14:tracePt t="116607" x="7545388" y="4443413"/>
          <p14:tracePt t="116620" x="7545388" y="4429125"/>
          <p14:tracePt t="116630" x="7566025" y="4414838"/>
          <p14:tracePt t="116643" x="7578725" y="4402138"/>
          <p14:tracePt t="116664" x="7593013" y="4367213"/>
          <p14:tracePt t="116676" x="7593013" y="4340225"/>
          <p14:tracePt t="116686" x="7605713" y="4327525"/>
          <p14:tracePt t="116698" x="7620000" y="4286250"/>
          <p14:tracePt t="116710" x="7634288" y="4259263"/>
          <p14:tracePt t="116720" x="7634288" y="4224338"/>
          <p14:tracePt t="116731" x="7646988" y="4211638"/>
          <p14:tracePt t="116743" x="7646988" y="4184650"/>
          <p14:tracePt t="116754" x="7646988" y="4157663"/>
          <p14:tracePt t="116776" x="7646988" y="4143375"/>
          <p14:tracePt t="116787" x="7634288" y="4143375"/>
          <p14:tracePt t="116877" x="7620000" y="4157663"/>
          <p14:tracePt t="116889" x="7620000" y="4170363"/>
          <p14:tracePt t="116900" x="7605713" y="4170363"/>
          <p14:tracePt t="116911" x="7605713" y="4184650"/>
          <p14:tracePt t="116923" x="7605713" y="4211638"/>
          <p14:tracePt t="116935" x="7593013" y="4259263"/>
          <p14:tracePt t="116946" x="7578725" y="4313238"/>
          <p14:tracePt t="116957" x="7545388" y="4367213"/>
          <p14:tracePt t="116969" x="7477125" y="4497388"/>
          <p14:tracePt t="116980" x="7375525" y="4660900"/>
          <p14:tracePt t="116991" x="7259638" y="4830763"/>
          <p14:tracePt t="117003" x="7170738" y="4959350"/>
          <p14:tracePt t="117013" x="7075488" y="5116513"/>
          <p14:tracePt t="117024" x="6973888" y="5280025"/>
          <p14:tracePt t="117036" x="6899275" y="5375275"/>
          <p14:tracePt t="117047" x="6831013" y="5503863"/>
          <p14:tracePt t="117058" x="6769100" y="5634038"/>
          <p14:tracePt t="117070" x="6729413" y="5721350"/>
          <p14:tracePt t="117081" x="6688138" y="5795963"/>
          <p14:tracePt t="117091" x="6653213" y="5864225"/>
          <p14:tracePt t="117103" x="6640513" y="5926138"/>
          <p14:tracePt t="117114" x="6613525" y="5938838"/>
          <p14:tracePt t="117361" x="6640513" y="5938838"/>
          <p14:tracePt t="117365" x="6653213" y="5938838"/>
          <p14:tracePt t="117383" x="6613525" y="5938838"/>
          <p14:tracePt t="117396" x="6572250" y="5967413"/>
          <p14:tracePt t="117417" x="6510338" y="6021388"/>
          <p14:tracePt t="117421" x="6443663" y="6096000"/>
          <p14:tracePt t="117431" x="6340475" y="6224588"/>
          <p14:tracePt t="117441" x="6238875" y="6354763"/>
          <p14:tracePt t="117451" x="6137275" y="6497638"/>
          <p14:tracePt t="117465" x="6081713" y="6586538"/>
          <p14:tracePt t="117475" x="6021388" y="6700838"/>
          <p14:tracePt t="117487" x="5980113" y="6783388"/>
          <p14:tracePt t="117498" x="5953125" y="6843713"/>
          <p14:tracePt t="118037" x="0" y="0"/>
        </p14:tracePtLst>
      </p14:laserTraceLst>
    </p:ext>
  </p:extLs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11" name="Title 11"/>
          <p:cNvSpPr>
            <a:spLocks noGrp="1"/>
          </p:cNvSpPr>
          <p:nvPr>
            <p:ph type="title"/>
          </p:nvPr>
        </p:nvSpPr>
        <p:spPr>
          <a:xfrm>
            <a:off x="120250" y="4394003"/>
            <a:ext cx="3455470" cy="1683177"/>
          </a:xfrm>
        </p:spPr>
        <p:txBody>
          <a:bodyPr>
            <a:noAutofit/>
          </a:bodyPr>
          <a:lstStyle/>
          <a:p>
            <a:r>
              <a:rPr dirty="0" lang="en-US" sz="3600"/>
              <a:t>Optimal Asymmetric Encryption Padding (OAEP)</a:t>
            </a:r>
          </a:p>
        </p:txBody>
      </p:sp>
      <p:pic>
        <p:nvPicPr>
          <p:cNvPr descr="Flowchart diagram of OAEP encryption process showing how optional parameter P, seed, message M, hash function H, padding, data block DB, and mask generating function MGF combine to produce the encoded message EM" id="6" name="Picture 5">
            <a:extLst>
              <a:ext uri="{FF2B5EF4-FFF2-40B4-BE49-F238E27FC236}">
                <a16:creationId xmlns:a16="http://schemas.microsoft.com/office/drawing/2014/main" id="{2C54E0AF-067B-1146-B68B-EC08D13A8C9D}"/>
              </a:ext>
            </a:extLst>
          </p:cNvPr>
          <p:cNvPicPr>
            <a:picLocks noChangeAspect="1"/>
          </p:cNvPicPr>
          <p:nvPr/>
        </p:nvPicPr>
        <p:blipFill rotWithShape="1">
          <a:blip r:embed="rId3"/>
          <a:srcRect t="10101"/>
          <a:stretch/>
        </p:blipFill>
        <p:spPr>
          <a:xfrm>
            <a:off x="3148616" y="4905"/>
            <a:ext cx="5894768" cy="6858000"/>
          </a:xfrm>
          <a:prstGeom prst="rect">
            <a:avLst/>
          </a:prstGeom>
        </p:spPr>
      </p:pic>
      <p:sp>
        <p:nvSpPr>
          <p:cNvPr id="7" name="Oval Callout 6">
            <a:extLst>
              <a:ext uri="{FF2B5EF4-FFF2-40B4-BE49-F238E27FC236}">
                <a16:creationId xmlns:a16="http://schemas.microsoft.com/office/drawing/2014/main" id="{A210814E-4C5A-8C46-91FA-2DDE3D61A2E0}"/>
              </a:ext>
            </a:extLst>
          </p:cNvPr>
          <p:cNvSpPr/>
          <p:nvPr/>
        </p:nvSpPr>
        <p:spPr>
          <a:xfrm>
            <a:off x="1631504" y="116632"/>
            <a:ext cx="1944216" cy="1268760"/>
          </a:xfrm>
          <a:prstGeom prst="wedgeEllipseCallout">
            <a:avLst>
              <a:gd fmla="val 122950" name="adj1"/>
              <a:gd fmla="val -22954" name="adj2"/>
            </a:avLst>
          </a:prstGeom>
        </p:spPr>
        <p:style>
          <a:lnRef idx="1">
            <a:schemeClr val="accent1"/>
          </a:lnRef>
          <a:fillRef idx="3">
            <a:schemeClr val="accent1"/>
          </a:fillRef>
          <a:effectRef idx="2">
            <a:schemeClr val="accent1"/>
          </a:effectRef>
          <a:fontRef idx="minor">
            <a:schemeClr val="lt1"/>
          </a:fontRef>
        </p:style>
        <p:txBody>
          <a:bodyPr anchor="ctr" rtlCol="0"/>
          <a:lstStyle/>
          <a:p>
            <a:pPr algn="ctr"/>
            <a:r>
              <a:rPr dirty="0" lang="en-US"/>
              <a:t>Optional parameter</a:t>
            </a:r>
          </a:p>
        </p:txBody>
      </p:sp>
      <p:sp>
        <p:nvSpPr>
          <p:cNvPr id="2" name="Oval Callout 1">
            <a:extLst>
              <a:ext uri="{FF2B5EF4-FFF2-40B4-BE49-F238E27FC236}">
                <a16:creationId xmlns:a16="http://schemas.microsoft.com/office/drawing/2014/main" id="{CFBB3A40-EE48-464A-A3F1-72373CCA7ADA}"/>
              </a:ext>
            </a:extLst>
          </p:cNvPr>
          <p:cNvSpPr/>
          <p:nvPr/>
        </p:nvSpPr>
        <p:spPr>
          <a:xfrm>
            <a:off x="8400256" y="404664"/>
            <a:ext cx="1944216" cy="1268760"/>
          </a:xfrm>
          <a:prstGeom prst="wedgeEllipseCallout">
            <a:avLst>
              <a:gd fmla="val -65177" name="adj1"/>
              <a:gd fmla="val -9570" name="adj2"/>
            </a:avLst>
          </a:prstGeom>
        </p:spPr>
        <p:style>
          <a:lnRef idx="1">
            <a:schemeClr val="accent1"/>
          </a:lnRef>
          <a:fillRef idx="3">
            <a:schemeClr val="accent1"/>
          </a:fillRef>
          <a:effectRef idx="2">
            <a:schemeClr val="accent1"/>
          </a:effectRef>
          <a:fontRef idx="minor">
            <a:schemeClr val="lt1"/>
          </a:fontRef>
        </p:style>
        <p:txBody>
          <a:bodyPr anchor="ctr" rtlCol="0"/>
          <a:lstStyle/>
          <a:p>
            <a:pPr algn="ctr"/>
            <a:r>
              <a:rPr dirty="0" lang="en-US"/>
              <a:t>Message</a:t>
            </a:r>
          </a:p>
        </p:txBody>
      </p:sp>
      <p:sp>
        <p:nvSpPr>
          <p:cNvPr id="8" name="Oval Callout 7">
            <a:extLst>
              <a:ext uri="{FF2B5EF4-FFF2-40B4-BE49-F238E27FC236}">
                <a16:creationId xmlns:a16="http://schemas.microsoft.com/office/drawing/2014/main" id="{B5625278-AABF-0546-A643-C14C102F72AE}"/>
              </a:ext>
            </a:extLst>
          </p:cNvPr>
          <p:cNvSpPr/>
          <p:nvPr/>
        </p:nvSpPr>
        <p:spPr>
          <a:xfrm>
            <a:off x="1631504" y="1497119"/>
            <a:ext cx="1944216" cy="1268760"/>
          </a:xfrm>
          <a:prstGeom prst="wedgeEllipseCallout">
            <a:avLst>
              <a:gd fmla="val 130341" name="adj1"/>
              <a:gd fmla="val -47664" name="adj2"/>
            </a:avLst>
          </a:prstGeom>
        </p:spPr>
        <p:style>
          <a:lnRef idx="1">
            <a:schemeClr val="accent1"/>
          </a:lnRef>
          <a:fillRef idx="3">
            <a:schemeClr val="accent1"/>
          </a:fillRef>
          <a:effectRef idx="2">
            <a:schemeClr val="accent1"/>
          </a:effectRef>
          <a:fontRef idx="minor">
            <a:schemeClr val="lt1"/>
          </a:fontRef>
        </p:style>
        <p:txBody>
          <a:bodyPr anchor="ctr" rtlCol="0"/>
          <a:lstStyle/>
          <a:p>
            <a:pPr algn="ctr"/>
            <a:r>
              <a:rPr dirty="0" lang="en-US"/>
              <a:t>Hash function</a:t>
            </a:r>
          </a:p>
        </p:txBody>
      </p:sp>
      <p:sp>
        <p:nvSpPr>
          <p:cNvPr id="10" name="Oval Callout 9">
            <a:extLst>
              <a:ext uri="{FF2B5EF4-FFF2-40B4-BE49-F238E27FC236}">
                <a16:creationId xmlns:a16="http://schemas.microsoft.com/office/drawing/2014/main" id="{E64EAEC4-C84F-BC44-B269-1B5C46407D49}"/>
              </a:ext>
            </a:extLst>
          </p:cNvPr>
          <p:cNvSpPr/>
          <p:nvPr/>
        </p:nvSpPr>
        <p:spPr>
          <a:xfrm>
            <a:off x="8400256" y="1988840"/>
            <a:ext cx="1944216" cy="1268760"/>
          </a:xfrm>
          <a:prstGeom prst="wedgeEllipseCallout">
            <a:avLst>
              <a:gd fmla="val -65177" name="adj1"/>
              <a:gd fmla="val -9570" name="adj2"/>
            </a:avLst>
          </a:prstGeom>
        </p:spPr>
        <p:style>
          <a:lnRef idx="1">
            <a:schemeClr val="accent1"/>
          </a:lnRef>
          <a:fillRef idx="3">
            <a:schemeClr val="accent1"/>
          </a:fillRef>
          <a:effectRef idx="2">
            <a:schemeClr val="accent1"/>
          </a:effectRef>
          <a:fontRef idx="minor">
            <a:schemeClr val="lt1"/>
          </a:fontRef>
        </p:style>
        <p:txBody>
          <a:bodyPr anchor="ctr" rtlCol="0"/>
          <a:lstStyle/>
          <a:p>
            <a:pPr algn="ctr"/>
            <a:r>
              <a:rPr dirty="0" lang="en-US"/>
              <a:t>Data block</a:t>
            </a:r>
          </a:p>
        </p:txBody>
      </p:sp>
      <p:sp>
        <p:nvSpPr>
          <p:cNvPr id="9" name="Oval Callout 8">
            <a:extLst>
              <a:ext uri="{FF2B5EF4-FFF2-40B4-BE49-F238E27FC236}">
                <a16:creationId xmlns:a16="http://schemas.microsoft.com/office/drawing/2014/main" id="{DAC21FC8-AAB4-F64A-AAB1-71F99A75B454}"/>
              </a:ext>
            </a:extLst>
          </p:cNvPr>
          <p:cNvSpPr/>
          <p:nvPr/>
        </p:nvSpPr>
        <p:spPr>
          <a:xfrm>
            <a:off x="767408" y="2996952"/>
            <a:ext cx="2808312" cy="1268760"/>
          </a:xfrm>
          <a:prstGeom prst="wedgeEllipseCallout">
            <a:avLst>
              <a:gd fmla="val 110340" name="adj1"/>
              <a:gd fmla="val -45605" name="adj2"/>
            </a:avLst>
          </a:prstGeom>
        </p:spPr>
        <p:style>
          <a:lnRef idx="1">
            <a:schemeClr val="accent1"/>
          </a:lnRef>
          <a:fillRef idx="3">
            <a:schemeClr val="accent1"/>
          </a:fillRef>
          <a:effectRef idx="2">
            <a:schemeClr val="accent1"/>
          </a:effectRef>
          <a:fontRef idx="minor">
            <a:schemeClr val="lt1"/>
          </a:fontRef>
        </p:style>
        <p:txBody>
          <a:bodyPr anchor="ctr" rtlCol="0"/>
          <a:lstStyle/>
          <a:p>
            <a:pPr algn="ctr"/>
            <a:r>
              <a:rPr dirty="0" lang="en-US"/>
              <a:t>Mask generating function (a kind of hash function)</a:t>
            </a:r>
          </a:p>
        </p:txBody>
      </p:sp>
      <p:sp>
        <p:nvSpPr>
          <p:cNvPr id="3" name="TextBox 2">
            <a:extLst>
              <a:ext uri="{FF2B5EF4-FFF2-40B4-BE49-F238E27FC236}">
                <a16:creationId xmlns:a16="http://schemas.microsoft.com/office/drawing/2014/main" id="{9A9B8B32-2ACD-AC03-715C-F702B0589AAF}"/>
              </a:ext>
            </a:extLst>
          </p:cNvPr>
          <p:cNvSpPr txBox="1"/>
          <p:nvPr/>
        </p:nvSpPr>
        <p:spPr>
          <a:xfrm>
            <a:off x="-69431" y="6614891"/>
            <a:ext cx="9163086" cy="261610"/>
          </a:xfrm>
          <a:prstGeom prst="rect">
            <a:avLst/>
          </a:prstGeom>
          <a:noFill/>
        </p:spPr>
        <p:txBody>
          <a:bodyPr rtlCol="0" wrap="none">
            <a:spAutoFit/>
          </a:bodyPr>
          <a:lstStyle/>
          <a:p>
            <a:r>
              <a:rPr dirty="0" lang="en-US" sz="1100"/>
              <a:t>*Figure resource: Stallings, William. Cryptography and Network Security: Principles and Practice, 7th ed. England: Pearson Education Limited, 2017. </a:t>
            </a:r>
          </a:p>
        </p:txBody>
      </p:sp>
    </p:spTree>
  </p:cSld>
  <p:clrMapOvr>
    <a:masterClrMapping/>
  </p:clrMapOvr>
  <p:transition advTm="287562">
    <p:dissolve/>
  </p:transition>
  <p:extLst>
    <p:ext uri="{3A86A75C-4F4B-4683-9AE1-C65F6400EC91}">
      <p14:laserTraceLst xmlns:p14="http://schemas.microsoft.com/office/powerpoint/2010/main">
        <p14:tracePtLst>
          <p14:tracePt t="6373" x="4586288" y="6783388"/>
          <p14:tracePt t="6384" x="4946650" y="6673850"/>
          <p14:tracePt t="6395" x="5232400" y="6586538"/>
          <p14:tracePt t="6407" x="5619750" y="6483350"/>
          <p14:tracePt t="6420" x="5911850" y="6429375"/>
          <p14:tracePt t="6429" x="6096000" y="6396038"/>
          <p14:tracePt t="6442" x="6184900" y="6381750"/>
          <p14:tracePt t="6454" x="6253163" y="6381750"/>
          <p14:tracePt t="6463" x="6280150" y="6381750"/>
          <p14:tracePt t="6487" x="6265863" y="6381750"/>
          <p14:tracePt t="6935" x="6280150" y="6381750"/>
          <p14:tracePt t="6980" x="6300788" y="6381750"/>
          <p14:tracePt t="7037" x="6313488" y="6381750"/>
          <p14:tracePt t="7171" x="6300788" y="6381750"/>
          <p14:tracePt t="7183" x="6265863" y="6381750"/>
          <p14:tracePt t="7194" x="6238875" y="6381750"/>
          <p14:tracePt t="7206" x="6197600" y="6381750"/>
          <p14:tracePt t="7219" x="6122988" y="6381750"/>
          <p14:tracePt t="7228" x="6021388" y="6381750"/>
          <p14:tracePt t="7240" x="5926138" y="6381750"/>
          <p14:tracePt t="7253" x="5851525" y="6381750"/>
          <p14:tracePt t="7263" x="5762625" y="6381750"/>
          <p14:tracePt t="7273" x="5694363" y="6381750"/>
          <p14:tracePt t="7295" x="5667375" y="6381750"/>
          <p14:tracePt t="7298" x="5634038" y="6381750"/>
          <p14:tracePt t="7308" x="5605463" y="6381750"/>
          <p14:tracePt t="7319" x="5592763" y="6381750"/>
          <p14:tracePt t="7330" x="5592763" y="6367463"/>
          <p14:tracePt t="7341" x="5578475" y="6367463"/>
          <p14:tracePt t="7353" x="5565775" y="6367463"/>
          <p14:tracePt t="7374" x="5551488" y="6367463"/>
          <p14:tracePt t="7397" x="5538788" y="6367463"/>
          <p14:tracePt t="7419" x="5518150" y="6367463"/>
          <p14:tracePt t="7486" x="5538788" y="6367463"/>
          <p14:tracePt t="7498" x="5551488" y="6367463"/>
          <p14:tracePt t="7511" x="5565775" y="6367463"/>
          <p14:tracePt t="7521" x="5592763" y="6367463"/>
          <p14:tracePt t="7533" x="5605463" y="6367463"/>
          <p14:tracePt t="7554" x="5619750" y="6367463"/>
          <p14:tracePt t="7621" x="5605463" y="6367463"/>
          <p14:tracePt t="7633" x="5592763" y="6367463"/>
          <p14:tracePt t="7645" x="5578475" y="6367463"/>
          <p14:tracePt t="7656" x="5551488" y="6381750"/>
          <p14:tracePt t="7668" x="5538788" y="6381750"/>
          <p14:tracePt t="7680" x="5503863" y="6381750"/>
          <p14:tracePt t="7690" x="5476875" y="6381750"/>
          <p14:tracePt t="7702" x="5449888" y="6381750"/>
          <p14:tracePt t="7713" x="5422900" y="6381750"/>
          <p14:tracePt t="7725" x="5408613" y="6381750"/>
          <p14:tracePt t="7736" x="5387975" y="6381750"/>
          <p14:tracePt t="7747" x="5375275" y="6381750"/>
          <p14:tracePt t="7857" x="5387975" y="6381750"/>
          <p14:tracePt t="7870" x="5408613" y="6381750"/>
          <p14:tracePt t="7880" x="5435600" y="6381750"/>
          <p14:tracePt t="7894" x="5449888" y="6381750"/>
          <p14:tracePt t="7925" x="5435600" y="6381750"/>
          <p14:tracePt t="8162" x="5435600" y="6396038"/>
          <p14:tracePt t="8173" x="5462588" y="6396038"/>
          <p14:tracePt t="8185" x="5491163" y="6396038"/>
          <p14:tracePt t="8197" x="5503863" y="6396038"/>
          <p14:tracePt t="8274" x="5518150" y="6396038"/>
          <p14:tracePt t="8297" x="5538788" y="6396038"/>
          <p14:tracePt t="8309" x="5551488" y="6396038"/>
          <p14:tracePt t="8321" x="5592763" y="6396038"/>
          <p14:tracePt t="8342" x="5619750" y="6408738"/>
          <p14:tracePt t="8345" x="5681663" y="6408738"/>
          <p14:tracePt t="8356" x="5748338" y="6408738"/>
          <p14:tracePt t="8365" x="5810250" y="6408738"/>
          <p14:tracePt t="8376" x="5891213" y="6429375"/>
          <p14:tracePt t="8389" x="5980113" y="6429375"/>
          <p14:tracePt t="8399" x="6054725" y="6443663"/>
          <p14:tracePt t="8410" x="6122988" y="6443663"/>
          <p14:tracePt t="8424" x="6197600" y="6443663"/>
          <p14:tracePt t="8433" x="6253163" y="6456363"/>
          <p14:tracePt t="8443" x="6300788" y="6456363"/>
          <p14:tracePt t="8456" x="6327775" y="6456363"/>
          <p14:tracePt t="8466" x="6367463" y="6456363"/>
          <p14:tracePt t="8478" x="6396038" y="6456363"/>
          <p14:tracePt t="8489" x="6429375" y="6456363"/>
          <p14:tracePt t="8500" x="6456363" y="6456363"/>
          <p14:tracePt t="8511" x="6483350" y="6456363"/>
          <p14:tracePt t="8522" x="6524625" y="6456363"/>
          <p14:tracePt t="8533" x="6557963" y="6456363"/>
          <p14:tracePt t="8545" x="6586538" y="6456363"/>
          <p14:tracePt t="8556" x="6626225" y="6456363"/>
          <p14:tracePt t="8567" x="6673850" y="6456363"/>
          <p14:tracePt t="8579" x="6700838" y="6456363"/>
          <p14:tracePt t="8590" x="6742113" y="6456363"/>
          <p14:tracePt t="8600" x="6783388" y="6456363"/>
          <p14:tracePt t="8612" x="6831013" y="6470650"/>
          <p14:tracePt t="8624" x="6884988" y="6470650"/>
          <p14:tracePt t="8634" x="6973888" y="6470650"/>
          <p14:tracePt t="8646" x="7042150" y="6470650"/>
          <p14:tracePt t="8657" x="7102475" y="6470650"/>
          <p14:tracePt t="8668" x="7191375" y="6470650"/>
          <p14:tracePt t="8680" x="7259638" y="6470650"/>
          <p14:tracePt t="8691" x="7319963" y="6470650"/>
          <p14:tracePt t="8702" x="7388225" y="6470650"/>
          <p14:tracePt t="8713" x="7462838" y="6470650"/>
          <p14:tracePt t="8724" x="7531100" y="6470650"/>
          <p14:tracePt t="8736" x="7593013" y="6470650"/>
          <p14:tracePt t="8747" x="7673975" y="6470650"/>
          <p14:tracePt t="8758" x="7735888" y="6470650"/>
          <p14:tracePt t="8770" x="7804150" y="6470650"/>
          <p14:tracePt t="8780" x="7837488" y="6470650"/>
          <p14:tracePt t="8792" x="7891463" y="6470650"/>
          <p14:tracePt t="8804" x="7920038" y="6470650"/>
          <p14:tracePt t="8814" x="7953375" y="6470650"/>
          <p14:tracePt t="8826" x="7967663" y="6470650"/>
          <p14:tracePt t="8838" x="7980363" y="6470650"/>
          <p14:tracePt t="9219" x="7967663" y="6470650"/>
          <p14:tracePt t="9230" x="7932738" y="6470650"/>
          <p14:tracePt t="9253" x="7864475" y="6470650"/>
          <p14:tracePt t="9256" x="7721600" y="6456363"/>
          <p14:tracePt t="9265" x="7531100" y="6443663"/>
          <p14:tracePt t="9278" x="7361238" y="6429375"/>
          <p14:tracePt t="9288" x="7158038" y="6429375"/>
          <p14:tracePt t="9298" x="6959600" y="6408738"/>
          <p14:tracePt t="9313" x="6843713" y="6408738"/>
          <p14:tracePt t="9323" x="6715125" y="6396038"/>
          <p14:tracePt t="9332" x="6586538" y="6396038"/>
          <p14:tracePt t="9345" x="6483350" y="6381750"/>
          <p14:tracePt t="9356" x="6429375" y="6381750"/>
          <p14:tracePt t="9367" x="6367463" y="6367463"/>
          <p14:tracePt t="9388" x="6327775" y="6367463"/>
          <p14:tracePt t="9391" x="6300788" y="6367463"/>
          <p14:tracePt t="9400" x="6280150" y="6367463"/>
          <p14:tracePt t="9413" x="6253163" y="6367463"/>
          <p14:tracePt t="9423" x="6238875" y="6367463"/>
          <p14:tracePt t="9455" x="6224588" y="6367463"/>
          <p14:tracePt t="10649" x="6238875" y="6367463"/>
          <p14:tracePt t="10660" x="6265863" y="6367463"/>
          <p14:tracePt t="10672" x="6313488" y="6367463"/>
          <p14:tracePt t="10683" x="6340475" y="6367463"/>
          <p14:tracePt t="10693" x="6381750" y="6367463"/>
          <p14:tracePt t="10705" x="6429375" y="6367463"/>
          <p14:tracePt t="10717" x="6483350" y="6367463"/>
          <p14:tracePt t="10727" x="6545263" y="6381750"/>
          <p14:tracePt t="10740" x="6586538" y="6381750"/>
          <p14:tracePt t="10750" x="6640513" y="6381750"/>
          <p14:tracePt t="10761" x="6673850" y="6381750"/>
          <p14:tracePt t="10772" x="6729413" y="6381750"/>
          <p14:tracePt t="10784" x="6756400" y="6381750"/>
          <p14:tracePt t="10794" x="6783388" y="6381750"/>
          <p14:tracePt t="10806" x="6816725" y="6381750"/>
          <p14:tracePt t="10818" x="6831013" y="6381750"/>
          <p14:tracePt t="10828" x="6843713" y="6381750"/>
          <p14:tracePt t="10840" x="6858000" y="6381750"/>
          <p14:tracePt t="10862" x="6872288" y="6381750"/>
          <p14:tracePt t="10884" x="6884988" y="6381750"/>
          <p14:tracePt t="10974" x="6899275" y="6381750"/>
          <p14:tracePt t="10986" x="6911975" y="6381750"/>
          <p14:tracePt t="10997" x="6946900" y="6396038"/>
          <p14:tracePt t="11010" x="6986588" y="6396038"/>
          <p14:tracePt t="11021" x="7015163" y="6396038"/>
          <p14:tracePt t="11030" x="7062788" y="6408738"/>
          <p14:tracePt t="11043" x="7102475" y="6429375"/>
          <p14:tracePt t="11054" x="7143750" y="6429375"/>
          <p14:tracePt t="11065" x="7191375" y="6443663"/>
          <p14:tracePt t="11077" x="7232650" y="6443663"/>
          <p14:tracePt t="11087" x="7272338" y="6443663"/>
          <p14:tracePt t="11098" x="7307263" y="6443663"/>
          <p14:tracePt t="11110" x="7361238" y="6443663"/>
          <p14:tracePt t="11121" x="7402513" y="6456363"/>
          <p14:tracePt t="11132" x="7450138" y="6456363"/>
          <p14:tracePt t="11144" x="7477125" y="6456363"/>
          <p14:tracePt t="11155" x="7504113" y="6456363"/>
          <p14:tracePt t="11165" x="7531100" y="6456363"/>
          <p14:tracePt t="11177" x="7545388" y="6456363"/>
          <p14:tracePt t="11188" x="7566025" y="6456363"/>
          <p14:tracePt t="11199" x="7578725" y="6456363"/>
          <p14:tracePt t="11289" x="7593013" y="6456363"/>
          <p14:tracePt t="11301" x="7605713" y="6456363"/>
          <p14:tracePt t="11312" x="7634288" y="6456363"/>
          <p14:tracePt t="11323" x="7673975" y="6456363"/>
          <p14:tracePt t="11334" x="7721600" y="6456363"/>
          <p14:tracePt t="11346" x="7748588" y="6456363"/>
          <p14:tracePt t="11357" x="7824788" y="6470650"/>
          <p14:tracePt t="11368" x="7891463" y="6470650"/>
          <p14:tracePt t="11380" x="7967663" y="6470650"/>
          <p14:tracePt t="11391" x="8021638" y="6470650"/>
          <p14:tracePt t="11403" x="8096250" y="6470650"/>
          <p14:tracePt t="11413" x="8150225" y="6483350"/>
          <p14:tracePt t="11426" x="8197850" y="6483350"/>
          <p14:tracePt t="11437" x="8239125" y="6483350"/>
          <p14:tracePt t="11447" x="8280400" y="6483350"/>
          <p14:tracePt t="11459" x="8307388" y="6497638"/>
          <p14:tracePt t="11471" x="8340725" y="6497638"/>
          <p14:tracePt t="11492" x="8367713" y="6497638"/>
          <p14:tracePt t="11493" x="8408988" y="6497638"/>
          <p14:tracePt t="11504" x="8423275" y="6497638"/>
          <p14:tracePt t="11514" x="8435975" y="6497638"/>
          <p14:tracePt t="11526" x="8470900" y="6497638"/>
          <p14:tracePt t="11537" x="8483600" y="6497638"/>
          <p14:tracePt t="11548" x="8510588" y="6497638"/>
          <p14:tracePt t="11560" x="8524875" y="6497638"/>
          <p14:tracePt t="11571" x="8551863" y="6497638"/>
          <p14:tracePt t="11582" x="8599488" y="6497638"/>
          <p14:tracePt t="11594" x="8613775" y="6483350"/>
          <p14:tracePt t="11605" x="8640763" y="6483350"/>
          <p14:tracePt t="11616" x="8667750" y="6483350"/>
          <p14:tracePt t="11628" x="8694738" y="6470650"/>
          <p14:tracePt t="11639" x="8715375" y="6470650"/>
          <p14:tracePt t="11649" x="8729663" y="6456363"/>
          <p14:tracePt t="11672" x="8742363" y="6443663"/>
          <p14:tracePt t="11683" x="8756650" y="6429375"/>
          <p14:tracePt t="11696" x="8756650" y="6396038"/>
          <p14:tracePt t="11706" x="8769350" y="6381750"/>
          <p14:tracePt t="11717" x="8769350" y="6367463"/>
          <p14:tracePt t="11729" x="8769350" y="6340475"/>
          <p14:tracePt t="11740" x="8769350" y="6313488"/>
          <p14:tracePt t="11751" x="8769350" y="6280150"/>
          <p14:tracePt t="11762" x="8769350" y="6265863"/>
          <p14:tracePt t="11773" x="8769350" y="6238875"/>
          <p14:tracePt t="11784" x="8769350" y="6224588"/>
          <p14:tracePt t="11796" x="8769350" y="6211888"/>
          <p14:tracePt t="11819" x="8769350" y="6197600"/>
          <p14:tracePt t="11840" x="8756650" y="6184900"/>
          <p14:tracePt t="11863" x="8742363" y="6170613"/>
          <p14:tracePt t="11876" x="8729663" y="6149975"/>
          <p14:tracePt t="11888" x="8694738" y="6149975"/>
          <p14:tracePt t="11898" x="8682038" y="6149975"/>
          <p14:tracePt t="11910" x="8640763" y="6137275"/>
          <p14:tracePt t="11921" x="8613775" y="6137275"/>
          <p14:tracePt t="11931" x="8551863" y="6122988"/>
          <p14:tracePt t="11944" x="8483600" y="6110288"/>
          <p14:tracePt t="11955" x="8408988" y="6096000"/>
          <p14:tracePt t="11965" x="8355013" y="6096000"/>
          <p14:tracePt t="11977" x="8253413" y="6096000"/>
          <p14:tracePt t="11988" x="8137525" y="6096000"/>
          <p14:tracePt t="11998" x="8007350" y="6096000"/>
          <p14:tracePt t="12010" x="7905750" y="6081713"/>
          <p14:tracePt t="12021" x="7789863" y="6081713"/>
          <p14:tracePt t="12032" x="7673975" y="6081713"/>
          <p14:tracePt t="12043" x="7605713" y="6069013"/>
          <p14:tracePt t="12055" x="7491413" y="6069013"/>
          <p14:tracePt t="12066" x="7402513" y="6069013"/>
          <p14:tracePt t="12077" x="7319963" y="6054725"/>
          <p14:tracePt t="12088" x="7259638" y="6042025"/>
          <p14:tracePt t="12099" x="7191375" y="6042025"/>
          <p14:tracePt t="12112" x="7116763" y="6021388"/>
          <p14:tracePt t="12122" x="7042150" y="6021388"/>
          <p14:tracePt t="12133" x="7000875" y="6007100"/>
          <p14:tracePt t="12145" x="6946900" y="6007100"/>
          <p14:tracePt t="12156" x="6884988" y="6007100"/>
          <p14:tracePt t="12167" x="6831013" y="6007100"/>
          <p14:tracePt t="12179" x="6769100" y="6007100"/>
          <p14:tracePt t="12191" x="6688138" y="6007100"/>
          <p14:tracePt t="12201" x="6613525" y="6007100"/>
          <p14:tracePt t="12212" x="6557963" y="6007100"/>
          <p14:tracePt t="12223" x="6456363" y="6007100"/>
          <p14:tracePt t="12234" x="6367463" y="6007100"/>
          <p14:tracePt t="12246" x="6265863" y="6007100"/>
          <p14:tracePt t="12257" x="6197600" y="6007100"/>
          <p14:tracePt t="12269" x="6110288" y="6007100"/>
          <p14:tracePt t="12280" x="6021388" y="5994400"/>
          <p14:tracePt t="12292" x="5967413" y="5994400"/>
          <p14:tracePt t="12303" x="5878513" y="5994400"/>
          <p14:tracePt t="12313" x="5810250" y="5994400"/>
          <p14:tracePt t="12325" x="5748338" y="5994400"/>
          <p14:tracePt t="12337" x="5694363" y="5994400"/>
          <p14:tracePt t="12347" x="5634038" y="5994400"/>
          <p14:tracePt t="12358" x="5565775" y="5980113"/>
          <p14:tracePt t="12371" x="5503863" y="5980113"/>
          <p14:tracePt t="12381" x="5449888" y="5980113"/>
          <p14:tracePt t="12392" x="5387975" y="5980113"/>
          <p14:tracePt t="12404" x="5348288" y="5980113"/>
          <p14:tracePt t="12414" x="5319713" y="5980113"/>
          <p14:tracePt t="12426" x="5280025" y="5980113"/>
          <p14:tracePt t="12437" x="5245100" y="5980113"/>
          <p14:tracePt t="12448" x="5232400" y="5980113"/>
          <p14:tracePt t="12460" x="5218113" y="5980113"/>
          <p14:tracePt t="12471" x="5205413" y="5980113"/>
          <p14:tracePt t="12549" x="5205413" y="5994400"/>
          <p14:tracePt t="12572" x="5218113" y="5994400"/>
          <p14:tracePt t="12605" x="5218113" y="6007100"/>
          <p14:tracePt t="12617" x="5232400" y="6007100"/>
          <p14:tracePt t="12629" x="5232400" y="6021388"/>
          <p14:tracePt t="12640" x="5232400" y="6042025"/>
          <p14:tracePt t="12651" x="5245100" y="6054725"/>
          <p14:tracePt t="12663" x="5245100" y="6081713"/>
          <p14:tracePt t="12674" x="5245100" y="6110288"/>
          <p14:tracePt t="12684" x="5245100" y="6149975"/>
          <p14:tracePt t="12696" x="5232400" y="6197600"/>
          <p14:tracePt t="12708" x="5218113" y="6224588"/>
          <p14:tracePt t="12718" x="5218113" y="6265863"/>
          <p14:tracePt t="12729" x="5205413" y="6280150"/>
          <p14:tracePt t="12742" x="5205413" y="6300788"/>
          <p14:tracePt t="12755" x="5205413" y="6313488"/>
          <p14:tracePt t="12887" x="5232400" y="6313488"/>
          <p14:tracePt t="12898" x="5259388" y="6313488"/>
          <p14:tracePt t="12910" x="5307013" y="6327775"/>
          <p14:tracePt t="12920" x="5387975" y="6340475"/>
          <p14:tracePt t="12932" x="5551488" y="6354763"/>
          <p14:tracePt t="12944" x="5762625" y="6381750"/>
          <p14:tracePt t="12954" x="5980113" y="6408738"/>
          <p14:tracePt t="12966" x="6300788" y="6429375"/>
          <p14:tracePt t="12978" x="6613525" y="6456363"/>
          <p14:tracePt t="12988" x="6843713" y="6470650"/>
          <p14:tracePt t="13000" x="7143750" y="6483350"/>
          <p14:tracePt t="13012" x="7450138" y="6483350"/>
          <p14:tracePt t="13022" x="7735888" y="6510338"/>
          <p14:tracePt t="13034" x="7932738" y="6524625"/>
          <p14:tracePt t="13045" x="8164513" y="6524625"/>
          <p14:tracePt t="13056" x="8382000" y="6545263"/>
          <p14:tracePt t="13067" x="8539163" y="6545263"/>
          <p14:tracePt t="13079" x="8653463" y="6545263"/>
          <p14:tracePt t="13089" x="8756650" y="6545263"/>
          <p14:tracePt t="13101" x="8843963" y="6545263"/>
          <p14:tracePt t="13112" x="8899525" y="6545263"/>
          <p14:tracePt t="13123" x="8959850" y="6545263"/>
          <p14:tracePt t="13134" x="9001125" y="6545263"/>
          <p14:tracePt t="13146" x="9028113" y="6545263"/>
          <p14:tracePt t="13168" x="9042400" y="6545263"/>
          <p14:tracePt t="13180" x="9069388" y="6545263"/>
          <p14:tracePt t="13190" x="9090025" y="6557963"/>
          <p14:tracePt t="13202" x="9102725" y="6557963"/>
          <p14:tracePt t="13214" x="9129713" y="6557963"/>
          <p14:tracePt t="13224" x="9144000" y="6572250"/>
          <p14:tracePt t="13247" x="9158288" y="6572250"/>
          <p14:tracePt t="13370" x="9158288" y="6557963"/>
          <p14:tracePt t="13393" x="9158288" y="6545263"/>
          <p14:tracePt t="13404" x="9158288" y="6510338"/>
          <p14:tracePt t="13417" x="9158288" y="6483350"/>
          <p14:tracePt t="13428" x="9158288" y="6456363"/>
          <p14:tracePt t="13439" x="9158288" y="6408738"/>
          <p14:tracePt t="13450" x="9158288" y="6396038"/>
          <p14:tracePt t="13462" x="9158288" y="6354763"/>
          <p14:tracePt t="13473" x="9170988" y="6340475"/>
          <p14:tracePt t="13484" x="9170988" y="6327775"/>
          <p14:tracePt t="13496" x="9170988" y="6313488"/>
          <p14:tracePt t="13507" x="9170988" y="6300788"/>
          <p14:tracePt t="13708" x="9144000" y="6300788"/>
          <p14:tracePt t="13719" x="9117013" y="6300788"/>
          <p14:tracePt t="13731" x="9069388" y="6300788"/>
          <p14:tracePt t="13742" x="8986838" y="6280150"/>
          <p14:tracePt t="13755" x="8885238" y="6280150"/>
          <p14:tracePt t="13765" x="8742363" y="6265863"/>
          <p14:tracePt t="13776" x="8599488" y="6253163"/>
          <p14:tracePt t="13788" x="8355013" y="6253163"/>
          <p14:tracePt t="13799" x="8048625" y="6238875"/>
          <p14:tracePt t="13810" x="7762875" y="6238875"/>
          <p14:tracePt t="13821" x="7319963" y="6224588"/>
          <p14:tracePt t="13833" x="6858000" y="6197600"/>
          <p14:tracePt t="13843" x="6443663" y="6170613"/>
          <p14:tracePt t="13854" x="6197600" y="6149975"/>
          <p14:tracePt t="13867" x="5938838" y="6137275"/>
          <p14:tracePt t="13877" x="5748338" y="6122988"/>
          <p14:tracePt t="13889" x="5634038" y="6110288"/>
          <p14:tracePt t="13901" x="5578475" y="6110288"/>
          <p14:tracePt t="13911" x="5538788" y="6096000"/>
          <p14:tracePt t="13923" x="5518150" y="6096000"/>
          <p14:tracePt t="13935" x="5503863" y="6096000"/>
          <p14:tracePt t="14664" x="5503863" y="6081713"/>
          <p14:tracePt t="14667" x="5491163" y="6081713"/>
          <p14:tracePt t="14676" x="5476875" y="6081713"/>
          <p14:tracePt t="15125" x="5491163" y="6081713"/>
          <p14:tracePt t="15137" x="5518150" y="6096000"/>
          <p14:tracePt t="15193" x="5538788" y="6110288"/>
          <p14:tracePt t="15227" x="5551488" y="6110288"/>
          <p14:tracePt t="15249" x="5565775" y="6110288"/>
          <p14:tracePt t="15262" x="5592763" y="6096000"/>
          <p14:tracePt t="15272" x="5646738" y="6096000"/>
          <p14:tracePt t="15283" x="5810250" y="6042025"/>
          <p14:tracePt t="15295" x="6096000" y="5953125"/>
          <p14:tracePt t="15306" x="6557963" y="5748338"/>
          <p14:tracePt t="15317" x="6959600" y="5551488"/>
          <p14:tracePt t="15329" x="7566025" y="5218113"/>
          <p14:tracePt t="15340" x="8164513" y="4884738"/>
          <p14:tracePt t="15351" x="8599488" y="4625975"/>
          <p14:tracePt t="15362" x="9028113" y="4340225"/>
          <p14:tracePt t="15373" x="9313863" y="4170363"/>
          <p14:tracePt t="15386" x="9456738" y="4054475"/>
          <p14:tracePt t="15396" x="9504363" y="4014788"/>
          <p14:tracePt t="15408" x="9491663" y="3967163"/>
          <p14:tracePt t="15632" x="9491663" y="3979863"/>
          <p14:tracePt t="15643" x="9491663" y="3967163"/>
          <p14:tracePt t="15655" x="9504363" y="3967163"/>
          <p14:tracePt t="15688" x="9518650" y="3967163"/>
          <p14:tracePt t="15691" x="9531350" y="3967163"/>
          <p14:tracePt t="15700" x="9572625" y="3967163"/>
          <p14:tracePt t="15707" x="9593263" y="3967163"/>
          <p14:tracePt t="15711" x="9605963" y="3952875"/>
          <p14:tracePt t="15726" x="9620250" y="3938588"/>
          <p14:tracePt t="15736" x="9620250" y="3898900"/>
          <p14:tracePt t="15745" x="9634538" y="3836988"/>
          <p14:tracePt t="15758" x="9661525" y="3756025"/>
          <p14:tracePt t="15768" x="9674225" y="3652838"/>
          <p14:tracePt t="15779" x="9688513" y="3449638"/>
          <p14:tracePt t="15792" x="9688513" y="3176588"/>
          <p14:tracePt t="15802" x="9661525" y="2878138"/>
          <p14:tracePt t="15813" x="9593263" y="2633663"/>
          <p14:tracePt t="15824" x="9444038" y="2312988"/>
          <p14:tracePt t="15834" x="9245600" y="1985963"/>
          <p14:tracePt t="15846" x="9090025" y="1782763"/>
          <p14:tracePt t="15857" x="8899525" y="1612900"/>
          <p14:tracePt t="15868" x="8756650" y="1482725"/>
          <p14:tracePt t="15881" x="8653463" y="1408113"/>
          <p14:tracePt t="15892" x="8586788" y="1381125"/>
          <p14:tracePt t="15902" x="8483600" y="1354138"/>
          <p14:tracePt t="15914" x="8367713" y="1339850"/>
          <p14:tracePt t="15925" x="8253413" y="1354138"/>
          <p14:tracePt t="15936" x="8150225" y="1366838"/>
          <p14:tracePt t="15948" x="8034338" y="1395413"/>
          <p14:tracePt t="15959" x="7967663" y="1408113"/>
          <p14:tracePt t="16352" x="7980363" y="1408113"/>
          <p14:tracePt t="16453" x="7994650" y="1422400"/>
          <p14:tracePt t="16588" x="7994650" y="1408113"/>
          <p14:tracePt t="16621" x="7994650" y="1395413"/>
          <p14:tracePt t="16666" x="7967663" y="1395413"/>
          <p14:tracePt t="16678" x="7932738" y="1395413"/>
          <p14:tracePt t="16689" x="7920038" y="1395413"/>
          <p14:tracePt t="16847" x="7932738" y="1395413"/>
          <p14:tracePt t="16858" x="7967663" y="1395413"/>
          <p14:tracePt t="16869" x="7980363" y="1395413"/>
          <p14:tracePt t="16883" x="7980363" y="1381125"/>
          <p14:tracePt t="16925" x="7980363" y="1366838"/>
          <p14:tracePt t="16948" x="7980363" y="1354138"/>
          <p14:tracePt t="16982" x="7980363" y="1339850"/>
          <p14:tracePt t="16994" x="7994650" y="1319213"/>
          <p14:tracePt t="17005" x="7994650" y="1306513"/>
          <p14:tracePt t="17027" x="7994650" y="1292225"/>
          <p14:tracePt t="17038" x="7994650" y="1279525"/>
          <p14:tracePt t="17061" x="7994650" y="1265238"/>
          <p14:tracePt t="17072" x="7980363" y="1265238"/>
          <p14:tracePt t="17094" x="7953375" y="1265238"/>
          <p14:tracePt t="17106" x="7905750" y="1265238"/>
          <p14:tracePt t="17118" x="7878763" y="1265238"/>
          <p14:tracePt t="17252" x="7905750" y="1265238"/>
          <p14:tracePt t="17263" x="7932738" y="1265238"/>
          <p14:tracePt t="17274" x="7953375" y="1265238"/>
          <p14:tracePt t="17297" x="7953375" y="1252538"/>
          <p14:tracePt t="17308" x="7932738" y="1238250"/>
          <p14:tracePt t="17332" x="7920038" y="1223963"/>
          <p14:tracePt t="17342" x="7905750" y="1211263"/>
          <p14:tracePt t="17346" x="7891463" y="1176338"/>
          <p14:tracePt t="17356" x="7878763" y="1149350"/>
          <p14:tracePt t="17364" x="7878763" y="1122363"/>
          <p14:tracePt t="17377" x="7878763" y="1074738"/>
          <p14:tracePt t="17389" x="7878763" y="1033463"/>
          <p14:tracePt t="17399" x="7864475" y="993775"/>
          <p14:tracePt t="17410" x="7864475" y="966788"/>
          <p14:tracePt t="17423" x="7864475" y="931863"/>
          <p14:tracePt t="17433" x="7864475" y="904875"/>
          <p14:tracePt t="17444" x="7851775" y="877888"/>
          <p14:tracePt t="17456" x="7851775" y="863600"/>
          <p14:tracePt t="17466" x="7837488" y="836613"/>
          <p14:tracePt t="17478" x="7789863" y="815975"/>
          <p14:tracePt t="17489" x="7777163" y="803275"/>
          <p14:tracePt t="17500" x="7748588" y="788988"/>
          <p14:tracePt t="17512" x="7721600" y="788988"/>
          <p14:tracePt t="17523" x="7673975" y="803275"/>
          <p14:tracePt t="17533" x="7646988" y="803275"/>
          <p14:tracePt t="17545" x="7620000" y="836613"/>
          <p14:tracePt t="17556" x="7578725" y="877888"/>
          <p14:tracePt t="17567" x="7545388" y="919163"/>
          <p14:tracePt t="17579" x="7545388" y="979488"/>
          <p14:tracePt t="17590" x="7545388" y="1033463"/>
          <p14:tracePt t="17601" x="7545388" y="1074738"/>
          <p14:tracePt t="17612" x="7566025" y="1109663"/>
          <p14:tracePt t="17624" x="7593013" y="1136650"/>
          <p14:tracePt t="17634" x="7620000" y="1149350"/>
          <p14:tracePt t="17646" x="7661275" y="1163638"/>
          <p14:tracePt t="17657" x="7694613" y="1163638"/>
          <p14:tracePt t="17668" x="7735888" y="1163638"/>
          <p14:tracePt t="17680" x="7789863" y="1149350"/>
          <p14:tracePt t="17691" x="7824788" y="1122363"/>
          <p14:tracePt t="17702" x="7864475" y="1062038"/>
          <p14:tracePt t="17714" x="7878763" y="1006475"/>
          <p14:tracePt t="17724" x="7878763" y="931863"/>
          <p14:tracePt t="17735" x="7864475" y="890588"/>
          <p14:tracePt t="17747" x="7804150" y="836613"/>
          <p14:tracePt t="17759" x="7735888" y="788988"/>
          <p14:tracePt t="17780" x="7661275" y="762000"/>
          <p14:tracePt t="17784" x="7605713" y="762000"/>
          <p14:tracePt t="17792" x="7518400" y="762000"/>
          <p14:tracePt t="17807" x="7450138" y="788988"/>
          <p14:tracePt t="17816" x="7402513" y="815975"/>
          <p14:tracePt t="17827" x="7361238" y="877888"/>
          <p14:tracePt t="17839" x="7348538" y="919163"/>
          <p14:tracePt t="17848" x="7348538" y="946150"/>
          <p14:tracePt t="17859" x="7348538" y="979488"/>
          <p14:tracePt t="17872" x="7361238" y="1006475"/>
          <p14:tracePt t="17882" x="7402513" y="1020763"/>
          <p14:tracePt t="17894" x="7450138" y="1033463"/>
          <p14:tracePt t="17905" x="7491413" y="1033463"/>
          <p14:tracePt t="17916" x="7566025" y="1033463"/>
          <p14:tracePt t="17927" x="7620000" y="1006475"/>
          <p14:tracePt t="17939" x="7661275" y="993775"/>
          <p14:tracePt t="17949" x="7694613" y="946150"/>
          <p14:tracePt t="17961" x="7708900" y="890588"/>
          <p14:tracePt t="17972" x="7708900" y="836613"/>
          <p14:tracePt t="17983" x="7694613" y="788988"/>
          <p14:tracePt t="17995" x="7646988" y="735013"/>
          <p14:tracePt t="18006" x="7578725" y="687388"/>
          <p14:tracePt t="18017" x="7518400" y="673100"/>
          <p14:tracePt t="18029" x="7462838" y="673100"/>
          <p14:tracePt t="18040" x="7402513" y="673100"/>
          <p14:tracePt t="18051" x="7348538" y="687388"/>
          <p14:tracePt t="18063" x="7319963" y="720725"/>
          <p14:tracePt t="18074" x="7286625" y="762000"/>
          <p14:tracePt t="18084" x="7272338" y="815975"/>
          <p14:tracePt t="18096" x="7272338" y="863600"/>
          <p14:tracePt t="18107" x="7286625" y="890588"/>
          <p14:tracePt t="18118" x="7307263" y="919163"/>
          <p14:tracePt t="18130" x="7334250" y="946150"/>
          <p14:tracePt t="18141" x="7361238" y="966788"/>
          <p14:tracePt t="18152" x="7415213" y="979488"/>
          <p14:tracePt t="18164" x="7491413" y="979488"/>
          <p14:tracePt t="18175" x="7566025" y="966788"/>
          <p14:tracePt t="18187" x="7620000" y="946150"/>
          <p14:tracePt t="18198" x="7673975" y="919163"/>
          <p14:tracePt t="18209" x="7721600" y="877888"/>
          <p14:tracePt t="18221" x="7721600" y="850900"/>
          <p14:tracePt t="18233" x="7708900" y="815975"/>
          <p14:tracePt t="18244" x="7673975" y="762000"/>
          <p14:tracePt t="18255" x="7605713" y="735013"/>
          <p14:tracePt t="18265" x="7531100" y="708025"/>
          <p14:tracePt t="18276" x="7462838" y="708025"/>
          <p14:tracePt t="18288" x="7388225" y="720725"/>
          <p14:tracePt t="18298" x="7334250" y="747713"/>
          <p14:tracePt t="18309" x="7307263" y="776288"/>
          <p14:tracePt t="18322" x="7272338" y="815975"/>
          <p14:tracePt t="18332" x="7272338" y="877888"/>
          <p14:tracePt t="18343" x="7307263" y="931863"/>
          <p14:tracePt t="18355" x="7334250" y="966788"/>
          <p14:tracePt t="18366" x="7402513" y="1020763"/>
          <p14:tracePt t="18377" x="7491413" y="1047750"/>
          <p14:tracePt t="18389" x="7593013" y="1062038"/>
          <p14:tracePt t="18400" x="7735888" y="1062038"/>
          <p14:tracePt t="18411" x="7851775" y="1047750"/>
          <p14:tracePt t="18422" x="7905750" y="1006475"/>
          <p14:tracePt t="18433" x="7932738" y="966788"/>
          <p14:tracePt t="18445" x="7953375" y="904875"/>
          <p14:tracePt t="18456" x="7932738" y="836613"/>
          <p14:tracePt t="18467" x="7891463" y="776288"/>
          <p14:tracePt t="18479" x="7824788" y="708025"/>
          <p14:tracePt t="18490" x="7735888" y="646113"/>
          <p14:tracePt t="18501" x="7646988" y="619125"/>
          <p14:tracePt t="18513" x="7593013" y="619125"/>
          <p14:tracePt t="18524" x="7518400" y="633413"/>
          <p14:tracePt t="18534" x="7450138" y="660400"/>
          <p14:tracePt t="18546" x="7402513" y="708025"/>
          <p14:tracePt t="18557" x="7388225" y="747713"/>
          <p14:tracePt t="18568" x="7375525" y="788988"/>
          <p14:tracePt t="18579" x="7375525" y="850900"/>
          <p14:tracePt t="18591" x="7388225" y="877888"/>
          <p14:tracePt t="18602" x="7415213" y="904875"/>
          <p14:tracePt t="18614" x="7462838" y="931863"/>
          <p14:tracePt t="18625" x="7518400" y="946150"/>
          <p14:tracePt t="18636" x="7578725" y="966788"/>
          <p14:tracePt t="18647" x="7661275" y="966788"/>
          <p14:tracePt t="18658" x="7748588" y="931863"/>
          <p14:tracePt t="18671" x="7824788" y="919163"/>
          <p14:tracePt t="18681" x="7851775" y="890588"/>
          <p14:tracePt t="18692" x="7851775" y="863600"/>
          <p14:tracePt t="18705" x="7837488" y="815975"/>
          <p14:tracePt t="18714" x="7804150" y="788988"/>
          <p14:tracePt t="18726" x="7748588" y="747713"/>
          <p14:tracePt t="18749" x="7673975" y="720725"/>
          <p14:tracePt t="18750" x="7605713" y="708025"/>
          <p14:tracePt t="18761" x="7566025" y="720725"/>
          <p14:tracePt t="18772" x="7491413" y="747713"/>
          <p14:tracePt t="18782" x="7435850" y="788988"/>
          <p14:tracePt t="18795" x="7402513" y="836613"/>
          <p14:tracePt t="18805" x="7388225" y="877888"/>
          <p14:tracePt t="18827" x="7388225" y="931863"/>
          <p14:tracePt t="18830" x="7402513" y="979488"/>
          <p14:tracePt t="18840" x="7415213" y="1006475"/>
          <p14:tracePt t="18852" x="7477125" y="1033463"/>
          <p14:tracePt t="18863" x="7531100" y="1047750"/>
          <p14:tracePt t="18874" x="7620000" y="1047750"/>
          <p14:tracePt t="18883" x="7673975" y="1047750"/>
          <p14:tracePt t="18895" x="7748588" y="1033463"/>
          <p14:tracePt t="18906" x="7804150" y="1006475"/>
          <p14:tracePt t="18917" x="7824788" y="979488"/>
          <p14:tracePt t="18929" x="7824788" y="931863"/>
          <p14:tracePt t="18940" x="7789863" y="890588"/>
          <p14:tracePt t="18951" x="7735888" y="836613"/>
          <p14:tracePt t="18963" x="7673975" y="788988"/>
          <p14:tracePt t="18974" x="7593013" y="747713"/>
          <p14:tracePt t="18984" x="7518400" y="735013"/>
          <p14:tracePt t="18996" x="7450138" y="735013"/>
          <p14:tracePt t="19007" x="7402513" y="735013"/>
          <p14:tracePt t="19018" x="7361238" y="747713"/>
          <p14:tracePt t="19030" x="7334250" y="776288"/>
          <p14:tracePt t="19041" x="7334250" y="788988"/>
          <p14:tracePt t="19052" x="7334250" y="836613"/>
          <p14:tracePt t="19063" x="7348538" y="890588"/>
          <p14:tracePt t="19075" x="7402513" y="946150"/>
          <p14:tracePt t="19086" x="7450138" y="979488"/>
          <p14:tracePt t="19097" x="7531100" y="1020763"/>
          <p14:tracePt t="19109" x="7634288" y="1047750"/>
          <p14:tracePt t="19120" x="7735888" y="1062038"/>
          <p14:tracePt t="19131" x="7864475" y="1074738"/>
          <p14:tracePt t="19142" x="7932738" y="1062038"/>
          <p14:tracePt t="19154" x="7994650" y="1047750"/>
          <p14:tracePt t="19164" x="8007350" y="1020763"/>
          <p14:tracePt t="19187" x="8007350" y="993775"/>
          <p14:tracePt t="19190" x="7994650" y="931863"/>
          <p14:tracePt t="19199" x="7953375" y="877888"/>
          <p14:tracePt t="19211" x="7891463" y="836613"/>
          <p14:tracePt t="19224" x="7777163" y="776288"/>
          <p14:tracePt t="19234" x="7673975" y="747713"/>
          <p14:tracePt t="19246" x="7620000" y="747713"/>
          <p14:tracePt t="19256" x="7531100" y="762000"/>
          <p14:tracePt t="19266" x="7477125" y="788988"/>
          <p14:tracePt t="19277" x="7435850" y="836613"/>
          <p14:tracePt t="19289" x="7415213" y="863600"/>
          <p14:tracePt t="19299" x="7402513" y="919163"/>
          <p14:tracePt t="19311" x="7402513" y="979488"/>
          <p14:tracePt t="19322" x="7415213" y="1020763"/>
          <p14:tracePt t="19333" x="7450138" y="1047750"/>
          <p14:tracePt t="19344" x="7504113" y="1095375"/>
          <p14:tracePt t="19356" x="7593013" y="1109663"/>
          <p14:tracePt t="19367" x="7646988" y="1122363"/>
          <p14:tracePt t="19378" x="7748588" y="1122363"/>
          <p14:tracePt t="19390" x="7837488" y="1109663"/>
          <p14:tracePt t="19401" x="7905750" y="1074738"/>
          <p14:tracePt t="19413" x="7932738" y="1047750"/>
          <p14:tracePt t="19424" x="7953375" y="1006475"/>
          <p14:tracePt t="19435" x="7953375" y="966788"/>
          <p14:tracePt t="19446" x="7932738" y="904875"/>
          <p14:tracePt t="19458" x="7905750" y="863600"/>
          <p14:tracePt t="19468" x="7851775" y="815975"/>
          <p14:tracePt t="19479" x="7777163" y="788988"/>
          <p14:tracePt t="19491" x="7721600" y="776288"/>
          <p14:tracePt t="19502" x="7646988" y="762000"/>
          <p14:tracePt t="19514" x="7566025" y="776288"/>
          <p14:tracePt t="19525" x="7518400" y="788988"/>
          <p14:tracePt t="19535" x="7477125" y="803275"/>
          <p14:tracePt t="19547" x="7450138" y="850900"/>
          <p14:tracePt t="19558" x="7402513" y="904875"/>
          <p14:tracePt t="19570" x="7388225" y="946150"/>
          <p14:tracePt t="19581" x="7388225" y="993775"/>
          <p14:tracePt t="19592" x="7388225" y="1033463"/>
          <p14:tracePt t="19604" x="7402513" y="1062038"/>
          <p14:tracePt t="19614" x="7435850" y="1074738"/>
          <p14:tracePt t="19626" x="7462838" y="1074738"/>
          <p14:tracePt t="19638" x="7504113" y="1095375"/>
          <p14:tracePt t="19648" x="7545388" y="1095375"/>
          <p14:tracePt t="19659" x="7593013" y="1095375"/>
          <p14:tracePt t="19672" x="7634288" y="1074738"/>
          <p14:tracePt t="19682" x="7673975" y="1062038"/>
          <p14:tracePt t="19693" x="7708900" y="1047750"/>
          <p14:tracePt t="19705" x="7748588" y="1006475"/>
          <p14:tracePt t="19716" x="7762875" y="979488"/>
          <p14:tracePt t="19727" x="7777163" y="931863"/>
          <p14:tracePt t="19738" x="7777163" y="904875"/>
          <p14:tracePt t="19749" x="7777163" y="877888"/>
          <p14:tracePt t="19761" x="7777163" y="850900"/>
          <p14:tracePt t="19773" x="7748588" y="815975"/>
          <p14:tracePt t="19783" x="7735888" y="803275"/>
          <p14:tracePt t="19795" x="7721600" y="803275"/>
          <p14:tracePt t="19806" x="7708900" y="803275"/>
          <p14:tracePt t="19817" x="7694613" y="803275"/>
          <p14:tracePt t="19828" x="7673975" y="803275"/>
          <p14:tracePt t="19839" x="7661275" y="815975"/>
          <p14:tracePt t="19850" x="7634288" y="836613"/>
          <p14:tracePt t="19874" x="7605713" y="850900"/>
          <p14:tracePt t="19874" x="7578725" y="890588"/>
          <p14:tracePt t="19884" x="7566025" y="919163"/>
          <p14:tracePt t="19896" x="7566025" y="966788"/>
          <p14:tracePt t="19907" x="7566025" y="979488"/>
          <p14:tracePt t="19918" x="7593013" y="1006475"/>
          <p14:tracePt t="19929" x="7620000" y="1033463"/>
          <p14:tracePt t="19941" x="7646988" y="1047750"/>
          <p14:tracePt t="19952" x="7708900" y="1062038"/>
          <p14:tracePt t="19964" x="7777163" y="1062038"/>
          <p14:tracePt t="19985" x="7851775" y="1062038"/>
          <p14:tracePt t="19989" x="7905750" y="1062038"/>
          <p14:tracePt t="19998" x="7967663" y="1033463"/>
          <p14:tracePt t="20010" x="8007350" y="993775"/>
          <p14:tracePt t="20022" x="8021638" y="966788"/>
          <p14:tracePt t="20032" x="8034338" y="919163"/>
          <p14:tracePt t="20043" x="8021638" y="863600"/>
          <p14:tracePt t="20054" x="8007350" y="803275"/>
          <p14:tracePt t="20064" x="7967663" y="776288"/>
          <p14:tracePt t="20076" x="7891463" y="720725"/>
          <p14:tracePt t="20088" x="7804150" y="687388"/>
          <p14:tracePt t="20098" x="7708900" y="673100"/>
          <p14:tracePt t="20109" x="7646988" y="660400"/>
          <p14:tracePt t="20122" x="7593013" y="673100"/>
          <p14:tracePt t="20132" x="7531100" y="687388"/>
          <p14:tracePt t="20143" x="7504113" y="708025"/>
          <p14:tracePt t="20155" x="7477125" y="735013"/>
          <p14:tracePt t="20166" x="7462838" y="762000"/>
          <p14:tracePt t="20177" x="7462838" y="803275"/>
          <p14:tracePt t="20188" x="7462838" y="815975"/>
          <p14:tracePt t="20199" x="7477125" y="850900"/>
          <p14:tracePt t="20211" x="7504113" y="877888"/>
          <p14:tracePt t="20223" x="7545388" y="890588"/>
          <p14:tracePt t="20233" x="7578725" y="904875"/>
          <p14:tracePt t="20245" x="7646988" y="919163"/>
          <p14:tracePt t="20256" x="7735888" y="919163"/>
          <p14:tracePt t="20267" x="7824788" y="919163"/>
          <p14:tracePt t="20279" x="7953375" y="919163"/>
          <p14:tracePt t="20290" x="8048625" y="890588"/>
          <p14:tracePt t="20300" x="8110538" y="863600"/>
          <p14:tracePt t="20312" x="8137525" y="850900"/>
          <p14:tracePt t="20324" x="8150225" y="815975"/>
          <p14:tracePt t="20334" x="8137525" y="788988"/>
          <p14:tracePt t="20346" x="8123238" y="747713"/>
          <p14:tracePt t="20357" x="8081963" y="720725"/>
          <p14:tracePt t="20368" x="8007350" y="673100"/>
          <p14:tracePt t="20380" x="7932738" y="646113"/>
          <p14:tracePt t="20391" x="7864475" y="646113"/>
          <p14:tracePt t="20402" x="7789863" y="633413"/>
          <p14:tracePt t="20414" x="7708900" y="633413"/>
          <p14:tracePt t="20425" x="7646988" y="646113"/>
          <p14:tracePt t="20437" x="7593013" y="660400"/>
          <p14:tracePt t="20447" x="7518400" y="708025"/>
          <p14:tracePt t="20458" x="7477125" y="747713"/>
          <p14:tracePt t="20471" x="7450138" y="803275"/>
          <p14:tracePt t="20481" x="7415213" y="863600"/>
          <p14:tracePt t="20492" x="7402513" y="904875"/>
          <p14:tracePt t="20504" x="7402513" y="946150"/>
          <p14:tracePt t="20514" x="7402513" y="979488"/>
          <p14:tracePt t="20525" x="7415213" y="1006475"/>
          <p14:tracePt t="20538" x="7450138" y="1020763"/>
          <p14:tracePt t="20548" x="7491413" y="1033463"/>
          <p14:tracePt t="20559" x="7518400" y="1047750"/>
          <p14:tracePt t="20572" x="7545388" y="1047750"/>
          <p14:tracePt t="20582" x="7593013" y="1047750"/>
          <p14:tracePt t="20593" x="7620000" y="1047750"/>
          <p14:tracePt t="20605" x="7646988" y="1047750"/>
          <p14:tracePt t="20616" x="7661275" y="1047750"/>
          <p14:tracePt t="20627" x="7673975" y="1033463"/>
          <p14:tracePt t="21392" x="7673975" y="1020763"/>
          <p14:tracePt t="21404" x="7661275" y="1020763"/>
          <p14:tracePt t="21414" x="7646988" y="1020763"/>
          <p14:tracePt t="21426" x="7620000" y="1006475"/>
          <p14:tracePt t="21437" x="7605713" y="1020763"/>
          <p14:tracePt t="21932" x="7605713" y="1006475"/>
          <p14:tracePt t="21978" x="7605713" y="1020763"/>
          <p14:tracePt t="21999" x="7605713" y="1006475"/>
          <p14:tracePt t="22011" x="7620000" y="1006475"/>
          <p14:tracePt t="22044" x="7620000" y="1020763"/>
          <p14:tracePt t="22078" x="7634288" y="1020763"/>
          <p14:tracePt t="22168" x="7646988" y="1020763"/>
          <p14:tracePt t="22325" x="7661275" y="1020763"/>
          <p14:tracePt t="22338" x="7661275" y="1006475"/>
          <p14:tracePt t="22359" x="7673975" y="1006475"/>
          <p14:tracePt t="22382" x="7694613" y="1006475"/>
          <p14:tracePt t="22394" x="7708900" y="993775"/>
          <p14:tracePt t="22405" x="7721600" y="993775"/>
          <p14:tracePt t="22416" x="7735888" y="979488"/>
          <p14:tracePt t="22427" x="7748588" y="966788"/>
          <p14:tracePt t="22438" x="7748588" y="931863"/>
          <p14:tracePt t="22450" x="7748588" y="919163"/>
          <p14:tracePt t="22461" x="7748588" y="904875"/>
          <p14:tracePt t="22474" x="7748588" y="890588"/>
          <p14:tracePt t="22485" x="7748588" y="863600"/>
          <p14:tracePt t="22494" x="7735888" y="850900"/>
          <p14:tracePt t="22517" x="7721600" y="836613"/>
          <p14:tracePt t="22540" x="7708900" y="836613"/>
          <p14:tracePt t="22562" x="7673975" y="836613"/>
          <p14:tracePt t="22574" x="7661275" y="836613"/>
          <p14:tracePt t="22585" x="7634288" y="836613"/>
          <p14:tracePt t="22596" x="7605713" y="836613"/>
          <p14:tracePt t="22609" x="7566025" y="850900"/>
          <p14:tracePt t="22619" x="7531100" y="850900"/>
          <p14:tracePt t="22630" x="7491413" y="877888"/>
          <p14:tracePt t="22642" x="7462838" y="890588"/>
          <p14:tracePt t="22653" x="7450138" y="919163"/>
          <p14:tracePt t="22665" x="7435850" y="946150"/>
          <p14:tracePt t="22677" x="7450138" y="979488"/>
          <p14:tracePt t="22687" x="7462838" y="1006475"/>
          <p14:tracePt t="22698" x="7477125" y="1033463"/>
          <p14:tracePt t="22709" x="7518400" y="1047750"/>
          <p14:tracePt t="22719" x="7578725" y="1062038"/>
          <p14:tracePt t="22731" x="7620000" y="1074738"/>
          <p14:tracePt t="22742" x="7708900" y="1074738"/>
          <p14:tracePt t="22753" x="7762875" y="1074738"/>
          <p14:tracePt t="22765" x="7824788" y="1062038"/>
          <p14:tracePt t="22776" x="7851775" y="1047750"/>
          <p14:tracePt t="22787" x="7864475" y="1006475"/>
          <p14:tracePt t="22799" x="7864475" y="979488"/>
          <p14:tracePt t="22810" x="7851775" y="931863"/>
          <p14:tracePt t="22821" x="7824788" y="890588"/>
          <p14:tracePt t="22833" x="7762875" y="836613"/>
          <p14:tracePt t="22844" x="7661275" y="776288"/>
          <p14:tracePt t="22854" x="7593013" y="762000"/>
          <p14:tracePt t="22866" x="7504113" y="747713"/>
          <p14:tracePt t="22877" x="7435850" y="747713"/>
          <p14:tracePt t="22888" x="7361238" y="762000"/>
          <p14:tracePt t="22900" x="7334250" y="788988"/>
          <p14:tracePt t="22911" x="7286625" y="836613"/>
          <p14:tracePt t="22922" x="7272338" y="877888"/>
          <p14:tracePt t="22934" x="7272338" y="931863"/>
          <p14:tracePt t="22946" x="7286625" y="966788"/>
          <p14:tracePt t="22957" x="7319963" y="993775"/>
          <p14:tracePt t="22967" x="7348538" y="1020763"/>
          <p14:tracePt t="22978" x="7388225" y="1033463"/>
          <p14:tracePt t="22990" x="7435850" y="1033463"/>
          <p14:tracePt t="23023" x="7504113" y="1033463"/>
          <p14:tracePt t="23026" x="7578725" y="1006475"/>
          <p14:tracePt t="23036" x="7605713" y="993775"/>
          <p14:tracePt t="23038" x="7646988" y="946150"/>
          <p14:tracePt t="23047" x="7661275" y="904875"/>
          <p14:tracePt t="23060" x="7661275" y="877888"/>
          <p14:tracePt t="23069" x="7646988" y="836613"/>
          <p14:tracePt t="23080" x="7620000" y="803275"/>
          <p14:tracePt t="23092" x="7578725" y="788988"/>
          <p14:tracePt t="23102" x="7531100" y="776288"/>
          <p14:tracePt t="23113" x="7462838" y="762000"/>
          <p14:tracePt t="23125" x="7402513" y="762000"/>
          <p14:tracePt t="23136" x="7348538" y="776288"/>
          <p14:tracePt t="23148" x="7319963" y="788988"/>
          <p14:tracePt t="23159" x="7272338" y="803275"/>
          <p14:tracePt t="23169" x="7259638" y="850900"/>
          <p14:tracePt t="23181" x="7259638" y="863600"/>
          <p14:tracePt t="23193" x="7259638" y="890588"/>
          <p14:tracePt t="23203" x="7272338" y="919163"/>
          <p14:tracePt t="23215" x="7307263" y="946150"/>
          <p14:tracePt t="23226" x="7334250" y="966788"/>
          <p14:tracePt t="23237" x="7375525" y="966788"/>
          <p14:tracePt t="23249" x="7450138" y="979488"/>
          <p14:tracePt t="23260" x="7504113" y="979488"/>
          <p14:tracePt t="23270" x="7566025" y="979488"/>
          <p14:tracePt t="23282" x="7620000" y="966788"/>
          <p14:tracePt t="23293" x="7661275" y="946150"/>
          <p14:tracePt t="23304" x="7673975" y="919163"/>
          <p14:tracePt t="23316" x="7694613" y="904875"/>
          <p14:tracePt t="23327" x="7694613" y="877888"/>
          <p14:tracePt t="23338" x="7694613" y="850900"/>
          <p14:tracePt t="23349" x="7673975" y="836613"/>
          <p14:tracePt t="23361" x="7646988" y="803275"/>
          <p14:tracePt t="23372" x="7620000" y="788988"/>
          <p14:tracePt t="23385" x="7593013" y="788988"/>
          <p14:tracePt t="23395" x="7578725" y="788988"/>
          <p14:tracePt t="23407" x="7566025" y="776288"/>
          <p14:tracePt t="23440" x="7545388" y="788988"/>
          <p14:tracePt t="23473" x="7545388" y="803275"/>
          <p14:tracePt t="23518" x="7545388" y="815975"/>
          <p14:tracePt t="23789" x="7531100" y="815975"/>
          <p14:tracePt t="23800" x="7531100" y="836613"/>
          <p14:tracePt t="23812" x="7518400" y="850900"/>
          <p14:tracePt t="23823" x="7504113" y="863600"/>
          <p14:tracePt t="23835" x="7504113" y="877888"/>
          <p14:tracePt t="23846" x="7504113" y="890588"/>
          <p14:tracePt t="23857" x="7531100" y="919163"/>
          <p14:tracePt t="23867" x="7566025" y="931863"/>
          <p14:tracePt t="23879" x="7593013" y="946150"/>
          <p14:tracePt t="23891" x="7646988" y="966788"/>
          <p14:tracePt t="23901" x="7721600" y="966788"/>
          <p14:tracePt t="23912" x="7789863" y="966788"/>
          <p14:tracePt t="23924" x="7837488" y="946150"/>
          <p14:tracePt t="23934" x="7878763" y="931863"/>
          <p14:tracePt t="23947" x="7905750" y="919163"/>
          <p14:tracePt t="23958" x="7920038" y="890588"/>
          <p14:tracePt t="23968" x="7920038" y="877888"/>
          <p14:tracePt t="23980" x="7905750" y="836613"/>
          <p14:tracePt t="23992" x="7864475" y="788988"/>
          <p14:tracePt t="24002" x="7824788" y="776288"/>
          <p14:tracePt t="24014" x="7748588" y="735013"/>
          <p14:tracePt t="24025" x="7661275" y="720725"/>
          <p14:tracePt t="24036" x="7578725" y="708025"/>
          <p14:tracePt t="24048" x="7518400" y="708025"/>
          <p14:tracePt t="24069" x="7462838" y="708025"/>
          <p14:tracePt t="24072" x="7415213" y="735013"/>
          <p14:tracePt t="24082" x="7375525" y="747713"/>
          <p14:tracePt t="24092" x="7334250" y="788988"/>
          <p14:tracePt t="24105" x="7307263" y="836613"/>
          <p14:tracePt t="24116" x="7286625" y="877888"/>
          <p14:tracePt t="24127" x="7286625" y="904875"/>
          <p14:tracePt t="24137" x="7286625" y="931863"/>
          <p14:tracePt t="24148" x="7307263" y="966788"/>
          <p14:tracePt t="24160" x="7319963" y="979488"/>
          <p14:tracePt t="24171" x="7348538" y="993775"/>
          <p14:tracePt t="24183" x="7375525" y="1006475"/>
          <p14:tracePt t="24194" x="7415213" y="1006475"/>
          <p14:tracePt t="24204" x="7462838" y="1006475"/>
          <p14:tracePt t="24216" x="7518400" y="1006475"/>
          <p14:tracePt t="24227" x="7578725" y="993775"/>
          <p14:tracePt t="24238" x="7634288" y="979488"/>
          <p14:tracePt t="24250" x="7673975" y="979488"/>
          <p14:tracePt t="24261" x="7721600" y="966788"/>
          <p14:tracePt t="24272" x="7748588" y="946150"/>
          <p14:tracePt t="24284" x="7762875" y="931863"/>
          <p14:tracePt t="24295" x="7777163" y="919163"/>
          <p14:tracePt t="24307" x="7777163" y="904875"/>
          <p14:tracePt t="24317" x="7777163" y="890588"/>
          <p14:tracePt t="24328" x="7762875" y="877888"/>
          <p14:tracePt t="24341" x="7748588" y="877888"/>
          <p14:tracePt t="24351" x="7748588" y="863600"/>
          <p14:tracePt t="24362" x="7735888" y="863600"/>
          <p14:tracePt t="24374" x="7721600" y="863600"/>
          <p14:tracePt t="24386" x="7708900" y="850900"/>
          <p14:tracePt t="24407" x="7694613" y="850900"/>
          <p14:tracePt t="25093" x="7694613" y="836613"/>
          <p14:tracePt t="25149" x="7694613" y="815975"/>
          <p14:tracePt t="25183" x="7673975" y="803275"/>
          <p14:tracePt t="25205" x="7661275" y="803275"/>
          <p14:tracePt t="25218" x="7634288" y="788988"/>
          <p14:tracePt t="25230" x="7605713" y="788988"/>
          <p14:tracePt t="25241" x="7578725" y="776288"/>
          <p14:tracePt t="25251" x="7531100" y="776288"/>
          <p14:tracePt t="25264" x="7504113" y="776288"/>
          <p14:tracePt t="25274" x="7477125" y="776288"/>
          <p14:tracePt t="25285" x="7450138" y="776288"/>
          <p14:tracePt t="25297" x="7415213" y="788988"/>
          <p14:tracePt t="25308" x="7402513" y="788988"/>
          <p14:tracePt t="25319" x="7375525" y="815975"/>
          <p14:tracePt t="25331" x="7348538" y="836613"/>
          <p14:tracePt t="25341" x="7334250" y="863600"/>
          <p14:tracePt t="25354" x="7334250" y="877888"/>
          <p14:tracePt t="25364" x="7319963" y="904875"/>
          <p14:tracePt t="25374" x="7319963" y="931863"/>
          <p14:tracePt t="25388" x="7319963" y="946150"/>
          <p14:tracePt t="25398" x="7319963" y="966788"/>
          <p14:tracePt t="25419" x="7334250" y="979488"/>
          <p14:tracePt t="25442" x="7348538" y="993775"/>
          <p14:tracePt t="25454" x="7361238" y="993775"/>
          <p14:tracePt t="25476" x="7375525" y="1006475"/>
          <p14:tracePt t="25488" x="7388225" y="1006475"/>
          <p14:tracePt t="25521" x="7402513" y="1006475"/>
          <p14:tracePt t="25543" x="7415213" y="1006475"/>
          <p14:tracePt t="25567" x="7435850" y="1006475"/>
          <p14:tracePt t="25578" x="7450138" y="1006475"/>
          <p14:tracePt t="25589" x="7462838" y="1006475"/>
          <p14:tracePt t="25611" x="7477125" y="1006475"/>
          <p14:tracePt t="25622" x="7491413" y="1006475"/>
          <p14:tracePt t="25635" x="7504113" y="1006475"/>
          <p14:tracePt t="25647" x="7518400" y="1006475"/>
          <p14:tracePt t="25667" x="7504113" y="1006475"/>
          <p14:tracePt t="26105" x="7518400" y="1006475"/>
          <p14:tracePt t="26128" x="7531100" y="1006475"/>
          <p14:tracePt t="26195" x="7545388" y="1006475"/>
          <p14:tracePt t="26218" x="7566025" y="1006475"/>
          <p14:tracePt t="26231" x="7578725" y="1006475"/>
          <p14:tracePt t="26252" x="7593013" y="993775"/>
          <p14:tracePt t="26264" x="7620000" y="979488"/>
          <p14:tracePt t="26275" x="7634288" y="966788"/>
          <p14:tracePt t="26287" x="7646988" y="931863"/>
          <p14:tracePt t="26299" x="7673975" y="877888"/>
          <p14:tracePt t="26310" x="7708900" y="850900"/>
          <p14:tracePt t="26320" x="7721600" y="788988"/>
          <p14:tracePt t="26331" x="7721600" y="747713"/>
          <p14:tracePt t="26343" x="7721600" y="720725"/>
          <p14:tracePt t="26355" x="7708900" y="687388"/>
          <p14:tracePt t="26366" x="7694613" y="673100"/>
          <p14:tracePt t="26376" x="7673975" y="660400"/>
          <p14:tracePt t="26389" x="7661275" y="646113"/>
          <p14:tracePt t="26400" x="7646988" y="646113"/>
          <p14:tracePt t="26410" x="7620000" y="646113"/>
          <p14:tracePt t="26421" x="7593013" y="646113"/>
          <p14:tracePt t="26432" x="7566025" y="646113"/>
          <p14:tracePt t="26443" x="7518400" y="646113"/>
          <p14:tracePt t="26455" x="7491413" y="660400"/>
          <p14:tracePt t="26467" x="7450138" y="687388"/>
          <p14:tracePt t="26477" x="7415213" y="708025"/>
          <p14:tracePt t="26489" x="7375525" y="747713"/>
          <p14:tracePt t="26500" x="7348538" y="776288"/>
          <p14:tracePt t="26512" x="7334250" y="803275"/>
          <p14:tracePt t="26522" x="7319963" y="836613"/>
          <p14:tracePt t="26534" x="7307263" y="863600"/>
          <p14:tracePt t="26546" x="7307263" y="890588"/>
          <p14:tracePt t="26556" x="7307263" y="919163"/>
          <p14:tracePt t="26567" x="7307263" y="931863"/>
          <p14:tracePt t="26579" x="7319963" y="966788"/>
          <p14:tracePt t="26590" x="7334250" y="979488"/>
          <p14:tracePt t="26601" x="7334250" y="993775"/>
          <p14:tracePt t="26613" x="7348538" y="993775"/>
          <p14:tracePt t="26623" x="7361238" y="1006475"/>
          <p14:tracePt t="26634" x="7375525" y="1006475"/>
          <p14:tracePt t="26657" x="7388225" y="1006475"/>
          <p14:tracePt t="27062" x="7402513" y="1006475"/>
          <p14:tracePt t="27073" x="7435850" y="1020763"/>
          <p14:tracePt t="27085" x="7450138" y="1020763"/>
          <p14:tracePt t="27096" x="7491413" y="1020763"/>
          <p14:tracePt t="27107" x="7531100" y="1020763"/>
          <p14:tracePt t="27118" x="7566025" y="1020763"/>
          <p14:tracePt t="27129" x="7605713" y="1020763"/>
          <p14:tracePt t="27141" x="7634288" y="1020763"/>
          <p14:tracePt t="27153" x="7673975" y="1020763"/>
          <p14:tracePt t="27163" x="7708900" y="1006475"/>
          <p14:tracePt t="27176" x="7735888" y="993775"/>
          <p14:tracePt t="27188" x="7748588" y="966788"/>
          <p14:tracePt t="27219" x="7777163" y="931863"/>
          <p14:tracePt t="27223" x="7777163" y="919163"/>
          <p14:tracePt t="27232" x="7789863" y="890588"/>
          <p14:tracePt t="27233" x="7789863" y="863600"/>
          <p14:tracePt t="27242" x="7789863" y="850900"/>
          <p14:tracePt t="27255" x="7789863" y="836613"/>
          <p14:tracePt t="27266" x="7789863" y="815975"/>
          <p14:tracePt t="27278" x="7777163" y="788988"/>
          <p14:tracePt t="27289" x="7777163" y="776288"/>
          <p14:tracePt t="27298" x="7762875" y="776288"/>
          <p14:tracePt t="27311" x="7748588" y="762000"/>
          <p14:tracePt t="27322" x="7735888" y="762000"/>
          <p14:tracePt t="27343" x="7721600" y="762000"/>
          <p14:tracePt t="27377" x="7708900" y="762000"/>
          <p14:tracePt t="27388" x="7708900" y="776288"/>
          <p14:tracePt t="27399" x="7694613" y="776288"/>
          <p14:tracePt t="27412" x="7694613" y="788988"/>
          <p14:tracePt t="27422" x="7673975" y="803275"/>
          <p14:tracePt t="27434" x="7661275" y="803275"/>
          <p14:tracePt t="27446" x="7634288" y="803275"/>
          <p14:tracePt t="27456" x="7620000" y="803275"/>
          <p14:tracePt t="27759" x="7620000" y="788988"/>
          <p14:tracePt t="29143" x="7620000" y="803275"/>
          <p14:tracePt t="29154" x="7605713" y="803275"/>
          <p14:tracePt t="29168" x="7593013" y="803275"/>
          <p14:tracePt t="29177" x="7578725" y="803275"/>
          <p14:tracePt t="29188" x="7566025" y="803275"/>
          <p14:tracePt t="30020" x="7578725" y="788988"/>
          <p14:tracePt t="30111" x="7593013" y="788988"/>
          <p14:tracePt t="30144" x="7605713" y="788988"/>
          <p14:tracePt t="30234" x="7620000" y="788988"/>
          <p14:tracePt t="30448" x="7605713" y="788988"/>
          <p14:tracePt t="30460" x="7593013" y="776288"/>
          <p14:tracePt t="30471" x="7566025" y="776288"/>
          <p14:tracePt t="30482" x="7518400" y="747713"/>
          <p14:tracePt t="30493" x="7450138" y="735013"/>
          <p14:tracePt t="30505" x="7375525" y="708025"/>
          <p14:tracePt t="30516" x="7319963" y="687388"/>
          <p14:tracePt t="30527" x="7245350" y="660400"/>
          <p14:tracePt t="30539" x="7158038" y="646113"/>
          <p14:tracePt t="30549" x="7089775" y="633413"/>
          <p14:tracePt t="30561" x="7042150" y="633413"/>
          <p14:tracePt t="30573" x="6959600" y="619125"/>
          <p14:tracePt t="30584" x="6872288" y="604838"/>
          <p14:tracePt t="30595" x="6783388" y="604838"/>
          <p14:tracePt t="30607" x="6673850" y="592138"/>
          <p14:tracePt t="30618" x="6557963" y="592138"/>
          <p14:tracePt t="30628" x="6443663" y="604838"/>
          <p14:tracePt t="30641" x="6340475" y="604838"/>
          <p14:tracePt t="30652" x="6224588" y="633413"/>
          <p14:tracePt t="30662" x="6122988" y="660400"/>
          <p14:tracePt t="30674" x="6021388" y="687388"/>
          <p14:tracePt t="30685" x="5967413" y="708025"/>
          <p14:tracePt t="30696" x="5911850" y="708025"/>
          <p14:tracePt t="30707" x="5851525" y="708025"/>
          <p14:tracePt t="30718" x="5837238" y="708025"/>
          <p14:tracePt t="30965" x="5851525" y="708025"/>
          <p14:tracePt t="30977" x="5864225" y="708025"/>
          <p14:tracePt t="30988" x="5878513" y="708025"/>
          <p14:tracePt t="31010" x="5891213" y="708025"/>
          <p14:tracePt t="31034" x="5911850" y="708025"/>
          <p14:tracePt t="31067" x="5926138" y="708025"/>
          <p14:tracePt t="31078" x="5938838" y="708025"/>
          <p14:tracePt t="31090" x="5967413" y="708025"/>
          <p14:tracePt t="31102" x="5994400" y="687388"/>
          <p14:tracePt t="31113" x="6042025" y="687388"/>
          <p14:tracePt t="31123" x="6081713" y="673100"/>
          <p14:tracePt t="31136" x="6110288" y="660400"/>
          <p14:tracePt t="31148" x="6170613" y="646113"/>
          <p14:tracePt t="31158" x="6211888" y="619125"/>
          <p14:tracePt t="31170" x="6253163" y="577850"/>
          <p14:tracePt t="31181" x="6280150" y="530225"/>
          <p14:tracePt t="31191" x="6300788" y="461963"/>
          <p14:tracePt t="31204" x="6313488" y="401638"/>
          <p14:tracePt t="31215" x="6313488" y="374650"/>
          <p14:tracePt t="31224" x="6313488" y="333375"/>
          <p14:tracePt t="31236" x="6300788" y="300038"/>
          <p14:tracePt t="31248" x="6280150" y="258763"/>
          <p14:tracePt t="31260" x="6265863" y="244475"/>
          <p14:tracePt t="31269" x="6224588" y="204788"/>
          <p14:tracePt t="31281" x="6184900" y="169863"/>
          <p14:tracePt t="31292" x="6149975" y="157163"/>
          <p14:tracePt t="31304" x="6110288" y="142875"/>
          <p14:tracePt t="31315" x="6081713" y="142875"/>
          <p14:tracePt t="31326" x="6054725" y="142875"/>
          <p14:tracePt t="31337" x="6042025" y="142875"/>
          <p14:tracePt t="31348" x="6021388" y="142875"/>
          <p14:tracePt t="31360" x="6007100" y="142875"/>
          <p14:tracePt t="31416" x="5994400" y="142875"/>
          <p14:tracePt t="31418" x="5980113" y="157163"/>
          <p14:tracePt t="31429" x="5953125" y="184150"/>
          <p14:tracePt t="31431" x="5926138" y="231775"/>
          <p14:tracePt t="31438" x="5878513" y="271463"/>
          <p14:tracePt t="31453" x="5864225" y="312738"/>
          <p14:tracePt t="31463" x="5851525" y="333375"/>
          <p14:tracePt t="31473" x="5851525" y="360363"/>
          <p14:tracePt t="31486" x="5837238" y="374650"/>
          <p14:tracePt t="31495" x="5837238" y="387350"/>
          <p14:tracePt t="31507" x="5837238" y="414338"/>
          <p14:tracePt t="31518" x="5851525" y="428625"/>
          <p14:tracePt t="31528" x="5851525" y="461963"/>
          <p14:tracePt t="31540" x="5864225" y="476250"/>
          <p14:tracePt t="31552" x="5891213" y="490538"/>
          <p14:tracePt t="31562" x="5926138" y="503238"/>
          <p14:tracePt t="31574" x="5953125" y="503238"/>
          <p14:tracePt t="31585" x="5980113" y="517525"/>
          <p14:tracePt t="31596" x="6021388" y="517525"/>
          <p14:tracePt t="31607" x="6069013" y="517525"/>
          <p14:tracePt t="31619" x="6096000" y="517525"/>
          <p14:tracePt t="31629" x="6122988" y="503238"/>
          <p14:tracePt t="31641" x="6137275" y="490538"/>
          <p14:tracePt t="31653" x="6170613" y="476250"/>
          <p14:tracePt t="31663" x="6170613" y="449263"/>
          <p14:tracePt t="31675" x="6184900" y="428625"/>
          <p14:tracePt t="31686" x="6184900" y="414338"/>
          <p14:tracePt t="31697" x="6184900" y="387350"/>
          <p14:tracePt t="31708" x="6170613" y="387350"/>
          <p14:tracePt t="31719" x="6170613" y="374650"/>
          <p14:tracePt t="31731" x="6137275" y="360363"/>
          <p14:tracePt t="31753" x="6122988" y="360363"/>
          <p14:tracePt t="31764" x="6110288" y="360363"/>
          <p14:tracePt t="31776" x="6096000" y="360363"/>
          <p14:tracePt t="31787" x="6069013" y="360363"/>
          <p14:tracePt t="31798" x="6021388" y="360363"/>
          <p14:tracePt t="31810" x="5994400" y="360363"/>
          <p14:tracePt t="31821" x="5980113" y="360363"/>
          <p14:tracePt t="31978" x="5994400" y="374650"/>
          <p14:tracePt t="31990" x="6007100" y="374650"/>
          <p14:tracePt t="32023" x="6021388" y="374650"/>
          <p14:tracePt t="32045" x="6042025" y="374650"/>
          <p14:tracePt t="32058" x="6054725" y="374650"/>
          <p14:tracePt t="32068" x="6069013" y="374650"/>
          <p14:tracePt t="32091" x="6081713" y="387350"/>
          <p14:tracePt t="32103" x="6096000" y="387350"/>
          <p14:tracePt t="32125" x="6110288" y="374650"/>
          <p14:tracePt t="32147" x="6122988" y="360363"/>
          <p14:tracePt t="32158" x="6137275" y="347663"/>
          <p14:tracePt t="32171" x="6137275" y="333375"/>
          <p14:tracePt t="32181" x="6137275" y="285750"/>
          <p14:tracePt t="32193" x="6122988" y="258763"/>
          <p14:tracePt t="32206" x="6110288" y="217488"/>
          <p14:tracePt t="32216" x="6096000" y="204788"/>
          <p14:tracePt t="32227" x="6054725" y="157163"/>
          <p14:tracePt t="32239" x="6007100" y="142875"/>
          <p14:tracePt t="32250" x="5980113" y="128588"/>
          <p14:tracePt t="32260" x="5953125" y="128588"/>
          <p14:tracePt t="32272" x="5926138" y="128588"/>
          <p14:tracePt t="32282" x="5891213" y="128588"/>
          <p14:tracePt t="32294" x="5864225" y="128588"/>
          <p14:tracePt t="32305" x="5837238" y="142875"/>
          <p14:tracePt t="32316" x="5810250" y="169863"/>
          <p14:tracePt t="32328" x="5783263" y="217488"/>
          <p14:tracePt t="32339" x="5748338" y="244475"/>
          <p14:tracePt t="32349" x="5735638" y="300038"/>
          <p14:tracePt t="32362" x="5721350" y="333375"/>
          <p14:tracePt t="32373" x="5721350" y="360363"/>
          <p14:tracePt t="32383" x="5721350" y="387350"/>
          <p14:tracePt t="32395" x="5748338" y="414338"/>
          <p14:tracePt t="32406" x="5795963" y="428625"/>
          <p14:tracePt t="32417" x="5837238" y="449263"/>
          <p14:tracePt t="32429" x="5926138" y="461963"/>
          <p14:tracePt t="32462" x="6007100" y="476250"/>
          <p14:tracePt t="32465" x="6096000" y="476250"/>
          <p14:tracePt t="32475" x="6170613" y="476250"/>
          <p14:tracePt t="32476" x="6238875" y="461963"/>
          <p14:tracePt t="32507" x="6313488" y="449263"/>
          <p14:tracePt t="32510" x="6327775" y="414338"/>
          <p14:tracePt t="32519" x="6354763" y="387350"/>
          <p14:tracePt t="32521" x="6354763" y="360363"/>
          <p14:tracePt t="32531" x="6340475" y="312738"/>
          <p14:tracePt t="32541" x="6327775" y="285750"/>
          <p14:tracePt t="32555" x="6280150" y="244475"/>
          <p14:tracePt t="32565" x="6224588" y="184150"/>
          <p14:tracePt t="32575" x="6170613" y="157163"/>
          <p14:tracePt t="32587" x="6081713" y="128588"/>
          <p14:tracePt t="32598" x="6007100" y="115888"/>
          <p14:tracePt t="32609" x="5953125" y="115888"/>
          <p14:tracePt t="32619" x="5926138" y="115888"/>
          <p14:tracePt t="32631" x="5878513" y="128588"/>
          <p14:tracePt t="32642" x="5851525" y="142875"/>
          <p14:tracePt t="32654" x="5837238" y="157163"/>
          <p14:tracePt t="32665" x="5824538" y="184150"/>
          <p14:tracePt t="32676" x="5810250" y="231775"/>
          <p14:tracePt t="32688" x="5810250" y="271463"/>
          <p14:tracePt t="32698" x="5810250" y="300038"/>
          <p14:tracePt t="32709" x="5810250" y="333375"/>
          <p14:tracePt t="32722" x="5837238" y="360363"/>
          <p14:tracePt t="32732" x="5864225" y="387350"/>
          <p14:tracePt t="32744" x="5911850" y="401638"/>
          <p14:tracePt t="32755" x="5953125" y="414338"/>
          <p14:tracePt t="32766" x="6007100" y="414338"/>
          <p14:tracePt t="32777" x="6054725" y="414338"/>
          <p14:tracePt t="32789" x="6081713" y="414338"/>
          <p14:tracePt t="32799" x="6110288" y="401638"/>
          <p14:tracePt t="32811" x="6122988" y="387350"/>
          <p14:tracePt t="32822" x="6122988" y="374650"/>
          <p14:tracePt t="32834" x="6122988" y="347663"/>
          <p14:tracePt t="32845" x="6122988" y="312738"/>
          <p14:tracePt t="32856" x="6110288" y="285750"/>
          <p14:tracePt t="32867" x="6096000" y="258763"/>
          <p14:tracePt t="32879" x="6069013" y="217488"/>
          <p14:tracePt t="32890" x="6007100" y="184150"/>
          <p14:tracePt t="32901" x="5967413" y="157163"/>
          <p14:tracePt t="32913" x="5911850" y="142875"/>
          <p14:tracePt t="32924" x="5851525" y="142875"/>
          <p14:tracePt t="32934" x="5783263" y="142875"/>
          <p14:tracePt t="32946" x="5721350" y="142875"/>
          <p14:tracePt t="32957" x="5634038" y="184150"/>
          <p14:tracePt t="32968" x="5578475" y="231775"/>
          <p14:tracePt t="32980" x="5518150" y="271463"/>
          <p14:tracePt t="32991" x="5503863" y="312738"/>
          <p14:tracePt t="33002" x="5491163" y="360363"/>
          <p14:tracePt t="33013" x="5491163" y="401638"/>
          <p14:tracePt t="33025" x="5503863" y="428625"/>
          <p14:tracePt t="33036" x="5538788" y="461963"/>
          <p14:tracePt t="33048" x="5578475" y="476250"/>
          <p14:tracePt t="33059" x="5634038" y="490538"/>
          <p14:tracePt t="33071" x="5681663" y="490538"/>
          <p14:tracePt t="33081" x="5735638" y="490538"/>
          <p14:tracePt t="33092" x="5810250" y="476250"/>
          <p14:tracePt t="33105" x="5864225" y="449263"/>
          <p14:tracePt t="33115" x="5891213" y="428625"/>
          <p14:tracePt t="33126" x="5911850" y="401638"/>
          <p14:tracePt t="33138" x="5911850" y="374650"/>
          <p14:tracePt t="33148" x="5911850" y="360363"/>
          <p14:tracePt t="33160" x="5911850" y="333375"/>
          <p14:tracePt t="33172" x="5878513" y="312738"/>
          <p14:tracePt t="33182" x="5837238" y="300038"/>
          <p14:tracePt t="33194" x="5810250" y="285750"/>
          <p14:tracePt t="33205" x="5748338" y="285750"/>
          <p14:tracePt t="33216" x="5694363" y="285750"/>
          <p14:tracePt t="33227" x="5646738" y="300038"/>
          <p14:tracePt t="33239" x="5605463" y="347663"/>
          <p14:tracePt t="33250" x="5565775" y="374650"/>
          <p14:tracePt t="33261" x="5538788" y="414338"/>
          <p14:tracePt t="33273" x="5518150" y="449263"/>
          <p14:tracePt t="33283" x="5518150" y="476250"/>
          <p14:tracePt t="33295" x="5538788" y="503238"/>
          <p14:tracePt t="33306" x="5565775" y="530225"/>
          <p14:tracePt t="33317" x="5592763" y="544513"/>
          <p14:tracePt t="33328" x="5619750" y="557213"/>
          <p14:tracePt t="33340" x="5667375" y="557213"/>
          <p14:tracePt t="33351" x="5708650" y="557213"/>
          <p14:tracePt t="33362" x="5748338" y="557213"/>
          <p14:tracePt t="33374" x="5795963" y="544513"/>
          <p14:tracePt t="33385" x="5810250" y="530225"/>
          <p14:tracePt t="33398" x="5824538" y="517525"/>
          <p14:tracePt t="33408" x="5824538" y="503238"/>
          <p14:tracePt t="33418" x="5824538" y="476250"/>
          <p14:tracePt t="33430" x="5810250" y="461963"/>
          <p14:tracePt t="33441" x="5795963" y="449263"/>
          <p14:tracePt t="33452" x="5762625" y="414338"/>
          <p14:tracePt t="33464" x="5735638" y="414338"/>
          <p14:tracePt t="33475" x="5708650" y="401638"/>
          <p14:tracePt t="33486" x="5681663" y="401638"/>
          <p14:tracePt t="33508" x="5646738" y="401638"/>
          <p14:tracePt t="33511" x="5619750" y="401638"/>
          <p14:tracePt t="33523" x="5592763" y="401638"/>
          <p14:tracePt t="33533" x="5565775" y="414338"/>
          <p14:tracePt t="33544" x="5551488" y="449263"/>
          <p14:tracePt t="33555" x="5518150" y="461963"/>
          <p14:tracePt t="33565" x="5503863" y="490538"/>
          <p14:tracePt t="33576" x="5503863" y="517525"/>
          <p14:tracePt t="33588" x="5491163" y="530225"/>
          <p14:tracePt t="33609" x="5503863" y="544513"/>
          <p14:tracePt t="33622" x="5518150" y="557213"/>
          <p14:tracePt t="33632" x="5538788" y="557213"/>
          <p14:tracePt t="33643" x="5565775" y="577850"/>
          <p14:tracePt t="33656" x="5592763" y="577850"/>
          <p14:tracePt t="33666" x="5634038" y="592138"/>
          <p14:tracePt t="33677" x="5667375" y="592138"/>
          <p14:tracePt t="33689" x="5708650" y="592138"/>
          <p14:tracePt t="33699" x="5748338" y="577850"/>
          <p14:tracePt t="33711" x="5783263" y="577850"/>
          <p14:tracePt t="33723" x="5795963" y="577850"/>
          <p14:tracePt t="33734" x="5795963" y="557213"/>
          <p14:tracePt t="33745" x="5810250" y="557213"/>
          <p14:tracePt t="33756" x="5810250" y="544513"/>
          <p14:tracePt t="33767" x="5810250" y="530225"/>
          <p14:tracePt t="33778" x="5810250" y="503238"/>
          <p14:tracePt t="33790" x="5795963" y="476250"/>
          <p14:tracePt t="33801" x="5795963" y="461963"/>
          <p14:tracePt t="33812" x="5762625" y="428625"/>
          <p14:tracePt t="33824" x="5721350" y="401638"/>
          <p14:tracePt t="33835" x="5681663" y="387350"/>
          <p14:tracePt t="33846" x="5646738" y="387350"/>
          <p14:tracePt t="33857" x="5619750" y="374650"/>
          <p14:tracePt t="33868" x="5578475" y="387350"/>
          <p14:tracePt t="33880" x="5551488" y="387350"/>
          <p14:tracePt t="33891" x="5503863" y="401638"/>
          <p14:tracePt t="33902" x="5476875" y="428625"/>
          <p14:tracePt t="33913" x="5462588" y="476250"/>
          <p14:tracePt t="33925" x="5462588" y="503238"/>
          <p14:tracePt t="33938" x="5462588" y="530225"/>
          <p14:tracePt t="33947" x="5476875" y="557213"/>
          <p14:tracePt t="33959" x="5503863" y="592138"/>
          <p14:tracePt t="33969" x="5538788" y="604838"/>
          <p14:tracePt t="33981" x="5578475" y="619125"/>
          <p14:tracePt t="33992" x="5646738" y="619125"/>
          <p14:tracePt t="34004" x="5694363" y="619125"/>
          <p14:tracePt t="34014" x="5748338" y="619125"/>
          <p14:tracePt t="34025" x="5810250" y="604838"/>
          <p14:tracePt t="34039" x="5851525" y="577850"/>
          <p14:tracePt t="34049" x="5864225" y="544513"/>
          <p14:tracePt t="34060" x="5878513" y="503238"/>
          <p14:tracePt t="34072" x="5878513" y="461963"/>
          <p14:tracePt t="34082" x="5864225" y="401638"/>
          <p14:tracePt t="34094" x="5837238" y="374650"/>
          <p14:tracePt t="34105" x="5810250" y="347663"/>
          <p14:tracePt t="34116" x="5762625" y="312738"/>
          <p14:tracePt t="34127" x="5721350" y="300038"/>
          <p14:tracePt t="34139" x="5681663" y="300038"/>
          <p14:tracePt t="34149" x="5646738" y="300038"/>
          <p14:tracePt t="34161" x="5605463" y="312738"/>
          <p14:tracePt t="34172" x="5578475" y="333375"/>
          <p14:tracePt t="34183" x="5538788" y="347663"/>
          <p14:tracePt t="34195" x="5503863" y="387350"/>
          <p14:tracePt t="34207" x="5476875" y="414338"/>
          <p14:tracePt t="34217" x="5462588" y="449263"/>
          <p14:tracePt t="34229" x="5462588" y="476250"/>
          <p14:tracePt t="34240" x="5462588" y="503238"/>
          <p14:tracePt t="34251" x="5476875" y="517525"/>
          <p14:tracePt t="34262" x="5491163" y="544513"/>
          <p14:tracePt t="34274" x="5503863" y="557213"/>
          <p14:tracePt t="34284" x="5538788" y="557213"/>
          <p14:tracePt t="34296" x="5565775" y="577850"/>
          <p14:tracePt t="34307" x="5592763" y="577850"/>
          <p14:tracePt t="34318" x="5634038" y="557213"/>
          <p14:tracePt t="34330" x="5667375" y="557213"/>
          <p14:tracePt t="34341" x="5721350" y="544513"/>
          <p14:tracePt t="34352" x="5762625" y="517525"/>
          <p14:tracePt t="34363" x="5795963" y="490538"/>
          <p14:tracePt t="34375" x="5824538" y="461963"/>
          <p14:tracePt t="34386" x="5837238" y="449263"/>
          <p14:tracePt t="34397" x="5837238" y="414338"/>
          <p14:tracePt t="34408" x="5837238" y="401638"/>
          <p14:tracePt t="34421" x="5837238" y="387350"/>
          <p14:tracePt t="34431" x="5824538" y="374650"/>
          <p14:tracePt t="34442" x="5824538" y="360363"/>
          <p14:tracePt t="34454" x="5810250" y="360363"/>
          <p14:tracePt t="34464" x="5795963" y="360363"/>
          <p14:tracePt t="34476" x="5762625" y="360363"/>
          <p14:tracePt t="34488" x="5748338" y="360363"/>
          <p14:tracePt t="34498" x="5721350" y="360363"/>
          <p14:tracePt t="34510" x="5694363" y="360363"/>
          <p14:tracePt t="34522" x="5681663" y="360363"/>
          <p14:tracePt t="34532" x="5646738" y="374650"/>
          <p14:tracePt t="34555" x="5634038" y="374650"/>
          <p14:tracePt t="34599" x="5634038" y="387350"/>
          <p14:tracePt t="34633" x="5634038" y="401638"/>
          <p14:tracePt t="34655" x="5646738" y="401638"/>
          <p14:tracePt t="34734" x="5634038" y="401638"/>
          <p14:tracePt t="34746" x="5634038" y="414338"/>
          <p14:tracePt t="34757" x="5619750" y="449263"/>
          <p14:tracePt t="34768" x="5592763" y="476250"/>
          <p14:tracePt t="34781" x="5578475" y="490538"/>
          <p14:tracePt t="34791" x="5565775" y="517525"/>
          <p14:tracePt t="34802" x="5551488" y="530225"/>
          <p14:tracePt t="34814" x="5551488" y="544513"/>
          <p14:tracePt t="34836" x="5551488" y="557213"/>
          <p14:tracePt t="34858" x="5565775" y="557213"/>
          <p14:tracePt t="34892" x="5578475" y="557213"/>
          <p14:tracePt t="34903" x="5592763" y="557213"/>
          <p14:tracePt t="34916" x="5605463" y="557213"/>
          <p14:tracePt t="34928" x="5634038" y="577850"/>
          <p14:tracePt t="34940" x="5646738" y="577850"/>
          <p14:tracePt t="34949" x="5667375" y="577850"/>
          <p14:tracePt t="34961" x="5681663" y="577850"/>
          <p14:tracePt t="34973" x="5694363" y="577850"/>
          <p14:tracePt t="34993" x="5708650" y="577850"/>
          <p14:tracePt t="35027" x="5721350" y="577850"/>
          <p14:tracePt t="35072" x="5708650" y="557213"/>
          <p14:tracePt t="35747" x="5708650" y="577850"/>
          <p14:tracePt t="35792" x="5708650" y="557213"/>
          <p14:tracePt t="35803" x="5721350" y="557213"/>
          <p14:tracePt t="35837" x="5735638" y="557213"/>
          <p14:tracePt t="35859" x="5748338" y="557213"/>
          <p14:tracePt t="35904" x="5762625" y="557213"/>
          <p14:tracePt t="36219" x="5762625" y="577850"/>
          <p14:tracePt t="36264" x="5762625" y="592138"/>
          <p14:tracePt t="36278" x="5748338" y="604838"/>
          <p14:tracePt t="36287" x="5748338" y="619125"/>
          <p14:tracePt t="36298" x="5748338" y="646113"/>
          <p14:tracePt t="36311" x="5748338" y="708025"/>
          <p14:tracePt t="36321" x="5735638" y="803275"/>
          <p14:tracePt t="36332" x="5721350" y="904875"/>
          <p14:tracePt t="36345" x="5721350" y="966788"/>
          <p14:tracePt t="36355" x="5708650" y="1033463"/>
          <p14:tracePt t="36366" x="5708650" y="1095375"/>
          <p14:tracePt t="36378" x="5694363" y="1122363"/>
          <p14:tracePt t="36388" x="5694363" y="1136650"/>
          <p14:tracePt t="36400" x="5694363" y="1163638"/>
          <p14:tracePt t="36433" x="5667375" y="1163638"/>
          <p14:tracePt t="36838" x="5681663" y="1163638"/>
          <p14:tracePt t="36928" x="5694363" y="1163638"/>
          <p14:tracePt t="36950" x="5708650" y="1163638"/>
          <p14:tracePt t="36995" x="5708650" y="1176338"/>
          <p14:tracePt t="37019" x="5708650" y="1190625"/>
          <p14:tracePt t="37030" x="5721350" y="1211263"/>
          <p14:tracePt t="37041" x="5721350" y="1223963"/>
          <p14:tracePt t="37053" x="5721350" y="1238250"/>
          <p14:tracePt t="37064" x="5721350" y="1279525"/>
          <p14:tracePt t="37074" x="5708650" y="1319213"/>
          <p14:tracePt t="37086" x="5708650" y="1354138"/>
          <p14:tracePt t="37098" x="5721350" y="1408113"/>
          <p14:tracePt t="37110" x="5735638" y="1470025"/>
          <p14:tracePt t="37120" x="5748338" y="1497013"/>
          <p14:tracePt t="37132" x="5783263" y="1524000"/>
          <p14:tracePt t="37143" x="5795963" y="1538288"/>
          <p14:tracePt t="37154" x="5824538" y="1538288"/>
          <p14:tracePt t="37166" x="5851525" y="1538288"/>
          <p14:tracePt t="37177" x="5864225" y="1538288"/>
          <p14:tracePt t="37188" x="5878513" y="1538288"/>
          <p14:tracePt t="37200" x="5891213" y="1538288"/>
          <p14:tracePt t="37210" x="5911850" y="1538288"/>
          <p14:tracePt t="37232" x="5911850" y="1524000"/>
          <p14:tracePt t="37255" x="5911850" y="1509713"/>
          <p14:tracePt t="37277" x="5911850" y="1497013"/>
          <p14:tracePt t="37289" x="5911850" y="1482725"/>
          <p14:tracePt t="37322" x="5911850" y="1470025"/>
          <p14:tracePt t="37356" x="5911850" y="1449388"/>
          <p14:tracePt t="37367" x="5911850" y="1435100"/>
          <p14:tracePt t="37379" x="5911850" y="1422400"/>
          <p14:tracePt t="37401" x="5891213" y="1408113"/>
          <p14:tracePt t="37423" x="5878513" y="1395413"/>
          <p14:tracePt t="37445" x="5864225" y="1381125"/>
          <p14:tracePt t="37457" x="5851525" y="1381125"/>
          <p14:tracePt t="37471" x="5824538" y="1381125"/>
          <p14:tracePt t="37480" x="5795963" y="1381125"/>
          <p14:tracePt t="37491" x="5762625" y="1381125"/>
          <p14:tracePt t="37504" x="5735638" y="1381125"/>
          <p14:tracePt t="37514" x="5708650" y="1381125"/>
          <p14:tracePt t="37525" x="5681663" y="1381125"/>
          <p14:tracePt t="37537" x="5667375" y="1381125"/>
          <p14:tracePt t="37547" x="5646738" y="1395413"/>
          <p14:tracePt t="37559" x="5634038" y="1395413"/>
          <p14:tracePt t="37570" x="5619750" y="1408113"/>
          <p14:tracePt t="37592" x="5605463" y="1422400"/>
          <p14:tracePt t="37604" x="5592763" y="1435100"/>
          <p14:tracePt t="37614" x="5592763" y="1449388"/>
          <p14:tracePt t="37627" x="5578475" y="1470025"/>
          <p14:tracePt t="37638" x="5578475" y="1482725"/>
          <p14:tracePt t="37648" x="5578475" y="1497013"/>
          <p14:tracePt t="37660" x="5592763" y="1509713"/>
          <p14:tracePt t="37671" x="5592763" y="1524000"/>
          <p14:tracePt t="37704" x="5605463" y="1524000"/>
          <p14:tracePt t="37707" x="5619750" y="1538288"/>
          <p14:tracePt t="37717" x="5634038" y="1538288"/>
          <p14:tracePt t="37720" x="5681663" y="1550988"/>
          <p14:tracePt t="37735" x="5708650" y="1550988"/>
          <p14:tracePt t="37741" x="5735638" y="1550988"/>
          <p14:tracePt t="37753" x="5783263" y="1550988"/>
          <p14:tracePt t="37763" x="5824538" y="1538288"/>
          <p14:tracePt t="37772" x="5851525" y="1538288"/>
          <p14:tracePt t="37783" x="5864225" y="1524000"/>
          <p14:tracePt t="37796" x="5878513" y="1497013"/>
          <p14:tracePt t="37808" x="5878513" y="1470025"/>
          <p14:tracePt t="37817" x="5878513" y="1449388"/>
          <p14:tracePt t="37829" x="5864225" y="1422400"/>
          <p14:tracePt t="37840" x="5837238" y="1381125"/>
          <p14:tracePt t="37852" x="5810250" y="1366838"/>
          <p14:tracePt t="37862" x="5762625" y="1354138"/>
          <p14:tracePt t="37874" x="5708650" y="1319213"/>
          <p14:tracePt t="37886" x="5634038" y="1306513"/>
          <p14:tracePt t="37896" x="5578475" y="1306513"/>
          <p14:tracePt t="37907" x="5538788" y="1306513"/>
          <p14:tracePt t="37920" x="5491163" y="1306513"/>
          <p14:tracePt t="37929" x="5462588" y="1319213"/>
          <p14:tracePt t="37941" x="5449888" y="1339850"/>
          <p14:tracePt t="37953" x="5422900" y="1354138"/>
          <p14:tracePt t="37963" x="5408613" y="1381125"/>
          <p14:tracePt t="37975" x="5387975" y="1395413"/>
          <p14:tracePt t="37987" x="5387975" y="1408113"/>
          <p14:tracePt t="37997" x="5375275" y="1422400"/>
          <p14:tracePt t="38009" x="5375275" y="1435100"/>
          <p14:tracePt t="38020" x="5375275" y="1449388"/>
          <p14:tracePt t="38031" x="5387975" y="1470025"/>
          <p14:tracePt t="38043" x="5387975" y="1482725"/>
          <p14:tracePt t="38064" x="5408613" y="1497013"/>
          <p14:tracePt t="38087" x="5422900" y="1497013"/>
          <p14:tracePt t="38098" x="5435600" y="1509713"/>
          <p14:tracePt t="38110" x="5462588" y="1509713"/>
          <p14:tracePt t="38121" x="5491163" y="1509713"/>
          <p14:tracePt t="38132" x="5518150" y="1509713"/>
          <p14:tracePt t="38144" x="5551488" y="1509713"/>
          <p14:tracePt t="38156" x="5605463" y="1524000"/>
          <p14:tracePt t="38166" x="5646738" y="1524000"/>
          <p14:tracePt t="38178" x="5708650" y="1524000"/>
          <p14:tracePt t="38189" x="5735638" y="1524000"/>
          <p14:tracePt t="38200" x="5783263" y="1524000"/>
          <p14:tracePt t="38211" x="5810250" y="1509713"/>
          <p14:tracePt t="38223" x="5824538" y="1509713"/>
          <p14:tracePt t="38234" x="5837238" y="1509713"/>
          <p14:tracePt t="38245" x="5837238" y="1497013"/>
          <p14:tracePt t="38256" x="5851525" y="1482725"/>
          <p14:tracePt t="38278" x="5851525" y="1470025"/>
          <p14:tracePt t="38290" x="5851525" y="1435100"/>
          <p14:tracePt t="38302" x="5851525" y="1422400"/>
          <p14:tracePt t="38312" x="5837238" y="1395413"/>
          <p14:tracePt t="38324" x="5810250" y="1366838"/>
          <p14:tracePt t="38335" x="5762625" y="1319213"/>
          <p14:tracePt t="38346" x="5735638" y="1306513"/>
          <p14:tracePt t="38358" x="5681663" y="1279525"/>
          <p14:tracePt t="38370" x="5634038" y="1265238"/>
          <p14:tracePt t="38380" x="5578475" y="1252538"/>
          <p14:tracePt t="38392" x="5538788" y="1252538"/>
          <p14:tracePt t="38404" x="5476875" y="1252538"/>
          <p14:tracePt t="38413" x="5408613" y="1252538"/>
          <p14:tracePt t="38425" x="5348288" y="1265238"/>
          <p14:tracePt t="38437" x="5319713" y="1279525"/>
          <p14:tracePt t="38447" x="5280025" y="1306513"/>
          <p14:tracePt t="38459" x="5245100" y="1319213"/>
          <p14:tracePt t="38470" x="5232400" y="1339850"/>
          <p14:tracePt t="38481" x="5218113" y="1366838"/>
          <p14:tracePt t="38493" x="5218113" y="1381125"/>
          <p14:tracePt t="38504" x="5205413" y="1395413"/>
          <p14:tracePt t="38515" x="5205413" y="1408113"/>
          <p14:tracePt t="38526" x="5205413" y="1422400"/>
          <p14:tracePt t="38537" x="5205413" y="1435100"/>
          <p14:tracePt t="38548" x="5218113" y="1449388"/>
          <p14:tracePt t="38560" x="5232400" y="1482725"/>
          <p14:tracePt t="38571" x="5280025" y="1497013"/>
          <p14:tracePt t="38582" x="5319713" y="1509713"/>
          <p14:tracePt t="38595" x="5348288" y="1524000"/>
          <p14:tracePt t="38606" x="5408613" y="1524000"/>
          <p14:tracePt t="38616" x="5449888" y="1538288"/>
          <p14:tracePt t="38628" x="5503863" y="1538288"/>
          <p14:tracePt t="38639" x="5565775" y="1538288"/>
          <p14:tracePt t="38650" x="5605463" y="1538288"/>
          <p14:tracePt t="38661" x="5667375" y="1524000"/>
          <p14:tracePt t="38672" x="5694363" y="1509713"/>
          <p14:tracePt t="38683" x="5735638" y="1497013"/>
          <p14:tracePt t="38695" x="5748338" y="1470025"/>
          <p14:tracePt t="38706" x="5748338" y="1449388"/>
          <p14:tracePt t="38717" x="5748338" y="1422400"/>
          <p14:tracePt t="38729" x="5735638" y="1395413"/>
          <p14:tracePt t="38751" x="5694363" y="1354138"/>
          <p14:tracePt t="38752" x="5634038" y="1319213"/>
          <p14:tracePt t="38762" x="5592763" y="1292225"/>
          <p14:tracePt t="38773" x="5538788" y="1279525"/>
          <p14:tracePt t="38786" x="5462588" y="1265238"/>
          <p14:tracePt t="38797" x="5422900" y="1265238"/>
          <p14:tracePt t="38808" x="5360988" y="1265238"/>
          <p14:tracePt t="38819" x="5319713" y="1292225"/>
          <p14:tracePt t="38829" x="5280025" y="1319213"/>
          <p14:tracePt t="38841" x="5245100" y="1339850"/>
          <p14:tracePt t="38853" x="5232400" y="1381125"/>
          <p14:tracePt t="38863" x="5218113" y="1395413"/>
          <p14:tracePt t="38875" x="5218113" y="1422400"/>
          <p14:tracePt t="38887" x="5218113" y="1435100"/>
          <p14:tracePt t="38897" x="5232400" y="1449388"/>
          <p14:tracePt t="38909" x="5259388" y="1482725"/>
          <p14:tracePt t="38920" x="5307013" y="1497013"/>
          <p14:tracePt t="38931" x="5360988" y="1509713"/>
          <p14:tracePt t="38943" x="5435600" y="1524000"/>
          <p14:tracePt t="38954" x="5518150" y="1538288"/>
          <p14:tracePt t="38964" x="5605463" y="1538288"/>
          <p14:tracePt t="38976" x="5735638" y="1538288"/>
          <p14:tracePt t="38987" x="5864225" y="1538288"/>
          <p14:tracePt t="38998" x="5953125" y="1538288"/>
          <p14:tracePt t="39010" x="6042025" y="1524000"/>
          <p14:tracePt t="39021" x="6081713" y="1509713"/>
          <p14:tracePt t="39032" x="6110288" y="1497013"/>
          <p14:tracePt t="39044" x="6122988" y="1482725"/>
          <p14:tracePt t="39055" x="6137275" y="1449388"/>
          <p14:tracePt t="39066" x="6122988" y="1422400"/>
          <p14:tracePt t="39078" x="6110288" y="1408113"/>
          <p14:tracePt t="39089" x="6081713" y="1381125"/>
          <p14:tracePt t="39099" x="6042025" y="1339850"/>
          <p14:tracePt t="39111" x="5980113" y="1306513"/>
          <p14:tracePt t="39122" x="5926138" y="1292225"/>
          <p14:tracePt t="39134" x="5837238" y="1252538"/>
          <p14:tracePt t="39145" x="5735638" y="1238250"/>
          <p14:tracePt t="39156" x="5667375" y="1238250"/>
          <p14:tracePt t="39167" x="5619750" y="1238250"/>
          <p14:tracePt t="39178" x="5565775" y="1238250"/>
          <p14:tracePt t="39190" x="5518150" y="1252538"/>
          <p14:tracePt t="39202" x="5491163" y="1279525"/>
          <p14:tracePt t="39212" x="5462588" y="1306513"/>
          <p14:tracePt t="39224" x="5449888" y="1354138"/>
          <p14:tracePt t="39236" x="5435600" y="1381125"/>
          <p14:tracePt t="39246" x="5435600" y="1422400"/>
          <p14:tracePt t="39257" x="5435600" y="1449388"/>
          <p14:tracePt t="39270" x="5449888" y="1497013"/>
          <p14:tracePt t="39280" x="5462588" y="1509713"/>
          <p14:tracePt t="39292" x="5503863" y="1538288"/>
          <p14:tracePt t="39303" x="5565775" y="1550988"/>
          <p14:tracePt t="39313" x="5619750" y="1565275"/>
          <p14:tracePt t="39324" x="5667375" y="1577975"/>
          <p14:tracePt t="39336" x="5735638" y="1577975"/>
          <p14:tracePt t="39347" x="5795963" y="1565275"/>
          <p14:tracePt t="39359" x="5837238" y="1565275"/>
          <p14:tracePt t="39370" x="5851525" y="1550988"/>
          <p14:tracePt t="39381" x="5864225" y="1538288"/>
          <p14:tracePt t="39393" x="5878513" y="1524000"/>
          <p14:tracePt t="39404" x="5878513" y="1509713"/>
          <p14:tracePt t="39414" x="5864225" y="1509713"/>
          <p14:tracePt t="39426" x="5851525" y="1497013"/>
          <p14:tracePt t="39437" x="5837238" y="1482725"/>
          <p14:tracePt t="39448" x="5824538" y="1482725"/>
          <p14:tracePt t="39459" x="5810250" y="1482725"/>
          <p14:tracePt t="39482" x="5795963" y="1482725"/>
          <p14:tracePt t="39764" x="5783263" y="1482725"/>
          <p14:tracePt t="39776" x="5762625" y="1470025"/>
          <p14:tracePt t="39797" x="5748338" y="1470025"/>
          <p14:tracePt t="39800" x="5735638" y="1470025"/>
          <p14:tracePt t="39809" x="5721350" y="1470025"/>
          <p14:tracePt t="39821" x="5708650" y="1470025"/>
          <p14:tracePt t="39832" x="5694363" y="1470025"/>
          <p14:tracePt t="39853" x="5681663" y="1470025"/>
          <p14:tracePt t="39875" x="5667375" y="1482725"/>
          <p14:tracePt t="39887" x="5667375" y="1497013"/>
          <p14:tracePt t="39900" x="5646738" y="1497013"/>
          <p14:tracePt t="39910" x="5646738" y="1509713"/>
          <p14:tracePt t="39932" x="5646738" y="1524000"/>
          <p14:tracePt t="39999" x="5646738" y="1538288"/>
          <p14:tracePt t="40258" x="5646738" y="1524000"/>
          <p14:tracePt t="40292" x="5646738" y="1538288"/>
          <p14:tracePt t="40336" x="5634038" y="1538288"/>
          <p14:tracePt t="40348" x="5605463" y="1538288"/>
          <p14:tracePt t="40362" x="5592763" y="1538288"/>
          <p14:tracePt t="40371" x="5565775" y="1538288"/>
          <p14:tracePt t="40382" x="5538788" y="1550988"/>
          <p14:tracePt t="40395" x="5503863" y="1550988"/>
          <p14:tracePt t="40405" x="5491163" y="1550988"/>
          <p14:tracePt t="40416" x="5476875" y="1550988"/>
          <p14:tracePt t="40428" x="5462588" y="1550988"/>
          <p14:tracePt t="40439" x="5449888" y="1550988"/>
          <p14:tracePt t="40494" x="5462588" y="1550988"/>
          <p14:tracePt t="40505" x="5476875" y="1550988"/>
          <p14:tracePt t="40528" x="5491163" y="1550988"/>
          <p14:tracePt t="40540" x="5476875" y="1550988"/>
          <p14:tracePt t="40742" x="5491163" y="1550988"/>
          <p14:tracePt t="40754" x="5538788" y="1550988"/>
          <p14:tracePt t="40764" x="5551488" y="1550988"/>
          <p14:tracePt t="40787" x="5538788" y="1550988"/>
          <p14:tracePt t="40810" x="5518150" y="1550988"/>
          <p14:tracePt t="40821" x="5462588" y="1565275"/>
          <p14:tracePt t="40844" x="5375275" y="1577975"/>
          <p14:tracePt t="40845" x="5191125" y="1612900"/>
          <p14:tracePt t="40856" x="5021263" y="1639888"/>
          <p14:tracePt t="40866" x="4756150" y="1708150"/>
          <p14:tracePt t="40880" x="4456113" y="1782763"/>
          <p14:tracePt t="40890" x="4238625" y="1824038"/>
          <p14:tracePt t="40900" x="3938588" y="1884363"/>
          <p14:tracePt t="40913" x="3652838" y="1925638"/>
          <p14:tracePt t="40923" x="3435350" y="1973263"/>
          <p14:tracePt t="40935" x="3319463" y="1985963"/>
          <p14:tracePt t="40947" x="3190875" y="2000250"/>
          <p14:tracePt t="40957" x="3101975" y="2000250"/>
          <p14:tracePt t="40969" x="3062288" y="2000250"/>
          <p14:tracePt t="40979" x="3033713" y="2000250"/>
          <p14:tracePt t="40990" x="3006725" y="2000250"/>
          <p14:tracePt t="41002" x="2994025" y="2000250"/>
          <p14:tracePt t="41012" x="2994025" y="2014538"/>
          <p14:tracePt t="41045" x="2973388" y="2014538"/>
          <p14:tracePt t="41079" x="2959100" y="2014538"/>
          <p14:tracePt t="41091" x="2959100" y="2027238"/>
          <p14:tracePt t="41103" x="2946400" y="2041525"/>
          <p14:tracePt t="41114" x="2946400" y="2068513"/>
          <p14:tracePt t="41125" x="2946400" y="2081213"/>
          <p14:tracePt t="41137" x="2946400" y="2101850"/>
          <p14:tracePt t="41148" x="2946400" y="2128838"/>
          <p14:tracePt t="41158" x="2959100" y="2128838"/>
          <p14:tracePt t="41170" x="2973388" y="2143125"/>
          <p14:tracePt t="41181" x="2994025" y="2143125"/>
          <p14:tracePt t="41214" x="2973388" y="2143125"/>
          <p14:tracePt t="41226" x="2932113" y="2143125"/>
          <p14:tracePt t="41238" x="2863850" y="2128838"/>
          <p14:tracePt t="41250" x="2776538" y="2116138"/>
          <p14:tracePt t="41262" x="2700338" y="2116138"/>
          <p14:tracePt t="41272" x="2586038" y="2101850"/>
          <p14:tracePt t="41283" x="2503488" y="2101850"/>
          <p14:tracePt t="41295" x="2443163" y="2081213"/>
          <p14:tracePt t="41305" x="2414588" y="2081213"/>
          <p14:tracePt t="41327" x="2401888" y="2081213"/>
          <p14:tracePt t="41338" x="2401888" y="2101850"/>
          <p14:tracePt t="41350" x="2443163" y="2101850"/>
          <p14:tracePt t="41362" x="2503488" y="2116138"/>
          <p14:tracePt t="41373" x="2586038" y="2128838"/>
          <p14:tracePt t="41386" x="2646363" y="2128838"/>
          <p14:tracePt t="41397" x="2735263" y="2143125"/>
          <p14:tracePt t="41407" x="2789238" y="2157413"/>
          <p14:tracePt t="41418" x="2816225" y="2157413"/>
          <p14:tracePt t="41429" x="2843213" y="2157413"/>
          <p14:tracePt t="41451" x="2830513" y="2157413"/>
          <p14:tracePt t="41463" x="2816225" y="2170113"/>
          <p14:tracePt t="41473" x="2747963" y="2170113"/>
          <p14:tracePt t="41485" x="2660650" y="2170113"/>
          <p14:tracePt t="41496" x="2530475" y="2184400"/>
          <p14:tracePt t="41507" x="2443163" y="2197100"/>
          <p14:tracePt t="41519" x="2327275" y="2232025"/>
          <p14:tracePt t="41530" x="2232025" y="2259013"/>
          <p14:tracePt t="41541" x="2170113" y="2286000"/>
          <p14:tracePt t="41553" x="2128838" y="2312988"/>
          <p14:tracePt t="41564" x="2101850" y="2339975"/>
          <p14:tracePt t="41574" x="2101850" y="2360613"/>
          <p14:tracePt t="41586" x="2116138" y="2374900"/>
          <p14:tracePt t="41598" x="2143125" y="2387600"/>
          <p14:tracePt t="41608" x="2211388" y="2401888"/>
          <p14:tracePt t="41620" x="2300288" y="2414588"/>
          <p14:tracePt t="41631" x="2503488" y="2428875"/>
          <p14:tracePt t="41642" x="2714625" y="2428875"/>
          <p14:tracePt t="41653" x="2932113" y="2414588"/>
          <p14:tracePt t="41664" x="3089275" y="2401888"/>
          <p14:tracePt t="41676" x="3252788" y="2360613"/>
          <p14:tracePt t="41688" x="3395663" y="2312988"/>
          <p14:tracePt t="41699" x="3538538" y="2271713"/>
          <p14:tracePt t="41711" x="3667125" y="2232025"/>
          <p14:tracePt t="41721" x="3836988" y="2157413"/>
          <p14:tracePt t="41732" x="4014788" y="2081213"/>
          <p14:tracePt t="41744" x="4157663" y="2027238"/>
          <p14:tracePt t="41754" x="4354513" y="1952625"/>
          <p14:tracePt t="41766" x="4518025" y="1898650"/>
          <p14:tracePt t="41778" x="4646613" y="1871663"/>
          <p14:tracePt t="41788" x="4729163" y="1857375"/>
          <p14:tracePt t="41800" x="4830763" y="1836738"/>
          <p14:tracePt t="41812" x="4905375" y="1836738"/>
          <p14:tracePt t="41822" x="4946650" y="1836738"/>
          <p14:tracePt t="41834" x="4986338" y="1836738"/>
          <p14:tracePt t="41845" x="5021263" y="1836738"/>
          <p14:tracePt t="41856" x="5033963" y="1836738"/>
          <p14:tracePt t="41867" x="5048250" y="1836738"/>
          <p14:tracePt t="41901" x="5075238" y="1836738"/>
          <p14:tracePt t="41904" x="5102225" y="1836738"/>
          <p14:tracePt t="41913" x="5129213" y="1836738"/>
          <p14:tracePt t="41915" x="5164138" y="1824038"/>
          <p14:tracePt t="41924" x="5191125" y="1809750"/>
          <p14:tracePt t="41937" x="5218113" y="1782763"/>
          <p14:tracePt t="41947" x="5232400" y="1768475"/>
          <p14:tracePt t="41957" x="5280025" y="1741488"/>
          <p14:tracePt t="41970" x="5319713" y="1693863"/>
          <p14:tracePt t="41981" x="5360988" y="1666875"/>
          <p14:tracePt t="41991" x="5408613" y="1625600"/>
          <p14:tracePt t="42003" x="5449888" y="1577975"/>
          <p14:tracePt t="42014" x="5491163" y="1538288"/>
          <p14:tracePt t="42025" x="5518150" y="1497013"/>
          <p14:tracePt t="42036" x="5518150" y="1470025"/>
          <p14:tracePt t="42047" x="5518150" y="1435100"/>
          <p14:tracePt t="42058" x="5518150" y="1422400"/>
          <p14:tracePt t="42070" x="5503863" y="1408113"/>
          <p14:tracePt t="42081" x="5491163" y="1408113"/>
          <p14:tracePt t="42092" x="5476875" y="1408113"/>
          <p14:tracePt t="42103" x="5449888" y="1408113"/>
          <p14:tracePt t="42115" x="5435600" y="1422400"/>
          <p14:tracePt t="42126" x="5408613" y="1435100"/>
          <p14:tracePt t="42137" x="5387975" y="1470025"/>
          <p14:tracePt t="42148" x="5387975" y="1497013"/>
          <p14:tracePt t="42161" x="5387975" y="1524000"/>
          <p14:tracePt t="42171" x="5408613" y="1550988"/>
          <p14:tracePt t="42183" x="5435600" y="1577975"/>
          <p14:tracePt t="42195" x="5476875" y="1598613"/>
          <p14:tracePt t="42205" x="5538788" y="1612900"/>
          <p14:tracePt t="42217" x="5592763" y="1612900"/>
          <p14:tracePt t="42228" x="5681663" y="1612900"/>
          <p14:tracePt t="42238" x="5735638" y="1598613"/>
          <p14:tracePt t="42250" x="5824538" y="1577975"/>
          <p14:tracePt t="42262" x="5878513" y="1550988"/>
          <p14:tracePt t="42272" x="5911850" y="1524000"/>
          <p14:tracePt t="42283" x="5926138" y="1497013"/>
          <p14:tracePt t="42295" x="5926138" y="1482725"/>
          <p14:tracePt t="42306" x="5911850" y="1449388"/>
          <p14:tracePt t="42317" x="5891213" y="1435100"/>
          <p14:tracePt t="42329" x="5837238" y="1422400"/>
          <p14:tracePt t="42339" x="5795963" y="1408113"/>
          <p14:tracePt t="42351" x="5748338" y="1408113"/>
          <p14:tracePt t="42363" x="5708650" y="1422400"/>
          <p14:tracePt t="42374" x="5667375" y="1449388"/>
          <p14:tracePt t="42386" x="5619750" y="1497013"/>
          <p14:tracePt t="42397" x="5592763" y="1538288"/>
          <p14:tracePt t="42407" x="5578475" y="1577975"/>
          <p14:tracePt t="42419" x="5578475" y="1625600"/>
          <p14:tracePt t="42430" x="5605463" y="1652588"/>
          <p14:tracePt t="42441" x="5619750" y="1681163"/>
          <p14:tracePt t="42452" x="5681663" y="1693863"/>
          <p14:tracePt t="42464" x="5748338" y="1708150"/>
          <p14:tracePt t="42474" x="5824538" y="1708150"/>
          <p14:tracePt t="42486" x="5938838" y="1693863"/>
          <p14:tracePt t="42497" x="6054725" y="1666875"/>
          <p14:tracePt t="42508" x="6122988" y="1625600"/>
          <p14:tracePt t="42520" x="6170613" y="1598613"/>
          <p14:tracePt t="42531" x="6184900" y="1565275"/>
          <p14:tracePt t="42542" x="6170613" y="1538288"/>
          <p14:tracePt t="42553" x="6149975" y="1524000"/>
          <p14:tracePt t="42564" x="6137275" y="1509713"/>
          <p14:tracePt t="42576" x="6110288" y="1497013"/>
          <p14:tracePt t="42587" x="6081713" y="1497013"/>
          <p14:tracePt t="42598" x="6054725" y="1497013"/>
          <p14:tracePt t="42611" x="5994400" y="1497013"/>
          <p14:tracePt t="42621" x="5891213" y="1497013"/>
          <p14:tracePt t="42868" x="5911850" y="1497013"/>
          <p14:tracePt t="42891" x="5926138" y="1497013"/>
          <p14:tracePt t="42902" x="5938838" y="1482725"/>
          <p14:tracePt t="42947" x="5953125" y="1482725"/>
          <p14:tracePt t="42969" x="5953125" y="1470025"/>
          <p14:tracePt t="43048" x="5953125" y="1482725"/>
          <p14:tracePt t="43059" x="5967413" y="1482725"/>
          <p14:tracePt t="43104" x="5980113" y="1482725"/>
          <p14:tracePt t="43171" x="5994400" y="1482725"/>
          <p14:tracePt t="43184" x="5994400" y="1470025"/>
          <p14:tracePt t="43397" x="5980113" y="1470025"/>
          <p14:tracePt t="43409" x="5967413" y="1449388"/>
          <p14:tracePt t="43420" x="5938838" y="1435100"/>
          <p14:tracePt t="43993" x="5953125" y="1435100"/>
          <p14:tracePt t="44016" x="5967413" y="1435100"/>
          <p14:tracePt t="44207" x="5967413" y="1422400"/>
          <p14:tracePt t="44218" x="5980113" y="1422400"/>
          <p14:tracePt t="44274" x="5980113" y="1408113"/>
          <p14:tracePt t="44330" x="5980113" y="1395413"/>
          <p14:tracePt t="44578" x="5980113" y="1381125"/>
          <p14:tracePt t="44612" x="5980113" y="1366838"/>
          <p14:tracePt t="44634" x="5980113" y="1354138"/>
          <p14:tracePt t="44646" x="5980113" y="1339850"/>
          <p14:tracePt t="44669" x="5980113" y="1319213"/>
          <p14:tracePt t="44691" x="5980113" y="1306513"/>
          <p14:tracePt t="44703" x="5967413" y="1306513"/>
          <p14:tracePt t="44714" x="5967413" y="1292225"/>
          <p14:tracePt t="44736" x="5953125" y="1279525"/>
          <p14:tracePt t="44748" x="5938838" y="1265238"/>
          <p14:tracePt t="44759" x="5926138" y="1265238"/>
          <p14:tracePt t="44771" x="5926138" y="1252538"/>
          <p14:tracePt t="44781" x="5911850" y="1252538"/>
          <p14:tracePt t="44792" x="5891213" y="1238250"/>
          <p14:tracePt t="44805" x="5878513" y="1238250"/>
          <p14:tracePt t="44826" x="5864225" y="1223963"/>
          <p14:tracePt t="44848" x="5851525" y="1223963"/>
          <p14:tracePt t="44871" x="5837238" y="1223963"/>
          <p14:tracePt t="68428" x="5824538" y="1238250"/>
          <p14:tracePt t="68434" x="5810250" y="1252538"/>
          <p14:tracePt t="68443" x="5795963" y="1265238"/>
          <p14:tracePt t="68452" x="5783263" y="1279525"/>
          <p14:tracePt t="68710" x="5783263" y="1292225"/>
          <p14:tracePt t="68745" x="5810250" y="1292225"/>
          <p14:tracePt t="68754" x="5824538" y="1292225"/>
          <p14:tracePt t="68766" x="5837238" y="1292225"/>
          <p14:tracePt t="68779" x="5864225" y="1292225"/>
          <p14:tracePt t="68789" x="5878513" y="1292225"/>
          <p14:tracePt t="68811" x="5878513" y="1279525"/>
          <p14:tracePt t="68855" x="5878513" y="1265238"/>
          <p14:tracePt t="68923" x="5878513" y="1252538"/>
          <p14:tracePt t="68946" x="5891213" y="1252538"/>
          <p14:tracePt t="68968" x="5891213" y="1238250"/>
          <p14:tracePt t="68980" x="5878513" y="1238250"/>
          <p14:tracePt t="68992" x="5878513" y="1223963"/>
          <p14:tracePt t="69002" x="5864225" y="1223963"/>
          <p14:tracePt t="69014" x="5864225" y="1211263"/>
          <p14:tracePt t="69025" x="5851525" y="1190625"/>
          <p14:tracePt t="69047" x="5851525" y="1176338"/>
          <p14:tracePt t="69059" x="5837238" y="1176338"/>
          <p14:tracePt t="69071" x="5837238" y="1163638"/>
          <p14:tracePt t="69114" x="5837238" y="1149350"/>
          <p14:tracePt t="69206" x="5824538" y="1149350"/>
          <p14:tracePt t="69238" x="5824538" y="1163638"/>
          <p14:tracePt t="69261" x="5810250" y="1163638"/>
          <p14:tracePt t="69273" x="5795963" y="1176338"/>
          <p14:tracePt t="69284" x="5783263" y="1190625"/>
          <p14:tracePt t="69295" x="5762625" y="1211263"/>
          <p14:tracePt t="69308" x="5748338" y="1238250"/>
          <p14:tracePt t="69318" x="5735638" y="1265238"/>
          <p14:tracePt t="69328" x="5721350" y="1279525"/>
          <p14:tracePt t="69341" x="5721350" y="1306513"/>
          <p14:tracePt t="69352" x="5721350" y="1319213"/>
          <p14:tracePt t="69362" x="5735638" y="1339850"/>
          <p14:tracePt t="69387" x="5748338" y="1354138"/>
          <p14:tracePt t="69396" x="5783263" y="1366838"/>
          <p14:tracePt t="69410" x="5795963" y="1366838"/>
          <p14:tracePt t="69420" x="5837238" y="1366838"/>
          <p14:tracePt t="69430" x="5864225" y="1366838"/>
          <p14:tracePt t="69442" x="5891213" y="1354138"/>
          <p14:tracePt t="69453" x="5926138" y="1354138"/>
          <p14:tracePt t="69465" x="5953125" y="1339850"/>
          <p14:tracePt t="69476" x="5967413" y="1319213"/>
          <p14:tracePt t="69486" x="5980113" y="1292225"/>
          <p14:tracePt t="69499" x="5980113" y="1279525"/>
          <p14:tracePt t="69509" x="5980113" y="1252538"/>
          <p14:tracePt t="69520" x="5980113" y="1223963"/>
          <p14:tracePt t="69532" x="5980113" y="1190625"/>
          <p14:tracePt t="69543" x="5953125" y="1163638"/>
          <p14:tracePt t="69554" x="5938838" y="1149350"/>
          <p14:tracePt t="69566" x="5911850" y="1136650"/>
          <p14:tracePt t="69577" x="5891213" y="1136650"/>
          <p14:tracePt t="69587" x="5864225" y="1122363"/>
          <p14:tracePt t="69600" x="5837238" y="1122363"/>
          <p14:tracePt t="69610" x="5824538" y="1122363"/>
          <p14:tracePt t="69632" x="5810250" y="1122363"/>
          <p14:tracePt t="69666" x="5824538" y="1109663"/>
          <p14:tracePt t="69678" x="5824538" y="1095375"/>
          <p14:tracePt t="69688" x="5837238" y="1062038"/>
          <p14:tracePt t="69700" x="5837238" y="1020763"/>
          <p14:tracePt t="69711" x="5851525" y="979488"/>
          <p14:tracePt t="69723" x="5878513" y="919163"/>
          <p14:tracePt t="69733" x="5891213" y="850900"/>
          <p14:tracePt t="69745" x="5891213" y="803275"/>
          <p14:tracePt t="69757" x="5926138" y="747713"/>
          <p14:tracePt t="69767" x="5926138" y="708025"/>
          <p14:tracePt t="69779" x="5926138" y="660400"/>
          <p14:tracePt t="69791" x="5926138" y="619125"/>
          <p14:tracePt t="69801" x="5911850" y="577850"/>
          <p14:tracePt t="69813" x="5891213" y="530225"/>
          <p14:tracePt t="69825" x="5891213" y="517525"/>
          <p14:tracePt t="69835" x="5878513" y="503238"/>
          <p14:tracePt t="69847" x="5864225" y="490538"/>
          <p14:tracePt t="69858" x="5851525" y="490538"/>
          <p14:tracePt t="69880" x="5837238" y="490538"/>
          <p14:tracePt t="69891" x="5824538" y="503238"/>
          <p14:tracePt t="69902" x="5810250" y="517525"/>
          <p14:tracePt t="69914" x="5810250" y="544513"/>
          <p14:tracePt t="69925" x="5810250" y="577850"/>
          <p14:tracePt t="69936" x="5837238" y="619125"/>
          <p14:tracePt t="69948" x="5851525" y="646113"/>
          <p14:tracePt t="69959" x="5891213" y="660400"/>
          <p14:tracePt t="69970" x="5938838" y="673100"/>
          <p14:tracePt t="69982" x="5994400" y="687388"/>
          <p14:tracePt t="69993" x="6042025" y="673100"/>
          <p14:tracePt t="70003" x="6096000" y="660400"/>
          <p14:tracePt t="70015" x="6149975" y="633413"/>
          <p14:tracePt t="70026" x="6184900" y="604838"/>
          <p14:tracePt t="70037" x="6211888" y="544513"/>
          <p14:tracePt t="70049" x="6224588" y="503238"/>
          <p14:tracePt t="70060" x="6211888" y="461963"/>
          <p14:tracePt t="70071" x="6211888" y="414338"/>
          <p14:tracePt t="70082" x="6184900" y="387350"/>
          <p14:tracePt t="70094" x="6137275" y="347663"/>
          <p14:tracePt t="70105" x="6096000" y="312738"/>
          <p14:tracePt t="70116" x="6042025" y="300038"/>
          <p14:tracePt t="70128" x="5967413" y="300038"/>
          <p14:tracePt t="70138" x="5911850" y="312738"/>
          <p14:tracePt t="70150" x="5864225" y="312738"/>
          <p14:tracePt t="70161" x="5810250" y="360363"/>
          <p14:tracePt t="70173" x="5783263" y="387350"/>
          <p14:tracePt t="70184" x="5748338" y="428625"/>
          <p14:tracePt t="70206" x="5748338" y="461963"/>
          <p14:tracePt t="70207" x="5748338" y="490538"/>
          <p14:tracePt t="70217" x="5748338" y="517525"/>
          <p14:tracePt t="70229" x="5762625" y="544513"/>
          <p14:tracePt t="70241" x="5795963" y="557213"/>
          <p14:tracePt t="70251" x="5837238" y="557213"/>
          <p14:tracePt t="70262" x="5878513" y="577850"/>
          <p14:tracePt t="70275" x="5938838" y="577850"/>
          <p14:tracePt t="70285" x="5980113" y="557213"/>
          <p14:tracePt t="70296" x="6021388" y="530225"/>
          <p14:tracePt t="70308" x="6054725" y="517525"/>
          <p14:tracePt t="70318" x="6069013" y="490538"/>
          <p14:tracePt t="70330" x="6081713" y="461963"/>
          <p14:tracePt t="70342" x="6081713" y="428625"/>
          <p14:tracePt t="70352" x="6069013" y="414338"/>
          <p14:tracePt t="70364" x="6054725" y="401638"/>
          <p14:tracePt t="70375" x="6042025" y="387350"/>
          <p14:tracePt t="70386" x="6007100" y="387350"/>
          <p14:tracePt t="70397" x="5980113" y="374650"/>
          <p14:tracePt t="70409" x="5953125" y="387350"/>
          <p14:tracePt t="70420" x="5938838" y="387350"/>
          <p14:tracePt t="70431" x="5911850" y="401638"/>
          <p14:tracePt t="70443" x="5878513" y="428625"/>
          <p14:tracePt t="70453" x="5864225" y="449263"/>
          <p14:tracePt t="70645" x="5864225" y="428625"/>
          <p14:tracePt t="70667" x="5864225" y="414338"/>
          <p14:tracePt t="70712" x="5878513" y="414338"/>
          <p14:tracePt t="70723" x="5891213" y="414338"/>
          <p14:tracePt t="70735" x="5911850" y="414338"/>
          <p14:tracePt t="70747" x="5926138" y="414338"/>
          <p14:tracePt t="70768" x="5938838" y="414338"/>
          <p14:tracePt t="70791" x="5953125" y="414338"/>
          <p14:tracePt t="70813" x="5967413" y="414338"/>
          <p14:tracePt t="70837" x="5980113" y="414338"/>
          <p14:tracePt t="70848" x="5980113" y="401638"/>
          <p14:tracePt t="70859" x="5994400" y="401638"/>
          <p14:tracePt t="70881" x="5994400" y="387350"/>
          <p14:tracePt t="70903" x="5994400" y="374650"/>
          <p14:tracePt t="70915" x="5994400" y="360363"/>
          <p14:tracePt t="70926" x="5994400" y="347663"/>
          <p14:tracePt t="70948" x="5980113" y="333375"/>
          <p14:tracePt t="70959" x="5967413" y="312738"/>
          <p14:tracePt t="70972" x="5953125" y="312738"/>
          <p14:tracePt t="70993" x="5938838" y="300038"/>
          <p14:tracePt t="70997" x="5926138" y="300038"/>
          <p14:tracePt t="71005" x="5891213" y="285750"/>
          <p14:tracePt t="71016" x="5878513" y="285750"/>
          <p14:tracePt t="71027" x="5864225" y="285750"/>
          <p14:tracePt t="71039" x="5851525" y="285750"/>
          <p14:tracePt t="71050" x="5837238" y="285750"/>
          <p14:tracePt t="71062" x="5824538" y="300038"/>
          <p14:tracePt t="71074" x="5795963" y="300038"/>
          <p14:tracePt t="71084" x="5783263" y="312738"/>
          <p14:tracePt t="71097" x="5762625" y="347663"/>
          <p14:tracePt t="71108" x="5748338" y="360363"/>
          <p14:tracePt t="71119" x="5735638" y="401638"/>
          <p14:tracePt t="71130" x="5735638" y="428625"/>
          <p14:tracePt t="71140" x="5735638" y="461963"/>
          <p14:tracePt t="71152" x="5735638" y="490538"/>
          <p14:tracePt t="71163" x="5735638" y="517525"/>
          <p14:tracePt t="71173" x="5735638" y="544513"/>
          <p14:tracePt t="71185" x="5748338" y="557213"/>
          <p14:tracePt t="71197" x="5762625" y="577850"/>
          <p14:tracePt t="71207" x="5783263" y="592138"/>
          <p14:tracePt t="71219" x="5810250" y="604838"/>
          <p14:tracePt t="71231" x="5824538" y="604838"/>
          <p14:tracePt t="71252" x="5851525" y="604838"/>
          <p14:tracePt t="71255" x="5878513" y="604838"/>
          <p14:tracePt t="71266" x="5911850" y="604838"/>
          <p14:tracePt t="71277" x="5926138" y="592138"/>
          <p14:tracePt t="71288" x="5953125" y="577850"/>
          <p14:tracePt t="71299" x="5967413" y="557213"/>
          <p14:tracePt t="71309" x="5980113" y="530225"/>
          <p14:tracePt t="71321" x="5980113" y="517525"/>
          <p14:tracePt t="71332" x="5994400" y="490538"/>
          <p14:tracePt t="71342" x="5994400" y="461963"/>
          <p14:tracePt t="71354" x="5994400" y="428625"/>
          <p14:tracePt t="71365" x="5980113" y="387350"/>
          <p14:tracePt t="71376" x="5980113" y="360363"/>
          <p14:tracePt t="71387" x="5967413" y="347663"/>
          <p14:tracePt t="71399" x="5953125" y="312738"/>
          <p14:tracePt t="71410" x="5938838" y="300038"/>
          <p14:tracePt t="71422" x="5926138" y="285750"/>
          <p14:tracePt t="71443" x="5911850" y="271463"/>
          <p14:tracePt t="71466" x="5891213" y="271463"/>
          <p14:tracePt t="71511" x="5878513" y="271463"/>
          <p14:tracePt t="71522" x="5878513" y="285750"/>
          <p14:tracePt t="71567" x="5878513" y="300038"/>
          <p14:tracePt t="71579" x="5864225" y="300038"/>
          <p14:tracePt t="71623" x="5851525" y="312738"/>
          <p14:tracePt t="71657" x="5837238" y="312738"/>
          <p14:tracePt t="71690" x="5837238" y="333375"/>
          <p14:tracePt t="71703" x="5824538" y="333375"/>
          <p14:tracePt t="71724" x="5824538" y="347663"/>
          <p14:tracePt t="71736" x="5810250" y="347663"/>
          <p14:tracePt t="71750" x="5810250" y="360363"/>
          <p14:tracePt t="71770" x="5810250" y="374650"/>
          <p14:tracePt t="71781" x="5795963" y="401638"/>
          <p14:tracePt t="71793" x="5795963" y="428625"/>
          <p14:tracePt t="71803" x="5795963" y="476250"/>
          <p14:tracePt t="71815" x="5795963" y="530225"/>
          <p14:tracePt t="71826" x="5795963" y="592138"/>
          <p14:tracePt t="71839" x="5810250" y="646113"/>
          <p14:tracePt t="71850" x="5824538" y="735013"/>
          <p14:tracePt t="71861" x="5864225" y="815975"/>
          <p14:tracePt t="71873" x="5911850" y="904875"/>
          <p14:tracePt t="71894" x="5938838" y="946150"/>
          <p14:tracePt t="71898" x="6007100" y="1020763"/>
          <p14:tracePt t="71906" x="6081713" y="1095375"/>
          <p14:tracePt t="71916" x="6122988" y="1136650"/>
          <p14:tracePt t="71931" x="6170613" y="1163638"/>
          <p14:tracePt t="71940" x="6184900" y="1176338"/>
          <p14:tracePt t="72311" x="6170613" y="1176338"/>
          <p14:tracePt t="72334" x="6149975" y="1176338"/>
          <p14:tracePt t="72344" x="6122988" y="1163638"/>
          <p14:tracePt t="72356" x="6081713" y="1163638"/>
          <p14:tracePt t="72366" x="6069013" y="1149350"/>
          <p14:tracePt t="72379" x="6021388" y="1149350"/>
          <p14:tracePt t="72389" x="5994400" y="1136650"/>
          <p14:tracePt t="72402" x="5967413" y="1136650"/>
          <p14:tracePt t="72413" x="5938838" y="1136650"/>
          <p14:tracePt t="72423" x="5891213" y="1136650"/>
          <p14:tracePt t="72435" x="5851525" y="1136650"/>
          <p14:tracePt t="72446" x="5824538" y="1149350"/>
          <p14:tracePt t="72457" x="5783263" y="1163638"/>
          <p14:tracePt t="72469" x="5735638" y="1190625"/>
          <p14:tracePt t="72481" x="5694363" y="1238250"/>
          <p14:tracePt t="72491" x="5681663" y="1265238"/>
          <p14:tracePt t="72503" x="5646738" y="1306513"/>
          <p14:tracePt t="72514" x="5634038" y="1366838"/>
          <p14:tracePt t="72524" x="5619750" y="1395413"/>
          <p14:tracePt t="72536" x="5619750" y="1435100"/>
          <p14:tracePt t="72547" x="5634038" y="1482725"/>
          <p14:tracePt t="72557" x="5634038" y="1524000"/>
          <p14:tracePt t="72569" x="5646738" y="1550988"/>
          <p14:tracePt t="72580" x="5667375" y="1577975"/>
          <p14:tracePt t="72591" x="5681663" y="1598613"/>
          <p14:tracePt t="72604" x="5681663" y="1612900"/>
          <p14:tracePt t="72615" x="5694363" y="1625600"/>
          <p14:tracePt t="72625" x="5708650" y="1639888"/>
          <p14:tracePt t="72637" x="5735638" y="1639888"/>
          <p14:tracePt t="72648" x="5748338" y="1652588"/>
          <p14:tracePt t="72658" x="5783263" y="1652588"/>
          <p14:tracePt t="72670" x="5810250" y="1652588"/>
          <p14:tracePt t="72681" x="5837238" y="1652588"/>
          <p14:tracePt t="72692" x="5864225" y="1652588"/>
          <p14:tracePt t="72703" x="5891213" y="1652588"/>
          <p14:tracePt t="72715" x="5938838" y="1639888"/>
          <p14:tracePt t="72726" x="5967413" y="1625600"/>
          <p14:tracePt t="72739" x="5994400" y="1612900"/>
          <p14:tracePt t="72750" x="6021388" y="1598613"/>
          <p14:tracePt t="72760" x="6042025" y="1565275"/>
          <p14:tracePt t="72772" x="6042025" y="1550988"/>
          <p14:tracePt t="72783" x="6054725" y="1524000"/>
          <p14:tracePt t="72793" x="6054725" y="1497013"/>
          <p14:tracePt t="72805" x="6054725" y="1482725"/>
          <p14:tracePt t="72816" x="6054725" y="1470025"/>
          <p14:tracePt t="72827" x="6054725" y="1435100"/>
          <p14:tracePt t="72838" x="6054725" y="1422400"/>
          <p14:tracePt t="72850" x="6042025" y="1395413"/>
          <p14:tracePt t="72862" x="6042025" y="1381125"/>
          <p14:tracePt t="72873" x="6021388" y="1366838"/>
          <p14:tracePt t="72884" x="6007100" y="1354138"/>
          <p14:tracePt t="72897" x="5994400" y="1339850"/>
          <p14:tracePt t="72907" x="5980113" y="1339850"/>
          <p14:tracePt t="72918" x="5967413" y="1319213"/>
          <p14:tracePt t="72930" x="5953125" y="1319213"/>
          <p14:tracePt t="72940" x="5938838" y="1319213"/>
          <p14:tracePt t="72951" x="5911850" y="1319213"/>
          <p14:tracePt t="72963" x="5878513" y="1319213"/>
          <p14:tracePt t="72973" x="5851525" y="1319213"/>
          <p14:tracePt t="72985" x="5824538" y="1319213"/>
          <p14:tracePt t="72997" x="5795963" y="1319213"/>
          <p14:tracePt t="73007" x="5762625" y="1339850"/>
          <p14:tracePt t="73020" x="5735638" y="1354138"/>
          <p14:tracePt t="73031" x="5721350" y="1366838"/>
          <p14:tracePt t="73041" x="5694363" y="1381125"/>
          <p14:tracePt t="73052" x="5681663" y="1408113"/>
          <p14:tracePt t="73064" x="5667375" y="1435100"/>
          <p14:tracePt t="73075" x="5646738" y="1470025"/>
          <p14:tracePt t="73086" x="5646738" y="1482725"/>
          <p14:tracePt t="73098" x="5646738" y="1497013"/>
          <p14:tracePt t="73108" x="5646738" y="1524000"/>
          <p14:tracePt t="73120" x="5667375" y="1538288"/>
          <p14:tracePt t="73132" x="5667375" y="1550988"/>
          <p14:tracePt t="73143" x="5681663" y="1550988"/>
          <p14:tracePt t="73154" x="5694363" y="1565275"/>
          <p14:tracePt t="73166" x="5721350" y="1577975"/>
          <p14:tracePt t="73176" x="5735638" y="1598613"/>
          <p14:tracePt t="73188" x="5762625" y="1598613"/>
          <p14:tracePt t="73199" x="5795963" y="1598613"/>
          <p14:tracePt t="73210" x="5824538" y="1598613"/>
          <p14:tracePt t="73221" x="5851525" y="1598613"/>
          <p14:tracePt t="73233" x="5878513" y="1598613"/>
          <p14:tracePt t="73244" x="5926138" y="1577975"/>
          <p14:tracePt t="73256" x="5967413" y="1565275"/>
          <p14:tracePt t="73267" x="5994400" y="1565275"/>
          <p14:tracePt t="73277" x="6021388" y="1550988"/>
          <p14:tracePt t="73289" x="6054725" y="1538288"/>
          <p14:tracePt t="73300" x="6069013" y="1509713"/>
          <p14:tracePt t="73312" x="6081713" y="1497013"/>
          <p14:tracePt t="73322" x="6081713" y="1470025"/>
          <p14:tracePt t="73356" x="6096000" y="1422400"/>
          <p14:tracePt t="73359" x="6096000" y="1408113"/>
          <p14:tracePt t="73369" x="6081713" y="1381125"/>
          <p14:tracePt t="73370" x="6081713" y="1366838"/>
          <p14:tracePt t="73389" x="6069013" y="1366838"/>
          <p14:tracePt t="73401" x="6069013" y="1354138"/>
          <p14:tracePt t="73682" x="6054725" y="1354138"/>
          <p14:tracePt t="73693" x="6042025" y="1339850"/>
          <p14:tracePt t="73727" x="6021388" y="1339850"/>
          <p14:tracePt t="73750" x="6007100" y="1339850"/>
          <p14:tracePt t="73772" x="5994400" y="1339850"/>
          <p14:tracePt t="73785" x="5980113" y="1339850"/>
          <p14:tracePt t="73806" x="5967413" y="1354138"/>
          <p14:tracePt t="73828" x="5953125" y="1354138"/>
          <p14:tracePt t="73884" x="5953125" y="1366838"/>
          <p14:tracePt t="73918" x="5953125" y="1381125"/>
          <p14:tracePt t="73941" x="5967413" y="1381125"/>
          <p14:tracePt t="73953" x="5967413" y="1395413"/>
          <p14:tracePt t="73975" x="5980113" y="1395413"/>
          <p14:tracePt t="74008" x="5994400" y="1395413"/>
          <p14:tracePt t="74020" x="5994400" y="1381125"/>
          <p14:tracePt t="74053" x="5994400" y="1366838"/>
          <p14:tracePt t="74065" x="6007100" y="1366838"/>
          <p14:tracePt t="74830" x="5967413" y="1395413"/>
          <p14:tracePt t="74833" x="5926138" y="1449388"/>
          <p14:tracePt t="74842" x="5891213" y="1497013"/>
          <p14:tracePt t="74852" x="5878513" y="1538288"/>
          <p14:tracePt t="74863" x="5878513" y="1565275"/>
          <p14:tracePt t="74875" x="5878513" y="1598613"/>
          <p14:tracePt t="74886" x="5864225" y="1612900"/>
          <p14:tracePt t="74897" x="5864225" y="1639888"/>
          <p14:tracePt t="74909" x="5878513" y="1652588"/>
          <p14:tracePt t="74920" x="5878513" y="1666875"/>
          <p14:tracePt t="74933" x="5891213" y="1681163"/>
          <p14:tracePt t="74942" x="5911850" y="1693863"/>
          <p14:tracePt t="74954" x="5911850" y="1708150"/>
          <p14:tracePt t="74967" x="5911850" y="1728788"/>
          <p14:tracePt t="74976" x="5891213" y="1728788"/>
          <p14:tracePt t="75426" x="5911850" y="1728788"/>
          <p14:tracePt t="75459" x="5926138" y="1741488"/>
          <p14:tracePt t="75504" x="5911850" y="1741488"/>
          <p14:tracePt t="75560" x="5891213" y="1755775"/>
          <p14:tracePt t="75584" x="5878513" y="1768475"/>
          <p14:tracePt t="75596" x="5864225" y="1795463"/>
          <p14:tracePt t="75606" x="5837238" y="1836738"/>
          <p14:tracePt t="75619" x="5810250" y="1898650"/>
          <p14:tracePt t="75629" x="5783263" y="1938338"/>
          <p14:tracePt t="75640" x="5762625" y="1985963"/>
          <p14:tracePt t="75652" x="5748338" y="2014538"/>
          <p14:tracePt t="75662" x="5735638" y="2041525"/>
          <p14:tracePt t="75674" x="5721350" y="2068513"/>
          <p14:tracePt t="75686" x="5721350" y="2081213"/>
          <p14:tracePt t="75696" x="5721350" y="2101850"/>
          <p14:tracePt t="75708" x="5721350" y="2116138"/>
          <p14:tracePt t="75719" x="5721350" y="2128838"/>
          <p14:tracePt t="75742" x="5735638" y="2143125"/>
          <p14:tracePt t="75765" x="5748338" y="2143125"/>
          <p14:tracePt t="75776" x="5762625" y="2143125"/>
          <p14:tracePt t="75787" x="5783263" y="2143125"/>
          <p14:tracePt t="75808" x="5795963" y="2143125"/>
          <p14:tracePt t="75842" x="5810250" y="2143125"/>
          <p14:tracePt t="75854" x="5810250" y="2128838"/>
          <p14:tracePt t="75865" x="5795963" y="2128838"/>
          <p14:tracePt t="75887" x="5762625" y="2116138"/>
          <p14:tracePt t="75899" x="5748338" y="2116138"/>
          <p14:tracePt t="75911" x="5721350" y="2128838"/>
          <p14:tracePt t="75921" x="5694363" y="2143125"/>
          <p14:tracePt t="75933" x="5667375" y="2184400"/>
          <p14:tracePt t="75945" x="5634038" y="2211388"/>
          <p14:tracePt t="75956" x="5634038" y="2244725"/>
          <p14:tracePt t="75968" x="5619750" y="2286000"/>
          <p14:tracePt t="75978" x="5634038" y="2312988"/>
          <p14:tracePt t="75990" x="5634038" y="2327275"/>
          <p14:tracePt t="76001" x="5667375" y="2360613"/>
          <p14:tracePt t="76012" x="5681663" y="2374900"/>
          <p14:tracePt t="76023" x="5708650" y="2387600"/>
          <p14:tracePt t="76034" x="5721350" y="2387600"/>
          <p14:tracePt t="76045" x="5748338" y="2387600"/>
          <p14:tracePt t="76056" x="5783263" y="2374900"/>
          <p14:tracePt t="76069" x="5795963" y="2374900"/>
          <p14:tracePt t="76078" x="5810250" y="2360613"/>
          <p14:tracePt t="76090" x="5810250" y="2339975"/>
          <p14:tracePt t="76102" x="5810250" y="2327275"/>
          <p14:tracePt t="76124" x="5795963" y="2312988"/>
          <p14:tracePt t="76136" x="5783263" y="2312988"/>
          <p14:tracePt t="76146" x="5762625" y="2312988"/>
          <p14:tracePt t="76158" x="5748338" y="2312988"/>
          <p14:tracePt t="76169" x="5735638" y="2312988"/>
          <p14:tracePt t="76180" x="5721350" y="2327275"/>
          <p14:tracePt t="76192" x="5708650" y="2339975"/>
          <p14:tracePt t="76203" x="5694363" y="2374900"/>
          <p14:tracePt t="76225" x="5694363" y="2414588"/>
          <p14:tracePt t="76227" x="5694363" y="2443163"/>
          <p14:tracePt t="76237" x="5708650" y="2455863"/>
          <p14:tracePt t="76259" x="5735638" y="2490788"/>
          <p14:tracePt t="76260" x="5762625" y="2503488"/>
          <p14:tracePt t="76271" x="5795963" y="2503488"/>
          <p14:tracePt t="76281" x="5824538" y="2517775"/>
          <p14:tracePt t="76293" x="5864225" y="2517775"/>
          <p14:tracePt t="76304" x="5891213" y="2517775"/>
          <p14:tracePt t="76315" x="5926138" y="2503488"/>
          <p14:tracePt t="76327" x="5938838" y="2503488"/>
          <p14:tracePt t="76338" x="5953125" y="2470150"/>
          <p14:tracePt t="76349" x="5953125" y="2455863"/>
          <p14:tracePt t="76361" x="5938838" y="2443163"/>
          <p14:tracePt t="76372" x="5911850" y="2414588"/>
          <p14:tracePt t="76382" x="5864225" y="2401888"/>
          <p14:tracePt t="76394" x="5824538" y="2401888"/>
          <p14:tracePt t="76405" x="5795963" y="2401888"/>
          <p14:tracePt t="76416" x="5748338" y="2414588"/>
          <p14:tracePt t="76429" x="5708650" y="2443163"/>
          <p14:tracePt t="76440" x="5694363" y="2455863"/>
          <p14:tracePt t="76451" x="5681663" y="2490788"/>
          <p14:tracePt t="76461" x="5681663" y="2503488"/>
          <p14:tracePt t="76472" x="5694363" y="2517775"/>
          <p14:tracePt t="76495" x="5694363" y="2530475"/>
          <p14:tracePt t="76498" x="5721350" y="2530475"/>
          <p14:tracePt t="76506" x="5748338" y="2544763"/>
          <p14:tracePt t="76521" x="5783263" y="2544763"/>
          <p14:tracePt t="76530" x="5810250" y="2544763"/>
          <p14:tracePt t="76541" x="5824538" y="2530475"/>
          <p14:tracePt t="76554" x="5837238" y="2517775"/>
          <p14:tracePt t="76563" x="5851525" y="2503488"/>
          <p14:tracePt t="76584" x="5851525" y="2490788"/>
          <p14:tracePt t="76596" x="5837238" y="2490788"/>
          <p14:tracePt t="76618" x="5824538" y="2490788"/>
          <p14:tracePt t="76630" x="5810250" y="2490788"/>
          <p14:tracePt t="76641" x="5795963" y="2490788"/>
          <p14:tracePt t="76652" x="5783263" y="2490788"/>
          <p14:tracePt t="77180" x="5795963" y="2490788"/>
          <p14:tracePt t="77315" x="5795963" y="2470150"/>
          <p14:tracePt t="77349" x="5795963" y="2455863"/>
          <p14:tracePt t="77405" x="5783263" y="2455863"/>
          <p14:tracePt t="77473" x="5783263" y="2470150"/>
          <p14:tracePt t="77485" x="5762625" y="2470150"/>
          <p14:tracePt t="77496" x="5762625" y="2490788"/>
          <p14:tracePt t="77518" x="5762625" y="2503488"/>
          <p14:tracePt t="77552" x="5762625" y="2517775"/>
          <p14:tracePt t="77554" x="5783263" y="2517775"/>
          <p14:tracePt t="77564" x="5795963" y="2517775"/>
          <p14:tracePt t="77565" x="5810250" y="2517775"/>
          <p14:tracePt t="77575" x="5837238" y="2517775"/>
          <p14:tracePt t="77586" x="5851525" y="2517775"/>
          <p14:tracePt t="77598" x="5878513" y="2517775"/>
          <p14:tracePt t="77608" x="5891213" y="2517775"/>
          <p14:tracePt t="77620" x="5891213" y="2503488"/>
          <p14:tracePt t="77632" x="5891213" y="2490788"/>
          <p14:tracePt t="77642" x="5891213" y="2470150"/>
          <p14:tracePt t="77665" x="5891213" y="2455863"/>
          <p14:tracePt t="77677" x="5878513" y="2455863"/>
          <p14:tracePt t="77698" x="5864225" y="2455863"/>
          <p14:tracePt t="77721" x="5851525" y="2455863"/>
          <p14:tracePt t="77732" x="5837238" y="2455863"/>
          <p14:tracePt t="77744" x="5824538" y="2470150"/>
          <p14:tracePt t="77756" x="5824538" y="2490788"/>
          <p14:tracePt t="77767" x="5810250" y="2503488"/>
          <p14:tracePt t="77779" x="5810250" y="2517775"/>
          <p14:tracePt t="77799" x="5810250" y="2530475"/>
          <p14:tracePt t="77822" x="5824538" y="2530475"/>
          <p14:tracePt t="77834" x="5837238" y="2530475"/>
          <p14:tracePt t="77856" x="5851525" y="2530475"/>
          <p14:tracePt t="77868" x="5864225" y="2530475"/>
          <p14:tracePt t="77890" x="5878513" y="2530475"/>
          <p14:tracePt t="77923" x="5878513" y="2517775"/>
          <p14:tracePt t="77946" x="5864225" y="2517775"/>
          <p14:tracePt t="77957" x="5837238" y="2517775"/>
          <p14:tracePt t="78171" x="5851525" y="2517775"/>
          <p14:tracePt t="78193" x="5864225" y="2517775"/>
          <p14:tracePt t="78205" x="5864225" y="2503488"/>
          <p14:tracePt t="78216" x="5878513" y="2503488"/>
          <p14:tracePt t="78230" x="5891213" y="2503488"/>
          <p14:tracePt t="78239" x="5911850" y="2490788"/>
          <p14:tracePt t="78250" x="5926138" y="2490788"/>
          <p14:tracePt t="78264" x="5967413" y="2490788"/>
          <p14:tracePt t="78274" x="6007100" y="2470150"/>
          <p14:tracePt t="78284" x="6096000" y="2455863"/>
          <p14:tracePt t="78298" x="6149975" y="2443163"/>
          <p14:tracePt t="78308" x="6265863" y="2401888"/>
          <p14:tracePt t="78317" x="6396038" y="2360613"/>
          <p14:tracePt t="78331" x="6524625" y="2300288"/>
          <p14:tracePt t="78341" x="6613525" y="2271713"/>
          <p14:tracePt t="78353" x="6715125" y="2232025"/>
          <p14:tracePt t="78364" x="6804025" y="2197100"/>
          <p14:tracePt t="78375" x="6843713" y="2184400"/>
          <p14:tracePt t="78388" x="6899275" y="2170113"/>
          <p14:tracePt t="78398" x="6946900" y="2170113"/>
          <p14:tracePt t="78408" x="6986588" y="2157413"/>
          <p14:tracePt t="78420" x="7000875" y="2157413"/>
          <p14:tracePt t="78430" x="7027863" y="2143125"/>
          <p14:tracePt t="78441" x="7042150" y="2143125"/>
          <p14:tracePt t="78453" x="7062788" y="2143125"/>
          <p14:tracePt t="78497" x="7062788" y="2128838"/>
          <p14:tracePt t="78499" x="7075488" y="2128838"/>
          <p14:tracePt t="78531" x="7075488" y="2116138"/>
          <p14:tracePt t="78553" x="7075488" y="2101850"/>
          <p14:tracePt t="78565" x="7062788" y="2081213"/>
          <p14:tracePt t="78598" x="7062788" y="2068513"/>
          <p14:tracePt t="78601" x="7062788" y="2054225"/>
          <p14:tracePt t="78612" x="7027863" y="2041525"/>
          <p14:tracePt t="78613" x="7000875" y="2014538"/>
          <p14:tracePt t="78621" x="6973888" y="1985963"/>
          <p14:tracePt t="78633" x="6946900" y="1952625"/>
          <p14:tracePt t="78646" x="6884988" y="1938338"/>
          <p14:tracePt t="78656" x="6831013" y="1911350"/>
          <p14:tracePt t="78666" x="6769100" y="1911350"/>
          <p14:tracePt t="78680" x="6715125" y="1898650"/>
          <p14:tracePt t="78689" x="6653213" y="1884363"/>
          <p14:tracePt t="78700" x="6626225" y="1884363"/>
          <p14:tracePt t="78713" x="6586538" y="1898650"/>
          <p14:tracePt t="78723" x="6545263" y="1911350"/>
          <p14:tracePt t="78735" x="6510338" y="1925638"/>
          <p14:tracePt t="78748" x="6483350" y="1925638"/>
          <p14:tracePt t="78758" x="6470650" y="1938338"/>
          <p14:tracePt t="78769" x="6456363" y="1952625"/>
          <p14:tracePt t="78781" x="6456363" y="1973263"/>
          <p14:tracePt t="78801" x="6456363" y="1985963"/>
          <p14:tracePt t="78812" x="6470650" y="1985963"/>
          <p14:tracePt t="78824" x="6470650" y="2000250"/>
          <p14:tracePt t="78835" x="6497638" y="2014538"/>
          <p14:tracePt t="78846" x="6545263" y="2027238"/>
          <p14:tracePt t="78857" x="6599238" y="2041525"/>
          <p14:tracePt t="78869" x="6653213" y="2041525"/>
          <p14:tracePt t="78880" x="6742113" y="2041525"/>
          <p14:tracePt t="78891" x="6831013" y="2041525"/>
          <p14:tracePt t="78903" x="6884988" y="2041525"/>
          <p14:tracePt t="78914" x="6946900" y="2027238"/>
          <p14:tracePt t="78925" x="6973888" y="2000250"/>
          <p14:tracePt t="78936" x="6986588" y="1985963"/>
          <p14:tracePt t="78948" x="6986588" y="1973263"/>
          <p14:tracePt t="78958" x="6973888" y="1938338"/>
          <p14:tracePt t="78970" x="6959600" y="1925638"/>
          <p14:tracePt t="78982" x="6932613" y="1898650"/>
          <p14:tracePt t="78992" x="6858000" y="1884363"/>
          <p14:tracePt t="79003" x="6769100" y="1871663"/>
          <p14:tracePt t="79015" x="6688138" y="1871663"/>
          <p14:tracePt t="79026" x="6613525" y="1871663"/>
          <p14:tracePt t="79037" x="6524625" y="1884363"/>
          <p14:tracePt t="79049" x="6470650" y="1898650"/>
          <p14:tracePt t="79061" x="6429375" y="1925638"/>
          <p14:tracePt t="79072" x="6408738" y="1938338"/>
          <p14:tracePt t="79084" x="6396038" y="1985963"/>
          <p14:tracePt t="79095" x="6396038" y="2014538"/>
          <p14:tracePt t="79105" x="6396038" y="2027238"/>
          <p14:tracePt t="79116" x="6396038" y="2054225"/>
          <p14:tracePt t="79128" x="6408738" y="2068513"/>
          <p14:tracePt t="79138" x="6443663" y="2101850"/>
          <p14:tracePt t="79150" x="6470650" y="2116138"/>
          <p14:tracePt t="79162" x="6497638" y="2128838"/>
          <p14:tracePt t="79172" x="6557963" y="2143125"/>
          <p14:tracePt t="79184" x="6613525" y="2157413"/>
          <p14:tracePt t="79196" x="6640513" y="2157413"/>
          <p14:tracePt t="79206" x="6700838" y="2157413"/>
          <p14:tracePt t="79217" x="6742113" y="2157413"/>
          <p14:tracePt t="79229" x="6769100" y="2143125"/>
          <p14:tracePt t="79240" x="6816725" y="2128838"/>
          <p14:tracePt t="79252" x="6831013" y="2116138"/>
          <p14:tracePt t="79263" x="6843713" y="2101850"/>
          <p14:tracePt t="79274" x="6843713" y="2068513"/>
          <p14:tracePt t="79285" x="6843713" y="2041525"/>
          <p14:tracePt t="79297" x="6831013" y="2000250"/>
          <p14:tracePt t="79307" x="6816725" y="1973263"/>
          <p14:tracePt t="79319" x="6756400" y="1938338"/>
          <p14:tracePt t="79330" x="6673850" y="1911350"/>
          <p14:tracePt t="79341" x="6572250" y="1884363"/>
          <p14:tracePt t="79353" x="6497638" y="1871663"/>
          <p14:tracePt t="79364" x="6396038" y="1857375"/>
          <p14:tracePt t="79375" x="6327775" y="1871663"/>
          <p14:tracePt t="79387" x="6265863" y="1884363"/>
          <p14:tracePt t="79398" x="6238875" y="1898650"/>
          <p14:tracePt t="79408" x="6211888" y="1911350"/>
          <p14:tracePt t="79421" x="6184900" y="1938338"/>
          <p14:tracePt t="79432" x="6184900" y="1973263"/>
          <p14:tracePt t="79442" x="6184900" y="1985963"/>
          <p14:tracePt t="79453" x="6184900" y="2014538"/>
          <p14:tracePt t="79465" x="6197600" y="2027238"/>
          <p14:tracePt t="79476" x="6211888" y="2054225"/>
          <p14:tracePt t="79488" x="6253163" y="2068513"/>
          <p14:tracePt t="79499" x="6327775" y="2101850"/>
          <p14:tracePt t="79510" x="6396038" y="2116138"/>
          <p14:tracePt t="79522" x="6456363" y="2128838"/>
          <p14:tracePt t="79533" x="6545263" y="2143125"/>
          <p14:tracePt t="79545" x="6626225" y="2143125"/>
          <p14:tracePt t="79555" x="6688138" y="2128838"/>
          <p14:tracePt t="79566" x="6742113" y="2116138"/>
          <p14:tracePt t="79578" x="6783388" y="2101850"/>
          <p14:tracePt t="79589" x="6804025" y="2081213"/>
          <p14:tracePt t="79600" x="6804025" y="2068513"/>
          <p14:tracePt t="79612" x="6804025" y="2027238"/>
          <p14:tracePt t="79622" x="6769100" y="1985963"/>
          <p14:tracePt t="79646" x="6742113" y="1952625"/>
          <p14:tracePt t="79656" x="6673850" y="1911350"/>
          <p14:tracePt t="79660" x="6586538" y="1871663"/>
          <p14:tracePt t="79669" x="6497638" y="1836738"/>
          <p14:tracePt t="79680" x="6443663" y="1824038"/>
          <p14:tracePt t="79691" x="6367463" y="1824038"/>
          <p14:tracePt t="79703" x="6327775" y="1824038"/>
          <p14:tracePt t="79713" x="6300788" y="1824038"/>
          <p14:tracePt t="79723" x="6280150" y="1836738"/>
          <p14:tracePt t="79735" x="6253163" y="1871663"/>
          <p14:tracePt t="79747" x="6238875" y="1898650"/>
          <p14:tracePt t="79757" x="6238875" y="1925638"/>
          <p14:tracePt t="79768" x="6238875" y="1952625"/>
          <p14:tracePt t="79780" x="6253163" y="1985963"/>
          <p14:tracePt t="79791" x="6265863" y="2014538"/>
          <p14:tracePt t="79803" x="6300788" y="2027238"/>
          <p14:tracePt t="79814" x="6340475" y="2041525"/>
          <p14:tracePt t="79825" x="6381750" y="2054225"/>
          <p14:tracePt t="79836" x="6408738" y="2054225"/>
          <p14:tracePt t="79847" x="6456363" y="2054225"/>
          <p14:tracePt t="79859" x="6497638" y="2054225"/>
          <p14:tracePt t="79870" x="6545263" y="2041525"/>
          <p14:tracePt t="79882" x="6572250" y="2027238"/>
          <p14:tracePt t="79892" x="6586538" y="2000250"/>
          <p14:tracePt t="79903" x="6586538" y="1973263"/>
          <p14:tracePt t="79915" x="6586538" y="1938338"/>
          <p14:tracePt t="79926" x="6572250" y="1911350"/>
          <p14:tracePt t="79937" x="6545263" y="1884363"/>
          <p14:tracePt t="79949" x="6497638" y="1836738"/>
          <p14:tracePt t="79960" x="6456363" y="1824038"/>
          <p14:tracePt t="79971" x="6381750" y="1795463"/>
          <p14:tracePt t="79982" x="6313488" y="1795463"/>
          <p14:tracePt t="79993" x="6253163" y="1795463"/>
          <p14:tracePt t="80005" x="6224588" y="1795463"/>
          <p14:tracePt t="80016" x="6184900" y="1809750"/>
          <p14:tracePt t="80029" x="6149975" y="1824038"/>
          <p14:tracePt t="80039" x="6122988" y="1857375"/>
          <p14:tracePt t="80050" x="6110288" y="1884363"/>
          <p14:tracePt t="80062" x="6096000" y="1898650"/>
          <p14:tracePt t="80072" x="6096000" y="1925638"/>
          <p14:tracePt t="80083" x="6096000" y="1938338"/>
          <p14:tracePt t="80096" x="6110288" y="1952625"/>
          <p14:tracePt t="80106" x="6122988" y="1952625"/>
          <p14:tracePt t="80117" x="6149975" y="1973263"/>
          <p14:tracePt t="80129" x="6170613" y="1973263"/>
          <p14:tracePt t="80140" x="6197600" y="1973263"/>
          <p14:tracePt t="80151" x="6238875" y="1973263"/>
          <p14:tracePt t="80163" x="6280150" y="1973263"/>
          <p14:tracePt t="80174" x="6300788" y="1952625"/>
          <p14:tracePt t="80185" x="6327775" y="1938338"/>
          <p14:tracePt t="80197" x="6354763" y="1925638"/>
          <p14:tracePt t="80207" x="6354763" y="1898650"/>
          <p14:tracePt t="80219" x="6354763" y="1884363"/>
          <p14:tracePt t="80230" x="6354763" y="1871663"/>
          <p14:tracePt t="80241" x="6340475" y="1857375"/>
          <p14:tracePt t="80253" x="6327775" y="1836738"/>
          <p14:tracePt t="80264" x="6300788" y="1836738"/>
          <p14:tracePt t="80275" x="6280150" y="1836738"/>
          <p14:tracePt t="80286" x="6265863" y="1836738"/>
          <p14:tracePt t="80301" x="6253163" y="1836738"/>
          <p14:tracePt t="80312" x="6224588" y="1836738"/>
          <p14:tracePt t="80321" x="6211888" y="1857375"/>
          <p14:tracePt t="80332" x="6211888" y="1871663"/>
          <p14:tracePt t="80342" x="6211888" y="1884363"/>
          <p14:tracePt t="80365" x="6211888" y="1898650"/>
          <p14:tracePt t="80398" x="6224588" y="1911350"/>
          <p14:tracePt t="80421" x="6238875" y="1911350"/>
          <p14:tracePt t="80432" x="6253163" y="1911350"/>
          <p14:tracePt t="80443" x="6265863" y="1911350"/>
          <p14:tracePt t="80455" x="6265863" y="1898650"/>
          <p14:tracePt t="80950" x="6253163" y="1925638"/>
          <p14:tracePt t="80953" x="6238875" y="1952625"/>
          <p14:tracePt t="80963" x="6224588" y="2000250"/>
          <p14:tracePt t="80973" x="6224588" y="2027238"/>
          <p14:tracePt t="80984" x="6224588" y="2041525"/>
          <p14:tracePt t="80996" x="6224588" y="2054225"/>
          <p14:tracePt t="81008" x="6211888" y="2081213"/>
          <p14:tracePt t="81018" x="6211888" y="2101850"/>
          <p14:tracePt t="81039" x="6211888" y="2116138"/>
          <p14:tracePt t="81052" x="6211888" y="2128838"/>
          <p14:tracePt t="81062" x="6211888" y="2143125"/>
          <p14:tracePt t="81074" x="6211888" y="2157413"/>
          <p14:tracePt t="81086" x="6211888" y="2170113"/>
          <p14:tracePt t="81096" x="6211888" y="2184400"/>
          <p14:tracePt t="81107" x="6197600" y="2184400"/>
          <p14:tracePt t="81120" x="6197600" y="2197100"/>
          <p14:tracePt t="81130" x="6184900" y="2211388"/>
          <p14:tracePt t="81142" x="6170613" y="2211388"/>
          <p14:tracePt t="81153" x="6149975" y="2232025"/>
          <p14:tracePt t="81164" x="6122988" y="2232025"/>
          <p14:tracePt t="81175" x="6110288" y="2259013"/>
          <p14:tracePt t="81187" x="6081713" y="2259013"/>
          <p14:tracePt t="81197" x="6069013" y="2271713"/>
          <p14:tracePt t="81209" x="6042025" y="2286000"/>
          <p14:tracePt t="81220" x="6021388" y="2300288"/>
          <p14:tracePt t="81231" x="5994400" y="2312988"/>
          <p14:tracePt t="81243" x="5980113" y="2327275"/>
          <p14:tracePt t="81254" x="5953125" y="2327275"/>
          <p14:tracePt t="81265" x="5938838" y="2339975"/>
          <p14:tracePt t="81277" x="5911850" y="2360613"/>
          <p14:tracePt t="81288" x="5891213" y="2374900"/>
          <p14:tracePt t="81298" x="5878513" y="2374900"/>
          <p14:tracePt t="81310" x="5864225" y="2387600"/>
          <p14:tracePt t="81322" x="5851525" y="2401888"/>
          <p14:tracePt t="81332" x="5851525" y="2414588"/>
          <p14:tracePt t="81366" x="5891213" y="2428875"/>
          <p14:tracePt t="81377" x="5967413" y="2455863"/>
          <p14:tracePt t="81389" x="6054725" y="2470150"/>
          <p14:tracePt t="81400" x="6197600" y="2490788"/>
          <p14:tracePt t="81411" x="6396038" y="2517775"/>
          <p14:tracePt t="81423" x="6613525" y="2530475"/>
          <p14:tracePt t="81435" x="6783388" y="2530475"/>
          <p14:tracePt t="81445" x="7000875" y="2530475"/>
          <p14:tracePt t="81457" x="7158038" y="2530475"/>
          <p14:tracePt t="81468" x="7232650" y="2530475"/>
          <p14:tracePt t="81479" x="7272338" y="2517775"/>
          <p14:tracePt t="81490" x="7307263" y="2517775"/>
          <p14:tracePt t="81502" x="7319963" y="2503488"/>
          <p14:tracePt t="81512" x="7319963" y="2490788"/>
          <p14:tracePt t="81535" x="7307263" y="2455863"/>
          <p14:tracePt t="81546" x="7286625" y="2443163"/>
          <p14:tracePt t="81557" x="7272338" y="2414588"/>
          <p14:tracePt t="81570" x="7245350" y="2387600"/>
          <p14:tracePt t="81580" x="7232650" y="2374900"/>
          <p14:tracePt t="81592" x="7218363" y="2360613"/>
          <p14:tracePt t="81613" x="7218363" y="2339975"/>
          <p14:tracePt t="81616" x="7205663" y="2327275"/>
          <p14:tracePt t="81647" x="7218363" y="2327275"/>
          <p14:tracePt t="81659" x="7218363" y="2312988"/>
          <p14:tracePt t="81681" x="7218363" y="2300288"/>
          <p14:tracePt t="81748" x="7205663" y="2286000"/>
          <p14:tracePt t="81762" x="7170738" y="2286000"/>
          <p14:tracePt t="81772" x="7158038" y="2286000"/>
          <p14:tracePt t="81793" x="7143750" y="2286000"/>
          <p14:tracePt t="81805" x="7129463" y="2286000"/>
          <p14:tracePt t="81816" x="7116763" y="2300288"/>
          <p14:tracePt t="81838" x="7102475" y="2327275"/>
          <p14:tracePt t="81850" x="7089775" y="2339975"/>
          <p14:tracePt t="81862" x="7089775" y="2374900"/>
          <p14:tracePt t="81873" x="7089775" y="2387600"/>
          <p14:tracePt t="81884" x="7089775" y="2401888"/>
          <p14:tracePt t="81895" x="7089775" y="2414588"/>
          <p14:tracePt t="81907" x="7089775" y="2428875"/>
          <p14:tracePt t="81917" x="7089775" y="2443163"/>
          <p14:tracePt t="81929" x="7075488" y="2455863"/>
          <p14:tracePt t="81940" x="7075488" y="2470150"/>
          <p14:tracePt t="81951" x="7075488" y="2490788"/>
          <p14:tracePt t="81973" x="7062788" y="2503488"/>
          <p14:tracePt t="81985" x="7062788" y="2517775"/>
          <p14:tracePt t="82018" x="7042150" y="2517775"/>
          <p14:tracePt t="82030" x="7042150" y="2530475"/>
          <p14:tracePt t="82053" x="7027863" y="2530475"/>
          <p14:tracePt t="82119" x="7027863" y="2544763"/>
          <p14:tracePt t="82142" x="7027863" y="2557463"/>
          <p14:tracePt t="82165" x="7027863" y="2571750"/>
          <p14:tracePt t="82221" x="7027863" y="2586038"/>
          <p14:tracePt t="82233" x="7015163" y="2586038"/>
          <p14:tracePt t="82244" x="7000875" y="2586038"/>
          <p14:tracePt t="82255" x="6973888" y="2586038"/>
          <p14:tracePt t="82266" x="6932613" y="2586038"/>
          <p14:tracePt t="82278" x="6858000" y="2586038"/>
          <p14:tracePt t="82289" x="6804025" y="2586038"/>
          <p14:tracePt t="82300" x="6715125" y="2586038"/>
          <p14:tracePt t="82312" x="6626225" y="2586038"/>
          <p14:tracePt t="82323" x="6572250" y="2586038"/>
          <p14:tracePt t="82337" x="6483350" y="2571750"/>
          <p14:tracePt t="82346" x="6396038" y="2557463"/>
          <p14:tracePt t="82356" x="6327775" y="2557463"/>
          <p14:tracePt t="82368" x="6265863" y="2557463"/>
          <p14:tracePt t="82380" x="6184900" y="2544763"/>
          <p14:tracePt t="82391" x="6122988" y="2544763"/>
          <p14:tracePt t="82401" x="6081713" y="2530475"/>
          <p14:tracePt t="82414" x="6021388" y="2530475"/>
          <p14:tracePt t="82425" x="5994400" y="2530475"/>
          <p14:tracePt t="82435" x="5953125" y="2530475"/>
          <p14:tracePt t="82446" x="5911850" y="2517775"/>
          <p14:tracePt t="82458" x="5864225" y="2517775"/>
          <p14:tracePt t="82470" x="5837238" y="2517775"/>
          <p14:tracePt t="82480" x="5810250" y="2517775"/>
          <p14:tracePt t="82491" x="5783263" y="2517775"/>
          <p14:tracePt t="82503" x="5748338" y="2517775"/>
          <p14:tracePt t="82513" x="5708650" y="2517775"/>
          <p14:tracePt t="82525" x="5694363" y="2517775"/>
          <p14:tracePt t="82537" x="5667375" y="2517775"/>
          <p14:tracePt t="82547" x="5634038" y="2517775"/>
          <p14:tracePt t="82559" x="5619750" y="2517775"/>
          <p14:tracePt t="82571" x="5605463" y="2517775"/>
          <p14:tracePt t="82581" x="5592763" y="2503488"/>
          <p14:tracePt t="82593" x="5578475" y="2503488"/>
          <p14:tracePt t="82604" x="5565775" y="2503488"/>
          <p14:tracePt t="82615" x="5551488" y="2490788"/>
          <p14:tracePt t="82627" x="5518150" y="2490788"/>
          <p14:tracePt t="82638" x="5491163" y="2490788"/>
          <p14:tracePt t="82649" x="5476875" y="2470150"/>
          <p14:tracePt t="82661" x="5449888" y="2470150"/>
          <p14:tracePt t="82672" x="5408613" y="2470150"/>
          <p14:tracePt t="82682" x="5375275" y="2455863"/>
          <p14:tracePt t="82695" x="5360988" y="2455863"/>
          <p14:tracePt t="82706" x="5334000" y="2455863"/>
          <p14:tracePt t="82727" x="5319713" y="2455863"/>
          <p14:tracePt t="82828" x="5319713" y="2443163"/>
          <p14:tracePt t="82840" x="5334000" y="2443163"/>
          <p14:tracePt t="82851" x="5334000" y="2428875"/>
          <p14:tracePt t="82863" x="5360988" y="2428875"/>
          <p14:tracePt t="82874" x="5387975" y="2428875"/>
          <p14:tracePt t="82885" x="5449888" y="2414588"/>
          <p14:tracePt t="82897" x="5518150" y="2414588"/>
          <p14:tracePt t="82908" x="5634038" y="2414588"/>
          <p14:tracePt t="82918" x="5762625" y="2401888"/>
          <p14:tracePt t="82930" x="5878513" y="2401888"/>
          <p14:tracePt t="82941" x="6007100" y="2401888"/>
          <p14:tracePt t="82952" x="6149975" y="2387600"/>
          <p14:tracePt t="82965" x="6280150" y="2387600"/>
          <p14:tracePt t="82976" x="6354763" y="2387600"/>
          <p14:tracePt t="82986" x="6456363" y="2387600"/>
          <p14:tracePt t="82998" x="6557963" y="2387600"/>
          <p14:tracePt t="83009" x="6640513" y="2387600"/>
          <p14:tracePt t="83021" x="6700838" y="2387600"/>
          <p14:tracePt t="83031" x="6756400" y="2387600"/>
          <p14:tracePt t="83042" x="6816725" y="2387600"/>
          <p14:tracePt t="83054" x="6843713" y="2387600"/>
          <p14:tracePt t="83065" x="6872288" y="2387600"/>
          <p14:tracePt t="83076" x="6911975" y="2387600"/>
          <p14:tracePt t="83089" x="6946900" y="2401888"/>
          <p14:tracePt t="83099" x="6973888" y="2401888"/>
          <p14:tracePt t="83111" x="7015163" y="2401888"/>
          <p14:tracePt t="83122" x="7062788" y="2401888"/>
          <p14:tracePt t="83132" x="7089775" y="2401888"/>
          <p14:tracePt t="83144" x="7129463" y="2401888"/>
          <p14:tracePt t="83156" x="7170738" y="2414588"/>
          <p14:tracePt t="83166" x="7205663" y="2414588"/>
          <p14:tracePt t="83178" x="7232650" y="2414588"/>
          <p14:tracePt t="83189" x="7259638" y="2414588"/>
          <p14:tracePt t="83200" x="7286625" y="2414588"/>
          <p14:tracePt t="83212" x="7307263" y="2414588"/>
          <p14:tracePt t="83312" x="7307263" y="2428875"/>
          <p14:tracePt t="83334" x="7286625" y="2443163"/>
          <p14:tracePt t="83358" x="7272338" y="2455863"/>
          <p14:tracePt t="83368" x="7259638" y="2470150"/>
          <p14:tracePt t="83381" x="7259638" y="2490788"/>
          <p14:tracePt t="83393" x="7232650" y="2503488"/>
          <p14:tracePt t="83404" x="7218363" y="2530475"/>
          <p14:tracePt t="83414" x="7205663" y="2544763"/>
          <p14:tracePt t="83427" x="7205663" y="2557463"/>
          <p14:tracePt t="83437" x="7191375" y="2571750"/>
          <p14:tracePt t="83449" x="7191375" y="2586038"/>
          <p14:tracePt t="83460" x="7170738" y="2598738"/>
          <p14:tracePt t="83503" x="7170738" y="2619375"/>
          <p14:tracePt t="83605" x="7158038" y="2598738"/>
          <p14:tracePt t="83617" x="7143750" y="2598738"/>
          <p14:tracePt t="83628" x="7116763" y="2598738"/>
          <p14:tracePt t="83639" x="7075488" y="2598738"/>
          <p14:tracePt t="83651" x="7000875" y="2598738"/>
          <p14:tracePt t="83662" x="6946900" y="2598738"/>
          <p14:tracePt t="83674" x="6858000" y="2598738"/>
          <p14:tracePt t="83684" x="6756400" y="2598738"/>
          <p14:tracePt t="83696" x="6653213" y="2598738"/>
          <p14:tracePt t="83707" x="6586538" y="2598738"/>
          <p14:tracePt t="83718" x="6510338" y="2598738"/>
          <p14:tracePt t="83728" x="6443663" y="2598738"/>
          <p14:tracePt t="83741" x="6381750" y="2598738"/>
          <p14:tracePt t="83751" x="6340475" y="2598738"/>
          <p14:tracePt t="83762" x="6280150" y="2586038"/>
          <p14:tracePt t="83775" x="6238875" y="2586038"/>
          <p14:tracePt t="83785" x="6211888" y="2586038"/>
          <p14:tracePt t="83796" x="6170613" y="2586038"/>
          <p14:tracePt t="83808" x="6137275" y="2586038"/>
          <p14:tracePt t="83819" x="6110288" y="2586038"/>
          <p14:tracePt t="83841" x="6081713" y="2586038"/>
          <p14:tracePt t="83844" x="6054725" y="2586038"/>
          <p14:tracePt t="83853" x="6021388" y="2586038"/>
          <p14:tracePt t="83865" x="5994400" y="2586038"/>
          <p14:tracePt t="83877" x="5967413" y="2571750"/>
          <p14:tracePt t="83887" x="5938838" y="2571750"/>
          <p14:tracePt t="83898" x="5911850" y="2571750"/>
          <p14:tracePt t="83910" x="5878513" y="2571750"/>
          <p14:tracePt t="83920" x="5864225" y="2571750"/>
          <p14:tracePt t="83932" x="5851525" y="2571750"/>
          <p14:tracePt t="83976" x="5851525" y="2557463"/>
          <p14:tracePt t="84021" x="5851525" y="2544763"/>
          <p14:tracePt t="84043" x="5837238" y="2544763"/>
          <p14:tracePt t="84055" x="5837238" y="2530475"/>
          <p14:tracePt t="84067" x="5837238" y="2517775"/>
          <p14:tracePt t="84078" x="5837238" y="2503488"/>
          <p14:tracePt t="84089" x="5837238" y="2490788"/>
          <p14:tracePt t="84101" x="5837238" y="2455863"/>
          <p14:tracePt t="84111" x="5837238" y="2443163"/>
          <p14:tracePt t="84124" x="5837238" y="2414588"/>
          <p14:tracePt t="84135" x="5851525" y="2387600"/>
          <p14:tracePt t="84145" x="5851525" y="2374900"/>
          <p14:tracePt t="84157" x="5851525" y="2360613"/>
          <p14:tracePt t="84167" x="5864225" y="2339975"/>
          <p14:tracePt t="84180" x="5864225" y="2327275"/>
          <p14:tracePt t="84191" x="5864225" y="2312988"/>
          <p14:tracePt t="84201" x="5878513" y="2312988"/>
          <p14:tracePt t="84212" x="5878513" y="2300288"/>
          <p14:tracePt t="84235" x="5878513" y="2286000"/>
          <p14:tracePt t="84324" x="5891213" y="2286000"/>
          <p14:tracePt t="84347" x="5926138" y="2300288"/>
          <p14:tracePt t="84359" x="5938838" y="2300288"/>
          <p14:tracePt t="84370" x="5967413" y="2312988"/>
          <p14:tracePt t="84382" x="6007100" y="2327275"/>
          <p14:tracePt t="84393" x="6021388" y="2327275"/>
          <p14:tracePt t="84404" x="6054725" y="2339975"/>
          <p14:tracePt t="84426" x="6081713" y="2339975"/>
          <p14:tracePt t="84429" x="6096000" y="2339975"/>
          <p14:tracePt t="84437" x="6110288" y="2339975"/>
          <p14:tracePt t="84452" x="6122988" y="2339975"/>
          <p14:tracePt t="84461" x="6137275" y="2339975"/>
          <p14:tracePt t="84472" x="6149975" y="2339975"/>
          <p14:tracePt t="84484" x="6170613" y="2339975"/>
          <p14:tracePt t="84494" x="6184900" y="2339975"/>
          <p14:tracePt t="84505" x="6211888" y="2360613"/>
          <p14:tracePt t="84517" x="6224588" y="2360613"/>
          <p14:tracePt t="84527" x="6265863" y="2360613"/>
          <p14:tracePt t="84539" x="6300788" y="2360613"/>
          <p14:tracePt t="84550" x="6354763" y="2374900"/>
          <p14:tracePt t="84561" x="6396038" y="2374900"/>
          <p14:tracePt t="84573" x="6456363" y="2374900"/>
          <p14:tracePt t="84584" x="6510338" y="2374900"/>
          <p14:tracePt t="84595" x="6557963" y="2374900"/>
          <p14:tracePt t="84607" x="6599238" y="2374900"/>
          <p14:tracePt t="84618" x="6626225" y="2374900"/>
          <p14:tracePt t="84629" x="6653213" y="2374900"/>
          <p14:tracePt t="84640" x="6673850" y="2374900"/>
          <p14:tracePt t="84651" x="6688138" y="2387600"/>
          <p14:tracePt t="84662" x="6700838" y="2387600"/>
          <p14:tracePt t="84674" x="6715125" y="2387600"/>
          <p14:tracePt t="84696" x="6729413" y="2387600"/>
          <p14:tracePt t="84707" x="6742113" y="2387600"/>
          <p14:tracePt t="84730" x="6756400" y="2387600"/>
          <p14:tracePt t="84752" x="6769100" y="2387600"/>
          <p14:tracePt t="84966" x="6783388" y="2387600"/>
          <p14:tracePt t="84988" x="6769100" y="2387600"/>
          <p14:tracePt t="85011" x="6756400" y="2387600"/>
          <p14:tracePt t="85371" x="6756400" y="2374900"/>
          <p14:tracePt t="85404" x="6769100" y="2374900"/>
          <p14:tracePt t="85416" x="6783388" y="2374900"/>
          <p14:tracePt t="85438" x="6804025" y="2374900"/>
          <p14:tracePt t="85450" x="6816725" y="2374900"/>
          <p14:tracePt t="85472" x="6831013" y="2374900"/>
          <p14:tracePt t="85528" x="6843713" y="2387600"/>
          <p14:tracePt t="85551" x="6843713" y="2401888"/>
          <p14:tracePt t="85562" x="6858000" y="2401888"/>
          <p14:tracePt t="85585" x="6872288" y="2414588"/>
          <p14:tracePt t="85596" x="6884988" y="2414588"/>
          <p14:tracePt t="85731" x="6858000" y="2414588"/>
          <p14:tracePt t="85743" x="6843713" y="2414588"/>
          <p14:tracePt t="85865" x="6858000" y="2414588"/>
          <p14:tracePt t="85879" x="6858000" y="2401888"/>
          <p14:tracePt t="85911" x="6858000" y="2387600"/>
          <p14:tracePt t="85946" x="6858000" y="2401888"/>
          <p14:tracePt t="85958" x="6872288" y="2414588"/>
          <p14:tracePt t="85978" x="6872288" y="2428875"/>
          <p14:tracePt t="85991" x="6884988" y="2443163"/>
          <p14:tracePt t="86002" x="6884988" y="2455863"/>
          <p14:tracePt t="86013" x="6884988" y="2470150"/>
          <p14:tracePt t="86026" x="6899275" y="2490788"/>
          <p14:tracePt t="86124" x="6911975" y="2490788"/>
          <p14:tracePt t="86147" x="6911975" y="2470150"/>
          <p14:tracePt t="86170" x="6932613" y="2470150"/>
          <p14:tracePt t="86181" x="6932613" y="2455863"/>
          <p14:tracePt t="86193" x="6911975" y="2455863"/>
          <p14:tracePt t="86205" x="6899275" y="2443163"/>
          <p14:tracePt t="86215" x="6872288" y="2428875"/>
          <p14:tracePt t="86227" x="6843713" y="2428875"/>
          <p14:tracePt t="86238" x="6804025" y="2414588"/>
          <p14:tracePt t="86250" x="6769100" y="2414588"/>
          <p14:tracePt t="86261" x="6729413" y="2414588"/>
          <p14:tracePt t="86273" x="6688138" y="2414588"/>
          <p14:tracePt t="86283" x="6640513" y="2414588"/>
          <p14:tracePt t="86295" x="6626225" y="2428875"/>
          <p14:tracePt t="86306" x="6599238" y="2428875"/>
          <p14:tracePt t="86316" x="6586538" y="2443163"/>
          <p14:tracePt t="86328" x="6572250" y="2455863"/>
          <p14:tracePt t="86338" x="6572250" y="2470150"/>
          <p14:tracePt t="86351" x="6557963" y="2490788"/>
          <p14:tracePt t="86361" x="6557963" y="2503488"/>
          <p14:tracePt t="86372" x="6572250" y="2503488"/>
          <p14:tracePt t="86384" x="6586538" y="2517775"/>
          <p14:tracePt t="86395" x="6599238" y="2517775"/>
          <p14:tracePt t="86406" x="6626225" y="2530475"/>
          <p14:tracePt t="86418" x="6640513" y="2530475"/>
          <p14:tracePt t="86429" x="6688138" y="2530475"/>
          <p14:tracePt t="86440" x="6715125" y="2530475"/>
          <p14:tracePt t="86451" x="6729413" y="2530475"/>
          <p14:tracePt t="86462" x="6729413" y="2517775"/>
          <p14:tracePt t="86507" x="6715125" y="2503488"/>
          <p14:tracePt t="86518" x="6700838" y="2503488"/>
          <p14:tracePt t="86530" x="6688138" y="2503488"/>
          <p14:tracePt t="86574" x="6673850" y="2503488"/>
          <p14:tracePt t="86619" x="6653213" y="2503488"/>
          <p14:tracePt t="86632" x="6640513" y="2503488"/>
          <p14:tracePt t="86912" x="6653213" y="2503488"/>
          <p14:tracePt t="86946" x="6673850" y="2503488"/>
          <p14:tracePt t="86991" x="6688138" y="2503488"/>
          <p14:tracePt t="87024" x="6688138" y="2490788"/>
          <p14:tracePt t="87047" x="6688138" y="2470150"/>
          <p14:tracePt t="87058" x="6673850" y="2455863"/>
          <p14:tracePt t="87070" x="6640513" y="2455863"/>
          <p14:tracePt t="87081" x="6613525" y="2443163"/>
          <p14:tracePt t="87092" x="6586538" y="2428875"/>
          <p14:tracePt t="87104" x="6557963" y="2428875"/>
          <p14:tracePt t="87116" x="6524625" y="2428875"/>
          <p14:tracePt t="87126" x="6497638" y="2428875"/>
          <p14:tracePt t="87138" x="6483350" y="2443163"/>
          <p14:tracePt t="87149" x="6456363" y="2455863"/>
          <p14:tracePt t="87160" x="6443663" y="2490788"/>
          <p14:tracePt t="87172" x="6429375" y="2503488"/>
          <p14:tracePt t="87183" x="6429375" y="2517775"/>
          <p14:tracePt t="87194" x="6429375" y="2544763"/>
          <p14:tracePt t="87205" x="6443663" y="2544763"/>
          <p14:tracePt t="87217" x="6443663" y="2557463"/>
          <p14:tracePt t="87230" x="6470650" y="2557463"/>
          <p14:tracePt t="87239" x="6497638" y="2571750"/>
          <p14:tracePt t="87253" x="6545263" y="2571750"/>
          <p14:tracePt t="87263" x="6572250" y="2571750"/>
          <p14:tracePt t="87273" x="6599238" y="2557463"/>
          <p14:tracePt t="87284" x="6640513" y="2557463"/>
          <p14:tracePt t="87296" x="6673850" y="2544763"/>
          <p14:tracePt t="87308" x="6688138" y="2530475"/>
          <p14:tracePt t="87320" x="6700838" y="2517775"/>
          <p14:tracePt t="87330" x="6700838" y="2503488"/>
          <p14:tracePt t="87351" x="6700838" y="2490788"/>
          <p14:tracePt t="87362" x="6688138" y="2490788"/>
          <p14:tracePt t="87373" x="6688138" y="2470150"/>
          <p14:tracePt t="87387" x="6673850" y="2470150"/>
          <p14:tracePt t="87407" x="6653213" y="2470150"/>
          <p14:tracePt t="87564" x="6673850" y="2470150"/>
          <p14:tracePt t="87621" x="6673850" y="2455863"/>
          <p14:tracePt t="87643" x="6673850" y="2443163"/>
          <p14:tracePt t="87666" x="6673850" y="2428875"/>
          <p14:tracePt t="87677" x="6653213" y="2428875"/>
          <p14:tracePt t="87688" x="6626225" y="2428875"/>
          <p14:tracePt t="87702" x="6613525" y="2414588"/>
          <p14:tracePt t="87711" x="6586538" y="2414588"/>
          <p14:tracePt t="87723" x="6557963" y="2414588"/>
          <p14:tracePt t="87736" x="6510338" y="2414588"/>
          <p14:tracePt t="87747" x="6483350" y="2414588"/>
          <p14:tracePt t="87757" x="6456363" y="2414588"/>
          <p14:tracePt t="87769" x="6429375" y="2428875"/>
          <p14:tracePt t="87780" x="6408738" y="2428875"/>
          <p14:tracePt t="87790" x="6396038" y="2443163"/>
          <p14:tracePt t="87803" x="6381750" y="2455863"/>
          <p14:tracePt t="87813" x="6381750" y="2470150"/>
          <p14:tracePt t="87824" x="6381750" y="2490788"/>
          <p14:tracePt t="87836" x="6381750" y="2503488"/>
          <p14:tracePt t="87846" x="6396038" y="2517775"/>
          <p14:tracePt t="87857" x="6408738" y="2530475"/>
          <p14:tracePt t="87870" x="6443663" y="2544763"/>
          <p14:tracePt t="87880" x="6470650" y="2544763"/>
          <p14:tracePt t="87891" x="6497638" y="2557463"/>
          <p14:tracePt t="87904" x="6524625" y="2557463"/>
          <p14:tracePt t="87913" x="6545263" y="2557463"/>
          <p14:tracePt t="87925" x="6572250" y="2557463"/>
          <p14:tracePt t="87937" x="6599238" y="2557463"/>
          <p14:tracePt t="87947" x="6613525" y="2544763"/>
          <p14:tracePt t="87960" x="6626225" y="2544763"/>
          <p14:tracePt t="87970" x="6640513" y="2530475"/>
          <p14:tracePt t="87981" x="6653213" y="2530475"/>
          <p14:tracePt t="88003" x="6653213" y="2517775"/>
          <p14:tracePt t="88116" x="6673850" y="2517775"/>
          <p14:tracePt t="88129" x="6673850" y="2530475"/>
          <p14:tracePt t="88139" x="6688138" y="2530475"/>
          <p14:tracePt t="88150" x="6700838" y="2530475"/>
          <p14:tracePt t="88161" x="6729413" y="2530475"/>
          <p14:tracePt t="88172" x="6756400" y="2544763"/>
          <p14:tracePt t="88184" x="6783388" y="2544763"/>
          <p14:tracePt t="88195" x="6804025" y="2557463"/>
          <p14:tracePt t="88419" x="6816725" y="2557463"/>
          <p14:tracePt t="88442" x="6831013" y="2557463"/>
          <p14:tracePt t="88465" x="6843713" y="2557463"/>
          <p14:tracePt t="88487" x="6858000" y="2557463"/>
          <p14:tracePt t="88499" x="6872288" y="2557463"/>
          <p14:tracePt t="88521" x="6884988" y="2557463"/>
          <p14:tracePt t="88543" x="6899275" y="2557463"/>
          <p14:tracePt t="88555" x="6911975" y="2557463"/>
          <p14:tracePt t="88577" x="6932613" y="2557463"/>
          <p14:tracePt t="88599" x="6946900" y="2544763"/>
          <p14:tracePt t="88622" x="6959600" y="2530475"/>
          <p14:tracePt t="88635" x="6973888" y="2517775"/>
          <p14:tracePt t="88646" x="6986588" y="2503488"/>
          <p14:tracePt t="88656" x="6986588" y="2490788"/>
          <p14:tracePt t="88667" x="7000875" y="2470150"/>
          <p14:tracePt t="88679" x="7000875" y="2455863"/>
          <p14:tracePt t="88690" x="7000875" y="2443163"/>
          <p14:tracePt t="88746" x="7000875" y="2428875"/>
          <p14:tracePt t="88847" x="7015163" y="2428875"/>
          <p14:tracePt t="88869" x="7015163" y="2414588"/>
          <p14:tracePt t="88914" x="7015163" y="2401888"/>
          <p14:tracePt t="88937" x="7000875" y="2401888"/>
          <p14:tracePt t="88983" x="7000875" y="2387600"/>
          <p14:tracePt t="89027" x="7000875" y="2374900"/>
          <p14:tracePt t="89117" x="7000875" y="2360613"/>
          <p14:tracePt t="89151" x="7000875" y="2339975"/>
          <p14:tracePt t="89162" x="7000875" y="2327275"/>
          <p14:tracePt t="89173" x="6986588" y="2312988"/>
          <p14:tracePt t="89186" x="6973888" y="2271713"/>
          <p14:tracePt t="89196" x="6946900" y="2232025"/>
          <p14:tracePt t="89208" x="6899275" y="2170113"/>
          <p14:tracePt t="89219" x="6872288" y="2116138"/>
          <p14:tracePt t="89230" x="6816725" y="2054225"/>
          <p14:tracePt t="89241" x="6769100" y="2014538"/>
          <p14:tracePt t="89254" x="6742113" y="1985963"/>
          <p14:tracePt t="89265" x="6729413" y="1985963"/>
          <p14:tracePt t="89276" x="6715125" y="1973263"/>
          <p14:tracePt t="89398" x="6715125" y="1985963"/>
          <p14:tracePt t="89477" x="6700838" y="1985963"/>
          <p14:tracePt t="89500" x="6700838" y="2000250"/>
          <p14:tracePt t="89522" x="6700838" y="2014538"/>
          <p14:tracePt t="89534" x="6700838" y="2027238"/>
          <p14:tracePt t="89545" x="6729413" y="2054225"/>
          <p14:tracePt t="89558" x="6756400" y="2068513"/>
          <p14:tracePt t="89569" x="6783388" y="2081213"/>
          <p14:tracePt t="89579" x="6804025" y="2081213"/>
          <p14:tracePt t="89591" x="6831013" y="2081213"/>
          <p14:tracePt t="89602" x="6843713" y="2081213"/>
          <p14:tracePt t="89614" x="6872288" y="2081213"/>
          <p14:tracePt t="89625" x="6884988" y="2068513"/>
          <p14:tracePt t="89636" x="6884988" y="2054225"/>
          <p14:tracePt t="89648" x="6884988" y="2041525"/>
          <p14:tracePt t="89658" x="6872288" y="2014538"/>
          <p14:tracePt t="89669" x="6858000" y="1985963"/>
          <p14:tracePt t="89681" x="6831013" y="1938338"/>
          <p14:tracePt t="89692" x="6769100" y="1911350"/>
          <p14:tracePt t="89703" x="6729413" y="1898650"/>
          <p14:tracePt t="89714" x="6673850" y="1884363"/>
          <p14:tracePt t="89726" x="6626225" y="1884363"/>
          <p14:tracePt t="89736" x="6599238" y="1884363"/>
          <p14:tracePt t="89748" x="6572250" y="1884363"/>
          <p14:tracePt t="89759" x="6545263" y="1898650"/>
          <p14:tracePt t="89770" x="6524625" y="1925638"/>
          <p14:tracePt t="89781" x="6524625" y="1938338"/>
          <p14:tracePt t="89792" x="6524625" y="1973263"/>
          <p14:tracePt t="89803" x="6545263" y="2000250"/>
          <p14:tracePt t="89815" x="6572250" y="2027238"/>
          <p14:tracePt t="89826" x="6599238" y="2041525"/>
          <p14:tracePt t="89837" x="6640513" y="2068513"/>
          <p14:tracePt t="89849" x="6688138" y="2081213"/>
          <p14:tracePt t="89860" x="6729413" y="2081213"/>
          <p14:tracePt t="89872" x="6756400" y="2081213"/>
          <p14:tracePt t="89883" x="6783388" y="2081213"/>
          <p14:tracePt t="89894" x="6783388" y="2068513"/>
          <p14:tracePt t="89906" x="6769100" y="2054225"/>
          <p14:tracePt t="89916" x="6729413" y="2027238"/>
          <p14:tracePt t="89928" x="6626225" y="1973263"/>
          <p14:tracePt t="89940" x="6483350" y="1898650"/>
          <p14:tracePt t="89950" x="6367463" y="1836738"/>
          <p14:tracePt t="89962" x="6238875" y="1768475"/>
          <p14:tracePt t="89973" x="6122988" y="1681163"/>
          <p14:tracePt t="89984" x="6081713" y="1625600"/>
          <p14:tracePt t="89996" x="6021388" y="1524000"/>
          <p14:tracePt t="90007" x="5994400" y="1422400"/>
          <p14:tracePt t="90017" x="5967413" y="1339850"/>
          <p14:tracePt t="90029" x="5967413" y="1292225"/>
          <p14:tracePt t="90040" x="5953125" y="1265238"/>
          <p14:tracePt t="90051" x="5953125" y="1252538"/>
          <p14:tracePt t="90073" x="5953125" y="1238250"/>
          <p14:tracePt t="90096" x="5938838" y="1238250"/>
          <p14:tracePt t="90107" x="5926138" y="1252538"/>
          <p14:tracePt t="90130" x="5864225" y="1252538"/>
          <p14:tracePt t="90131" x="5795963" y="1265238"/>
          <p14:tracePt t="90142" x="5735638" y="1292225"/>
          <p14:tracePt t="90153" x="5708650" y="1306513"/>
          <p14:tracePt t="90165" x="5667375" y="1319213"/>
          <p14:tracePt t="90176" x="5619750" y="1339850"/>
          <p14:tracePt t="90186" x="5592763" y="1354138"/>
          <p14:tracePt t="90198" x="5578475" y="1366838"/>
          <p14:tracePt t="90209" x="5565775" y="1381125"/>
          <p14:tracePt t="90220" x="5565775" y="1408113"/>
          <p14:tracePt t="90232" x="5565775" y="1422400"/>
          <p14:tracePt t="90243" x="5578475" y="1449388"/>
          <p14:tracePt t="90254" x="5619750" y="1482725"/>
          <p14:tracePt t="90266" x="5667375" y="1497013"/>
          <p14:tracePt t="90277" x="5708650" y="1509713"/>
          <p14:tracePt t="90287" x="5748338" y="1524000"/>
          <p14:tracePt t="90298" x="5795963" y="1524000"/>
          <p14:tracePt t="90310" x="5810250" y="1524000"/>
          <p14:tracePt t="90322" x="5824538" y="1524000"/>
          <p14:tracePt t="90332" x="5837238" y="1509713"/>
          <p14:tracePt t="90355" x="5837238" y="1497013"/>
          <p14:tracePt t="90366" x="5824538" y="1470025"/>
          <p14:tracePt t="90377" x="5795963" y="1449388"/>
          <p14:tracePt t="90390" x="5748338" y="1435100"/>
          <p14:tracePt t="90400" x="5721350" y="1435100"/>
          <p14:tracePt t="90412" x="5681663" y="1435100"/>
          <p14:tracePt t="90423" x="5646738" y="1435100"/>
          <p14:tracePt t="90434" x="5619750" y="1449388"/>
          <p14:tracePt t="90446" x="5605463" y="1482725"/>
          <p14:tracePt t="90457" x="5605463" y="1497013"/>
          <p14:tracePt t="90467" x="5605463" y="1524000"/>
          <p14:tracePt t="90479" x="5605463" y="1550988"/>
          <p14:tracePt t="90490" x="5634038" y="1577975"/>
          <p14:tracePt t="90501" x="5681663" y="1598613"/>
          <p14:tracePt t="90513" x="5735638" y="1612900"/>
          <p14:tracePt t="90524" x="5795963" y="1625600"/>
          <p14:tracePt t="90535" x="5864225" y="1625600"/>
          <p14:tracePt t="90547" x="5938838" y="1625600"/>
          <p14:tracePt t="90558" x="5994400" y="1625600"/>
          <p14:tracePt t="90569" x="6021388" y="1612900"/>
          <p14:tracePt t="90581" x="6042025" y="1577975"/>
          <p14:tracePt t="90592" x="6042025" y="1565275"/>
          <p14:tracePt t="90603" x="6042025" y="1538288"/>
          <p14:tracePt t="90614" x="6007100" y="1497013"/>
          <p14:tracePt t="90625" x="5953125" y="1449388"/>
          <p14:tracePt t="90636" x="5891213" y="1435100"/>
          <p14:tracePt t="90648" x="5810250" y="1422400"/>
          <p14:tracePt t="90659" x="5735638" y="1408113"/>
          <p14:tracePt t="90670" x="5694363" y="1408113"/>
          <p14:tracePt t="90681" x="5667375" y="1408113"/>
          <p14:tracePt t="90692" x="5646738" y="1422400"/>
          <p14:tracePt t="90704" x="5634038" y="1435100"/>
          <p14:tracePt t="90716" x="5634038" y="1449388"/>
          <p14:tracePt t="90727" x="5646738" y="1482725"/>
          <p14:tracePt t="90737" x="5681663" y="1524000"/>
          <p14:tracePt t="90749" x="5721350" y="1550988"/>
          <p14:tracePt t="90760" x="5783263" y="1577975"/>
          <p14:tracePt t="90772" x="5851525" y="1612900"/>
          <p14:tracePt t="90782" x="5938838" y="1625600"/>
          <p14:tracePt t="90794" x="6007100" y="1625600"/>
          <p14:tracePt t="90806" x="6081713" y="1625600"/>
          <p14:tracePt t="90816" x="6122988" y="1612900"/>
          <p14:tracePt t="90828" x="6137275" y="1577975"/>
          <p14:tracePt t="90840" x="6149975" y="1565275"/>
          <p14:tracePt t="90850" x="6149975" y="1538288"/>
          <p14:tracePt t="90862" x="6137275" y="1509713"/>
          <p14:tracePt t="90873" x="6096000" y="1470025"/>
          <p14:tracePt t="90883" x="6069013" y="1435100"/>
          <p14:tracePt t="90896" x="6007100" y="1408113"/>
          <p14:tracePt t="90907" x="5967413" y="1395413"/>
          <p14:tracePt t="90917" x="5953125" y="1395413"/>
          <p14:tracePt t="90929" x="5926138" y="1395413"/>
          <p14:tracePt t="90940" x="5911850" y="1395413"/>
          <p14:tracePt t="90973" x="5891213" y="1408113"/>
          <p14:tracePt t="90985" x="5891213" y="1422400"/>
          <p14:tracePt t="90996" x="5891213" y="1435100"/>
          <p14:tracePt t="91007" x="5891213" y="1470025"/>
          <p14:tracePt t="91018" x="5891213" y="1497013"/>
          <p14:tracePt t="91030" x="5911850" y="1509713"/>
          <p14:tracePt t="91042" x="5926138" y="1524000"/>
          <p14:tracePt t="91052" x="5938838" y="1538288"/>
          <p14:tracePt t="91064" x="5967413" y="1550988"/>
          <p14:tracePt t="91075" x="5994400" y="1565275"/>
          <p14:tracePt t="91086" x="6021388" y="1565275"/>
          <p14:tracePt t="91097" x="6054725" y="1565275"/>
          <p14:tracePt t="91109" x="6069013" y="1550988"/>
          <p14:tracePt t="91131" x="6069013" y="1538288"/>
          <p14:tracePt t="91143" x="6069013" y="1509713"/>
          <p14:tracePt t="91153" x="6042025" y="1470025"/>
          <p14:tracePt t="91187" x="5994400" y="1435100"/>
          <p14:tracePt t="91199" x="5926138" y="1395413"/>
          <p14:tracePt t="91203" x="5824538" y="1354138"/>
          <p14:tracePt t="91211" x="5708650" y="1339850"/>
          <p14:tracePt t="91212" x="5646738" y="1319213"/>
          <p14:tracePt t="91224" x="5578475" y="1319213"/>
          <p14:tracePt t="91233" x="5538788" y="1339850"/>
          <p14:tracePt t="91245" x="5503863" y="1339850"/>
          <p14:tracePt t="91257" x="5491163" y="1366838"/>
          <p14:tracePt t="91267" x="5476875" y="1395413"/>
          <p14:tracePt t="91279" x="5476875" y="1435100"/>
          <p14:tracePt t="91290" x="5476875" y="1470025"/>
          <p14:tracePt t="91300" x="5503863" y="1509713"/>
          <p14:tracePt t="91312" x="5538788" y="1538288"/>
          <p14:tracePt t="91323" x="5565775" y="1565275"/>
          <p14:tracePt t="91334" x="5592763" y="1598613"/>
          <p14:tracePt t="91346" x="5634038" y="1612900"/>
          <p14:tracePt t="91357" x="5681663" y="1612900"/>
          <p14:tracePt t="91367" x="5721350" y="1612900"/>
          <p14:tracePt t="91379" x="5783263" y="1612900"/>
          <p14:tracePt t="91390" x="5837238" y="1598613"/>
          <p14:tracePt t="91401" x="5878513" y="1577975"/>
          <p14:tracePt t="91413" x="5891213" y="1565275"/>
          <p14:tracePt t="91424" x="5911850" y="1524000"/>
          <p14:tracePt t="91435" x="5911850" y="1497013"/>
          <p14:tracePt t="91446" x="5911850" y="1470025"/>
          <p14:tracePt t="91458" x="5878513" y="1422400"/>
          <p14:tracePt t="91469" x="5837238" y="1395413"/>
          <p14:tracePt t="91480" x="5783263" y="1366838"/>
          <p14:tracePt t="91491" x="5721350" y="1354138"/>
          <p14:tracePt t="91502" x="5646738" y="1354138"/>
          <p14:tracePt t="91514" x="5605463" y="1354138"/>
          <p14:tracePt t="91525" x="5578475" y="1354138"/>
          <p14:tracePt t="91536" x="5538788" y="1381125"/>
          <p14:tracePt t="91548" x="5518150" y="1422400"/>
          <p14:tracePt t="91559" x="5518150" y="1449388"/>
          <p14:tracePt t="91570" x="5518150" y="1482725"/>
          <p14:tracePt t="91581" x="5551488" y="1524000"/>
          <p14:tracePt t="91593" x="5578475" y="1550988"/>
          <p14:tracePt t="91603" x="5619750" y="1577975"/>
          <p14:tracePt t="91615" x="5667375" y="1598613"/>
          <p14:tracePt t="91626" x="5721350" y="1612900"/>
          <p14:tracePt t="91639" x="5783263" y="1612900"/>
          <p14:tracePt t="91649" x="5810250" y="1612900"/>
          <p14:tracePt t="91660" x="5851525" y="1612900"/>
          <p14:tracePt t="91672" x="5864225" y="1598613"/>
          <p14:tracePt t="91683" x="5878513" y="1565275"/>
          <p14:tracePt t="91694" x="5891213" y="1550988"/>
          <p14:tracePt t="91706" x="5891213" y="1509713"/>
          <p14:tracePt t="91716" x="5878513" y="1470025"/>
          <p14:tracePt t="91728" x="5851525" y="1422400"/>
          <p14:tracePt t="91740" x="5810250" y="1381125"/>
          <p14:tracePt t="91750" x="5748338" y="1354138"/>
          <p14:tracePt t="91762" x="5681663" y="1319213"/>
          <p14:tracePt t="91773" x="5619750" y="1306513"/>
          <p14:tracePt t="91784" x="5565775" y="1292225"/>
          <p14:tracePt t="91795" x="5518150" y="1292225"/>
          <p14:tracePt t="91807" x="5503863" y="1306513"/>
          <p14:tracePt t="91817" x="5476875" y="1319213"/>
          <p14:tracePt t="91829" x="5462588" y="1354138"/>
          <p14:tracePt t="91840" x="5462588" y="1381125"/>
          <p14:tracePt t="91851" x="5462588" y="1408113"/>
          <p14:tracePt t="91862" x="5462588" y="1435100"/>
          <p14:tracePt t="91874" x="5476875" y="1470025"/>
          <p14:tracePt t="91885" x="5503863" y="1497013"/>
          <p14:tracePt t="91897" x="5538788" y="1524000"/>
          <p14:tracePt t="91908" x="5578475" y="1538288"/>
          <p14:tracePt t="91919" x="5634038" y="1538288"/>
          <p14:tracePt t="91930" x="5681663" y="1550988"/>
          <p14:tracePt t="91942" x="5721350" y="1550988"/>
          <p14:tracePt t="91952" x="5762625" y="1550988"/>
          <p14:tracePt t="91963" x="5810250" y="1538288"/>
          <p14:tracePt t="91975" x="5824538" y="1538288"/>
          <p14:tracePt t="91986" x="5851525" y="1509713"/>
          <p14:tracePt t="91997" x="5851525" y="1497013"/>
          <p14:tracePt t="92009" x="5864225" y="1470025"/>
          <p14:tracePt t="92020" x="5851525" y="1449388"/>
          <p14:tracePt t="92032" x="5837238" y="1408113"/>
          <p14:tracePt t="92043" x="5824538" y="1381125"/>
          <p14:tracePt t="92053" x="5795963" y="1354138"/>
          <p14:tracePt t="92065" x="5748338" y="1339850"/>
          <p14:tracePt t="92076" x="5708650" y="1319213"/>
          <p14:tracePt t="92087" x="5646738" y="1319213"/>
          <p14:tracePt t="92099" x="5619750" y="1319213"/>
          <p14:tracePt t="92110" x="5592763" y="1339850"/>
          <p14:tracePt t="92122" x="5551488" y="1354138"/>
          <p14:tracePt t="92133" x="5538788" y="1381125"/>
          <p14:tracePt t="92144" x="5518150" y="1422400"/>
          <p14:tracePt t="92156" x="5518150" y="1449388"/>
          <p14:tracePt t="92166" x="5538788" y="1497013"/>
          <p14:tracePt t="92177" x="5565775" y="1524000"/>
          <p14:tracePt t="92190" x="5605463" y="1550988"/>
          <p14:tracePt t="92200" x="5681663" y="1565275"/>
          <p14:tracePt t="92234" x="5748338" y="1577975"/>
          <p14:tracePt t="92235" x="5795963" y="1577975"/>
          <p14:tracePt t="92248" x="5926138" y="1565275"/>
          <p14:tracePt t="92258" x="5938838" y="1550988"/>
          <p14:tracePt t="92268" x="5967413" y="1524000"/>
          <p14:tracePt t="92280" x="5967413" y="1482725"/>
          <p14:tracePt t="92290" x="5953125" y="1435100"/>
          <p14:tracePt t="92301" x="5938838" y="1408113"/>
          <p14:tracePt t="92313" x="5891213" y="1381125"/>
          <p14:tracePt t="92324" x="5851525" y="1354138"/>
          <p14:tracePt t="92335" x="5810250" y="1354138"/>
          <p14:tracePt t="92347" x="5748338" y="1339850"/>
          <p14:tracePt t="92358" x="5708650" y="1339850"/>
          <p14:tracePt t="92368" x="5681663" y="1339850"/>
          <p14:tracePt t="92380" x="5646738" y="1354138"/>
          <p14:tracePt t="92391" x="5619750" y="1366838"/>
          <p14:tracePt t="92402" x="5592763" y="1408113"/>
          <p14:tracePt t="92414" x="5578475" y="1449388"/>
          <p14:tracePt t="92426" x="5578475" y="1497013"/>
          <p14:tracePt t="92436" x="5592763" y="1550988"/>
          <p14:tracePt t="92448" x="5619750" y="1598613"/>
          <p14:tracePt t="92459" x="5646738" y="1612900"/>
          <p14:tracePt t="92470" x="5681663" y="1639888"/>
          <p14:tracePt t="92482" x="5721350" y="1666875"/>
          <p14:tracePt t="92493" x="5762625" y="1681163"/>
          <p14:tracePt t="92504" x="5810250" y="1681163"/>
          <p14:tracePt t="92515" x="5851525" y="1681163"/>
          <p14:tracePt t="92526" x="5911850" y="1681163"/>
          <p14:tracePt t="92537" x="5938838" y="1681163"/>
          <p14:tracePt t="92549" x="5980113" y="1666875"/>
          <p14:tracePt t="92560" x="6007100" y="1639888"/>
          <p14:tracePt t="92571" x="6021388" y="1625600"/>
          <p14:tracePt t="92583" x="6021388" y="1598613"/>
          <p14:tracePt t="92593" x="6021388" y="1565275"/>
          <p14:tracePt t="92606" x="6007100" y="1538288"/>
          <p14:tracePt t="92616" x="5980113" y="1509713"/>
          <p14:tracePt t="92627" x="5953125" y="1482725"/>
          <p14:tracePt t="92640" x="5891213" y="1470025"/>
          <p14:tracePt t="92650" x="5837238" y="1449388"/>
          <p14:tracePt t="92662" x="5795963" y="1449388"/>
          <p14:tracePt t="92673" x="5748338" y="1449388"/>
          <p14:tracePt t="92684" x="5735638" y="1449388"/>
          <p14:tracePt t="92695" x="5721350" y="1470025"/>
          <p14:tracePt t="92707" x="5708650" y="1482725"/>
          <p14:tracePt t="92728" x="5708650" y="1497013"/>
          <p14:tracePt t="92751" x="5721350" y="1509713"/>
          <p14:tracePt t="92762" x="5735638" y="1524000"/>
          <p14:tracePt t="92774" x="5748338" y="1524000"/>
          <p14:tracePt t="92785" x="5748338" y="1538288"/>
          <p14:tracePt t="92796" x="5735638" y="1538288"/>
          <p14:tracePt t="92966" x="5748338" y="1538288"/>
          <p14:tracePt t="92987" x="5783263" y="1550988"/>
          <p14:tracePt t="92999" x="5795963" y="1550988"/>
          <p14:tracePt t="93010" x="5824538" y="1550988"/>
          <p14:tracePt t="93021" x="5851525" y="1565275"/>
          <p14:tracePt t="93032" x="5878513" y="1565275"/>
          <p14:tracePt t="93044" x="5891213" y="1565275"/>
          <p14:tracePt t="93055" x="5911850" y="1565275"/>
          <p14:tracePt t="93077" x="5926138" y="1550988"/>
          <p14:tracePt t="93089" x="5938838" y="1550988"/>
          <p14:tracePt t="93100" x="5953125" y="1550988"/>
          <p14:tracePt t="93122" x="5967413" y="1550988"/>
          <p14:tracePt t="93135" x="5980113" y="1550988"/>
          <p14:tracePt t="93145" x="5994400" y="1550988"/>
          <p14:tracePt t="93168" x="6007100" y="1550988"/>
          <p14:tracePt t="93347" x="6021388" y="1550988"/>
          <p14:tracePt t="93360" x="6042025" y="1550988"/>
          <p14:tracePt t="93371" x="6054725" y="1550988"/>
          <p14:tracePt t="93382" x="6081713" y="1538288"/>
          <p14:tracePt t="93393" x="6096000" y="1524000"/>
          <p14:tracePt t="93407" x="6137275" y="1497013"/>
          <p14:tracePt t="93417" x="6197600" y="1470025"/>
          <p14:tracePt t="93426" x="6238875" y="1422400"/>
          <p14:tracePt t="93440" x="6280150" y="1381125"/>
          <p14:tracePt t="93450" x="6340475" y="1306513"/>
          <p14:tracePt t="93460" x="6381750" y="1252538"/>
          <p14:tracePt t="93473" x="6408738" y="1223963"/>
          <p14:tracePt t="93483" x="6429375" y="1176338"/>
          <p14:tracePt t="93495" x="6443663" y="1136650"/>
          <p14:tracePt t="93506" x="6443663" y="1122363"/>
          <p14:tracePt t="93516" x="6443663" y="1095375"/>
          <p14:tracePt t="93528" x="6443663" y="1074738"/>
          <p14:tracePt t="93539" x="6443663" y="1033463"/>
          <p14:tracePt t="93550" x="6429375" y="1020763"/>
          <p14:tracePt t="93562" x="6408738" y="966788"/>
          <p14:tracePt t="93573" x="6396038" y="919163"/>
          <p14:tracePt t="93584" x="6381750" y="863600"/>
          <p14:tracePt t="93596" x="6367463" y="815975"/>
          <p14:tracePt t="93607" x="6340475" y="762000"/>
          <p14:tracePt t="93618" x="6327775" y="720725"/>
          <p14:tracePt t="93630" x="6313488" y="673100"/>
          <p14:tracePt t="93641" x="6300788" y="646113"/>
          <p14:tracePt t="93651" x="6280150" y="619125"/>
          <p14:tracePt t="93674" x="6280150" y="577850"/>
          <p14:tracePt t="93677" x="6265863" y="557213"/>
          <p14:tracePt t="93686" x="6253163" y="530225"/>
          <p14:tracePt t="93697" x="6224588" y="517525"/>
          <p14:tracePt t="93708" x="6184900" y="503238"/>
          <p14:tracePt t="93719" x="6137275" y="490538"/>
          <p14:tracePt t="93731" x="6096000" y="490538"/>
          <p14:tracePt t="93742" x="6069013" y="490538"/>
          <p14:tracePt t="93752" x="6042025" y="490538"/>
          <p14:tracePt t="93764" x="6007100" y="490538"/>
          <p14:tracePt t="93775" x="5980113" y="490538"/>
          <p14:tracePt t="93786" x="5967413" y="490538"/>
          <p14:tracePt t="93798" x="5953125" y="490538"/>
          <p14:tracePt t="93809" x="5938838" y="503238"/>
          <p14:tracePt t="93831" x="5911850" y="530225"/>
          <p14:tracePt t="93832" x="5878513" y="577850"/>
          <p14:tracePt t="93844" x="5864225" y="592138"/>
          <p14:tracePt t="93855" x="5864225" y="604838"/>
          <p14:tracePt t="93865" x="5864225" y="619125"/>
          <p14:tracePt t="93909" x="5891213" y="604838"/>
          <p14:tracePt t="93922" x="5911850" y="604838"/>
          <p14:tracePt t="93932" x="5938838" y="577850"/>
          <p14:tracePt t="93944" x="5953125" y="577850"/>
          <p14:tracePt t="93956" x="5953125" y="557213"/>
          <p14:tracePt t="93988" x="5967413" y="557213"/>
          <p14:tracePt t="94000" x="5967413" y="577850"/>
          <p14:tracePt t="94011" x="5967413" y="604838"/>
          <p14:tracePt t="94022" x="5967413" y="646113"/>
          <p14:tracePt t="94034" x="5967413" y="708025"/>
          <p14:tracePt t="94046" x="5967413" y="776288"/>
          <p14:tracePt t="94057" x="5994400" y="863600"/>
          <p14:tracePt t="94067" x="6021388" y="966788"/>
          <p14:tracePt t="94080" x="6042025" y="1033463"/>
          <p14:tracePt t="94091" x="6069013" y="1095375"/>
          <p14:tracePt t="94101" x="6069013" y="1122363"/>
          <p14:tracePt t="94113" x="6081713" y="1149350"/>
          <p14:tracePt t="94124" x="6081713" y="1163638"/>
          <p14:tracePt t="94338" x="6054725" y="1190625"/>
          <p14:tracePt t="94339" x="6042025" y="1223963"/>
          <p14:tracePt t="94350" x="6021388" y="1265238"/>
          <p14:tracePt t="94351" x="5994400" y="1319213"/>
          <p14:tracePt t="94360" x="5967413" y="1408113"/>
          <p14:tracePt t="94365" x="5967413" y="1470025"/>
          <p14:tracePt t="94374" x="5967413" y="1550988"/>
          <p14:tracePt t="94383" x="5980113" y="1639888"/>
          <p14:tracePt t="94394" x="5994400" y="1728788"/>
          <p14:tracePt t="94409" x="6021388" y="1782763"/>
          <p14:tracePt t="94417" x="6054725" y="1871663"/>
          <p14:tracePt t="94429" x="6110288" y="1973263"/>
          <p14:tracePt t="94441" x="6170613" y="2054225"/>
          <p14:tracePt t="94451" x="6224588" y="2128838"/>
          <p14:tracePt t="94463" x="6280150" y="2197100"/>
          <p14:tracePt t="94474" x="6340475" y="2244725"/>
          <p14:tracePt t="94484" x="6354763" y="2271713"/>
          <p14:tracePt t="94506" x="6340475" y="2271713"/>
          <p14:tracePt t="94709" x="6340475" y="2232025"/>
          <p14:tracePt t="94742" x="6381750" y="2244725"/>
          <p14:tracePt t="94753" x="6443663" y="2259013"/>
          <p14:tracePt t="94765" x="6483350" y="2271713"/>
          <p14:tracePt t="94777" x="6572250" y="2300288"/>
          <p14:tracePt t="94788" x="6613525" y="2312988"/>
          <p14:tracePt t="94800" x="6700838" y="2339975"/>
          <p14:tracePt t="94812" x="6804025" y="2360613"/>
          <p14:tracePt t="94822" x="6858000" y="2374900"/>
          <p14:tracePt t="94834" x="6911975" y="2387600"/>
          <p14:tracePt t="94846" x="6946900" y="2401888"/>
          <p14:tracePt t="94856" x="6986588" y="2401888"/>
          <p14:tracePt t="94867" x="7000875" y="2414588"/>
          <p14:tracePt t="94879" x="7015163" y="2414588"/>
          <p14:tracePt t="94889" x="7027863" y="2414588"/>
          <p14:tracePt t="95046" x="7042150" y="2414588"/>
          <p14:tracePt t="95057" x="7042150" y="2428875"/>
          <p14:tracePt t="95068" x="7062788" y="2428875"/>
          <p14:tracePt t="95080" x="7075488" y="2428875"/>
          <p14:tracePt t="95102" x="7089775" y="2428875"/>
          <p14:tracePt t="95114" x="7102475" y="2428875"/>
          <p14:tracePt t="95215" x="7116763" y="2428875"/>
          <p14:tracePt t="96081" x="7102475" y="2428875"/>
          <p14:tracePt t="96385" x="7102475" y="2443163"/>
          <p14:tracePt t="96430" x="7116763" y="2443163"/>
          <p14:tracePt t="96443" x="7129463" y="2455863"/>
          <p14:tracePt t="96455" x="7143750" y="2455863"/>
          <p14:tracePt t="96487" x="7143750" y="2443163"/>
          <p14:tracePt t="96509" x="7143750" y="2428875"/>
          <p14:tracePt t="96531" x="7143750" y="2401888"/>
          <p14:tracePt t="96543" x="7143750" y="2387600"/>
          <p14:tracePt t="96556" x="7143750" y="2374900"/>
          <p14:tracePt t="96566" x="7143750" y="2339975"/>
          <p14:tracePt t="96576" x="7143750" y="2312988"/>
          <p14:tracePt t="96590" x="7143750" y="2300288"/>
          <p14:tracePt t="96600" x="7143750" y="2286000"/>
          <p14:tracePt t="96677" x="7143750" y="2300288"/>
          <p14:tracePt t="96689" x="7143750" y="2312988"/>
          <p14:tracePt t="96700" x="7129463" y="2360613"/>
          <p14:tracePt t="96711" x="7129463" y="2387600"/>
          <p14:tracePt t="96724" x="7129463" y="2414588"/>
          <p14:tracePt t="96735" x="7143750" y="2428875"/>
          <p14:tracePt t="96745" x="7143750" y="2443163"/>
          <p14:tracePt t="96758" x="7143750" y="2455863"/>
          <p14:tracePt t="96779" x="7129463" y="2470150"/>
          <p14:tracePt t="96790" x="7116763" y="2470150"/>
          <p14:tracePt t="96925" x="7129463" y="2490788"/>
          <p14:tracePt t="96937" x="7143750" y="2490788"/>
          <p14:tracePt t="96948" x="7158038" y="2490788"/>
          <p14:tracePt t="96958" x="7191375" y="2490788"/>
          <p14:tracePt t="96972" x="7205663" y="2490788"/>
          <p14:tracePt t="96982" x="7218363" y="2470150"/>
          <p14:tracePt t="96992" x="7245350" y="2455863"/>
          <p14:tracePt t="97006" x="7272338" y="2443163"/>
          <p14:tracePt t="97016" x="7307263" y="2428875"/>
          <p14:tracePt t="97028" x="7334250" y="2401888"/>
          <p14:tracePt t="97040" x="7388225" y="2360613"/>
          <p14:tracePt t="97050" x="7450138" y="2312988"/>
          <p14:tracePt t="97062" x="7545388" y="2244725"/>
          <p14:tracePt t="97073" x="7661275" y="2143125"/>
          <p14:tracePt t="97083" x="7804150" y="2014538"/>
          <p14:tracePt t="97095" x="7932738" y="1898650"/>
          <p14:tracePt t="97106" x="8096250" y="1728788"/>
          <p14:tracePt t="97117" x="8224838" y="1550988"/>
          <p14:tracePt t="97128" x="8340725" y="1381125"/>
          <p14:tracePt t="97139" x="8396288" y="1279525"/>
          <p14:tracePt t="97150" x="8456613" y="1149350"/>
          <p14:tracePt t="97162" x="8483600" y="1033463"/>
          <p14:tracePt t="97173" x="8497888" y="979488"/>
          <p14:tracePt t="97184" x="8497888" y="890588"/>
          <p14:tracePt t="97195" x="8497888" y="836613"/>
          <p14:tracePt t="97207" x="8470900" y="776288"/>
          <p14:tracePt t="97217" x="8456613" y="747713"/>
          <p14:tracePt t="97229" x="8423275" y="708025"/>
          <p14:tracePt t="97240" x="8396288" y="687388"/>
          <p14:tracePt t="97251" x="8367713" y="673100"/>
          <p14:tracePt t="97263" x="8328025" y="660400"/>
          <p14:tracePt t="97274" x="8293100" y="660400"/>
          <p14:tracePt t="97285" x="8239125" y="673100"/>
          <p14:tracePt t="97297" x="8164513" y="687388"/>
          <p14:tracePt t="97308" x="8069263" y="747713"/>
          <p14:tracePt t="97319" x="7932738" y="815975"/>
          <p14:tracePt t="97330" x="7824788" y="890588"/>
          <p14:tracePt t="97341" x="7777163" y="946150"/>
          <p14:tracePt t="97352" x="7735888" y="1006475"/>
          <p14:tracePt t="97364" x="7735888" y="1062038"/>
          <p14:tracePt t="97375" x="7735888" y="1095375"/>
          <p14:tracePt t="97386" x="7748588" y="1122363"/>
          <p14:tracePt t="97398" x="7777163" y="1149350"/>
          <p14:tracePt t="97409" x="7804150" y="1163638"/>
          <p14:tracePt t="97420" x="7837488" y="1163638"/>
          <p14:tracePt t="97431" x="7878763" y="1163638"/>
          <p14:tracePt t="97443" x="7920038" y="1163638"/>
          <p14:tracePt t="97476" x="7953375" y="1149350"/>
          <p14:tracePt t="97480" x="7994650" y="1122363"/>
          <p14:tracePt t="97490" x="8048625" y="1062038"/>
          <p14:tracePt t="97500" x="8048625" y="1033463"/>
          <p14:tracePt t="97512" x="8048625" y="1020763"/>
          <p14:tracePt t="97523" x="8034338" y="1006475"/>
          <p14:tracePt t="97533" x="8021638" y="993775"/>
          <p14:tracePt t="97544" x="8007350" y="979488"/>
          <p14:tracePt t="97556" x="7980363" y="979488"/>
          <p14:tracePt t="97566" x="7953375" y="979488"/>
          <p14:tracePt t="97578" x="7920038" y="993775"/>
          <p14:tracePt t="97589" x="7878763" y="1006475"/>
          <p14:tracePt t="97600" x="7837488" y="1033463"/>
          <p14:tracePt t="97611" x="7804150" y="1074738"/>
          <p14:tracePt t="97623" x="7789863" y="1109663"/>
          <p14:tracePt t="97634" x="7777163" y="1163638"/>
          <p14:tracePt t="97646" x="7777163" y="1223963"/>
          <p14:tracePt t="97657" x="7777163" y="1279525"/>
          <p14:tracePt t="97668" x="7804150" y="1354138"/>
          <p14:tracePt t="97679" x="7864475" y="1422400"/>
          <p14:tracePt t="97690" x="7920038" y="1509713"/>
          <p14:tracePt t="97701" x="7980363" y="1538288"/>
          <p14:tracePt t="97713" x="8048625" y="1577975"/>
          <p14:tracePt t="97724" x="8110538" y="1598613"/>
          <p14:tracePt t="97735" x="8150225" y="1612900"/>
          <p14:tracePt t="97747" x="8164513" y="1612900"/>
          <p14:tracePt t="97780" x="8164513" y="1625600"/>
          <p14:tracePt t="97791" x="8150225" y="1639888"/>
          <p14:tracePt t="97802" x="8123238" y="1681163"/>
          <p14:tracePt t="97815" x="8096250" y="1728788"/>
          <p14:tracePt t="97827" x="8069263" y="1768475"/>
          <p14:tracePt t="97836" x="8021638" y="1824038"/>
          <p14:tracePt t="97848" x="7994650" y="1884363"/>
          <p14:tracePt t="97860" x="7980363" y="1925638"/>
          <p14:tracePt t="97871" x="7980363" y="1985963"/>
          <p14:tracePt t="97881" x="7980363" y="2041525"/>
          <p14:tracePt t="97893" x="7980363" y="2081213"/>
          <p14:tracePt t="97905" x="7994650" y="2101850"/>
          <p14:tracePt t="97915" x="7980363" y="2128838"/>
          <p14:tracePt t="98151" x="7994650" y="2128838"/>
          <p14:tracePt t="98286" x="7994650" y="2116138"/>
          <p14:tracePt t="98297" x="7980363" y="2116138"/>
          <p14:tracePt t="98353" x="7980363" y="2101850"/>
          <p14:tracePt t="98398" x="7980363" y="2081213"/>
          <p14:tracePt t="98421" x="7967663" y="2068513"/>
          <p14:tracePt t="98443" x="7967663" y="2054225"/>
          <p14:tracePt t="98455" x="7967663" y="2041525"/>
          <p14:tracePt t="98477" x="7953375" y="2027238"/>
          <p14:tracePt t="98489" x="7953375" y="2014538"/>
          <p14:tracePt t="98522" x="7953375" y="2000250"/>
          <p14:tracePt t="98525" x="7953375" y="1985963"/>
          <p14:tracePt t="98534" x="7953375" y="1952625"/>
          <p14:tracePt t="98537" x="7953375" y="1898650"/>
          <p14:tracePt t="98545" x="7920038" y="1824038"/>
          <p14:tracePt t="98557" x="7905750" y="1728788"/>
          <p14:tracePt t="98568" x="7878763" y="1639888"/>
          <p14:tracePt t="98579" x="7851775" y="1509713"/>
          <p14:tracePt t="98590" x="7789863" y="1395413"/>
          <p14:tracePt t="98601" x="7762875" y="1319213"/>
          <p14:tracePt t="98614" x="7735888" y="1252538"/>
          <p14:tracePt t="98625" x="7708900" y="1211263"/>
          <p14:tracePt t="98635" x="7694613" y="1190625"/>
          <p14:tracePt t="98691" x="7673975" y="1211263"/>
          <p14:tracePt t="98704" x="7646988" y="1238250"/>
          <p14:tracePt t="98716" x="7634288" y="1265238"/>
          <p14:tracePt t="98726" x="7620000" y="1292225"/>
          <p14:tracePt t="98736" x="7620000" y="1306513"/>
          <p14:tracePt t="98749" x="7620000" y="1319213"/>
          <p14:tracePt t="98759" x="7620000" y="1339850"/>
          <p14:tracePt t="98771" x="7634288" y="1354138"/>
          <p14:tracePt t="98782" x="7646988" y="1354138"/>
          <p14:tracePt t="98792" x="7661275" y="1354138"/>
          <p14:tracePt t="98804" x="7673975" y="1366838"/>
          <p14:tracePt t="98816" x="7694613" y="1366838"/>
          <p14:tracePt t="98826" x="7708900" y="1354138"/>
          <p14:tracePt t="98838" x="7735888" y="1354138"/>
          <p14:tracePt t="98849" x="7748588" y="1339850"/>
          <p14:tracePt t="98860" x="7762875" y="1319213"/>
          <p14:tracePt t="98872" x="7789863" y="1292225"/>
          <p14:tracePt t="98883" x="7804150" y="1279525"/>
          <p14:tracePt t="98894" x="7804150" y="1265238"/>
          <p14:tracePt t="98905" x="7824788" y="1238250"/>
          <p14:tracePt t="98916" x="7837488" y="1223963"/>
          <p14:tracePt t="98939" x="7851775" y="1211263"/>
          <p14:tracePt t="99321" x="7864475" y="1176338"/>
          <p14:tracePt t="99334" x="7878763" y="1163638"/>
          <p14:tracePt t="99344" x="7920038" y="1109663"/>
          <p14:tracePt t="99358" x="7967663" y="1062038"/>
          <p14:tracePt t="99368" x="7994650" y="1006475"/>
          <p14:tracePt t="99379" x="8007350" y="979488"/>
          <p14:tracePt t="99391" x="8007350" y="946150"/>
          <p14:tracePt t="99400" x="8007350" y="931863"/>
          <p14:tracePt t="99411" x="8007350" y="919163"/>
          <p14:tracePt t="99445" x="7994650" y="919163"/>
          <p14:tracePt t="99457" x="7980363" y="919163"/>
          <p14:tracePt t="99467" x="7953375" y="904875"/>
          <p14:tracePt t="99479" x="7905750" y="904875"/>
          <p14:tracePt t="99491" x="7891463" y="904875"/>
          <p14:tracePt t="99501" x="7864475" y="904875"/>
          <p14:tracePt t="99513" x="7837488" y="904875"/>
          <p14:tracePt t="99525" x="7824788" y="904875"/>
          <p14:tracePt t="99535" x="7804150" y="919163"/>
          <p14:tracePt t="99547" x="7789863" y="919163"/>
          <p14:tracePt t="99570" x="7777163" y="919163"/>
          <p14:tracePt t="99737" x="7762875" y="919163"/>
          <p14:tracePt t="99760" x="7748588" y="931863"/>
          <p14:tracePt t="99771" x="7735888" y="966788"/>
          <p14:tracePt t="99782" x="7721600" y="993775"/>
          <p14:tracePt t="99795" x="7673975" y="1074738"/>
          <p14:tracePt t="99806" x="7605713" y="1252538"/>
          <p14:tracePt t="99816" x="7545388" y="1395413"/>
          <p14:tracePt t="99829" x="7518400" y="1612900"/>
          <p14:tracePt t="99839" x="7504113" y="1795463"/>
          <p14:tracePt t="99851" x="7518400" y="1938338"/>
          <p14:tracePt t="99864" x="7518400" y="2014538"/>
          <p14:tracePt t="99873" x="7531100" y="2068513"/>
          <p14:tracePt t="99885" x="7545388" y="2101850"/>
          <p14:tracePt t="99897" x="7545388" y="2116138"/>
          <p14:tracePt t="99907" x="7566025" y="2128838"/>
          <p14:tracePt t="99919" x="7566025" y="2143125"/>
          <p14:tracePt t="99985" x="7566025" y="2157413"/>
          <p14:tracePt t="99996" x="7578725" y="2157413"/>
          <p14:tracePt t="100007" x="7578725" y="2170113"/>
          <p14:tracePt t="100019" x="7578725" y="2197100"/>
          <p14:tracePt t="100031" x="7593013" y="2232025"/>
          <p14:tracePt t="100041" x="7593013" y="2259013"/>
          <p14:tracePt t="100053" x="7605713" y="2300288"/>
          <p14:tracePt t="100064" x="7605713" y="2312988"/>
          <p14:tracePt t="100075" x="7620000" y="2339975"/>
          <p14:tracePt t="100087" x="7620000" y="2374900"/>
          <p14:tracePt t="100098" x="7634288" y="2387600"/>
          <p14:tracePt t="100108" x="7661275" y="2414588"/>
          <p14:tracePt t="100121" x="7673975" y="2443163"/>
          <p14:tracePt t="100132" x="7708900" y="2455863"/>
          <p14:tracePt t="100142" x="7721600" y="2490788"/>
          <p14:tracePt t="100155" x="7735888" y="2503488"/>
          <p14:tracePt t="100178" x="7721600" y="2503488"/>
          <p14:tracePt t="101234" x="7735888" y="2503488"/>
          <p14:tracePt t="101245" x="7735888" y="2517775"/>
          <p14:tracePt t="101290" x="7748588" y="2517775"/>
          <p14:tracePt t="101357" x="7748588" y="2503488"/>
          <p14:tracePt t="101369" x="7735888" y="2503488"/>
          <p14:tracePt t="101391" x="7721600" y="2503488"/>
          <p14:tracePt t="101403" x="7694613" y="2503488"/>
          <p14:tracePt t="101414" x="7673975" y="2503488"/>
          <p14:tracePt t="101425" x="7634288" y="2503488"/>
          <p14:tracePt t="101438" x="7593013" y="2503488"/>
          <p14:tracePt t="101449" x="7518400" y="2503488"/>
          <p14:tracePt t="101458" x="7435850" y="2517775"/>
          <p14:tracePt t="101472" x="7307263" y="2544763"/>
          <p14:tracePt t="101483" x="7170738" y="2598738"/>
          <p14:tracePt t="101492" x="7075488" y="2646363"/>
          <p14:tracePt t="101506" x="7000875" y="2687638"/>
          <p14:tracePt t="101516" x="6946900" y="2747963"/>
          <p14:tracePt t="101527" x="6884988" y="2789238"/>
          <p14:tracePt t="101539" x="6858000" y="2816225"/>
          <p14:tracePt t="101549" x="6843713" y="2843213"/>
          <p14:tracePt t="101562" x="6843713" y="2863850"/>
          <p14:tracePt t="101573" x="6843713" y="2878138"/>
          <p14:tracePt t="101582" x="6858000" y="2890838"/>
          <p14:tracePt t="101595" x="6884988" y="2890838"/>
          <p14:tracePt t="101796" x="6899275" y="2890838"/>
          <p14:tracePt t="101808" x="6911975" y="2890838"/>
          <p14:tracePt t="101819" x="6932613" y="2905125"/>
          <p14:tracePt t="101830" x="6959600" y="2905125"/>
          <p14:tracePt t="101842" x="7015163" y="2919413"/>
          <p14:tracePt t="101853" x="7102475" y="2946400"/>
          <p14:tracePt t="101864" x="7158038" y="2959100"/>
          <p14:tracePt t="101877" x="7259638" y="2959100"/>
          <p14:tracePt t="101888" x="7388225" y="2973388"/>
          <p14:tracePt t="101901" x="7491413" y="2994025"/>
          <p14:tracePt t="101910" x="7661275" y="3006725"/>
          <p14:tracePt t="101921" x="7837488" y="3021013"/>
          <p14:tracePt t="101933" x="8034338" y="3021013"/>
          <p14:tracePt t="101943" x="8177213" y="3033713"/>
          <p14:tracePt t="101955" x="8396288" y="3021013"/>
          <p14:tracePt t="101966" x="8599488" y="3006725"/>
          <p14:tracePt t="101977" x="8756650" y="3006725"/>
          <p14:tracePt t="101988" x="8926513" y="2994025"/>
          <p14:tracePt t="102000" x="9069388" y="2994025"/>
          <p14:tracePt t="102010" x="9170988" y="2994025"/>
          <p14:tracePt t="102022" x="9232900" y="2973388"/>
          <p14:tracePt t="102034" x="9259888" y="2973388"/>
          <p14:tracePt t="102055" x="9245600" y="2973388"/>
          <p14:tracePt t="102067" x="9197975" y="2959100"/>
          <p14:tracePt t="102077" x="9158288" y="2959100"/>
          <p14:tracePt t="102189" x="9185275" y="2959100"/>
          <p14:tracePt t="102201" x="9245600" y="2959100"/>
          <p14:tracePt t="102212" x="9286875" y="2959100"/>
          <p14:tracePt t="102225" x="9328150" y="2959100"/>
          <p14:tracePt t="102236" x="9375775" y="2959100"/>
          <p14:tracePt t="102247" x="9402763" y="2959100"/>
          <p14:tracePt t="102258" x="9429750" y="2959100"/>
          <p14:tracePt t="102280" x="9429750" y="2946400"/>
          <p14:tracePt t="102291" x="9415463" y="2946400"/>
          <p14:tracePt t="102303" x="9402763" y="2946400"/>
          <p14:tracePt t="102315" x="9361488" y="2932113"/>
          <p14:tracePt t="102325" x="9301163" y="2919413"/>
          <p14:tracePt t="102338" x="9245600" y="2905125"/>
          <p14:tracePt t="102349" x="9158288" y="2890838"/>
          <p14:tracePt t="102359" x="9042400" y="2878138"/>
          <p14:tracePt t="102371" x="8959850" y="2863850"/>
          <p14:tracePt t="102384" x="8831263" y="2830513"/>
          <p14:tracePt t="102394" x="8715375" y="2816225"/>
          <p14:tracePt t="102406" x="8613775" y="2789238"/>
          <p14:tracePt t="102418" x="8551863" y="2776538"/>
          <p14:tracePt t="102428" x="8510588" y="2762250"/>
          <p14:tracePt t="102440" x="8483600" y="2762250"/>
          <p14:tracePt t="102493" x="8497888" y="2762250"/>
          <p14:tracePt t="102550" x="8483600" y="2762250"/>
          <p14:tracePt t="102561" x="8435975" y="2762250"/>
          <p14:tracePt t="102573" x="8382000" y="2762250"/>
          <p14:tracePt t="102584" x="8266113" y="2762250"/>
          <p14:tracePt t="102595" x="8096250" y="2735263"/>
          <p14:tracePt t="102608" x="7905750" y="2714625"/>
          <p14:tracePt t="102618" x="7777163" y="2700338"/>
          <p14:tracePt t="102629" x="7634288" y="2687638"/>
          <p14:tracePt t="102641" x="7504113" y="2687638"/>
          <p14:tracePt t="102652" x="7402513" y="2673350"/>
          <p14:tracePt t="102662" x="7348538" y="2673350"/>
          <p14:tracePt t="102674" x="7286625" y="2660650"/>
          <p14:tracePt t="102686" x="7245350" y="2660650"/>
          <p14:tracePt t="102718" x="7218363" y="2660650"/>
          <p14:tracePt t="102722" x="7191375" y="2660650"/>
          <p14:tracePt t="102732" x="7158038" y="2660650"/>
          <p14:tracePt t="102743" x="7143750" y="2660650"/>
          <p14:tracePt t="102754" x="7129463" y="2660650"/>
          <p14:tracePt t="102797" x="7143750" y="2660650"/>
          <p14:tracePt t="102809" x="7191375" y="2673350"/>
          <p14:tracePt t="102821" x="7259638" y="2673350"/>
          <p14:tracePt t="102832" x="7415213" y="2700338"/>
          <p14:tracePt t="102842" x="7620000" y="2714625"/>
          <p14:tracePt t="102854" x="7891463" y="2747963"/>
          <p14:tracePt t="102865" x="8110538" y="2762250"/>
          <p14:tracePt t="102876" x="8423275" y="2789238"/>
          <p14:tracePt t="102889" x="8694738" y="2816225"/>
          <p14:tracePt t="102901" x="8858250" y="2830513"/>
          <p14:tracePt t="102911" x="9015413" y="2830513"/>
          <p14:tracePt t="102923" x="9117013" y="2843213"/>
          <p14:tracePt t="102933" x="9185275" y="2843213"/>
          <p14:tracePt t="102944" x="9218613" y="2843213"/>
          <p14:tracePt t="102956" x="9232900" y="2843213"/>
          <p14:tracePt t="102967" x="9245600" y="2843213"/>
          <p14:tracePt t="103079" x="9232900" y="2843213"/>
          <p14:tracePt t="103101" x="9218613" y="2843213"/>
          <p14:tracePt t="103112" x="9170988" y="2843213"/>
          <p14:tracePt t="103124" x="9117013" y="2843213"/>
          <p14:tracePt t="103135" x="9042400" y="2830513"/>
          <p14:tracePt t="103146" x="8986838" y="2830513"/>
          <p14:tracePt t="103158" x="8912225" y="2830513"/>
          <p14:tracePt t="103170" x="8872538" y="2816225"/>
          <p14:tracePt t="103182" x="8843963" y="2816225"/>
          <p14:tracePt t="103192" x="8810625" y="2816225"/>
          <p14:tracePt t="103248" x="8843963" y="2816225"/>
          <p14:tracePt t="103259" x="8885238" y="2816225"/>
          <p14:tracePt t="103271" x="8926513" y="2816225"/>
          <p14:tracePt t="103282" x="9001125" y="2816225"/>
          <p14:tracePt t="103292" x="9102725" y="2816225"/>
          <p14:tracePt t="103304" x="9185275" y="2830513"/>
          <p14:tracePt t="103315" x="9313863" y="2843213"/>
          <p14:tracePt t="103326" x="9444038" y="2863850"/>
          <p14:tracePt t="103339" x="9545638" y="2878138"/>
          <p14:tracePt t="103350" x="9605963" y="2890838"/>
          <p14:tracePt t="103360" x="9647238" y="2890838"/>
          <p14:tracePt t="103405" x="9634538" y="2890838"/>
          <p14:tracePt t="103416" x="9558338" y="2890838"/>
          <p14:tracePt t="103427" x="9477375" y="2878138"/>
          <p14:tracePt t="103439" x="9361488" y="2863850"/>
          <p14:tracePt t="103451" x="9232900" y="2863850"/>
          <p14:tracePt t="103461" x="9102725" y="2843213"/>
          <p14:tracePt t="103474" x="9015413" y="2830513"/>
          <p14:tracePt t="103484" x="8926513" y="2830513"/>
          <p14:tracePt t="103495" x="8872538" y="2830513"/>
          <p14:tracePt t="103506" x="8843963" y="2816225"/>
          <p14:tracePt t="103519" x="8831263" y="2816225"/>
          <p14:tracePt t="103551" x="8843963" y="2816225"/>
          <p14:tracePt t="103562" x="8858250" y="2816225"/>
          <p14:tracePt t="103574" x="8899525" y="2830513"/>
          <p14:tracePt t="103585" x="8926513" y="2830513"/>
          <p14:tracePt t="103597" x="9001125" y="2830513"/>
          <p14:tracePt t="103608" x="9117013" y="2843213"/>
          <p14:tracePt t="103620" x="9259888" y="2843213"/>
          <p14:tracePt t="103632" x="9361488" y="2863850"/>
          <p14:tracePt t="103642" x="9504363" y="2878138"/>
          <p14:tracePt t="103654" x="9605963" y="2890838"/>
          <p14:tracePt t="103665" x="9661525" y="2890838"/>
          <p14:tracePt t="103720" x="9647238" y="2890838"/>
          <p14:tracePt t="103732" x="9634538" y="2890838"/>
          <p14:tracePt t="103765" x="9605963" y="2890838"/>
          <p14:tracePt t="103767" x="9558338" y="2890838"/>
          <p14:tracePt t="103778" x="9477375" y="2890838"/>
          <p14:tracePt t="103778" x="9348788" y="2890838"/>
          <p14:tracePt t="103788" x="9218613" y="2878138"/>
          <p14:tracePt t="103799" x="9001125" y="2878138"/>
          <p14:tracePt t="103811" x="8756650" y="2863850"/>
          <p14:tracePt t="103823" x="8510588" y="2843213"/>
          <p14:tracePt t="103834" x="8340725" y="2843213"/>
          <p14:tracePt t="103844" x="8150225" y="2816225"/>
          <p14:tracePt t="103857" x="8007350" y="2803525"/>
          <p14:tracePt t="103867" x="7891463" y="2789238"/>
          <p14:tracePt t="103878" x="7851775" y="2776538"/>
          <p14:tracePt t="103890" x="7804150" y="2762250"/>
          <p14:tracePt t="103902" x="7777163" y="2762250"/>
          <p14:tracePt t="103923" x="7762875" y="2747963"/>
          <p14:tracePt t="103945" x="7748588" y="2747963"/>
          <p14:tracePt t="103967" x="7721600" y="2747963"/>
          <p14:tracePt t="103979" x="7673975" y="2735263"/>
          <p14:tracePt t="103991" x="7646988" y="2735263"/>
          <p14:tracePt t="104001" x="7578725" y="2714625"/>
          <p14:tracePt t="104012" x="7491413" y="2700338"/>
          <p14:tracePt t="104025" x="7375525" y="2687638"/>
          <p14:tracePt t="104036" x="7286625" y="2673350"/>
          <p14:tracePt t="104048" x="7205663" y="2660650"/>
          <p14:tracePt t="104058" x="7116763" y="2660650"/>
          <p14:tracePt t="104069" x="7062788" y="2646363"/>
          <p14:tracePt t="104081" x="7000875" y="2646363"/>
          <p14:tracePt t="104091" x="6946900" y="2646363"/>
          <p14:tracePt t="104102" x="6911975" y="2633663"/>
          <p14:tracePt t="104115" x="6884988" y="2633663"/>
          <p14:tracePt t="104125" x="6872288" y="2633663"/>
          <p14:tracePt t="104148" x="6858000" y="2633663"/>
          <p14:tracePt t="104170" x="6843713" y="2633663"/>
          <p14:tracePt t="104203" x="6831013" y="2633663"/>
          <p14:tracePt t="104215" x="6816725" y="2633663"/>
          <p14:tracePt t="104226" x="6804025" y="2633663"/>
          <p14:tracePt t="104238" x="6783388" y="2633663"/>
          <p14:tracePt t="104250" x="6756400" y="2633663"/>
          <p14:tracePt t="104260" x="6729413" y="2619375"/>
          <p14:tracePt t="104273" x="6715125" y="2619375"/>
          <p14:tracePt t="104283" x="6688138" y="2619375"/>
          <p14:tracePt t="104293" x="6673850" y="2619375"/>
          <p14:tracePt t="104306" x="6653213" y="2619375"/>
          <p14:tracePt t="104317" x="6640513" y="2619375"/>
          <p14:tracePt t="104384" x="6653213" y="2619375"/>
          <p14:tracePt t="104395" x="6673850" y="2619375"/>
          <p14:tracePt t="104407" x="6700838" y="2619375"/>
          <p14:tracePt t="104418" x="6742113" y="2633663"/>
          <p14:tracePt t="104428" x="6816725" y="2633663"/>
          <p14:tracePt t="104440" x="6872288" y="2633663"/>
          <p14:tracePt t="104451" x="6932613" y="2633663"/>
          <p14:tracePt t="104462" x="6973888" y="2633663"/>
          <p14:tracePt t="104474" x="6986588" y="2633663"/>
          <p14:tracePt t="104485" x="7000875" y="2619375"/>
          <p14:tracePt t="104507" x="7000875" y="2598738"/>
          <p14:tracePt t="104519" x="7000875" y="2571750"/>
          <p14:tracePt t="104531" x="6986588" y="2544763"/>
          <p14:tracePt t="104541" x="6973888" y="2517775"/>
          <p14:tracePt t="104553" x="6946900" y="2490788"/>
          <p14:tracePt t="104565" x="6932613" y="2455863"/>
          <p14:tracePt t="104575" x="6899275" y="2443163"/>
          <p14:tracePt t="104587" x="6872288" y="2428875"/>
          <p14:tracePt t="104599" x="6858000" y="2428875"/>
          <p14:tracePt t="104609" x="6816725" y="2414588"/>
          <p14:tracePt t="104621" x="6783388" y="2414588"/>
          <p14:tracePt t="104632" x="6756400" y="2414588"/>
          <p14:tracePt t="104642" x="6742113" y="2414588"/>
          <p14:tracePt t="104654" x="6715125" y="2428875"/>
          <p14:tracePt t="104665" x="6700838" y="2443163"/>
          <p14:tracePt t="104676" x="6688138" y="2443163"/>
          <p14:tracePt t="104688" x="6688138" y="2455863"/>
          <p14:tracePt t="104710" x="6688138" y="2470150"/>
          <p14:tracePt t="104721" x="6700838" y="2470150"/>
          <p14:tracePt t="104733" x="6715125" y="2490788"/>
          <p14:tracePt t="104744" x="6742113" y="2490788"/>
          <p14:tracePt t="104755" x="6769100" y="2490788"/>
          <p14:tracePt t="104767" x="6804025" y="2490788"/>
          <p14:tracePt t="104778" x="6843713" y="2490788"/>
          <p14:tracePt t="104789" x="6884988" y="2490788"/>
          <p14:tracePt t="104811" x="6932613" y="2470150"/>
          <p14:tracePt t="104814" x="6973888" y="2470150"/>
          <p14:tracePt t="104823" x="7000875" y="2455863"/>
          <p14:tracePt t="104836" x="7000875" y="2443163"/>
          <p14:tracePt t="104846" x="7000875" y="2428875"/>
          <p14:tracePt t="104857" x="6986588" y="2401888"/>
          <p14:tracePt t="104868" x="6973888" y="2387600"/>
          <p14:tracePt t="104879" x="6946900" y="2374900"/>
          <p14:tracePt t="104891" x="6899275" y="2360613"/>
          <p14:tracePt t="104901" x="6858000" y="2339975"/>
          <p14:tracePt t="104912" x="6816725" y="2339975"/>
          <p14:tracePt t="104924" x="6783388" y="2339975"/>
          <p14:tracePt t="104935" x="6742113" y="2339975"/>
          <p14:tracePt t="104947" x="6700838" y="2339975"/>
          <p14:tracePt t="104957" x="6673850" y="2339975"/>
          <p14:tracePt t="104969" x="6626225" y="2360613"/>
          <p14:tracePt t="104981" x="6613525" y="2374900"/>
          <p14:tracePt t="104991" x="6599238" y="2401888"/>
          <p14:tracePt t="105004" x="6599238" y="2414588"/>
          <p14:tracePt t="105015" x="6613525" y="2443163"/>
          <p14:tracePt t="105025" x="6626225" y="2470150"/>
          <p14:tracePt t="105037" x="6673850" y="2490788"/>
          <p14:tracePt t="105049" x="6700838" y="2517775"/>
          <p14:tracePt t="105059" x="6756400" y="2530475"/>
          <p14:tracePt t="105071" x="6804025" y="2544763"/>
          <p14:tracePt t="105082" x="6831013" y="2544763"/>
          <p14:tracePt t="105093" x="6872288" y="2557463"/>
          <p14:tracePt t="105104" x="6899275" y="2557463"/>
          <p14:tracePt t="105115" x="6932613" y="2557463"/>
          <p14:tracePt t="105126" x="6946900" y="2557463"/>
          <p14:tracePt t="105138" x="6959600" y="2557463"/>
          <p14:tracePt t="105171" x="6959600" y="2544763"/>
          <p14:tracePt t="105183" x="6946900" y="2544763"/>
          <p14:tracePt t="105553" x="6959600" y="2544763"/>
          <p14:tracePt t="105565" x="6959600" y="2557463"/>
          <p14:tracePt t="105633" x="6973888" y="2557463"/>
          <p14:tracePt t="106566" x="6986588" y="2557463"/>
          <p14:tracePt t="106667" x="6973888" y="2544763"/>
          <p14:tracePt t="107208" x="6986588" y="2571750"/>
          <p14:tracePt t="107263" x="7000875" y="2571750"/>
          <p14:tracePt t="107308" x="7015163" y="2571750"/>
          <p14:tracePt t="107364" x="7000875" y="2571750"/>
          <p14:tracePt t="107398" x="6973888" y="2571750"/>
          <p14:tracePt t="107411" x="6932613" y="2557463"/>
          <p14:tracePt t="107421" x="6843713" y="2530475"/>
          <p14:tracePt t="107433" x="6653213" y="2455863"/>
          <p14:tracePt t="107445" x="6354763" y="2327275"/>
          <p14:tracePt t="107455" x="6054725" y="2170113"/>
          <p14:tracePt t="107467" x="5605463" y="1925638"/>
          <p14:tracePt t="107479" x="5176838" y="1639888"/>
          <p14:tracePt t="107489" x="4830763" y="1395413"/>
          <p14:tracePt t="107500" x="4660900" y="1252538"/>
          <p14:tracePt t="107512" x="4497388" y="1122363"/>
          <p14:tracePt t="107523" x="4414838" y="1062038"/>
          <p14:tracePt t="107534" x="4387850" y="1033463"/>
          <p14:tracePt t="107546" x="4340225" y="1020763"/>
          <p14:tracePt t="107557" x="4313238" y="1006475"/>
          <p14:tracePt t="107736" x="4354513" y="1006475"/>
          <p14:tracePt t="107748" x="4387850" y="1006475"/>
          <p14:tracePt t="107770" x="4402138" y="993775"/>
          <p14:tracePt t="107781" x="4414838" y="993775"/>
          <p14:tracePt t="107804" x="4429125" y="993775"/>
          <p14:tracePt t="107826" x="4443413" y="993775"/>
          <p14:tracePt t="107839" x="4470400" y="993775"/>
          <p14:tracePt t="107849" x="4483100" y="993775"/>
          <p14:tracePt t="107861" x="4530725" y="1006475"/>
          <p14:tracePt t="107872" x="4557713" y="1006475"/>
          <p14:tracePt t="107883" x="4586288" y="1006475"/>
          <p14:tracePt t="107894" x="4613275" y="1006475"/>
          <p14:tracePt t="107907" x="4625975" y="993775"/>
          <p14:tracePt t="107916" x="4646613" y="993775"/>
          <p14:tracePt t="107928" x="4646613" y="979488"/>
          <p14:tracePt t="107961" x="4660900" y="979488"/>
          <p14:tracePt t="107964" x="4660900" y="966788"/>
          <p14:tracePt t="107973" x="4660900" y="931863"/>
          <p14:tracePt t="107974" x="4646613" y="919163"/>
          <p14:tracePt t="107984" x="4646613" y="890588"/>
          <p14:tracePt t="107997" x="4625975" y="877888"/>
          <p14:tracePt t="108007" x="4613275" y="863600"/>
          <p14:tracePt t="108018" x="4598988" y="850900"/>
          <p14:tracePt t="108032" x="4572000" y="836613"/>
          <p14:tracePt t="108041" x="4557713" y="815975"/>
          <p14:tracePt t="108053" x="4530725" y="815975"/>
          <p14:tracePt t="108063" x="4497388" y="803275"/>
          <p14:tracePt t="108074" x="4470400" y="803275"/>
          <p14:tracePt t="108085" x="4429125" y="803275"/>
          <p14:tracePt t="108098" x="4402138" y="803275"/>
          <p14:tracePt t="108108" x="4354513" y="803275"/>
          <p14:tracePt t="108119" x="4327525" y="815975"/>
          <p14:tracePt t="108131" x="4300538" y="836613"/>
          <p14:tracePt t="108141" x="4286250" y="863600"/>
          <p14:tracePt t="108153" x="4271963" y="877888"/>
          <p14:tracePt t="108165" x="4238625" y="904875"/>
          <p14:tracePt t="108175" x="4238625" y="946150"/>
          <p14:tracePt t="108186" x="4238625" y="979488"/>
          <p14:tracePt t="108198" x="4259263" y="1020763"/>
          <p14:tracePt t="108208" x="4300538" y="1062038"/>
          <p14:tracePt t="108221" x="4367213" y="1095375"/>
          <p14:tracePt t="108232" x="4470400" y="1136650"/>
          <p14:tracePt t="108242" x="4557713" y="1163638"/>
          <p14:tracePt t="108254" x="4687888" y="1190625"/>
          <p14:tracePt t="108265" x="4816475" y="1190625"/>
          <p14:tracePt t="108276" x="4905375" y="1190625"/>
          <p14:tracePt t="108298" x="5000625" y="1190625"/>
          <p14:tracePt t="108302" x="5075238" y="1163638"/>
          <p14:tracePt t="108311" x="5116513" y="1149350"/>
          <p14:tracePt t="108323" x="5129213" y="1122363"/>
          <p14:tracePt t="108333" x="5129213" y="1074738"/>
          <p14:tracePt t="108344" x="5129213" y="1033463"/>
          <p14:tracePt t="108356" x="5102225" y="979488"/>
          <p14:tracePt t="108367" x="5048250" y="919163"/>
          <p14:tracePt t="108377" x="4973638" y="863600"/>
          <p14:tracePt t="108389" x="4905375" y="815975"/>
          <p14:tracePt t="108400" x="4830763" y="788988"/>
          <p14:tracePt t="108411" x="4741863" y="762000"/>
          <p14:tracePt t="108423" x="4646613" y="747713"/>
          <p14:tracePt t="108434" x="4557713" y="747713"/>
          <p14:tracePt t="108445" x="4518025" y="747713"/>
          <p14:tracePt t="108456" x="4483100" y="747713"/>
          <p14:tracePt t="108468" x="4470400" y="762000"/>
          <p14:tracePt t="108480" x="4456113" y="776288"/>
          <p14:tracePt t="108490" x="4456113" y="788988"/>
          <p14:tracePt t="108501" x="4456113" y="815975"/>
          <p14:tracePt t="108514" x="4470400" y="850900"/>
          <p14:tracePt t="108524" x="4470400" y="863600"/>
          <p14:tracePt t="108535" x="4497388" y="890588"/>
          <p14:tracePt t="108548" x="4518025" y="904875"/>
          <p14:tracePt t="108558" x="4545013" y="919163"/>
          <p14:tracePt t="108570" x="4572000" y="931863"/>
          <p14:tracePt t="108581" x="4613275" y="946150"/>
          <p14:tracePt t="108591" x="4660900" y="946150"/>
          <p14:tracePt t="108603" x="4700588" y="946150"/>
          <p14:tracePt t="108614" x="4741863" y="946150"/>
          <p14:tracePt t="108625" x="4789488" y="931863"/>
          <p14:tracePt t="108637" x="4803775" y="919163"/>
          <p14:tracePt t="108648" x="4816475" y="890588"/>
          <p14:tracePt t="108659" x="4816475" y="863600"/>
          <p14:tracePt t="108670" x="4803775" y="836613"/>
          <p14:tracePt t="108681" x="4776788" y="803275"/>
          <p14:tracePt t="108692" x="4714875" y="762000"/>
          <p14:tracePt t="108705" x="4646613" y="720725"/>
          <p14:tracePt t="108716" x="4557713" y="687388"/>
          <p14:tracePt t="108726" x="4497388" y="673100"/>
          <p14:tracePt t="108739" x="4429125" y="660400"/>
          <p14:tracePt t="108750" x="4367213" y="660400"/>
          <p14:tracePt t="108760" x="4340225" y="660400"/>
          <p14:tracePt t="108771" x="4313238" y="673100"/>
          <p14:tracePt t="108783" x="4286250" y="687388"/>
          <p14:tracePt t="108793" x="4271963" y="720725"/>
          <p14:tracePt t="108806" x="4271963" y="747713"/>
          <p14:tracePt t="108816" x="4271963" y="788988"/>
          <p14:tracePt t="108827" x="4286250" y="815975"/>
          <p14:tracePt t="108840" x="4300538" y="836613"/>
          <p14:tracePt t="108851" x="4340225" y="863600"/>
          <p14:tracePt t="108861" x="4367213" y="890588"/>
          <p14:tracePt t="108874" x="4414838" y="904875"/>
          <p14:tracePt t="108884" x="4443413" y="904875"/>
          <p14:tracePt t="108895" x="4483100" y="904875"/>
          <p14:tracePt t="108907" x="4545013" y="904875"/>
          <p14:tracePt t="108918" x="4613275" y="904875"/>
          <p14:tracePt t="108930" x="4687888" y="904875"/>
          <p14:tracePt t="108940" x="4756150" y="890588"/>
          <p14:tracePt t="108951" x="4803775" y="863600"/>
          <p14:tracePt t="108964" x="4830763" y="863600"/>
          <p14:tracePt t="108974" x="4830763" y="836613"/>
          <p14:tracePt t="109007" x="4843463" y="815975"/>
          <p14:tracePt t="109011" x="4830763" y="788988"/>
          <p14:tracePt t="109020" x="4816475" y="776288"/>
          <p14:tracePt t="109022" x="4789488" y="735013"/>
          <p14:tracePt t="109032" x="4729163" y="687388"/>
          <p14:tracePt t="109042" x="4687888" y="673100"/>
          <p14:tracePt t="109054" x="4613275" y="660400"/>
          <p14:tracePt t="109066" x="4545013" y="646113"/>
          <p14:tracePt t="109076" x="4470400" y="646113"/>
          <p14:tracePt t="109087" x="4429125" y="646113"/>
          <p14:tracePt t="109098" x="4387850" y="660400"/>
          <p14:tracePt t="109109" x="4340225" y="687388"/>
          <p14:tracePt t="109121" x="4313238" y="708025"/>
          <p14:tracePt t="109132" x="4300538" y="735013"/>
          <p14:tracePt t="109142" x="4300538" y="747713"/>
          <p14:tracePt t="109154" x="4300538" y="776288"/>
          <p14:tracePt t="109166" x="4313238" y="788988"/>
          <p14:tracePt t="109176" x="4327525" y="815975"/>
          <p14:tracePt t="109188" x="4367213" y="863600"/>
          <p14:tracePt t="109199" x="4443413" y="890588"/>
          <p14:tracePt t="109210" x="4497388" y="919163"/>
          <p14:tracePt t="109222" x="4557713" y="931863"/>
          <p14:tracePt t="109233" x="4613275" y="931863"/>
          <p14:tracePt t="109244" x="4646613" y="931863"/>
          <p14:tracePt t="109256" x="4673600" y="919163"/>
          <p14:tracePt t="109267" x="4700588" y="919163"/>
          <p14:tracePt t="109278" x="4714875" y="890588"/>
          <p14:tracePt t="109289" x="4714875" y="877888"/>
          <p14:tracePt t="109300" x="4714875" y="836613"/>
          <p14:tracePt t="109311" x="4714875" y="803275"/>
          <p14:tracePt t="109323" x="4700588" y="776288"/>
          <p14:tracePt t="109334" x="4687888" y="762000"/>
          <p14:tracePt t="109345" x="4660900" y="747713"/>
          <p14:tracePt t="109357" x="4625975" y="735013"/>
          <p14:tracePt t="109368" x="4613275" y="735013"/>
          <p14:tracePt t="109380" x="4598988" y="735013"/>
          <p14:tracePt t="109390" x="4586288" y="735013"/>
          <p14:tracePt t="109403" x="4557713" y="735013"/>
          <p14:tracePt t="109414" x="4545013" y="735013"/>
          <p14:tracePt t="109424" x="4530725" y="747713"/>
          <p14:tracePt t="109435" x="4518025" y="762000"/>
          <p14:tracePt t="109447" x="4497388" y="762000"/>
          <p14:tracePt t="109469" x="4497388" y="776288"/>
          <p14:tracePt t="110729" x="4518025" y="788988"/>
          <p14:tracePt t="110741" x="4530725" y="788988"/>
          <p14:tracePt t="110751" x="4530725" y="803275"/>
          <p14:tracePt t="110764" x="4545013" y="815975"/>
          <p14:tracePt t="110774" x="4545013" y="836613"/>
          <p14:tracePt t="110785" x="4557713" y="863600"/>
          <p14:tracePt t="110799" x="4557713" y="890588"/>
          <p14:tracePt t="110807" x="4557713" y="946150"/>
          <p14:tracePt t="110819" x="4545013" y="1020763"/>
          <p14:tracePt t="110832" x="4545013" y="1109663"/>
          <p14:tracePt t="110842" x="4530725" y="1190625"/>
          <p14:tracePt t="110853" x="4530725" y="1306513"/>
          <p14:tracePt t="110865" x="4545013" y="1408113"/>
          <p14:tracePt t="110875" x="4545013" y="1470025"/>
          <p14:tracePt t="110888" x="4545013" y="1538288"/>
          <p14:tracePt t="110900" x="4518025" y="1612900"/>
          <p14:tracePt t="110910" x="4470400" y="1639888"/>
          <p14:tracePt t="111168" x="4483100" y="1652588"/>
          <p14:tracePt t="111201" x="4470400" y="1652588"/>
          <p14:tracePt t="111213" x="4456113" y="1666875"/>
          <p14:tracePt t="111224" x="4443413" y="1693863"/>
          <p14:tracePt t="111236" x="4429125" y="1728788"/>
          <p14:tracePt t="111247" x="4414838" y="1782763"/>
          <p14:tracePt t="111260" x="4414838" y="1884363"/>
          <p14:tracePt t="111270" x="4429125" y="2041525"/>
          <p14:tracePt t="111280" x="4456113" y="2244725"/>
          <p14:tracePt t="111293" x="4483100" y="2401888"/>
          <p14:tracePt t="111303" x="4530725" y="2598738"/>
          <p14:tracePt t="111315" x="4545013" y="2803525"/>
          <p14:tracePt t="111326" x="4557713" y="2905125"/>
          <p14:tracePt t="111337" x="4557713" y="3033713"/>
          <p14:tracePt t="111349" x="4572000" y="3136900"/>
          <p14:tracePt t="111360" x="4586288" y="3205163"/>
          <p14:tracePt t="111371" x="4586288" y="3252788"/>
          <p14:tracePt t="111382" x="4598988" y="3279775"/>
          <p14:tracePt t="111394" x="4598988" y="3292475"/>
          <p14:tracePt t="111493" x="4598988" y="3279775"/>
          <p14:tracePt t="111628" x="4598988" y="3265488"/>
          <p14:tracePt t="112755" x="4613275" y="3265488"/>
          <p14:tracePt t="112832" x="4625975" y="3265488"/>
          <p14:tracePt t="112855" x="4646613" y="3265488"/>
          <p14:tracePt t="112866" x="4660900" y="3265488"/>
          <p14:tracePt t="112877" x="4673600" y="3265488"/>
          <p14:tracePt t="112890" x="4687888" y="3265488"/>
          <p14:tracePt t="112900" x="4700588" y="3265488"/>
          <p14:tracePt t="112934" x="4714875" y="3265488"/>
          <p14:tracePt t="112978" x="4729163" y="3265488"/>
          <p14:tracePt t="113001" x="4741863" y="3265488"/>
          <p14:tracePt t="113024" x="4756150" y="3265488"/>
          <p14:tracePt t="113036" x="4789488" y="3265488"/>
          <p14:tracePt t="113046" x="4816475" y="3279775"/>
          <p14:tracePt t="113058" x="4857750" y="3279775"/>
          <p14:tracePt t="113069" x="4905375" y="3279775"/>
          <p14:tracePt t="113080" x="4973638" y="3279775"/>
          <p14:tracePt t="113102" x="5048250" y="3292475"/>
          <p14:tracePt t="113106" x="5129213" y="3306763"/>
          <p14:tracePt t="113114" x="5176838" y="3306763"/>
          <p14:tracePt t="113125" x="5218113" y="3319463"/>
          <p14:tracePt t="113137" x="5232400" y="3319463"/>
          <p14:tracePt t="113159" x="5218113" y="3319463"/>
          <p14:tracePt t="113372" x="5232400" y="3319463"/>
          <p14:tracePt t="113384" x="5245100" y="3319463"/>
          <p14:tracePt t="113395" x="5259388" y="3319463"/>
          <p14:tracePt t="113408" x="5280025" y="3319463"/>
          <p14:tracePt t="113419" x="5292725" y="3319463"/>
          <p14:tracePt t="113440" x="5307013" y="3319463"/>
          <p14:tracePt t="113463" x="5319713" y="3319463"/>
          <p14:tracePt t="113474" x="5334000" y="3319463"/>
          <p14:tracePt t="113486" x="5348288" y="3319463"/>
          <p14:tracePt t="113498" x="5360988" y="3319463"/>
          <p14:tracePt t="113508" x="5387975" y="3319463"/>
          <p14:tracePt t="113520" x="5408613" y="3319463"/>
          <p14:tracePt t="113532" x="5435600" y="3319463"/>
          <p14:tracePt t="113542" x="5449888" y="3319463"/>
          <p14:tracePt t="113554" x="5462588" y="3306763"/>
          <p14:tracePt t="113653" x="5449888" y="3306763"/>
          <p14:tracePt t="113665" x="5435600" y="3306763"/>
          <p14:tracePt t="113676" x="5408613" y="3306763"/>
          <p14:tracePt t="113688" x="5387975" y="3292475"/>
          <p14:tracePt t="113701" x="5375275" y="3292475"/>
          <p14:tracePt t="113711" x="5360988" y="3292475"/>
          <p14:tracePt t="113722" x="5348288" y="3279775"/>
          <p14:tracePt t="113744" x="5334000" y="3279775"/>
          <p14:tracePt t="113755" x="5334000" y="3265488"/>
          <p14:tracePt t="113811" x="5319713" y="3265488"/>
          <p14:tracePt t="113969" x="5334000" y="3252788"/>
          <p14:tracePt t="113991" x="5348288" y="3252788"/>
          <p14:tracePt t="114013" x="5360988" y="3252788"/>
          <p14:tracePt t="114025" x="5375275" y="3252788"/>
          <p14:tracePt t="114037" x="5387975" y="3252788"/>
          <p14:tracePt t="114048" x="5408613" y="3265488"/>
          <p14:tracePt t="114059" x="5422900" y="3265488"/>
          <p14:tracePt t="114072" x="5449888" y="3265488"/>
          <p14:tracePt t="114082" x="5462588" y="3265488"/>
          <p14:tracePt t="114094" x="5491163" y="3265488"/>
          <p14:tracePt t="114105" x="5503863" y="3265488"/>
          <p14:tracePt t="114115" x="5518150" y="3265488"/>
          <p14:tracePt t="114127" x="5538788" y="3265488"/>
          <p14:tracePt t="114138" x="5551488" y="3265488"/>
          <p14:tracePt t="114149" x="5565775" y="3265488"/>
          <p14:tracePt t="114160" x="5578475" y="3265488"/>
          <p14:tracePt t="114172" x="5592763" y="3265488"/>
          <p14:tracePt t="114182" x="5605463" y="3265488"/>
          <p14:tracePt t="114195" x="5619750" y="3265488"/>
          <p14:tracePt t="114206" x="5634038" y="3265488"/>
          <p14:tracePt t="114216" x="5646738" y="3265488"/>
          <p14:tracePt t="114228" x="5667375" y="3265488"/>
          <p14:tracePt t="114252" x="5681663" y="3265488"/>
          <p14:tracePt t="114339" x="5667375" y="3265488"/>
          <p14:tracePt t="114362" x="5646738" y="3265488"/>
          <p14:tracePt t="114374" x="5619750" y="3265488"/>
          <p14:tracePt t="114385" x="5592763" y="3265488"/>
          <p14:tracePt t="114397" x="5551488" y="3265488"/>
          <p14:tracePt t="114408" x="5503863" y="3265488"/>
          <p14:tracePt t="114418" x="5462588" y="3265488"/>
          <p14:tracePt t="114431" x="5422900" y="3252788"/>
          <p14:tracePt t="114442" x="5375275" y="3252788"/>
          <p14:tracePt t="114452" x="5348288" y="3252788"/>
          <p14:tracePt t="114465" x="5319713" y="3252788"/>
          <p14:tracePt t="114486" x="5307013" y="3252788"/>
          <p14:tracePt t="114587" x="5319713" y="3252788"/>
          <p14:tracePt t="114598" x="5334000" y="3252788"/>
          <p14:tracePt t="114610" x="5348288" y="3252788"/>
          <p14:tracePt t="114622" x="5375275" y="3252788"/>
          <p14:tracePt t="114634" x="5422900" y="3252788"/>
          <p14:tracePt t="114644" x="5476875" y="3252788"/>
          <p14:tracePt t="114656" x="5518150" y="3252788"/>
          <p14:tracePt t="114667" x="5565775" y="3252788"/>
          <p14:tracePt t="114678" x="5592763" y="3252788"/>
          <p14:tracePt t="114690" x="5619750" y="3252788"/>
          <p14:tracePt t="114700" x="5634038" y="3252788"/>
          <p14:tracePt t="114711" x="5646738" y="3252788"/>
          <p14:tracePt t="114767" x="5634038" y="3252788"/>
          <p14:tracePt t="114779" x="5619750" y="3252788"/>
          <p14:tracePt t="114791" x="5592763" y="3252788"/>
          <p14:tracePt t="114801" x="5551488" y="3252788"/>
          <p14:tracePt t="114813" x="5491163" y="3252788"/>
          <p14:tracePt t="114824" x="5435600" y="3252788"/>
          <p14:tracePt t="114835" x="5360988" y="3232150"/>
          <p14:tracePt t="114848" x="5319713" y="3232150"/>
          <p14:tracePt t="114859" x="5280025" y="3232150"/>
          <p14:tracePt t="114869" x="5259388" y="3232150"/>
          <p14:tracePt t="114881" x="5245100" y="3232150"/>
          <p14:tracePt t="115206" x="5259388" y="3232150"/>
          <p14:tracePt t="115217" x="5280025" y="3232150"/>
          <p14:tracePt t="115229" x="5292725" y="3232150"/>
          <p14:tracePt t="115241" x="5319713" y="3232150"/>
          <p14:tracePt t="115252" x="5360988" y="3232150"/>
          <p14:tracePt t="115263" x="5408613" y="3232150"/>
          <p14:tracePt t="115274" x="5435600" y="3232150"/>
          <p14:tracePt t="115296" x="5491163" y="3232150"/>
          <p14:tracePt t="115300" x="5518150" y="3232150"/>
          <p14:tracePt t="115308" x="5538788" y="3232150"/>
          <p14:tracePt t="115322" x="5551488" y="3232150"/>
          <p14:tracePt t="115363" x="5538788" y="3232150"/>
          <p14:tracePt t="115375" x="5491163" y="3232150"/>
          <p14:tracePt t="115387" x="5462588" y="3232150"/>
          <p14:tracePt t="115397" x="5408613" y="3217863"/>
          <p14:tracePt t="115410" x="5348288" y="3217863"/>
          <p14:tracePt t="115421" x="5292725" y="3217863"/>
          <p14:tracePt t="115431" x="5245100" y="3217863"/>
          <p14:tracePt t="115444" x="5218113" y="3217863"/>
          <p14:tracePt t="115454" x="5205413" y="3217863"/>
          <p14:tracePt t="115465" x="5191125" y="3217863"/>
          <p14:tracePt t="115532" x="5205413" y="3217863"/>
          <p14:tracePt t="115555" x="5218113" y="3217863"/>
          <p14:tracePt t="115566" x="5232400" y="3217863"/>
          <p14:tracePt t="115579" x="5280025" y="3217863"/>
          <p14:tracePt t="115589" x="5307013" y="3217863"/>
          <p14:tracePt t="115600" x="5360988" y="3217863"/>
          <p14:tracePt t="115612" x="5422900" y="3217863"/>
          <p14:tracePt t="115623" x="5491163" y="3217863"/>
          <p14:tracePt t="115634" x="5518150" y="3217863"/>
          <p14:tracePt t="115647" x="5538788" y="3217863"/>
          <p14:tracePt t="115657" x="5551488" y="3217863"/>
          <p14:tracePt t="115701" x="5518150" y="3217863"/>
          <p14:tracePt t="115712" x="5503863" y="3217863"/>
          <p14:tracePt t="115724" x="5449888" y="3217863"/>
          <p14:tracePt t="115735" x="5387975" y="3217863"/>
          <p14:tracePt t="115748" x="5319713" y="3217863"/>
          <p14:tracePt t="115757" x="5259388" y="3217863"/>
          <p14:tracePt t="115769" x="5191125" y="3205163"/>
          <p14:tracePt t="115782" x="5116513" y="3205163"/>
          <p14:tracePt t="115793" x="5089525" y="3190875"/>
          <p14:tracePt t="115805" x="5048250" y="3190875"/>
          <p14:tracePt t="115825" x="5033963" y="3190875"/>
          <p14:tracePt t="115847" x="5048250" y="3190875"/>
          <p14:tracePt t="115859" x="5062538" y="3190875"/>
          <p14:tracePt t="115872" x="5075238" y="3190875"/>
          <p14:tracePt t="115881" x="5102225" y="3190875"/>
          <p14:tracePt t="115893" x="5129213" y="3190875"/>
          <p14:tracePt t="115905" x="5176838" y="3190875"/>
          <p14:tracePt t="115915" x="5205413" y="3190875"/>
          <p14:tracePt t="115927" x="5245100" y="3190875"/>
          <p14:tracePt t="115938" x="5292725" y="3205163"/>
          <p14:tracePt t="115949" x="5307013" y="3205163"/>
          <p14:tracePt t="115961" x="5319713" y="3205163"/>
          <p14:tracePt t="116005" x="5307013" y="3205163"/>
          <p14:tracePt t="116016" x="5280025" y="3190875"/>
          <p14:tracePt t="116028" x="5232400" y="3190875"/>
          <p14:tracePt t="116039" x="5205413" y="3190875"/>
          <p14:tracePt t="116050" x="5149850" y="3190875"/>
          <p14:tracePt t="116062" x="5102225" y="3176588"/>
          <p14:tracePt t="116073" x="5062538" y="3176588"/>
          <p14:tracePt t="116084" x="5021263" y="3176588"/>
          <p14:tracePt t="116096" x="5000625" y="3176588"/>
          <p14:tracePt t="116107" x="4986338" y="3176588"/>
          <p14:tracePt t="116411" x="5000625" y="3176588"/>
          <p14:tracePt t="116423" x="5021263" y="3176588"/>
          <p14:tracePt t="116433" x="5033963" y="3176588"/>
          <p14:tracePt t="116447" x="5048250" y="3176588"/>
          <p14:tracePt t="116458" x="5075238" y="3176588"/>
          <p14:tracePt t="116468" x="5102225" y="3176588"/>
          <p14:tracePt t="116479" x="5129213" y="3176588"/>
          <p14:tracePt t="116490" x="5149850" y="3176588"/>
          <p14:tracePt t="116500" x="5164138" y="3176588"/>
          <p14:tracePt t="116512" x="5176838" y="3176588"/>
          <p14:tracePt t="116524" x="5191125" y="3176588"/>
          <p14:tracePt t="116545" x="5205413" y="3176588"/>
          <p14:tracePt t="116703" x="5191125" y="3176588"/>
          <p14:tracePt t="116717" x="5176838" y="3176588"/>
          <p14:tracePt t="118649" x="5205413" y="3176588"/>
          <p14:tracePt t="118652" x="5232400" y="3176588"/>
          <p14:tracePt t="118660" x="5292725" y="3176588"/>
          <p14:tracePt t="118671" x="5319713" y="3176588"/>
          <p14:tracePt t="118683" x="5360988" y="3176588"/>
          <p14:tracePt t="118694" x="5387975" y="3176588"/>
          <p14:tracePt t="118705" x="5408613" y="3176588"/>
          <p14:tracePt t="118727" x="5422900" y="3176588"/>
          <p14:tracePt t="118908" x="5408613" y="3176588"/>
          <p14:tracePt t="118910" x="5387975" y="3176588"/>
          <p14:tracePt t="118986" x="5408613" y="3176588"/>
          <p14:tracePt t="118997" x="5422900" y="3176588"/>
          <p14:tracePt t="119011" x="5435600" y="3176588"/>
          <p14:tracePt t="119020" x="5462588" y="3176588"/>
          <p14:tracePt t="119031" x="5503863" y="3176588"/>
          <p14:tracePt t="119044" x="5538788" y="3176588"/>
          <p14:tracePt t="119054" x="5592763" y="3176588"/>
          <p14:tracePt t="119065" x="5634038" y="3176588"/>
          <p14:tracePt t="119078" x="5681663" y="3176588"/>
          <p14:tracePt t="119089" x="5708650" y="3163888"/>
          <p14:tracePt t="119099" x="5735638" y="3163888"/>
          <p14:tracePt t="119112" x="5762625" y="3149600"/>
          <p14:tracePt t="119122" x="5783263" y="3149600"/>
          <p14:tracePt t="119133" x="5795963" y="3136900"/>
          <p14:tracePt t="119146" x="5795963" y="3122613"/>
          <p14:tracePt t="119156" x="5810250" y="3101975"/>
          <p14:tracePt t="119168" x="5810250" y="3089275"/>
          <p14:tracePt t="119179" x="5795963" y="3074988"/>
          <p14:tracePt t="119189" x="5783263" y="3033713"/>
          <p14:tracePt t="119201" x="5748338" y="3006725"/>
          <p14:tracePt t="119212" x="5708650" y="2973388"/>
          <p14:tracePt t="119223" x="5646738" y="2959100"/>
          <p14:tracePt t="119235" x="5592763" y="2932113"/>
          <p14:tracePt t="119246" x="5538788" y="2932113"/>
          <p14:tracePt t="119256" x="5476875" y="2919413"/>
          <p14:tracePt t="119269" x="5422900" y="2919413"/>
          <p14:tracePt t="119279" x="5348288" y="2932113"/>
          <p14:tracePt t="119290" x="5319713" y="2932113"/>
          <p14:tracePt t="119302" x="5259388" y="2959100"/>
          <p14:tracePt t="119313" x="5218113" y="2973388"/>
          <p14:tracePt t="119324" x="5205413" y="3006725"/>
          <p14:tracePt t="119335" x="5176838" y="3033713"/>
          <p14:tracePt t="119346" x="5176838" y="3062288"/>
          <p14:tracePt t="119357" x="5164138" y="3089275"/>
          <p14:tracePt t="119369" x="5176838" y="3122613"/>
          <p14:tracePt t="119380" x="5191125" y="3136900"/>
          <p14:tracePt t="119391" x="5218113" y="3163888"/>
          <p14:tracePt t="119403" x="5245100" y="3176588"/>
          <p14:tracePt t="119414" x="5292725" y="3176588"/>
          <p14:tracePt t="119426" x="5360988" y="3190875"/>
          <p14:tracePt t="119436" x="5435600" y="3190875"/>
          <p14:tracePt t="119447" x="5491163" y="3190875"/>
          <p14:tracePt t="119462" x="5551488" y="3190875"/>
          <p14:tracePt t="119471" x="5592763" y="3176588"/>
          <p14:tracePt t="119493" x="5619750" y="3163888"/>
          <p14:tracePt t="119494" x="5619750" y="3149600"/>
          <p14:tracePt t="119504" x="5634038" y="3122613"/>
          <p14:tracePt t="119516" x="5634038" y="3089275"/>
          <p14:tracePt t="119527" x="5619750" y="3062288"/>
          <p14:tracePt t="119537" x="5592763" y="3033713"/>
          <p14:tracePt t="119549" x="5551488" y="3006725"/>
          <p14:tracePt t="119561" x="5476875" y="2994025"/>
          <p14:tracePt t="119571" x="5408613" y="2994025"/>
          <p14:tracePt t="119584" x="5334000" y="2994025"/>
          <p14:tracePt t="119595" x="5245100" y="2994025"/>
          <p14:tracePt t="119605" x="5176838" y="3006725"/>
          <p14:tracePt t="119617" x="5129213" y="3021013"/>
          <p14:tracePt t="119629" x="5102225" y="3048000"/>
          <p14:tracePt t="119639" x="5102225" y="3062288"/>
          <p14:tracePt t="119651" x="5102225" y="3089275"/>
          <p14:tracePt t="119662" x="5129213" y="3122613"/>
          <p14:tracePt t="119672" x="5191125" y="3149600"/>
          <p14:tracePt t="119684" x="5280025" y="3176588"/>
          <p14:tracePt t="119696" x="5375275" y="3190875"/>
          <p14:tracePt t="119706" x="5503863" y="3205163"/>
          <p14:tracePt t="119718" x="5634038" y="3205163"/>
          <p14:tracePt t="119729" x="5735638" y="3205163"/>
          <p14:tracePt t="119740" x="5837238" y="3190875"/>
          <p14:tracePt t="119752" x="5891213" y="3163888"/>
          <p14:tracePt t="119763" x="5926138" y="3149600"/>
          <p14:tracePt t="119774" x="5938838" y="3149600"/>
          <p14:tracePt t="119785" x="5938838" y="3136900"/>
          <p14:tracePt t="119797" x="5926138" y="3122613"/>
          <p14:tracePt t="119807" x="5911850" y="3101975"/>
          <p14:tracePt t="119822" x="5864225" y="3089275"/>
          <p14:tracePt t="119849" x="5824538" y="3074988"/>
          <p14:tracePt t="119850" x="5762625" y="3062288"/>
          <p14:tracePt t="119878" x="5708650" y="3062288"/>
          <p14:tracePt t="119879" x="5578475" y="3062288"/>
          <p14:tracePt t="119905" x="5518150" y="3074988"/>
          <p14:tracePt t="119906" x="5491163" y="3074988"/>
          <p14:tracePt t="119932" x="5462588" y="3089275"/>
          <p14:tracePt t="119933" x="5449888" y="3122613"/>
          <p14:tracePt t="119946" x="5449888" y="3136900"/>
          <p14:tracePt t="119955" x="5462588" y="3149600"/>
          <p14:tracePt t="119969" x="5491163" y="3163888"/>
          <p14:tracePt t="119986" x="5518150" y="3163888"/>
          <p14:tracePt t="119991" x="5565775" y="3176588"/>
          <p14:tracePt t="120002" x="5605463" y="3176588"/>
          <p14:tracePt t="120028" x="5646738" y="3176588"/>
          <p14:tracePt t="120029" x="5681663" y="3176588"/>
          <p14:tracePt t="120038" x="5708650" y="3176588"/>
          <p14:tracePt t="120061" x="5735638" y="3163888"/>
          <p14:tracePt t="120091" x="5694363" y="3089275"/>
          <p14:tracePt t="120116" x="5646738" y="3062288"/>
          <p14:tracePt t="120117" x="5565775" y="3021013"/>
          <p14:tracePt t="120138" x="5408613" y="2959100"/>
          <p14:tracePt t="120147" x="5319713" y="2946400"/>
          <p14:tracePt t="120163" x="5245100" y="2932113"/>
          <p14:tracePt t="120174" x="5191125" y="2946400"/>
          <p14:tracePt t="120181" x="5164138" y="2946400"/>
          <p14:tracePt t="120194" x="5149850" y="2973388"/>
          <p14:tracePt t="120213" x="5149850" y="3006725"/>
          <p14:tracePt t="120226" x="5164138" y="3021013"/>
          <p14:tracePt t="120237" x="5218113" y="3048000"/>
          <p14:tracePt t="120249" x="5292725" y="3089275"/>
          <p14:tracePt t="120260" x="5387975" y="3122613"/>
          <p14:tracePt t="120270" x="5462588" y="3136900"/>
          <p14:tracePt t="120282" x="5565775" y="3149600"/>
          <p14:tracePt t="120293" x="5667375" y="3163888"/>
          <p14:tracePt t="120303" x="5721350" y="3163888"/>
          <p14:tracePt t="120314" x="5795963" y="3163888"/>
          <p14:tracePt t="120326" x="5810250" y="3163888"/>
          <p14:tracePt t="120336" x="5824538" y="3163888"/>
          <p14:tracePt t="120351" x="5795963" y="3149600"/>
          <p14:tracePt t="120361" x="5783263" y="3149600"/>
          <p14:tracePt t="120617" x="5795963" y="3149600"/>
          <p14:tracePt t="120629" x="5824538" y="3149600"/>
          <p14:tracePt t="120640" x="5864225" y="3149600"/>
          <p14:tracePt t="120652" x="5891213" y="3149600"/>
          <p14:tracePt t="120662" x="5938838" y="3136900"/>
          <p14:tracePt t="120674" x="5953125" y="3136900"/>
          <p14:tracePt t="120686" x="5967413" y="3122613"/>
          <p14:tracePt t="120696" x="5980113" y="3101975"/>
          <p14:tracePt t="120709" x="5994400" y="3089275"/>
          <p14:tracePt t="120720" x="5994400" y="3062288"/>
          <p14:tracePt t="120730" x="5994400" y="3048000"/>
          <p14:tracePt t="120742" x="5980113" y="3021013"/>
          <p14:tracePt t="120754" x="5967413" y="2994025"/>
          <p14:tracePt t="120764" x="5926138" y="2973388"/>
          <p14:tracePt t="120776" x="5891213" y="2959100"/>
          <p14:tracePt t="120788" x="5864225" y="2959100"/>
          <p14:tracePt t="120797" x="5824538" y="2946400"/>
          <p14:tracePt t="120810" x="5795963" y="2946400"/>
          <p14:tracePt t="120820" x="5748338" y="2946400"/>
          <p14:tracePt t="120831" x="5735638" y="2946400"/>
          <p14:tracePt t="120843" x="5708650" y="2959100"/>
          <p14:tracePt t="120854" x="5708650" y="2973388"/>
          <p14:tracePt t="120865" x="5694363" y="2994025"/>
          <p14:tracePt t="120877" x="5694363" y="3006725"/>
          <p14:tracePt t="120888" x="5694363" y="3033713"/>
          <p14:tracePt t="120899" x="5694363" y="3048000"/>
          <p14:tracePt t="120911" x="5694363" y="3062288"/>
          <p14:tracePt t="120932" x="5694363" y="3074988"/>
          <p14:tracePt t="120955" x="5708650" y="3074988"/>
          <p14:tracePt t="120978" x="5721350" y="3089275"/>
          <p14:tracePt t="121000" x="5735638" y="3089275"/>
          <p14:tracePt t="121011" x="5748338" y="3089275"/>
          <p14:tracePt t="121023" x="5762625" y="3074988"/>
          <p14:tracePt t="121034" x="5783263" y="3074988"/>
          <p14:tracePt t="121078" x="5795963" y="3074988"/>
          <p14:tracePt t="122552" x="5810250" y="3074988"/>
          <p14:tracePt t="122575" x="5795963" y="3074988"/>
          <p14:tracePt t="122912" x="5810250" y="3074988"/>
          <p14:tracePt t="122934" x="5824538" y="3074988"/>
          <p14:tracePt t="122947" x="5837238" y="3074988"/>
          <p14:tracePt t="123013" x="5851525" y="3074988"/>
          <p14:tracePt t="123103" x="5864225" y="3074988"/>
          <p14:tracePt t="123126" x="5878513" y="3074988"/>
          <p14:tracePt t="123137" x="5891213" y="3074988"/>
          <p14:tracePt t="123149" x="5926138" y="3074988"/>
          <p14:tracePt t="123160" x="5938838" y="3074988"/>
          <p14:tracePt t="123172" x="5967413" y="3074988"/>
          <p14:tracePt t="123183" x="6007100" y="3074988"/>
          <p14:tracePt t="123194" x="6042025" y="3074988"/>
          <p14:tracePt t="123206" x="6069013" y="3074988"/>
          <p14:tracePt t="123217" x="6122988" y="3074988"/>
          <p14:tracePt t="123228" x="6184900" y="3074988"/>
          <p14:tracePt t="123239" x="6224588" y="3074988"/>
          <p14:tracePt t="123250" x="6265863" y="3074988"/>
          <p14:tracePt t="123264" x="6327775" y="3074988"/>
          <p14:tracePt t="123274" x="6354763" y="3074988"/>
          <p14:tracePt t="123284" x="6381750" y="3074988"/>
          <p14:tracePt t="123296" x="6408738" y="3074988"/>
          <p14:tracePt t="123307" x="6429375" y="3074988"/>
          <p14:tracePt t="123340" x="6396038" y="3074988"/>
          <p14:tracePt t="123351" x="6367463" y="3074988"/>
          <p14:tracePt t="123364" x="6354763" y="3074988"/>
          <p14:tracePt t="123486" x="6354763" y="3089275"/>
          <p14:tracePt t="123497" x="6367463" y="3089275"/>
          <p14:tracePt t="123509" x="6381750" y="3089275"/>
          <p14:tracePt t="123520" x="6429375" y="3089275"/>
          <p14:tracePt t="123532" x="6443663" y="3089275"/>
          <p14:tracePt t="123544" x="6456363" y="3089275"/>
          <p14:tracePt t="123555" x="6470650" y="3089275"/>
          <p14:tracePt t="123566" x="6497638" y="3089275"/>
          <p14:tracePt t="123578" x="6524625" y="3101975"/>
          <p14:tracePt t="123590" x="6545263" y="3101975"/>
          <p14:tracePt t="123600" x="6572250" y="3101975"/>
          <p14:tracePt t="123612" x="6599238" y="3122613"/>
          <p14:tracePt t="123624" x="6626225" y="3122613"/>
          <p14:tracePt t="123634" x="6653213" y="3136900"/>
          <p14:tracePt t="123644" x="6673850" y="3136900"/>
          <p14:tracePt t="123656" x="6700838" y="3149600"/>
          <p14:tracePt t="123666" x="6715125" y="3149600"/>
          <p14:tracePt t="123688" x="6742113" y="3163888"/>
          <p14:tracePt t="123692" x="6769100" y="3163888"/>
          <p14:tracePt t="123701" x="6783388" y="3163888"/>
          <p14:tracePt t="123724" x="6804025" y="3163888"/>
          <p14:tracePt t="123756" x="6816725" y="3163888"/>
          <p14:tracePt t="123857" x="6816725" y="3176588"/>
          <p14:tracePt t="123868" x="6831013" y="3176588"/>
          <p14:tracePt t="123881" x="6843713" y="3176588"/>
          <p14:tracePt t="123892" x="6858000" y="3176588"/>
          <p14:tracePt t="123903" x="6872288" y="3190875"/>
          <p14:tracePt t="123914" x="6884988" y="3190875"/>
          <p14:tracePt t="123925" x="6899275" y="3190875"/>
          <p14:tracePt t="123936" x="6932613" y="3190875"/>
          <p14:tracePt t="123948" x="6946900" y="3190875"/>
          <p14:tracePt t="123959" x="6973888" y="3190875"/>
          <p14:tracePt t="123970" x="6973888" y="3205163"/>
          <p14:tracePt t="123982" x="6986588" y="3205163"/>
          <p14:tracePt t="124082" x="7000875" y="3205163"/>
          <p14:tracePt t="124105" x="7015163" y="3205163"/>
          <p14:tracePt t="124161" x="7000875" y="3205163"/>
          <p14:tracePt t="124172" x="6986588" y="3205163"/>
          <p14:tracePt t="124343" x="7000875" y="3205163"/>
          <p14:tracePt t="124353" x="7015163" y="3205163"/>
          <p14:tracePt t="124386" x="7027863" y="3205163"/>
          <p14:tracePt t="124408" x="7042150" y="3205163"/>
          <p14:tracePt t="124431" x="7062788" y="3217863"/>
          <p14:tracePt t="124453" x="7075488" y="3232150"/>
          <p14:tracePt t="124465" x="7089775" y="3252788"/>
          <p14:tracePt t="124477" x="7102475" y="3252788"/>
          <p14:tracePt t="124488" x="7129463" y="3265488"/>
          <p14:tracePt t="124499" x="7143750" y="3265488"/>
          <p14:tracePt t="124512" x="7158038" y="3265488"/>
          <p14:tracePt t="124522" x="7170738" y="3265488"/>
          <p14:tracePt t="124622" x="7158038" y="3265488"/>
          <p14:tracePt t="124635" x="7143750" y="3265488"/>
          <p14:tracePt t="124647" x="7129463" y="3265488"/>
          <p14:tracePt t="124657" x="7075488" y="3252788"/>
          <p14:tracePt t="124668" x="7027863" y="3252788"/>
          <p14:tracePt t="124680" x="6946900" y="3232150"/>
          <p14:tracePt t="124690" x="6872288" y="3232150"/>
          <p14:tracePt t="124703" x="6816725" y="3217863"/>
          <p14:tracePt t="124714" x="6769100" y="3205163"/>
          <p14:tracePt t="124735" x="6742113" y="3190875"/>
          <p14:tracePt t="124739" x="6729413" y="3190875"/>
          <p14:tracePt t="124757" x="6715125" y="3190875"/>
          <p14:tracePt t="124780" x="6715125" y="3176588"/>
          <p14:tracePt t="124892" x="6729413" y="3176588"/>
          <p14:tracePt t="124904" x="6742113" y="3176588"/>
          <p14:tracePt t="124926" x="6756400" y="3176588"/>
          <p14:tracePt t="124937" x="6769100" y="3176588"/>
          <p14:tracePt t="124982" x="6756400" y="3176588"/>
          <p14:tracePt t="124994" x="6742113" y="3176588"/>
          <p14:tracePt t="125005" x="6715125" y="3176588"/>
          <p14:tracePt t="125018" x="6688138" y="3163888"/>
          <p14:tracePt t="125029" x="6653213" y="3163888"/>
          <p14:tracePt t="125039" x="6626225" y="3163888"/>
          <p14:tracePt t="125052" x="6599238" y="3163888"/>
          <p14:tracePt t="125062" x="6586538" y="3163888"/>
          <p14:tracePt t="125117" x="6599238" y="3163888"/>
          <p14:tracePt t="125129" x="6613525" y="3163888"/>
          <p14:tracePt t="125141" x="6626225" y="3163888"/>
          <p14:tracePt t="125153" x="6640513" y="3163888"/>
          <p14:tracePt t="125163" x="6653213" y="3163888"/>
          <p14:tracePt t="125175" x="6688138" y="3163888"/>
          <p14:tracePt t="125186" x="6700838" y="3176588"/>
          <p14:tracePt t="125241" x="6688138" y="3176588"/>
          <p14:tracePt t="125253" x="6673850" y="3163888"/>
          <p14:tracePt t="125264" x="6653213" y="3163888"/>
          <p14:tracePt t="125286" x="6640513" y="3163888"/>
          <p14:tracePt t="125309" x="6626225" y="3163888"/>
          <p14:tracePt t="125376" x="6626225" y="3149600"/>
          <p14:tracePt t="125849" x="6640513" y="3149600"/>
          <p14:tracePt t="126276" x="6653213" y="3149600"/>
          <p14:tracePt t="126298" x="6673850" y="3149600"/>
          <p14:tracePt t="126321" x="6688138" y="3149600"/>
          <p14:tracePt t="126344" x="6700838" y="3149600"/>
          <p14:tracePt t="126356" x="6715125" y="3149600"/>
          <p14:tracePt t="126388" x="6729413" y="3136900"/>
          <p14:tracePt t="126412" x="6742113" y="3136900"/>
          <p14:tracePt t="126423" x="6756400" y="3122613"/>
          <p14:tracePt t="126445" x="6769100" y="3101975"/>
          <p14:tracePt t="126467" x="6769100" y="3089275"/>
          <p14:tracePt t="126480" x="6783388" y="3089275"/>
          <p14:tracePt t="126491" x="6783388" y="3074988"/>
          <p14:tracePt t="126512" x="6783388" y="3062288"/>
          <p14:tracePt t="126535" x="6783388" y="3048000"/>
          <p14:tracePt t="126557" x="6783388" y="3033713"/>
          <p14:tracePt t="126591" x="6783388" y="3021013"/>
          <p14:tracePt t="126603" x="6769100" y="3021013"/>
          <p14:tracePt t="126625" x="6769100" y="3006725"/>
          <p14:tracePt t="126636" x="6769100" y="2994025"/>
          <p14:tracePt t="126648" x="6756400" y="2973388"/>
          <p14:tracePt t="126659" x="6756400" y="2959100"/>
          <p14:tracePt t="126670" x="6742113" y="2932113"/>
          <p14:tracePt t="126681" x="6729413" y="2919413"/>
          <p14:tracePt t="126695" x="6715125" y="2890838"/>
          <p14:tracePt t="126704" x="6700838" y="2878138"/>
          <p14:tracePt t="126716" x="6688138" y="2863850"/>
          <p14:tracePt t="126729" x="6673850" y="2843213"/>
          <p14:tracePt t="126738" x="6653213" y="2843213"/>
          <p14:tracePt t="126750" x="6653213" y="2830513"/>
          <p14:tracePt t="126772" x="6640513" y="2830513"/>
          <p14:tracePt t="126773" x="6626225" y="2830513"/>
          <p14:tracePt t="126783" x="6613525" y="2830513"/>
          <p14:tracePt t="126795" x="6599238" y="2830513"/>
          <p14:tracePt t="126806" x="6586538" y="2816225"/>
          <p14:tracePt t="126840" x="6572250" y="2830513"/>
          <p14:tracePt t="126850" x="6557963" y="2830513"/>
          <p14:tracePt t="126854" x="6545263" y="2830513"/>
          <p14:tracePt t="126864" x="6545263" y="2843213"/>
          <p14:tracePt t="126873" x="6524625" y="2863850"/>
          <p14:tracePt t="126884" x="6510338" y="2863850"/>
          <p14:tracePt t="126897" x="6510338" y="2878138"/>
          <p14:tracePt t="126907" x="6497638" y="2890838"/>
          <p14:tracePt t="126929" x="6483350" y="2905125"/>
          <p14:tracePt t="126940" x="6483350" y="2919413"/>
          <p14:tracePt t="126952" x="6470650" y="2932113"/>
          <p14:tracePt t="126974" x="6456363" y="2946400"/>
          <p14:tracePt t="126986" x="6456363" y="2959100"/>
          <p14:tracePt t="127008" x="6456363" y="2973388"/>
          <p14:tracePt t="127020" x="6456363" y="2994025"/>
          <p14:tracePt t="127031" x="6456363" y="3006725"/>
          <p14:tracePt t="127053" x="6456363" y="3021013"/>
          <p14:tracePt t="127064" x="6456363" y="3033713"/>
          <p14:tracePt t="127086" x="6470650" y="3033713"/>
          <p14:tracePt t="127098" x="6470650" y="3048000"/>
          <p14:tracePt t="127109" x="6483350" y="3048000"/>
          <p14:tracePt t="127131" x="6497638" y="3048000"/>
          <p14:tracePt t="127142" x="6510338" y="3062288"/>
          <p14:tracePt t="127155" x="6524625" y="3062288"/>
          <p14:tracePt t="127166" x="6545263" y="3062288"/>
          <p14:tracePt t="127176" x="6557963" y="3062288"/>
          <p14:tracePt t="127188" x="6586538" y="3062288"/>
          <p14:tracePt t="127199" x="6599238" y="3062288"/>
          <p14:tracePt t="127211" x="6626225" y="3048000"/>
          <p14:tracePt t="127223" x="6640513" y="3048000"/>
          <p14:tracePt t="127235" x="6673850" y="3048000"/>
          <p14:tracePt t="127245" x="6688138" y="3033713"/>
          <p14:tracePt t="127256" x="6700838" y="3021013"/>
          <p14:tracePt t="127267" x="6715125" y="3006725"/>
          <p14:tracePt t="127279" x="6742113" y="2994025"/>
          <p14:tracePt t="127289" x="6742113" y="2973388"/>
          <p14:tracePt t="127301" x="6756400" y="2946400"/>
          <p14:tracePt t="127312" x="6769100" y="2932113"/>
          <p14:tracePt t="127323" x="6769100" y="2919413"/>
          <p14:tracePt t="127334" x="6783388" y="2905125"/>
          <p14:tracePt t="127346" x="6783388" y="2890838"/>
          <p14:tracePt t="127356" x="6783388" y="2878138"/>
          <p14:tracePt t="127368" x="6783388" y="2863850"/>
          <p14:tracePt t="127379" x="6783388" y="2830513"/>
          <p14:tracePt t="127390" x="6783388" y="2803525"/>
          <p14:tracePt t="127401" x="6783388" y="2789238"/>
          <p14:tracePt t="127413" x="6783388" y="2762250"/>
          <p14:tracePt t="127424" x="6783388" y="2747963"/>
          <p14:tracePt t="127435" x="6804025" y="2700338"/>
          <p14:tracePt t="127447" x="6804025" y="2673350"/>
          <p14:tracePt t="127458" x="6783388" y="2646363"/>
          <p14:tracePt t="127470" x="6783388" y="2619375"/>
          <p14:tracePt t="127481" x="6769100" y="2586038"/>
          <p14:tracePt t="127503" x="6742113" y="2571750"/>
          <p14:tracePt t="127514" x="6729413" y="2557463"/>
          <p14:tracePt t="127525" x="6700838" y="2544763"/>
          <p14:tracePt t="127537" x="6673850" y="2544763"/>
          <p14:tracePt t="127548" x="6626225" y="2544763"/>
          <p14:tracePt t="127559" x="6586538" y="2557463"/>
          <p14:tracePt t="127571" x="6557963" y="2571750"/>
          <p14:tracePt t="127582" x="6524625" y="2586038"/>
          <p14:tracePt t="127593" x="6497638" y="2598738"/>
          <p14:tracePt t="127604" x="6483350" y="2633663"/>
          <p14:tracePt t="127615" x="6483350" y="2660650"/>
          <p14:tracePt t="127626" x="6497638" y="2687638"/>
          <p14:tracePt t="127639" x="6510338" y="2714625"/>
          <p14:tracePt t="127649" x="6545263" y="2735263"/>
          <p14:tracePt t="127662" x="6599238" y="2762250"/>
          <p14:tracePt t="127672" x="6673850" y="2776538"/>
          <p14:tracePt t="127683" x="6729413" y="2776538"/>
          <p14:tracePt t="127695" x="6756400" y="2776538"/>
          <p14:tracePt t="127705" x="6783388" y="2776538"/>
          <p14:tracePt t="127716" x="6783388" y="2762250"/>
          <p14:tracePt t="127729" x="6804025" y="2747963"/>
          <p14:tracePt t="127739" x="6783388" y="2735263"/>
          <p14:tracePt t="127750" x="6769100" y="2673350"/>
          <p14:tracePt t="127762" x="6729413" y="2619375"/>
          <p14:tracePt t="127773" x="6688138" y="2571750"/>
          <p14:tracePt t="127784" x="6626225" y="2530475"/>
          <p14:tracePt t="127796" x="6572250" y="2503488"/>
          <p14:tracePt t="127806" x="6510338" y="2490788"/>
          <p14:tracePt t="127818" x="6483350" y="2490788"/>
          <p14:tracePt t="127829" x="6443663" y="2490788"/>
          <p14:tracePt t="127840" x="6429375" y="2490788"/>
          <p14:tracePt t="127852" x="6408738" y="2490788"/>
          <p14:tracePt t="127863" x="6396038" y="2503488"/>
          <p14:tracePt t="127885" x="6381750" y="2517775"/>
          <p14:tracePt t="127888" x="6381750" y="2530475"/>
          <p14:tracePt t="127897" x="6381750" y="2544763"/>
          <p14:tracePt t="127910" x="6381750" y="2557463"/>
          <p14:tracePt t="127920" x="6396038" y="2571750"/>
          <p14:tracePt t="127931" x="6408738" y="2586038"/>
          <p14:tracePt t="127941" x="6443663" y="2586038"/>
          <p14:tracePt t="127953" x="6470650" y="2586038"/>
          <p14:tracePt t="127964" x="6497638" y="2586038"/>
          <p14:tracePt t="127975" x="6524625" y="2586038"/>
          <p14:tracePt t="127986" x="6557963" y="2571750"/>
          <p14:tracePt t="127998" x="6586538" y="2557463"/>
          <p14:tracePt t="128009" x="6586538" y="2530475"/>
          <p14:tracePt t="128020" x="6599238" y="2517775"/>
          <p14:tracePt t="128032" x="6599238" y="2503488"/>
          <p14:tracePt t="128042" x="6586538" y="2490788"/>
          <p14:tracePt t="128054" x="6586538" y="2470150"/>
          <p14:tracePt t="128065" x="6557963" y="2455863"/>
          <p14:tracePt t="128076" x="6524625" y="2443163"/>
          <p14:tracePt t="128088" x="6497638" y="2443163"/>
          <p14:tracePt t="128099" x="6456363" y="2443163"/>
          <p14:tracePt t="128110" x="6429375" y="2443163"/>
          <p14:tracePt t="128121" x="6396038" y="2455863"/>
          <p14:tracePt t="128133" x="6367463" y="2455863"/>
          <p14:tracePt t="128145" x="6354763" y="2470150"/>
          <p14:tracePt t="128155" x="6354763" y="2503488"/>
          <p14:tracePt t="128166" x="6354763" y="2517775"/>
          <p14:tracePt t="128179" x="6354763" y="2530475"/>
          <p14:tracePt t="128189" x="6367463" y="2557463"/>
          <p14:tracePt t="128200" x="6381750" y="2571750"/>
          <p14:tracePt t="128213" x="6408738" y="2586038"/>
          <p14:tracePt t="128223" x="6429375" y="2586038"/>
          <p14:tracePt t="128234" x="6456363" y="2586038"/>
          <p14:tracePt t="128246" x="6470650" y="2598738"/>
          <p14:tracePt t="128257" x="6497638" y="2598738"/>
          <p14:tracePt t="128268" x="6510338" y="2598738"/>
          <p14:tracePt t="128279" x="6545263" y="2598738"/>
          <p14:tracePt t="128290" x="6545263" y="2586038"/>
          <p14:tracePt t="128302" x="6557963" y="2586038"/>
          <p14:tracePt t="128313" x="6572250" y="2586038"/>
          <p14:tracePt t="128324" x="6572250" y="2571750"/>
          <p14:tracePt t="128335" x="6586538" y="2557463"/>
          <p14:tracePt t="128347" x="6586538" y="2544763"/>
          <p14:tracePt t="128357" x="6586538" y="2530475"/>
          <p14:tracePt t="128369" x="6586538" y="2503488"/>
          <p14:tracePt t="128381" x="6586538" y="2490788"/>
          <p14:tracePt t="128391" x="6572250" y="2470150"/>
          <p14:tracePt t="128403" x="6524625" y="2443163"/>
          <p14:tracePt t="128415" x="6483350" y="2428875"/>
          <p14:tracePt t="128425" x="6443663" y="2414588"/>
          <p14:tracePt t="128436" x="6381750" y="2414588"/>
          <p14:tracePt t="128448" x="6327775" y="2414588"/>
          <p14:tracePt t="128459" x="6280150" y="2414588"/>
          <p14:tracePt t="128470" x="6238875" y="2428875"/>
          <p14:tracePt t="128482" x="6211888" y="2443163"/>
          <p14:tracePt t="128492" x="6197600" y="2455863"/>
          <p14:tracePt t="128504" x="6184900" y="2455863"/>
          <p14:tracePt t="128515" x="6184900" y="2470150"/>
          <p14:tracePt t="128526" x="6184900" y="2490788"/>
          <p14:tracePt t="128538" x="6184900" y="2503488"/>
          <p14:tracePt t="128549" x="6197600" y="2517775"/>
          <p14:tracePt t="128571" x="6211888" y="2530475"/>
          <p14:tracePt t="128583" x="6224588" y="2530475"/>
          <p14:tracePt t="128605" x="6238875" y="2530475"/>
          <p14:tracePt t="128616" x="6253163" y="2530475"/>
          <p14:tracePt t="128796" x="6253163" y="2544763"/>
          <p14:tracePt t="128807" x="6253163" y="2571750"/>
          <p14:tracePt t="128819" x="6253163" y="2598738"/>
          <p14:tracePt t="128830" x="6238875" y="2660650"/>
          <p14:tracePt t="128841" x="6211888" y="2776538"/>
          <p14:tracePt t="128853" x="6184900" y="2932113"/>
          <p14:tracePt t="128865" x="6149975" y="3048000"/>
          <p14:tracePt t="128875" x="6137275" y="3190875"/>
          <p14:tracePt t="128887" x="6137275" y="3279775"/>
          <p14:tracePt t="128899" x="6137275" y="3319463"/>
          <p14:tracePt t="128932" x="6137275" y="3360738"/>
          <p14:tracePt t="128935" x="6149975" y="3408363"/>
          <p14:tracePt t="128945" x="6149975" y="3449638"/>
          <p14:tracePt t="128947" x="6170613" y="3462338"/>
          <p14:tracePt t="128955" x="6197600" y="3497263"/>
          <p14:tracePt t="128968" x="6211888" y="3509963"/>
          <p14:tracePt t="128978" x="6224588" y="3538538"/>
          <p14:tracePt t="128989" x="6238875" y="3538538"/>
          <p14:tracePt t="128999" x="6253163" y="3551238"/>
          <p14:tracePt t="129010" x="6265863" y="3551238"/>
          <p14:tracePt t="129032" x="6265863" y="3565525"/>
          <p14:tracePt t="129044" x="6280150" y="3565525"/>
          <p14:tracePt t="129055" x="6300788" y="3565525"/>
          <p14:tracePt t="129077" x="6313488" y="3578225"/>
          <p14:tracePt t="129090" x="6327775" y="3578225"/>
          <p14:tracePt t="129111" x="6340475" y="3578225"/>
          <p14:tracePt t="129156" x="6327775" y="3578225"/>
          <p14:tracePt t="129257" x="6340475" y="3578225"/>
          <p14:tracePt t="129269" x="6340475" y="3565525"/>
          <p14:tracePt t="129280" x="6354763" y="3551238"/>
          <p14:tracePt t="129293" x="6367463" y="3524250"/>
          <p14:tracePt t="129303" x="6367463" y="3509963"/>
          <p14:tracePt t="129314" x="6367463" y="3476625"/>
          <p14:tracePt t="129326" x="6367463" y="3462338"/>
          <p14:tracePt t="129338" x="6354763" y="3449638"/>
          <p14:tracePt t="129349" x="6340475" y="3435350"/>
          <p14:tracePt t="129360" x="6327775" y="3435350"/>
          <p14:tracePt t="129372" x="6300788" y="3435350"/>
          <p14:tracePt t="129383" x="6280150" y="3435350"/>
          <p14:tracePt t="129393" x="6238875" y="3435350"/>
          <p14:tracePt t="129404" x="6211888" y="3449638"/>
          <p14:tracePt t="129416" x="6170613" y="3462338"/>
          <p14:tracePt t="129427" x="6149975" y="3476625"/>
          <p14:tracePt t="129439" x="6137275" y="3497263"/>
          <p14:tracePt t="129450" x="6122988" y="3524250"/>
          <p14:tracePt t="129460" x="6122988" y="3538538"/>
          <p14:tracePt t="129472" x="6122988" y="3551238"/>
          <p14:tracePt t="129494" x="6137275" y="3565525"/>
          <p14:tracePt t="129506" x="6137275" y="3578225"/>
          <p14:tracePt t="129517" x="6170613" y="3592513"/>
          <p14:tracePt t="129528" x="6184900" y="3605213"/>
          <p14:tracePt t="129540" x="6211888" y="3605213"/>
          <p14:tracePt t="129551" x="6224588" y="3625850"/>
          <p14:tracePt t="129561" x="6253163" y="3625850"/>
          <p14:tracePt t="129573" x="6280150" y="3640138"/>
          <p14:tracePt t="129584" x="6313488" y="3640138"/>
          <p14:tracePt t="129595" x="6340475" y="3640138"/>
          <p14:tracePt t="129607" x="6367463" y="3640138"/>
          <p14:tracePt t="129618" x="6408738" y="3640138"/>
          <p14:tracePt t="129629" x="6456363" y="3640138"/>
          <p14:tracePt t="129640" x="6510338" y="3652838"/>
          <p14:tracePt t="129652" x="6599238" y="3652838"/>
          <p14:tracePt t="129663" x="6673850" y="3640138"/>
          <p14:tracePt t="129675" x="6729413" y="3640138"/>
          <p14:tracePt t="129686" x="6783388" y="3640138"/>
          <p14:tracePt t="129696" x="6831013" y="3640138"/>
          <p14:tracePt t="129708" x="6858000" y="3640138"/>
          <p14:tracePt t="129719" x="6884988" y="3625850"/>
          <p14:tracePt t="129730" x="6911975" y="3625850"/>
          <p14:tracePt t="129741" x="6932613" y="3605213"/>
          <p14:tracePt t="129753" x="6946900" y="3592513"/>
          <p14:tracePt t="129764" x="6946900" y="3578225"/>
          <p14:tracePt t="129776" x="6946900" y="3551238"/>
          <p14:tracePt t="129787" x="6946900" y="3524250"/>
          <p14:tracePt t="129798" x="6946900" y="3497263"/>
          <p14:tracePt t="129809" x="6946900" y="3449638"/>
          <p14:tracePt t="129820" x="6932613" y="3435350"/>
          <p14:tracePt t="129831" x="6932613" y="3408363"/>
          <p14:tracePt t="129843" x="6911975" y="3408363"/>
          <p14:tracePt t="129854" x="6911975" y="3395663"/>
          <p14:tracePt t="129866" x="6899275" y="3381375"/>
          <p14:tracePt t="129877" x="6872288" y="3381375"/>
          <p14:tracePt t="129888" x="6816725" y="3360738"/>
          <p14:tracePt t="129901" x="6742113" y="3348038"/>
          <p14:tracePt t="129911" x="6688138" y="3333750"/>
          <p14:tracePt t="129923" x="6613525" y="3333750"/>
          <p14:tracePt t="129934" x="6524625" y="3319463"/>
          <p14:tracePt t="129944" x="6429375" y="3306763"/>
          <p14:tracePt t="129956" x="6354763" y="3306763"/>
          <p14:tracePt t="129978" x="6280150" y="3306763"/>
          <p14:tracePt t="129980" x="6211888" y="3306763"/>
          <p14:tracePt t="129990" x="6184900" y="3319463"/>
          <p14:tracePt t="130003" x="6137275" y="3333750"/>
          <p14:tracePt t="130013" x="6110288" y="3348038"/>
          <p14:tracePt t="130024" x="6081713" y="3360738"/>
          <p14:tracePt t="130036" x="6069013" y="3381375"/>
          <p14:tracePt t="130046" x="6042025" y="3395663"/>
          <p14:tracePt t="130057" x="6021388" y="3422650"/>
          <p14:tracePt t="130068" x="6021388" y="3435350"/>
          <p14:tracePt t="130079" x="6007100" y="3462338"/>
          <p14:tracePt t="130090" x="6007100" y="3497263"/>
          <p14:tracePt t="130102" x="6007100" y="3524250"/>
          <p14:tracePt t="130112" x="6007100" y="3538538"/>
          <p14:tracePt t="130124" x="6007100" y="3551238"/>
          <p14:tracePt t="130135" x="6021388" y="3578225"/>
          <p14:tracePt t="130147" x="6042025" y="3592513"/>
          <p14:tracePt t="130158" x="6069013" y="3605213"/>
          <p14:tracePt t="130170" x="6081713" y="3640138"/>
          <p14:tracePt t="130180" x="6110288" y="3652838"/>
          <p14:tracePt t="130192" x="6122988" y="3667125"/>
          <p14:tracePt t="130203" x="6149975" y="3681413"/>
          <p14:tracePt t="130214" x="6170613" y="3681413"/>
          <p14:tracePt t="130225" x="6184900" y="3694113"/>
          <p14:tracePt t="130237" x="6197600" y="3694113"/>
          <p14:tracePt t="130247" x="6211888" y="3708400"/>
          <p14:tracePt t="130260" x="6224588" y="3708400"/>
          <p14:tracePt t="130270" x="6238875" y="3708400"/>
          <p14:tracePt t="130281" x="6265863" y="3721100"/>
          <p14:tracePt t="130293" x="6300788" y="3721100"/>
          <p14:tracePt t="130304" x="6327775" y="3721100"/>
          <p14:tracePt t="130316" x="6354763" y="3721100"/>
          <p14:tracePt t="130326" x="6396038" y="3735388"/>
          <p14:tracePt t="130338" x="6443663" y="3735388"/>
          <p14:tracePt t="130350" x="6470650" y="3735388"/>
          <p14:tracePt t="130360" x="6524625" y="3735388"/>
          <p14:tracePt t="130371" x="6572250" y="3735388"/>
          <p14:tracePt t="130385" x="6613525" y="3756025"/>
          <p14:tracePt t="130394" x="6640513" y="3756025"/>
          <p14:tracePt t="130405" x="6673850" y="3756025"/>
          <p14:tracePt t="130418" x="6700838" y="3756025"/>
          <p14:tracePt t="130427" x="6742113" y="3756025"/>
          <p14:tracePt t="130439" x="6756400" y="3735388"/>
          <p14:tracePt t="130451" x="6783388" y="3735388"/>
          <p14:tracePt t="130461" x="6816725" y="3721100"/>
          <p14:tracePt t="130473" x="6843713" y="3708400"/>
          <p14:tracePt t="130484" x="6872288" y="3681413"/>
          <p14:tracePt t="130495" x="6884988" y="3667125"/>
          <p14:tracePt t="130507" x="6884988" y="3652838"/>
          <p14:tracePt t="130518" x="6884988" y="3625850"/>
          <p14:tracePt t="130529" x="6884988" y="3592513"/>
          <p14:tracePt t="130540" x="6872288" y="3551238"/>
          <p14:tracePt t="130552" x="6843713" y="3524250"/>
          <p14:tracePt t="130562" x="6804025" y="3509963"/>
          <p14:tracePt t="130574" x="6756400" y="3476625"/>
          <p14:tracePt t="130586" x="6700838" y="3462338"/>
          <p14:tracePt t="130596" x="6640513" y="3449638"/>
          <p14:tracePt t="130608" x="6545263" y="3435350"/>
          <p14:tracePt t="130619" x="6456363" y="3422650"/>
          <p14:tracePt t="130630" x="6367463" y="3422650"/>
          <p14:tracePt t="130641" x="6327775" y="3435350"/>
          <p14:tracePt t="130653" x="6265863" y="3435350"/>
          <p14:tracePt t="130664" x="6211888" y="3449638"/>
          <p14:tracePt t="130675" x="6184900" y="3476625"/>
          <p14:tracePt t="130687" x="6149975" y="3497263"/>
          <p14:tracePt t="130697" x="6122988" y="3524250"/>
          <p14:tracePt t="130709" x="6096000" y="3551238"/>
          <p14:tracePt t="130721" x="6096000" y="3565525"/>
          <p14:tracePt t="130731" x="6096000" y="3592513"/>
          <p14:tracePt t="130742" x="6096000" y="3605213"/>
          <p14:tracePt t="130754" x="6110288" y="3625850"/>
          <p14:tracePt t="130766" x="6122988" y="3652838"/>
          <p14:tracePt t="130776" x="6170613" y="3681413"/>
          <p14:tracePt t="130788" x="6224588" y="3694113"/>
          <p14:tracePt t="130800" x="6253163" y="3708400"/>
          <p14:tracePt t="130810" x="6313488" y="3721100"/>
          <p14:tracePt t="130822" x="6381750" y="3735388"/>
          <p14:tracePt t="130835" x="6443663" y="3735388"/>
          <p14:tracePt t="130844" x="6524625" y="3735388"/>
          <p14:tracePt t="130855" x="6613525" y="3735388"/>
          <p14:tracePt t="130867" x="6688138" y="3735388"/>
          <p14:tracePt t="130878" x="6742113" y="3735388"/>
          <p14:tracePt t="130889" x="6804025" y="3721100"/>
          <p14:tracePt t="130902" x="6858000" y="3708400"/>
          <p14:tracePt t="130912" x="6911975" y="3681413"/>
          <p14:tracePt t="130923" x="6946900" y="3667125"/>
          <p14:tracePt t="130935" x="6986588" y="3640138"/>
          <p14:tracePt t="130945" x="7027863" y="3625850"/>
          <p14:tracePt t="130957" x="7042150" y="3592513"/>
          <p14:tracePt t="130968" x="7062788" y="3578225"/>
          <p14:tracePt t="130979" x="7075488" y="3565525"/>
          <p14:tracePt t="130990" x="7075488" y="3538538"/>
          <p14:tracePt t="131002" x="7062788" y="3524250"/>
          <p14:tracePt t="131024" x="7042150" y="3509963"/>
          <p14:tracePt t="131027" x="7000875" y="3462338"/>
          <p14:tracePt t="131035" x="6946900" y="3435350"/>
          <p14:tracePt t="131049" x="6858000" y="3395663"/>
          <p14:tracePt t="131059" x="6742113" y="3360738"/>
          <p14:tracePt t="131070" x="6613525" y="3348038"/>
          <p14:tracePt t="131080" x="6510338" y="3333750"/>
          <p14:tracePt t="131091" x="6381750" y="3319463"/>
          <p14:tracePt t="131103" x="6265863" y="3319463"/>
          <p14:tracePt t="131114" x="6184900" y="3333750"/>
          <p14:tracePt t="131125" x="6122988" y="3348038"/>
          <p14:tracePt t="131137" x="6069013" y="3395663"/>
          <p14:tracePt t="131147" x="6021388" y="3422650"/>
          <p14:tracePt t="131159" x="6007100" y="3435350"/>
          <p14:tracePt t="131170" x="5994400" y="3462338"/>
          <p14:tracePt t="131181" x="5994400" y="3497263"/>
          <p14:tracePt t="131193" x="5994400" y="3524250"/>
          <p14:tracePt t="131204" x="5994400" y="3538538"/>
          <p14:tracePt t="131216" x="5994400" y="3551238"/>
          <p14:tracePt t="131226" x="6007100" y="3565525"/>
          <p14:tracePt t="131238" x="6021388" y="3578225"/>
          <p14:tracePt t="131250" x="6054725" y="3592513"/>
          <p14:tracePt t="131260" x="6096000" y="3605213"/>
          <p14:tracePt t="131271" x="6149975" y="3625850"/>
          <p14:tracePt t="131284" x="6184900" y="3640138"/>
          <p14:tracePt t="131294" x="6253163" y="3652838"/>
          <p14:tracePt t="131305" x="6340475" y="3667125"/>
          <p14:tracePt t="131317" x="6396038" y="3667125"/>
          <p14:tracePt t="131327" x="6483350" y="3681413"/>
          <p14:tracePt t="131339" x="6545263" y="3681413"/>
          <p14:tracePt t="131351" x="6599238" y="3681413"/>
          <p14:tracePt t="131361" x="6626225" y="3681413"/>
          <p14:tracePt t="131373" x="6673850" y="3681413"/>
          <p14:tracePt t="131386" x="6700838" y="3681413"/>
          <p14:tracePt t="131395" x="6729413" y="3667125"/>
          <p14:tracePt t="131407" x="6742113" y="3667125"/>
          <p14:tracePt t="131418" x="6756400" y="3667125"/>
          <p14:tracePt t="131429" x="6756400" y="3652838"/>
          <p14:tracePt t="131440" x="6769100" y="3652838"/>
          <p14:tracePt t="131462" x="6783388" y="3640138"/>
          <p14:tracePt t="131485" x="6783388" y="3625850"/>
          <p14:tracePt t="131508" x="6804025" y="3605213"/>
          <p14:tracePt t="131586" x="6804025" y="3592513"/>
          <p14:tracePt t="131744" x="6804025" y="3578225"/>
          <p14:tracePt t="131756" x="6783388" y="3565525"/>
          <p14:tracePt t="131768" x="6769100" y="3551238"/>
          <p14:tracePt t="131778" x="6742113" y="3538538"/>
          <p14:tracePt t="131789" x="6700838" y="3524250"/>
          <p14:tracePt t="131800" x="6653213" y="3509963"/>
          <p14:tracePt t="131812" x="6613525" y="3509963"/>
          <p14:tracePt t="131823" x="6557963" y="3509963"/>
          <p14:tracePt t="131835" x="6497638" y="3509963"/>
          <p14:tracePt t="131846" x="6470650" y="3524250"/>
          <p14:tracePt t="131857" x="6443663" y="3551238"/>
          <p14:tracePt t="131868" x="6429375" y="3578225"/>
          <p14:tracePt t="131879" x="6429375" y="3605213"/>
          <p14:tracePt t="131890" x="6443663" y="3640138"/>
          <p14:tracePt t="131901" x="6456363" y="3652838"/>
          <p14:tracePt t="131913" x="6497638" y="3681413"/>
          <p14:tracePt t="131924" x="6524625" y="3694113"/>
          <p14:tracePt t="131936" x="6557963" y="3708400"/>
          <p14:tracePt t="131946" x="6586538" y="3708400"/>
          <p14:tracePt t="131958" x="6599238" y="3708400"/>
          <p14:tracePt t="134668" x="6599238" y="3694113"/>
          <p14:tracePt t="134691" x="6586538" y="3694113"/>
          <p14:tracePt t="134703" x="6586538" y="3681413"/>
          <p14:tracePt t="134714" x="6572250" y="3681413"/>
          <p14:tracePt t="134727" x="6557963" y="3667125"/>
          <p14:tracePt t="134737" x="6524625" y="3652838"/>
          <p14:tracePt t="134748" x="6497638" y="3625850"/>
          <p14:tracePt t="134760" x="6429375" y="3565525"/>
          <p14:tracePt t="134771" x="6354763" y="3497263"/>
          <p14:tracePt t="134782" x="6265863" y="3395663"/>
          <p14:tracePt t="134794" x="6211888" y="3279775"/>
          <p14:tracePt t="134805" x="6110288" y="3089275"/>
          <p14:tracePt t="134816" x="5994400" y="2803525"/>
          <p14:tracePt t="134827" x="5864225" y="2470150"/>
          <p14:tracePt t="134838" x="5762625" y="2197100"/>
          <p14:tracePt t="134849" x="5681663" y="1857375"/>
          <p14:tracePt t="134860" x="5605463" y="1565275"/>
          <p14:tracePt t="134873" x="5578475" y="1395413"/>
          <p14:tracePt t="134884" x="5538788" y="1211263"/>
          <p14:tracePt t="134896" x="5476875" y="1033463"/>
          <p14:tracePt t="134906" x="5435600" y="904875"/>
          <p14:tracePt t="134918" x="5408613" y="836613"/>
          <p14:tracePt t="134929" x="5360988" y="776288"/>
          <p14:tracePt t="134939" x="5334000" y="747713"/>
          <p14:tracePt t="134951" x="5319713" y="735013"/>
          <p14:tracePt t="134962" x="5307013" y="720725"/>
          <p14:tracePt t="134973" x="5292725" y="720725"/>
          <p14:tracePt t="134995" x="5280025" y="708025"/>
          <p14:tracePt t="135040" x="5259388" y="708025"/>
          <p14:tracePt t="135051" x="5232400" y="687388"/>
          <p14:tracePt t="135062" x="5164138" y="673100"/>
          <p14:tracePt t="135074" x="5102225" y="660400"/>
          <p14:tracePt t="135086" x="5021263" y="646113"/>
          <p14:tracePt t="135098" x="4946650" y="619125"/>
          <p14:tracePt t="135109" x="4843463" y="592138"/>
          <p14:tracePt t="135119" x="4789488" y="577850"/>
          <p14:tracePt t="135131" x="4700588" y="544513"/>
          <p14:tracePt t="135143" x="4646613" y="530225"/>
          <p14:tracePt t="135153" x="4598988" y="517525"/>
          <p14:tracePt t="135166" x="4557713" y="517525"/>
          <p14:tracePt t="135179" x="4518025" y="530225"/>
          <p14:tracePt t="135189" x="4483100" y="544513"/>
          <p14:tracePt t="135200" x="4443413" y="577850"/>
          <p14:tracePt t="135220" x="4402138" y="633413"/>
          <p14:tracePt t="135224" x="4367213" y="708025"/>
          <p14:tracePt t="135234" x="4340225" y="747713"/>
          <p14:tracePt t="135244" x="4340225" y="815975"/>
          <p14:tracePt t="135256" x="4340225" y="877888"/>
          <p14:tracePt t="135267" x="4354513" y="931863"/>
          <p14:tracePt t="135278" x="4387850" y="979488"/>
          <p14:tracePt t="135288" x="4443413" y="1020763"/>
          <p14:tracePt t="135300" x="4497388" y="1062038"/>
          <p14:tracePt t="135311" x="4586288" y="1074738"/>
          <p14:tracePt t="135321" x="4625975" y="1074738"/>
          <p14:tracePt t="135333" x="4700588" y="1074738"/>
          <p14:tracePt t="135344" x="4776788" y="1047750"/>
          <p14:tracePt t="135355" x="4803775" y="1033463"/>
          <p14:tracePt t="135367" x="4816475" y="1006475"/>
          <p14:tracePt t="135378" x="4816475" y="966788"/>
          <p14:tracePt t="135389" x="4816475" y="919163"/>
          <p14:tracePt t="135400" x="4803775" y="877888"/>
          <p14:tracePt t="135412" x="4776788" y="815975"/>
          <p14:tracePt t="135423" x="4729163" y="776288"/>
          <p14:tracePt t="135434" x="4687888" y="747713"/>
          <p14:tracePt t="135446" x="4625975" y="735013"/>
          <p14:tracePt t="135456" x="4586288" y="720725"/>
          <p14:tracePt t="135468" x="4530725" y="720725"/>
          <p14:tracePt t="135479" x="4497388" y="720725"/>
          <p14:tracePt t="135490" x="4470400" y="735013"/>
          <p14:tracePt t="135502" x="4429125" y="747713"/>
          <p14:tracePt t="135513" x="4402138" y="762000"/>
          <p14:tracePt t="135524" x="4367213" y="788988"/>
          <p14:tracePt t="135536" x="4327525" y="815975"/>
          <p14:tracePt t="135546" x="4286250" y="863600"/>
          <p14:tracePt t="135559" x="4271963" y="890588"/>
          <p14:tracePt t="135569" x="4259263" y="919163"/>
          <p14:tracePt t="135580" x="4259263" y="946150"/>
          <p14:tracePt t="135593" x="4259263" y="979488"/>
          <p14:tracePt t="135603" x="4271963" y="993775"/>
          <p14:tracePt t="135614" x="4300538" y="1006475"/>
          <p14:tracePt t="135627" x="4340225" y="1033463"/>
          <p14:tracePt t="135637" x="4367213" y="1047750"/>
          <p14:tracePt t="135648" x="4443413" y="1062038"/>
          <p14:tracePt t="135660" x="4497388" y="1062038"/>
          <p14:tracePt t="135670" x="4572000" y="1062038"/>
          <p14:tracePt t="135681" x="4613275" y="1047750"/>
          <p14:tracePt t="135693" x="4660900" y="1033463"/>
          <p14:tracePt t="135704" x="4673600" y="1020763"/>
          <p14:tracePt t="135716" x="4673600" y="993775"/>
          <p14:tracePt t="135726" x="4673600" y="979488"/>
          <p14:tracePt t="135737" x="4660900" y="946150"/>
          <p14:tracePt t="135749" x="4613275" y="919163"/>
          <p14:tracePt t="135761" x="4572000" y="904875"/>
          <p14:tracePt t="135772" x="4483100" y="877888"/>
          <p14:tracePt t="135783" x="4414838" y="877888"/>
          <p14:tracePt t="135795" x="4327525" y="877888"/>
          <p14:tracePt t="135805" x="4286250" y="890588"/>
          <p14:tracePt t="135817" x="4238625" y="919163"/>
          <p14:tracePt t="135828" x="4211638" y="931863"/>
          <p14:tracePt t="135839" x="4197350" y="966788"/>
          <p14:tracePt t="135850" x="4197350" y="979488"/>
          <p14:tracePt t="135862" x="4211638" y="1006475"/>
          <p14:tracePt t="135872" x="4224338" y="1033463"/>
          <p14:tracePt t="135884" x="4238625" y="1062038"/>
          <p14:tracePt t="135896" x="4286250" y="1095375"/>
          <p14:tracePt t="135906" x="4327525" y="1122363"/>
          <p14:tracePt t="135918" x="4387850" y="1136650"/>
          <p14:tracePt t="135929" x="4429125" y="1149350"/>
          <p14:tracePt t="135940" x="4470400" y="1149350"/>
          <p14:tracePt t="135951" x="4530725" y="1149350"/>
          <p14:tracePt t="135963" x="4557713" y="1149350"/>
          <p14:tracePt t="135974" x="4586288" y="1136650"/>
          <p14:tracePt t="135986" x="4598988" y="1136650"/>
          <p14:tracePt t="136008" x="4613275" y="1122363"/>
          <p14:tracePt t="136012" x="4613275" y="1109663"/>
          <p14:tracePt t="136020" x="4613275" y="1095375"/>
          <p14:tracePt t="136031" x="4598988" y="1074738"/>
          <p14:tracePt t="136043" x="4598988" y="1062038"/>
          <p14:tracePt t="136053" x="4572000" y="1020763"/>
          <p14:tracePt t="136065" x="4518025" y="993775"/>
          <p14:tracePt t="136076" x="4456113" y="966788"/>
          <p14:tracePt t="136086" x="4414838" y="946150"/>
          <p14:tracePt t="136098" x="4354513" y="946150"/>
          <p14:tracePt t="136110" x="4327525" y="946150"/>
          <p14:tracePt t="136120" x="4300538" y="946150"/>
          <p14:tracePt t="136131" x="4286250" y="966788"/>
          <p14:tracePt t="136143" x="4271963" y="993775"/>
          <p14:tracePt t="136154" x="4271963" y="1020763"/>
          <p14:tracePt t="136165" x="4271963" y="1047750"/>
          <p14:tracePt t="136177" x="4300538" y="1095375"/>
          <p14:tracePt t="136188" x="4340225" y="1136650"/>
          <p14:tracePt t="136200" x="4414838" y="1176338"/>
          <p14:tracePt t="136211" x="4470400" y="1190625"/>
          <p14:tracePt t="136221" x="4545013" y="1223963"/>
          <p14:tracePt t="136234" x="4613275" y="1223963"/>
          <p14:tracePt t="136245" x="4673600" y="1223963"/>
          <p14:tracePt t="136266" x="4729163" y="1211263"/>
          <p14:tracePt t="136270" x="4741863" y="1190625"/>
          <p14:tracePt t="136279" x="4756150" y="1163638"/>
          <p14:tracePt t="136293" x="4741863" y="1122363"/>
          <p14:tracePt t="136302" x="4729163" y="1047750"/>
          <p14:tracePt t="136312" x="4673600" y="966788"/>
          <p14:tracePt t="136322" x="4613275" y="890588"/>
          <p14:tracePt t="136335" x="4530725" y="836613"/>
          <p14:tracePt t="136346" x="4429125" y="776288"/>
          <p14:tracePt t="136356" x="4340225" y="747713"/>
          <p14:tracePt t="136367" x="4300538" y="747713"/>
          <p14:tracePt t="136381" x="4238625" y="747713"/>
          <p14:tracePt t="136393" x="4211638" y="762000"/>
          <p14:tracePt t="136403" x="4197350" y="788988"/>
          <p14:tracePt t="136413" x="4184650" y="815975"/>
          <p14:tracePt t="136424" x="4184650" y="863600"/>
          <p14:tracePt t="136435" x="4197350" y="904875"/>
          <p14:tracePt t="136447" x="4211638" y="931863"/>
          <p14:tracePt t="136459" x="4259263" y="979488"/>
          <p14:tracePt t="136469" x="4300538" y="1006475"/>
          <p14:tracePt t="136480" x="4354513" y="1020763"/>
          <p14:tracePt t="136493" x="4414838" y="1020763"/>
          <p14:tracePt t="136503" x="4470400" y="1020763"/>
          <p14:tracePt t="136514" x="4545013" y="1020763"/>
          <p14:tracePt t="136526" x="4598988" y="1006475"/>
          <p14:tracePt t="136536" x="4646613" y="979488"/>
          <p14:tracePt t="136549" x="4673600" y="946150"/>
          <p14:tracePt t="136560" x="4673600" y="919163"/>
          <p14:tracePt t="136570" x="4673600" y="904875"/>
          <p14:tracePt t="136581" x="4673600" y="863600"/>
          <p14:tracePt t="136593" x="4646613" y="836613"/>
          <p14:tracePt t="136604" x="4613275" y="803275"/>
          <p14:tracePt t="136615" x="4586288" y="776288"/>
          <p14:tracePt t="136627" x="4530725" y="762000"/>
          <p14:tracePt t="136637" x="4483100" y="747713"/>
          <p14:tracePt t="136649" x="4443413" y="735013"/>
          <p14:tracePt t="136661" x="4402138" y="747713"/>
          <p14:tracePt t="136671" x="4367213" y="747713"/>
          <p14:tracePt t="136683" x="4340225" y="776288"/>
          <p14:tracePt t="136694" x="4313238" y="788988"/>
          <p14:tracePt t="136705" x="4300538" y="815975"/>
          <p14:tracePt t="136717" x="4300538" y="850900"/>
          <p14:tracePt t="136728" x="4300538" y="863600"/>
          <p14:tracePt t="136739" x="4300538" y="890588"/>
          <p14:tracePt t="136750" x="4313238" y="904875"/>
          <p14:tracePt t="136762" x="4327525" y="919163"/>
          <p14:tracePt t="136773" x="4340225" y="931863"/>
          <p14:tracePt t="136784" x="4367213" y="946150"/>
          <p14:tracePt t="136795" x="4414838" y="946150"/>
          <p14:tracePt t="136806" x="4443413" y="946150"/>
          <p14:tracePt t="136818" x="4470400" y="946150"/>
          <p14:tracePt t="136829" x="4497388" y="946150"/>
          <p14:tracePt t="136840" x="4530725" y="931863"/>
          <p14:tracePt t="136851" x="4545013" y="919163"/>
          <p14:tracePt t="136863" x="4545013" y="904875"/>
          <p14:tracePt t="136874" x="4557713" y="877888"/>
          <p14:tracePt t="136885" x="4545013" y="850900"/>
          <p14:tracePt t="136897" x="4545013" y="815975"/>
          <p14:tracePt t="136908" x="4518025" y="788988"/>
          <p14:tracePt t="136919" x="4483100" y="747713"/>
          <p14:tracePt t="136930" x="4456113" y="735013"/>
          <p14:tracePt t="136942" x="4429125" y="720725"/>
          <p14:tracePt t="136953" x="4402138" y="720725"/>
          <p14:tracePt t="136964" x="4367213" y="720725"/>
          <p14:tracePt t="136977" x="4354513" y="720725"/>
          <p14:tracePt t="136986" x="4327525" y="735013"/>
          <p14:tracePt t="136998" x="4300538" y="762000"/>
          <p14:tracePt t="137010" x="4271963" y="803275"/>
          <p14:tracePt t="137020" x="4238625" y="863600"/>
          <p14:tracePt t="137032" x="4224338" y="919163"/>
          <p14:tracePt t="137047" x="4224338" y="979488"/>
          <p14:tracePt t="137056" x="4224338" y="1020763"/>
          <p14:tracePt t="137077" x="4224338" y="1074738"/>
          <p14:tracePt t="137080" x="4259263" y="1136650"/>
          <p14:tracePt t="137090" x="4271963" y="1176338"/>
          <p14:tracePt t="137101" x="4313238" y="1223963"/>
          <p14:tracePt t="137112" x="4354513" y="1252538"/>
          <p14:tracePt t="137122" x="4402138" y="1279525"/>
          <p14:tracePt t="137133" x="4443413" y="1279525"/>
          <p14:tracePt t="137144" x="4497388" y="1292225"/>
          <p14:tracePt t="137155" x="4557713" y="1292225"/>
          <p14:tracePt t="137166" x="4613275" y="1279525"/>
          <p14:tracePt t="137178" x="4646613" y="1279525"/>
          <p14:tracePt t="137189" x="4687888" y="1252538"/>
          <p14:tracePt t="137200" x="4714875" y="1238250"/>
          <p14:tracePt t="137212" x="4729163" y="1211263"/>
          <p14:tracePt t="137222" x="4741863" y="1163638"/>
          <p14:tracePt t="137235" x="4741863" y="1122363"/>
          <p14:tracePt t="137245" x="4741863" y="1062038"/>
          <p14:tracePt t="137256" x="4741863" y="1006475"/>
          <p14:tracePt t="137268" x="4714875" y="946150"/>
          <p14:tracePt t="137290" x="4673600" y="890588"/>
          <p14:tracePt t="137294" x="4625975" y="850900"/>
          <p14:tracePt t="137324" x="4598988" y="815975"/>
          <p14:tracePt t="137329" x="4557713" y="788988"/>
          <p14:tracePt t="137340" x="4483100" y="776288"/>
          <p14:tracePt t="137347" x="4443413" y="788988"/>
          <p14:tracePt t="137360" x="4387850" y="815975"/>
          <p14:tracePt t="137370" x="4327525" y="863600"/>
          <p14:tracePt t="137381" x="4286250" y="890588"/>
          <p14:tracePt t="137393" x="4259263" y="946150"/>
          <p14:tracePt t="137403" x="4224338" y="993775"/>
          <p14:tracePt t="137414" x="4211638" y="1020763"/>
          <p14:tracePt t="137427" x="4211638" y="1047750"/>
          <p14:tracePt t="137436" x="4211638" y="1074738"/>
          <p14:tracePt t="137447" x="4224338" y="1095375"/>
          <p14:tracePt t="137460" x="4238625" y="1109663"/>
          <p14:tracePt t="137470" x="4271963" y="1122363"/>
          <p14:tracePt t="137481" x="4300538" y="1136650"/>
          <p14:tracePt t="137493" x="4313238" y="1136650"/>
          <p14:tracePt t="137504" x="4354513" y="1136650"/>
          <p14:tracePt t="137515" x="4402138" y="1136650"/>
          <p14:tracePt t="137527" x="4456113" y="1136650"/>
          <p14:tracePt t="137538" x="4497388" y="1136650"/>
          <p14:tracePt t="137549" x="4545013" y="1122363"/>
          <p14:tracePt t="137561" x="4586288" y="1109663"/>
          <p14:tracePt t="137571" x="4613275" y="1109663"/>
          <p14:tracePt t="137582" x="4625975" y="1095375"/>
          <p14:tracePt t="137594" x="4625975" y="1074738"/>
          <p14:tracePt t="137605" x="4646613" y="1062038"/>
          <p14:tracePt t="137627" x="4646613" y="1047750"/>
          <p14:tracePt t="137639" x="4646613" y="1033463"/>
          <p14:tracePt t="137672" x="4646613" y="1020763"/>
          <p14:tracePt t="137706" x="4646613" y="1006475"/>
          <p14:tracePt t="137729" x="4646613" y="993775"/>
          <p14:tracePt t="137740" x="4646613" y="979488"/>
          <p14:tracePt t="137762" x="4646613" y="966788"/>
          <p14:tracePt t="137796" x="4625975" y="966788"/>
          <p14:tracePt t="138010" x="4646613" y="946150"/>
          <p14:tracePt t="138013" x="4646613" y="931863"/>
          <p14:tracePt t="138023" x="4625975" y="919163"/>
          <p14:tracePt t="138034" x="4613275" y="890588"/>
          <p14:tracePt t="138044" x="4598988" y="877888"/>
          <p14:tracePt t="138056" x="4572000" y="850900"/>
          <p14:tracePt t="138067" x="4545013" y="836613"/>
          <p14:tracePt t="138079" x="4497388" y="815975"/>
          <p14:tracePt t="138089" x="4456113" y="803275"/>
          <p14:tracePt t="138101" x="4429125" y="803275"/>
          <p14:tracePt t="138114" x="4402138" y="815975"/>
          <p14:tracePt t="138124" x="4367213" y="836613"/>
          <p14:tracePt t="138136" x="4340225" y="863600"/>
          <p14:tracePt t="138148" x="4313238" y="877888"/>
          <p14:tracePt t="138157" x="4300538" y="904875"/>
          <p14:tracePt t="138169" x="4286250" y="931863"/>
          <p14:tracePt t="138181" x="4286250" y="966788"/>
          <p14:tracePt t="138190" x="4286250" y="993775"/>
          <p14:tracePt t="138202" x="4286250" y="1006475"/>
          <p14:tracePt t="138213" x="4300538" y="1033463"/>
          <p14:tracePt t="138235" x="4327525" y="1047750"/>
          <p14:tracePt t="138248" x="4354513" y="1062038"/>
          <p14:tracePt t="138258" x="4387850" y="1062038"/>
          <p14:tracePt t="138270" x="4429125" y="1062038"/>
          <p14:tracePt t="138280" x="4456113" y="1062038"/>
          <p14:tracePt t="138291" x="4518025" y="1062038"/>
          <p14:tracePt t="138303" x="4557713" y="1062038"/>
          <p14:tracePt t="138314" x="4598988" y="1047750"/>
          <p14:tracePt t="138325" x="4646613" y="1020763"/>
          <p14:tracePt t="138337" x="4673600" y="993775"/>
          <p14:tracePt t="138370" x="4687888" y="979488"/>
          <p14:tracePt t="138373" x="4700588" y="931863"/>
          <p14:tracePt t="138382" x="4687888" y="890588"/>
          <p14:tracePt t="138388" x="4687888" y="863600"/>
          <p14:tracePt t="138394" x="4660900" y="815975"/>
          <p14:tracePt t="138404" x="4646613" y="788988"/>
          <p14:tracePt t="138416" x="4598988" y="776288"/>
          <p14:tracePt t="138430" x="4572000" y="747713"/>
          <p14:tracePt t="138440" x="4530725" y="747713"/>
          <p14:tracePt t="138451" x="4483100" y="735013"/>
          <p14:tracePt t="138460" x="4443413" y="735013"/>
          <p14:tracePt t="138471" x="4387850" y="747713"/>
          <p14:tracePt t="138483" x="4313238" y="762000"/>
          <p14:tracePt t="138494" x="4238625" y="788988"/>
          <p14:tracePt t="138505" x="4211638" y="803275"/>
          <p14:tracePt t="138516" x="4170363" y="850900"/>
          <p14:tracePt t="138528" x="4157663" y="877888"/>
          <p14:tracePt t="138539" x="4157663" y="904875"/>
          <p14:tracePt t="138550" x="4157663" y="931863"/>
          <p14:tracePt t="138562" x="4157663" y="979488"/>
          <p14:tracePt t="138573" x="4170363" y="1020763"/>
          <p14:tracePt t="138584" x="4197350" y="1047750"/>
          <p14:tracePt t="138597" x="4224338" y="1095375"/>
          <p14:tracePt t="138607" x="4271963" y="1122363"/>
          <p14:tracePt t="138618" x="4300538" y="1136650"/>
          <p14:tracePt t="138630" x="4313238" y="1149350"/>
          <p14:tracePt t="138651" x="4327525" y="1163638"/>
          <p14:tracePt t="138775" x="4327525" y="1149350"/>
          <p14:tracePt t="138797" x="4340225" y="1149350"/>
          <p14:tracePt t="138809" x="4354513" y="1149350"/>
          <p14:tracePt t="138820" x="4367213" y="1149350"/>
          <p14:tracePt t="138832" x="4387850" y="1149350"/>
          <p14:tracePt t="138843" x="4414838" y="1149350"/>
          <p14:tracePt t="138854" x="4456113" y="1149350"/>
          <p14:tracePt t="138866" x="4483100" y="1149350"/>
          <p14:tracePt t="138877" x="4530725" y="1149350"/>
          <p14:tracePt t="138889" x="4572000" y="1136650"/>
          <p14:tracePt t="138902" x="4613275" y="1122363"/>
          <p14:tracePt t="138912" x="4625975" y="1109663"/>
          <p14:tracePt t="138922" x="4660900" y="1062038"/>
          <p14:tracePt t="138935" x="4687888" y="1033463"/>
          <p14:tracePt t="138945" x="4700588" y="993775"/>
          <p14:tracePt t="138957" x="4714875" y="931863"/>
          <p14:tracePt t="138968" x="4714875" y="877888"/>
          <p14:tracePt t="138978" x="4714875" y="836613"/>
          <p14:tracePt t="138989" x="4714875" y="788988"/>
          <p14:tracePt t="139001" x="4700588" y="762000"/>
          <p14:tracePt t="139011" x="4700588" y="735013"/>
          <p14:tracePt t="139023" x="4687888" y="720725"/>
          <p14:tracePt t="139035" x="4673600" y="708025"/>
          <p14:tracePt t="139045" x="4646613" y="687388"/>
          <p14:tracePt t="139057" x="4613275" y="673100"/>
          <p14:tracePt t="139070" x="4586288" y="673100"/>
          <p14:tracePt t="139080" x="4545013" y="673100"/>
          <p14:tracePt t="139091" x="4497388" y="673100"/>
          <p14:tracePt t="139102" x="4443413" y="687388"/>
          <p14:tracePt t="139113" x="4402138" y="687388"/>
          <p14:tracePt t="139124" x="4340225" y="708025"/>
          <p14:tracePt t="139136" x="4286250" y="720725"/>
          <p14:tracePt t="139147" x="4259263" y="747713"/>
          <p14:tracePt t="139159" x="4224338" y="762000"/>
          <p14:tracePt t="139169" x="4197350" y="776288"/>
          <p14:tracePt t="139180" x="4184650" y="803275"/>
          <p14:tracePt t="139192" x="4170363" y="815975"/>
          <p14:tracePt t="139203" x="4170363" y="836613"/>
          <p14:tracePt t="139214" x="4170363" y="850900"/>
          <p14:tracePt t="139226" x="4157663" y="863600"/>
          <p14:tracePt t="139237" x="4157663" y="877888"/>
          <p14:tracePt t="139248" x="4157663" y="890588"/>
          <p14:tracePt t="139259" x="4170363" y="904875"/>
          <p14:tracePt t="139271" x="4170363" y="919163"/>
          <p14:tracePt t="139282" x="4170363" y="931863"/>
          <p14:tracePt t="139304" x="4170363" y="946150"/>
          <p14:tracePt t="139316" x="4184650" y="946150"/>
          <p14:tracePt t="139326" x="4184650" y="966788"/>
          <p14:tracePt t="139338" x="4197350" y="979488"/>
          <p14:tracePt t="139360" x="4197350" y="993775"/>
          <p14:tracePt t="139372" x="4211638" y="993775"/>
          <p14:tracePt t="139394" x="4224338" y="1006475"/>
          <p14:tracePt t="139418" x="4238625" y="1006475"/>
          <p14:tracePt t="139450" x="4259263" y="1006475"/>
          <p14:tracePt t="139484" x="4271963" y="1006475"/>
          <p14:tracePt t="139528" x="4286250" y="1006475"/>
          <p14:tracePt t="139551" x="4300538" y="1006475"/>
          <p14:tracePt t="139562" x="4313238" y="1020763"/>
          <p14:tracePt t="139575" x="4327525" y="1020763"/>
          <p14:tracePt t="139586" x="4354513" y="1020763"/>
          <p14:tracePt t="139597" x="4367213" y="1033463"/>
          <p14:tracePt t="139608" x="4387850" y="1033463"/>
          <p14:tracePt t="139619" x="4414838" y="1047750"/>
          <p14:tracePt t="139631" x="4443413" y="1047750"/>
          <p14:tracePt t="139643" x="4470400" y="1047750"/>
          <p14:tracePt t="139654" x="4518025" y="1062038"/>
          <p14:tracePt t="139666" x="4545013" y="1062038"/>
          <p14:tracePt t="139676" x="4586288" y="1047750"/>
          <p14:tracePt t="139688" x="4646613" y="1047750"/>
          <p14:tracePt t="139698" x="4700588" y="1020763"/>
          <p14:tracePt t="139710" x="4741863" y="1006475"/>
          <p14:tracePt t="139722" x="4776788" y="979488"/>
          <p14:tracePt t="139733" x="4816475" y="946150"/>
          <p14:tracePt t="139743" x="4830763" y="904875"/>
          <p14:tracePt t="139755" x="4830763" y="890588"/>
          <p14:tracePt t="139766" x="4830763" y="863600"/>
          <p14:tracePt t="139776" x="4830763" y="836613"/>
          <p14:tracePt t="139788" x="4830763" y="815975"/>
          <p14:tracePt t="139800" x="4816475" y="788988"/>
          <p14:tracePt t="139810" x="4803775" y="776288"/>
          <p14:tracePt t="139822" x="4776788" y="747713"/>
          <p14:tracePt t="139834" x="4741863" y="735013"/>
          <p14:tracePt t="139844" x="4700588" y="720725"/>
          <p14:tracePt t="139856" x="4646613" y="708025"/>
          <p14:tracePt t="139868" x="4598988" y="687388"/>
          <p14:tracePt t="139878" x="4557713" y="673100"/>
          <p14:tracePt t="139890" x="4518025" y="673100"/>
          <p14:tracePt t="139901" x="4470400" y="673100"/>
          <p14:tracePt t="139911" x="4456113" y="673100"/>
          <p14:tracePt t="139923" x="4429125" y="687388"/>
          <p14:tracePt t="139934" x="4414838" y="708025"/>
          <p14:tracePt t="139945" x="4402138" y="720725"/>
          <p14:tracePt t="139957" x="4387850" y="735013"/>
          <p14:tracePt t="139968" x="4387850" y="747713"/>
          <p14:tracePt t="139990" x="4367213" y="762000"/>
          <p14:tracePt t="139991" x="4367213" y="776288"/>
          <p14:tracePt t="140002" x="4367213" y="788988"/>
          <p14:tracePt t="140013" x="4354513" y="803275"/>
          <p14:tracePt t="140025" x="4354513" y="815975"/>
          <p14:tracePt t="140036" x="4354513" y="836613"/>
          <p14:tracePt t="140046" x="4354513" y="850900"/>
          <p14:tracePt t="140058" x="4354513" y="863600"/>
          <p14:tracePt t="140069" x="4340225" y="877888"/>
          <p14:tracePt t="140080" x="4340225" y="904875"/>
          <p14:tracePt t="140091" x="4340225" y="919163"/>
          <p14:tracePt t="140103" x="4340225" y="946150"/>
          <p14:tracePt t="140114" x="4354513" y="966788"/>
          <p14:tracePt t="140126" x="4354513" y="993775"/>
          <p14:tracePt t="140137" x="4354513" y="1020763"/>
          <p14:tracePt t="140148" x="4367213" y="1033463"/>
          <p14:tracePt t="140160" x="4387850" y="1062038"/>
          <p14:tracePt t="140171" x="4402138" y="1095375"/>
          <p14:tracePt t="140183" x="4429125" y="1109663"/>
          <p14:tracePt t="140193" x="4443413" y="1122363"/>
          <p14:tracePt t="140204" x="4470400" y="1149350"/>
          <p14:tracePt t="140217" x="4497388" y="1149350"/>
          <p14:tracePt t="140226" x="4518025" y="1163638"/>
          <p14:tracePt t="140238" x="4530725" y="1163638"/>
          <p14:tracePt t="140250" x="4557713" y="1163638"/>
          <p14:tracePt t="140260" x="4572000" y="1163638"/>
          <p14:tracePt t="140271" x="4586288" y="1163638"/>
          <p14:tracePt t="140284" x="4613275" y="1163638"/>
          <p14:tracePt t="140294" x="4625975" y="1149350"/>
          <p14:tracePt t="140306" x="4660900" y="1136650"/>
          <p14:tracePt t="140317" x="4673600" y="1122363"/>
          <p14:tracePt t="140328" x="4700588" y="1109663"/>
          <p14:tracePt t="140339" x="4729163" y="1074738"/>
          <p14:tracePt t="140351" x="4741863" y="1033463"/>
          <p14:tracePt t="140361" x="4776788" y="1006475"/>
          <p14:tracePt t="140373" x="4789488" y="979488"/>
          <p14:tracePt t="140385" x="4803775" y="946150"/>
          <p14:tracePt t="140395" x="4816475" y="919163"/>
          <p14:tracePt t="140407" x="4816475" y="904875"/>
          <p14:tracePt t="140418" x="4816475" y="877888"/>
          <p14:tracePt t="140429" x="4816475" y="863600"/>
          <p14:tracePt t="140440" x="4816475" y="850900"/>
          <p14:tracePt t="140462" x="4816475" y="836613"/>
          <p14:tracePt t="140467" x="4803775" y="815975"/>
          <p14:tracePt t="140475" x="4789488" y="803275"/>
          <p14:tracePt t="140486" x="4776788" y="788988"/>
          <p14:tracePt t="140497" x="4741863" y="762000"/>
          <p14:tracePt t="140509" x="4714875" y="747713"/>
          <p14:tracePt t="140519" x="4687888" y="735013"/>
          <p14:tracePt t="140530" x="4646613" y="720725"/>
          <p14:tracePt t="140542" x="4598988" y="708025"/>
          <p14:tracePt t="140553" x="4557713" y="687388"/>
          <p14:tracePt t="140564" x="4518025" y="687388"/>
          <p14:tracePt t="140575" x="4483100" y="687388"/>
          <p14:tracePt t="140586" x="4443413" y="708025"/>
          <p14:tracePt t="140597" x="4414838" y="720725"/>
          <p14:tracePt t="140609" x="4387850" y="747713"/>
          <p14:tracePt t="140621" x="4354513" y="776288"/>
          <p14:tracePt t="140631" x="4340225" y="815975"/>
          <p14:tracePt t="140643" x="4327525" y="850900"/>
          <p14:tracePt t="140654" x="4313238" y="890588"/>
          <p14:tracePt t="140666" x="4313238" y="931863"/>
          <p14:tracePt t="140676" x="4313238" y="966788"/>
          <p14:tracePt t="140688" x="4313238" y="1006475"/>
          <p14:tracePt t="140700" x="4327525" y="1033463"/>
          <p14:tracePt t="140710" x="4340225" y="1062038"/>
          <p14:tracePt t="140722" x="4354513" y="1095375"/>
          <p14:tracePt t="140734" x="4367213" y="1109663"/>
          <p14:tracePt t="140744" x="4387850" y="1122363"/>
          <p14:tracePt t="140755" x="4402138" y="1122363"/>
          <p14:tracePt t="140767" x="4414838" y="1136650"/>
          <p14:tracePt t="140778" x="4443413" y="1136650"/>
          <p14:tracePt t="140789" x="4456113" y="1136650"/>
          <p14:tracePt t="140801" x="4470400" y="1136650"/>
          <p14:tracePt t="140811" x="4483100" y="1136650"/>
          <p14:tracePt t="140823" x="4497388" y="1136650"/>
          <p14:tracePt t="141644" x="4518025" y="1136650"/>
          <p14:tracePt t="141655" x="4545013" y="1136650"/>
          <p14:tracePt t="141666" x="4586288" y="1122363"/>
          <p14:tracePt t="141680" x="4646613" y="1109663"/>
          <p14:tracePt t="141689" x="4687888" y="1074738"/>
          <p14:tracePt t="141701" x="4741863" y="1047750"/>
          <p14:tracePt t="141712" x="4803775" y="1020763"/>
          <p14:tracePt t="141723" x="4816475" y="1006475"/>
          <p14:tracePt t="141734" x="4843463" y="979488"/>
          <p14:tracePt t="141746" x="4843463" y="946150"/>
          <p14:tracePt t="141756" x="4857750" y="931863"/>
          <p14:tracePt t="141768" x="4857750" y="919163"/>
          <p14:tracePt t="141780" x="4843463" y="904875"/>
          <p14:tracePt t="141790" x="4843463" y="890588"/>
          <p14:tracePt t="141802" x="4830763" y="877888"/>
          <p14:tracePt t="141814" x="4816475" y="863600"/>
          <p14:tracePt t="141824" x="4789488" y="850900"/>
          <p14:tracePt t="141836" x="4776788" y="850900"/>
          <p14:tracePt t="141848" x="4756150" y="850900"/>
          <p14:tracePt t="141857" x="4729163" y="850900"/>
          <p14:tracePt t="141869" x="4700588" y="850900"/>
          <p14:tracePt t="141880" x="4673600" y="850900"/>
          <p14:tracePt t="141891" x="4646613" y="863600"/>
          <p14:tracePt t="141903" x="4598988" y="890588"/>
          <p14:tracePt t="141914" x="4557713" y="919163"/>
          <p14:tracePt t="141925" x="4545013" y="946150"/>
          <p14:tracePt t="141937" x="4518025" y="993775"/>
          <p14:tracePt t="141948" x="4497388" y="1020763"/>
          <p14:tracePt t="141959" x="4497388" y="1062038"/>
          <p14:tracePt t="141970" x="4497388" y="1095375"/>
          <p14:tracePt t="141982" x="4497388" y="1122363"/>
          <p14:tracePt t="141993" x="4518025" y="1149350"/>
          <p14:tracePt t="142005" x="4518025" y="1163638"/>
          <p14:tracePt t="142016" x="4530725" y="1176338"/>
          <p14:tracePt t="142026" x="4557713" y="1190625"/>
          <p14:tracePt t="142038" x="4572000" y="1190625"/>
          <p14:tracePt t="142049" x="4586288" y="1190625"/>
          <p14:tracePt t="142060" x="4613275" y="1190625"/>
          <p14:tracePt t="142071" x="4646613" y="1190625"/>
          <p14:tracePt t="142083" x="4660900" y="1176338"/>
          <p14:tracePt t="142094" x="4700588" y="1163638"/>
          <p14:tracePt t="142106" x="4729163" y="1149350"/>
          <p14:tracePt t="142117" x="4756150" y="1122363"/>
          <p14:tracePt t="142128" x="4789488" y="1095375"/>
          <p14:tracePt t="142139" x="4803775" y="1062038"/>
          <p14:tracePt t="142151" x="4816475" y="1020763"/>
          <p14:tracePt t="142163" x="4816475" y="993775"/>
          <p14:tracePt t="142173" x="4816475" y="966788"/>
          <p14:tracePt t="142184" x="4803775" y="931863"/>
          <p14:tracePt t="142196" x="4789488" y="919163"/>
          <p14:tracePt t="142207" x="4756150" y="904875"/>
          <p14:tracePt t="142218" x="4714875" y="890588"/>
          <p14:tracePt t="142230" x="4687888" y="877888"/>
          <p14:tracePt t="142240" x="4646613" y="877888"/>
          <p14:tracePt t="142252" x="4613275" y="877888"/>
          <p14:tracePt t="142264" x="4572000" y="890588"/>
          <p14:tracePt t="142274" x="4530725" y="919163"/>
          <p14:tracePt t="142285" x="4518025" y="931863"/>
          <p14:tracePt t="142297" x="4470400" y="979488"/>
          <p14:tracePt t="142308" x="4456113" y="1006475"/>
          <p14:tracePt t="142319" x="4456113" y="1062038"/>
          <p14:tracePt t="142331" x="4456113" y="1109663"/>
          <p14:tracePt t="142341" x="4483100" y="1149350"/>
          <p14:tracePt t="142353" x="4530725" y="1211263"/>
          <p14:tracePt t="142365" x="4598988" y="1252538"/>
          <p14:tracePt t="142375" x="4660900" y="1279525"/>
          <p14:tracePt t="142387" x="4729163" y="1292225"/>
          <p14:tracePt t="142398" x="4803775" y="1292225"/>
          <p14:tracePt t="142409" x="4843463" y="1292225"/>
          <p14:tracePt t="142420" x="4884738" y="1279525"/>
          <p14:tracePt t="142432" x="4919663" y="1265238"/>
          <p14:tracePt t="142443" x="4932363" y="1252538"/>
          <p14:tracePt t="142455" x="4946650" y="1223963"/>
          <p14:tracePt t="142467" x="4946650" y="1163638"/>
          <p14:tracePt t="142477" x="4919663" y="1109663"/>
          <p14:tracePt t="142489" x="4905375" y="1047750"/>
          <p14:tracePt t="142499" x="4830763" y="979488"/>
          <p14:tracePt t="142510" x="4756150" y="904875"/>
          <p14:tracePt t="142521" x="4673600" y="850900"/>
          <p14:tracePt t="142533" x="4586288" y="815975"/>
          <p14:tracePt t="142566" x="4483100" y="788988"/>
          <p14:tracePt t="142567" x="4387850" y="788988"/>
          <p14:tracePt t="142578" x="4327525" y="803275"/>
          <p14:tracePt t="142582" x="4259263" y="836613"/>
          <p14:tracePt t="142590" x="4211638" y="877888"/>
          <p14:tracePt t="142601" x="4197350" y="919163"/>
          <p14:tracePt t="142614" x="4184650" y="946150"/>
          <p14:tracePt t="142623" x="4184650" y="993775"/>
          <p14:tracePt t="142634" x="4184650" y="1033463"/>
          <p14:tracePt t="142646" x="4211638" y="1074738"/>
          <p14:tracePt t="142657" x="4224338" y="1109663"/>
          <p14:tracePt t="142668" x="4259263" y="1136650"/>
          <p14:tracePt t="142680" x="4300538" y="1163638"/>
          <p14:tracePt t="142692" x="4340225" y="1163638"/>
          <p14:tracePt t="142703" x="4402138" y="1176338"/>
          <p14:tracePt t="142714" x="4456113" y="1176338"/>
          <p14:tracePt t="142724" x="4530725" y="1163638"/>
          <p14:tracePt t="142735" x="4586288" y="1149350"/>
          <p14:tracePt t="142748" x="4646613" y="1122363"/>
          <p14:tracePt t="142758" x="4687888" y="1095375"/>
          <p14:tracePt t="142770" x="4714875" y="1062038"/>
          <p14:tracePt t="142781" x="4714875" y="1020763"/>
          <p14:tracePt t="142791" x="4714875" y="979488"/>
          <p14:tracePt t="142803" x="4687888" y="919163"/>
          <p14:tracePt t="142814" x="4646613" y="877888"/>
          <p14:tracePt t="142825" x="4572000" y="836613"/>
          <p14:tracePt t="142837" x="4483100" y="788988"/>
          <p14:tracePt t="142848" x="4429125" y="776288"/>
          <p14:tracePt t="142859" x="4367213" y="776288"/>
          <p14:tracePt t="142870" x="4327525" y="776288"/>
          <p14:tracePt t="142881" x="4300538" y="788988"/>
          <p14:tracePt t="142893" x="4286250" y="815975"/>
          <p14:tracePt t="142904" x="4271963" y="863600"/>
          <p14:tracePt t="142916" x="4271963" y="931863"/>
          <p14:tracePt t="142926" x="4286250" y="993775"/>
          <p14:tracePt t="142938" x="4300538" y="1033463"/>
          <p14:tracePt t="142950" x="4354513" y="1095375"/>
          <p14:tracePt t="142960" x="4402138" y="1122363"/>
          <p14:tracePt t="142971" x="4443413" y="1149350"/>
          <p14:tracePt t="142983" x="4497388" y="1163638"/>
          <p14:tracePt t="142994" x="4545013" y="1176338"/>
          <p14:tracePt t="143006" x="4572000" y="1176338"/>
          <p14:tracePt t="143017" x="4598988" y="1176338"/>
          <p14:tracePt t="143027" x="4613275" y="1176338"/>
          <p14:tracePt t="143039" x="4646613" y="1149350"/>
          <p14:tracePt t="143050" x="4660900" y="1136650"/>
          <p14:tracePt t="143063" x="4660900" y="1095375"/>
          <p14:tracePt t="143072" x="4646613" y="1047750"/>
          <p14:tracePt t="143084" x="4625975" y="993775"/>
          <p14:tracePt t="143096" x="4598988" y="966788"/>
          <p14:tracePt t="143106" x="4545013" y="919163"/>
          <p14:tracePt t="143118" x="4483100" y="890588"/>
          <p14:tracePt t="143130" x="4414838" y="877888"/>
          <p14:tracePt t="143140" x="4367213" y="863600"/>
          <p14:tracePt t="143151" x="4327525" y="863600"/>
          <p14:tracePt t="143164" x="4286250" y="863600"/>
          <p14:tracePt t="143174" x="4271963" y="877888"/>
          <p14:tracePt t="143186" x="4259263" y="890588"/>
          <p14:tracePt t="143197" x="4238625" y="904875"/>
          <p14:tracePt t="143207" x="4238625" y="931863"/>
          <p14:tracePt t="143219" x="4238625" y="946150"/>
          <p14:tracePt t="143231" x="4259263" y="979488"/>
          <p14:tracePt t="143242" x="4271963" y="993775"/>
          <p14:tracePt t="143253" x="4271963" y="1006475"/>
          <p14:tracePt t="143265" x="4300538" y="1020763"/>
          <p14:tracePt t="143275" x="4313238" y="1033463"/>
          <p14:tracePt t="143287" x="4340225" y="1033463"/>
          <p14:tracePt t="143298" x="4354513" y="1033463"/>
          <p14:tracePt t="143309" x="4387850" y="1033463"/>
          <p14:tracePt t="143320" x="4402138" y="1033463"/>
          <p14:tracePt t="143331" x="4414838" y="1020763"/>
          <p14:tracePt t="143342" x="4429125" y="1020763"/>
          <p14:tracePt t="143354" x="4443413" y="1020763"/>
          <p14:tracePt t="143399" x="4443413" y="1006475"/>
          <p14:tracePt t="143444" x="4443413" y="1020763"/>
          <p14:tracePt t="143466" x="4429125" y="1020763"/>
          <p14:tracePt t="143477" x="4429125" y="1033463"/>
          <p14:tracePt t="143489" x="4414838" y="1033463"/>
          <p14:tracePt t="144242" x="4429125" y="1033463"/>
          <p14:tracePt t="144288" x="4429125" y="1020763"/>
          <p14:tracePt t="144332" x="4443413" y="1020763"/>
          <p14:tracePt t="144523" x="4456113" y="1020763"/>
          <p14:tracePt t="144568" x="4456113" y="1006475"/>
          <p14:tracePt t="144580" x="4470400" y="979488"/>
          <p14:tracePt t="144592" x="4483100" y="946150"/>
          <p14:tracePt t="144603" x="4483100" y="919163"/>
          <p14:tracePt t="144614" x="4483100" y="890588"/>
          <p14:tracePt t="144626" x="4483100" y="850900"/>
          <p14:tracePt t="144637" x="4470400" y="836613"/>
          <p14:tracePt t="144659" x="4443413" y="803275"/>
          <p14:tracePt t="144662" x="4429125" y="788988"/>
          <p14:tracePt t="144670" x="4414838" y="788988"/>
          <p14:tracePt t="144682" x="4402138" y="776288"/>
          <p14:tracePt t="144693" x="4387850" y="776288"/>
          <p14:tracePt t="144705" x="4354513" y="776288"/>
          <p14:tracePt t="144717" x="4340225" y="776288"/>
          <p14:tracePt t="144728" x="4313238" y="776288"/>
          <p14:tracePt t="144738" x="4271963" y="776288"/>
          <p14:tracePt t="144750" x="4238625" y="776288"/>
          <p14:tracePt t="144761" x="4211638" y="776288"/>
          <p14:tracePt t="144771" x="4170363" y="776288"/>
          <p14:tracePt t="144783" x="4143375" y="788988"/>
          <p14:tracePt t="144794" x="4122738" y="803275"/>
          <p14:tracePt t="144805" x="4095750" y="815975"/>
          <p14:tracePt t="144817" x="4095750" y="850900"/>
          <p14:tracePt t="144828" x="4081463" y="863600"/>
          <p14:tracePt t="144839" x="4081463" y="890588"/>
          <p14:tracePt t="144850" x="4095750" y="904875"/>
          <p14:tracePt t="144861" x="4110038" y="931863"/>
          <p14:tracePt t="144873" x="4110038" y="966788"/>
          <p14:tracePt t="144884" x="4143375" y="1006475"/>
          <p14:tracePt t="144896" x="4170363" y="1033463"/>
          <p14:tracePt t="144908" x="4197350" y="1062038"/>
          <p14:tracePt t="144918" x="4211638" y="1074738"/>
          <p14:tracePt t="144929" x="4238625" y="1095375"/>
          <p14:tracePt t="144941" x="4271963" y="1109663"/>
          <p14:tracePt t="144952" x="4300538" y="1109663"/>
          <p14:tracePt t="144963" x="4327525" y="1122363"/>
          <p14:tracePt t="144975" x="4340225" y="1122363"/>
          <p14:tracePt t="144985" x="4367213" y="1122363"/>
          <p14:tracePt t="144999" x="4387850" y="1122363"/>
          <p14:tracePt t="145018" x="4402138" y="1122363"/>
          <p14:tracePt t="145086" x="4414838" y="1122363"/>
          <p14:tracePt t="145098" x="4429125" y="1136650"/>
          <p14:tracePt t="145548" x="4443413" y="1122363"/>
          <p14:tracePt t="145560" x="4429125" y="1122363"/>
          <p14:tracePt t="145592" x="4429125" y="1109663"/>
          <p14:tracePt t="145615" x="4429125" y="1122363"/>
          <p14:tracePt t="145626" x="4414838" y="1122363"/>
          <p14:tracePt t="145660" x="4402138" y="1136650"/>
          <p14:tracePt t="145671" x="4402138" y="1163638"/>
          <p14:tracePt t="145683" x="4402138" y="1190625"/>
          <p14:tracePt t="145705" x="4402138" y="1223963"/>
          <p14:tracePt t="145708" x="4414838" y="1279525"/>
          <p14:tracePt t="145717" x="4443413" y="1381125"/>
          <p14:tracePt t="145730" x="4483100" y="1470025"/>
          <p14:tracePt t="145739" x="4557713" y="1639888"/>
          <p14:tracePt t="145752" x="4646613" y="1824038"/>
          <p14:tracePt t="145761" x="4756150" y="2041525"/>
          <p14:tracePt t="145773" x="4872038" y="2211388"/>
          <p14:tracePt t="145786" x="5062538" y="2428875"/>
          <p14:tracePt t="145797" x="5280025" y="2633663"/>
          <p14:tracePt t="145808" x="5462588" y="2789238"/>
          <p14:tracePt t="145818" x="5592763" y="2878138"/>
          <p14:tracePt t="145831" x="5748338" y="2959100"/>
          <p14:tracePt t="145841" x="5911850" y="3021013"/>
          <p14:tracePt t="145852" x="5994400" y="3048000"/>
          <p14:tracePt t="145866" x="6069013" y="3062288"/>
          <p14:tracePt t="145875" x="6096000" y="3062288"/>
          <p14:tracePt t="145887" x="6081713" y="3074988"/>
          <p14:tracePt t="146155" x="6096000" y="3074988"/>
          <p14:tracePt t="146200" x="6110288" y="3074988"/>
          <p14:tracePt t="146223" x="6122988" y="3074988"/>
          <p14:tracePt t="146245" x="6137275" y="3074988"/>
          <p14:tracePt t="146258" x="6149975" y="3089275"/>
          <p14:tracePt t="146269" x="6184900" y="3089275"/>
          <p14:tracePt t="146279" x="6197600" y="3089275"/>
          <p14:tracePt t="146292" x="6224588" y="3089275"/>
          <p14:tracePt t="146302" x="6238875" y="3101975"/>
          <p14:tracePt t="146312" x="6253163" y="3101975"/>
          <p14:tracePt t="146326" x="6265863" y="3101975"/>
          <p14:tracePt t="146346" x="6280150" y="3101975"/>
          <p14:tracePt t="146875" x="6280150" y="3122613"/>
          <p14:tracePt t="146887" x="6265863" y="3122613"/>
          <p14:tracePt t="146898" x="6265863" y="3136900"/>
          <p14:tracePt t="146931" x="6265863" y="3149600"/>
          <p14:tracePt t="146942" x="6265863" y="3163888"/>
          <p14:tracePt t="146965" x="6253163" y="3176588"/>
          <p14:tracePt t="146978" x="6238875" y="3176588"/>
          <p14:tracePt t="147730" x="6253163" y="3176588"/>
          <p14:tracePt t="147910" x="6265863" y="3176588"/>
          <p14:tracePt t="148022" x="6265863" y="3190875"/>
          <p14:tracePt t="148045" x="6265863" y="3205163"/>
          <p14:tracePt t="148068" x="6265863" y="3217863"/>
          <p14:tracePt t="148070" x="6265863" y="3252788"/>
          <p14:tracePt t="148081" x="6265863" y="3265488"/>
          <p14:tracePt t="148090" x="6280150" y="3265488"/>
          <p14:tracePt t="148102" x="6280150" y="3279775"/>
          <p14:tracePt t="148115" x="6300788" y="3292475"/>
          <p14:tracePt t="148147" x="6280150" y="3292475"/>
          <p14:tracePt t="148281" x="6280150" y="3279775"/>
          <p14:tracePt t="148292" x="6280150" y="3265488"/>
          <p14:tracePt t="148304" x="6300788" y="3252788"/>
          <p14:tracePt t="148315" x="6280150" y="3232150"/>
          <p14:tracePt t="148327" x="6265863" y="3217863"/>
          <p14:tracePt t="148338" x="6253163" y="3205163"/>
          <p14:tracePt t="148349" x="6238875" y="3205163"/>
          <p14:tracePt t="148362" x="6224588" y="3205163"/>
          <p14:tracePt t="148372" x="6197600" y="3205163"/>
          <p14:tracePt t="148383" x="6170613" y="3217863"/>
          <p14:tracePt t="148396" x="6149975" y="3232150"/>
          <p14:tracePt t="148406" x="6122988" y="3279775"/>
          <p14:tracePt t="148417" x="6110288" y="3306763"/>
          <p14:tracePt t="148431" x="6110288" y="3333750"/>
          <p14:tracePt t="148440" x="6110288" y="3360738"/>
          <p14:tracePt t="148452" x="6122988" y="3381375"/>
          <p14:tracePt t="148463" x="6137275" y="3408363"/>
          <p14:tracePt t="148474" x="6149975" y="3408363"/>
          <p14:tracePt t="148485" x="6211888" y="3422650"/>
          <p14:tracePt t="148496" x="6265863" y="3435350"/>
          <p14:tracePt t="148506" x="6300788" y="3435350"/>
          <p14:tracePt t="148518" x="6340475" y="3435350"/>
          <p14:tracePt t="148529" x="6381750" y="3422650"/>
          <p14:tracePt t="148540" x="6396038" y="3395663"/>
          <p14:tracePt t="148553" x="6408738" y="3381375"/>
          <p14:tracePt t="148564" x="6408738" y="3348038"/>
          <p14:tracePt t="148574" x="6396038" y="3333750"/>
          <p14:tracePt t="148586" x="6381750" y="3306763"/>
          <p14:tracePt t="148597" x="6354763" y="3292475"/>
          <p14:tracePt t="148608" x="6300788" y="3265488"/>
          <p14:tracePt t="148620" x="6238875" y="3252788"/>
          <p14:tracePt t="148631" x="6211888" y="3252788"/>
          <p14:tracePt t="148641" x="6170613" y="3252788"/>
          <p14:tracePt t="148653" x="6137275" y="3265488"/>
          <p14:tracePt t="148664" x="6110288" y="3279775"/>
          <p14:tracePt t="148675" x="6081713" y="3292475"/>
          <p14:tracePt t="148687" x="6069013" y="3319463"/>
          <p14:tracePt t="148698" x="6069013" y="3360738"/>
          <p14:tracePt t="148709" x="6069013" y="3381375"/>
          <p14:tracePt t="148720" x="6081713" y="3408363"/>
          <p14:tracePt t="148732" x="6110288" y="3435350"/>
          <p14:tracePt t="148742" x="6149975" y="3462338"/>
          <p14:tracePt t="148755" x="6211888" y="3476625"/>
          <p14:tracePt t="148765" x="6265863" y="3497263"/>
          <p14:tracePt t="148777" x="6327775" y="3497263"/>
          <p14:tracePt t="148788" x="6367463" y="3497263"/>
          <p14:tracePt t="148799" x="6408738" y="3497263"/>
          <p14:tracePt t="148811" x="6456363" y="3476625"/>
          <p14:tracePt t="148822" x="6483350" y="3462338"/>
          <p14:tracePt t="148855" x="6483350" y="3449638"/>
          <p14:tracePt t="148858" x="6483350" y="3435350"/>
          <p14:tracePt t="148867" x="6470650" y="3422650"/>
          <p14:tracePt t="148881" x="6429375" y="3408363"/>
          <p14:tracePt t="148891" x="6367463" y="3395663"/>
          <p14:tracePt t="148902" x="6313488" y="3395663"/>
          <p14:tracePt t="148913" x="6265863" y="3395663"/>
          <p14:tracePt t="148923" x="6224588" y="3395663"/>
          <p14:tracePt t="148934" x="6197600" y="3395663"/>
          <p14:tracePt t="148946" x="6170613" y="3408363"/>
          <p14:tracePt t="148957" x="6137275" y="3422650"/>
          <p14:tracePt t="148969" x="6137275" y="3449638"/>
          <p14:tracePt t="148979" x="6137275" y="3462338"/>
          <p14:tracePt t="148990" x="6137275" y="3476625"/>
          <p14:tracePt t="149001" x="6137275" y="3497263"/>
          <p14:tracePt t="149013" x="6149975" y="3524250"/>
          <p14:tracePt t="149024" x="6149975" y="3538538"/>
          <p14:tracePt t="149035" x="6170613" y="3538538"/>
          <p14:tracePt t="149047" x="6184900" y="3551238"/>
          <p14:tracePt t="149058" x="6211888" y="3565525"/>
          <p14:tracePt t="149070" x="6224588" y="3565525"/>
          <p14:tracePt t="149091" x="6238875" y="3565525"/>
          <p14:tracePt t="149095" x="6253163" y="3565525"/>
          <p14:tracePt t="149114" x="6265863" y="3565525"/>
          <p14:tracePt t="149148" x="6280150" y="3565525"/>
          <p14:tracePt t="149159" x="6300788" y="3565525"/>
          <p14:tracePt t="149181" x="6327775" y="3565525"/>
          <p14:tracePt t="149194" x="6340475" y="3565525"/>
          <p14:tracePt t="149204" x="6381750" y="3578225"/>
          <p14:tracePt t="149216" x="6443663" y="3578225"/>
          <p14:tracePt t="149228" x="6483350" y="3578225"/>
          <p14:tracePt t="149239" x="6557963" y="3578225"/>
          <p14:tracePt t="149251" x="6626225" y="3578225"/>
          <p14:tracePt t="149261" x="6715125" y="3578225"/>
          <p14:tracePt t="149272" x="6769100" y="3565525"/>
          <p14:tracePt t="149283" x="6831013" y="3551238"/>
          <p14:tracePt t="149295" x="6884988" y="3551238"/>
          <p14:tracePt t="149305" x="6911975" y="3524250"/>
          <p14:tracePt t="149317" x="6932613" y="3509963"/>
          <p14:tracePt t="149329" x="6932613" y="3497263"/>
          <p14:tracePt t="149339" x="6932613" y="3462338"/>
          <p14:tracePt t="149350" x="6911975" y="3435350"/>
          <p14:tracePt t="149362" x="6872288" y="3408363"/>
          <p14:tracePt t="149373" x="6804025" y="3381375"/>
          <p14:tracePt t="149385" x="6729413" y="3348038"/>
          <p14:tracePt t="149396" x="6640513" y="3333750"/>
          <p14:tracePt t="149407" x="6524625" y="3306763"/>
          <p14:tracePt t="149418" x="6396038" y="3292475"/>
          <p14:tracePt t="149430" x="6327775" y="3292475"/>
          <p14:tracePt t="149440" x="6238875" y="3292475"/>
          <p14:tracePt t="149452" x="6170613" y="3292475"/>
          <p14:tracePt t="149463" x="6110288" y="3306763"/>
          <p14:tracePt t="149474" x="6069013" y="3319463"/>
          <p14:tracePt t="149485" x="6042025" y="3348038"/>
          <p14:tracePt t="149497" x="6021388" y="3381375"/>
          <p14:tracePt t="149508" x="6007100" y="3408363"/>
          <p14:tracePt t="149520" x="6007100" y="3435350"/>
          <p14:tracePt t="149531" x="6007100" y="3462338"/>
          <p14:tracePt t="149541" x="6007100" y="3497263"/>
          <p14:tracePt t="149553" x="6007100" y="3524250"/>
          <p14:tracePt t="149564" x="6042025" y="3551238"/>
          <p14:tracePt t="149575" x="6069013" y="3578225"/>
          <p14:tracePt t="149587" x="6122988" y="3625850"/>
          <p14:tracePt t="149598" x="6184900" y="3652838"/>
          <p14:tracePt t="149609" x="6265863" y="3667125"/>
          <p14:tracePt t="149621" x="6354763" y="3694113"/>
          <p14:tracePt t="149632" x="6429375" y="3708400"/>
          <p14:tracePt t="149643" x="6524625" y="3721100"/>
          <p14:tracePt t="149654" x="6613525" y="3735388"/>
          <p14:tracePt t="149665" x="6688138" y="3756025"/>
          <p14:tracePt t="149678" x="6742113" y="3768725"/>
          <p14:tracePt t="149688" x="6783388" y="3768725"/>
          <p14:tracePt t="149957" x="6804025" y="3768725"/>
          <p14:tracePt t="150002" x="6816725" y="3768725"/>
          <p14:tracePt t="150014" x="6831013" y="3768725"/>
          <p14:tracePt t="150036" x="6843713" y="3768725"/>
          <p14:tracePt t="150048" x="6858000" y="3768725"/>
          <p14:tracePt t="150070" x="6872288" y="3768725"/>
          <p14:tracePt t="150082" x="6872288" y="3756025"/>
          <p14:tracePt t="150374" x="6872288" y="3735388"/>
          <p14:tracePt t="151162" x="6884988" y="3735388"/>
          <p14:tracePt t="151713" x="6872288" y="3735388"/>
          <p14:tracePt t="151724" x="6843713" y="3735388"/>
          <p14:tracePt t="151736" x="6816725" y="3721100"/>
          <p14:tracePt t="151747" x="6804025" y="3721100"/>
          <p14:tracePt t="152511" x="6816725" y="3721100"/>
          <p14:tracePt t="152770" x="6804025" y="3721100"/>
          <p14:tracePt t="152972" x="6783388" y="3721100"/>
          <p14:tracePt t="152984" x="6769100" y="3708400"/>
          <p14:tracePt t="152995" x="6756400" y="3708400"/>
          <p14:tracePt t="153007" x="6742113" y="3708400"/>
          <p14:tracePt t="153355" x="6729413" y="3694113"/>
          <p14:tracePt t="153433" x="6729413" y="3708400"/>
          <p14:tracePt t="153456" x="6715125" y="3721100"/>
          <p14:tracePt t="153467" x="6715125" y="3735388"/>
          <p14:tracePt t="153479" x="6700838" y="3756025"/>
          <p14:tracePt t="153490" x="6688138" y="3783013"/>
          <p14:tracePt t="153502" x="6688138" y="3810000"/>
          <p14:tracePt t="153513" x="6673850" y="3824288"/>
          <p14:tracePt t="153525" x="6673850" y="3836988"/>
          <p14:tracePt t="153536" x="6653213" y="3851275"/>
          <p14:tracePt t="153547" x="6653213" y="3863975"/>
          <p14:tracePt t="153559" x="6640513" y="3884613"/>
          <p14:tracePt t="153570" x="6626225" y="3884613"/>
          <p14:tracePt t="153581" x="6613525" y="3884613"/>
          <p14:tracePt t="153592" x="6599238" y="3884613"/>
          <p14:tracePt t="153715" x="6613525" y="3863975"/>
          <p14:tracePt t="153726" x="6599238" y="3863975"/>
          <p14:tracePt t="153760" x="6586538" y="3863975"/>
          <p14:tracePt t="153772" x="6545263" y="3863975"/>
          <p14:tracePt t="153783" x="6497638" y="3863975"/>
          <p14:tracePt t="153796" x="6396038" y="3884613"/>
          <p14:tracePt t="153806" x="6300788" y="3898900"/>
          <p14:tracePt t="153817" x="6170613" y="3925888"/>
          <p14:tracePt t="153830" x="6042025" y="3967163"/>
          <p14:tracePt t="153841" x="5953125" y="3979863"/>
          <p14:tracePt t="153851" x="5878513" y="4014788"/>
          <p14:tracePt t="153864" x="5824538" y="4027488"/>
          <p14:tracePt t="153874" x="5783263" y="4041775"/>
          <p14:tracePt t="153895" x="5762625" y="4041775"/>
          <p14:tracePt t="153985" x="5783263" y="4041775"/>
          <p14:tracePt t="153997" x="5795963" y="4027488"/>
          <p14:tracePt t="154019" x="5810250" y="4027488"/>
          <p14:tracePt t="154030" x="5810250" y="4014788"/>
          <p14:tracePt t="154052" x="5810250" y="3994150"/>
          <p14:tracePt t="154255" x="5810250" y="4014788"/>
          <p14:tracePt t="154300" x="5824538" y="4014788"/>
          <p14:tracePt t="154345" x="5824538" y="4027488"/>
          <p14:tracePt t="154378" x="5810250" y="4041775"/>
          <p14:tracePt t="154390" x="5795963" y="4041775"/>
          <p14:tracePt t="154404" x="5783263" y="4041775"/>
          <p14:tracePt t="154795" x="5795963" y="4041775"/>
          <p14:tracePt t="154862" x="5810250" y="4041775"/>
          <p14:tracePt t="155099" x="5795963" y="4041775"/>
          <p14:tracePt t="155334" x="5783263" y="4041775"/>
          <p14:tracePt t="155436" x="5762625" y="4041775"/>
          <p14:tracePt t="155481" x="5748338" y="4041775"/>
          <p14:tracePt t="155515" x="5735638" y="4041775"/>
          <p14:tracePt t="155605" x="5721350" y="4041775"/>
          <p14:tracePt t="155639" x="5708650" y="4041775"/>
          <p14:tracePt t="155661" x="5694363" y="4041775"/>
          <p14:tracePt t="155673" x="5681663" y="4041775"/>
          <p14:tracePt t="155695" x="5667375" y="4041775"/>
          <p14:tracePt t="155718" x="5646738" y="4054475"/>
          <p14:tracePt t="155730" x="5634038" y="4054475"/>
          <p14:tracePt t="155740" x="5619750" y="4054475"/>
          <p14:tracePt t="155754" x="5592763" y="4054475"/>
          <p14:tracePt t="155763" x="5578475" y="4054475"/>
          <p14:tracePt t="155774" x="5551488" y="4068763"/>
          <p14:tracePt t="155787" x="5518150" y="4068763"/>
          <p14:tracePt t="155797" x="5491163" y="4081463"/>
          <p14:tracePt t="155808" x="5462588" y="4081463"/>
          <p14:tracePt t="155821" x="5435600" y="4095750"/>
          <p14:tracePt t="155831" x="5422900" y="4095750"/>
          <p14:tracePt t="155842" x="5408613" y="4110038"/>
          <p14:tracePt t="155864" x="5387975" y="4122738"/>
          <p14:tracePt t="155897" x="5387975" y="4143375"/>
          <p14:tracePt t="155910" x="5408613" y="4157663"/>
          <p14:tracePt t="155922" x="5422900" y="4157663"/>
          <p14:tracePt t="155933" x="5449888" y="4170363"/>
          <p14:tracePt t="155943" x="5491163" y="4184650"/>
          <p14:tracePt t="155956" x="5538788" y="4184650"/>
          <p14:tracePt t="155966" x="5565775" y="4197350"/>
          <p14:tracePt t="155978" x="5592763" y="4197350"/>
          <p14:tracePt t="155989" x="5619750" y="4197350"/>
          <p14:tracePt t="155999" x="5646738" y="4197350"/>
          <p14:tracePt t="156011" x="5667375" y="4184650"/>
          <p14:tracePt t="156022" x="5694363" y="4170363"/>
          <p14:tracePt t="156033" x="5708650" y="4170363"/>
          <p14:tracePt t="156045" x="5721350" y="4157663"/>
          <p14:tracePt t="156056" x="5735638" y="4122738"/>
          <p14:tracePt t="156067" x="5735638" y="4110038"/>
          <p14:tracePt t="156078" x="5721350" y="4081463"/>
          <p14:tracePt t="156090" x="5721350" y="4068763"/>
          <p14:tracePt t="156100" x="5708650" y="4054475"/>
          <p14:tracePt t="156112" x="5681663" y="4054475"/>
          <p14:tracePt t="156123" x="5646738" y="4054475"/>
          <p14:tracePt t="156135" x="5592763" y="4054475"/>
          <p14:tracePt t="156146" x="5538788" y="4054475"/>
          <p14:tracePt t="156157" x="5491163" y="4054475"/>
          <p14:tracePt t="156168" x="5462588" y="4068763"/>
          <p14:tracePt t="156190" x="5435600" y="4081463"/>
          <p14:tracePt t="156191" x="5408613" y="4095750"/>
          <p14:tracePt t="156203" x="5408613" y="4110038"/>
          <p14:tracePt t="156213" x="5387975" y="4122738"/>
          <p14:tracePt t="156225" x="5408613" y="4143375"/>
          <p14:tracePt t="156239" x="5408613" y="4157663"/>
          <p14:tracePt t="156258" x="5435600" y="4170363"/>
          <p14:tracePt t="156270" x="5462588" y="4170363"/>
          <p14:tracePt t="156280" x="5491163" y="4170363"/>
          <p14:tracePt t="156291" x="5518150" y="4170363"/>
          <p14:tracePt t="156304" x="5551488" y="4170363"/>
          <p14:tracePt t="156314" x="5565775" y="4170363"/>
          <p14:tracePt t="156326" x="5578475" y="4170363"/>
          <p14:tracePt t="156338" x="5592763" y="4170363"/>
          <p14:tracePt t="156403" x="5578475" y="4170363"/>
          <p14:tracePt t="156426" x="5565775" y="4170363"/>
          <p14:tracePt t="156550" x="5565775" y="4184650"/>
          <p14:tracePt t="156563" x="5551488" y="4184650"/>
          <p14:tracePt t="156573" x="5538788" y="4184650"/>
          <p14:tracePt t="156584" x="5503863" y="4170363"/>
          <p14:tracePt t="156865" x="5518150" y="4184650"/>
          <p14:tracePt t="156910" x="5538788" y="4184650"/>
          <p14:tracePt t="156944" x="5538788" y="4197350"/>
          <p14:tracePt t="156966" x="5551488" y="4197350"/>
          <p14:tracePt t="156989" x="5565775" y="4211638"/>
          <p14:tracePt t="157000" x="5578475" y="4211638"/>
          <p14:tracePt t="157011" x="5592763" y="4211638"/>
          <p14:tracePt t="157023" x="5605463" y="4211638"/>
          <p14:tracePt t="157045" x="5619750" y="4211638"/>
          <p14:tracePt t="157068" x="5605463" y="4211638"/>
          <p14:tracePt t="157080" x="5605463" y="4197350"/>
          <p14:tracePt t="157091" x="5592763" y="4197350"/>
          <p14:tracePt t="157102" x="5578475" y="4197350"/>
          <p14:tracePt t="157114" x="5565775" y="4184650"/>
          <p14:tracePt t="157135" x="5538788" y="4184650"/>
          <p14:tracePt t="157147" x="5518150" y="4184650"/>
          <p14:tracePt t="157158" x="5503863" y="4170363"/>
          <p14:tracePt t="157180" x="5491163" y="4170363"/>
          <p14:tracePt t="157191" x="5476875" y="4170363"/>
          <p14:tracePt t="157338" x="5491163" y="4170363"/>
          <p14:tracePt t="157371" x="5476875" y="4170363"/>
          <p14:tracePt t="157395" x="5462588" y="4170363"/>
          <p14:tracePt t="157406" x="5449888" y="4157663"/>
          <p14:tracePt t="157416" x="5435600" y="4157663"/>
          <p14:tracePt t="157429" x="5422900" y="4157663"/>
          <p14:tracePt t="157450" x="5408613" y="4157663"/>
          <p14:tracePt t="157686" x="5422900" y="4170363"/>
          <p14:tracePt t="157697" x="5435600" y="4170363"/>
          <p14:tracePt t="157709" x="5449888" y="4170363"/>
          <p14:tracePt t="157721" x="5462588" y="4170363"/>
          <p14:tracePt t="157732" x="5476875" y="4170363"/>
          <p14:tracePt t="157743" x="5491163" y="4170363"/>
          <p14:tracePt t="157754" x="5503863" y="4170363"/>
          <p14:tracePt t="157766" x="5518150" y="4170363"/>
          <p14:tracePt t="157799" x="5538788" y="4170363"/>
          <p14:tracePt t="157922" x="5551488" y="4170363"/>
          <p14:tracePt t="158069" x="5565775" y="4170363"/>
          <p14:tracePt t="158091" x="5578475" y="4170363"/>
          <p14:tracePt t="158114" x="5592763" y="4170363"/>
          <p14:tracePt t="158127" x="5605463" y="4170363"/>
          <p14:tracePt t="158137" x="5619750" y="4170363"/>
          <p14:tracePt t="158148" x="5646738" y="4170363"/>
          <p14:tracePt t="158161" x="5667375" y="4170363"/>
          <p14:tracePt t="158170" x="5694363" y="4170363"/>
          <p14:tracePt t="158182" x="5721350" y="4170363"/>
          <p14:tracePt t="158194" x="5735638" y="4170363"/>
          <p14:tracePt t="158205" x="5735638" y="4157663"/>
          <p14:tracePt t="158215" x="5748338" y="4157663"/>
          <p14:tracePt t="158229" x="5748338" y="4143375"/>
          <p14:tracePt t="158249" x="5748338" y="4122738"/>
          <p14:tracePt t="158260" x="5735638" y="4110038"/>
          <p14:tracePt t="158295" x="5721350" y="4110038"/>
          <p14:tracePt t="158305" x="5708650" y="4110038"/>
          <p14:tracePt t="158318" x="5694363" y="4110038"/>
          <p14:tracePt t="158406" x="5694363" y="4122738"/>
          <p14:tracePt t="158451" x="5708650" y="4122738"/>
          <p14:tracePt t="158485" x="5708650" y="4110038"/>
          <p14:tracePt t="158530" x="5708650" y="4095750"/>
          <p14:tracePt t="158552" x="5708650" y="4081463"/>
          <p14:tracePt t="158564" x="5694363" y="4081463"/>
          <p14:tracePt t="158577" x="5681663" y="4068763"/>
          <p14:tracePt t="158587" x="5667375" y="4068763"/>
          <p14:tracePt t="158598" x="5634038" y="4068763"/>
          <p14:tracePt t="158611" x="5605463" y="4068763"/>
          <p14:tracePt t="158621" x="5551488" y="4068763"/>
          <p14:tracePt t="158632" x="5503863" y="4081463"/>
          <p14:tracePt t="158644" x="5462588" y="4095750"/>
          <p14:tracePt t="158654" x="5435600" y="4110038"/>
          <p14:tracePt t="158665" x="5422900" y="4143375"/>
          <p14:tracePt t="158678" x="5408613" y="4157663"/>
          <p14:tracePt t="158699" x="5422900" y="4170363"/>
          <p14:tracePt t="158711" x="5422900" y="4184650"/>
          <p14:tracePt t="158722" x="5435600" y="4184650"/>
          <p14:tracePt t="158735" x="5462588" y="4184650"/>
          <p14:tracePt t="158745" x="5476875" y="4184650"/>
          <p14:tracePt t="158756" x="5491163" y="4184650"/>
          <p14:tracePt t="158768" x="5503863" y="4184650"/>
          <p14:tracePt t="158779" x="5518150" y="4184650"/>
          <p14:tracePt t="158789" x="5538788" y="4184650"/>
          <p14:tracePt t="158801" x="5538788" y="4170363"/>
          <p14:tracePt t="158823" x="5538788" y="4157663"/>
          <p14:tracePt t="158845" x="5538788" y="4143375"/>
          <p14:tracePt t="158868" x="5518150" y="4143375"/>
          <p14:tracePt t="158912" x="5503863" y="4143375"/>
          <p14:tracePt t="159700" x="5503863" y="4157663"/>
          <p14:tracePt t="159723" x="5503863" y="4170363"/>
          <p14:tracePt t="159745" x="5503863" y="4184650"/>
          <p14:tracePt t="159757" x="5518150" y="4197350"/>
          <p14:tracePt t="159768" x="5538788" y="4197350"/>
          <p14:tracePt t="159779" x="5551488" y="4197350"/>
          <p14:tracePt t="159791" x="5578475" y="4211638"/>
          <p14:tracePt t="159802" x="5605463" y="4211638"/>
          <p14:tracePt t="159813" x="5619750" y="4211638"/>
          <p14:tracePt t="159825" x="5646738" y="4211638"/>
          <p14:tracePt t="159836" x="5667375" y="4211638"/>
          <p14:tracePt t="159847" x="5681663" y="4211638"/>
          <p14:tracePt t="159860" x="5694363" y="4211638"/>
          <p14:tracePt t="160049" x="5681663" y="4211638"/>
          <p14:tracePt t="160071" x="5646738" y="4211638"/>
          <p14:tracePt t="160589" x="5667375" y="4211638"/>
          <p14:tracePt t="160815" x="5681663" y="4211638"/>
          <p14:tracePt t="160837" x="5694363" y="4211638"/>
          <p14:tracePt t="160849" x="5708650" y="4211638"/>
          <p14:tracePt t="160859" x="5721350" y="4211638"/>
          <p14:tracePt t="160871" x="5748338" y="4211638"/>
          <p14:tracePt t="160883" x="5783263" y="4211638"/>
          <p14:tracePt t="160893" x="5810250" y="4197350"/>
          <p14:tracePt t="160904" x="5824538" y="4197350"/>
          <p14:tracePt t="160917" x="5837238" y="4197350"/>
          <p14:tracePt t="160927" x="5851525" y="4184650"/>
          <p14:tracePt t="160938" x="5864225" y="4184650"/>
          <p14:tracePt t="160951" x="5878513" y="4170363"/>
          <p14:tracePt t="161005" x="5891213" y="4170363"/>
          <p14:tracePt t="161027" x="5891213" y="4157663"/>
          <p14:tracePt t="161117" x="5911850" y="4157663"/>
          <p14:tracePt t="161151" x="5926138" y="4143375"/>
          <p14:tracePt t="161196" x="5938838" y="4143375"/>
          <p14:tracePt t="161207" x="5938838" y="4122738"/>
          <p14:tracePt t="161219" x="5953125" y="4122738"/>
          <p14:tracePt t="161252" x="5967413" y="4110038"/>
          <p14:tracePt t="161286" x="5980113" y="4110038"/>
          <p14:tracePt t="161309" x="5967413" y="4110038"/>
          <p14:tracePt t="161332" x="5938838" y="4110038"/>
          <p14:tracePt t="161343" x="5926138" y="4110038"/>
          <p14:tracePt t="161669" x="5938838" y="4110038"/>
          <p14:tracePt t="161702" x="5953125" y="4122738"/>
          <p14:tracePt t="163784" x="5911850" y="4110038"/>
          <p14:tracePt t="163797" x="5864225" y="4110038"/>
          <p14:tracePt t="163807" x="5837238" y="4095750"/>
          <p14:tracePt t="163818" x="5824538" y="4095750"/>
          <p14:tracePt t="163829" x="5810250" y="4095750"/>
          <p14:tracePt t="163841" x="5795963" y="4095750"/>
          <p14:tracePt t="163874" x="5783263" y="4095750"/>
          <p14:tracePt t="163885" x="5762625" y="4095750"/>
          <p14:tracePt t="163898" x="5748338" y="4095750"/>
          <p14:tracePt t="163908" x="5735638" y="4095750"/>
          <p14:tracePt t="163930" x="5721350" y="4095750"/>
          <p14:tracePt t="163952" x="5708650" y="4095750"/>
          <p14:tracePt t="164076" x="5708650" y="4110038"/>
          <p14:tracePt t="164088" x="5721350" y="4110038"/>
          <p14:tracePt t="164110" x="5735638" y="4122738"/>
          <p14:tracePt t="164122" x="5748338" y="4143375"/>
          <p14:tracePt t="164132" x="5762625" y="4143375"/>
          <p14:tracePt t="164147" x="5762625" y="4157663"/>
          <p14:tracePt t="164178" x="5748338" y="4157663"/>
          <p14:tracePt t="164347" x="5735638" y="4170363"/>
          <p14:tracePt t="164358" x="5748338" y="4170363"/>
          <p14:tracePt t="164380" x="5762625" y="4170363"/>
          <p14:tracePt t="164403" x="5783263" y="4170363"/>
          <p14:tracePt t="164425" x="5783263" y="4157663"/>
          <p14:tracePt t="164470" x="5783263" y="4143375"/>
          <p14:tracePt t="164492" x="5795963" y="4122738"/>
          <p14:tracePt t="164526" x="5795963" y="4110038"/>
          <p14:tracePt t="164537" x="5783263" y="4095750"/>
          <p14:tracePt t="164550" x="5762625" y="4095750"/>
          <p14:tracePt t="164583" x="5748338" y="4081463"/>
          <p14:tracePt t="164585" x="5735638" y="4081463"/>
          <p14:tracePt t="164595" x="5708650" y="4068763"/>
          <p14:tracePt t="164596" x="5681663" y="4068763"/>
          <p14:tracePt t="164606" x="5619750" y="4054475"/>
          <p14:tracePt t="164616" x="5578475" y="4041775"/>
          <p14:tracePt t="164628" x="5518150" y="4041775"/>
          <p14:tracePt t="164640" x="5462588" y="4041775"/>
          <p14:tracePt t="164650" x="5422900" y="4027488"/>
          <p14:tracePt t="164662" x="5387975" y="4027488"/>
          <p14:tracePt t="164674" x="5375275" y="4041775"/>
          <p14:tracePt t="164684" x="5360988" y="4041775"/>
          <p14:tracePt t="164695" x="5360988" y="4054475"/>
          <p14:tracePt t="164718" x="5360988" y="4068763"/>
          <p14:tracePt t="164740" x="5360988" y="4095750"/>
          <p14:tracePt t="164743" x="5375275" y="4095750"/>
          <p14:tracePt t="164752" x="5387975" y="4110038"/>
          <p14:tracePt t="164763" x="5408613" y="4122738"/>
          <p14:tracePt t="164775" x="5422900" y="4143375"/>
          <p14:tracePt t="164785" x="5449888" y="4143375"/>
          <p14:tracePt t="164797" x="5491163" y="4157663"/>
          <p14:tracePt t="164809" x="5518150" y="4157663"/>
          <p14:tracePt t="164819" x="5551488" y="4157663"/>
          <p14:tracePt t="164830" x="5578475" y="4157663"/>
          <p14:tracePt t="164842" x="5592763" y="4157663"/>
          <p14:tracePt t="164853" x="5605463" y="4157663"/>
          <p14:tracePt t="164864" x="5619750" y="4143375"/>
          <p14:tracePt t="164876" x="5619750" y="4122738"/>
          <p14:tracePt t="164886" x="5634038" y="4110038"/>
          <p14:tracePt t="164900" x="5634038" y="4081463"/>
          <p14:tracePt t="164910" x="5634038" y="4068763"/>
          <p14:tracePt t="164920" x="5634038" y="4041775"/>
          <p14:tracePt t="164933" x="5619750" y="4027488"/>
          <p14:tracePt t="164943" x="5619750" y="4014788"/>
          <p14:tracePt t="164954" x="5605463" y="3994150"/>
          <p14:tracePt t="164966" x="5605463" y="3979863"/>
          <p14:tracePt t="164977" x="5592763" y="3979863"/>
          <p14:tracePt t="164999" x="5578475" y="3979863"/>
          <p14:tracePt t="165010" x="5565775" y="3979863"/>
          <p14:tracePt t="165022" x="5551488" y="3994150"/>
          <p14:tracePt t="165034" x="5538788" y="3994150"/>
          <p14:tracePt t="165044" x="5503863" y="3994150"/>
          <p14:tracePt t="165056" x="5476875" y="4014788"/>
          <p14:tracePt t="165067" x="5449888" y="4014788"/>
          <p14:tracePt t="165078" x="5422900" y="4027488"/>
          <p14:tracePt t="165090" x="5408613" y="4041775"/>
          <p14:tracePt t="165101" x="5387975" y="4054475"/>
          <p14:tracePt t="165111" x="5375275" y="4054475"/>
          <p14:tracePt t="165123" x="5375275" y="4068763"/>
          <p14:tracePt t="165134" x="5375275" y="4081463"/>
          <p14:tracePt t="165156" x="5387975" y="4095750"/>
          <p14:tracePt t="165168" x="5408613" y="4095750"/>
          <p14:tracePt t="165179" x="5435600" y="4110038"/>
          <p14:tracePt t="165191" x="5462588" y="4110038"/>
          <p14:tracePt t="165202" x="5491163" y="4110038"/>
          <p14:tracePt t="165213" x="5518150" y="4110038"/>
          <p14:tracePt t="165224" x="5538788" y="4110038"/>
          <p14:tracePt t="165236" x="5551488" y="4110038"/>
          <p14:tracePt t="165248" x="5565775" y="4110038"/>
          <p14:tracePt t="165269" x="5565775" y="4095750"/>
          <p14:tracePt t="165348" x="5551488" y="4095750"/>
          <p14:tracePt t="165359" x="5551488" y="4081463"/>
          <p14:tracePt t="165708" x="5565775" y="4081463"/>
          <p14:tracePt t="165741" x="5578475" y="4081463"/>
          <p14:tracePt t="165753" x="5592763" y="4081463"/>
          <p14:tracePt t="165764" x="5619750" y="4081463"/>
          <p14:tracePt t="165775" x="5634038" y="4068763"/>
          <p14:tracePt t="165797" x="5646738" y="4054475"/>
          <p14:tracePt t="165810" x="5646738" y="4041775"/>
          <p14:tracePt t="165822" x="5646738" y="4027488"/>
          <p14:tracePt t="165833" x="5646738" y="4014788"/>
          <p14:tracePt t="165843" x="5646738" y="3994150"/>
          <p14:tracePt t="165856" x="5646738" y="3967163"/>
          <p14:tracePt t="165867" x="5634038" y="3952875"/>
          <p14:tracePt t="165877" x="5619750" y="3938588"/>
          <p14:tracePt t="165890" x="5605463" y="3925888"/>
          <p14:tracePt t="165900" x="5592763" y="3925888"/>
          <p14:tracePt t="165912" x="5578475" y="3925888"/>
          <p14:tracePt t="165923" x="5551488" y="3925888"/>
          <p14:tracePt t="165934" x="5518150" y="3925888"/>
          <p14:tracePt t="165946" x="5491163" y="3925888"/>
          <p14:tracePt t="165956" x="5462588" y="3925888"/>
          <p14:tracePt t="165967" x="5449888" y="3925888"/>
          <p14:tracePt t="165979" x="5422900" y="3952875"/>
          <p14:tracePt t="165989" x="5387975" y="3967163"/>
          <p14:tracePt t="166000" x="5360988" y="3979863"/>
          <p14:tracePt t="166023" x="5348288" y="3994150"/>
          <p14:tracePt t="166026" x="5334000" y="4014788"/>
          <p14:tracePt t="166035" x="5334000" y="4027488"/>
          <p14:tracePt t="166047" x="5319713" y="4041775"/>
          <p14:tracePt t="166067" x="5319713" y="4054475"/>
          <p14:tracePt t="166079" x="5334000" y="4054475"/>
          <p14:tracePt t="166101" x="5348288" y="4054475"/>
          <p14:tracePt t="166113" x="5360988" y="4054475"/>
          <p14:tracePt t="166124" x="5387975" y="4054475"/>
          <p14:tracePt t="166135" x="5422900" y="4054475"/>
          <p14:tracePt t="166147" x="5449888" y="4054475"/>
          <p14:tracePt t="166158" x="5491163" y="4054475"/>
          <p14:tracePt t="166170" x="5518150" y="4054475"/>
          <p14:tracePt t="166181" x="5551488" y="4041775"/>
          <p14:tracePt t="166203" x="5565775" y="4027488"/>
          <p14:tracePt t="166214" x="5565775" y="4014788"/>
          <p14:tracePt t="166225" x="5565775" y="3994150"/>
          <p14:tracePt t="166238" x="5565775" y="3979863"/>
          <p14:tracePt t="166249" x="5565775" y="3967163"/>
          <p14:tracePt t="166260" x="5551488" y="3952875"/>
          <p14:tracePt t="166271" x="5538788" y="3938588"/>
          <p14:tracePt t="166282" x="5518150" y="3925888"/>
          <p14:tracePt t="166294" x="5503863" y="3925888"/>
          <p14:tracePt t="166305" x="5476875" y="3925888"/>
          <p14:tracePt t="166315" x="5462588" y="3925888"/>
          <p14:tracePt t="166327" x="5449888" y="3925888"/>
          <p14:tracePt t="166338" x="5422900" y="3938588"/>
          <p14:tracePt t="166349" x="5408613" y="3938588"/>
          <p14:tracePt t="166360" x="5387975" y="3967163"/>
          <p14:tracePt t="166372" x="5375275" y="3979863"/>
          <p14:tracePt t="166383" x="5360988" y="3994150"/>
          <p14:tracePt t="166395" x="5360988" y="4014788"/>
          <p14:tracePt t="166406" x="5360988" y="4027488"/>
          <p14:tracePt t="166428" x="5375275" y="4041775"/>
          <p14:tracePt t="166440" x="5375275" y="4054475"/>
          <p14:tracePt t="166450" x="5408613" y="4054475"/>
          <p14:tracePt t="166462" x="5422900" y="4054475"/>
          <p14:tracePt t="166473" x="5449888" y="4054475"/>
          <p14:tracePt t="166484" x="5476875" y="4054475"/>
          <p14:tracePt t="166496" x="5503863" y="4054475"/>
          <p14:tracePt t="166507" x="5538788" y="4054475"/>
          <p14:tracePt t="166518" x="5565775" y="4041775"/>
          <p14:tracePt t="166529" x="5565775" y="4027488"/>
          <p14:tracePt t="166540" x="5578475" y="4014788"/>
          <p14:tracePt t="166552" x="5578475" y="3994150"/>
          <p14:tracePt t="166563" x="5565775" y="3979863"/>
          <p14:tracePt t="166575" x="5565775" y="3967163"/>
          <p14:tracePt t="166585" x="5551488" y="3952875"/>
          <p14:tracePt t="166597" x="5518150" y="3952875"/>
          <p14:tracePt t="166608" x="5503863" y="3952875"/>
          <p14:tracePt t="166620" x="5476875" y="3952875"/>
          <p14:tracePt t="166630" x="5462588" y="3952875"/>
          <p14:tracePt t="166642" x="5435600" y="3952875"/>
          <p14:tracePt t="166654" x="5422900" y="3952875"/>
          <p14:tracePt t="166675" x="5387975" y="3967163"/>
          <p14:tracePt t="166679" x="5375275" y="3967163"/>
          <p14:tracePt t="166689" x="5348288" y="3979863"/>
          <p14:tracePt t="166698" x="5334000" y="3994150"/>
          <p14:tracePt t="166711" x="5319713" y="4014788"/>
          <p14:tracePt t="166723" x="5319713" y="4027488"/>
          <p14:tracePt t="166732" x="5307013" y="4041775"/>
          <p14:tracePt t="166744" x="5307013" y="4054475"/>
          <p14:tracePt t="166755" x="5319713" y="4054475"/>
          <p14:tracePt t="166765" x="5319713" y="4068763"/>
          <p14:tracePt t="166776" x="5348288" y="4081463"/>
          <p14:tracePt t="166788" x="5360988" y="4081463"/>
          <p14:tracePt t="166799" x="5387975" y="4095750"/>
          <p14:tracePt t="166811" x="5435600" y="4095750"/>
          <p14:tracePt t="166822" x="5462588" y="4095750"/>
          <p14:tracePt t="166833" x="5491163" y="4095750"/>
          <p14:tracePt t="166845" x="5538788" y="4095750"/>
          <p14:tracePt t="166856" x="5565775" y="4081463"/>
          <p14:tracePt t="166867" x="5592763" y="4068763"/>
          <p14:tracePt t="166889" x="5605463" y="4041775"/>
          <p14:tracePt t="166900" x="5619750" y="4027488"/>
          <p14:tracePt t="166913" x="5619750" y="4014788"/>
          <p14:tracePt t="166923" x="5605463" y="3979863"/>
          <p14:tracePt t="166934" x="5605463" y="3967163"/>
          <p14:tracePt t="166946" x="5592763" y="3952875"/>
          <p14:tracePt t="166957" x="5578475" y="3938588"/>
          <p14:tracePt t="166968" x="5551488" y="3938588"/>
          <p14:tracePt t="166979" x="5518150" y="3938588"/>
          <p14:tracePt t="166990" x="5491163" y="3938588"/>
          <p14:tracePt t="167002" x="5462588" y="3938588"/>
          <p14:tracePt t="167014" x="5435600" y="3938588"/>
          <p14:tracePt t="167024" x="5408613" y="3952875"/>
          <p14:tracePt t="167035" x="5375275" y="3952875"/>
          <p14:tracePt t="167047" x="5360988" y="3967163"/>
          <p14:tracePt t="167058" x="5348288" y="3979863"/>
          <p14:tracePt t="167070" x="5348288" y="3994150"/>
          <p14:tracePt t="167080" x="5334000" y="4014788"/>
          <p14:tracePt t="167092" x="5334000" y="4027488"/>
          <p14:tracePt t="167104" x="5348288" y="4041775"/>
          <p14:tracePt t="167137" x="5360988" y="4041775"/>
          <p14:tracePt t="167159" x="5375275" y="4041775"/>
          <p14:tracePt t="167181" x="5387975" y="4041775"/>
          <p14:tracePt t="167598" x="5387975" y="4027488"/>
          <p14:tracePt t="167600" x="5360988" y="4027488"/>
          <p14:tracePt t="168250" x="5375275" y="4027488"/>
          <p14:tracePt t="168306" x="5387975" y="4027488"/>
          <p14:tracePt t="169938" x="5360988" y="4027488"/>
          <p14:tracePt t="169949" x="5348288" y="4027488"/>
          <p14:tracePt t="169961" x="5319713" y="4027488"/>
          <p14:tracePt t="169972" x="5307013" y="4027488"/>
          <p14:tracePt t="169983" x="5292725" y="4027488"/>
          <p14:tracePt t="169995" x="5280025" y="4027488"/>
          <p14:tracePt t="170028" x="5259388" y="4027488"/>
          <p14:tracePt t="170073" x="5245100" y="4027488"/>
          <p14:tracePt t="170162" x="5232400" y="4027488"/>
          <p14:tracePt t="170185" x="5218113" y="4027488"/>
          <p14:tracePt t="170196" x="5191125" y="4027488"/>
          <p14:tracePt t="170208" x="5176838" y="4027488"/>
          <p14:tracePt t="170219" x="5149850" y="4027488"/>
          <p14:tracePt t="170230" x="5116513" y="4014788"/>
          <p14:tracePt t="170241" x="5089525" y="4014788"/>
          <p14:tracePt t="170254" x="5075238" y="4014788"/>
          <p14:tracePt t="170265" x="5062538" y="4014788"/>
          <p14:tracePt t="170276" x="5033963" y="4014788"/>
          <p14:tracePt t="170287" x="5021263" y="4027488"/>
          <p14:tracePt t="170298" x="5000625" y="4027488"/>
          <p14:tracePt t="170310" x="4986338" y="4027488"/>
          <p14:tracePt t="170321" x="4959350" y="4027488"/>
          <p14:tracePt t="170332" x="4946650" y="4027488"/>
          <p14:tracePt t="170343" x="4919663" y="4027488"/>
          <p14:tracePt t="170355" x="4905375" y="4027488"/>
          <p14:tracePt t="170367" x="4884738" y="4027488"/>
          <p14:tracePt t="170377" x="4872038" y="4027488"/>
          <p14:tracePt t="170388" x="4857750" y="4027488"/>
          <p14:tracePt t="170400" x="4843463" y="4027488"/>
          <p14:tracePt t="170411" x="4830763" y="4027488"/>
          <p14:tracePt t="170433" x="4816475" y="4027488"/>
          <p14:tracePt t="170456" x="4803775" y="4027488"/>
          <p14:tracePt t="170511" x="4789488" y="4041775"/>
          <p14:tracePt t="170534" x="4789488" y="4054475"/>
          <p14:tracePt t="170546" x="4776788" y="4054475"/>
          <p14:tracePt t="170557" x="4776788" y="4068763"/>
          <p14:tracePt t="170568" x="4756150" y="4068763"/>
          <p14:tracePt t="170580" x="4741863" y="4081463"/>
          <p14:tracePt t="170591" x="4729163" y="4081463"/>
          <p14:tracePt t="170603" x="4714875" y="4095750"/>
          <p14:tracePt t="170614" x="4700588" y="4095750"/>
          <p14:tracePt t="170625" x="4700588" y="4110038"/>
          <p14:tracePt t="170635" x="4687888" y="4110038"/>
          <p14:tracePt t="170647" x="4687888" y="4122738"/>
          <p14:tracePt t="170680" x="4687888" y="4143375"/>
          <p14:tracePt t="170702" x="4700588" y="4143375"/>
          <p14:tracePt t="170725" x="4714875" y="4157663"/>
          <p14:tracePt t="170747" x="4729163" y="4157663"/>
          <p14:tracePt t="170759" x="4741863" y="4157663"/>
          <p14:tracePt t="170771" x="4756150" y="4157663"/>
          <p14:tracePt t="170783" x="4776788" y="4157663"/>
          <p14:tracePt t="170793" x="4789488" y="4157663"/>
          <p14:tracePt t="170815" x="4789488" y="4143375"/>
          <p14:tracePt t="170827" x="4803775" y="4122738"/>
          <p14:tracePt t="170840" x="4789488" y="4095750"/>
          <p14:tracePt t="170851" x="4789488" y="4068763"/>
          <p14:tracePt t="170873" x="4700588" y="3994150"/>
          <p14:tracePt t="170884" x="4646613" y="3967163"/>
          <p14:tracePt t="170894" x="4586288" y="3952875"/>
          <p14:tracePt t="170908" x="4497388" y="3938588"/>
          <p14:tracePt t="170919" x="4414838" y="3925888"/>
          <p14:tracePt t="170928" x="4367213" y="3925888"/>
          <p14:tracePt t="170942" x="4313238" y="3925888"/>
          <p14:tracePt t="170952" x="4286250" y="3938588"/>
          <p14:tracePt t="170962" x="4259263" y="3952875"/>
          <p14:tracePt t="170975" x="4238625" y="3967163"/>
          <p14:tracePt t="170985" x="4238625" y="3994150"/>
          <p14:tracePt t="170997" x="4224338" y="4027488"/>
          <p14:tracePt t="171009" x="4224338" y="4041775"/>
          <p14:tracePt t="171018" x="4238625" y="4054475"/>
          <p14:tracePt t="171031" x="4238625" y="4068763"/>
          <p14:tracePt t="171042" x="4271963" y="4081463"/>
          <p14:tracePt t="171052" x="4286250" y="4095750"/>
          <p14:tracePt t="171064" x="4327525" y="4095750"/>
          <p14:tracePt t="171074" x="4367213" y="4110038"/>
          <p14:tracePt t="171085" x="4429125" y="4110038"/>
          <p14:tracePt t="171097" x="4470400" y="4095750"/>
          <p14:tracePt t="171108" x="4530725" y="4095750"/>
          <p14:tracePt t="171119" x="4572000" y="4081463"/>
          <p14:tracePt t="171131" x="4598988" y="4068763"/>
          <p14:tracePt t="171142" x="4625975" y="4054475"/>
          <p14:tracePt t="171153" x="4625975" y="4027488"/>
          <p14:tracePt t="171164" x="4625975" y="4014788"/>
          <p14:tracePt t="171176" x="4625975" y="3979863"/>
          <p14:tracePt t="171186" x="4613275" y="3967163"/>
          <p14:tracePt t="171199" x="4586288" y="3938588"/>
          <p14:tracePt t="171210" x="4557713" y="3925888"/>
          <p14:tracePt t="171220" x="4497388" y="3911600"/>
          <p14:tracePt t="171234" x="4414838" y="3898900"/>
          <p14:tracePt t="171248" x="4340225" y="3898900"/>
          <p14:tracePt t="171259" x="4286250" y="3898900"/>
          <p14:tracePt t="171267" x="4224338" y="3911600"/>
          <p14:tracePt t="171278" x="4197350" y="3938588"/>
          <p14:tracePt t="171288" x="4184650" y="3967163"/>
          <p14:tracePt t="171300" x="4184650" y="3994150"/>
          <p14:tracePt t="171311" x="4184650" y="4041775"/>
          <p14:tracePt t="171322" x="4211638" y="4068763"/>
          <p14:tracePt t="171333" x="4238625" y="4095750"/>
          <p14:tracePt t="171344" x="4300538" y="4122738"/>
          <p14:tracePt t="171356" x="4354513" y="4143375"/>
          <p14:tracePt t="171367" x="4414838" y="4157663"/>
          <p14:tracePt t="171378" x="4456113" y="4157663"/>
          <p14:tracePt t="171390" x="4518025" y="4157663"/>
          <p14:tracePt t="171400" x="4557713" y="4157663"/>
          <p14:tracePt t="171412" x="4572000" y="4143375"/>
          <p14:tracePt t="171424" x="4586288" y="4122738"/>
          <p14:tracePt t="171434" x="4598988" y="4095750"/>
          <p14:tracePt t="171445" x="4598988" y="4068763"/>
          <p14:tracePt t="171458" x="4586288" y="4041775"/>
          <p14:tracePt t="171468" x="4572000" y="4014788"/>
          <p14:tracePt t="171480" x="4530725" y="3994150"/>
          <p14:tracePt t="171491" x="4497388" y="3979863"/>
          <p14:tracePt t="171501" x="4456113" y="3967163"/>
          <p14:tracePt t="171513" x="4402138" y="3952875"/>
          <p14:tracePt t="171525" x="4367213" y="3952875"/>
          <p14:tracePt t="171535" x="4340225" y="3967163"/>
          <p14:tracePt t="171547" x="4327525" y="3967163"/>
          <p14:tracePt t="171558" x="4313238" y="3979863"/>
          <p14:tracePt t="171569" x="4313238" y="3994150"/>
          <p14:tracePt t="171580" x="4313238" y="4014788"/>
          <p14:tracePt t="171592" x="4313238" y="4027488"/>
          <p14:tracePt t="171603" x="4327525" y="4041775"/>
          <p14:tracePt t="171615" x="4340225" y="4054475"/>
          <p14:tracePt t="171630" x="4367213" y="4054475"/>
          <p14:tracePt t="171640" x="4402138" y="4068763"/>
          <p14:tracePt t="171650" x="4429125" y="4068763"/>
          <p14:tracePt t="171660" x="4456113" y="4068763"/>
          <p14:tracePt t="171670" x="4497388" y="4054475"/>
          <p14:tracePt t="171682" x="4530725" y="4041775"/>
          <p14:tracePt t="171693" x="4545013" y="4027488"/>
          <p14:tracePt t="171704" x="4545013" y="4014788"/>
          <p14:tracePt t="171715" x="4557713" y="3979863"/>
          <p14:tracePt t="171727" x="4545013" y="3952875"/>
          <p14:tracePt t="171738" x="4545013" y="3938588"/>
          <p14:tracePt t="171750" x="4530725" y="3925888"/>
          <p14:tracePt t="171761" x="4518025" y="3911600"/>
          <p14:tracePt t="171772" x="4483100" y="3898900"/>
          <p14:tracePt t="171783" x="4470400" y="3898900"/>
          <p14:tracePt t="171794" x="4443413" y="3898900"/>
          <p14:tracePt t="171806" x="4414838" y="3898900"/>
          <p14:tracePt t="171817" x="4402138" y="3898900"/>
          <p14:tracePt t="171828" x="4354513" y="3925888"/>
          <p14:tracePt t="171841" x="4313238" y="3967163"/>
          <p14:tracePt t="171852" x="4286250" y="4014788"/>
          <p14:tracePt t="171863" x="4286250" y="4041775"/>
          <p14:tracePt t="171874" x="4286250" y="4068763"/>
          <p14:tracePt t="171884" x="4300538" y="4095750"/>
          <p14:tracePt t="171896" x="4327525" y="4110038"/>
          <p14:tracePt t="171918" x="4402138" y="4122738"/>
          <p14:tracePt t="171922" x="4470400" y="4143375"/>
          <p14:tracePt t="171930" x="4557713" y="4157663"/>
          <p14:tracePt t="171943" x="4613275" y="4157663"/>
          <p14:tracePt t="171953" x="4673600" y="4143375"/>
          <p14:tracePt t="171964" x="4700588" y="4122738"/>
          <p14:tracePt t="171975" x="4729163" y="4110038"/>
          <p14:tracePt t="171985" x="4729163" y="4095750"/>
          <p14:tracePt t="171997" x="4729163" y="4068763"/>
          <p14:tracePt t="172012" x="4714875" y="4041775"/>
          <p14:tracePt t="172024" x="4700588" y="4014788"/>
          <p14:tracePt t="172033" x="4660900" y="3967163"/>
          <p14:tracePt t="172043" x="4613275" y="3952875"/>
          <p14:tracePt t="172053" x="4586288" y="3938588"/>
          <p14:tracePt t="172065" x="4545013" y="3925888"/>
          <p14:tracePt t="172076" x="4497388" y="3925888"/>
          <p14:tracePt t="172086" x="4470400" y="3938588"/>
          <p14:tracePt t="172098" x="4443413" y="3952875"/>
          <p14:tracePt t="172110" x="4414838" y="3979863"/>
          <p14:tracePt t="172120" x="4402138" y="4014788"/>
          <p14:tracePt t="172132" x="4402138" y="4054475"/>
          <p14:tracePt t="172143" x="4402138" y="4068763"/>
          <p14:tracePt t="172154" x="4414838" y="4081463"/>
          <p14:tracePt t="172166" x="4429125" y="4095750"/>
          <p14:tracePt t="172177" x="4456113" y="4110038"/>
          <p14:tracePt t="172188" x="4483100" y="4110038"/>
          <p14:tracePt t="172199" x="4518025" y="4110038"/>
          <p14:tracePt t="172210" x="4557713" y="4110038"/>
          <p14:tracePt t="172222" x="4572000" y="4110038"/>
          <p14:tracePt t="172233" x="4598988" y="4095750"/>
          <p14:tracePt t="172244" x="4625975" y="4081463"/>
          <p14:tracePt t="172267" x="4625975" y="4054475"/>
          <p14:tracePt t="172278" x="4625975" y="4041775"/>
          <p14:tracePt t="172290" x="4625975" y="4027488"/>
          <p14:tracePt t="172300" x="4613275" y="4027488"/>
          <p14:tracePt t="172312" x="4598988" y="4014788"/>
          <p14:tracePt t="172324" x="4557713" y="3994150"/>
          <p14:tracePt t="172335" x="4530725" y="3994150"/>
          <p14:tracePt t="172346" x="4497388" y="3994150"/>
          <p14:tracePt t="172358" x="4456113" y="3994150"/>
          <p14:tracePt t="172368" x="4429125" y="3994150"/>
          <p14:tracePt t="172379" x="4402138" y="4014788"/>
          <p14:tracePt t="172391" x="4367213" y="4027488"/>
          <p14:tracePt t="172401" x="4354513" y="4068763"/>
          <p14:tracePt t="172414" x="4354513" y="4095750"/>
          <p14:tracePt t="172424" x="4367213" y="4110038"/>
          <p14:tracePt t="172435" x="4387850" y="4122738"/>
          <p14:tracePt t="172447" x="4414838" y="4143375"/>
          <p14:tracePt t="172458" x="4429125" y="4157663"/>
          <p14:tracePt t="172469" x="4470400" y="4157663"/>
          <p14:tracePt t="172481" x="4497388" y="4157663"/>
          <p14:tracePt t="172492" x="4530725" y="4157663"/>
          <p14:tracePt t="172503" x="4557713" y="4157663"/>
          <p14:tracePt t="172514" x="4598988" y="4157663"/>
          <p14:tracePt t="172526" x="4625975" y="4143375"/>
          <p14:tracePt t="172536" x="4646613" y="4122738"/>
          <p14:tracePt t="172548" x="4660900" y="4095750"/>
          <p14:tracePt t="172560" x="4660900" y="4081463"/>
          <p14:tracePt t="172570" x="4660900" y="4054475"/>
          <p14:tracePt t="172582" x="4660900" y="4041775"/>
          <p14:tracePt t="172593" x="4625975" y="3994150"/>
          <p14:tracePt t="172604" x="4586288" y="3967163"/>
          <p14:tracePt t="172616" x="4557713" y="3952875"/>
          <p14:tracePt t="172627" x="4518025" y="3938588"/>
          <p14:tracePt t="172638" x="4470400" y="3938588"/>
          <p14:tracePt t="172650" x="4429125" y="3938588"/>
          <p14:tracePt t="172660" x="4414838" y="3938588"/>
          <p14:tracePt t="172672" x="4387850" y="3952875"/>
          <p14:tracePt t="172684" x="4354513" y="3994150"/>
          <p14:tracePt t="172694" x="4354513" y="4041775"/>
          <p14:tracePt t="172706" x="4354513" y="4081463"/>
          <p14:tracePt t="172716" x="4367213" y="4110038"/>
          <p14:tracePt t="172728" x="4402138" y="4122738"/>
          <p14:tracePt t="172740" x="4414838" y="4143375"/>
          <p14:tracePt t="172750" x="4456113" y="4157663"/>
          <p14:tracePt t="172762" x="4497388" y="4157663"/>
          <p14:tracePt t="172774" x="4530725" y="4157663"/>
          <p14:tracePt t="172784" x="4557713" y="4157663"/>
          <p14:tracePt t="172796" x="4586288" y="4157663"/>
          <p14:tracePt t="172808" x="4598988" y="4143375"/>
          <p14:tracePt t="172818" x="4613275" y="4122738"/>
          <p14:tracePt t="172830" x="4613275" y="4095750"/>
          <p14:tracePt t="172841" x="4613275" y="4081463"/>
          <p14:tracePt t="172863" x="4598988" y="4068763"/>
          <p14:tracePt t="172885" x="4572000" y="4054475"/>
          <p14:tracePt t="172897" x="4545013" y="4054475"/>
          <p14:tracePt t="172908" x="4518025" y="4054475"/>
          <p14:tracePt t="173234" x="4530725" y="4054475"/>
          <p14:tracePt t="173279" x="4545013" y="4054475"/>
          <p14:tracePt t="173357" x="4545013" y="4041775"/>
          <p14:tracePt t="173402" x="4545013" y="4027488"/>
          <p14:tracePt t="173414" x="4545013" y="4014788"/>
          <p14:tracePt t="173427" x="4545013" y="3994150"/>
          <p14:tracePt t="173438" x="4545013" y="3979863"/>
          <p14:tracePt t="173448" x="4545013" y="3938588"/>
          <p14:tracePt t="173461" x="4545013" y="3898900"/>
          <p14:tracePt t="173471" x="4530725" y="3810000"/>
          <p14:tracePt t="173482" x="4518025" y="3708400"/>
          <p14:tracePt t="173495" x="4497388" y="3592513"/>
          <p14:tracePt t="173506" x="4483100" y="3476625"/>
          <p14:tracePt t="173515" x="4470400" y="3319463"/>
          <p14:tracePt t="173529" x="4456113" y="3136900"/>
          <p14:tracePt t="173539" x="4443413" y="2973388"/>
          <p14:tracePt t="173550" x="4443413" y="2776538"/>
          <p14:tracePt t="173561" x="4443413" y="2557463"/>
          <p14:tracePt t="173572" x="4456113" y="2374900"/>
          <p14:tracePt t="173584" x="4456113" y="2259013"/>
          <p14:tracePt t="173595" x="4470400" y="2068513"/>
          <p14:tracePt t="173606" x="4483100" y="1884363"/>
          <p14:tracePt t="173618" x="4483100" y="1693863"/>
          <p14:tracePt t="173628" x="4497388" y="1577975"/>
          <p14:tracePt t="173639" x="4497388" y="1435100"/>
          <p14:tracePt t="173651" x="4497388" y="1319213"/>
          <p14:tracePt t="173662" x="4497388" y="1265238"/>
          <p14:tracePt t="173673" x="4497388" y="1190625"/>
          <p14:tracePt t="173684" x="4497388" y="1149350"/>
          <p14:tracePt t="173695" x="4497388" y="1136650"/>
          <p14:tracePt t="173706" x="4497388" y="1122363"/>
          <p14:tracePt t="173718" x="4497388" y="1109663"/>
          <p14:tracePt t="173730" x="4497388" y="1095375"/>
          <p14:tracePt t="173773" x="4497388" y="1074738"/>
          <p14:tracePt t="173808" x="4497388" y="1047750"/>
          <p14:tracePt t="173819" x="4497388" y="1033463"/>
          <p14:tracePt t="173830" x="4497388" y="1006475"/>
          <p14:tracePt t="173842" x="4497388" y="979488"/>
          <p14:tracePt t="173853" x="4497388" y="919163"/>
          <p14:tracePt t="173865" x="4497388" y="877888"/>
          <p14:tracePt t="173877" x="4497388" y="836613"/>
          <p14:tracePt t="173887" x="4483100" y="803275"/>
          <p14:tracePt t="173900" x="4483100" y="776288"/>
          <p14:tracePt t="173911" x="4483100" y="762000"/>
          <p14:tracePt t="173921" x="4483100" y="747713"/>
          <p14:tracePt t="173933" x="4483100" y="735013"/>
          <p14:tracePt t="173944" x="4470400" y="735013"/>
          <p14:tracePt t="173954" x="4456113" y="735013"/>
          <p14:tracePt t="173977" x="4443413" y="735013"/>
          <p14:tracePt t="174021" x="4429125" y="735013"/>
          <p14:tracePt t="174024" x="4414838" y="735013"/>
          <p14:tracePt t="174036" x="4387850" y="735013"/>
          <p14:tracePt t="174044" x="4354513" y="747713"/>
          <p14:tracePt t="174056" x="4327525" y="762000"/>
          <p14:tracePt t="174067" x="4286250" y="788988"/>
          <p14:tracePt t="174079" x="4224338" y="836613"/>
          <p14:tracePt t="174090" x="4184650" y="890588"/>
          <p14:tracePt t="174101" x="4157663" y="919163"/>
          <p14:tracePt t="174112" x="4143375" y="946150"/>
          <p14:tracePt t="174123" x="4143375" y="993775"/>
          <p14:tracePt t="174135" x="4143375" y="1020763"/>
          <p14:tracePt t="174145" x="4143375" y="1047750"/>
          <p14:tracePt t="174157" x="4170363" y="1074738"/>
          <p14:tracePt t="174169" x="4211638" y="1109663"/>
          <p14:tracePt t="174180" x="4271963" y="1122363"/>
          <p14:tracePt t="174190" x="4327525" y="1136650"/>
          <p14:tracePt t="174203" x="4402138" y="1136650"/>
          <p14:tracePt t="174214" x="4483100" y="1136650"/>
          <p14:tracePt t="174224" x="4557713" y="1122363"/>
          <p14:tracePt t="174236" x="4625975" y="1095375"/>
          <p14:tracePt t="174248" x="4687888" y="1047750"/>
          <p14:tracePt t="174259" x="4714875" y="1020763"/>
          <p14:tracePt t="174270" x="4729163" y="993775"/>
          <p14:tracePt t="174281" x="4741863" y="931863"/>
          <p14:tracePt t="174293" x="4741863" y="890588"/>
          <p14:tracePt t="174303" x="4741863" y="850900"/>
          <p14:tracePt t="174314" x="4729163" y="803275"/>
          <p14:tracePt t="174327" x="4700588" y="762000"/>
          <p14:tracePt t="174337" x="4660900" y="735013"/>
          <p14:tracePt t="174349" x="4625975" y="720725"/>
          <p14:tracePt t="174360" x="4586288" y="708025"/>
          <p14:tracePt t="174371" x="4545013" y="708025"/>
          <p14:tracePt t="174382" x="4497388" y="720725"/>
          <p14:tracePt t="174394" x="4456113" y="735013"/>
          <p14:tracePt t="174404" x="4414838" y="762000"/>
          <p14:tracePt t="174416" x="4367213" y="803275"/>
          <p14:tracePt t="174427" x="4340225" y="836613"/>
          <p14:tracePt t="174438" x="4327525" y="877888"/>
          <p14:tracePt t="174450" x="4313238" y="904875"/>
          <p14:tracePt t="174461" x="4313238" y="931863"/>
          <p14:tracePt t="174471" x="4327525" y="966788"/>
          <p14:tracePt t="174484" x="4340225" y="993775"/>
          <p14:tracePt t="174495" x="4387850" y="1006475"/>
          <p14:tracePt t="174505" x="4414838" y="1020763"/>
          <p14:tracePt t="174517" x="4470400" y="1020763"/>
          <p14:tracePt t="174528" x="4545013" y="1020763"/>
          <p14:tracePt t="174539" x="4613275" y="1020763"/>
          <p14:tracePt t="174551" x="4660900" y="1006475"/>
          <p14:tracePt t="174562" x="4714875" y="979488"/>
          <p14:tracePt t="174573" x="4729163" y="946150"/>
          <p14:tracePt t="174585" x="4741863" y="931863"/>
          <p14:tracePt t="174596" x="4741863" y="904875"/>
          <p14:tracePt t="174607" x="4741863" y="877888"/>
          <p14:tracePt t="174618" x="4714875" y="850900"/>
          <p14:tracePt t="174630" x="4687888" y="836613"/>
          <p14:tracePt t="174640" x="4625975" y="815975"/>
          <p14:tracePt t="174652" x="4557713" y="815975"/>
          <p14:tracePt t="174663" x="4483100" y="815975"/>
          <p14:tracePt t="174674" x="4414838" y="850900"/>
          <p14:tracePt t="174686" x="4354513" y="877888"/>
          <p14:tracePt t="174698" x="4313238" y="904875"/>
          <p14:tracePt t="174708" x="4300538" y="931863"/>
          <p14:tracePt t="174720" x="4286250" y="979488"/>
          <p14:tracePt t="174732" x="4300538" y="1006475"/>
          <p14:tracePt t="174743" x="4313238" y="1020763"/>
          <p14:tracePt t="174753" x="4340225" y="1047750"/>
          <p14:tracePt t="174764" x="4414838" y="1074738"/>
          <p14:tracePt t="174777" x="4483100" y="1095375"/>
          <p14:tracePt t="174787" x="4545013" y="1095375"/>
          <p14:tracePt t="174798" x="4625975" y="1095375"/>
          <p14:tracePt t="174810" x="4700588" y="1074738"/>
          <p14:tracePt t="174821" x="4729163" y="1062038"/>
          <p14:tracePt t="174832" x="4741863" y="1047750"/>
          <p14:tracePt t="174844" x="4756150" y="1020763"/>
          <p14:tracePt t="174854" x="4756150" y="993775"/>
          <p14:tracePt t="174865" x="4741863" y="966788"/>
          <p14:tracePt t="174877" x="4714875" y="931863"/>
          <p14:tracePt t="174888" x="4687888" y="904875"/>
          <p14:tracePt t="174900" x="4613275" y="890588"/>
          <p14:tracePt t="174911" x="4557713" y="890588"/>
          <p14:tracePt t="174921" x="4470400" y="890588"/>
          <p14:tracePt t="174933" x="4387850" y="904875"/>
          <p14:tracePt t="174945" x="4340225" y="931863"/>
          <p14:tracePt t="174955" x="4300538" y="979488"/>
          <p14:tracePt t="174967" x="4271963" y="1020763"/>
          <p14:tracePt t="174978" x="4271963" y="1062038"/>
          <p14:tracePt t="174989" x="4271963" y="1095375"/>
          <p14:tracePt t="175000" x="4300538" y="1136650"/>
          <p14:tracePt t="175012" x="4340225" y="1176338"/>
          <p14:tracePt t="175023" x="4402138" y="1190625"/>
          <p14:tracePt t="175035" x="4483100" y="1223963"/>
          <p14:tracePt t="175046" x="4572000" y="1238250"/>
          <p14:tracePt t="175068" x="4646613" y="1238250"/>
          <p14:tracePt t="175071" x="4700588" y="1238250"/>
          <p14:tracePt t="175080" x="4756150" y="1211263"/>
          <p14:tracePt t="175094" x="4776788" y="1190625"/>
          <p14:tracePt t="175104" x="4776788" y="1149350"/>
          <p14:tracePt t="175114" x="4776788" y="1122363"/>
          <p14:tracePt t="175124" x="4756150" y="1074738"/>
          <p14:tracePt t="175135" x="4700588" y="1020763"/>
          <p14:tracePt t="175147" x="4660900" y="979488"/>
          <p14:tracePt t="175158" x="4572000" y="931863"/>
          <p14:tracePt t="175169" x="4443413" y="919163"/>
          <p14:tracePt t="175181" x="4313238" y="919163"/>
          <p14:tracePt t="175193" x="4224338" y="931863"/>
          <p14:tracePt t="175203" x="4157663" y="966788"/>
          <p14:tracePt t="175214" x="4122738" y="993775"/>
          <p14:tracePt t="175227" x="4110038" y="1020763"/>
          <p14:tracePt t="175237" x="4110038" y="1062038"/>
          <p14:tracePt t="175249" x="4143375" y="1109663"/>
          <p14:tracePt t="175261" x="4197350" y="1163638"/>
          <p14:tracePt t="175271" x="4271963" y="1190625"/>
          <p14:tracePt t="175282" x="4354513" y="1238250"/>
          <p14:tracePt t="175294" x="4443413" y="1252538"/>
          <p14:tracePt t="175304" x="4518025" y="1252538"/>
          <p14:tracePt t="175316" x="4557713" y="1252538"/>
          <p14:tracePt t="175327" x="4598988" y="1238250"/>
          <p14:tracePt t="175338" x="4625975" y="1223963"/>
          <p14:tracePt t="175350" x="4646613" y="1211263"/>
          <p14:tracePt t="175361" x="4660900" y="1190625"/>
          <p14:tracePt t="175372" x="4660900" y="1163638"/>
          <p14:tracePt t="175383" x="4660900" y="1149350"/>
          <p14:tracePt t="175395" x="4646613" y="1122363"/>
          <p14:tracePt t="175405" x="4613275" y="1095375"/>
          <p14:tracePt t="175417" x="4557713" y="1074738"/>
          <p14:tracePt t="175428" x="4497388" y="1062038"/>
          <p14:tracePt t="175439" x="4402138" y="1062038"/>
          <p14:tracePt t="175450" x="4313238" y="1062038"/>
          <p14:tracePt t="175462" x="4238625" y="1074738"/>
          <p14:tracePt t="175473" x="4211638" y="1095375"/>
          <p14:tracePt t="175485" x="4184650" y="1122363"/>
          <p14:tracePt t="175496" x="4184650" y="1136650"/>
          <p14:tracePt t="175506" x="4184650" y="1149350"/>
          <p14:tracePt t="175518" x="4197350" y="1163638"/>
          <p14:tracePt t="175529" x="4238625" y="1176338"/>
          <p14:tracePt t="175540" x="4286250" y="1190625"/>
          <p14:tracePt t="175552" x="4313238" y="1190625"/>
          <p14:tracePt t="175563" x="4354513" y="1190625"/>
          <p14:tracePt t="175574" x="4402138" y="1190625"/>
          <p14:tracePt t="175586" x="4429125" y="1176338"/>
          <p14:tracePt t="175597" x="4456113" y="1176338"/>
          <p14:tracePt t="175609" x="4470400" y="1163638"/>
          <p14:tracePt t="175619" x="4470400" y="1149350"/>
          <p14:tracePt t="175630" x="4483100" y="1136650"/>
          <p14:tracePt t="175643" x="4483100" y="1122363"/>
          <p14:tracePt t="175653" x="4483100" y="1109663"/>
          <p14:tracePt t="175664" x="4470400" y="1095375"/>
          <p14:tracePt t="175709" x="4456113" y="1074738"/>
          <p14:tracePt t="175866" x="4443413" y="1095375"/>
          <p14:tracePt t="175878" x="4429125" y="1095375"/>
          <p14:tracePt t="175889" x="4414838" y="1122363"/>
          <p14:tracePt t="175901" x="4402138" y="1136650"/>
          <p14:tracePt t="175913" x="4387850" y="1163638"/>
          <p14:tracePt t="175925" x="4367213" y="1211263"/>
          <p14:tracePt t="175935" x="4354513" y="1265238"/>
          <p14:tracePt t="175947" x="4354513" y="1319213"/>
          <p14:tracePt t="175958" x="4340225" y="1408113"/>
          <p14:tracePt t="175969" x="4340225" y="1509713"/>
          <p14:tracePt t="175980" x="4340225" y="1612900"/>
          <p14:tracePt t="175992" x="4340225" y="1681163"/>
          <p14:tracePt t="176001" x="4340225" y="1795463"/>
          <p14:tracePt t="176013" x="4340225" y="1898650"/>
          <p14:tracePt t="176025" x="4367213" y="2000250"/>
          <p14:tracePt t="176035" x="4387850" y="2068513"/>
          <p14:tracePt t="176048" x="4402138" y="2157413"/>
          <p14:tracePt t="176059" x="4402138" y="2244725"/>
          <p14:tracePt t="176069" x="4414838" y="2300288"/>
          <p14:tracePt t="176081" x="4414838" y="2387600"/>
          <p14:tracePt t="176092" x="4414838" y="2470150"/>
          <p14:tracePt t="176114" x="4414838" y="2544763"/>
          <p14:tracePt t="176117" x="4429125" y="2598738"/>
          <p14:tracePt t="176127" x="4429125" y="2687638"/>
          <p14:tracePt t="176137" x="4429125" y="2762250"/>
          <p14:tracePt t="176150" x="4429125" y="2830513"/>
          <p14:tracePt t="176160" x="4429125" y="2905125"/>
          <p14:tracePt t="176170" x="4429125" y="2994025"/>
          <p14:tracePt t="176182" x="4429125" y="3062288"/>
          <p14:tracePt t="176193" x="4443413" y="3122613"/>
          <p14:tracePt t="176204" x="4443413" y="3176588"/>
          <p14:tracePt t="176216" x="4456113" y="3252788"/>
          <p14:tracePt t="176228" x="4456113" y="3306763"/>
          <p14:tracePt t="176238" x="4470400" y="3381375"/>
          <p14:tracePt t="176250" x="4470400" y="3435350"/>
          <p14:tracePt t="176263" x="4483100" y="3497263"/>
          <p14:tracePt t="176277" x="4497388" y="3524250"/>
          <p14:tracePt t="176286" x="4530725" y="3578225"/>
          <p14:tracePt t="176296" x="4557713" y="3625850"/>
          <p14:tracePt t="176308" x="4586288" y="3667125"/>
          <p14:tracePt t="176318" x="4586288" y="3694113"/>
          <p14:tracePt t="176328" x="4598988" y="3735388"/>
          <p14:tracePt t="176339" x="4598988" y="3768725"/>
          <p14:tracePt t="176351" x="4598988" y="3795713"/>
          <p14:tracePt t="176362" x="4586288" y="3836988"/>
          <p14:tracePt t="176374" x="4586288" y="3898900"/>
          <p14:tracePt t="176386" x="4572000" y="3979863"/>
          <p14:tracePt t="176397" x="4557713" y="4054475"/>
          <p14:tracePt t="176408" x="4557713" y="4170363"/>
          <p14:tracePt t="176418" x="4545013" y="4271963"/>
          <p14:tracePt t="176431" x="4545013" y="4354513"/>
          <p14:tracePt t="176442" x="4557713" y="4414838"/>
          <p14:tracePt t="176452" x="4557713" y="4497388"/>
          <p14:tracePt t="176463" x="4557713" y="4572000"/>
          <p14:tracePt t="176475" x="4557713" y="4625975"/>
          <p14:tracePt t="176485" x="4557713" y="4687888"/>
          <p14:tracePt t="176497" x="4572000" y="4729163"/>
          <p14:tracePt t="176509" x="4572000" y="4756150"/>
          <p14:tracePt t="176519" x="4586288" y="4776788"/>
          <p14:tracePt t="176530" x="4572000" y="4776788"/>
          <p14:tracePt t="176778" x="4598988" y="4756150"/>
          <p14:tracePt t="176800" x="4613275" y="4741863"/>
          <p14:tracePt t="176812" x="4625975" y="4741863"/>
          <p14:tracePt t="176823" x="4660900" y="4729163"/>
          <p14:tracePt t="176834" x="4660900" y="4714875"/>
          <p14:tracePt t="176846" x="4673600" y="4687888"/>
          <p14:tracePt t="176856" x="4700588" y="4646613"/>
          <p14:tracePt t="176868" x="4714875" y="4598988"/>
          <p14:tracePt t="176880" x="4729163" y="4572000"/>
          <p14:tracePt t="176891" x="4729163" y="4557713"/>
          <p14:tracePt t="176902" x="4729163" y="4530725"/>
          <p14:tracePt t="176914" x="4729163" y="4497388"/>
          <p14:tracePt t="176924" x="4714875" y="4470400"/>
          <p14:tracePt t="176936" x="4700588" y="4443413"/>
          <p14:tracePt t="176948" x="4673600" y="4414838"/>
          <p14:tracePt t="176958" x="4646613" y="4402138"/>
          <p14:tracePt t="176970" x="4598988" y="4387850"/>
          <p14:tracePt t="176981" x="4557713" y="4387850"/>
          <p14:tracePt t="176992" x="4518025" y="4387850"/>
          <p14:tracePt t="177003" x="4483100" y="4387850"/>
          <p14:tracePt t="177014" x="4443413" y="4387850"/>
          <p14:tracePt t="177025" x="4414838" y="4402138"/>
          <p14:tracePt t="177037" x="4402138" y="4414838"/>
          <p14:tracePt t="177048" x="4387850" y="4443413"/>
          <p14:tracePt t="177059" x="4367213" y="4470400"/>
          <p14:tracePt t="177071" x="4354513" y="4497388"/>
          <p14:tracePt t="177082" x="4354513" y="4518025"/>
          <p14:tracePt t="177093" x="4354513" y="4545013"/>
          <p14:tracePt t="177104" x="4367213" y="4572000"/>
          <p14:tracePt t="177116" x="4402138" y="4586288"/>
          <p14:tracePt t="177127" x="4456113" y="4613275"/>
          <p14:tracePt t="177139" x="4518025" y="4646613"/>
          <p14:tracePt t="177172" x="4598988" y="4660900"/>
          <p14:tracePt t="177175" x="4660900" y="4660900"/>
          <p14:tracePt t="177184" x="4857750" y="4660900"/>
          <p14:tracePt t="177198" x="4932363" y="4646613"/>
          <p14:tracePt t="177208" x="5021263" y="4625975"/>
          <p14:tracePt t="177217" x="5062538" y="4613275"/>
          <p14:tracePt t="177230" x="5089525" y="4586288"/>
          <p14:tracePt t="177240" x="5102225" y="4557713"/>
          <p14:tracePt t="177252" x="5102225" y="4518025"/>
          <p14:tracePt t="177262" x="5089525" y="4470400"/>
          <p14:tracePt t="177274" x="5075238" y="4443413"/>
          <p14:tracePt t="177284" x="5033963" y="4414838"/>
          <p14:tracePt t="177297" x="4973638" y="4402138"/>
          <p14:tracePt t="177306" x="4884738" y="4367213"/>
          <p14:tracePt t="177318" x="4789488" y="4354513"/>
          <p14:tracePt t="177330" x="4660900" y="4340225"/>
          <p14:tracePt t="177340" x="4530725" y="4340225"/>
          <p14:tracePt t="177352" x="4443413" y="4367213"/>
          <p14:tracePt t="177364" x="4387850" y="4402138"/>
          <p14:tracePt t="177374" x="4327525" y="4443413"/>
          <p14:tracePt t="177386" x="4300538" y="4483100"/>
          <p14:tracePt t="177398" x="4286250" y="4518025"/>
          <p14:tracePt t="177408" x="4286250" y="4545013"/>
          <p14:tracePt t="177419" x="4300538" y="4586288"/>
          <p14:tracePt t="177431" x="4313238" y="4625975"/>
          <p14:tracePt t="177441" x="4327525" y="4660900"/>
          <p14:tracePt t="177453" x="4354513" y="4673600"/>
          <p14:tracePt t="177464" x="4387850" y="4700588"/>
          <p14:tracePt t="177475" x="4414838" y="4700588"/>
          <p14:tracePt t="177487" x="4456113" y="4714875"/>
          <p14:tracePt t="177498" x="4518025" y="4714875"/>
          <p14:tracePt t="177509" x="4598988" y="4714875"/>
          <p14:tracePt t="177520" x="4660900" y="4700588"/>
          <p14:tracePt t="177532" x="4741863" y="4687888"/>
          <p14:tracePt t="177543" x="4816475" y="4673600"/>
          <p14:tracePt t="177555" x="4857750" y="4646613"/>
          <p14:tracePt t="177566" x="4905375" y="4598988"/>
          <p14:tracePt t="177577" x="4919663" y="4557713"/>
          <p14:tracePt t="177588" x="4919663" y="4530725"/>
          <p14:tracePt t="177599" x="4905375" y="4518025"/>
          <p14:tracePt t="177610" x="4872038" y="4483100"/>
          <p14:tracePt t="177622" x="4816475" y="4456113"/>
          <p14:tracePt t="177634" x="4741863" y="4443413"/>
          <p14:tracePt t="177644" x="4660900" y="4429125"/>
          <p14:tracePt t="177655" x="4545013" y="4414838"/>
          <p14:tracePt t="177667" x="4402138" y="4414838"/>
          <p14:tracePt t="177678" x="4313238" y="4429125"/>
          <p14:tracePt t="177690" x="4184650" y="4470400"/>
          <p14:tracePt t="177701" x="4095750" y="4545013"/>
          <p14:tracePt t="177711" x="4041775" y="4598988"/>
          <p14:tracePt t="177723" x="4027488" y="4646613"/>
          <p14:tracePt t="177734" x="4014788" y="4687888"/>
          <p14:tracePt t="177747" x="4014788" y="4714875"/>
          <p14:tracePt t="177764" x="4014788" y="4741863"/>
          <p14:tracePt t="177790" x="4041775" y="4789488"/>
          <p14:tracePt t="177791" x="4143375" y="4843463"/>
          <p14:tracePt t="177816" x="4197350" y="4872038"/>
          <p14:tracePt t="177826" x="4271963" y="4884738"/>
          <p14:tracePt t="177827" x="4354513" y="4905375"/>
          <p14:tracePt t="177839" x="4429125" y="4905375"/>
          <p14:tracePt t="177851" x="4530725" y="4905375"/>
          <p14:tracePt t="177861" x="4646613" y="4884738"/>
          <p14:tracePt t="177872" x="4729163" y="4872038"/>
          <p14:tracePt t="177883" x="4789488" y="4843463"/>
          <p14:tracePt t="177893" x="4830763" y="4816475"/>
          <p14:tracePt t="177904" x="4857750" y="4776788"/>
          <p14:tracePt t="177915" x="4872038" y="4741863"/>
          <p14:tracePt t="177925" x="4857750" y="4714875"/>
          <p14:tracePt t="177938" x="4843463" y="4660900"/>
          <p14:tracePt t="177948" x="4789488" y="4598988"/>
          <p14:tracePt t="177959" x="4741863" y="4557713"/>
          <p14:tracePt t="177971" x="4673600" y="4518025"/>
          <p14:tracePt t="177983" x="4586288" y="4470400"/>
          <p14:tracePt t="177993" x="4497388" y="4429125"/>
          <p14:tracePt t="178004" x="4429125" y="4414838"/>
          <p14:tracePt t="178015" x="4354513" y="4414838"/>
          <p14:tracePt t="178027" x="4286250" y="4414838"/>
          <p14:tracePt t="178038" x="4238625" y="4414838"/>
          <p14:tracePt t="178049" x="4184650" y="4443413"/>
          <p14:tracePt t="178060" x="4157663" y="4497388"/>
          <p14:tracePt t="178072" x="4122738" y="4545013"/>
          <p14:tracePt t="178083" x="4122738" y="4586288"/>
          <p14:tracePt t="178094" x="4143375" y="4646613"/>
          <p14:tracePt t="178106" x="4157663" y="4673600"/>
          <p14:tracePt t="178117" x="4184650" y="4700588"/>
          <p14:tracePt t="178128" x="4259263" y="4729163"/>
          <p14:tracePt t="178139" x="4340225" y="4756150"/>
          <p14:tracePt t="178151" x="4443413" y="4776788"/>
          <p14:tracePt t="178162" x="4530725" y="4776788"/>
          <p14:tracePt t="178173" x="4646613" y="4756150"/>
          <p14:tracePt t="178184" x="4741863" y="4729163"/>
          <p14:tracePt t="178218" x="4803775" y="4700588"/>
          <p14:tracePt t="178219" x="4843463" y="4660900"/>
          <p14:tracePt t="178231" x="4872038" y="4613275"/>
          <p14:tracePt t="178232" x="4872038" y="4572000"/>
          <p14:tracePt t="178241" x="4857750" y="4530725"/>
          <p14:tracePt t="178252" x="4816475" y="4497388"/>
          <p14:tracePt t="178264" x="4776788" y="4456113"/>
          <p14:tracePt t="178274" x="4700588" y="4443413"/>
          <p14:tracePt t="178285" x="4646613" y="4429125"/>
          <p14:tracePt t="178298" x="4557713" y="4429125"/>
          <p14:tracePt t="178308" x="4497388" y="4443413"/>
          <p14:tracePt t="178320" x="4456113" y="4456113"/>
          <p14:tracePt t="178332" x="4429125" y="4483100"/>
          <p14:tracePt t="178342" x="4402138" y="4518025"/>
          <p14:tracePt t="178353" x="4402138" y="4545013"/>
          <p14:tracePt t="178364" x="4402138" y="4572000"/>
          <p14:tracePt t="178375" x="4414838" y="4598988"/>
          <p14:tracePt t="178387" x="4456113" y="4625975"/>
          <p14:tracePt t="178398" x="4497388" y="4660900"/>
          <p14:tracePt t="178409" x="4586288" y="4673600"/>
          <p14:tracePt t="178421" x="4660900" y="4687888"/>
          <p14:tracePt t="178432" x="4741863" y="4687888"/>
          <p14:tracePt t="178443" x="4803775" y="4673600"/>
          <p14:tracePt t="178455" x="4857750" y="4660900"/>
          <p14:tracePt t="178466" x="4884738" y="4646613"/>
          <p14:tracePt t="178476" x="4905375" y="4646613"/>
          <p14:tracePt t="178488" x="4919663" y="4625975"/>
          <p14:tracePt t="178500" x="4919663" y="4613275"/>
          <p14:tracePt t="178522" x="4905375" y="4613275"/>
          <p14:tracePt t="178534" x="4905375" y="4598988"/>
          <p14:tracePt t="178544" x="4884738" y="4598988"/>
          <p14:tracePt t="178556" x="4872038" y="4598988"/>
          <p14:tracePt t="178578" x="4857750" y="4598988"/>
          <p14:tracePt t="179006" x="4816475" y="4598988"/>
          <p14:tracePt t="179009" x="4776788" y="4598988"/>
          <p14:tracePt t="179017" x="4687888" y="4613275"/>
          <p14:tracePt t="179028" x="4586288" y="4625975"/>
          <p14:tracePt t="179042" x="4518025" y="4660900"/>
          <p14:tracePt t="179052" x="4414838" y="4673600"/>
          <p14:tracePt t="179063" x="4340225" y="4687888"/>
          <p14:tracePt t="179075" x="4286250" y="4700588"/>
          <p14:tracePt t="179085" x="4259263" y="4700588"/>
          <p14:tracePt t="179140" x="4259263" y="4714875"/>
          <p14:tracePt t="179151" x="4271963" y="4714875"/>
          <p14:tracePt t="179163" x="4300538" y="4714875"/>
          <p14:tracePt t="179175" x="4340225" y="4714875"/>
          <p14:tracePt t="179185" x="4414838" y="4714875"/>
          <p14:tracePt t="179197" x="4518025" y="4714875"/>
          <p14:tracePt t="179209" x="4586288" y="4714875"/>
          <p14:tracePt t="179219" x="4673600" y="4714875"/>
          <p14:tracePt t="179231" x="4714875" y="4714875"/>
          <p14:tracePt t="179264" x="4729163" y="4714875"/>
          <p14:tracePt t="179267" x="4741863" y="4714875"/>
          <p14:tracePt t="179309" x="4729163" y="4714875"/>
          <p14:tracePt t="179312" x="4700588" y="4714875"/>
          <p14:tracePt t="179321" x="4660900" y="4714875"/>
          <p14:tracePt t="179322" x="4625975" y="4714875"/>
          <p14:tracePt t="179332" x="4572000" y="4714875"/>
          <p14:tracePt t="179345" x="4518025" y="4700588"/>
          <p14:tracePt t="179355" x="4483100" y="4700588"/>
          <p14:tracePt t="179367" x="4456113" y="4700588"/>
          <p14:tracePt t="179378" x="4443413" y="4700588"/>
          <p14:tracePt t="179433" x="4470400" y="4700588"/>
          <p14:tracePt t="179444" x="4483100" y="4700588"/>
          <p14:tracePt t="179455" x="4530725" y="4700588"/>
          <p14:tracePt t="179467" x="4586288" y="4700588"/>
          <p14:tracePt t="179478" x="4625975" y="4700588"/>
          <p14:tracePt t="179489" x="4687888" y="4700588"/>
          <p14:tracePt t="179501" x="4714875" y="4687888"/>
          <p14:tracePt t="179512" x="4741863" y="4687888"/>
          <p14:tracePt t="179658" x="4756150" y="4687888"/>
          <p14:tracePt t="179669" x="4776788" y="4687888"/>
          <p14:tracePt t="179681" x="4789488" y="4687888"/>
          <p14:tracePt t="179693" x="4789488" y="4673600"/>
          <p14:tracePt t="179703" x="4803775" y="4660900"/>
          <p14:tracePt t="179714" x="4816475" y="4646613"/>
          <p14:tracePt t="179726" x="4830763" y="4625975"/>
          <p14:tracePt t="179737" x="4830763" y="4613275"/>
          <p14:tracePt t="179749" x="4830763" y="4586288"/>
          <p14:tracePt t="179760" x="4830763" y="4572000"/>
          <p14:tracePt t="179770" x="4816475" y="4545013"/>
          <p14:tracePt t="179782" x="4803775" y="4518025"/>
          <p14:tracePt t="179794" x="4789488" y="4483100"/>
          <p14:tracePt t="179804" x="4756150" y="4470400"/>
          <p14:tracePt t="179816" x="4700588" y="4456113"/>
          <p14:tracePt t="179828" x="4646613" y="4429125"/>
          <p14:tracePt t="179838" x="4572000" y="4414838"/>
          <p14:tracePt t="179850" x="4518025" y="4414838"/>
          <p14:tracePt t="179861" x="4456113" y="4402138"/>
          <p14:tracePt t="179872" x="4402138" y="4402138"/>
          <p14:tracePt t="179883" x="4354513" y="4402138"/>
          <p14:tracePt t="179895" x="4313238" y="4414838"/>
          <p14:tracePt t="179905" x="4286250" y="4429125"/>
          <p14:tracePt t="179917" x="4259263" y="4443413"/>
          <p14:tracePt t="179930" x="4238625" y="4456113"/>
          <p14:tracePt t="179940" x="4224338" y="4470400"/>
          <p14:tracePt t="179952" x="4197350" y="4470400"/>
          <p14:tracePt t="179962" x="4184650" y="4483100"/>
          <p14:tracePt t="179973" x="4170363" y="4497388"/>
          <p14:tracePt t="179985" x="4157663" y="4518025"/>
          <p14:tracePt t="179996" x="4157663" y="4530725"/>
          <p14:tracePt t="180007" x="4143375" y="4545013"/>
          <p14:tracePt t="180029" x="4143375" y="4557713"/>
          <p14:tracePt t="180041" x="4143375" y="4572000"/>
          <p14:tracePt t="180052" x="4143375" y="4586288"/>
          <p14:tracePt t="180063" x="4157663" y="4598988"/>
          <p14:tracePt t="180074" x="4170363" y="4613275"/>
          <p14:tracePt t="180086" x="4184650" y="4646613"/>
          <p14:tracePt t="180097" x="4211638" y="4660900"/>
          <p14:tracePt t="180108" x="4238625" y="4673600"/>
          <p14:tracePt t="180120" x="4271963" y="4700588"/>
          <p14:tracePt t="180131" x="4286250" y="4700588"/>
          <p14:tracePt t="180142" x="4313238" y="4714875"/>
          <p14:tracePt t="180154" x="4340225" y="4729163"/>
          <p14:tracePt t="180165" x="4367213" y="4729163"/>
          <p14:tracePt t="180176" x="4387850" y="4729163"/>
          <p14:tracePt t="180187" x="4414838" y="4741863"/>
          <p14:tracePt t="180198" x="4429125" y="4741863"/>
          <p14:tracePt t="180210" x="4443413" y="4741863"/>
          <p14:tracePt t="180231" x="4456113" y="4741863"/>
          <p14:tracePt t="180479" x="4443413" y="4729163"/>
          <p14:tracePt t="180490" x="4429125" y="4729163"/>
          <p14:tracePt t="180693" x="4429125" y="4714875"/>
          <p14:tracePt t="180706" x="4443413" y="4714875"/>
          <p14:tracePt t="180716" x="4470400" y="4714875"/>
          <p14:tracePt t="180738" x="4483100" y="4700588"/>
          <p14:tracePt t="180750" x="4470400" y="4625975"/>
          <p14:tracePt t="180762" x="4443413" y="4483100"/>
          <p14:tracePt t="180773" x="4402138" y="4271963"/>
          <p14:tracePt t="180784" x="4367213" y="4068763"/>
          <p14:tracePt t="180795" x="4354513" y="3694113"/>
          <p14:tracePt t="180805" x="4354513" y="3217863"/>
          <p14:tracePt t="180817" x="4367213" y="2830513"/>
          <p14:tracePt t="180829" x="4367213" y="2211388"/>
          <p14:tracePt t="180839" x="4367213" y="1652588"/>
          <p14:tracePt t="180851" x="4367213" y="1211263"/>
          <p14:tracePt t="180863" x="4367213" y="1020763"/>
          <p14:tracePt t="180873" x="4387850" y="904875"/>
          <p14:tracePt t="180886" x="4387850" y="863600"/>
          <p14:tracePt t="180897" x="4387850" y="836613"/>
          <p14:tracePt t="180907" x="4387850" y="803275"/>
          <p14:tracePt t="180919" x="4387850" y="788988"/>
          <p14:tracePt t="180930" x="4387850" y="762000"/>
          <p14:tracePt t="180952" x="4387850" y="747713"/>
          <p14:tracePt t="181031" x="4387850" y="735013"/>
          <p14:tracePt t="181041" x="4387850" y="720725"/>
          <p14:tracePt t="181053" x="4367213" y="720725"/>
          <p14:tracePt t="181131" x="4354513" y="735013"/>
          <p14:tracePt t="181143" x="4327525" y="747713"/>
          <p14:tracePt t="181155" x="4300538" y="776288"/>
          <p14:tracePt t="181166" x="4259263" y="815975"/>
          <p14:tracePt t="181177" x="4224338" y="850900"/>
          <p14:tracePt t="181189" x="4197350" y="890588"/>
          <p14:tracePt t="181200" x="4184650" y="931863"/>
          <p14:tracePt t="181210" x="4170363" y="966788"/>
          <p14:tracePt t="181223" x="4170363" y="979488"/>
          <p14:tracePt t="181234" x="4170363" y="993775"/>
          <p14:tracePt t="181244" x="4184650" y="1006475"/>
          <p14:tracePt t="181257" x="4211638" y="1006475"/>
          <p14:tracePt t="181267" x="4238625" y="1020763"/>
          <p14:tracePt t="181278" x="4286250" y="1020763"/>
          <p14:tracePt t="181290" x="4340225" y="1020763"/>
          <p14:tracePt t="181301" x="4367213" y="1006475"/>
          <p14:tracePt t="181312" x="4429125" y="979488"/>
          <p14:tracePt t="181324" x="4470400" y="946150"/>
          <p14:tracePt t="181356" x="4518025" y="904875"/>
          <p14:tracePt t="181360" x="4545013" y="877888"/>
          <p14:tracePt t="181369" x="4545013" y="836613"/>
          <p14:tracePt t="181370" x="4545013" y="803275"/>
          <p14:tracePt t="181382" x="4530725" y="776288"/>
          <p14:tracePt t="181392" x="4497388" y="762000"/>
          <p14:tracePt t="181402" x="4470400" y="747713"/>
          <p14:tracePt t="181415" x="4414838" y="747713"/>
          <p14:tracePt t="181424" x="4367213" y="747713"/>
          <p14:tracePt t="181436" x="4327525" y="762000"/>
          <p14:tracePt t="181449" x="4286250" y="776288"/>
          <p14:tracePt t="181459" x="4271963" y="803275"/>
          <p14:tracePt t="181471" x="4259263" y="836613"/>
          <p14:tracePt t="181482" x="4259263" y="850900"/>
          <p14:tracePt t="181492" x="4259263" y="877888"/>
          <p14:tracePt t="181503" x="4271963" y="904875"/>
          <p14:tracePt t="181515" x="4313238" y="931863"/>
          <p14:tracePt t="181525" x="4340225" y="946150"/>
          <p14:tracePt t="181537" x="4367213" y="979488"/>
          <p14:tracePt t="181549" x="4387850" y="993775"/>
          <p14:tracePt t="181559" x="4402138" y="1006475"/>
          <p14:tracePt t="181571" x="4414838" y="1047750"/>
          <p14:tracePt t="181583" x="4414838" y="1122363"/>
          <p14:tracePt t="181593" x="4414838" y="1279525"/>
          <p14:tracePt t="181604" x="4402138" y="1550988"/>
          <p14:tracePt t="181616" x="4402138" y="1911350"/>
          <p14:tracePt t="181627" x="4414838" y="2184400"/>
          <p14:tracePt t="181638" x="4443413" y="2544763"/>
          <p14:tracePt t="181649" x="4470400" y="2863850"/>
          <p14:tracePt t="181672" x="4483100" y="3048000"/>
          <p14:tracePt t="181675" x="4518025" y="3265488"/>
          <p14:tracePt t="181684" x="4557713" y="3422650"/>
          <p14:tracePt t="181698" x="4586288" y="3551238"/>
          <p14:tracePt t="181707" x="4613275" y="3605213"/>
          <p14:tracePt t="181718" x="4646613" y="3708400"/>
          <p14:tracePt t="181728" x="4687888" y="3783013"/>
          <p14:tracePt t="181740" x="4700588" y="3851275"/>
          <p14:tracePt t="181754" x="4741863" y="3911600"/>
          <p14:tracePt t="181765" x="4756150" y="3967163"/>
          <p14:tracePt t="181775" x="4789488" y="4014788"/>
          <p14:tracePt t="181785" x="4789488" y="4027488"/>
          <p14:tracePt t="181840" x="4803775" y="4027488"/>
          <p14:tracePt t="181852" x="4803775" y="4014788"/>
          <p14:tracePt t="181865" x="4803775" y="3994150"/>
          <p14:tracePt t="181896" x="4803775" y="3979863"/>
          <p14:tracePt t="181930" x="4789488" y="3979863"/>
          <p14:tracePt t="181953" x="4756150" y="3979863"/>
          <p14:tracePt t="181965" x="4714875" y="3994150"/>
          <p14:tracePt t="181975" x="4673600" y="4041775"/>
          <p14:tracePt t="181988" x="4625975" y="4081463"/>
          <p14:tracePt t="181999" x="4586288" y="4122738"/>
          <p14:tracePt t="182009" x="4545013" y="4184650"/>
          <p14:tracePt t="182021" x="4518025" y="4211638"/>
          <p14:tracePt t="182032" x="4497388" y="4238625"/>
          <p14:tracePt t="182043" x="4497388" y="4259263"/>
          <p14:tracePt t="182088" x="4518025" y="4271963"/>
          <p14:tracePt t="182099" x="4530725" y="4271963"/>
          <p14:tracePt t="182110" x="4545013" y="4271963"/>
          <p14:tracePt t="182122" x="4557713" y="4271963"/>
          <p14:tracePt t="182133" x="4586288" y="4271963"/>
          <p14:tracePt t="182144" x="4598988" y="4271963"/>
          <p14:tracePt t="182156" x="4625975" y="4271963"/>
          <p14:tracePt t="182167" x="4687888" y="4286250"/>
          <p14:tracePt t="182178" x="4729163" y="4286250"/>
          <p14:tracePt t="182190" x="4803775" y="4300538"/>
          <p14:tracePt t="182201" x="4884738" y="4313238"/>
          <p14:tracePt t="182223" x="4973638" y="4313238"/>
          <p14:tracePt t="182226" x="5033963" y="4313238"/>
          <p14:tracePt t="182235" x="5102225" y="4327525"/>
          <p14:tracePt t="182249" x="5164138" y="4313238"/>
          <p14:tracePt t="182257" x="5205413" y="4313238"/>
          <p14:tracePt t="182269" x="5232400" y="4300538"/>
          <p14:tracePt t="182282" x="5280025" y="4286250"/>
          <p14:tracePt t="182292" x="5319713" y="4238625"/>
          <p14:tracePt t="182303" x="5348288" y="4211638"/>
          <p14:tracePt t="182315" x="5360988" y="4170363"/>
          <p14:tracePt t="182325" x="5375275" y="4122738"/>
          <p14:tracePt t="182337" x="5375275" y="4095750"/>
          <p14:tracePt t="182348" x="5375275" y="4068763"/>
          <p14:tracePt t="182358" x="5375275" y="4054475"/>
          <p14:tracePt t="182369" x="5360988" y="4041775"/>
          <p14:tracePt t="182382" x="5348288" y="4027488"/>
          <p14:tracePt t="182403" x="5319713" y="4027488"/>
          <p14:tracePt t="182406" x="5280025" y="4014788"/>
          <p14:tracePt t="182417" x="5245100" y="4014788"/>
          <p14:tracePt t="182427" x="5218113" y="4027488"/>
          <p14:tracePt t="182438" x="5176838" y="4054475"/>
          <p14:tracePt t="182450" x="5129213" y="4081463"/>
          <p14:tracePt t="182460" x="5116513" y="4110038"/>
          <p14:tracePt t="182471" x="5089525" y="4157663"/>
          <p14:tracePt t="182482" x="5089525" y="4197350"/>
          <p14:tracePt t="182493" x="5102225" y="4224338"/>
          <p14:tracePt t="182505" x="5116513" y="4238625"/>
          <p14:tracePt t="182517" x="5149850" y="4259263"/>
          <p14:tracePt t="182527" x="5191125" y="4271963"/>
          <p14:tracePt t="182540" x="5245100" y="4271963"/>
          <p14:tracePt t="182550" x="5307013" y="4271963"/>
          <p14:tracePt t="182560" x="5375275" y="4271963"/>
          <p14:tracePt t="182572" x="5435600" y="4238625"/>
          <p14:tracePt t="182583" x="5476875" y="4224338"/>
          <p14:tracePt t="182594" x="5518150" y="4197350"/>
          <p14:tracePt t="182606" x="5565775" y="4157663"/>
          <p14:tracePt t="182617" x="5578475" y="4110038"/>
          <p14:tracePt t="182628" x="5578475" y="4068763"/>
          <p14:tracePt t="182639" x="5578475" y="4027488"/>
          <p14:tracePt t="182651" x="5551488" y="3979863"/>
          <p14:tracePt t="182662" x="5518150" y="3967163"/>
          <p14:tracePt t="182673" x="5476875" y="3938588"/>
          <p14:tracePt t="182684" x="5435600" y="3938588"/>
          <p14:tracePt t="182696" x="5375275" y="3938588"/>
          <p14:tracePt t="182707" x="5348288" y="3952875"/>
          <p14:tracePt t="182718" x="5307013" y="3967163"/>
          <p14:tracePt t="182730" x="5280025" y="3994150"/>
          <p14:tracePt t="182741" x="5245100" y="4027488"/>
          <p14:tracePt t="182752" x="5232400" y="4068763"/>
          <p14:tracePt t="182764" x="5232400" y="4081463"/>
          <p14:tracePt t="182774" x="5245100" y="4095750"/>
          <p14:tracePt t="182786" x="5280025" y="4110038"/>
          <p14:tracePt t="182798" x="5319713" y="4122738"/>
          <p14:tracePt t="182808" x="5387975" y="4143375"/>
          <p14:tracePt t="182819" x="5449888" y="4143375"/>
          <p14:tracePt t="182832" x="5518150" y="4143375"/>
          <p14:tracePt t="182842" x="5619750" y="4122738"/>
          <p14:tracePt t="182853" x="5708650" y="4110038"/>
          <p14:tracePt t="182865" x="5748338" y="4081463"/>
          <p14:tracePt t="182876" x="5783263" y="4054475"/>
          <p14:tracePt t="182887" x="5795963" y="4027488"/>
          <p14:tracePt t="182900" x="5795963" y="3979863"/>
          <p14:tracePt t="182909" x="5783263" y="3952875"/>
          <p14:tracePt t="182921" x="5735638" y="3925888"/>
          <p14:tracePt t="182932" x="5681663" y="3911600"/>
          <p14:tracePt t="182954" x="5646738" y="3898900"/>
          <p14:tracePt t="182958" x="5592763" y="3898900"/>
          <p14:tracePt t="182967" x="5551488" y="3898900"/>
          <p14:tracePt t="182978" x="5491163" y="3925888"/>
          <p14:tracePt t="182990" x="5462588" y="3952875"/>
          <p14:tracePt t="183000" x="5422900" y="3979863"/>
          <p14:tracePt t="183010" x="5408613" y="4027488"/>
          <p14:tracePt t="183022" x="5408613" y="4054475"/>
          <p14:tracePt t="183034" x="5408613" y="4095750"/>
          <p14:tracePt t="183044" x="5435600" y="4122738"/>
          <p14:tracePt t="183055" x="5476875" y="4157663"/>
          <p14:tracePt t="183067" x="5518150" y="4170363"/>
          <p14:tracePt t="183078" x="5592763" y="4184650"/>
          <p14:tracePt t="183089" x="5667375" y="4184650"/>
          <p14:tracePt t="183100" x="5721350" y="4184650"/>
          <p14:tracePt t="183113" x="5795963" y="4184650"/>
          <p14:tracePt t="183124" x="5837238" y="4170363"/>
          <p14:tracePt t="183135" x="5864225" y="4157663"/>
          <p14:tracePt t="183146" x="5878513" y="4122738"/>
          <p14:tracePt t="183158" x="5878513" y="4095750"/>
          <p14:tracePt t="183168" x="5864225" y="4054475"/>
          <p14:tracePt t="183179" x="5837238" y="4027488"/>
          <p14:tracePt t="183190" x="5783263" y="3979863"/>
          <p14:tracePt t="183202" x="5721350" y="3967163"/>
          <p14:tracePt t="183214" x="5646738" y="3952875"/>
          <p14:tracePt t="183224" x="5605463" y="3952875"/>
          <p14:tracePt t="183235" x="5551488" y="3952875"/>
          <p14:tracePt t="183250" x="5491163" y="3967163"/>
          <p14:tracePt t="183260" x="5462588" y="3994150"/>
          <p14:tracePt t="183271" x="5449888" y="4027488"/>
          <p14:tracePt t="183282" x="5435600" y="4068763"/>
          <p14:tracePt t="183292" x="5435600" y="4095750"/>
          <p14:tracePt t="183303" x="5435600" y="4110038"/>
          <p14:tracePt t="183315" x="5462588" y="4122738"/>
          <p14:tracePt t="183325" x="5503863" y="4143375"/>
          <p14:tracePt t="183337" x="5565775" y="4157663"/>
          <p14:tracePt t="183349" x="5619750" y="4170363"/>
          <p14:tracePt t="183359" x="5694363" y="4170363"/>
          <p14:tracePt t="183371" x="5762625" y="4157663"/>
          <p14:tracePt t="183382" x="5810250" y="4143375"/>
          <p14:tracePt t="183393" x="5864225" y="4110038"/>
          <p14:tracePt t="183404" x="5878513" y="4095750"/>
          <p14:tracePt t="183416" x="5891213" y="4054475"/>
          <p14:tracePt t="183427" x="5878513" y="4041775"/>
          <p14:tracePt t="183460" x="5851525" y="3994150"/>
          <p14:tracePt t="183465" x="5795963" y="3952875"/>
          <p14:tracePt t="183473" x="5646738" y="3911600"/>
          <p14:tracePt t="183483" x="5565775" y="3898900"/>
          <p14:tracePt t="183495" x="5491163" y="3898900"/>
          <p14:tracePt t="183506" x="5435600" y="3911600"/>
          <p14:tracePt t="183517" x="5375275" y="3952875"/>
          <p14:tracePt t="183529" x="5334000" y="3994150"/>
          <p14:tracePt t="183541" x="5319713" y="4054475"/>
          <p14:tracePt t="183551" x="5319713" y="4095750"/>
          <p14:tracePt t="183562" x="5319713" y="4122738"/>
          <p14:tracePt t="183573" x="5348288" y="4157663"/>
          <p14:tracePt t="183584" x="5375275" y="4184650"/>
          <p14:tracePt t="183595" x="5422900" y="4197350"/>
          <p14:tracePt t="183607" x="5476875" y="4211638"/>
          <p14:tracePt t="183618" x="5538788" y="4224338"/>
          <p14:tracePt t="183629" x="5578475" y="4224338"/>
          <p14:tracePt t="183640" x="5619750" y="4224338"/>
          <p14:tracePt t="183652" x="5646738" y="4211638"/>
          <p14:tracePt t="183664" x="5681663" y="4197350"/>
          <p14:tracePt t="183675" x="5708650" y="4184650"/>
          <p14:tracePt t="183685" x="5721350" y="4143375"/>
          <p14:tracePt t="183698" x="5721350" y="4110038"/>
          <p14:tracePt t="183708" x="5721350" y="4068763"/>
          <p14:tracePt t="183719" x="5694363" y="4027488"/>
          <p14:tracePt t="183731" x="5634038" y="3994150"/>
          <p14:tracePt t="183742" x="5578475" y="3967163"/>
          <p14:tracePt t="183753" x="5491163" y="3952875"/>
          <p14:tracePt t="183765" x="5422900" y="3952875"/>
          <p14:tracePt t="183775" x="5360988" y="3952875"/>
          <p14:tracePt t="183787" x="5334000" y="3979863"/>
          <p14:tracePt t="183798" x="5292725" y="4027488"/>
          <p14:tracePt t="183809" x="5259388" y="4068763"/>
          <p14:tracePt t="183821" x="5259388" y="4110038"/>
          <p14:tracePt t="183832" x="5259388" y="4143375"/>
          <p14:tracePt t="183843" x="5280025" y="4157663"/>
          <p14:tracePt t="183854" x="5319713" y="4184650"/>
          <p14:tracePt t="183866" x="5360988" y="4184650"/>
          <p14:tracePt t="183877" x="5422900" y="4197350"/>
          <p14:tracePt t="183889" x="5476875" y="4197350"/>
          <p14:tracePt t="183900" x="5538788" y="4197350"/>
          <p14:tracePt t="183910" x="5565775" y="4197350"/>
          <p14:tracePt t="183921" x="5605463" y="4170363"/>
          <p14:tracePt t="183933" x="5646738" y="4143375"/>
          <p14:tracePt t="183944" x="5681663" y="4122738"/>
          <p14:tracePt t="183956" x="5694363" y="4081463"/>
          <p14:tracePt t="183967" x="5708650" y="4054475"/>
          <p14:tracePt t="183978" x="5708650" y="4027488"/>
          <p14:tracePt t="183989" x="5694363" y="4014788"/>
          <p14:tracePt t="184001" x="5667375" y="3994150"/>
          <p14:tracePt t="184012" x="5619750" y="3979863"/>
          <p14:tracePt t="184023" x="5578475" y="3979863"/>
          <p14:tracePt t="184034" x="5491163" y="3967163"/>
          <p14:tracePt t="184046" x="5422900" y="3967163"/>
          <p14:tracePt t="184056" x="5334000" y="3994150"/>
          <p14:tracePt t="184068" x="5280025" y="4027488"/>
          <p14:tracePt t="184079" x="5205413" y="4068763"/>
          <p14:tracePt t="184090" x="5164138" y="4110038"/>
          <p14:tracePt t="184102" x="5164138" y="4157663"/>
          <p14:tracePt t="184114" x="5149850" y="4184650"/>
          <p14:tracePt t="184124" x="5164138" y="4197350"/>
          <p14:tracePt t="184135" x="5176838" y="4211638"/>
          <p14:tracePt t="184149" x="5205413" y="4224338"/>
          <p14:tracePt t="184158" x="5232400" y="4238625"/>
          <p14:tracePt t="184170" x="5280025" y="4238625"/>
          <p14:tracePt t="184182" x="5334000" y="4238625"/>
          <p14:tracePt t="184192" x="5387975" y="4238625"/>
          <p14:tracePt t="184203" x="5449888" y="4224338"/>
          <p14:tracePt t="184215" x="5503863" y="4197350"/>
          <p14:tracePt t="184225" x="5551488" y="4184650"/>
          <p14:tracePt t="184237" x="5578475" y="4143375"/>
          <p14:tracePt t="184250" x="5605463" y="4110038"/>
          <p14:tracePt t="184259" x="5605463" y="4054475"/>
          <p14:tracePt t="184271" x="5605463" y="4027488"/>
          <p14:tracePt t="184282" x="5578475" y="3979863"/>
          <p14:tracePt t="184293" x="5538788" y="3967163"/>
          <p14:tracePt t="184304" x="5491163" y="3952875"/>
          <p14:tracePt t="184316" x="5422900" y="3938588"/>
          <p14:tracePt t="184327" x="5334000" y="3952875"/>
          <p14:tracePt t="184338" x="5218113" y="3994150"/>
          <p14:tracePt t="184350" x="5149850" y="4041775"/>
          <p14:tracePt t="184360" x="5075238" y="4095750"/>
          <p14:tracePt t="184372" x="5048250" y="4157663"/>
          <p14:tracePt t="184384" x="5033963" y="4184650"/>
          <p14:tracePt t="184394" x="5033963" y="4211638"/>
          <p14:tracePt t="184406" x="5033963" y="4224338"/>
          <p14:tracePt t="184417" x="5062538" y="4259263"/>
          <p14:tracePt t="184428" x="5075238" y="4271963"/>
          <p14:tracePt t="184440" x="5075238" y="4286250"/>
          <p14:tracePt t="184450" x="5062538" y="4300538"/>
          <p14:tracePt t="184675" x="5075238" y="4300538"/>
          <p14:tracePt t="184697" x="5062538" y="4300538"/>
          <p14:tracePt t="184709" x="5048250" y="4313238"/>
          <p14:tracePt t="184720" x="5000625" y="4327525"/>
          <p14:tracePt t="184733" x="4959350" y="4340225"/>
          <p14:tracePt t="184743" x="4919663" y="4367213"/>
          <p14:tracePt t="184754" x="4857750" y="4402138"/>
          <p14:tracePt t="184767" x="4789488" y="4443413"/>
          <p14:tracePt t="184777" x="4741863" y="4456113"/>
          <p14:tracePt t="184789" x="4714875" y="4483100"/>
          <p14:tracePt t="184801" x="4673600" y="4497388"/>
          <p14:tracePt t="184810" x="4646613" y="4518025"/>
          <p14:tracePt t="184822" x="4625975" y="4518025"/>
          <p14:tracePt t="184834" x="4613275" y="4530725"/>
          <p14:tracePt t="184844" x="4598988" y="4530725"/>
          <p14:tracePt t="184889" x="4598988" y="4518025"/>
          <p14:tracePt t="184901" x="4598988" y="4497388"/>
          <p14:tracePt t="184912" x="4586288" y="4483100"/>
          <p14:tracePt t="184923" x="4572000" y="4470400"/>
          <p14:tracePt t="184934" x="4557713" y="4443413"/>
          <p14:tracePt t="184946" x="4545013" y="4429125"/>
          <p14:tracePt t="184958" x="4518025" y="4414838"/>
          <p14:tracePt t="184969" x="4470400" y="4402138"/>
          <p14:tracePt t="184979" x="4443413" y="4402138"/>
          <p14:tracePt t="184991" x="4429125" y="4402138"/>
          <p14:tracePt t="185002" x="4402138" y="4402138"/>
          <p14:tracePt t="185013" x="4354513" y="4402138"/>
          <p14:tracePt t="185024" x="4327525" y="4402138"/>
          <p14:tracePt t="185036" x="4286250" y="4414838"/>
          <p14:tracePt t="185047" x="4238625" y="4443413"/>
          <p14:tracePt t="185059" x="4211638" y="4470400"/>
          <p14:tracePt t="185069" x="4184650" y="4497388"/>
          <p14:tracePt t="185080" x="4157663" y="4530725"/>
          <p14:tracePt t="185092" x="4157663" y="4545013"/>
          <p14:tracePt t="185103" x="4157663" y="4572000"/>
          <p14:tracePt t="185114" x="4157663" y="4586288"/>
          <p14:tracePt t="185126" x="4157663" y="4613275"/>
          <p14:tracePt t="185137" x="4170363" y="4625975"/>
          <p14:tracePt t="185149" x="4184650" y="4660900"/>
          <p14:tracePt t="185160" x="4211638" y="4673600"/>
          <p14:tracePt t="185171" x="4238625" y="4673600"/>
          <p14:tracePt t="185183" x="4271963" y="4687888"/>
          <p14:tracePt t="185193" x="4300538" y="4687888"/>
          <p14:tracePt t="185204" x="4327525" y="4687888"/>
          <p14:tracePt t="185216" x="4367213" y="4700588"/>
          <p14:tracePt t="185227" x="4414838" y="4700588"/>
          <p14:tracePt t="185239" x="4497388" y="4700588"/>
          <p14:tracePt t="185251" x="4586288" y="4700588"/>
          <p14:tracePt t="185260" x="4673600" y="4700588"/>
          <p14:tracePt t="185272" x="4741863" y="4700588"/>
          <p14:tracePt t="185284" x="4843463" y="4687888"/>
          <p14:tracePt t="185294" x="4932363" y="4673600"/>
          <p14:tracePt t="185306" x="4986338" y="4660900"/>
          <p14:tracePt t="185317" x="5048250" y="4646613"/>
          <p14:tracePt t="185328" x="5075238" y="4613275"/>
          <p14:tracePt t="185340" x="5089525" y="4598988"/>
          <p14:tracePt t="185351" x="5102225" y="4572000"/>
          <p14:tracePt t="185362" x="5089525" y="4557713"/>
          <p14:tracePt t="185374" x="5075238" y="4530725"/>
          <p14:tracePt t="185385" x="5062538" y="4518025"/>
          <p14:tracePt t="185395" x="5000625" y="4483100"/>
          <p14:tracePt t="185407" x="4932363" y="4443413"/>
          <p14:tracePt t="185418" x="4843463" y="4414838"/>
          <p14:tracePt t="185429" x="4789488" y="4387850"/>
          <p14:tracePt t="185442" x="4700588" y="4367213"/>
          <p14:tracePt t="185453" x="4625975" y="4354513"/>
          <p14:tracePt t="185463" x="4572000" y="4340225"/>
          <p14:tracePt t="185475" x="4530725" y="4327525"/>
          <p14:tracePt t="185486" x="4470400" y="4327525"/>
          <p14:tracePt t="185497" x="4429125" y="4327525"/>
          <p14:tracePt t="185508" x="4402138" y="4340225"/>
          <p14:tracePt t="185520" x="4367213" y="4354513"/>
          <p14:tracePt t="185530" x="4354513" y="4367213"/>
          <p14:tracePt t="185553" x="4327525" y="4387850"/>
          <p14:tracePt t="185556" x="4313238" y="4402138"/>
          <p14:tracePt t="185566" x="4286250" y="4414838"/>
          <p14:tracePt t="185577" x="4271963" y="4429125"/>
          <p14:tracePt t="185587" x="4259263" y="4443413"/>
          <p14:tracePt t="185601" x="4238625" y="4456113"/>
          <p14:tracePt t="185611" x="4224338" y="4470400"/>
          <p14:tracePt t="185622" x="4224338" y="4483100"/>
          <p14:tracePt t="185633" x="4224338" y="4497388"/>
          <p14:tracePt t="185643" x="4224338" y="4518025"/>
          <p14:tracePt t="185654" x="4224338" y="4530725"/>
          <p14:tracePt t="185667" x="4224338" y="4545013"/>
          <p14:tracePt t="185677" x="4238625" y="4557713"/>
          <p14:tracePt t="185688" x="4259263" y="4572000"/>
          <p14:tracePt t="185700" x="4271963" y="4586288"/>
          <p14:tracePt t="185722" x="4286250" y="4586288"/>
          <p14:tracePt t="185734" x="4286250" y="4598988"/>
          <p14:tracePt t="185755" x="4300538" y="4598988"/>
          <p14:tracePt t="185789" x="4313238" y="4598988"/>
          <p14:tracePt t="185823" x="4327525" y="4598988"/>
          <p14:tracePt t="185835" x="4327525" y="4613275"/>
          <p14:tracePt t="185867" x="4340225" y="4613275"/>
          <p14:tracePt t="185890" x="4354513" y="4625975"/>
          <p14:tracePt t="185902" x="4367213" y="4625975"/>
          <p14:tracePt t="185913" x="4387850" y="4625975"/>
          <p14:tracePt t="185925" x="4402138" y="4646613"/>
          <p14:tracePt t="185935" x="4429125" y="4660900"/>
          <p14:tracePt t="185947" x="4443413" y="4660900"/>
          <p14:tracePt t="185959" x="4470400" y="4673600"/>
          <p14:tracePt t="185971" x="4497388" y="4673600"/>
          <p14:tracePt t="185981" x="4530725" y="4673600"/>
          <p14:tracePt t="185993" x="4545013" y="4673600"/>
          <p14:tracePt t="186003" x="4557713" y="4673600"/>
          <p14:tracePt t="186036" x="4572000" y="4673600"/>
          <p14:tracePt t="187623" x="4572000" y="4687888"/>
          <p14:tracePt t="187659" x="4586288" y="4687888"/>
          <p14:tracePt t="187747" x="4572000" y="4687888"/>
          <p14:tracePt t="187780" x="4557713" y="4687888"/>
          <p14:tracePt t="187793" x="4545013" y="4687888"/>
          <p14:tracePt t="187803" x="4518025" y="4687888"/>
          <p14:tracePt t="188466" x="4530725" y="4687888"/>
          <p14:tracePt t="188489" x="4530725" y="4673600"/>
          <p14:tracePt t="188624" x="4545013" y="4673600"/>
          <p14:tracePt t="188669" x="4545013" y="4660900"/>
          <p14:tracePt t="188736" x="4530725" y="4646613"/>
          <p14:tracePt t="188882" x="4518025" y="4646613"/>
          <p14:tracePt t="188905" x="4483100" y="4646613"/>
          <p14:tracePt t="188916" x="4470400" y="4646613"/>
          <p14:tracePt t="189243" x="4470400" y="4625975"/>
          <p14:tracePt t="189299" x="4483100" y="4625975"/>
          <p14:tracePt t="189377" x="4483100" y="4613275"/>
          <p14:tracePt t="189535" x="4470400" y="4625975"/>
          <p14:tracePt t="189558" x="4470400" y="4646613"/>
          <p14:tracePt t="189580" x="4470400" y="4660900"/>
          <p14:tracePt t="189593" x="4456113" y="4660900"/>
          <p14:tracePt t="189794" x="4456113" y="4673600"/>
          <p14:tracePt t="189839" x="4456113" y="4660900"/>
          <p14:tracePt t="189861" x="4470400" y="4660900"/>
          <p14:tracePt t="189884" x="4483100" y="4660900"/>
          <p14:tracePt t="189897" x="4497388" y="4660900"/>
          <p14:tracePt t="189929" x="4497388" y="4646613"/>
          <p14:tracePt t="189985" x="4518025" y="4660900"/>
          <p14:tracePt t="190447" x="4530725" y="4660900"/>
          <p14:tracePt t="190503" x="4545013" y="4660900"/>
          <p14:tracePt t="190525" x="4557713" y="4660900"/>
          <p14:tracePt t="190548" x="4557713" y="4673600"/>
          <p14:tracePt t="190604" x="4572000" y="4673600"/>
          <p14:tracePt t="190796" x="4557713" y="4673600"/>
          <p14:tracePt t="190798" x="4545013" y="4673600"/>
          <p14:tracePt t="190807" x="4530725" y="4673600"/>
          <p14:tracePt t="191121" x="4530725" y="4687888"/>
          <p14:tracePt t="191335" x="4545013" y="4687888"/>
          <p14:tracePt t="191627" x="4545013" y="4700588"/>
          <p14:tracePt t="192021" x="4557713" y="4700588"/>
          <p14:tracePt t="193023" x="4572000" y="4700588"/>
          <p14:tracePt t="193045" x="4586288" y="4700588"/>
          <p14:tracePt t="193057" x="4598988" y="4700588"/>
          <p14:tracePt t="193079" x="4613275" y="4700588"/>
          <p14:tracePt t="193090" x="4625975" y="4700588"/>
          <p14:tracePt t="193104" x="4646613" y="4700588"/>
          <p14:tracePt t="193113" x="4660900" y="4700588"/>
          <p14:tracePt t="193124" x="4673600" y="4700588"/>
          <p14:tracePt t="193138" x="4687888" y="4687888"/>
          <p14:tracePt t="193158" x="4687888" y="4673600"/>
          <p14:tracePt t="193170" x="4700588" y="4660900"/>
          <p14:tracePt t="193181" x="4700588" y="4646613"/>
          <p14:tracePt t="193192" x="4700588" y="4625975"/>
          <p14:tracePt t="193204" x="4700588" y="4613275"/>
          <p14:tracePt t="193215" x="4687888" y="4613275"/>
          <p14:tracePt t="193225" x="4687888" y="4598988"/>
          <p14:tracePt t="193238" x="4673600" y="4598988"/>
          <p14:tracePt t="193249" x="4673600" y="4586288"/>
          <p14:tracePt t="193260" x="4660900" y="4586288"/>
          <p14:tracePt t="193282" x="4646613" y="4586288"/>
          <p14:tracePt t="193348" x="4625975" y="4586288"/>
          <p14:tracePt t="193416" x="4613275" y="4586288"/>
          <p14:tracePt t="193450" x="4598988" y="4586288"/>
          <p14:tracePt t="193463" x="4598988" y="4598988"/>
          <p14:tracePt t="193473" x="4586288" y="4598988"/>
          <p14:tracePt t="193487" x="4572000" y="4598988"/>
          <p14:tracePt t="193496" x="4545013" y="4598988"/>
          <p14:tracePt t="193765" x="4545013" y="4586288"/>
          <p14:tracePt t="193799" x="4545013" y="4572000"/>
          <p14:tracePt t="193810" x="4518025" y="4572000"/>
          <p14:tracePt t="193824" x="4483100" y="4557713"/>
          <p14:tracePt t="193833" x="4443413" y="4557713"/>
          <p14:tracePt t="193844" x="4429125" y="4557713"/>
          <p14:tracePt t="193857" x="4402138" y="4557713"/>
          <p14:tracePt t="193867" x="4367213" y="4572000"/>
          <p14:tracePt t="193878" x="4354513" y="4572000"/>
          <p14:tracePt t="193891" x="4327525" y="4586288"/>
          <p14:tracePt t="193901" x="4300538" y="4613275"/>
          <p14:tracePt t="193912" x="4271963" y="4660900"/>
          <p14:tracePt t="193945" x="4238625" y="4687888"/>
          <p14:tracePt t="193948" x="4224338" y="4714875"/>
          <p14:tracePt t="193959" x="4197350" y="4756150"/>
          <p14:tracePt t="193960" x="4184650" y="4789488"/>
          <p14:tracePt t="193968" x="4184650" y="4830763"/>
          <p14:tracePt t="193980" x="4184650" y="4872038"/>
          <p14:tracePt t="193991" x="4184650" y="4905375"/>
          <p14:tracePt t="194002" x="4197350" y="4932363"/>
          <p14:tracePt t="194013" x="4211638" y="4959350"/>
          <p14:tracePt t="194025" x="4224338" y="4973638"/>
          <p14:tracePt t="194037" x="4238625" y="4986338"/>
          <p14:tracePt t="194048" x="4259263" y="5000625"/>
          <p14:tracePt t="194059" x="4286250" y="5021263"/>
          <p14:tracePt t="194070" x="4313238" y="5021263"/>
          <p14:tracePt t="194082" x="4340225" y="5021263"/>
          <p14:tracePt t="194093" x="4367213" y="5021263"/>
          <p14:tracePt t="194103" x="4414838" y="5021263"/>
          <p14:tracePt t="194115" x="4456113" y="5021263"/>
          <p14:tracePt t="194126" x="4497388" y="5021263"/>
          <p14:tracePt t="194137" x="4545013" y="5000625"/>
          <p14:tracePt t="194149" x="4598988" y="4973638"/>
          <p14:tracePt t="194160" x="4625975" y="4946650"/>
          <p14:tracePt t="194171" x="4673600" y="4919663"/>
          <p14:tracePt t="194183" x="4714875" y="4857750"/>
          <p14:tracePt t="194193" x="4729163" y="4816475"/>
          <p14:tracePt t="194204" x="4729163" y="4756150"/>
          <p14:tracePt t="194216" x="4729163" y="4700588"/>
          <p14:tracePt t="194227" x="4700588" y="4646613"/>
          <p14:tracePt t="194238" x="4673600" y="4598988"/>
          <p14:tracePt t="194250" x="4613275" y="4557713"/>
          <p14:tracePt t="194261" x="4545013" y="4518025"/>
          <p14:tracePt t="194273" x="4470400" y="4497388"/>
          <p14:tracePt t="194283" x="4414838" y="4483100"/>
          <p14:tracePt t="194294" x="4340225" y="4483100"/>
          <p14:tracePt t="194306" x="4286250" y="4483100"/>
          <p14:tracePt t="194317" x="4224338" y="4497388"/>
          <p14:tracePt t="194328" x="4184650" y="4530725"/>
          <p14:tracePt t="194340" x="4143375" y="4557713"/>
          <p14:tracePt t="194351" x="4122738" y="4613275"/>
          <p14:tracePt t="194362" x="4110038" y="4660900"/>
          <p14:tracePt t="194374" x="4122738" y="4700588"/>
          <p14:tracePt t="194385" x="4143375" y="4741863"/>
          <p14:tracePt t="194397" x="4184650" y="4789488"/>
          <p14:tracePt t="194408" x="4238625" y="4816475"/>
          <p14:tracePt t="194418" x="4327525" y="4843463"/>
          <p14:tracePt t="194430" x="4414838" y="4857750"/>
          <p14:tracePt t="194441" x="4497388" y="4872038"/>
          <p14:tracePt t="194452" x="4598988" y="4872038"/>
          <p14:tracePt t="194463" x="4700588" y="4857750"/>
          <p14:tracePt t="194475" x="4776788" y="4830763"/>
          <p14:tracePt t="194486" x="4803775" y="4803775"/>
          <p14:tracePt t="194497" x="4816475" y="4756150"/>
          <p14:tracePt t="194508" x="4816475" y="4714875"/>
          <p14:tracePt t="194519" x="4816475" y="4687888"/>
          <p14:tracePt t="194531" x="4789488" y="4646613"/>
          <p14:tracePt t="194542" x="4729163" y="4613275"/>
          <p14:tracePt t="194553" x="4660900" y="4586288"/>
          <p14:tracePt t="194565" x="4586288" y="4572000"/>
          <p14:tracePt t="194576" x="4518025" y="4572000"/>
          <p14:tracePt t="194587" x="4443413" y="4572000"/>
          <p14:tracePt t="194598" x="4387850" y="4572000"/>
          <p14:tracePt t="194610" x="4327525" y="4598988"/>
          <p14:tracePt t="194620" x="4300538" y="4625975"/>
          <p14:tracePt t="194632" x="4286250" y="4660900"/>
          <p14:tracePt t="194643" x="4286250" y="4687888"/>
          <p14:tracePt t="194654" x="4286250" y="4700588"/>
          <p14:tracePt t="194666" x="4286250" y="4729163"/>
          <p14:tracePt t="194677" x="4300538" y="4741863"/>
          <p14:tracePt t="194688" x="4313238" y="4756150"/>
          <p14:tracePt t="194699" x="4340225" y="4756150"/>
          <p14:tracePt t="194711" x="4367213" y="4756150"/>
          <p14:tracePt t="194723" x="4402138" y="4756150"/>
          <p14:tracePt t="194734" x="4443413" y="4756150"/>
          <p14:tracePt t="194744" x="4483100" y="4741863"/>
          <p14:tracePt t="194757" x="4518025" y="4741863"/>
          <p14:tracePt t="194767" x="4530725" y="4729163"/>
          <p14:tracePt t="194778" x="4545013" y="4729163"/>
          <p14:tracePt t="194791" x="4545013" y="4714875"/>
          <p14:tracePt t="194834" x="4530725" y="4700588"/>
          <p14:tracePt t="194856" x="4518025" y="4700588"/>
          <p14:tracePt t="195644" x="4530725" y="4714875"/>
          <p14:tracePt t="195655" x="4586288" y="4729163"/>
          <p14:tracePt t="195668" x="4646613" y="4741863"/>
          <p14:tracePt t="195679" x="4700588" y="4776788"/>
          <p14:tracePt t="195690" x="4776788" y="4830763"/>
          <p14:tracePt t="195701" x="4857750" y="4884738"/>
          <p14:tracePt t="195711" x="4959350" y="4959350"/>
          <p14:tracePt t="195724" x="5048250" y="5021263"/>
          <p14:tracePt t="195736" x="5191125" y="5102225"/>
          <p14:tracePt t="195748" x="5334000" y="5176838"/>
          <p14:tracePt t="195758" x="5435600" y="5232400"/>
          <p14:tracePt t="195770" x="5592763" y="5280025"/>
          <p14:tracePt t="195781" x="5735638" y="5319713"/>
          <p14:tracePt t="195791" x="5878513" y="5360988"/>
          <p14:tracePt t="195803" x="5980113" y="5375275"/>
          <p14:tracePt t="195814" x="6096000" y="5408613"/>
          <p14:tracePt t="195824" x="6197600" y="5408613"/>
          <p14:tracePt t="195836" x="6265863" y="5422900"/>
          <p14:tracePt t="195848" x="6313488" y="5422900"/>
          <p14:tracePt t="195858" x="6340475" y="5422900"/>
          <p14:tracePt t="195870" x="6367463" y="5422900"/>
          <p14:tracePt t="195881" x="6381750" y="5422900"/>
          <p14:tracePt t="195903" x="6381750" y="5408613"/>
          <p14:tracePt t="195915" x="6381750" y="5387975"/>
          <p14:tracePt t="195926" x="6381750" y="5375275"/>
          <p14:tracePt t="195938" x="6381750" y="5348288"/>
          <p14:tracePt t="195949" x="6381750" y="5307013"/>
          <p14:tracePt t="195959" x="6396038" y="5280025"/>
          <p14:tracePt t="195972" x="6456363" y="5205413"/>
          <p14:tracePt t="195983" x="6524625" y="5102225"/>
          <p14:tracePt t="195993" x="6626225" y="4959350"/>
          <p14:tracePt t="196005" x="6688138" y="4830763"/>
          <p14:tracePt t="196016" x="6804025" y="4625975"/>
          <p14:tracePt t="196038" x="6899275" y="4414838"/>
          <p14:tracePt t="196041" x="6973888" y="4238625"/>
          <p14:tracePt t="196050" x="7062788" y="4041775"/>
          <p14:tracePt t="196061" x="7116763" y="3884613"/>
          <p14:tracePt t="196073" x="7129463" y="3756025"/>
          <p14:tracePt t="196084" x="7129463" y="3667125"/>
          <p14:tracePt t="196094" x="7129463" y="3578225"/>
          <p14:tracePt t="196106" x="7116763" y="3509963"/>
          <p14:tracePt t="196117" x="7102475" y="3462338"/>
          <p14:tracePt t="196128" x="7075488" y="3435350"/>
          <p14:tracePt t="196140" x="7042150" y="3395663"/>
          <p14:tracePt t="196151" x="7000875" y="3360738"/>
          <p14:tracePt t="196163" x="6973888" y="3348038"/>
          <p14:tracePt t="196173" x="6932613" y="3333750"/>
          <p14:tracePt t="196184" x="6899275" y="3319463"/>
          <p14:tracePt t="196197" x="6872288" y="3306763"/>
          <p14:tracePt t="196207" x="6843713" y="3306763"/>
          <p14:tracePt t="196218" x="6804025" y="3292475"/>
          <p14:tracePt t="196230" x="6769100" y="3292475"/>
          <p14:tracePt t="196241" x="6715125" y="3279775"/>
          <p14:tracePt t="196252" x="6640513" y="3279775"/>
          <p14:tracePt t="196264" x="6557963" y="3279775"/>
          <p14:tracePt t="196274" x="6470650" y="3279775"/>
          <p14:tracePt t="196285" x="6408738" y="3292475"/>
          <p14:tracePt t="196298" x="6354763" y="3319463"/>
          <p14:tracePt t="196308" x="6300788" y="3348038"/>
          <p14:tracePt t="196319" x="6253163" y="3381375"/>
          <p14:tracePt t="196331" x="6211888" y="3422650"/>
          <p14:tracePt t="196342" x="6184900" y="3476625"/>
          <p14:tracePt t="196353" x="6170613" y="3538538"/>
          <p14:tracePt t="196364" x="6170613" y="3565525"/>
          <p14:tracePt t="196375" x="6170613" y="3605213"/>
          <p14:tracePt t="196387" x="6184900" y="3652838"/>
          <p14:tracePt t="196398" x="6197600" y="3681413"/>
          <p14:tracePt t="196409" x="6224588" y="3721100"/>
          <p14:tracePt t="196421" x="6280150" y="3756025"/>
          <p14:tracePt t="196432" x="6327775" y="3783013"/>
          <p14:tracePt t="196443" x="6381750" y="3810000"/>
          <p14:tracePt t="196455" x="6443663" y="3824288"/>
          <p14:tracePt t="196466" x="6497638" y="3824288"/>
          <p14:tracePt t="196477" x="6557963" y="3824288"/>
          <p14:tracePt t="196488" x="6613525" y="3810000"/>
          <p14:tracePt t="196500" x="6673850" y="3795713"/>
          <p14:tracePt t="196511" x="6729413" y="3768725"/>
          <p14:tracePt t="196522" x="6756400" y="3735388"/>
          <p14:tracePt t="196534" x="6783388" y="3694113"/>
          <p14:tracePt t="196545" x="6804025" y="3652838"/>
          <p14:tracePt t="196556" x="6816725" y="3605213"/>
          <p14:tracePt t="196567" x="6804025" y="3578225"/>
          <p14:tracePt t="196578" x="6783388" y="3538538"/>
          <p14:tracePt t="196590" x="6756400" y="3509963"/>
          <p14:tracePt t="196601" x="6715125" y="3497263"/>
          <p14:tracePt t="196613" x="6626225" y="3462338"/>
          <p14:tracePt t="196623" x="6497638" y="3435350"/>
          <p14:tracePt t="196635" x="6340475" y="3435350"/>
          <p14:tracePt t="196647" x="6238875" y="3435350"/>
          <p14:tracePt t="196657" x="6096000" y="3462338"/>
          <p14:tracePt t="196668" x="5967413" y="3497263"/>
          <p14:tracePt t="196681" x="5911850" y="3509963"/>
          <p14:tracePt t="196690" x="5864225" y="3538538"/>
          <p14:tracePt t="196702" x="5851525" y="3565525"/>
          <p14:tracePt t="196714" x="5851525" y="3592513"/>
          <p14:tracePt t="196724" x="5851525" y="3625850"/>
          <p14:tracePt t="196736" x="5878513" y="3667125"/>
          <p14:tracePt t="196748" x="5938838" y="3708400"/>
          <p14:tracePt t="196758" x="6007100" y="3735388"/>
          <p14:tracePt t="196780" x="6110288" y="3783013"/>
          <p14:tracePt t="196784" x="6224588" y="3810000"/>
          <p14:tracePt t="196793" x="6327775" y="3824288"/>
          <p14:tracePt t="196805" x="6396038" y="3824288"/>
          <p14:tracePt t="196815" x="6483350" y="3824288"/>
          <p14:tracePt t="196825" x="6545263" y="3810000"/>
          <p14:tracePt t="196837" x="6572250" y="3795713"/>
          <p14:tracePt t="196848" x="6599238" y="3783013"/>
          <p14:tracePt t="196859" x="6613525" y="3756025"/>
          <p14:tracePt t="196871" x="6613525" y="3735388"/>
          <p14:tracePt t="196882" x="6599238" y="3708400"/>
          <p14:tracePt t="196893" x="6586538" y="3681413"/>
          <p14:tracePt t="196905" x="6572250" y="3652838"/>
          <p14:tracePt t="196916" x="6524625" y="3640138"/>
          <p14:tracePt t="196927" x="6497638" y="3625850"/>
          <p14:tracePt t="196938" x="6456363" y="3625850"/>
          <p14:tracePt t="196949" x="6408738" y="3625850"/>
          <p14:tracePt t="196961" x="6367463" y="3625850"/>
          <p14:tracePt t="196972" x="6327775" y="3652838"/>
          <p14:tracePt t="196983" x="6280150" y="3681413"/>
          <p14:tracePt t="196994" x="6253163" y="3708400"/>
          <p14:tracePt t="197005" x="6238875" y="3721100"/>
          <p14:tracePt t="197017" x="6238875" y="3756025"/>
          <p14:tracePt t="197028" x="6253163" y="3783013"/>
          <p14:tracePt t="197039" x="6265863" y="3810000"/>
          <p14:tracePt t="197051" x="6327775" y="3851275"/>
          <p14:tracePt t="197063" x="6408738" y="3898900"/>
          <p14:tracePt t="197084" x="6497638" y="3938588"/>
          <p14:tracePt t="197089" x="6572250" y="3952875"/>
          <p14:tracePt t="197099" x="6640513" y="3967163"/>
          <p14:tracePt t="197109" x="6715125" y="3967163"/>
          <p14:tracePt t="197120" x="6756400" y="3967163"/>
          <p14:tracePt t="197131" x="6783388" y="3967163"/>
          <p14:tracePt t="197140" x="6804025" y="3967163"/>
          <p14:tracePt t="197152" x="6804025" y="3952875"/>
          <p14:tracePt t="197164" x="6804025" y="3938588"/>
          <p14:tracePt t="197174" x="6783388" y="3925888"/>
          <p14:tracePt t="197185" x="6769100" y="3911600"/>
          <p14:tracePt t="197198" x="6756400" y="3898900"/>
          <p14:tracePt t="197208" x="6729413" y="3863975"/>
          <p14:tracePt t="197219" x="6700838" y="3851275"/>
          <p14:tracePt t="197231" x="6688138" y="3851275"/>
          <p14:tracePt t="197242" x="6673850" y="3851275"/>
          <p14:tracePt t="197253" x="6640513" y="3836988"/>
          <p14:tracePt t="197265" x="6626225" y="3836988"/>
          <p14:tracePt t="197275" x="6613525" y="3851275"/>
          <p14:tracePt t="197309" x="6599238" y="3863975"/>
          <p14:tracePt t="197343" x="6599238" y="3884613"/>
          <p14:tracePt t="197354" x="6613525" y="3884613"/>
          <p14:tracePt t="197388" x="6626225" y="3884613"/>
          <p14:tracePt t="198840" x="6599238" y="3925888"/>
          <p14:tracePt t="198850" x="6545263" y="3994150"/>
          <p14:tracePt t="198862" x="6483350" y="4068763"/>
          <p14:tracePt t="198874" x="6367463" y="4197350"/>
          <p14:tracePt t="198885" x="6300788" y="4286250"/>
          <p14:tracePt t="198896" x="6197600" y="4402138"/>
          <p14:tracePt t="198909" x="6122988" y="4497388"/>
          <p14:tracePt t="198918" x="6096000" y="4545013"/>
          <p14:tracePt t="198931" x="6081713" y="4598988"/>
          <p14:tracePt t="198943" x="6069013" y="4625975"/>
          <p14:tracePt t="198952" x="6069013" y="4673600"/>
          <p14:tracePt t="198965" x="6054725" y="4687888"/>
          <p14:tracePt t="198977" x="6042025" y="4687888"/>
          <p14:tracePt t="199289" x="6054725" y="4714875"/>
          <p14:tracePt t="199302" x="6069013" y="4714875"/>
          <p14:tracePt t="199412" x="6069013" y="4729163"/>
          <p14:tracePt t="199514" x="6081713" y="4729163"/>
          <p14:tracePt t="200696" x="6054725" y="4776788"/>
          <p14:tracePt t="200699" x="6021388" y="4803775"/>
          <p14:tracePt t="200707" x="5994400" y="4843463"/>
          <p14:tracePt t="200719" x="5938838" y="4905375"/>
          <p14:tracePt t="200729" x="5891213" y="4932363"/>
          <p14:tracePt t="200741" x="5864225" y="4986338"/>
          <p14:tracePt t="200752" x="5837238" y="5021263"/>
          <p14:tracePt t="200766" x="5837238" y="5062538"/>
          <p14:tracePt t="200774" x="5824538" y="5075238"/>
          <p14:tracePt t="200786" x="5824538" y="5089525"/>
          <p14:tracePt t="200800" x="5824538" y="5116513"/>
          <p14:tracePt t="200808" x="5824538" y="5129213"/>
          <p14:tracePt t="200819" x="5824538" y="5149850"/>
          <p14:tracePt t="200834" x="5824538" y="5164138"/>
          <p14:tracePt t="200854" x="5824538" y="5176838"/>
          <p14:tracePt t="200987" x="5837238" y="5176838"/>
          <p14:tracePt t="201145" x="5851525" y="5176838"/>
          <p14:tracePt t="201224" x="5864225" y="5176838"/>
          <p14:tracePt t="201246" x="5878513" y="5176838"/>
          <p14:tracePt t="201259" x="5891213" y="5176838"/>
          <p14:tracePt t="201282" x="5911850" y="5176838"/>
          <p14:tracePt t="201303" x="5926138" y="5176838"/>
          <p14:tracePt t="201314" x="5938838" y="5176838"/>
          <p14:tracePt t="201326" x="5953125" y="5164138"/>
          <p14:tracePt t="201337" x="5967413" y="5164138"/>
          <p14:tracePt t="201348" x="5980113" y="5149850"/>
          <p14:tracePt t="201360" x="5994400" y="5129213"/>
          <p14:tracePt t="201371" x="6007100" y="5116513"/>
          <p14:tracePt t="201382" x="6007100" y="5102225"/>
          <p14:tracePt t="201394" x="6021388" y="5089525"/>
          <p14:tracePt t="201405" x="6021388" y="5075238"/>
          <p14:tracePt t="201427" x="6021388" y="5062538"/>
          <p14:tracePt t="201438" x="6042025" y="5048250"/>
          <p14:tracePt t="201461" x="6042025" y="5033963"/>
          <p14:tracePt t="201483" x="6021388" y="5033963"/>
          <p14:tracePt t="201495" x="6021388" y="5021263"/>
          <p14:tracePt t="201517" x="6021388" y="5000625"/>
          <p14:tracePt t="201539" x="6021388" y="4986338"/>
          <p14:tracePt t="201550" x="6007100" y="4986338"/>
          <p14:tracePt t="201562" x="6007100" y="4973638"/>
          <p14:tracePt t="201573" x="5994400" y="4959350"/>
          <p14:tracePt t="201585" x="5980113" y="4959350"/>
          <p14:tracePt t="201595" x="5967413" y="4946650"/>
          <p14:tracePt t="201618" x="5953125" y="4932363"/>
          <p14:tracePt t="201630" x="5926138" y="4932363"/>
          <p14:tracePt t="201642" x="5911850" y="4932363"/>
          <p14:tracePt t="201653" x="5891213" y="4919663"/>
          <p14:tracePt t="201663" x="5864225" y="4919663"/>
          <p14:tracePt t="201676" x="5851525" y="4919663"/>
          <p14:tracePt t="201686" x="5837238" y="4919663"/>
          <p14:tracePt t="201698" x="5824538" y="4919663"/>
          <p14:tracePt t="201710" x="5810250" y="4919663"/>
          <p14:tracePt t="201720" x="5795963" y="4919663"/>
          <p14:tracePt t="201732" x="5783263" y="4919663"/>
          <p14:tracePt t="201753" x="5748338" y="4919663"/>
          <p14:tracePt t="201765" x="5735638" y="4932363"/>
          <p14:tracePt t="201776" x="5721350" y="4932363"/>
          <p14:tracePt t="201787" x="5708650" y="4946650"/>
          <p14:tracePt t="201799" x="5681663" y="4959350"/>
          <p14:tracePt t="201810" x="5667375" y="4959350"/>
          <p14:tracePt t="201820" x="5646738" y="4973638"/>
          <p14:tracePt t="201833" x="5634038" y="4986338"/>
          <p14:tracePt t="201844" x="5619750" y="4986338"/>
          <p14:tracePt t="201854" x="5619750" y="5000625"/>
          <p14:tracePt t="201866" x="5605463" y="5000625"/>
          <p14:tracePt t="201877" x="5605463" y="5021263"/>
          <p14:tracePt t="201888" x="5592763" y="5033963"/>
          <p14:tracePt t="201910" x="5592763" y="5048250"/>
          <p14:tracePt t="201922" x="5592763" y="5062538"/>
          <p14:tracePt t="201934" x="5592763" y="5075238"/>
          <p14:tracePt t="201955" x="5592763" y="5089525"/>
          <p14:tracePt t="201967" x="5592763" y="5102225"/>
          <p14:tracePt t="201978" x="5592763" y="5116513"/>
          <p14:tracePt t="202000" x="5592763" y="5129213"/>
          <p14:tracePt t="202023" x="5592763" y="5149850"/>
          <p14:tracePt t="202034" x="5605463" y="5149850"/>
          <p14:tracePt t="202045" x="5605463" y="5164138"/>
          <p14:tracePt t="202068" x="5619750" y="5176838"/>
          <p14:tracePt t="202081" x="5634038" y="5191125"/>
          <p14:tracePt t="202093" x="5646738" y="5191125"/>
          <p14:tracePt t="202103" x="5667375" y="5205413"/>
          <p14:tracePt t="202113" x="5681663" y="5205413"/>
          <p14:tracePt t="202126" x="5681663" y="5218113"/>
          <p14:tracePt t="202136" x="5694363" y="5218113"/>
          <p14:tracePt t="202148" x="5708650" y="5218113"/>
          <p14:tracePt t="202169" x="5721350" y="5218113"/>
          <p14:tracePt t="202191" x="5735638" y="5218113"/>
          <p14:tracePt t="202203" x="5748338" y="5232400"/>
          <p14:tracePt t="202215" x="5762625" y="5232400"/>
          <p14:tracePt t="202226" x="5783263" y="5232400"/>
          <p14:tracePt t="202237" x="5795963" y="5232400"/>
          <p14:tracePt t="202250" x="5810250" y="5232400"/>
          <p14:tracePt t="202260" x="5824538" y="5232400"/>
          <p14:tracePt t="202270" x="5837238" y="5218113"/>
          <p14:tracePt t="202283" x="5851525" y="5218113"/>
          <p14:tracePt t="202294" x="5864225" y="5218113"/>
          <p14:tracePt t="202306" x="5891213" y="5205413"/>
          <p14:tracePt t="202327" x="5926138" y="5191125"/>
          <p14:tracePt t="202330" x="5938838" y="5176838"/>
          <p14:tracePt t="202339" x="5980113" y="5149850"/>
          <p14:tracePt t="202351" x="6007100" y="5116513"/>
          <p14:tracePt t="202361" x="6021388" y="5089525"/>
          <p14:tracePt t="202372" x="6042025" y="5075238"/>
          <p14:tracePt t="202386" x="6042025" y="5048250"/>
          <p14:tracePt t="202398" x="6042025" y="5033963"/>
          <p14:tracePt t="202417" x="6042025" y="5021263"/>
          <p14:tracePt t="202451" x="6021388" y="5000625"/>
          <p14:tracePt t="202484" x="6021388" y="4986338"/>
          <p14:tracePt t="202495" x="6007100" y="4986338"/>
          <p14:tracePt t="202507" x="5994400" y="4973638"/>
          <p14:tracePt t="202519" x="5967413" y="4959350"/>
          <p14:tracePt t="202531" x="5938838" y="4946650"/>
          <p14:tracePt t="202544" x="5911850" y="4932363"/>
          <p14:tracePt t="202554" x="5864225" y="4919663"/>
          <p14:tracePt t="202563" x="5824538" y="4919663"/>
          <p14:tracePt t="202577" x="5795963" y="4905375"/>
          <p14:tracePt t="202586" x="5762625" y="4905375"/>
          <p14:tracePt t="202598" x="5721350" y="4919663"/>
          <p14:tracePt t="202610" x="5694363" y="4919663"/>
          <p14:tracePt t="202619" x="5667375" y="4946650"/>
          <p14:tracePt t="202631" x="5605463" y="4973638"/>
          <p14:tracePt t="202643" x="5565775" y="5000625"/>
          <p14:tracePt t="202653" x="5538788" y="5021263"/>
          <p14:tracePt t="202665" x="5503863" y="5048250"/>
          <p14:tracePt t="202676" x="5476875" y="5062538"/>
          <p14:tracePt t="202687" x="5462588" y="5075238"/>
          <p14:tracePt t="202699" x="5462588" y="5102225"/>
          <p14:tracePt t="202710" x="5449888" y="5116513"/>
          <p14:tracePt t="202721" x="5449888" y="5149850"/>
          <p14:tracePt t="202732" x="5449888" y="5164138"/>
          <p14:tracePt t="202743" x="5449888" y="5176838"/>
          <p14:tracePt t="202754" x="5462588" y="5191125"/>
          <p14:tracePt t="202766" x="5491163" y="5218113"/>
          <p14:tracePt t="202777" x="5503863" y="5232400"/>
          <p14:tracePt t="202788" x="5551488" y="5245100"/>
          <p14:tracePt t="202800" x="5578475" y="5259388"/>
          <p14:tracePt t="202811" x="5605463" y="5280025"/>
          <p14:tracePt t="202822" x="5646738" y="5292725"/>
          <p14:tracePt t="202834" x="5694363" y="5292725"/>
          <p14:tracePt t="202845" x="5735638" y="5292725"/>
          <p14:tracePt t="202856" x="5783263" y="5292725"/>
          <p14:tracePt t="202867" x="5837238" y="5292725"/>
          <p14:tracePt t="202878" x="5891213" y="5280025"/>
          <p14:tracePt t="202889" x="5938838" y="5280025"/>
          <p14:tracePt t="202901" x="5980113" y="5245100"/>
          <p14:tracePt t="202912" x="6007100" y="5232400"/>
          <p14:tracePt t="202923" x="6021388" y="5191125"/>
          <p14:tracePt t="202935" x="6042025" y="5164138"/>
          <p14:tracePt t="202946" x="6042025" y="5102225"/>
          <p14:tracePt t="202958" x="6042025" y="5048250"/>
          <p14:tracePt t="202968" x="6021388" y="5000625"/>
          <p14:tracePt t="202979" x="6007100" y="4959350"/>
          <p14:tracePt t="202991" x="5980113" y="4932363"/>
          <p14:tracePt t="203002" x="5938838" y="4905375"/>
          <p14:tracePt t="203013" x="5911850" y="4884738"/>
          <p14:tracePt t="203025" x="5864225" y="4872038"/>
          <p14:tracePt t="203036" x="5824538" y="4872038"/>
          <p14:tracePt t="203047" x="5795963" y="4857750"/>
          <p14:tracePt t="203059" x="5735638" y="4872038"/>
          <p14:tracePt t="203069" x="5681663" y="4884738"/>
          <p14:tracePt t="203082" x="5605463" y="4919663"/>
          <p14:tracePt t="203093" x="5565775" y="4932363"/>
          <p14:tracePt t="203103" x="5503863" y="4959350"/>
          <p14:tracePt t="203115" x="5449888" y="4986338"/>
          <p14:tracePt t="203126" x="5422900" y="5021263"/>
          <p14:tracePt t="203137" x="5387975" y="5033963"/>
          <p14:tracePt t="203149" x="5375275" y="5062538"/>
          <p14:tracePt t="203160" x="5375275" y="5075238"/>
          <p14:tracePt t="203171" x="5375275" y="5102225"/>
          <p14:tracePt t="203182" x="5375275" y="5116513"/>
          <p14:tracePt t="203194" x="5387975" y="5149850"/>
          <p14:tracePt t="203204" x="5387975" y="5176838"/>
          <p14:tracePt t="203216" x="5408613" y="5191125"/>
          <p14:tracePt t="203227" x="5435600" y="5218113"/>
          <p14:tracePt t="203238" x="5462588" y="5232400"/>
          <p14:tracePt t="203250" x="5491163" y="5245100"/>
          <p14:tracePt t="203261" x="5518150" y="5259388"/>
          <p14:tracePt t="203272" x="5565775" y="5259388"/>
          <p14:tracePt t="203284" x="5592763" y="5280025"/>
          <p14:tracePt t="203295" x="5619750" y="5280025"/>
          <p14:tracePt t="203305" x="5667375" y="5280025"/>
          <p14:tracePt t="203317" x="5694363" y="5280025"/>
          <p14:tracePt t="203328" x="5735638" y="5259388"/>
          <p14:tracePt t="203339" x="5762625" y="5259388"/>
          <p14:tracePt t="203351" x="5810250" y="5232400"/>
          <p14:tracePt t="203385" x="5837238" y="5218113"/>
          <p14:tracePt t="203386" x="5851525" y="5205413"/>
          <p14:tracePt t="203396" x="5864225" y="5176838"/>
          <p14:tracePt t="203402" x="5864225" y="5164138"/>
          <p14:tracePt t="203410" x="5878513" y="5149850"/>
          <p14:tracePt t="203419" x="5878513" y="5116513"/>
          <p14:tracePt t="203430" x="5878513" y="5089525"/>
          <p14:tracePt t="203442" x="5878513" y="5048250"/>
          <p14:tracePt t="203452" x="5878513" y="5021263"/>
          <p14:tracePt t="203463" x="5864225" y="4986338"/>
          <p14:tracePt t="203476" x="5864225" y="4959350"/>
          <p14:tracePt t="203485" x="5851525" y="4932363"/>
          <p14:tracePt t="203498" x="5837238" y="4919663"/>
          <p14:tracePt t="203509" x="5824538" y="4905375"/>
          <p14:tracePt t="203520" x="5824538" y="4884738"/>
          <p14:tracePt t="203531" x="5810250" y="4884738"/>
          <p14:tracePt t="203542" x="5783263" y="4884738"/>
          <p14:tracePt t="203553" x="5748338" y="4872038"/>
          <p14:tracePt t="203565" x="5708650" y="4872038"/>
          <p14:tracePt t="203576" x="5681663" y="4872038"/>
          <p14:tracePt t="203587" x="5634038" y="4884738"/>
          <p14:tracePt t="203599" x="5592763" y="4905375"/>
          <p14:tracePt t="203610" x="5551488" y="4932363"/>
          <p14:tracePt t="203621" x="5503863" y="4959350"/>
          <p14:tracePt t="203632" x="5476875" y="4986338"/>
          <p14:tracePt t="203643" x="5449888" y="5033963"/>
          <p14:tracePt t="203654" x="5435600" y="5062538"/>
          <p14:tracePt t="203666" x="5422900" y="5089525"/>
          <p14:tracePt t="203677" x="5422900" y="5129213"/>
          <p14:tracePt t="203688" x="5408613" y="5164138"/>
          <p14:tracePt t="203701" x="5422900" y="5191125"/>
          <p14:tracePt t="203712" x="5422900" y="5205413"/>
          <p14:tracePt t="203722" x="5435600" y="5232400"/>
          <p14:tracePt t="203734" x="5449888" y="5245100"/>
          <p14:tracePt t="203745" x="5476875" y="5259388"/>
          <p14:tracePt t="203756" x="5503863" y="5280025"/>
          <p14:tracePt t="203767" x="5538788" y="5292725"/>
          <p14:tracePt t="203778" x="5578475" y="5307013"/>
          <p14:tracePt t="203789" x="5619750" y="5307013"/>
          <p14:tracePt t="203801" x="5694363" y="5319713"/>
          <p14:tracePt t="203812" x="5748338" y="5319713"/>
          <p14:tracePt t="203823" x="5810250" y="5319713"/>
          <p14:tracePt t="203835" x="5878513" y="5307013"/>
          <p14:tracePt t="203846" x="5938838" y="5307013"/>
          <p14:tracePt t="203858" x="5967413" y="5292725"/>
          <p14:tracePt t="203868" x="5994400" y="5280025"/>
          <p14:tracePt t="203880" x="6007100" y="5259388"/>
          <p14:tracePt t="203892" x="6021388" y="5245100"/>
          <p14:tracePt t="203902" x="6042025" y="5218113"/>
          <p14:tracePt t="203914" x="6042025" y="5191125"/>
          <p14:tracePt t="203926" x="6042025" y="5149850"/>
          <p14:tracePt t="203936" x="6042025" y="5116513"/>
          <p14:tracePt t="203947" x="6021388" y="5075238"/>
          <p14:tracePt t="203959" x="6021388" y="5048250"/>
          <p14:tracePt t="203969" x="6007100" y="5033963"/>
          <p14:tracePt t="203981" x="5994400" y="5021263"/>
          <p14:tracePt t="203993" x="5980113" y="5000625"/>
          <p14:tracePt t="204003" x="5953125" y="4986338"/>
          <p14:tracePt t="204016" x="5938838" y="4973638"/>
          <p14:tracePt t="204027" x="5891213" y="4959350"/>
          <p14:tracePt t="204037" x="5851525" y="4959350"/>
          <p14:tracePt t="204048" x="5795963" y="4959350"/>
          <p14:tracePt t="204060" x="5735638" y="4959350"/>
          <p14:tracePt t="204071" x="5681663" y="4973638"/>
          <p14:tracePt t="204083" x="5605463" y="4986338"/>
          <p14:tracePt t="204094" x="5565775" y="5021263"/>
          <p14:tracePt t="204104" x="5518150" y="5048250"/>
          <p14:tracePt t="204116" x="5476875" y="5075238"/>
          <p14:tracePt t="204127" x="5449888" y="5102225"/>
          <p14:tracePt t="204138" x="5435600" y="5129213"/>
          <p14:tracePt t="204150" x="5422900" y="5164138"/>
          <p14:tracePt t="204161" x="5408613" y="5176838"/>
          <p14:tracePt t="204172" x="5408613" y="5191125"/>
          <p14:tracePt t="204183" x="5387975" y="5191125"/>
          <p14:tracePt t="204194" x="5387975" y="5205413"/>
          <p14:tracePt t="204228" x="5387975" y="5218113"/>
          <p14:tracePt t="204239" x="5387975" y="5232400"/>
          <p14:tracePt t="204251" x="5408613" y="5232400"/>
          <p14:tracePt t="204262" x="5408613" y="5245100"/>
          <p14:tracePt t="204273" x="5408613" y="5259388"/>
          <p14:tracePt t="204285" x="5422900" y="5259388"/>
          <p14:tracePt t="204306" x="5422900" y="5280025"/>
          <p14:tracePt t="204318" x="5435600" y="5292725"/>
          <p14:tracePt t="204329" x="5449888" y="5292725"/>
          <p14:tracePt t="204342" x="5462588" y="5307013"/>
          <p14:tracePt t="204363" x="5476875" y="5307013"/>
          <p14:tracePt t="204376" x="5491163" y="5307013"/>
          <p14:tracePt t="204386" x="5503863" y="5307013"/>
          <p14:tracePt t="204398" x="5518150" y="5307013"/>
          <p14:tracePt t="204410" x="5538788" y="5307013"/>
          <p14:tracePt t="204430" x="5551488" y="5307013"/>
          <p14:tracePt t="204433" x="5565775" y="5307013"/>
          <p14:tracePt t="204443" x="5592763" y="5307013"/>
          <p14:tracePt t="204455" x="5605463" y="5307013"/>
          <p14:tracePt t="204466" x="5619750" y="5307013"/>
          <p14:tracePt t="204477" x="5634038" y="5307013"/>
          <p14:tracePt t="204487" x="5646738" y="5292725"/>
          <p14:tracePt t="204499" x="5667375" y="5292725"/>
          <p14:tracePt t="204520" x="5681663" y="5280025"/>
          <p14:tracePt t="204543" x="5694363" y="5280025"/>
          <p14:tracePt t="204565" x="5681663" y="5280025"/>
          <p14:tracePt t="204948" x="5694363" y="5259388"/>
          <p14:tracePt t="204960" x="5708650" y="5259388"/>
          <p14:tracePt t="204993" x="5708650" y="5280025"/>
          <p14:tracePt t="205004" x="5721350" y="5280025"/>
          <p14:tracePt t="205094" x="5708650" y="5280025"/>
          <p14:tracePt t="205116" x="5694363" y="5280025"/>
          <p14:tracePt t="205129" x="5681663" y="5280025"/>
          <p14:tracePt t="205139" x="5646738" y="5280025"/>
          <p14:tracePt t="205151" x="5605463" y="5280025"/>
          <p14:tracePt t="205163" x="5578475" y="5259388"/>
          <p14:tracePt t="205173" x="5551488" y="5259388"/>
          <p14:tracePt t="205185" x="5538788" y="5259388"/>
          <p14:tracePt t="205252" x="5551488" y="5259388"/>
          <p14:tracePt t="205263" x="5578475" y="5259388"/>
          <p14:tracePt t="205275" x="5605463" y="5259388"/>
          <p14:tracePt t="205286" x="5634038" y="5259388"/>
          <p14:tracePt t="205298" x="5681663" y="5259388"/>
          <p14:tracePt t="205309" x="5735638" y="5259388"/>
          <p14:tracePt t="205319" x="5783263" y="5259388"/>
          <p14:tracePt t="205331" x="5810250" y="5259388"/>
          <p14:tracePt t="205342" x="5837238" y="5259388"/>
          <p14:tracePt t="205355" x="5851525" y="5259388"/>
          <p14:tracePt t="205387" x="5837238" y="5259388"/>
          <p14:tracePt t="205398" x="5810250" y="5259388"/>
          <p14:tracePt t="205409" x="5762625" y="5259388"/>
          <p14:tracePt t="205422" x="5708650" y="5259388"/>
          <p14:tracePt t="205432" x="5646738" y="5245100"/>
          <p14:tracePt t="205443" x="5605463" y="5245100"/>
          <p14:tracePt t="205455" x="5551488" y="5245100"/>
          <p14:tracePt t="205477" x="5518150" y="5245100"/>
          <p14:tracePt t="205478" x="5503863" y="5245100"/>
          <p14:tracePt t="205522" x="5518150" y="5245100"/>
          <p14:tracePt t="205533" x="5551488" y="5245100"/>
          <p14:tracePt t="205545" x="5578475" y="5245100"/>
          <p14:tracePt t="205556" x="5619750" y="5245100"/>
          <p14:tracePt t="205568" x="5634038" y="5245100"/>
          <p14:tracePt t="205580" x="5667375" y="5245100"/>
          <p14:tracePt t="205590" x="5681663" y="5245100"/>
          <p14:tracePt t="205602" x="5694363" y="5245100"/>
          <p14:tracePt t="205634" x="5681663" y="5245100"/>
          <p14:tracePt t="205647" x="5667375" y="5245100"/>
          <p14:tracePt t="205657" x="5634038" y="5245100"/>
          <p14:tracePt t="205669" x="5592763" y="5245100"/>
          <p14:tracePt t="205680" x="5565775" y="5245100"/>
          <p14:tracePt t="205691" x="5551488" y="5245100"/>
          <p14:tracePt t="205703" x="5538788" y="5245100"/>
          <p14:tracePt t="205747" x="5551488" y="5245100"/>
          <p14:tracePt t="205758" x="5578475" y="5245100"/>
          <p14:tracePt t="205770" x="5605463" y="5245100"/>
          <p14:tracePt t="205781" x="5646738" y="5245100"/>
          <p14:tracePt t="205792" x="5694363" y="5245100"/>
          <p14:tracePt t="205804" x="5721350" y="5245100"/>
          <p14:tracePt t="205815" x="5735638" y="5245100"/>
          <p14:tracePt t="205859" x="5708650" y="5245100"/>
          <p14:tracePt t="205871" x="5681663" y="5245100"/>
          <p14:tracePt t="205882" x="5634038" y="5245100"/>
          <p14:tracePt t="205893" x="5592763" y="5245100"/>
          <p14:tracePt t="205905" x="5565775" y="5245100"/>
          <p14:tracePt t="205916" x="5538788" y="5245100"/>
          <p14:tracePt t="205971" x="5551488" y="5245100"/>
          <p14:tracePt t="205983" x="5578475" y="5245100"/>
          <p14:tracePt t="205995" x="5619750" y="5245100"/>
          <p14:tracePt t="206007" x="5646738" y="5245100"/>
          <p14:tracePt t="206017" x="5708650" y="5259388"/>
          <p14:tracePt t="206031" x="5795963" y="5259388"/>
          <p14:tracePt t="206040" x="5864225" y="5259388"/>
          <p14:tracePt t="206051" x="5891213" y="5259388"/>
          <p14:tracePt t="206063" x="5911850" y="5259388"/>
          <p14:tracePt t="206106" x="5878513" y="5259388"/>
          <p14:tracePt t="206119" x="5851525" y="5259388"/>
          <p14:tracePt t="206130" x="5824538" y="5259388"/>
          <p14:tracePt t="206140" x="5795963" y="5259388"/>
          <p14:tracePt t="206153" x="5748338" y="5259388"/>
          <p14:tracePt t="206164" x="5721350" y="5259388"/>
          <p14:tracePt t="206174" x="5694363" y="5245100"/>
          <p14:tracePt t="206197" x="5681663" y="5245100"/>
          <p14:tracePt t="206220" x="5694363" y="5245100"/>
          <p14:tracePt t="206231" x="5708650" y="5245100"/>
          <p14:tracePt t="206242" x="5721350" y="5259388"/>
          <p14:tracePt t="206255" x="5762625" y="5259388"/>
          <p14:tracePt t="206266" x="5795963" y="5259388"/>
          <p14:tracePt t="206276" x="5851525" y="5259388"/>
          <p14:tracePt t="206288" x="5878513" y="5259388"/>
          <p14:tracePt t="206299" x="5911850" y="5259388"/>
          <p14:tracePt t="206343" x="5891213" y="5259388"/>
          <p14:tracePt t="206354" x="5864225" y="5259388"/>
          <p14:tracePt t="206366" x="5837238" y="5259388"/>
          <p14:tracePt t="206377" x="5824538" y="5259388"/>
          <p14:tracePt t="206389" x="5795963" y="5259388"/>
          <p14:tracePt t="206400" x="5783263" y="5259388"/>
          <p14:tracePt t="206410" x="5762625" y="5259388"/>
          <p14:tracePt t="206423" x="5748338" y="5259388"/>
          <p14:tracePt t="206535" x="5762625" y="5259388"/>
          <p14:tracePt t="207951" x="5783263" y="5245100"/>
          <p14:tracePt t="207974" x="5783263" y="5232400"/>
          <p14:tracePt t="220080" x="5795963" y="5232400"/>
          <p14:tracePt t="220090" x="5810250" y="5232400"/>
          <p14:tracePt t="220158" x="5824538" y="5232400"/>
          <p14:tracePt t="220161" x="5837238" y="5218113"/>
          <p14:tracePt t="220169" x="5851525" y="5205413"/>
          <p14:tracePt t="220182" x="5864225" y="5191125"/>
          <p14:tracePt t="220192" x="5891213" y="5164138"/>
          <p14:tracePt t="220204" x="5911850" y="5149850"/>
          <p14:tracePt t="220217" x="5911850" y="5116513"/>
          <p14:tracePt t="220226" x="5926138" y="5089525"/>
          <p14:tracePt t="220250" x="5938838" y="5075238"/>
          <p14:tracePt t="220251" x="5953125" y="5062538"/>
          <p14:tracePt t="220260" x="5953125" y="5048250"/>
          <p14:tracePt t="220271" x="5953125" y="5033963"/>
          <p14:tracePt t="220293" x="5953125" y="5021263"/>
          <p14:tracePt t="220305" x="5938838" y="5021263"/>
          <p14:tracePt t="220316" x="5926138" y="4986338"/>
          <p14:tracePt t="220327" x="5878513" y="4973638"/>
          <p14:tracePt t="220340" x="5824538" y="4959350"/>
          <p14:tracePt t="220351" x="5762625" y="4946650"/>
          <p14:tracePt t="220361" x="5721350" y="4946650"/>
          <p14:tracePt t="220373" x="5681663" y="4946650"/>
          <p14:tracePt t="220387" x="5646738" y="4946650"/>
          <p14:tracePt t="220396" x="5605463" y="4946650"/>
          <p14:tracePt t="220407" x="5578475" y="4946650"/>
          <p14:tracePt t="220418" x="5538788" y="4946650"/>
          <p14:tracePt t="220429" x="5491163" y="4959350"/>
          <p14:tracePt t="220441" x="5449888" y="4986338"/>
          <p14:tracePt t="220452" x="5408613" y="5021263"/>
          <p14:tracePt t="220462" x="5375275" y="5062538"/>
          <p14:tracePt t="220474" x="5360988" y="5116513"/>
          <p14:tracePt t="220485" x="5360988" y="5176838"/>
          <p14:tracePt t="220496" x="5360988" y="5218113"/>
          <p14:tracePt t="220507" x="5375275" y="5245100"/>
          <p14:tracePt t="220519" x="5408613" y="5280025"/>
          <p14:tracePt t="220529" x="5449888" y="5307013"/>
          <p14:tracePt t="220541" x="5503863" y="5319713"/>
          <p14:tracePt t="220552" x="5578475" y="5334000"/>
          <p14:tracePt t="220563" x="5646738" y="5334000"/>
          <p14:tracePt t="220575" x="5708650" y="5319713"/>
          <p14:tracePt t="220586" x="5748338" y="5319713"/>
          <p14:tracePt t="220597" x="5783263" y="5292725"/>
          <p14:tracePt t="220609" x="5810250" y="5245100"/>
          <p14:tracePt t="220620" x="5824538" y="5205413"/>
          <p14:tracePt t="220632" x="5824538" y="5129213"/>
          <p14:tracePt t="220642" x="5810250" y="5075238"/>
          <p14:tracePt t="220653" x="5783263" y="5021263"/>
          <p14:tracePt t="220666" x="5735638" y="4973638"/>
          <p14:tracePt t="220676" x="5646738" y="4932363"/>
          <p14:tracePt t="220687" x="5565775" y="4905375"/>
          <p14:tracePt t="220699" x="5476875" y="4884738"/>
          <p14:tracePt t="220710" x="5408613" y="4905375"/>
          <p14:tracePt t="220721" x="5334000" y="4932363"/>
          <p14:tracePt t="220733" x="5292725" y="4973638"/>
          <p14:tracePt t="220743" x="5292725" y="5000625"/>
          <p14:tracePt t="220754" x="5292725" y="5062538"/>
          <p14:tracePt t="220766" x="5307013" y="5116513"/>
          <p14:tracePt t="220777" x="5334000" y="5176838"/>
          <p14:tracePt t="220789" x="5387975" y="5205413"/>
          <p14:tracePt t="220800" x="5503863" y="5245100"/>
          <p14:tracePt t="220811" x="5646738" y="5280025"/>
          <p14:tracePt t="220823" x="5824538" y="5280025"/>
          <p14:tracePt t="220834" x="5938838" y="5280025"/>
          <p14:tracePt t="220845" x="6069013" y="5245100"/>
          <p14:tracePt t="220856" x="6184900" y="5205413"/>
          <p14:tracePt t="220867" x="6224588" y="5176838"/>
          <p14:tracePt t="220878" x="6265863" y="5129213"/>
          <p14:tracePt t="220891" x="6265863" y="5075238"/>
          <p14:tracePt t="220901" x="6253163" y="5033963"/>
          <p14:tracePt t="220912" x="6224588" y="4986338"/>
          <p14:tracePt t="220924" x="6149975" y="4946650"/>
          <p14:tracePt t="220935" x="6069013" y="4919663"/>
          <p14:tracePt t="220946" x="5980113" y="4919663"/>
          <p14:tracePt t="220957" x="5878513" y="4919663"/>
          <p14:tracePt t="220968" x="5795963" y="4932363"/>
          <p14:tracePt t="220980" x="5735638" y="4946650"/>
          <p14:tracePt t="220991" x="5708650" y="4946650"/>
          <p14:tracePt t="221002" x="5694363" y="4959350"/>
          <p14:tracePt t="221024" x="5694363" y="4973638"/>
          <p14:tracePt t="221047" x="5708650" y="4986338"/>
          <p14:tracePt t="221058" x="5708650" y="5021263"/>
          <p14:tracePt t="221069" x="5708650" y="5033963"/>
          <p14:tracePt t="221621" x="5708650" y="5048250"/>
          <p14:tracePt t="221654" x="5708650" y="5033963"/>
          <p14:tracePt t="221688" x="5708650" y="5048250"/>
          <p14:tracePt t="221733" x="5694363" y="5048250"/>
          <p14:tracePt t="221766" x="5694363" y="5062538"/>
          <p14:tracePt t="221834" x="5708650" y="5062538"/>
          <p14:tracePt t="221857" x="5721350" y="5062538"/>
          <p14:tracePt t="221868" x="5735638" y="5062538"/>
          <p14:tracePt t="221891" x="5748338" y="5062538"/>
          <p14:tracePt t="221902" x="5762625" y="5062538"/>
          <p14:tracePt t="221913" x="5783263" y="5062538"/>
          <p14:tracePt t="221936" x="5795963" y="5062538"/>
          <p14:tracePt t="221958" x="5810250" y="5062538"/>
          <p14:tracePt t="221970" x="5824538" y="5062538"/>
          <p14:tracePt t="222003" x="5837238" y="5062538"/>
          <p14:tracePt t="222048" x="5851525" y="5062538"/>
          <p14:tracePt t="222093" x="5851525" y="5075238"/>
          <p14:tracePt t="222273" x="5864225" y="5116513"/>
          <p14:tracePt t="222284" x="5864225" y="5129213"/>
          <p14:tracePt t="222296" x="5864225" y="5149850"/>
          <p14:tracePt t="222308" x="5864225" y="5164138"/>
          <p14:tracePt t="222319" x="5878513" y="5164138"/>
          <p14:tracePt t="222385" x="5891213" y="5164138"/>
          <p14:tracePt t="222419" x="5911850" y="5164138"/>
          <p14:tracePt t="222430" x="5926138" y="5164138"/>
          <p14:tracePt t="222453" x="5938838" y="5176838"/>
          <p14:tracePt t="222487" x="5953125" y="5176838"/>
          <p14:tracePt t="222554" x="5953125" y="5191125"/>
          <p14:tracePt t="222565" x="5938838" y="5191125"/>
          <p14:tracePt t="222579" x="5926138" y="5205413"/>
          <p14:tracePt t="222588" x="5926138" y="5218113"/>
          <p14:tracePt t="222723" x="5926138" y="5232400"/>
          <p14:tracePt t="222735" x="5938838" y="5245100"/>
          <p14:tracePt t="222757" x="5938838" y="5259388"/>
          <p14:tracePt t="222768" x="5967413" y="5259388"/>
          <p14:tracePt t="222782" x="5994400" y="5280025"/>
          <p14:tracePt t="222791" x="6021388" y="5292725"/>
          <p14:tracePt t="222802" x="6069013" y="5280025"/>
          <p14:tracePt t="222816" x="6110288" y="5280025"/>
          <p14:tracePt t="222825" x="6184900" y="5245100"/>
          <p14:tracePt t="222836" x="6253163" y="5205413"/>
          <p14:tracePt t="222850" x="6367463" y="5149850"/>
          <p14:tracePt t="222860" x="6497638" y="5062538"/>
          <p14:tracePt t="222870" x="6729413" y="4872038"/>
          <p14:tracePt t="222883" x="7027863" y="4572000"/>
          <p14:tracePt t="222893" x="7286625" y="4259263"/>
          <p14:tracePt t="222904" x="7661275" y="3708400"/>
          <p14:tracePt t="222916" x="7980363" y="3033713"/>
          <p14:tracePt t="222926" x="8177213" y="2360613"/>
          <p14:tracePt t="222938" x="8266113" y="1898650"/>
          <p14:tracePt t="222949" x="8328025" y="1354138"/>
          <p14:tracePt t="222959" x="8340725" y="1033463"/>
          <p14:tracePt t="222971" x="8328025" y="919163"/>
          <p14:tracePt t="222982" x="8293100" y="815975"/>
          <p14:tracePt t="222993" x="8253413" y="762000"/>
          <p14:tracePt t="223005" x="8197850" y="735013"/>
          <p14:tracePt t="223016" x="8137525" y="720725"/>
          <p14:tracePt t="223027" x="8034338" y="720725"/>
          <p14:tracePt t="223038" x="7905750" y="747713"/>
          <p14:tracePt t="223252" x="7953375" y="747713"/>
          <p14:tracePt t="223264" x="7980363" y="747713"/>
          <p14:tracePt t="223275" x="7994650" y="735013"/>
          <p14:tracePt t="223308" x="7980363" y="708025"/>
          <p14:tracePt t="223311" x="7980363" y="687388"/>
          <p14:tracePt t="223321" x="7967663" y="673100"/>
          <p14:tracePt t="223322" x="7953375" y="660400"/>
          <p14:tracePt t="223343" x="7953375" y="646113"/>
          <p14:tracePt t="223353" x="7932738" y="646113"/>
          <p14:tracePt t="223365" x="7905750" y="633413"/>
          <p14:tracePt t="223376" x="7864475" y="619125"/>
          <p14:tracePt t="223387" x="7824788" y="604838"/>
          <p14:tracePt t="223398" x="7789863" y="604838"/>
          <p14:tracePt t="223411" x="7762875" y="604838"/>
          <p14:tracePt t="223421" x="7735888" y="604838"/>
          <p14:tracePt t="223432" x="7694613" y="604838"/>
          <p14:tracePt t="223444" x="7661275" y="604838"/>
          <p14:tracePt t="223455" x="7634288" y="619125"/>
          <p14:tracePt t="223466" x="7605713" y="633413"/>
          <p14:tracePt t="223478" x="7593013" y="633413"/>
          <p14:tracePt t="223488" x="7566025" y="660400"/>
          <p14:tracePt t="223500" x="7545388" y="673100"/>
          <p14:tracePt t="223512" x="7518400" y="708025"/>
          <p14:tracePt t="223522" x="7518400" y="735013"/>
          <p14:tracePt t="223534" x="7518400" y="762000"/>
          <p14:tracePt t="223545" x="7518400" y="788988"/>
          <p14:tracePt t="223556" x="7518400" y="815975"/>
          <p14:tracePt t="223567" x="7531100" y="850900"/>
          <p14:tracePt t="223579" x="7545388" y="877888"/>
          <p14:tracePt t="223590" x="7566025" y="904875"/>
          <p14:tracePt t="223601" x="7593013" y="919163"/>
          <p14:tracePt t="223613" x="7634288" y="946150"/>
          <p14:tracePt t="223623" x="7694613" y="966788"/>
          <p14:tracePt t="223635" x="7735888" y="979488"/>
          <p14:tracePt t="223647" x="7789863" y="979488"/>
          <p14:tracePt t="223657" x="7864475" y="966788"/>
          <p14:tracePt t="223668" x="7920038" y="946150"/>
          <p14:tracePt t="223680" x="7953375" y="931863"/>
          <p14:tracePt t="223691" x="7980363" y="904875"/>
          <p14:tracePt t="223702" x="7994650" y="863600"/>
          <p14:tracePt t="223713" x="7994650" y="836613"/>
          <p14:tracePt t="223725" x="7980363" y="788988"/>
          <p14:tracePt t="223736" x="7967663" y="762000"/>
          <p14:tracePt t="223747" x="7905750" y="735013"/>
          <p14:tracePt t="223759" x="7837488" y="720725"/>
          <p14:tracePt t="223770" x="7735888" y="720725"/>
          <p14:tracePt t="223781" x="7620000" y="720725"/>
          <p14:tracePt t="223793" x="7531100" y="747713"/>
          <p14:tracePt t="223803" x="7477125" y="776288"/>
          <p14:tracePt t="223815" x="7415213" y="815975"/>
          <p14:tracePt t="223827" x="7375525" y="877888"/>
          <p14:tracePt t="223837" x="7348538" y="919163"/>
          <p14:tracePt t="223848" x="7334250" y="946150"/>
          <p14:tracePt t="223861" x="7334250" y="993775"/>
          <p14:tracePt t="223871" x="7348538" y="1020763"/>
          <p14:tracePt t="223882" x="7361238" y="1033463"/>
          <p14:tracePt t="223894" x="7402513" y="1062038"/>
          <p14:tracePt t="223904" x="7462838" y="1074738"/>
          <p14:tracePt t="223916" x="7518400" y="1095375"/>
          <p14:tracePt t="223927" x="7593013" y="1095375"/>
          <p14:tracePt t="223938" x="7661275" y="1095375"/>
          <p14:tracePt t="223949" x="7748588" y="1074738"/>
          <p14:tracePt t="223961" x="7804150" y="1047750"/>
          <p14:tracePt t="223972" x="7891463" y="1020763"/>
          <p14:tracePt t="223984" x="7932738" y="979488"/>
          <p14:tracePt t="223995" x="7953375" y="931863"/>
          <p14:tracePt t="224006" x="7953375" y="890588"/>
          <p14:tracePt t="224017" x="7932738" y="850900"/>
          <p14:tracePt t="224029" x="7905750" y="803275"/>
          <p14:tracePt t="224040" x="7878763" y="788988"/>
          <p14:tracePt t="224052" x="7837488" y="762000"/>
          <p14:tracePt t="224062" x="7777163" y="747713"/>
          <p14:tracePt t="224073" x="7721600" y="747713"/>
          <p14:tracePt t="224085" x="7694613" y="747713"/>
          <p14:tracePt t="224096" x="7634288" y="747713"/>
          <p14:tracePt t="224107" x="7578725" y="762000"/>
          <p14:tracePt t="224119" x="7518400" y="788988"/>
          <p14:tracePt t="224130" x="7462838" y="850900"/>
          <p14:tracePt t="224141" x="7435850" y="904875"/>
          <p14:tracePt t="224153" x="7402513" y="966788"/>
          <p14:tracePt t="224164" x="7402513" y="1006475"/>
          <p14:tracePt t="224175" x="7402513" y="1047750"/>
          <p14:tracePt t="224186" x="7435850" y="1095375"/>
          <p14:tracePt t="224197" x="7462838" y="1136650"/>
          <p14:tracePt t="224208" x="7491413" y="1149350"/>
          <p14:tracePt t="224220" x="7545388" y="1176338"/>
          <p14:tracePt t="224231" x="7620000" y="1190625"/>
          <p14:tracePt t="224243" x="7673975" y="1190625"/>
          <p14:tracePt t="224253" x="7748588" y="1190625"/>
          <p14:tracePt t="224265" x="7804150" y="1176338"/>
          <p14:tracePt t="224277" x="7864475" y="1163638"/>
          <p14:tracePt t="224287" x="7878763" y="1149350"/>
          <p14:tracePt t="224298" x="7891463" y="1136650"/>
          <p14:tracePt t="224311" x="7891463" y="1122363"/>
          <p14:tracePt t="224321" x="7878763" y="1122363"/>
          <p14:tracePt t="224356" x="7864475" y="1122363"/>
          <p14:tracePt t="224367" x="7851775" y="1109663"/>
          <p14:tracePt t="224378" x="7837488" y="1109663"/>
          <p14:tracePt t="224477" x="7824788" y="1109663"/>
          <p14:tracePt t="224523" x="7804150" y="1109663"/>
          <p14:tracePt t="224872" x="7804150" y="1122363"/>
          <p14:tracePt t="224885" x="7777163" y="1122363"/>
          <p14:tracePt t="224895" x="7708900" y="1122363"/>
          <p14:tracePt t="224906" x="7566025" y="1122363"/>
          <p14:tracePt t="224918" x="7286625" y="1122363"/>
          <p14:tracePt t="224928" x="7062788" y="1109663"/>
          <p14:tracePt t="224940" x="6626225" y="1109663"/>
          <p14:tracePt t="224951" x="6313488" y="1109663"/>
          <p14:tracePt t="224962" x="5824538" y="1136650"/>
          <p14:tracePt t="224974" x="5435600" y="1176338"/>
          <p14:tracePt t="224984" x="5218113" y="1190625"/>
          <p14:tracePt t="224996" x="4959350" y="1223963"/>
          <p14:tracePt t="225008" x="4789488" y="1238250"/>
          <p14:tracePt t="225019" x="4613275" y="1238250"/>
          <p14:tracePt t="225030" x="4530725" y="1238250"/>
          <p14:tracePt t="225042" x="4456113" y="1238250"/>
          <p14:tracePt t="225052" x="4414838" y="1238250"/>
          <p14:tracePt t="225097" x="4429125" y="1238250"/>
          <p14:tracePt t="225108" x="4443413" y="1223963"/>
          <p14:tracePt t="225119" x="4456113" y="1211263"/>
          <p14:tracePt t="225132" x="4470400" y="1190625"/>
          <p14:tracePt t="225144" x="4483100" y="1163638"/>
          <p14:tracePt t="225154" x="4518025" y="1149350"/>
          <p14:tracePt t="225166" x="4545013" y="1122363"/>
          <p14:tracePt t="225177" x="4572000" y="1095375"/>
          <p14:tracePt t="225187" x="4586288" y="1074738"/>
          <p14:tracePt t="225199" x="4613275" y="1047750"/>
          <p14:tracePt t="225210" x="4625975" y="1020763"/>
          <p14:tracePt t="225220" x="4625975" y="993775"/>
          <p14:tracePt t="225232" x="4625975" y="946150"/>
          <p14:tracePt t="225243" x="4625975" y="931863"/>
          <p14:tracePt t="225254" x="4613275" y="904875"/>
          <p14:tracePt t="225266" x="4598988" y="890588"/>
          <p14:tracePt t="225277" x="4572000" y="877888"/>
          <p14:tracePt t="225288" x="4518025" y="863600"/>
          <p14:tracePt t="225300" x="4456113" y="863600"/>
          <p14:tracePt t="225311" x="4387850" y="863600"/>
          <p14:tracePt t="225322" x="4300538" y="877888"/>
          <p14:tracePt t="225334" x="4211638" y="890588"/>
          <p14:tracePt t="225345" x="4157663" y="919163"/>
          <p14:tracePt t="225357" x="4095750" y="979488"/>
          <p14:tracePt t="225367" x="4041775" y="1020763"/>
          <p14:tracePt t="225379" x="4014788" y="1062038"/>
          <p14:tracePt t="225400" x="4014788" y="1109663"/>
          <p14:tracePt t="225404" x="4014788" y="1149350"/>
          <p14:tracePt t="225413" x="4027488" y="1190625"/>
          <p14:tracePt t="225427" x="4068763" y="1223963"/>
          <p14:tracePt t="225436" x="4122738" y="1265238"/>
          <p14:tracePt t="225447" x="4211638" y="1292225"/>
          <p14:tracePt t="225459" x="4327525" y="1319213"/>
          <p14:tracePt t="225469" x="4414838" y="1319213"/>
          <p14:tracePt t="225479" x="4557713" y="1306513"/>
          <p14:tracePt t="225492" x="4687888" y="1292225"/>
          <p14:tracePt t="225502" x="4789488" y="1279525"/>
          <p14:tracePt t="225514" x="4884738" y="1238250"/>
          <p14:tracePt t="225525" x="4946650" y="1176338"/>
          <p14:tracePt t="225536" x="4973638" y="1136650"/>
          <p14:tracePt t="225547" x="4973638" y="1095375"/>
          <p14:tracePt t="225559" x="4946650" y="1006475"/>
          <p14:tracePt t="225569" x="4884738" y="919163"/>
          <p14:tracePt t="225581" x="4816475" y="850900"/>
          <p14:tracePt t="225592" x="4729163" y="788988"/>
          <p14:tracePt t="225603" x="4598988" y="747713"/>
          <p14:tracePt t="225615" x="4456113" y="747713"/>
          <p14:tracePt t="225626" x="4354513" y="747713"/>
          <p14:tracePt t="225637" x="4238625" y="776288"/>
          <p14:tracePt t="225649" x="4170363" y="836613"/>
          <p14:tracePt t="225660" x="4110038" y="877888"/>
          <p14:tracePt t="225671" x="4081463" y="919163"/>
          <p14:tracePt t="225682" x="4068763" y="979488"/>
          <p14:tracePt t="225693" x="4081463" y="1020763"/>
          <p14:tracePt t="225704" x="4095750" y="1062038"/>
          <p14:tracePt t="225716" x="4143375" y="1109663"/>
          <p14:tracePt t="225727" x="4211638" y="1149350"/>
          <p14:tracePt t="225738" x="4300538" y="1176338"/>
          <p14:tracePt t="225750" x="4367213" y="1190625"/>
          <p14:tracePt t="225761" x="4470400" y="1211263"/>
          <p14:tracePt t="225772" x="4586288" y="1190625"/>
          <p14:tracePt t="225784" x="4646613" y="1190625"/>
          <p14:tracePt t="225795" x="4700588" y="1163638"/>
          <p14:tracePt t="225806" x="4741863" y="1136650"/>
          <p14:tracePt t="225817" x="4756150" y="1109663"/>
          <p14:tracePt t="225828" x="4756150" y="1074738"/>
          <p14:tracePt t="225840" x="4741863" y="1033463"/>
          <p14:tracePt t="225851" x="4729163" y="979488"/>
          <p14:tracePt t="225862" x="4700588" y="946150"/>
          <p14:tracePt t="225874" x="4646613" y="919163"/>
          <p14:tracePt t="225884" x="4586288" y="904875"/>
          <p14:tracePt t="225896" x="4518025" y="904875"/>
          <p14:tracePt t="225908" x="4483100" y="904875"/>
          <p14:tracePt t="225918" x="4456113" y="919163"/>
          <p14:tracePt t="225930" x="4443413" y="919163"/>
          <p14:tracePt t="225942" x="4443413" y="931863"/>
          <p14:tracePt t="225963" x="4443413" y="946150"/>
          <p14:tracePt t="225975" x="4456113" y="966788"/>
          <p14:tracePt t="225986" x="4483100" y="979488"/>
          <p14:tracePt t="225998" x="4530725" y="993775"/>
          <p14:tracePt t="226009" x="4572000" y="1006475"/>
          <p14:tracePt t="226020" x="4646613" y="1020763"/>
          <p14:tracePt t="226031" x="4687888" y="1020763"/>
          <p14:tracePt t="226043" x="4776788" y="1033463"/>
          <p14:tracePt t="226053" x="4857750" y="1033463"/>
          <p14:tracePt t="226064" x="4932363" y="1033463"/>
          <p14:tracePt t="226076" x="5021263" y="1020763"/>
          <p14:tracePt t="226087" x="5102225" y="1006475"/>
          <p14:tracePt t="226099" x="5164138" y="993775"/>
          <p14:tracePt t="226110" x="5205413" y="966788"/>
          <p14:tracePt t="226120" x="5245100" y="946150"/>
          <p14:tracePt t="226132" x="5292725" y="919163"/>
          <p14:tracePt t="226144" x="5319713" y="890588"/>
          <p14:tracePt t="226155" x="5360988" y="850900"/>
          <p14:tracePt t="226166" x="5408613" y="803275"/>
          <p14:tracePt t="226177" x="5435600" y="776288"/>
          <p14:tracePt t="226188" x="5462588" y="747713"/>
          <p14:tracePt t="226200" x="5491163" y="708025"/>
          <p14:tracePt t="226214" x="5518150" y="673100"/>
          <p14:tracePt t="226225" x="5538788" y="646113"/>
          <p14:tracePt t="226235" x="5538788" y="619125"/>
          <p14:tracePt t="226245" x="5551488" y="604838"/>
          <p14:tracePt t="226256" x="5538788" y="592138"/>
          <p14:tracePt t="226268" x="5538788" y="577850"/>
          <p14:tracePt t="226278" x="5518150" y="577850"/>
          <p14:tracePt t="226291" x="5503863" y="557213"/>
          <p14:tracePt t="226301" x="5491163" y="557213"/>
          <p14:tracePt t="226312" x="5462588" y="557213"/>
          <p14:tracePt t="226324" x="5435600" y="557213"/>
          <p14:tracePt t="226335" x="5387975" y="557213"/>
          <p14:tracePt t="226346" x="5360988" y="577850"/>
          <p14:tracePt t="226359" x="5334000" y="604838"/>
          <p14:tracePt t="226369" x="5292725" y="646113"/>
          <p14:tracePt t="226381" x="5280025" y="673100"/>
          <p14:tracePt t="226393" x="5259388" y="708025"/>
          <p14:tracePt t="226402" x="5259388" y="747713"/>
          <p14:tracePt t="226414" x="5280025" y="788988"/>
          <p14:tracePt t="226425" x="5307013" y="815975"/>
          <p14:tracePt t="226447" x="5375275" y="863600"/>
          <p14:tracePt t="226450" x="5476875" y="890588"/>
          <p14:tracePt t="226460" x="5592763" y="904875"/>
          <p14:tracePt t="226472" x="5694363" y="919163"/>
          <p14:tracePt t="226483" x="5837238" y="904875"/>
          <p14:tracePt t="226493" x="5980113" y="863600"/>
          <p14:tracePt t="226503" x="6069013" y="803275"/>
          <p14:tracePt t="226515" x="6110288" y="762000"/>
          <p14:tracePt t="226526" x="6149975" y="687388"/>
          <p14:tracePt t="226537" x="6149975" y="592138"/>
          <p14:tracePt t="226548" x="6149975" y="530225"/>
          <p14:tracePt t="226560" x="6122988" y="449263"/>
          <p14:tracePt t="226571" x="6081713" y="387350"/>
          <p14:tracePt t="226583" x="6042025" y="333375"/>
          <p14:tracePt t="226594" x="5994400" y="312738"/>
          <p14:tracePt t="226604" x="5953125" y="300038"/>
          <p14:tracePt t="226616" x="5891213" y="300038"/>
          <p14:tracePt t="226627" x="5851525" y="300038"/>
          <p14:tracePt t="226638" x="5795963" y="333375"/>
          <p14:tracePt t="226650" x="5748338" y="360363"/>
          <p14:tracePt t="226661" x="5708650" y="401638"/>
          <p14:tracePt t="226672" x="5694363" y="428625"/>
          <p14:tracePt t="226684" x="5681663" y="476250"/>
          <p14:tracePt t="226695" x="5681663" y="503238"/>
          <p14:tracePt t="226706" x="5708650" y="544513"/>
          <p14:tracePt t="226718" x="5748338" y="577850"/>
          <p14:tracePt t="226728" x="5824538" y="619125"/>
          <p14:tracePt t="226741" x="5926138" y="660400"/>
          <p14:tracePt t="226751" x="5980113" y="673100"/>
          <p14:tracePt t="226762" x="6069013" y="687388"/>
          <p14:tracePt t="226774" x="6137275" y="708025"/>
          <p14:tracePt t="226785" x="6184900" y="708025"/>
          <p14:tracePt t="226796" x="6238875" y="687388"/>
          <p14:tracePt t="226808" x="6280150" y="687388"/>
          <p14:tracePt t="226818" x="6313488" y="673100"/>
          <p14:tracePt t="226830" x="6313488" y="660400"/>
          <p14:tracePt t="226842" x="6327775" y="646113"/>
          <p14:tracePt t="226852" x="6327775" y="604838"/>
          <p14:tracePt t="226863" x="6313488" y="557213"/>
          <p14:tracePt t="226875" x="6280150" y="530225"/>
          <p14:tracePt t="226886" x="6238875" y="476250"/>
          <p14:tracePt t="226898" x="6184900" y="428625"/>
          <p14:tracePt t="226908" x="6122988" y="401638"/>
          <p14:tracePt t="226920" x="6054725" y="374650"/>
          <p14:tracePt t="226931" x="5980113" y="360363"/>
          <p14:tracePt t="226943" x="5891213" y="374650"/>
          <p14:tracePt t="226953" x="5837238" y="387350"/>
          <p14:tracePt t="226965" x="5748338" y="428625"/>
          <p14:tracePt t="226977" x="5667375" y="490538"/>
          <p14:tracePt t="226987" x="5634038" y="517525"/>
          <p14:tracePt t="226999" x="5619750" y="577850"/>
          <p14:tracePt t="227010" x="5619750" y="619125"/>
          <p14:tracePt t="227021" x="5634038" y="660400"/>
          <p14:tracePt t="227032" x="5646738" y="673100"/>
          <p14:tracePt t="227043" x="5694363" y="708025"/>
          <p14:tracePt t="227055" x="5748338" y="720725"/>
          <p14:tracePt t="227066" x="5795963" y="735013"/>
          <p14:tracePt t="227077" x="5864225" y="735013"/>
          <p14:tracePt t="227088" x="5938838" y="720725"/>
          <p14:tracePt t="227100" x="5994400" y="708025"/>
          <p14:tracePt t="227111" x="6042025" y="673100"/>
          <p14:tracePt t="227122" x="6081713" y="646113"/>
          <p14:tracePt t="227134" x="6110288" y="604838"/>
          <p14:tracePt t="227145" x="6122988" y="544513"/>
          <p14:tracePt t="227156" x="6122988" y="517525"/>
          <p14:tracePt t="227167" x="6122988" y="461963"/>
          <p14:tracePt t="227178" x="6096000" y="401638"/>
          <p14:tracePt t="227191" x="6054725" y="360363"/>
          <p14:tracePt t="227201" x="6007100" y="312738"/>
          <p14:tracePt t="227212" x="5953125" y="300038"/>
          <p14:tracePt t="227224" x="5891213" y="285750"/>
          <p14:tracePt t="227235" x="5851525" y="300038"/>
          <p14:tracePt t="227246" x="5783263" y="312738"/>
          <p14:tracePt t="227258" x="5694363" y="360363"/>
          <p14:tracePt t="227268" x="5619750" y="414338"/>
          <p14:tracePt t="227280" x="5551488" y="490538"/>
          <p14:tracePt t="227292" x="5518150" y="557213"/>
          <p14:tracePt t="227302" x="5503863" y="604838"/>
          <p14:tracePt t="227313" x="5503863" y="646113"/>
          <p14:tracePt t="227325" x="5518150" y="687388"/>
          <p14:tracePt t="227336" x="5551488" y="720725"/>
          <p14:tracePt t="227347" x="5578475" y="735013"/>
          <p14:tracePt t="227359" x="5646738" y="747713"/>
          <p14:tracePt t="227369" x="5735638" y="762000"/>
          <p14:tracePt t="227381" x="5851525" y="747713"/>
          <p14:tracePt t="227392" x="5938838" y="735013"/>
          <p14:tracePt t="227403" x="6021388" y="708025"/>
          <p14:tracePt t="227415" x="6096000" y="660400"/>
          <p14:tracePt t="227426" x="6149975" y="619125"/>
          <p14:tracePt t="227437" x="6170613" y="577850"/>
          <p14:tracePt t="227449" x="6170613" y="517525"/>
          <p14:tracePt t="227460" x="6149975" y="461963"/>
          <p14:tracePt t="227471" x="6122988" y="401638"/>
          <p14:tracePt t="227493" x="6081713" y="347663"/>
          <p14:tracePt t="227497" x="6007100" y="300038"/>
          <p14:tracePt t="227505" x="5938838" y="258763"/>
          <p14:tracePt t="227518" x="5878513" y="244475"/>
          <p14:tracePt t="227529" x="5795963" y="244475"/>
          <p14:tracePt t="227538" x="5694363" y="258763"/>
          <p14:tracePt t="227550" x="5619750" y="271463"/>
          <p14:tracePt t="227561" x="5538788" y="300038"/>
          <p14:tracePt t="227572" x="5476875" y="347663"/>
          <p14:tracePt t="227584" x="5449888" y="387350"/>
          <p14:tracePt t="227595" x="5435600" y="414338"/>
          <p14:tracePt t="227607" x="5422900" y="449263"/>
          <p14:tracePt t="227617" x="5435600" y="490538"/>
          <p14:tracePt t="227628" x="5435600" y="517525"/>
          <p14:tracePt t="227639" x="5462588" y="544513"/>
          <p14:tracePt t="227650" x="5491163" y="577850"/>
          <p14:tracePt t="227662" x="5518150" y="604838"/>
          <p14:tracePt t="227675" x="5565775" y="619125"/>
          <p14:tracePt t="227684" x="5605463" y="633413"/>
          <p14:tracePt t="227699" x="5667375" y="633413"/>
          <p14:tracePt t="227709" x="5748338" y="619125"/>
          <p14:tracePt t="227719" x="5810250" y="619125"/>
          <p14:tracePt t="227730" x="5878513" y="592138"/>
          <p14:tracePt t="227742" x="5953125" y="557213"/>
          <p14:tracePt t="227752" x="6007100" y="517525"/>
          <p14:tracePt t="227764" x="6054725" y="476250"/>
          <p14:tracePt t="227775" x="6069013" y="428625"/>
          <p14:tracePt t="227786" x="6081713" y="387350"/>
          <p14:tracePt t="227797" x="6081713" y="360363"/>
          <p14:tracePt t="227809" x="6081713" y="333375"/>
          <p14:tracePt t="227819" x="6069013" y="300038"/>
          <p14:tracePt t="227831" x="6054725" y="300038"/>
          <p14:tracePt t="227843" x="6042025" y="285750"/>
          <p14:tracePt t="227853" x="6021388" y="271463"/>
          <p14:tracePt t="227876" x="6007100" y="271463"/>
          <p14:tracePt t="227909" x="5994400" y="271463"/>
          <p14:tracePt t="228112" x="5980113" y="244475"/>
          <p14:tracePt t="228115" x="5967413" y="244475"/>
          <p14:tracePt t="228125" x="5953125" y="231775"/>
          <p14:tracePt t="228135" x="5938838" y="217488"/>
          <p14:tracePt t="228147" x="5911850" y="217488"/>
          <p14:tracePt t="228160" x="5891213" y="217488"/>
          <p14:tracePt t="228168" x="5864225" y="217488"/>
          <p14:tracePt t="228181" x="5837238" y="217488"/>
          <p14:tracePt t="228191" x="5810250" y="244475"/>
          <p14:tracePt t="228202" x="5748338" y="271463"/>
          <p14:tracePt t="228215" x="5681663" y="333375"/>
          <p14:tracePt t="228225" x="5605463" y="401638"/>
          <p14:tracePt t="228237" x="5565775" y="449263"/>
          <p14:tracePt t="228250" x="5538788" y="503238"/>
          <p14:tracePt t="228259" x="5518150" y="557213"/>
          <p14:tracePt t="228270" x="5538788" y="592138"/>
          <p14:tracePt t="228282" x="5551488" y="633413"/>
          <p14:tracePt t="228292" x="5578475" y="660400"/>
          <p14:tracePt t="228304" x="5619750" y="673100"/>
          <p14:tracePt t="228315" x="5667375" y="687388"/>
          <p14:tracePt t="228326" x="5721350" y="687388"/>
          <p14:tracePt t="228337" x="5783263" y="687388"/>
          <p14:tracePt t="228349" x="5851525" y="687388"/>
          <p14:tracePt t="228360" x="5911850" y="673100"/>
          <p14:tracePt t="228371" x="5953125" y="660400"/>
          <p14:tracePt t="228382" x="5994400" y="646113"/>
          <p14:tracePt t="228393" x="6007100" y="633413"/>
          <p14:tracePt t="228405" x="6021388" y="604838"/>
          <p14:tracePt t="228416" x="6042025" y="592138"/>
          <p14:tracePt t="228438" x="6042025" y="577850"/>
          <p14:tracePt t="228550" x="6042025" y="592138"/>
          <p14:tracePt t="228555" x="6042025" y="604838"/>
          <p14:tracePt t="228565" x="6021388" y="619125"/>
          <p14:tracePt t="228566" x="6021388" y="646113"/>
          <p14:tracePt t="228574" x="6007100" y="673100"/>
          <p14:tracePt t="228586" x="6007100" y="687388"/>
          <p14:tracePt t="229518" x="5994400" y="687388"/>
          <p14:tracePt t="229529" x="5980113" y="708025"/>
          <p14:tracePt t="229542" x="5938838" y="708025"/>
          <p14:tracePt t="229553" x="5878513" y="708025"/>
          <p14:tracePt t="229563" x="5851525" y="708025"/>
          <p14:tracePt t="229597" x="5810250" y="720725"/>
          <p14:tracePt t="229600" x="5762625" y="735013"/>
          <p14:tracePt t="229609" x="5748338" y="747713"/>
          <p14:tracePt t="229610" x="5708650" y="776288"/>
          <p14:tracePt t="229621" x="5694363" y="815975"/>
          <p14:tracePt t="229632" x="5646738" y="863600"/>
          <p14:tracePt t="229643" x="5605463" y="919163"/>
          <p14:tracePt t="229656" x="5551488" y="1006475"/>
          <p14:tracePt t="229666" x="5491163" y="1109663"/>
          <p14:tracePt t="229677" x="5422900" y="1252538"/>
          <p14:tracePt t="229688" x="5360988" y="1354138"/>
          <p14:tracePt t="229699" x="5307013" y="1509713"/>
          <p14:tracePt t="229711" x="5259388" y="1666875"/>
          <p14:tracePt t="229722" x="5232400" y="1768475"/>
          <p14:tracePt t="229732" x="5218113" y="1911350"/>
          <p14:tracePt t="229744" x="5205413" y="2014538"/>
          <p14:tracePt t="229755" x="5205413" y="2101850"/>
          <p14:tracePt t="229766" x="5205413" y="2143125"/>
          <p14:tracePt t="229777" x="5205413" y="2197100"/>
          <p14:tracePt t="229788" x="5218113" y="2244725"/>
          <p14:tracePt t="229799" x="5232400" y="2259013"/>
          <p14:tracePt t="229811" x="5232400" y="2286000"/>
          <p14:tracePt t="229822" x="5232400" y="2300288"/>
          <p14:tracePt t="229844" x="5232400" y="2312988"/>
          <p14:tracePt t="230317" x="5232400" y="2327275"/>
          <p14:tracePt t="230373" x="5245100" y="2327275"/>
          <p14:tracePt t="230418" x="5245100" y="2312988"/>
          <p14:tracePt t="230429" x="5232400" y="2312988"/>
          <p14:tracePt t="230442" x="5218113" y="2312988"/>
          <p14:tracePt t="230452" x="5205413" y="2300288"/>
          <p14:tracePt t="230530" x="5191125" y="2300288"/>
          <p14:tracePt t="230542" x="5191125" y="2312988"/>
          <p14:tracePt t="230575" x="5191125" y="2327275"/>
          <p14:tracePt t="230598" x="5191125" y="2339975"/>
          <p14:tracePt t="230610" x="5164138" y="2360613"/>
          <p14:tracePt t="230621" x="5149850" y="2401888"/>
          <p14:tracePt t="230644" x="5129213" y="2428875"/>
          <p14:tracePt t="230645" x="5116513" y="2503488"/>
          <p14:tracePt t="230656" x="5102225" y="2571750"/>
          <p14:tracePt t="230666" x="5102225" y="2619375"/>
          <p14:tracePt t="230677" x="5102225" y="2687638"/>
          <p14:tracePt t="230690" x="5116513" y="2747963"/>
          <p14:tracePt t="230701" x="5149850" y="2789238"/>
          <p14:tracePt t="230711" x="5191125" y="2816225"/>
          <p14:tracePt t="230725" x="5232400" y="2843213"/>
          <p14:tracePt t="230736" x="5292725" y="2878138"/>
          <p14:tracePt t="230745" x="5348288" y="2890838"/>
          <p14:tracePt t="230758" x="5387975" y="2905125"/>
          <p14:tracePt t="230769" x="5435600" y="2932113"/>
          <p14:tracePt t="230778" x="5449888" y="2932113"/>
          <p14:tracePt t="230790" x="5462588" y="2932113"/>
          <p14:tracePt t="230812" x="5449888" y="2932113"/>
          <p14:tracePt t="230946" x="5449888" y="2946400"/>
          <p14:tracePt t="230959" x="5462588" y="2946400"/>
          <p14:tracePt t="230969" x="5476875" y="2946400"/>
          <p14:tracePt t="230992" x="5491163" y="2946400"/>
          <p14:tracePt t="231003" x="5503863" y="2946400"/>
          <p14:tracePt t="231025" x="5518150" y="2946400"/>
          <p14:tracePt t="231048" x="5503863" y="2946400"/>
          <p14:tracePt t="231160" x="5503863" y="2959100"/>
          <p14:tracePt t="231295" x="5518150" y="2959100"/>
          <p14:tracePt t="231374" x="5518150" y="2946400"/>
          <p14:tracePt t="231419" x="5518150" y="2932113"/>
          <p14:tracePt t="231813" x="5518150" y="2919413"/>
          <p14:tracePt t="231858" x="5518150" y="2905125"/>
          <p14:tracePt t="231870" x="5518150" y="2890838"/>
          <p14:tracePt t="231881" x="5538788" y="2878138"/>
          <p14:tracePt t="231892" x="5551488" y="2830513"/>
          <p14:tracePt t="231904" x="5565775" y="2789238"/>
          <p14:tracePt t="231916" x="5592763" y="2687638"/>
          <p14:tracePt t="231926" x="5619750" y="2544763"/>
          <p14:tracePt t="231938" x="5667375" y="2360613"/>
          <p14:tracePt t="231951" x="5708650" y="2232025"/>
          <p14:tracePt t="231961" x="5748338" y="2054225"/>
          <p14:tracePt t="231971" x="5783263" y="1898650"/>
          <p14:tracePt t="231984" x="5810250" y="1795463"/>
          <p14:tracePt t="231993" x="5824538" y="1693863"/>
          <p14:tracePt t="232005" x="5824538" y="1598613"/>
          <p14:tracePt t="232017" x="5824538" y="1524000"/>
          <p14:tracePt t="232029" x="5824538" y="1470025"/>
          <p14:tracePt t="232040" x="5810250" y="1422400"/>
          <p14:tracePt t="232051" x="5795963" y="1381125"/>
          <p14:tracePt t="232061" x="5783263" y="1354138"/>
          <p14:tracePt t="232074" x="5762625" y="1339850"/>
          <p14:tracePt t="232084" x="5735638" y="1319213"/>
          <p14:tracePt t="232094" x="5721350" y="1319213"/>
          <p14:tracePt t="232117" x="5708650" y="1319213"/>
          <p14:tracePt t="232128" x="5681663" y="1319213"/>
          <p14:tracePt t="232140" x="5646738" y="1339850"/>
          <p14:tracePt t="232151" x="5634038" y="1354138"/>
          <p14:tracePt t="232162" x="5605463" y="1381125"/>
          <p14:tracePt t="232174" x="5578475" y="1408113"/>
          <p14:tracePt t="232186" x="5565775" y="1422400"/>
          <p14:tracePt t="232196" x="5565775" y="1449388"/>
          <p14:tracePt t="232208" x="5551488" y="1497013"/>
          <p14:tracePt t="232219" x="5551488" y="1509713"/>
          <p14:tracePt t="232229" x="5551488" y="1524000"/>
          <p14:tracePt t="232241" x="5565775" y="1538288"/>
          <p14:tracePt t="232253" x="5578475" y="1538288"/>
          <p14:tracePt t="232285" x="5592763" y="1538288"/>
          <p14:tracePt t="232297" x="5605463" y="1538288"/>
          <p14:tracePt t="232309" x="5619750" y="1524000"/>
          <p14:tracePt t="232321" x="5619750" y="1509713"/>
          <p14:tracePt t="232332" x="5634038" y="1497013"/>
          <p14:tracePt t="232343" x="5634038" y="1470025"/>
          <p14:tracePt t="232355" x="5634038" y="1449388"/>
          <p14:tracePt t="232366" x="5634038" y="1435100"/>
          <p14:tracePt t="232376" x="5634038" y="1422400"/>
          <p14:tracePt t="232400" x="5619750" y="1422400"/>
          <p14:tracePt t="232410" x="5605463" y="1422400"/>
          <p14:tracePt t="232432" x="5592763" y="1435100"/>
          <p14:tracePt t="232443" x="5578475" y="1449388"/>
          <p14:tracePt t="232455" x="5551488" y="1470025"/>
          <p14:tracePt t="232467" x="5551488" y="1482725"/>
          <p14:tracePt t="232477" x="5538788" y="1497013"/>
          <p14:tracePt t="232489" x="5538788" y="1509713"/>
          <p14:tracePt t="232500" x="5551488" y="1524000"/>
          <p14:tracePt t="232511" x="5565775" y="1538288"/>
          <p14:tracePt t="232524" x="5592763" y="1550988"/>
          <p14:tracePt t="232535" x="5634038" y="1577975"/>
          <p14:tracePt t="232545" x="5667375" y="1577975"/>
          <p14:tracePt t="232557" x="5708650" y="1577975"/>
          <p14:tracePt t="232567" x="5748338" y="1577975"/>
          <p14:tracePt t="232578" x="5762625" y="1565275"/>
          <p14:tracePt t="232590" x="5783263" y="1550988"/>
          <p14:tracePt t="232601" x="5795963" y="1538288"/>
          <p14:tracePt t="232612" x="5795963" y="1509713"/>
          <p14:tracePt t="232624" x="5795963" y="1497013"/>
          <p14:tracePt t="232634" x="5795963" y="1449388"/>
          <p14:tracePt t="232646" x="5783263" y="1435100"/>
          <p14:tracePt t="232657" x="5748338" y="1408113"/>
          <p14:tracePt t="232679" x="5735638" y="1408113"/>
          <p14:tracePt t="232683" x="5721350" y="1408113"/>
          <p14:tracePt t="232691" x="5708650" y="1408113"/>
          <p14:tracePt t="232704" x="5694363" y="1408113"/>
          <p14:tracePt t="232713" x="5694363" y="1422400"/>
          <p14:tracePt t="232749" x="5694363" y="1435100"/>
          <p14:tracePt t="232758" x="5694363" y="1449388"/>
          <p14:tracePt t="232761" x="5708650" y="1470025"/>
          <p14:tracePt t="232770" x="5721350" y="1482725"/>
          <p14:tracePt t="232785" x="5735638" y="1482725"/>
          <p14:tracePt t="232793" x="5748338" y="1482725"/>
          <p14:tracePt t="232837" x="5748338" y="1470025"/>
          <p14:tracePt t="232850" x="5748338" y="1449388"/>
          <p14:tracePt t="232859" x="5748338" y="1435100"/>
          <p14:tracePt t="232871" x="5748338" y="1422400"/>
          <p14:tracePt t="232883" x="5735638" y="1422400"/>
          <p14:tracePt t="232893" x="5721350" y="1408113"/>
          <p14:tracePt t="232905" x="5708650" y="1408113"/>
          <p14:tracePt t="232916" x="5694363" y="1408113"/>
          <p14:tracePt t="232927" x="5667375" y="1408113"/>
          <p14:tracePt t="232938" x="5646738" y="1422400"/>
          <p14:tracePt t="232950" x="5646738" y="1435100"/>
          <p14:tracePt t="232994" x="5646738" y="1449388"/>
          <p14:tracePt t="233152" x="5634038" y="1470025"/>
          <p14:tracePt t="233153" x="5619750" y="1497013"/>
          <p14:tracePt t="233163" x="5592763" y="1538288"/>
          <p14:tracePt t="233175" x="5538788" y="1598613"/>
          <p14:tracePt t="233187" x="5503863" y="1666875"/>
          <p14:tracePt t="233197" x="5449888" y="1782763"/>
          <p14:tracePt t="233208" x="5408613" y="1938338"/>
          <p14:tracePt t="233220" x="5387975" y="2116138"/>
          <p14:tracePt t="233231" x="5408613" y="2259013"/>
          <p14:tracePt t="233242" x="5462588" y="2455863"/>
          <p14:tracePt t="233254" x="5551488" y="2633663"/>
          <p14:tracePt t="233265" x="5619750" y="2762250"/>
          <p14:tracePt t="233276" x="5735638" y="2905125"/>
          <p14:tracePt t="233288" x="5824538" y="3033713"/>
          <p14:tracePt t="233298" x="5878513" y="3101975"/>
          <p14:tracePt t="233310" x="5926138" y="3163888"/>
          <p14:tracePt t="233322" x="5953125" y="3205163"/>
          <p14:tracePt t="233332" x="5980113" y="3252788"/>
          <p14:tracePt t="233344" x="5994400" y="3279775"/>
          <p14:tracePt t="233356" x="6021388" y="3306763"/>
          <p14:tracePt t="233366" x="6021388" y="3319463"/>
          <p14:tracePt t="233377" x="6042025" y="3319463"/>
          <p14:tracePt t="233400" x="6054725" y="3319463"/>
          <p14:tracePt t="233411" x="6069013" y="3319463"/>
          <p14:tracePt t="233422" x="6081713" y="3306763"/>
          <p14:tracePt t="233433" x="6110288" y="3306763"/>
          <p14:tracePt t="233445" x="6137275" y="3306763"/>
          <p14:tracePt t="233456" x="6184900" y="3306763"/>
          <p14:tracePt t="233467" x="6224588" y="3306763"/>
          <p14:tracePt t="233478" x="6300788" y="3306763"/>
          <p14:tracePt t="233490" x="6367463" y="3306763"/>
          <p14:tracePt t="233501" x="6408738" y="3306763"/>
          <p14:tracePt t="233512" x="6483350" y="3306763"/>
          <p14:tracePt t="233523" x="6524625" y="3306763"/>
          <p14:tracePt t="233534" x="6586538" y="3292475"/>
          <p14:tracePt t="233546" x="6599238" y="3292475"/>
          <p14:tracePt t="233557" x="6613525" y="3279775"/>
          <p14:tracePt t="233568" x="6626225" y="3279775"/>
          <p14:tracePt t="233590" x="6613525" y="3279775"/>
          <p14:tracePt t="233602" x="6586538" y="3265488"/>
          <p14:tracePt t="233614" x="6545263" y="3252788"/>
          <p14:tracePt t="233625" x="6483350" y="3252788"/>
          <p14:tracePt t="233636" x="6429375" y="3232150"/>
          <p14:tracePt t="233648" x="6381750" y="3232150"/>
          <p14:tracePt t="233659" x="6367463" y="3232150"/>
          <p14:tracePt t="233670" x="6354763" y="3232150"/>
          <p14:tracePt t="233703" x="6367463" y="3232150"/>
          <p14:tracePt t="233715" x="6381750" y="3232150"/>
          <p14:tracePt t="233726" x="6443663" y="3232150"/>
          <p14:tracePt t="233738" x="6524625" y="3232150"/>
          <p14:tracePt t="233748" x="6586538" y="3232150"/>
          <p14:tracePt t="233760" x="6653213" y="3232150"/>
          <p14:tracePt t="233772" x="6715125" y="3232150"/>
          <p14:tracePt t="233793" x="6742113" y="3232150"/>
          <p14:tracePt t="233796" x="6756400" y="3232150"/>
          <p14:tracePt t="233827" x="6742113" y="3232150"/>
          <p14:tracePt t="233838" x="6715125" y="3217863"/>
          <p14:tracePt t="233849" x="6653213" y="3205163"/>
          <p14:tracePt t="233862" x="6613525" y="3205163"/>
          <p14:tracePt t="233873" x="6545263" y="3190875"/>
          <p14:tracePt t="233883" x="6510338" y="3190875"/>
          <p14:tracePt t="233895" x="6497638" y="3190875"/>
          <p14:tracePt t="233928" x="6524625" y="3190875"/>
          <p14:tracePt t="233940" x="6572250" y="3205163"/>
          <p14:tracePt t="233951" x="6626225" y="3217863"/>
          <p14:tracePt t="233963" x="6715125" y="3232150"/>
          <p14:tracePt t="233974" x="6804025" y="3232150"/>
          <p14:tracePt t="233985" x="6858000" y="3252788"/>
          <p14:tracePt t="233997" x="6884988" y="3252788"/>
          <p14:tracePt t="234029" x="6872288" y="3252788"/>
          <p14:tracePt t="234041" x="6843713" y="3232150"/>
          <p14:tracePt t="234052" x="6783388" y="3217863"/>
          <p14:tracePt t="234065" x="6729413" y="3217863"/>
          <p14:tracePt t="234076" x="6673850" y="3205163"/>
          <p14:tracePt t="234088" x="6626225" y="3205163"/>
          <p14:tracePt t="234098" x="6613525" y="3205163"/>
          <p14:tracePt t="234110" x="6599238" y="3205163"/>
          <p14:tracePt t="234142" x="6613525" y="3205163"/>
          <p14:tracePt t="234164" x="6626225" y="3205163"/>
          <p14:tracePt t="234177" x="6640513" y="3205163"/>
          <p14:tracePt t="234188" x="6653213" y="3205163"/>
          <p14:tracePt t="234243" x="6653213" y="3217863"/>
          <p14:tracePt t="234255" x="6673850" y="3217863"/>
          <p14:tracePt t="234266" x="6688138" y="3217863"/>
          <p14:tracePt t="234278" x="6729413" y="3232150"/>
          <p14:tracePt t="234290" x="6804025" y="3252788"/>
          <p14:tracePt t="234301" x="6884988" y="3265488"/>
          <p14:tracePt t="234312" x="6986588" y="3265488"/>
          <p14:tracePt t="234323" x="7129463" y="3279775"/>
          <p14:tracePt t="234334" x="7286625" y="3265488"/>
          <p14:tracePt t="234346" x="7402513" y="3252788"/>
          <p14:tracePt t="234357" x="7531100" y="3190875"/>
          <p14:tracePt t="234368" x="7673975" y="3089275"/>
          <p14:tracePt t="234380" x="7789863" y="2973388"/>
          <p14:tracePt t="234391" x="7851775" y="2863850"/>
          <p14:tracePt t="234401" x="7920038" y="2673350"/>
          <p14:tracePt t="234414" x="7932738" y="2455863"/>
          <p14:tracePt t="234424" x="7920038" y="2312988"/>
          <p14:tracePt t="234435" x="7864475" y="2128838"/>
          <p14:tracePt t="234447" x="7777163" y="1973263"/>
          <p14:tracePt t="234458" x="7673975" y="1824038"/>
          <p14:tracePt t="234468" x="7578725" y="1741488"/>
          <p14:tracePt t="234481" x="7435850" y="1625600"/>
          <p14:tracePt t="234491" x="7272338" y="1538288"/>
          <p14:tracePt t="234502" x="7129463" y="1482725"/>
          <p14:tracePt t="234514" x="6959600" y="1422400"/>
          <p14:tracePt t="234525" x="6756400" y="1366838"/>
          <p14:tracePt t="234536" x="6557963" y="1339850"/>
          <p14:tracePt t="234548" x="6396038" y="1319213"/>
          <p14:tracePt t="234558" x="6211888" y="1306513"/>
          <p14:tracePt t="234570" x="6021388" y="1306513"/>
          <p14:tracePt t="234581" x="5837238" y="1339850"/>
          <p14:tracePt t="234592" x="5694363" y="1381125"/>
          <p14:tracePt t="234605" x="5518150" y="1435100"/>
          <p14:tracePt t="234614" x="5307013" y="1524000"/>
          <p14:tracePt t="234626" x="5149850" y="1612900"/>
          <p14:tracePt t="234638" x="4843463" y="1795463"/>
          <p14:tracePt t="234648" x="4530725" y="2054225"/>
          <p14:tracePt t="234660" x="4197350" y="2414588"/>
          <p14:tracePt t="234672" x="4014788" y="2687638"/>
          <p14:tracePt t="234682" x="3851275" y="3021013"/>
          <p14:tracePt t="234693" x="3795713" y="3306763"/>
          <p14:tracePt t="234705" x="3783013" y="3476625"/>
          <p14:tracePt t="234715" x="3768725" y="3681413"/>
          <p14:tracePt t="234727" x="3756025" y="3851275"/>
          <p14:tracePt t="234739" x="3756025" y="4014788"/>
          <p14:tracePt t="234749" x="3768725" y="4110038"/>
          <p14:tracePt t="234761" x="3810000" y="4271963"/>
          <p14:tracePt t="234773" x="3884613" y="4456113"/>
          <p14:tracePt t="234783" x="3952875" y="4572000"/>
          <p14:tracePt t="234795" x="4054475" y="4729163"/>
          <p14:tracePt t="234807" x="4184650" y="4905375"/>
          <p14:tracePt t="234839" x="4327525" y="5048250"/>
          <p14:tracePt t="234843" x="4443413" y="5149850"/>
          <p14:tracePt t="234852" x="4598988" y="5280025"/>
          <p14:tracePt t="234856" x="4756150" y="5375275"/>
          <p14:tracePt t="234872" x="4857750" y="5435600"/>
          <p14:tracePt t="234877" x="5000625" y="5476875"/>
          <p14:tracePt t="234885" x="5164138" y="5518150"/>
          <p14:tracePt t="234897" x="5319713" y="5538788"/>
          <p14:tracePt t="234907" x="5462588" y="5538788"/>
          <p14:tracePt t="234918" x="5646738" y="5551488"/>
          <p14:tracePt t="234930" x="5878513" y="5551488"/>
          <p14:tracePt t="234941" x="6122988" y="5551488"/>
          <p14:tracePt t="234952" x="6327775" y="5538788"/>
          <p14:tracePt t="234963" x="6586538" y="5518150"/>
          <p14:tracePt t="234975" x="6843713" y="5476875"/>
          <p14:tracePt t="234986" x="7015163" y="5435600"/>
          <p14:tracePt t="234997" x="7272338" y="5348288"/>
          <p14:tracePt t="235009" x="7545388" y="5245100"/>
          <p14:tracePt t="235021" x="7789863" y="5116513"/>
          <p14:tracePt t="235031" x="7953375" y="5021263"/>
          <p14:tracePt t="235042" x="8150225" y="4843463"/>
          <p14:tracePt t="235054" x="8328025" y="4673600"/>
          <p14:tracePt t="235065" x="8408988" y="4545013"/>
          <p14:tracePt t="235076" x="8510588" y="4367213"/>
          <p14:tracePt t="235088" x="8566150" y="4211638"/>
          <p14:tracePt t="235099" x="8586788" y="4068763"/>
          <p14:tracePt t="235110" x="8586788" y="3979863"/>
          <p14:tracePt t="235122" x="8586788" y="3884613"/>
          <p14:tracePt t="235132" x="8586788" y="3810000"/>
          <p14:tracePt t="235143" x="8566150" y="3783013"/>
          <p14:tracePt t="235155" x="8566150" y="3756025"/>
          <p14:tracePt t="235166" x="8566150" y="3735388"/>
          <p14:tracePt t="235435" x="8551863" y="3735388"/>
          <p14:tracePt t="235448" x="8539163" y="3735388"/>
          <p14:tracePt t="235460" x="8497888" y="3735388"/>
          <p14:tracePt t="235470" x="8423275" y="3735388"/>
          <p14:tracePt t="235481" x="8253413" y="3735388"/>
          <p14:tracePt t="237765" x="8266113" y="3735388"/>
          <p14:tracePt t="237820" x="8280400" y="3735388"/>
          <p14:tracePt t="237888" x="8266113" y="3735388"/>
          <p14:tracePt t="237922" x="8266113" y="3756025"/>
          <p14:tracePt t="237944" x="8253413" y="3768725"/>
          <p14:tracePt t="237956" x="8239125" y="3810000"/>
          <p14:tracePt t="237978" x="8212138" y="3863975"/>
          <p14:tracePt t="237981" x="8164513" y="3925888"/>
          <p14:tracePt t="237989" x="8096250" y="4027488"/>
          <p14:tracePt t="238001" x="8007350" y="4143375"/>
          <p14:tracePt t="238012" x="7953375" y="4197350"/>
          <p14:tracePt t="238024" x="7878763" y="4300538"/>
          <p14:tracePt t="238035" x="7804150" y="4387850"/>
          <p14:tracePt t="238046" x="7735888" y="4470400"/>
          <p14:tracePt t="238057" x="7673975" y="4530725"/>
          <p14:tracePt t="238069" x="7605713" y="4598988"/>
          <p14:tracePt t="238080" x="7545388" y="4673600"/>
          <p14:tracePt t="238091" x="7491413" y="4700588"/>
          <p14:tracePt t="238103" x="7477125" y="4714875"/>
          <p14:tracePt t="238428" x="7491413" y="4714875"/>
          <p14:tracePt t="238431" x="7504113" y="4729163"/>
          <p14:tracePt t="238439" x="7518400" y="4729163"/>
          <p14:tracePt t="238518" x="7518400" y="4714875"/>
          <p14:tracePt t="238529" x="7518400" y="4700588"/>
          <p14:tracePt t="238552" x="7518400" y="4673600"/>
          <p14:tracePt t="238563" x="7531100" y="4660900"/>
          <p14:tracePt t="238575" x="7531100" y="4625975"/>
          <p14:tracePt t="238587" x="7531100" y="4613275"/>
          <p14:tracePt t="238598" x="7531100" y="4598988"/>
          <p14:tracePt t="238609" x="7545388" y="4598988"/>
          <p14:tracePt t="238621" x="7545388" y="4586288"/>
          <p14:tracePt t="238642" x="7566025" y="4572000"/>
          <p14:tracePt t="238923" x="7566025" y="4557713"/>
          <p14:tracePt t="238946" x="7566025" y="4545013"/>
          <p14:tracePt t="238957" x="7545388" y="4530725"/>
          <p14:tracePt t="239081" x="7531100" y="4518025"/>
          <p14:tracePt t="239093" x="7491413" y="4483100"/>
          <p14:tracePt t="239104" x="7435850" y="4470400"/>
          <p14:tracePt t="239115" x="7334250" y="4429125"/>
          <p14:tracePt t="239127" x="7232650" y="4387850"/>
          <p14:tracePt t="239137" x="7129463" y="4354513"/>
          <p14:tracePt t="239151" x="7062788" y="4340225"/>
          <p14:tracePt t="239160" x="6959600" y="4327525"/>
          <p14:tracePt t="239171" x="6858000" y="4327525"/>
          <p14:tracePt t="239183" x="6769100" y="4327525"/>
          <p14:tracePt t="239194" x="6700838" y="4327525"/>
          <p14:tracePt t="239206" x="6599238" y="4354513"/>
          <p14:tracePt t="239218" x="6524625" y="4387850"/>
          <p14:tracePt t="239228" x="6456363" y="4414838"/>
          <p14:tracePt t="239240" x="6381750" y="4443413"/>
          <p14:tracePt t="239252" x="6327775" y="4470400"/>
          <p14:tracePt t="239262" x="6300788" y="4497388"/>
          <p14:tracePt t="239273" x="6265863" y="4518025"/>
          <p14:tracePt t="239285" x="6224588" y="4545013"/>
          <p14:tracePt t="239295" x="6197600" y="4557713"/>
          <p14:tracePt t="239307" x="6170613" y="4586288"/>
          <p14:tracePt t="239318" x="6137275" y="4598988"/>
          <p14:tracePt t="239329" x="6110288" y="4625975"/>
          <p14:tracePt t="239341" x="6081713" y="4646613"/>
          <p14:tracePt t="239352" x="6054725" y="4673600"/>
          <p14:tracePt t="239362" x="6042025" y="4687888"/>
          <p14:tracePt t="239374" x="6021388" y="4714875"/>
          <p14:tracePt t="239385" x="6007100" y="4729163"/>
          <p14:tracePt t="239397" x="5980113" y="4741863"/>
          <p14:tracePt t="239409" x="5967413" y="4756150"/>
          <p14:tracePt t="239419" x="5953125" y="4776788"/>
          <p14:tracePt t="239430" x="5953125" y="4789488"/>
          <p14:tracePt t="239441" x="5938838" y="4803775"/>
          <p14:tracePt t="239453" x="5926138" y="4816475"/>
          <p14:tracePt t="239463" x="5911850" y="4830763"/>
          <p14:tracePt t="239475" x="5891213" y="4830763"/>
          <p14:tracePt t="239486" x="5891213" y="4843463"/>
          <p14:tracePt t="239497" x="5878513" y="4857750"/>
          <p14:tracePt t="239520" x="5864225" y="4872038"/>
          <p14:tracePt t="239531" x="5864225" y="4884738"/>
          <p14:tracePt t="239542" x="5851525" y="4884738"/>
          <p14:tracePt t="239553" x="5851525" y="4905375"/>
          <p14:tracePt t="239576" x="5851525" y="4919663"/>
          <p14:tracePt t="239891" x="5851525" y="4905375"/>
          <p14:tracePt t="239913" x="5851525" y="4884738"/>
          <p14:tracePt t="239935" x="5851525" y="4872038"/>
          <p14:tracePt t="239958" x="5837238" y="4872038"/>
          <p14:tracePt t="239969" x="5837238" y="4857750"/>
          <p14:tracePt t="239982" x="5824538" y="4857750"/>
          <p14:tracePt t="239994" x="5810250" y="4843463"/>
          <p14:tracePt t="240005" x="5783263" y="4843463"/>
          <p14:tracePt t="240015" x="5762625" y="4843463"/>
          <p14:tracePt t="240027" x="5748338" y="4843463"/>
          <p14:tracePt t="240273" x="5762625" y="4843463"/>
          <p14:tracePt t="240284" x="5795963" y="4843463"/>
          <p14:tracePt t="240296" x="5837238" y="4857750"/>
          <p14:tracePt t="240307" x="5891213" y="4857750"/>
          <p14:tracePt t="240320" x="5980113" y="4843463"/>
          <p14:tracePt t="240330" x="6069013" y="4843463"/>
          <p14:tracePt t="240341" x="6224588" y="4843463"/>
          <p14:tracePt t="240355" x="6381750" y="4830763"/>
          <p14:tracePt t="240365" x="6524625" y="4816475"/>
          <p14:tracePt t="240375" x="6729413" y="4789488"/>
          <p14:tracePt t="240388" x="6932613" y="4756150"/>
          <p14:tracePt t="240398" x="7102475" y="4714875"/>
          <p14:tracePt t="240419" x="7259638" y="4660900"/>
          <p14:tracePt t="240423" x="7388225" y="4598988"/>
          <p14:tracePt t="240431" x="7545388" y="4518025"/>
          <p14:tracePt t="240443" x="7708900" y="4387850"/>
          <p14:tracePt t="240455" x="7804150" y="4238625"/>
          <p14:tracePt t="240466" x="7932738" y="4027488"/>
          <p14:tracePt t="240477" x="8034338" y="3756025"/>
          <p14:tracePt t="240488" x="8081963" y="3524250"/>
          <p14:tracePt t="240498" x="8110538" y="3205163"/>
          <p14:tracePt t="240510" x="8110538" y="2905125"/>
          <p14:tracePt t="240521" x="8110538" y="2619375"/>
          <p14:tracePt t="240532" x="8081963" y="2443163"/>
          <p14:tracePt t="240545" x="8034338" y="2244725"/>
          <p14:tracePt t="240555" x="7980363" y="2068513"/>
          <p14:tracePt t="240566" x="7920038" y="1973263"/>
          <p14:tracePt t="240578" x="7837488" y="1836738"/>
          <p14:tracePt t="240589" x="7708900" y="1741488"/>
          <p14:tracePt t="240599" x="7566025" y="1625600"/>
          <p14:tracePt t="240611" x="7435850" y="1565275"/>
          <p14:tracePt t="240623" x="7218363" y="1470025"/>
          <p14:tracePt t="240633" x="6986588" y="1366838"/>
          <p14:tracePt t="240645" x="6783388" y="1306513"/>
          <p14:tracePt t="240656" x="6497638" y="1223963"/>
          <p14:tracePt t="240667" x="6211888" y="1149350"/>
          <p14:tracePt t="240679" x="5967413" y="1095375"/>
          <p14:tracePt t="240690" x="5795963" y="1062038"/>
          <p14:tracePt t="240701" x="5592763" y="1047750"/>
          <p14:tracePt t="240712" x="5408613" y="1033463"/>
          <p14:tracePt t="240724" x="5245100" y="1047750"/>
          <p14:tracePt t="240736" x="5164138" y="1062038"/>
          <p14:tracePt t="240748" x="5048250" y="1109663"/>
          <p14:tracePt t="240759" x="4946650" y="1149350"/>
          <p14:tracePt t="240771" x="4872038" y="1211263"/>
          <p14:tracePt t="240780" x="4741863" y="1306513"/>
          <p14:tracePt t="240792" x="4598988" y="1449388"/>
          <p14:tracePt t="240803" x="4470400" y="1598613"/>
          <p14:tracePt t="240813" x="4402138" y="1693863"/>
          <p14:tracePt t="240825" x="4313238" y="1836738"/>
          <p14:tracePt t="240837" x="4259263" y="2000250"/>
          <p14:tracePt t="240847" x="4224338" y="2101850"/>
          <p14:tracePt t="240859" x="4184650" y="2286000"/>
          <p14:tracePt t="240870" x="4170363" y="2470150"/>
          <p14:tracePt t="240881" x="4157663" y="2660650"/>
          <p14:tracePt t="240893" x="4157663" y="2803525"/>
          <p14:tracePt t="240904" x="4157663" y="2994025"/>
          <p14:tracePt t="240914" x="4170363" y="3149600"/>
          <p14:tracePt t="240927" x="4170363" y="3252788"/>
          <p14:tracePt t="240937" x="4197350" y="3395663"/>
          <p14:tracePt t="240948" x="4271963" y="3538538"/>
          <p14:tracePt t="240960" x="4354513" y="3694113"/>
          <p14:tracePt t="240971" x="4429125" y="3795713"/>
          <p14:tracePt t="240982" x="4572000" y="3938588"/>
          <p14:tracePt t="240994" x="4700588" y="4068763"/>
          <p14:tracePt t="241005" x="4789488" y="4143375"/>
          <p14:tracePt t="241016" x="4919663" y="4238625"/>
          <p14:tracePt t="241028" x="5033963" y="4313238"/>
          <p14:tracePt t="241039" x="5116513" y="4340225"/>
          <p14:tracePt t="241050" x="5218113" y="4367213"/>
          <p14:tracePt t="241062" x="5360988" y="4387850"/>
          <p14:tracePt t="241073" x="5518150" y="4367213"/>
          <p14:tracePt t="241083" x="5708650" y="4340225"/>
          <p14:tracePt t="241094" x="5851525" y="4300538"/>
          <p14:tracePt t="241106" x="6069013" y="4224338"/>
          <p14:tracePt t="241128" x="6280150" y="4143375"/>
          <p14:tracePt t="241129" x="6456363" y="4068763"/>
          <p14:tracePt t="241140" x="6700838" y="3925888"/>
          <p14:tracePt t="241151" x="6932613" y="3795713"/>
          <p14:tracePt t="241162" x="7129463" y="3652838"/>
          <p14:tracePt t="241173" x="7272338" y="3551238"/>
          <p14:tracePt t="241186" x="7415213" y="3395663"/>
          <p14:tracePt t="241196" x="7518400" y="3252788"/>
          <p14:tracePt t="241207" x="7578725" y="3136900"/>
          <p14:tracePt t="241219" x="7620000" y="2994025"/>
          <p14:tracePt t="241230" x="7646988" y="2830513"/>
          <p14:tracePt t="241241" x="7646988" y="2687638"/>
          <p14:tracePt t="241253" x="7634288" y="2586038"/>
          <p14:tracePt t="241263" x="7593013" y="2470150"/>
          <p14:tracePt t="241275" x="7545388" y="2374900"/>
          <p14:tracePt t="241287" x="7504113" y="2300288"/>
          <p14:tracePt t="241297" x="7435850" y="2211388"/>
          <p14:tracePt t="241309" x="7348538" y="2143125"/>
          <p14:tracePt t="241321" x="7218363" y="2068513"/>
          <p14:tracePt t="241331" x="7116763" y="2027238"/>
          <p14:tracePt t="241342" x="6932613" y="1985963"/>
          <p14:tracePt t="241354" x="6700838" y="1952625"/>
          <p14:tracePt t="241364" x="6408738" y="1938338"/>
          <p14:tracePt t="241376" x="6197600" y="1952625"/>
          <p14:tracePt t="241388" x="5911850" y="2014538"/>
          <p14:tracePt t="241398" x="5592763" y="2116138"/>
          <p14:tracePt t="241410" x="5375275" y="2211388"/>
          <p14:tracePt t="241421" x="5089525" y="2401888"/>
          <p14:tracePt t="241443" x="4830763" y="2633663"/>
          <p14:tracePt t="241447" x="4613275" y="2905125"/>
          <p14:tracePt t="241455" x="4483100" y="3101975"/>
          <p14:tracePt t="241468" x="4367213" y="3422650"/>
          <p14:tracePt t="241479" x="4300538" y="3756025"/>
          <p14:tracePt t="241489" x="4271963" y="3994150"/>
          <p14:tracePt t="241500" x="4300538" y="4300538"/>
          <p14:tracePt t="241511" x="4354513" y="4572000"/>
          <p14:tracePt t="241522" x="4443413" y="4803775"/>
          <p14:tracePt t="241534" x="4497388" y="4932363"/>
          <p14:tracePt t="241545" x="4586288" y="5089525"/>
          <p14:tracePt t="241556" x="4673600" y="5205413"/>
          <p14:tracePt t="241567" x="4729163" y="5259388"/>
          <p14:tracePt t="241578" x="4789488" y="5319713"/>
          <p14:tracePt t="241590" x="4830763" y="5348288"/>
          <p14:tracePt t="241601" x="4857750" y="5360988"/>
          <p14:tracePt t="241612" x="4884738" y="5375275"/>
          <p14:tracePt t="241624" x="4905375" y="5375275"/>
          <p14:tracePt t="241636" x="4919663" y="5375275"/>
          <p14:tracePt t="241646" x="4932363" y="5387975"/>
          <p14:tracePt t="241657" x="4946650" y="5387975"/>
          <p14:tracePt t="241680" x="4959350" y="5387975"/>
          <p14:tracePt t="241691" x="4973638" y="5387975"/>
          <p14:tracePt t="241703" x="4986338" y="5387975"/>
          <p14:tracePt t="241713" x="5000625" y="5387975"/>
          <p14:tracePt t="241724" x="5033963" y="5387975"/>
          <p14:tracePt t="241737" x="5048250" y="5387975"/>
          <p14:tracePt t="241747" x="5089525" y="5387975"/>
          <p14:tracePt t="241759" x="5129213" y="5387975"/>
          <p14:tracePt t="241771" x="5176838" y="5387975"/>
          <p14:tracePt t="241781" x="5259388" y="5387975"/>
          <p14:tracePt t="241792" x="5348288" y="5408613"/>
          <p14:tracePt t="241804" x="5422900" y="5422900"/>
          <p14:tracePt t="241815" x="5491163" y="5422900"/>
          <p14:tracePt t="241826" x="5578475" y="5435600"/>
          <p14:tracePt t="241838" x="5667375" y="5435600"/>
          <p14:tracePt t="241848" x="5735638" y="5435600"/>
          <p14:tracePt t="241860" x="5810250" y="5435600"/>
          <p14:tracePt t="241871" x="5878513" y="5422900"/>
          <p14:tracePt t="241882" x="5938838" y="5387975"/>
          <p14:tracePt t="241894" x="5994400" y="5375275"/>
          <p14:tracePt t="241905" x="6054725" y="5348288"/>
          <p14:tracePt t="241916" x="6096000" y="5319713"/>
          <p14:tracePt t="241927" x="6122988" y="5292725"/>
          <p14:tracePt t="241939" x="6170613" y="5259388"/>
          <p14:tracePt t="241950" x="6184900" y="5232400"/>
          <p14:tracePt t="241961" x="6184900" y="5191125"/>
          <p14:tracePt t="241972" x="6184900" y="5164138"/>
          <p14:tracePt t="241983" x="6184900" y="5129213"/>
          <p14:tracePt t="241995" x="6170613" y="5089525"/>
          <p14:tracePt t="242007" x="6137275" y="5062538"/>
          <p14:tracePt t="242017" x="6096000" y="5000625"/>
          <p14:tracePt t="242029" x="6021388" y="4959350"/>
          <p14:tracePt t="242040" x="5953125" y="4919663"/>
          <p14:tracePt t="242051" x="5878513" y="4905375"/>
          <p14:tracePt t="242062" x="5810250" y="4872038"/>
          <p14:tracePt t="242073" x="5721350" y="4857750"/>
          <p14:tracePt t="242086" x="5634038" y="4857750"/>
          <p14:tracePt t="242096" x="5578475" y="4857750"/>
          <p14:tracePt t="242107" x="5491163" y="4857750"/>
          <p14:tracePt t="242119" x="5435600" y="4884738"/>
          <p14:tracePt t="242129" x="5387975" y="4905375"/>
          <p14:tracePt t="242141" x="5348288" y="4946650"/>
          <p14:tracePt t="242153" x="5307013" y="4986338"/>
          <p14:tracePt t="242175" x="5259388" y="5048250"/>
          <p14:tracePt t="242175" x="5245100" y="5089525"/>
          <p14:tracePt t="242187" x="5245100" y="5149850"/>
          <p14:tracePt t="242197" x="5245100" y="5191125"/>
          <p14:tracePt t="242209" x="5259388" y="5218113"/>
          <p14:tracePt t="242221" x="5292725" y="5259388"/>
          <p14:tracePt t="242231" x="5348288" y="5292725"/>
          <p14:tracePt t="242242" x="5435600" y="5334000"/>
          <p14:tracePt t="242254" x="5503863" y="5360988"/>
          <p14:tracePt t="242265" x="5634038" y="5408613"/>
          <p14:tracePt t="242276" x="5748338" y="5422900"/>
          <p14:tracePt t="242287" x="5837238" y="5422900"/>
          <p14:tracePt t="242298" x="5967413" y="5422900"/>
          <p14:tracePt t="242310" x="6081713" y="5408613"/>
          <p14:tracePt t="242321" x="6184900" y="5375275"/>
          <p14:tracePt t="242332" x="6238875" y="5334000"/>
          <p14:tracePt t="242343" x="6300788" y="5292725"/>
          <p14:tracePt t="242355" x="6327775" y="5218113"/>
          <p14:tracePt t="242366" x="6327775" y="5149850"/>
          <p14:tracePt t="242377" x="6327775" y="5089525"/>
          <p14:tracePt t="242388" x="6300788" y="5000625"/>
          <p14:tracePt t="242399" x="6238875" y="4932363"/>
          <p14:tracePt t="242411" x="6211888" y="4884738"/>
          <p14:tracePt t="242423" x="6149975" y="4830763"/>
          <p14:tracePt t="242434" x="6110288" y="4789488"/>
          <p14:tracePt t="242445" x="6069013" y="4776788"/>
          <p14:tracePt t="242456" x="6042025" y="4756150"/>
          <p14:tracePt t="242467" x="5994400" y="4756150"/>
          <p14:tracePt t="242478" x="5967413" y="4756150"/>
          <p14:tracePt t="242490" x="5938838" y="4776788"/>
          <p14:tracePt t="242501" x="5891213" y="4789488"/>
          <p14:tracePt t="242512" x="5851525" y="4816475"/>
          <p14:tracePt t="242523" x="5810250" y="4857750"/>
          <p14:tracePt t="242534" x="5783263" y="4884738"/>
          <p14:tracePt t="242546" x="5735638" y="4946650"/>
          <p14:tracePt t="242557" x="5694363" y="4986338"/>
          <p14:tracePt t="242569" x="5667375" y="5033963"/>
          <p14:tracePt t="242580" x="5646738" y="5089525"/>
          <p14:tracePt t="242591" x="5634038" y="5149850"/>
          <p14:tracePt t="242604" x="5634038" y="5176838"/>
          <p14:tracePt t="242614" x="5646738" y="5205413"/>
          <p14:tracePt t="242625" x="5681663" y="5245100"/>
          <p14:tracePt t="242637" x="5721350" y="5292725"/>
          <p14:tracePt t="242647" x="5795963" y="5307013"/>
          <p14:tracePt t="242659" x="5878513" y="5334000"/>
          <p14:tracePt t="242670" x="5967413" y="5348288"/>
          <p14:tracePt t="242681" x="6054725" y="5334000"/>
          <p14:tracePt t="242692" x="6122988" y="5319713"/>
          <p14:tracePt t="242704" x="6238875" y="5307013"/>
          <p14:tracePt t="242725" x="6340475" y="5280025"/>
          <p14:tracePt t="242729" x="6429375" y="5232400"/>
          <p14:tracePt t="242740" x="6456363" y="5205413"/>
          <p14:tracePt t="242750" x="6483350" y="5164138"/>
          <p14:tracePt t="242761" x="6497638" y="5116513"/>
          <p14:tracePt t="242771" x="6497638" y="5089525"/>
          <p14:tracePt t="242782" x="6456363" y="5048250"/>
          <p14:tracePt t="242793" x="6381750" y="4986338"/>
          <p14:tracePt t="242806" x="6265863" y="4932363"/>
          <p14:tracePt t="242816" x="6149975" y="4884738"/>
          <p14:tracePt t="242828" x="5980113" y="4857750"/>
          <p14:tracePt t="242839" x="5851525" y="4843463"/>
          <p14:tracePt t="242850" x="5748338" y="4843463"/>
          <p14:tracePt t="242861" x="5667375" y="4843463"/>
          <p14:tracePt t="242872" x="5578475" y="4872038"/>
          <p14:tracePt t="242883" x="5518150" y="4919663"/>
          <p14:tracePt t="242895" x="5476875" y="4959350"/>
          <p14:tracePt t="242906" x="5449888" y="5021263"/>
          <p14:tracePt t="242917" x="5435600" y="5062538"/>
          <p14:tracePt t="242929" x="5435600" y="5089525"/>
          <p14:tracePt t="242940" x="5435600" y="5116513"/>
          <p14:tracePt t="242951" x="5435600" y="5149850"/>
          <p14:tracePt t="242962" x="5435600" y="5176838"/>
          <p14:tracePt t="242973" x="5449888" y="5205413"/>
          <p14:tracePt t="242984" x="5462588" y="5245100"/>
          <p14:tracePt t="242996" x="5491163" y="5280025"/>
          <p14:tracePt t="243007" x="5518150" y="5292725"/>
          <p14:tracePt t="243019" x="5551488" y="5319713"/>
          <p14:tracePt t="243029" x="5592763" y="5334000"/>
          <p14:tracePt t="243041" x="5646738" y="5348288"/>
          <p14:tracePt t="243054" x="5694363" y="5348288"/>
          <p14:tracePt t="243063" x="5748338" y="5360988"/>
          <p14:tracePt t="243075" x="5824538" y="5360988"/>
          <p14:tracePt t="243087" x="5891213" y="5348288"/>
          <p14:tracePt t="243097" x="5953125" y="5334000"/>
          <p14:tracePt t="243109" x="6021388" y="5307013"/>
          <p14:tracePt t="243120" x="6069013" y="5280025"/>
          <p14:tracePt t="243131" x="6081713" y="5259388"/>
          <p14:tracePt t="243142" x="6096000" y="5245100"/>
          <p14:tracePt t="243165" x="6096000" y="5232400"/>
          <p14:tracePt t="243176" x="6081713" y="5232400"/>
          <p14:tracePt t="243198" x="6069013" y="5232400"/>
          <p14:tracePt t="243243" x="6054725" y="5232400"/>
          <p14:tracePt t="243248" x="6042025" y="5232400"/>
          <p14:tracePt t="243255" x="6007100" y="5245100"/>
          <p14:tracePt t="243269" x="5953125" y="5245100"/>
          <p14:tracePt t="243525" x="5967413" y="5259388"/>
          <p14:tracePt t="243536" x="5994400" y="5259388"/>
          <p14:tracePt t="243548" x="6021388" y="5259388"/>
          <p14:tracePt t="243559" x="6054725" y="5259388"/>
          <p14:tracePt t="243581" x="6069013" y="5259388"/>
          <p14:tracePt t="243593" x="6081713" y="5259388"/>
          <p14:tracePt t="243603" x="6110288" y="5259388"/>
          <p14:tracePt t="243615" x="6137275" y="5259388"/>
          <p14:tracePt t="243627" x="6149975" y="5259388"/>
          <p14:tracePt t="243637" x="6170613" y="5245100"/>
          <p14:tracePt t="243650" x="6184900" y="5245100"/>
          <p14:tracePt t="243661" x="6197600" y="5232400"/>
          <p14:tracePt t="243671" x="6211888" y="5205413"/>
          <p14:tracePt t="243684" x="6211888" y="5191125"/>
          <p14:tracePt t="243695" x="6224588" y="5164138"/>
          <p14:tracePt t="243706" x="6224588" y="5149850"/>
          <p14:tracePt t="243717" x="6224588" y="5129213"/>
          <p14:tracePt t="243728" x="6224588" y="5116513"/>
          <p14:tracePt t="243738" x="6224588" y="5102225"/>
          <p14:tracePt t="243750" x="6224588" y="5089525"/>
          <p14:tracePt t="243761" x="6211888" y="5075238"/>
          <p14:tracePt t="243772" x="6184900" y="5062538"/>
          <p14:tracePt t="243784" x="6149975" y="5033963"/>
          <p14:tracePt t="243795" x="6110288" y="5000625"/>
          <p14:tracePt t="243806" x="6054725" y="4986338"/>
          <p14:tracePt t="243818" x="5994400" y="4959350"/>
          <p14:tracePt t="243829" x="5926138" y="4946650"/>
          <p14:tracePt t="243840" x="5864225" y="4932363"/>
          <p14:tracePt t="243852" x="5824538" y="4932363"/>
          <p14:tracePt t="243862" x="5762625" y="4932363"/>
          <p14:tracePt t="243873" x="5735638" y="4932363"/>
          <p14:tracePt t="243885" x="5708650" y="4946650"/>
          <p14:tracePt t="243896" x="5667375" y="4959350"/>
          <p14:tracePt t="243907" x="5646738" y="4973638"/>
          <p14:tracePt t="243919" x="5634038" y="5000625"/>
          <p14:tracePt t="243930" x="5619750" y="5033963"/>
          <p14:tracePt t="243941" x="5605463" y="5075238"/>
          <p14:tracePt t="243953" x="5605463" y="5102225"/>
          <p14:tracePt t="243964" x="5605463" y="5129213"/>
          <p14:tracePt t="243974" x="5605463" y="5176838"/>
          <p14:tracePt t="243986" x="5619750" y="5218113"/>
          <p14:tracePt t="244008" x="5646738" y="5259388"/>
          <p14:tracePt t="244012" x="5667375" y="5280025"/>
          <p14:tracePt t="244021" x="5708650" y="5307013"/>
          <p14:tracePt t="244031" x="5735638" y="5334000"/>
          <p14:tracePt t="244045" x="5762625" y="5348288"/>
          <p14:tracePt t="244055" x="5810250" y="5348288"/>
          <p14:tracePt t="244066" x="5837238" y="5360988"/>
          <p14:tracePt t="244077" x="5851525" y="5360988"/>
          <p14:tracePt t="244087" x="5864225" y="5360988"/>
          <p14:tracePt t="244098" x="5878513" y="5360988"/>
          <p14:tracePt t="244256" x="5891213" y="5360988"/>
          <p14:tracePt t="244278" x="5911850" y="5360988"/>
          <p14:tracePt t="244281" x="5938838" y="5360988"/>
          <p14:tracePt t="244290" x="5953125" y="5360988"/>
          <p14:tracePt t="244301" x="5994400" y="5360988"/>
          <p14:tracePt t="244313" x="6021388" y="5360988"/>
          <p14:tracePt t="244324" x="6069013" y="5360988"/>
          <p14:tracePt t="244335" x="6096000" y="5360988"/>
          <p14:tracePt t="244347" x="6137275" y="5348288"/>
          <p14:tracePt t="244358" x="6170613" y="5348288"/>
          <p14:tracePt t="244369" x="6184900" y="5334000"/>
          <p14:tracePt t="244381" x="6211888" y="5319713"/>
          <p14:tracePt t="244391" x="6224588" y="5307013"/>
          <p14:tracePt t="244403" x="6224588" y="5280025"/>
          <p14:tracePt t="244415" x="6238875" y="5245100"/>
          <p14:tracePt t="244425" x="6238875" y="5205413"/>
          <p14:tracePt t="244436" x="6238875" y="5176838"/>
          <p14:tracePt t="244448" x="6238875" y="5149850"/>
          <p14:tracePt t="244458" x="6238875" y="5116513"/>
          <p14:tracePt t="244470" x="6238875" y="5089525"/>
          <p14:tracePt t="244481" x="6224588" y="5089525"/>
          <p14:tracePt t="244492" x="6224588" y="5075238"/>
          <p14:tracePt t="244503" x="6224588" y="5062538"/>
          <p14:tracePt t="244515" x="6224588" y="5048250"/>
          <p14:tracePt t="244526" x="6211888" y="5048250"/>
          <p14:tracePt t="244537" x="6197600" y="5033963"/>
          <p14:tracePt t="244549" x="6197600" y="5021263"/>
          <p14:tracePt t="244560" x="6184900" y="5021263"/>
          <p14:tracePt t="244571" x="6149975" y="5000625"/>
          <p14:tracePt t="244582" x="6122988" y="4986338"/>
          <p14:tracePt t="244593" x="6096000" y="4973638"/>
          <p14:tracePt t="244605" x="6069013" y="4973638"/>
          <p14:tracePt t="244616" x="6042025" y="4959350"/>
          <p14:tracePt t="244627" x="5994400" y="4959350"/>
          <p14:tracePt t="244639" x="5953125" y="4946650"/>
          <p14:tracePt t="244650" x="5926138" y="4946650"/>
          <p14:tracePt t="244661" x="5891213" y="4946650"/>
          <p14:tracePt t="244673" x="5851525" y="4946650"/>
          <p14:tracePt t="244684" x="5824538" y="4946650"/>
          <p14:tracePt t="244695" x="5795963" y="4946650"/>
          <p14:tracePt t="244706" x="5748338" y="4946650"/>
          <p14:tracePt t="244717" x="5708650" y="4946650"/>
          <p14:tracePt t="244728" x="5681663" y="4946650"/>
          <p14:tracePt t="244740" x="5634038" y="4959350"/>
          <p14:tracePt t="244751" x="5605463" y="4973638"/>
          <p14:tracePt t="244763" x="5565775" y="4986338"/>
          <p14:tracePt t="244774" x="5551488" y="5000625"/>
          <p14:tracePt t="244785" x="5503863" y="5021263"/>
          <p14:tracePt t="244797" x="5476875" y="5033963"/>
          <p14:tracePt t="244807" x="5449888" y="5062538"/>
          <p14:tracePt t="244819" x="5422900" y="5102225"/>
          <p14:tracePt t="244831" x="5387975" y="5149850"/>
          <p14:tracePt t="244841" x="5375275" y="5176838"/>
          <p14:tracePt t="244852" x="5375275" y="5205413"/>
          <p14:tracePt t="244865" x="5375275" y="5245100"/>
          <p14:tracePt t="244875" x="5375275" y="5292725"/>
          <p14:tracePt t="244886" x="5375275" y="5319713"/>
          <p14:tracePt t="244898" x="5387975" y="5348288"/>
          <p14:tracePt t="244908" x="5408613" y="5375275"/>
          <p14:tracePt t="244920" x="5435600" y="5387975"/>
          <p14:tracePt t="244931" x="5462588" y="5408613"/>
          <p14:tracePt t="244942" x="5503863" y="5422900"/>
          <p14:tracePt t="244954" x="5565775" y="5435600"/>
          <p14:tracePt t="244965" x="5592763" y="5449888"/>
          <p14:tracePt t="244976" x="5646738" y="5449888"/>
          <p14:tracePt t="244987" x="5735638" y="5449888"/>
          <p14:tracePt t="244999" x="5837238" y="5449888"/>
          <p14:tracePt t="245010" x="5911850" y="5449888"/>
          <p14:tracePt t="245021" x="5994400" y="5435600"/>
          <p14:tracePt t="245032" x="6081713" y="5422900"/>
          <p14:tracePt t="245043" x="6122988" y="5408613"/>
          <p14:tracePt t="245055" x="6184900" y="5360988"/>
          <p14:tracePt t="245067" x="6211888" y="5319713"/>
          <p14:tracePt t="245077" x="6238875" y="5280025"/>
          <p14:tracePt t="245089" x="6253163" y="5218113"/>
          <p14:tracePt t="245100" x="6253163" y="5149850"/>
          <p14:tracePt t="245111" x="6238875" y="5048250"/>
          <p14:tracePt t="245123" x="6211888" y="4959350"/>
          <p14:tracePt t="245134" x="6170613" y="4884738"/>
          <p14:tracePt t="245144" x="6110288" y="4789488"/>
          <p14:tracePt t="245156" x="6042025" y="4700588"/>
          <p14:tracePt t="245167" x="5980113" y="4660900"/>
          <p14:tracePt t="245178" x="5911850" y="4613275"/>
          <p14:tracePt t="245190" x="5851525" y="4598988"/>
          <p14:tracePt t="245201" x="5795963" y="4586288"/>
          <p14:tracePt t="245212" x="5762625" y="4586288"/>
          <p14:tracePt t="245224" x="5721350" y="4586288"/>
          <p14:tracePt t="245235" x="5681663" y="4598988"/>
          <p14:tracePt t="245247" x="5634038" y="4613275"/>
          <p14:tracePt t="245258" x="5578475" y="4660900"/>
          <p14:tracePt t="245269" x="5538788" y="4700588"/>
          <p14:tracePt t="245280" x="5462588" y="4741863"/>
          <p14:tracePt t="245291" x="5435600" y="4776788"/>
          <p14:tracePt t="245324" x="5375275" y="4830763"/>
          <p14:tracePt t="245328" x="5348288" y="4872038"/>
          <p14:tracePt t="245337" x="5319713" y="4905375"/>
          <p14:tracePt t="245339" x="5319713" y="4946650"/>
          <p14:tracePt t="245350" x="5319713" y="5000625"/>
          <p14:tracePt t="245359" x="5334000" y="5048250"/>
          <p14:tracePt t="245371" x="5348288" y="5075238"/>
          <p14:tracePt t="245381" x="5375275" y="5116513"/>
          <p14:tracePt t="245392" x="5422900" y="5164138"/>
          <p14:tracePt t="245403" x="5476875" y="5205413"/>
          <p14:tracePt t="245415" x="5503863" y="5218113"/>
          <p14:tracePt t="245426" x="5565775" y="5245100"/>
          <p14:tracePt t="245437" x="5605463" y="5259388"/>
          <p14:tracePt t="245449" x="5646738" y="5280025"/>
          <p14:tracePt t="245460" x="5721350" y="5280025"/>
          <p14:tracePt t="245471" x="5795963" y="5280025"/>
          <p14:tracePt t="245482" x="5864225" y="5280025"/>
          <p14:tracePt t="245493" x="5938838" y="5259388"/>
          <p14:tracePt t="245505" x="6021388" y="5232400"/>
          <p14:tracePt t="245516" x="6096000" y="5205413"/>
          <p14:tracePt t="245527" x="6137275" y="5164138"/>
          <p14:tracePt t="245539" x="6184900" y="5116513"/>
          <p14:tracePt t="245550" x="6197600" y="5075238"/>
          <p14:tracePt t="245561" x="6197600" y="5033963"/>
          <p14:tracePt t="245572" x="6197600" y="5000625"/>
          <p14:tracePt t="245584" x="6170613" y="4973638"/>
          <p14:tracePt t="245594" x="6137275" y="4946650"/>
          <p14:tracePt t="245606" x="6096000" y="4932363"/>
          <p14:tracePt t="245617" x="6021388" y="4884738"/>
          <p14:tracePt t="245628" x="5938838" y="4857750"/>
          <p14:tracePt t="245640" x="5851525" y="4843463"/>
          <p14:tracePt t="245651" x="5795963" y="4830763"/>
          <p14:tracePt t="245662" x="5735638" y="4830763"/>
          <p14:tracePt t="245673" x="5681663" y="4843463"/>
          <p14:tracePt t="245685" x="5646738" y="4872038"/>
          <p14:tracePt t="245697" x="5605463" y="4905375"/>
          <p14:tracePt t="245708" x="5551488" y="4959350"/>
          <p14:tracePt t="245719" x="5518150" y="5021263"/>
          <p14:tracePt t="245731" x="5491163" y="5062538"/>
          <p14:tracePt t="245742" x="5491163" y="5116513"/>
          <p14:tracePt t="245752" x="5491163" y="5164138"/>
          <p14:tracePt t="245765" x="5491163" y="5205413"/>
          <p14:tracePt t="245775" x="5503863" y="5232400"/>
          <p14:tracePt t="245786" x="5518150" y="5259388"/>
          <p14:tracePt t="245798" x="5551488" y="5292725"/>
          <p14:tracePt t="245808" x="5578475" y="5307013"/>
          <p14:tracePt t="245820" x="5619750" y="5319713"/>
          <p14:tracePt t="245831" x="5646738" y="5334000"/>
          <p14:tracePt t="245842" x="5694363" y="5334000"/>
          <p14:tracePt t="245853" x="5721350" y="5334000"/>
          <p14:tracePt t="245865" x="5762625" y="5334000"/>
          <p14:tracePt t="245876" x="5795963" y="5334000"/>
          <p14:tracePt t="245888" x="5810250" y="5334000"/>
          <p14:tracePt t="245900" x="5824538" y="5334000"/>
          <p14:tracePt t="245910" x="5837238" y="5334000"/>
          <p14:tracePt t="245932" x="5837238" y="5319713"/>
          <p14:tracePt t="246101" x="5851525" y="5319713"/>
          <p14:tracePt t="246112" x="5864225" y="5319713"/>
          <p14:tracePt t="246124" x="5878513" y="5319713"/>
          <p14:tracePt t="246135" x="5911850" y="5319713"/>
          <p14:tracePt t="246146" x="5926138" y="5319713"/>
          <p14:tracePt t="246157" x="5953125" y="5307013"/>
          <p14:tracePt t="246169" x="5967413" y="5307013"/>
          <p14:tracePt t="246180" x="5980113" y="5292725"/>
          <p14:tracePt t="246191" x="5980113" y="5280025"/>
          <p14:tracePt t="246203" x="5994400" y="5280025"/>
          <p14:tracePt t="246213" x="5994400" y="5259388"/>
          <p14:tracePt t="246224" x="5994400" y="5245100"/>
          <p14:tracePt t="246237" x="5994400" y="5218113"/>
          <p14:tracePt t="246247" x="5980113" y="5191125"/>
          <p14:tracePt t="246259" x="5980113" y="5164138"/>
          <p14:tracePt t="246271" x="5967413" y="5129213"/>
          <p14:tracePt t="246281" x="5953125" y="5102225"/>
          <p14:tracePt t="246293" x="5938838" y="5089525"/>
          <p14:tracePt t="246305" x="5911850" y="5075238"/>
          <p14:tracePt t="246315" x="5891213" y="5062538"/>
          <p14:tracePt t="246327" x="5864225" y="5048250"/>
          <p14:tracePt t="246338" x="5824538" y="5033963"/>
          <p14:tracePt t="246348" x="5795963" y="5000625"/>
          <p14:tracePt t="246371" x="5748338" y="4986338"/>
          <p14:tracePt t="246372" x="5721350" y="4986338"/>
          <p14:tracePt t="246382" x="5694363" y="4973638"/>
          <p14:tracePt t="246394" x="5667375" y="4973638"/>
          <p14:tracePt t="246405" x="5634038" y="4973638"/>
          <p14:tracePt t="246416" x="5605463" y="4973638"/>
          <p14:tracePt t="246428" x="5565775" y="4986338"/>
          <p14:tracePt t="246439" x="5518150" y="5021263"/>
          <p14:tracePt t="246450" x="5476875" y="5033963"/>
          <p14:tracePt t="246462" x="5462588" y="5075238"/>
          <p14:tracePt t="246473" x="5449888" y="5102225"/>
          <p14:tracePt t="246483" x="5449888" y="5129213"/>
          <p14:tracePt t="246495" x="5449888" y="5149850"/>
          <p14:tracePt t="246506" x="5449888" y="5164138"/>
          <p14:tracePt t="246517" x="5462588" y="5191125"/>
          <p14:tracePt t="246529" x="5491163" y="5205413"/>
          <p14:tracePt t="246540" x="5538788" y="5218113"/>
          <p14:tracePt t="246551" x="5592763" y="5245100"/>
          <p14:tracePt t="246563" x="5646738" y="5280025"/>
          <p14:tracePt t="246574" x="5708650" y="5292725"/>
          <p14:tracePt t="246585" x="5783263" y="5307013"/>
          <p14:tracePt t="246596" x="5837238" y="5319713"/>
          <p14:tracePt t="246608" x="5878513" y="5319713"/>
          <p14:tracePt t="246618" x="5938838" y="5319713"/>
          <p14:tracePt t="246630" x="5967413" y="5319713"/>
          <p14:tracePt t="246641" x="5980113" y="5319713"/>
          <p14:tracePt t="246653" x="5994400" y="5319713"/>
          <p14:tracePt t="246663" x="6007100" y="5319713"/>
          <p14:tracePt t="246674" x="6007100" y="5307013"/>
          <p14:tracePt t="246687" x="6021388" y="5292725"/>
          <p14:tracePt t="246697" x="6042025" y="5280025"/>
          <p14:tracePt t="246709" x="6054725" y="5245100"/>
          <p14:tracePt t="246721" x="6054725" y="5205413"/>
          <p14:tracePt t="246731" x="6054725" y="5176838"/>
          <p14:tracePt t="246742" x="6054725" y="5149850"/>
          <p14:tracePt t="246754" x="6054725" y="5116513"/>
          <p14:tracePt t="246765" x="6042025" y="5102225"/>
          <p14:tracePt t="246776" x="6042025" y="5075238"/>
          <p14:tracePt t="246788" x="6007100" y="5048250"/>
          <p14:tracePt t="246798" x="5980113" y="5021263"/>
          <p14:tracePt t="246810" x="5953125" y="5000625"/>
          <p14:tracePt t="246822" x="5911850" y="4973638"/>
          <p14:tracePt t="246832" x="5864225" y="4973638"/>
          <p14:tracePt t="246844" x="5824538" y="4959350"/>
          <p14:tracePt t="246855" x="5783263" y="4959350"/>
          <p14:tracePt t="246866" x="5708650" y="4973638"/>
          <p14:tracePt t="246878" x="5634038" y="4986338"/>
          <p14:tracePt t="246889" x="5565775" y="5021263"/>
          <p14:tracePt t="246899" x="5491163" y="5075238"/>
          <p14:tracePt t="246912" x="5449888" y="5129213"/>
          <p14:tracePt t="246923" x="5422900" y="5191125"/>
          <p14:tracePt t="246934" x="5408613" y="5218113"/>
          <p14:tracePt t="246946" x="5408613" y="5259388"/>
          <p14:tracePt t="246957" x="5422900" y="5319713"/>
          <p14:tracePt t="246968" x="5449888" y="5360988"/>
          <p14:tracePt t="246980" x="5503863" y="5422900"/>
          <p14:tracePt t="246990" x="5565775" y="5462588"/>
          <p14:tracePt t="247001" x="5619750" y="5503863"/>
          <p14:tracePt t="247013" x="5667375" y="5518150"/>
          <p14:tracePt t="247024" x="5694363" y="5538788"/>
          <p14:tracePt t="247035" x="5735638" y="5551488"/>
          <p14:tracePt t="247046" x="5762625" y="5551488"/>
          <p14:tracePt t="247057" x="5795963" y="5551488"/>
          <p14:tracePt t="247069" x="5810250" y="5551488"/>
          <p14:tracePt t="247080" x="5824538" y="5551488"/>
          <p14:tracePt t="247091" x="5837238" y="5551488"/>
          <p14:tracePt t="250140" x="5953125" y="5449888"/>
          <p14:tracePt t="250141" x="6081713" y="5319713"/>
          <p14:tracePt t="250164" x="6327775" y="5021263"/>
          <p14:tracePt t="250164" x="6572250" y="4625975"/>
          <p14:tracePt t="250173" x="6715125" y="4340225"/>
          <p14:tracePt t="250185" x="6911975" y="3911600"/>
          <p14:tracePt t="250199" x="7042150" y="3592513"/>
          <p14:tracePt t="250207" x="7191375" y="3136900"/>
          <p14:tracePt t="250219" x="7259638" y="2830513"/>
          <p14:tracePt t="250233" x="7375525" y="2428875"/>
          <p14:tracePt t="250242" x="7450138" y="2081213"/>
          <p14:tracePt t="250252" x="7477125" y="1898650"/>
          <p14:tracePt t="250266" x="7504113" y="1708150"/>
          <p14:tracePt t="250276" x="7518400" y="1612900"/>
          <p14:tracePt t="250286" x="7504113" y="1524000"/>
          <p14:tracePt t="250299" x="7504113" y="1470025"/>
          <p14:tracePt t="250309" x="7491413" y="1435100"/>
          <p14:tracePt t="250321" x="7491413" y="1422400"/>
          <p14:tracePt t="250332" x="7477125" y="1422400"/>
          <p14:tracePt t="250398" x="7477125" y="1408113"/>
          <p14:tracePt t="250409" x="7491413" y="1408113"/>
          <p14:tracePt t="250422" x="7504113" y="1381125"/>
          <p14:tracePt t="250433" x="7518400" y="1339850"/>
          <p14:tracePt t="250443" x="7531100" y="1306513"/>
          <p14:tracePt t="250455" x="7566025" y="1252538"/>
          <p14:tracePt t="250466" x="7593013" y="1176338"/>
          <p14:tracePt t="250477" x="7620000" y="1122363"/>
          <p14:tracePt t="250490" x="7661275" y="1033463"/>
          <p14:tracePt t="250500" x="7694613" y="966788"/>
          <p14:tracePt t="250511" x="7721600" y="904875"/>
          <p14:tracePt t="250524" x="7735888" y="877888"/>
          <p14:tracePt t="250535" x="7735888" y="836613"/>
          <p14:tracePt t="250545" x="7735888" y="803275"/>
          <p14:tracePt t="250567" x="7721600" y="776288"/>
          <p14:tracePt t="250571" x="7721600" y="762000"/>
          <p14:tracePt t="250579" x="7708900" y="735013"/>
          <p14:tracePt t="250592" x="7694613" y="720725"/>
          <p14:tracePt t="250602" x="7661275" y="708025"/>
          <p14:tracePt t="250615" x="7646988" y="687388"/>
          <p14:tracePt t="250625" x="7620000" y="687388"/>
          <p14:tracePt t="250635" x="7593013" y="673100"/>
          <p14:tracePt t="250646" x="7566025" y="673100"/>
          <p14:tracePt t="250657" x="7531100" y="673100"/>
          <p14:tracePt t="250668" x="7504113" y="673100"/>
          <p14:tracePt t="250679" x="7477125" y="673100"/>
          <p14:tracePt t="250702" x="7462838" y="673100"/>
          <p14:tracePt t="250714" x="7450138" y="673100"/>
          <p14:tracePt t="250725" x="7435850" y="673100"/>
          <p14:tracePt t="250736" x="7415213" y="687388"/>
          <p14:tracePt t="250749" x="7388225" y="720725"/>
          <p14:tracePt t="250759" x="7375525" y="747713"/>
          <p14:tracePt t="250771" x="7334250" y="788988"/>
          <p14:tracePt t="250782" x="7307263" y="836613"/>
          <p14:tracePt t="250792" x="7272338" y="877888"/>
          <p14:tracePt t="250804" x="7245350" y="904875"/>
          <p14:tracePt t="250816" x="7232650" y="946150"/>
          <p14:tracePt t="250826" x="7218363" y="979488"/>
          <p14:tracePt t="250838" x="7218363" y="1006475"/>
          <p14:tracePt t="250849" x="7232650" y="1047750"/>
          <p14:tracePt t="250860" x="7232650" y="1074738"/>
          <p14:tracePt t="250871" x="7259638" y="1095375"/>
          <p14:tracePt t="250883" x="7272338" y="1122363"/>
          <p14:tracePt t="250893" x="7307263" y="1136650"/>
          <p14:tracePt t="250905" x="7348538" y="1149350"/>
          <p14:tracePt t="250916" x="7375525" y="1149350"/>
          <p14:tracePt t="250927" x="7415213" y="1149350"/>
          <p14:tracePt t="250939" x="7450138" y="1149350"/>
          <p14:tracePt t="250950" x="7491413" y="1136650"/>
          <p14:tracePt t="250961" x="7518400" y="1122363"/>
          <p14:tracePt t="250973" x="7566025" y="1095375"/>
          <p14:tracePt t="250984" x="7605713" y="1033463"/>
          <p14:tracePt t="250994" x="7661275" y="966788"/>
          <p14:tracePt t="251006" x="7673975" y="890588"/>
          <p14:tracePt t="251018" x="7708900" y="803275"/>
          <p14:tracePt t="251028" x="7708900" y="735013"/>
          <p14:tracePt t="251040" x="7708900" y="708025"/>
          <p14:tracePt t="251051" x="7708900" y="673100"/>
          <p14:tracePt t="251062" x="7694613" y="646113"/>
          <p14:tracePt t="251074" x="7673975" y="646113"/>
          <p14:tracePt t="251085" x="7673975" y="633413"/>
          <p14:tracePt t="251096" x="7646988" y="633413"/>
          <p14:tracePt t="251107" x="7593013" y="633413"/>
          <p14:tracePt t="251118" x="7531100" y="646113"/>
          <p14:tracePt t="251129" x="7477125" y="660400"/>
          <p14:tracePt t="251141" x="7388225" y="708025"/>
          <p14:tracePt t="251153" x="7307263" y="762000"/>
          <p14:tracePt t="251163" x="7232650" y="815975"/>
          <p14:tracePt t="251175" x="7170738" y="890588"/>
          <p14:tracePt t="251186" x="7143750" y="966788"/>
          <p14:tracePt t="251198" x="7129463" y="1020763"/>
          <p14:tracePt t="251209" x="7129463" y="1062038"/>
          <p14:tracePt t="251220" x="7143750" y="1122363"/>
          <p14:tracePt t="251232" x="7191375" y="1163638"/>
          <p14:tracePt t="251242" x="7218363" y="1190625"/>
          <p14:tracePt t="251254" x="7272338" y="1223963"/>
          <p14:tracePt t="251266" x="7361238" y="1238250"/>
          <p14:tracePt t="251277" x="7435850" y="1238250"/>
          <p14:tracePt t="251288" x="7491413" y="1223963"/>
          <p14:tracePt t="251299" x="7566025" y="1211263"/>
          <p14:tracePt t="251310" x="7605713" y="1176338"/>
          <p14:tracePt t="251321" x="7634288" y="1149350"/>
          <p14:tracePt t="251333" x="7661275" y="1095375"/>
          <p14:tracePt t="251343" x="7673975" y="1047750"/>
          <p14:tracePt t="251355" x="7661275" y="979488"/>
          <p14:tracePt t="251366" x="7661275" y="946150"/>
          <p14:tracePt t="251377" x="7620000" y="890588"/>
          <p14:tracePt t="251389" x="7593013" y="850900"/>
          <p14:tracePt t="251400" x="7545388" y="836613"/>
          <p14:tracePt t="251411" x="7531100" y="815975"/>
          <p14:tracePt t="251423" x="7504113" y="803275"/>
          <p14:tracePt t="251435" x="7491413" y="803275"/>
          <p14:tracePt t="251445" x="7477125" y="803275"/>
          <p14:tracePt t="251500" x="7477125" y="815975"/>
          <p14:tracePt t="251534" x="7491413" y="815975"/>
          <p14:tracePt t="253999" x="7462838" y="803275"/>
          <p14:tracePt t="254003" x="7435850" y="776288"/>
          <p14:tracePt t="254010" x="7388225" y="747713"/>
          <p14:tracePt t="254021" x="7319963" y="687388"/>
          <p14:tracePt t="254032" x="7232650" y="646113"/>
          <p14:tracePt t="254043" x="7102475" y="592138"/>
          <p14:tracePt t="254056" x="7000875" y="557213"/>
          <p14:tracePt t="254066" x="6843713" y="530225"/>
          <p14:tracePt t="254078" x="6688138" y="503238"/>
          <p14:tracePt t="254089" x="6545263" y="490538"/>
          <p14:tracePt t="254102" x="6443663" y="503238"/>
          <p14:tracePt t="254112" x="6313488" y="530225"/>
          <p14:tracePt t="254124" x="6170613" y="577850"/>
          <p14:tracePt t="254135" x="6042025" y="633413"/>
          <p14:tracePt t="254145" x="5810250" y="747713"/>
          <p14:tracePt t="254156" x="5503863" y="877888"/>
          <p14:tracePt t="254169" x="5116513" y="1047750"/>
          <p14:tracePt t="254179" x="4857750" y="1176338"/>
          <p14:tracePt t="254191" x="4518025" y="1354138"/>
          <p14:tracePt t="254203" x="4211638" y="1524000"/>
          <p14:tracePt t="254213" x="3967163" y="1681163"/>
          <p14:tracePt t="254225" x="3795713" y="1809750"/>
          <p14:tracePt t="254237" x="3578225" y="2000250"/>
          <p14:tracePt t="254248" x="3381375" y="2211388"/>
          <p14:tracePt t="254259" x="3265488" y="2360613"/>
          <p14:tracePt t="254270" x="3149600" y="2586038"/>
          <p14:tracePt t="254280" x="3062288" y="2776538"/>
          <p14:tracePt t="254292" x="2994025" y="2973388"/>
          <p14:tracePt t="254303" x="2959100" y="3122613"/>
          <p14:tracePt t="254314" x="2946400" y="3306763"/>
          <p14:tracePt t="254326" x="2946400" y="3524250"/>
          <p14:tracePt t="254336" x="2973388" y="3667125"/>
          <p14:tracePt t="254348" x="3062288" y="3898900"/>
          <p14:tracePt t="254359" x="3176588" y="4143375"/>
          <p14:tracePt t="254370" x="3360738" y="4387850"/>
          <p14:tracePt t="254381" x="3497263" y="4545013"/>
          <p14:tracePt t="254393" x="3735388" y="4729163"/>
          <p14:tracePt t="254404" x="3952875" y="4872038"/>
          <p14:tracePt t="254415" x="4170363" y="4959350"/>
          <p14:tracePt t="254426" x="4340225" y="5000625"/>
          <p14:tracePt t="254438" x="4557713" y="5021263"/>
          <p14:tracePt t="254448" x="4803775" y="5021263"/>
          <p14:tracePt t="254460" x="4986338" y="5000625"/>
          <p14:tracePt t="254471" x="5218113" y="4932363"/>
          <p14:tracePt t="254482" x="5476875" y="4830763"/>
          <p14:tracePt t="254493" x="5708650" y="4700588"/>
          <p14:tracePt t="254505" x="5878513" y="4572000"/>
          <p14:tracePt t="254516" x="6081713" y="4387850"/>
          <p14:tracePt t="254527" x="6238875" y="4170363"/>
          <p14:tracePt t="254539" x="6327775" y="4014788"/>
          <p14:tracePt t="254551" x="6367463" y="3795713"/>
          <p14:tracePt t="254561" x="6367463" y="3592513"/>
          <p14:tracePt t="254572" x="6340475" y="3408363"/>
          <p14:tracePt t="254585" x="6300788" y="3306763"/>
          <p14:tracePt t="254595" x="6253163" y="3205163"/>
          <p14:tracePt t="254606" x="6197600" y="3163888"/>
          <p14:tracePt t="254619" x="6170613" y="3149600"/>
          <p14:tracePt t="254628" x="6137275" y="3136900"/>
          <p14:tracePt t="254640" x="6110288" y="3149600"/>
          <p14:tracePt t="254652" x="6069013" y="3190875"/>
          <p14:tracePt t="254662" x="6021388" y="3232150"/>
          <p14:tracePt t="254674" x="5967413" y="3348038"/>
          <p14:tracePt t="254686" x="5878513" y="3538538"/>
          <p14:tracePt t="254696" x="5810250" y="3756025"/>
          <p14:tracePt t="254707" x="5762625" y="3938588"/>
          <p14:tracePt t="254719" x="5721350" y="4211638"/>
          <p14:tracePt t="254730" x="5735638" y="4470400"/>
          <p14:tracePt t="254763" x="5762625" y="4625975"/>
          <p14:tracePt t="254766" x="5851525" y="4816475"/>
          <p14:tracePt t="254776" x="6054725" y="5116513"/>
          <p14:tracePt t="254786" x="6122988" y="5191125"/>
          <p14:tracePt t="254799" x="6224588" y="5245100"/>
          <p14:tracePt t="254810" x="6327775" y="5292725"/>
          <p14:tracePt t="254821" x="6396038" y="5292725"/>
          <p14:tracePt t="254831" x="6470650" y="5292725"/>
          <p14:tracePt t="254843" x="6510338" y="5280025"/>
          <p14:tracePt t="254854" x="6524625" y="5259388"/>
          <p14:tracePt t="254864" x="6545263" y="5232400"/>
          <p14:tracePt t="254877" x="6524625" y="5205413"/>
          <p14:tracePt t="254888" x="6510338" y="5176838"/>
          <p14:tracePt t="254899" x="6470650" y="5149850"/>
          <p14:tracePt t="254911" x="6408738" y="5129213"/>
          <p14:tracePt t="254922" x="6340475" y="5116513"/>
          <p14:tracePt t="254932" x="6238875" y="5116513"/>
          <p14:tracePt t="254943" x="6170613" y="5116513"/>
          <p14:tracePt t="254955" x="6069013" y="5149850"/>
          <p14:tracePt t="254966" x="5980113" y="5164138"/>
          <p14:tracePt t="254978" x="5891213" y="5205413"/>
          <p14:tracePt t="254989" x="5851525" y="5218113"/>
          <p14:tracePt t="254999" x="5810250" y="5259388"/>
          <p14:tracePt t="255011" x="5783263" y="5307013"/>
          <p14:tracePt t="255023" x="5762625" y="5334000"/>
          <p14:tracePt t="255034" x="5762625" y="5360988"/>
          <p14:tracePt t="255045" x="5762625" y="5387975"/>
          <p14:tracePt t="255056" x="5783263" y="5408613"/>
          <p14:tracePt t="255068" x="5795963" y="5422900"/>
          <p14:tracePt t="255079" x="5824538" y="5422900"/>
          <p14:tracePt t="255090" x="5864225" y="5422900"/>
          <p14:tracePt t="255102" x="5891213" y="5422900"/>
          <p14:tracePt t="255112" x="5953125" y="5408613"/>
          <p14:tracePt t="255124" x="6007100" y="5375275"/>
          <p14:tracePt t="255136" x="6069013" y="5319713"/>
          <p14:tracePt t="255146" x="6110288" y="5280025"/>
          <p14:tracePt t="255157" x="6149975" y="5191125"/>
          <p14:tracePt t="255169" x="6170613" y="5102225"/>
          <p14:tracePt t="255180" x="6149975" y="5021263"/>
          <p14:tracePt t="255191" x="6137275" y="4973638"/>
          <p14:tracePt t="255203" x="6096000" y="4932363"/>
          <p14:tracePt t="255213" x="6021388" y="4905375"/>
          <p14:tracePt t="255225" x="5967413" y="4884738"/>
          <p14:tracePt t="255236" x="5891213" y="4872038"/>
          <p14:tracePt t="255247" x="5795963" y="4905375"/>
          <p14:tracePt t="255259" x="5708650" y="4932363"/>
          <p14:tracePt t="255270" x="5634038" y="4986338"/>
          <p14:tracePt t="255281" x="5565775" y="5048250"/>
          <p14:tracePt t="255293" x="5518150" y="5102225"/>
          <p14:tracePt t="255304" x="5503863" y="5129213"/>
          <p14:tracePt t="255315" x="5491163" y="5191125"/>
          <p14:tracePt t="255327" x="5491163" y="5232400"/>
          <p14:tracePt t="255337" x="5503863" y="5280025"/>
          <p14:tracePt t="255349" x="5503863" y="5292725"/>
          <p14:tracePt t="255360" x="5518150" y="5319713"/>
          <p14:tracePt t="255371" x="5551488" y="5334000"/>
          <p14:tracePt t="255382" x="5578475" y="5348288"/>
          <p14:tracePt t="255394" x="5619750" y="5360988"/>
          <p14:tracePt t="255406" x="5681663" y="5360988"/>
          <p14:tracePt t="255416" x="5762625" y="5360988"/>
          <p14:tracePt t="255427" x="5837238" y="5348288"/>
          <p14:tracePt t="255439" x="5938838" y="5319713"/>
          <p14:tracePt t="255451" x="6069013" y="5259388"/>
          <p14:tracePt t="255461" x="6170613" y="5205413"/>
          <p14:tracePt t="255472" x="6224588" y="5164138"/>
          <p14:tracePt t="255484" x="6265863" y="5089525"/>
          <p14:tracePt t="255495" x="6313488" y="5000625"/>
          <p14:tracePt t="255506" x="6313488" y="4932363"/>
          <p14:tracePt t="255518" x="6313488" y="4843463"/>
          <p14:tracePt t="255528" x="6280150" y="4776788"/>
          <p14:tracePt t="255540" x="6224588" y="4700588"/>
          <p14:tracePt t="255552" x="6170613" y="4673600"/>
          <p14:tracePt t="255562" x="6081713" y="4625975"/>
          <p14:tracePt t="255573" x="5980113" y="4613275"/>
          <p14:tracePt t="255586" x="5911850" y="4613275"/>
          <p14:tracePt t="255596" x="5810250" y="4625975"/>
          <p14:tracePt t="255608" x="5708650" y="4673600"/>
          <p14:tracePt t="255619" x="5565775" y="4741863"/>
          <p14:tracePt t="255630" x="5476875" y="4816475"/>
          <p14:tracePt t="255641" x="5387975" y="4919663"/>
          <p14:tracePt t="255652" x="5334000" y="4986338"/>
          <p14:tracePt t="255663" x="5319713" y="5048250"/>
          <p14:tracePt t="255675" x="5319713" y="5102225"/>
          <p14:tracePt t="255686" x="5348288" y="5149850"/>
          <p14:tracePt t="255697" x="5387975" y="5205413"/>
          <p14:tracePt t="255709" x="5422900" y="5232400"/>
          <p14:tracePt t="255720" x="5503863" y="5259388"/>
          <p14:tracePt t="255731" x="5592763" y="5292725"/>
          <p14:tracePt t="255742" x="5708650" y="5307013"/>
          <p14:tracePt t="255754" x="5810250" y="5307013"/>
          <p14:tracePt t="255764" x="5953125" y="5280025"/>
          <p14:tracePt t="255776" x="6081713" y="5245100"/>
          <p14:tracePt t="255810" x="6137275" y="5205413"/>
          <p14:tracePt t="255813" x="6197600" y="5164138"/>
          <p14:tracePt t="255823" x="6224588" y="5102225"/>
          <p14:tracePt t="255824" x="6224588" y="5062538"/>
          <p14:tracePt t="255833" x="6224588" y="5021263"/>
          <p14:tracePt t="255845" x="6197600" y="4973638"/>
          <p14:tracePt t="255856" x="6149975" y="4946650"/>
          <p14:tracePt t="255868" x="6110288" y="4932363"/>
          <p14:tracePt t="255878" x="6042025" y="4919663"/>
          <p14:tracePt t="255888" x="5967413" y="4919663"/>
          <p14:tracePt t="255901" x="5926138" y="4919663"/>
          <p14:tracePt t="255911" x="5891213" y="4919663"/>
          <p14:tracePt t="255922" x="5878513" y="4932363"/>
          <p14:tracePt t="255934" x="5864225" y="4932363"/>
          <p14:tracePt t="255945" x="5864225" y="4946650"/>
          <p14:tracePt t="260051" x="5864225" y="4932363"/>
          <p14:tracePt t="260065" x="5837238" y="4905375"/>
          <p14:tracePt t="260073" x="5837238" y="4884738"/>
          <p14:tracePt t="260085" x="5824538" y="4884738"/>
          <p14:tracePt t="260096" x="5810250" y="4884738"/>
          <p14:tracePt t="260107" x="5795963" y="4884738"/>
          <p14:tracePt t="260130" x="5762625" y="4905375"/>
          <p14:tracePt t="260141" x="5721350" y="4932363"/>
          <p14:tracePt t="260154" x="5681663" y="4973638"/>
          <p14:tracePt t="260165" x="5634038" y="5021263"/>
          <p14:tracePt t="260174" x="5592763" y="5075238"/>
          <p14:tracePt t="260188" x="5551488" y="5129213"/>
          <p14:tracePt t="260198" x="5518150" y="5191125"/>
          <p14:tracePt t="260209" x="5503863" y="5218113"/>
          <p14:tracePt t="260222" x="5503863" y="5280025"/>
          <p14:tracePt t="260231" x="5503863" y="5334000"/>
          <p14:tracePt t="260243" x="5503863" y="5360988"/>
          <p14:tracePt t="260254" x="5538788" y="5422900"/>
          <p14:tracePt t="260265" x="5565775" y="5476875"/>
          <p14:tracePt t="260277" x="5619750" y="5538788"/>
          <p14:tracePt t="260288" x="5681663" y="5565775"/>
          <p14:tracePt t="260298" x="5762625" y="5605463"/>
          <p14:tracePt t="260310" x="5864225" y="5634038"/>
          <p14:tracePt t="260321" x="5967413" y="5646738"/>
          <p14:tracePt t="260332" x="6021388" y="5646738"/>
          <p14:tracePt t="260343" x="6110288" y="5634038"/>
          <p14:tracePt t="260355" x="6184900" y="5619750"/>
          <p14:tracePt t="260366" x="6238875" y="5592763"/>
          <p14:tracePt t="260377" x="6300788" y="5551488"/>
          <p14:tracePt t="260389" x="6354763" y="5491163"/>
          <p14:tracePt t="260400" x="6381750" y="5435600"/>
          <p14:tracePt t="260412" x="6396038" y="5375275"/>
          <p14:tracePt t="260423" x="6396038" y="5292725"/>
          <p14:tracePt t="260434" x="6367463" y="5205413"/>
          <p14:tracePt t="260446" x="6354763" y="5129213"/>
          <p14:tracePt t="260457" x="6300788" y="5062538"/>
          <p14:tracePt t="260467" x="6238875" y="5000625"/>
          <p14:tracePt t="260478" x="6170613" y="4973638"/>
          <p14:tracePt t="260489" x="6110288" y="4959350"/>
          <p14:tracePt t="260501" x="6021388" y="4946650"/>
          <p14:tracePt t="260513" x="5938838" y="4959350"/>
          <p14:tracePt t="260524" x="5864225" y="4973638"/>
          <p14:tracePt t="260535" x="5810250" y="5000625"/>
          <p14:tracePt t="260546" x="5735638" y="5033963"/>
          <p14:tracePt t="260558" x="5681663" y="5075238"/>
          <p14:tracePt t="260570" x="5646738" y="5102225"/>
          <p14:tracePt t="260580" x="5605463" y="5149850"/>
          <p14:tracePt t="260591" x="5592763" y="5191125"/>
          <p14:tracePt t="260603" x="5592763" y="5218113"/>
          <p14:tracePt t="260614" x="5592763" y="5232400"/>
          <p14:tracePt t="260625" x="5592763" y="5259388"/>
          <p14:tracePt t="260637" x="5619750" y="5280025"/>
          <p14:tracePt t="260647" x="5646738" y="5292725"/>
          <p14:tracePt t="260660" x="5694363" y="5319713"/>
          <p14:tracePt t="260671" x="5748338" y="5319713"/>
          <p14:tracePt t="260681" x="5824538" y="5334000"/>
          <p14:tracePt t="260693" x="5878513" y="5334000"/>
          <p14:tracePt t="260704" x="5953125" y="5334000"/>
          <p14:tracePt t="260715" x="6007100" y="5319713"/>
          <p14:tracePt t="260727" x="6054725" y="5292725"/>
          <p14:tracePt t="260738" x="6081713" y="5280025"/>
          <p14:tracePt t="260749" x="6096000" y="5245100"/>
          <p14:tracePt t="260761" x="6110288" y="5218113"/>
          <p14:tracePt t="260772" x="6110288" y="5205413"/>
          <p14:tracePt t="260782" x="6110288" y="5191125"/>
          <p14:tracePt t="260793" x="6110288" y="5164138"/>
          <p14:tracePt t="260805" x="6110288" y="5149850"/>
          <p14:tracePt t="262796" x="6122988" y="5116513"/>
          <p14:tracePt t="262807" x="6122988" y="5102225"/>
          <p14:tracePt t="262818" x="6137275" y="5075238"/>
          <p14:tracePt t="262830" x="6137275" y="5048250"/>
          <p14:tracePt t="262841" x="6137275" y="5033963"/>
          <p14:tracePt t="262853" x="6137275" y="5021263"/>
          <p14:tracePt t="262865" x="6137275" y="5000625"/>
          <p14:tracePt t="262875" x="6137275" y="4986338"/>
          <p14:tracePt t="262898" x="6137275" y="4973638"/>
          <p14:tracePt t="262931" x="6122988" y="4973638"/>
          <p14:tracePt t="262953" x="6122988" y="4959350"/>
          <p14:tracePt t="262976" x="6110288" y="4959350"/>
          <p14:tracePt t="263009" x="6096000" y="4946650"/>
          <p14:tracePt t="263021" x="6081713" y="4946650"/>
          <p14:tracePt t="263032" x="6069013" y="4946650"/>
          <p14:tracePt t="263043" x="6054725" y="4932363"/>
          <p14:tracePt t="263055" x="6021388" y="4932363"/>
          <p14:tracePt t="263066" x="5994400" y="4919663"/>
          <p14:tracePt t="263078" x="5980113" y="4905375"/>
          <p14:tracePt t="263089" x="5967413" y="4905375"/>
          <p14:tracePt t="263100" x="5938838" y="4884738"/>
          <p14:tracePt t="263111" x="5911850" y="4872038"/>
          <p14:tracePt t="263123" x="5891213" y="4872038"/>
          <p14:tracePt t="263156" x="5864225" y="4857750"/>
          <p14:tracePt t="263159" x="5837238" y="4857750"/>
          <p14:tracePt t="263168" x="5824538" y="4843463"/>
          <p14:tracePt t="263169" x="5795963" y="4843463"/>
          <p14:tracePt t="263179" x="5762625" y="4843463"/>
          <p14:tracePt t="263190" x="5748338" y="4843463"/>
          <p14:tracePt t="263202" x="5735638" y="4843463"/>
          <p14:tracePt t="263213" x="5708650" y="4843463"/>
          <p14:tracePt t="263225" x="5694363" y="4843463"/>
          <p14:tracePt t="263235" x="5667375" y="4843463"/>
          <p14:tracePt t="263249" x="5646738" y="4857750"/>
          <p14:tracePt t="263259" x="5634038" y="4857750"/>
          <p14:tracePt t="263270" x="5605463" y="4872038"/>
          <p14:tracePt t="263281" x="5592763" y="4884738"/>
          <p14:tracePt t="263292" x="5578475" y="4905375"/>
          <p14:tracePt t="263304" x="5551488" y="4919663"/>
          <p14:tracePt t="263316" x="5538788" y="4932363"/>
          <p14:tracePt t="263325" x="5518150" y="4946650"/>
          <p14:tracePt t="263347" x="5503863" y="4959350"/>
          <p14:tracePt t="263358" x="5491163" y="4973638"/>
          <p14:tracePt t="263370" x="5476875" y="5000625"/>
          <p14:tracePt t="263382" x="5462588" y="5021263"/>
          <p14:tracePt t="263392" x="5462588" y="5033963"/>
          <p14:tracePt t="263404" x="5462588" y="5048250"/>
          <p14:tracePt t="263416" x="5462588" y="5062538"/>
          <p14:tracePt t="263426" x="5449888" y="5062538"/>
          <p14:tracePt t="263437" x="5449888" y="5075238"/>
          <p14:tracePt t="263459" x="5449888" y="5089525"/>
          <p14:tracePt t="263482" x="5449888" y="5102225"/>
          <p14:tracePt t="263505" x="5449888" y="5116513"/>
          <p14:tracePt t="263538" x="5449888" y="5129213"/>
          <p14:tracePt t="263572" x="5449888" y="5149850"/>
          <p14:tracePt t="263595" x="5462588" y="5164138"/>
          <p14:tracePt t="263617" x="5462588" y="5176838"/>
          <p14:tracePt t="263628" x="5462588" y="5191125"/>
          <p14:tracePt t="263640" x="5476875" y="5205413"/>
          <p14:tracePt t="263652" x="5476875" y="5218113"/>
          <p14:tracePt t="263673" x="5491163" y="5232400"/>
          <p14:tracePt t="263685" x="5491163" y="5245100"/>
          <p14:tracePt t="263696" x="5503863" y="5245100"/>
          <p14:tracePt t="263718" x="5503863" y="5259388"/>
          <p14:tracePt t="263741" x="5518150" y="5280025"/>
          <p14:tracePt t="263752" x="5538788" y="5280025"/>
          <p14:tracePt t="263765" x="5538788" y="5292725"/>
          <p14:tracePt t="263776" x="5551488" y="5292725"/>
          <p14:tracePt t="263787" x="5565775" y="5307013"/>
          <p14:tracePt t="263808" x="5578475" y="5319713"/>
          <p14:tracePt t="263831" x="5592763" y="5319713"/>
          <p14:tracePt t="263853" x="5605463" y="5319713"/>
          <p14:tracePt t="263876" x="5619750" y="5319713"/>
          <p14:tracePt t="263898" x="5619750" y="5334000"/>
          <p14:tracePt t="263910" x="5634038" y="5334000"/>
          <p14:tracePt t="263932" x="5646738" y="5334000"/>
          <p14:tracePt t="263943" x="5667375" y="5334000"/>
          <p14:tracePt t="263956" x="5681663" y="5334000"/>
          <p14:tracePt t="263977" x="5694363" y="5334000"/>
          <p14:tracePt t="263989" x="5708650" y="5334000"/>
          <p14:tracePt t="264001" x="5721350" y="5334000"/>
          <p14:tracePt t="264012" x="5735638" y="5334000"/>
          <p14:tracePt t="264023" x="5748338" y="5334000"/>
          <p14:tracePt t="264035" x="5762625" y="5334000"/>
          <p14:tracePt t="264045" x="5783263" y="5319713"/>
          <p14:tracePt t="264056" x="5795963" y="5319713"/>
          <p14:tracePt t="264068" x="5810250" y="5319713"/>
          <p14:tracePt t="264079" x="5824538" y="5319713"/>
          <p14:tracePt t="264101" x="5837238" y="5319713"/>
          <p14:tracePt t="264112" x="5837238" y="5307013"/>
          <p14:tracePt t="266599" x="5851525" y="5307013"/>
          <p14:tracePt t="266610" x="5864225" y="5307013"/>
          <p14:tracePt t="266621" x="5878513" y="5307013"/>
          <p14:tracePt t="266633" x="5911850" y="5292725"/>
          <p14:tracePt t="266643" x="5926138" y="5292725"/>
          <p14:tracePt t="266655" x="5953125" y="5292725"/>
          <p14:tracePt t="266668" x="5980113" y="5292725"/>
          <p14:tracePt t="266678" x="5994400" y="5292725"/>
          <p14:tracePt t="266689" x="6007100" y="5280025"/>
          <p14:tracePt t="266711" x="6021388" y="5259388"/>
          <p14:tracePt t="266723" x="6021388" y="5245100"/>
          <p14:tracePt t="266735" x="6042025" y="5218113"/>
          <p14:tracePt t="266747" x="6042025" y="5176838"/>
          <p14:tracePt t="266756" x="6042025" y="5149850"/>
          <p14:tracePt t="266769" x="6042025" y="5129213"/>
          <p14:tracePt t="266779" x="6042025" y="5102225"/>
          <p14:tracePt t="266790" x="6042025" y="5089525"/>
          <p14:tracePt t="266802" x="6021388" y="5075238"/>
          <p14:tracePt t="266812" x="6007100" y="5062538"/>
          <p14:tracePt t="266824" x="6007100" y="5048250"/>
          <p14:tracePt t="266835" x="5994400" y="5048250"/>
          <p14:tracePt t="266846" x="5980113" y="5048250"/>
          <p14:tracePt t="266857" x="5967413" y="5048250"/>
          <p14:tracePt t="266869" x="5953125" y="5048250"/>
          <p14:tracePt t="266880" x="5926138" y="5048250"/>
          <p14:tracePt t="266891" x="5891213" y="5048250"/>
          <p14:tracePt t="266903" x="5864225" y="5048250"/>
          <p14:tracePt t="266914" x="5824538" y="5048250"/>
          <p14:tracePt t="266925" x="5795963" y="5062538"/>
          <p14:tracePt t="266936" x="5762625" y="5062538"/>
          <p14:tracePt t="266947" x="5748338" y="5062538"/>
          <p14:tracePt t="266959" x="5735638" y="5075238"/>
          <p14:tracePt t="266970" x="5721350" y="5075238"/>
          <p14:tracePt t="266981" x="5721350" y="5089525"/>
          <p14:tracePt t="266993" x="5708650" y="5089525"/>
          <p14:tracePt t="267004" x="5694363" y="5102225"/>
          <p14:tracePt t="267015" x="5694363" y="5116513"/>
          <p14:tracePt t="267026" x="5681663" y="5129213"/>
          <p14:tracePt t="267037" x="5681663" y="5149850"/>
          <p14:tracePt t="267048" x="5681663" y="5164138"/>
          <p14:tracePt t="267060" x="5681663" y="5176838"/>
          <p14:tracePt t="267071" x="5681663" y="5191125"/>
          <p14:tracePt t="267082" x="5681663" y="5205413"/>
          <p14:tracePt t="267094" x="5681663" y="5218113"/>
          <p14:tracePt t="267105" x="5681663" y="5232400"/>
          <p14:tracePt t="267116" x="5694363" y="5245100"/>
          <p14:tracePt t="267138" x="5708650" y="5259388"/>
          <p14:tracePt t="267151" x="5721350" y="5259388"/>
          <p14:tracePt t="267161" x="5735638" y="5259388"/>
          <p14:tracePt t="267172" x="5748338" y="5280025"/>
          <p14:tracePt t="267185" x="5783263" y="5280025"/>
          <p14:tracePt t="267195" x="5824538" y="5280025"/>
          <p14:tracePt t="267206" x="5851525" y="5280025"/>
          <p14:tracePt t="267219" x="5878513" y="5280025"/>
          <p14:tracePt t="267228" x="5911850" y="5259388"/>
          <p14:tracePt t="267241" x="5938838" y="5245100"/>
          <p14:tracePt t="267252" x="5967413" y="5232400"/>
          <p14:tracePt t="267262" x="5980113" y="5218113"/>
          <p14:tracePt t="267274" x="5994400" y="5191125"/>
          <p14:tracePt t="267286" x="6007100" y="5176838"/>
          <p14:tracePt t="267296" x="6021388" y="5149850"/>
          <p14:tracePt t="267308" x="6021388" y="5116513"/>
          <p14:tracePt t="267319" x="6021388" y="5075238"/>
          <p14:tracePt t="267341" x="6021388" y="5048250"/>
          <p14:tracePt t="267342" x="6007100" y="5021263"/>
          <p14:tracePt t="267353" x="5994400" y="4986338"/>
          <p14:tracePt t="267363" x="5967413" y="4973638"/>
          <p14:tracePt t="267376" x="5926138" y="4959350"/>
          <p14:tracePt t="267387" x="5878513" y="4946650"/>
          <p14:tracePt t="267398" x="5837238" y="4932363"/>
          <p14:tracePt t="267410" x="5810250" y="4932363"/>
          <p14:tracePt t="267421" x="5783263" y="4932363"/>
          <p14:tracePt t="267431" x="5748338" y="4946650"/>
          <p14:tracePt t="267443" x="5735638" y="4946650"/>
          <p14:tracePt t="267454" x="5721350" y="4946650"/>
          <p14:tracePt t="267464" x="5708650" y="4959350"/>
          <p14:tracePt t="267477" x="5694363" y="4959350"/>
          <p14:tracePt t="267488" x="5681663" y="4973638"/>
          <p14:tracePt t="267499" x="5667375" y="4986338"/>
          <p14:tracePt t="267510" x="5646738" y="5021263"/>
          <p14:tracePt t="267522" x="5634038" y="5048250"/>
          <p14:tracePt t="267532" x="5605463" y="5075238"/>
          <p14:tracePt t="267544" x="5592763" y="5102225"/>
          <p14:tracePt t="267555" x="5592763" y="5149850"/>
          <p14:tracePt t="267566" x="5592763" y="5176838"/>
          <p14:tracePt t="267577" x="5592763" y="5205413"/>
          <p14:tracePt t="267589" x="5592763" y="5232400"/>
          <p14:tracePt t="267601" x="5605463" y="5245100"/>
          <p14:tracePt t="267611" x="5605463" y="5280025"/>
          <p14:tracePt t="267622" x="5634038" y="5292725"/>
          <p14:tracePt t="267635" x="5667375" y="5307013"/>
          <p14:tracePt t="267645" x="5694363" y="5319713"/>
          <p14:tracePt t="267657" x="5721350" y="5334000"/>
          <p14:tracePt t="267668" x="5762625" y="5334000"/>
          <p14:tracePt t="267679" x="5795963" y="5348288"/>
          <p14:tracePt t="267690" x="5837238" y="5348288"/>
          <p14:tracePt t="267702" x="5864225" y="5334000"/>
          <p14:tracePt t="267712" x="5911850" y="5334000"/>
          <p14:tracePt t="267724" x="5938838" y="5319713"/>
          <p14:tracePt t="267735" x="5967413" y="5292725"/>
          <p14:tracePt t="267747" x="5980113" y="5259388"/>
          <p14:tracePt t="267758" x="5994400" y="5232400"/>
          <p14:tracePt t="267769" x="6007100" y="5191125"/>
          <p14:tracePt t="267780" x="6007100" y="5164138"/>
          <p14:tracePt t="267791" x="6007100" y="5102225"/>
          <p14:tracePt t="267803" x="6007100" y="5075238"/>
          <p14:tracePt t="267813" x="5994400" y="5048250"/>
          <p14:tracePt t="267825" x="5980113" y="5000625"/>
          <p14:tracePt t="267836" x="5953125" y="4986338"/>
          <p14:tracePt t="267847" x="5938838" y="4973638"/>
          <p14:tracePt t="267859" x="5911850" y="4959350"/>
          <p14:tracePt t="267870" x="5864225" y="4959350"/>
          <p14:tracePt t="267881" x="5837238" y="4959350"/>
          <p14:tracePt t="267892" x="5810250" y="4959350"/>
          <p14:tracePt t="267904" x="5783263" y="4973638"/>
          <p14:tracePt t="267915" x="5748338" y="4973638"/>
          <p14:tracePt t="267926" x="5721350" y="4986338"/>
          <p14:tracePt t="267938" x="5708650" y="5000625"/>
          <p14:tracePt t="267949" x="5694363" y="5021263"/>
          <p14:tracePt t="267960" x="5681663" y="5048250"/>
          <p14:tracePt t="267972" x="5667375" y="5062538"/>
          <p14:tracePt t="267982" x="5667375" y="5075238"/>
          <p14:tracePt t="267994" x="5667375" y="5102225"/>
          <p14:tracePt t="268005" x="5667375" y="5129213"/>
          <p14:tracePt t="268017" x="5667375" y="5149850"/>
          <p14:tracePt t="268027" x="5667375" y="5164138"/>
          <p14:tracePt t="268038" x="5681663" y="5191125"/>
          <p14:tracePt t="268051" x="5694363" y="5205413"/>
          <p14:tracePt t="268061" x="5721350" y="5218113"/>
          <p14:tracePt t="268072" x="5735638" y="5232400"/>
          <p14:tracePt t="268085" x="5762625" y="5232400"/>
          <p14:tracePt t="268095" x="5810250" y="5245100"/>
          <p14:tracePt t="268106" x="5837238" y="5245100"/>
          <p14:tracePt t="268118" x="5864225" y="5245100"/>
          <p14:tracePt t="268129" x="5911850" y="5245100"/>
          <p14:tracePt t="268140" x="5938838" y="5232400"/>
          <p14:tracePt t="268152" x="5967413" y="5218113"/>
          <p14:tracePt t="268162" x="5980113" y="5205413"/>
          <p14:tracePt t="268174" x="5994400" y="5191125"/>
          <p14:tracePt t="268185" x="5994400" y="5176838"/>
          <p14:tracePt t="268196" x="5994400" y="5164138"/>
          <p14:tracePt t="268207" x="5994400" y="5129213"/>
          <p14:tracePt t="268219" x="5980113" y="5116513"/>
          <p14:tracePt t="268230" x="5967413" y="5102225"/>
          <p14:tracePt t="268242" x="5953125" y="5089525"/>
          <p14:tracePt t="268253" x="5953125" y="5075238"/>
          <p14:tracePt t="268264" x="5938838" y="5075238"/>
          <p14:tracePt t="268275" x="5938838" y="5062538"/>
          <p14:tracePt t="268287" x="5926138" y="5062538"/>
          <p14:tracePt t="268342" x="5911850" y="5048250"/>
          <p14:tracePt t="268345" x="5891213" y="5048250"/>
          <p14:tracePt t="268354" x="5878513" y="5033963"/>
          <p14:tracePt t="268366" x="5851525" y="5033963"/>
          <p14:tracePt t="268387" x="5837238" y="5021263"/>
          <p14:tracePt t="268391" x="5810250" y="5021263"/>
          <p14:tracePt t="268404" x="5783263" y="5021263"/>
          <p14:tracePt t="268412" x="5735638" y="5021263"/>
          <p14:tracePt t="268423" x="5708650" y="5021263"/>
          <p14:tracePt t="268432" x="5681663" y="5021263"/>
          <p14:tracePt t="268444" x="5667375" y="5021263"/>
          <p14:tracePt t="268455" x="5634038" y="5033963"/>
          <p14:tracePt t="268466" x="5619750" y="5048250"/>
          <p14:tracePt t="268477" x="5592763" y="5075238"/>
          <p14:tracePt t="268489" x="5578475" y="5102225"/>
          <p14:tracePt t="268501" x="5565775" y="5116513"/>
          <p14:tracePt t="268511" x="5551488" y="5149850"/>
          <p14:tracePt t="268522" x="5551488" y="5164138"/>
          <p14:tracePt t="268535" x="5551488" y="5176838"/>
          <p14:tracePt t="268556" x="5551488" y="5191125"/>
          <p14:tracePt t="268568" x="5551488" y="5205413"/>
          <p14:tracePt t="268578" x="5551488" y="5218113"/>
          <p14:tracePt t="268590" x="5565775" y="5232400"/>
          <p14:tracePt t="268602" x="5578475" y="5259388"/>
          <p14:tracePt t="268612" x="5592763" y="5280025"/>
          <p14:tracePt t="268624" x="5619750" y="5280025"/>
          <p14:tracePt t="268635" x="5667375" y="5292725"/>
          <p14:tracePt t="268647" x="5694363" y="5307013"/>
          <p14:tracePt t="268658" x="5748338" y="5307013"/>
          <p14:tracePt t="268669" x="5795963" y="5307013"/>
          <p14:tracePt t="268680" x="5878513" y="5307013"/>
          <p14:tracePt t="268691" x="5938838" y="5292725"/>
          <p14:tracePt t="268703" x="5994400" y="5280025"/>
          <p14:tracePt t="268714" x="6054725" y="5232400"/>
          <p14:tracePt t="268725" x="6096000" y="5191125"/>
          <p14:tracePt t="268737" x="6122988" y="5149850"/>
          <p14:tracePt t="268747" x="6137275" y="5116513"/>
          <p14:tracePt t="268759" x="6137275" y="5062538"/>
          <p14:tracePt t="268770" x="6137275" y="5021263"/>
          <p14:tracePt t="268781" x="6122988" y="4986338"/>
          <p14:tracePt t="268793" x="6096000" y="4946650"/>
          <p14:tracePt t="268804" x="6054725" y="4919663"/>
          <p14:tracePt t="268815" x="6007100" y="4872038"/>
          <p14:tracePt t="268826" x="5953125" y="4857750"/>
          <p14:tracePt t="268837" x="5878513" y="4830763"/>
          <p14:tracePt t="268849" x="5810250" y="4816475"/>
          <p14:tracePt t="268860" x="5735638" y="4816475"/>
          <p14:tracePt t="268871" x="5681663" y="4816475"/>
          <p14:tracePt t="268882" x="5605463" y="4816475"/>
          <p14:tracePt t="268893" x="5565775" y="4843463"/>
          <p14:tracePt t="268905" x="5518150" y="4872038"/>
          <p14:tracePt t="268917" x="5476875" y="4919663"/>
          <p14:tracePt t="268927" x="5435600" y="4959350"/>
          <p14:tracePt t="268938" x="5422900" y="5021263"/>
          <p14:tracePt t="268951" x="5408613" y="5048250"/>
          <p14:tracePt t="268961" x="5408613" y="5102225"/>
          <p14:tracePt t="268972" x="5408613" y="5149850"/>
          <p14:tracePt t="268985" x="5408613" y="5191125"/>
          <p14:tracePt t="268995" x="5422900" y="5232400"/>
          <p14:tracePt t="269006" x="5435600" y="5259388"/>
          <p14:tracePt t="269018" x="5462588" y="5307013"/>
          <p14:tracePt t="269029" x="5491163" y="5319713"/>
          <p14:tracePt t="269040" x="5518150" y="5334000"/>
          <p14:tracePt t="269052" x="5565775" y="5348288"/>
          <p14:tracePt t="269062" x="5592763" y="5360988"/>
          <p14:tracePt t="269074" x="5646738" y="5360988"/>
          <p14:tracePt t="269085" x="5735638" y="5375275"/>
          <p14:tracePt t="269096" x="5837238" y="5375275"/>
          <p14:tracePt t="269107" x="5926138" y="5360988"/>
          <p14:tracePt t="269119" x="6021388" y="5348288"/>
          <p14:tracePt t="269130" x="6110288" y="5307013"/>
          <p14:tracePt t="269142" x="6170613" y="5259388"/>
          <p14:tracePt t="269153" x="6211888" y="5218113"/>
          <p14:tracePt t="269163" x="6224588" y="5164138"/>
          <p14:tracePt t="269175" x="6224588" y="5102225"/>
          <p14:tracePt t="269186" x="6224588" y="5062538"/>
          <p14:tracePt t="269197" x="6197600" y="5000625"/>
          <p14:tracePt t="269209" x="6149975" y="4946650"/>
          <p14:tracePt t="269220" x="6081713" y="4905375"/>
          <p14:tracePt t="269231" x="6021388" y="4872038"/>
          <p14:tracePt t="269243" x="5926138" y="4843463"/>
          <p14:tracePt t="269254" x="5795963" y="4830763"/>
          <p14:tracePt t="269265" x="5708650" y="4830763"/>
          <p14:tracePt t="269276" x="5592763" y="4872038"/>
          <p14:tracePt t="269288" x="5462588" y="4946650"/>
          <p14:tracePt t="269299" x="5348288" y="5048250"/>
          <p14:tracePt t="269310" x="5280025" y="5116513"/>
          <p14:tracePt t="269321" x="5218113" y="5191125"/>
          <p14:tracePt t="269332" x="5191125" y="5259388"/>
          <p14:tracePt t="269344" x="5191125" y="5307013"/>
          <p14:tracePt t="269355" x="5191125" y="5360988"/>
          <p14:tracePt t="269366" x="5205413" y="5408613"/>
          <p14:tracePt t="269377" x="5232400" y="5449888"/>
          <p14:tracePt t="269389" x="5259388" y="5476875"/>
          <p14:tracePt t="269401" x="5319713" y="5503863"/>
          <p14:tracePt t="269412" x="5408613" y="5538788"/>
          <p14:tracePt t="269445" x="5476875" y="5565775"/>
          <p14:tracePt t="269446" x="5551488" y="5565775"/>
          <p14:tracePt t="269458" x="5748338" y="5551488"/>
          <p14:tracePt t="269469" x="5810250" y="5538788"/>
          <p14:tracePt t="269478" x="5891213" y="5503863"/>
          <p14:tracePt t="269490" x="5938838" y="5476875"/>
          <p14:tracePt t="269502" x="5980113" y="5422900"/>
          <p14:tracePt t="269512" x="5994400" y="5387975"/>
          <p14:tracePt t="269524" x="6007100" y="5334000"/>
          <p14:tracePt t="269535" x="6007100" y="5280025"/>
          <p14:tracePt t="269546" x="5994400" y="5232400"/>
          <p14:tracePt t="269558" x="5953125" y="5191125"/>
          <p14:tracePt t="269569" x="5891213" y="5164138"/>
          <p14:tracePt t="269580" x="5810250" y="5149850"/>
          <p14:tracePt t="269592" x="5748338" y="5149850"/>
          <p14:tracePt t="269603" x="5681663" y="5164138"/>
          <p14:tracePt t="269613" x="5605463" y="5191125"/>
          <p14:tracePt t="269625" x="5551488" y="5218113"/>
          <p14:tracePt t="269636" x="5491163" y="5245100"/>
          <p14:tracePt t="269647" x="5435600" y="5292725"/>
          <p14:tracePt t="269659" x="5408613" y="5319713"/>
          <p14:tracePt t="269670" x="5408613" y="5334000"/>
          <p14:tracePt t="269681" x="5387975" y="5360988"/>
          <p14:tracePt t="269692" x="5387975" y="5375275"/>
          <p14:tracePt t="269704" x="5387975" y="5408613"/>
          <p14:tracePt t="269715" x="5408613" y="5422900"/>
          <p14:tracePt t="269726" x="5435600" y="5449888"/>
          <p14:tracePt t="269737" x="5476875" y="5462588"/>
          <p14:tracePt t="269749" x="5518150" y="5476875"/>
          <p14:tracePt t="269761" x="5605463" y="5491163"/>
          <p14:tracePt t="269771" x="5735638" y="5491163"/>
          <p14:tracePt t="269782" x="5864225" y="5491163"/>
          <p14:tracePt t="269794" x="5938838" y="5476875"/>
          <p14:tracePt t="269805" x="6042025" y="5449888"/>
          <p14:tracePt t="269817" x="6110288" y="5408613"/>
          <p14:tracePt t="269827" x="6149975" y="5360988"/>
          <p14:tracePt t="269839" x="6184900" y="5292725"/>
          <p14:tracePt t="269851" x="6184900" y="5232400"/>
          <p14:tracePt t="269861" x="6184900" y="5164138"/>
          <p14:tracePt t="269872" x="6170613" y="5116513"/>
          <p14:tracePt t="269885" x="6122988" y="5089525"/>
          <p14:tracePt t="269895" x="6081713" y="5062538"/>
          <p14:tracePt t="269906" x="6042025" y="5048250"/>
          <p14:tracePt t="269918" x="5980113" y="5048250"/>
          <p14:tracePt t="269928" x="5911850" y="5062538"/>
          <p14:tracePt t="269940" x="5824538" y="5089525"/>
          <p14:tracePt t="269952" x="5762625" y="5102225"/>
          <p14:tracePt t="269962" x="5681663" y="5149850"/>
          <p14:tracePt t="269974" x="5619750" y="5191125"/>
          <p14:tracePt t="269985" x="5578475" y="5232400"/>
          <p14:tracePt t="269996" x="5551488" y="5280025"/>
          <p14:tracePt t="270007" x="5551488" y="5319713"/>
          <p14:tracePt t="270019" x="5551488" y="5375275"/>
          <p14:tracePt t="270029" x="5578475" y="5408613"/>
          <p14:tracePt t="270041" x="5619750" y="5462588"/>
          <p14:tracePt t="270053" x="5681663" y="5491163"/>
          <p14:tracePt t="270063" x="5748338" y="5518150"/>
          <p14:tracePt t="270075" x="5824538" y="5538788"/>
          <p14:tracePt t="270086" x="5911850" y="5551488"/>
          <p14:tracePt t="270097" x="6021388" y="5538788"/>
          <p14:tracePt t="270109" x="6110288" y="5538788"/>
          <p14:tracePt t="270121" x="6197600" y="5503863"/>
          <p14:tracePt t="270131" x="6253163" y="5462588"/>
          <p14:tracePt t="270143" x="6300788" y="5408613"/>
          <p14:tracePt t="270154" x="6327775" y="5348288"/>
          <p14:tracePt t="270165" x="6340475" y="5259388"/>
          <p14:tracePt t="270176" x="6327775" y="5164138"/>
          <p14:tracePt t="270188" x="6313488" y="5075238"/>
          <p14:tracePt t="270199" x="6253163" y="5000625"/>
          <p14:tracePt t="270210" x="6170613" y="4932363"/>
          <p14:tracePt t="270221" x="6081713" y="4872038"/>
          <p14:tracePt t="270232" x="5994400" y="4857750"/>
          <p14:tracePt t="270244" x="5878513" y="4830763"/>
          <p14:tracePt t="270255" x="5762625" y="4830763"/>
          <p14:tracePt t="270267" x="5694363" y="4830763"/>
          <p14:tracePt t="270277" x="5634038" y="4857750"/>
          <p14:tracePt t="270288" x="5578475" y="4905375"/>
          <p14:tracePt t="270301" x="5538788" y="4959350"/>
          <p14:tracePt t="270311" x="5503863" y="5021263"/>
          <p14:tracePt t="270322" x="5491163" y="5089525"/>
          <p14:tracePt t="270335" x="5491163" y="5149850"/>
          <p14:tracePt t="270345" x="5491163" y="5191125"/>
          <p14:tracePt t="270356" x="5518150" y="5232400"/>
          <p14:tracePt t="270369" x="5578475" y="5280025"/>
          <p14:tracePt t="270379" x="5634038" y="5307013"/>
          <p14:tracePt t="270390" x="5694363" y="5319713"/>
          <p14:tracePt t="270402" x="5783263" y="5334000"/>
          <p14:tracePt t="270412" x="5878513" y="5334000"/>
          <p14:tracePt t="270424" x="5994400" y="5334000"/>
          <p14:tracePt t="270435" x="6096000" y="5319713"/>
          <p14:tracePt t="270446" x="6197600" y="5280025"/>
          <p14:tracePt t="270491" x="6280150" y="5232400"/>
          <p14:tracePt t="270494" x="6327775" y="5191125"/>
          <p14:tracePt t="270504" x="6354763" y="5129213"/>
          <p14:tracePt t="270505" x="6367463" y="5089525"/>
          <p14:tracePt t="270516" x="6354763" y="5048250"/>
          <p14:tracePt t="270518" x="6327775" y="5021263"/>
          <p14:tracePt t="270527" x="6265863" y="4973638"/>
          <p14:tracePt t="270538" x="6184900" y="4932363"/>
          <p14:tracePt t="270548" x="6081713" y="4884738"/>
          <p14:tracePt t="270559" x="5994400" y="4857750"/>
          <p14:tracePt t="270570" x="5864225" y="4843463"/>
          <p14:tracePt t="270581" x="5748338" y="4843463"/>
          <p14:tracePt t="270593" x="5694363" y="4857750"/>
          <p14:tracePt t="270604" x="5605463" y="4872038"/>
          <p14:tracePt t="270615" x="5538788" y="4919663"/>
          <p14:tracePt t="270627" x="5476875" y="4973638"/>
          <p14:tracePt t="270638" x="5435600" y="5033963"/>
          <p14:tracePt t="270648" x="5375275" y="5116513"/>
          <p14:tracePt t="270660" x="5348288" y="5176838"/>
          <p14:tracePt t="270671" x="5348288" y="5232400"/>
          <p14:tracePt t="270682" x="5360988" y="5280025"/>
          <p14:tracePt t="270694" x="5375275" y="5334000"/>
          <p14:tracePt t="270705" x="5422900" y="5375275"/>
          <p14:tracePt t="270717" x="5462588" y="5387975"/>
          <p14:tracePt t="270727" x="5503863" y="5422900"/>
          <p14:tracePt t="270738" x="5565775" y="5435600"/>
          <p14:tracePt t="270751" x="5619750" y="5449888"/>
          <p14:tracePt t="270761" x="5694363" y="5449888"/>
          <p14:tracePt t="270772" x="5783263" y="5435600"/>
          <p14:tracePt t="270785" x="5878513" y="5422900"/>
          <p14:tracePt t="270795" x="5967413" y="5408613"/>
          <p14:tracePt t="270806" x="6054725" y="5375275"/>
          <p14:tracePt t="270818" x="6137275" y="5348288"/>
          <p14:tracePt t="270829" x="6197600" y="5307013"/>
          <p14:tracePt t="270841" x="6224588" y="5259388"/>
          <p14:tracePt t="270852" x="6253163" y="5205413"/>
          <p14:tracePt t="270862" x="6265863" y="5149850"/>
          <p14:tracePt t="270874" x="6265863" y="5102225"/>
          <p14:tracePt t="270885" x="6253163" y="5048250"/>
          <p14:tracePt t="270896" x="6238875" y="4986338"/>
          <p14:tracePt t="270908" x="6224588" y="4946650"/>
          <p14:tracePt t="270919" x="6197600" y="4905375"/>
          <p14:tracePt t="270930" x="6149975" y="4872038"/>
          <p14:tracePt t="270942" x="6096000" y="4843463"/>
          <p14:tracePt t="270953" x="6069013" y="4830763"/>
          <p14:tracePt t="270964" x="6007100" y="4816475"/>
          <p14:tracePt t="270976" x="5953125" y="4816475"/>
          <p14:tracePt t="270988" x="5911850" y="4816475"/>
          <p14:tracePt t="270999" x="5864225" y="4816475"/>
          <p14:tracePt t="271011" x="5837238" y="4830763"/>
          <p14:tracePt t="271024" x="5795963" y="4857750"/>
          <p14:tracePt t="271033" x="5762625" y="4884738"/>
          <p14:tracePt t="271045" x="5708650" y="4932363"/>
          <p14:tracePt t="271057" x="5667375" y="4973638"/>
          <p14:tracePt t="271069" x="5619750" y="5021263"/>
          <p14:tracePt t="271078" x="5592763" y="5048250"/>
          <p14:tracePt t="271088" x="5578475" y="5089525"/>
          <p14:tracePt t="271101" x="5565775" y="5116513"/>
          <p14:tracePt t="271111" x="5551488" y="5149850"/>
          <p14:tracePt t="271122" x="5551488" y="5205413"/>
          <p14:tracePt t="271132" x="5565775" y="5245100"/>
          <p14:tracePt t="271144" x="5605463" y="5292725"/>
          <p14:tracePt t="271156" x="5634038" y="5334000"/>
          <p14:tracePt t="271168" x="5708650" y="5375275"/>
          <p14:tracePt t="271178" x="5795963" y="5408613"/>
          <p14:tracePt t="271190" x="5891213" y="5435600"/>
          <p14:tracePt t="271202" x="5980113" y="5435600"/>
          <p14:tracePt t="271212" x="6069013" y="5449888"/>
          <p14:tracePt t="271224" x="6149975" y="5449888"/>
          <p14:tracePt t="271236" x="6211888" y="5449888"/>
          <p14:tracePt t="271245" x="6265863" y="5435600"/>
          <p14:tracePt t="271257" x="6313488" y="5408613"/>
          <p14:tracePt t="271272" x="6354763" y="5375275"/>
          <p14:tracePt t="271281" x="6367463" y="5334000"/>
          <p14:tracePt t="271293" x="6396038" y="5280025"/>
          <p14:tracePt t="271305" x="6396038" y="5205413"/>
          <p14:tracePt t="271314" x="6396038" y="5164138"/>
          <p14:tracePt t="271325" x="6396038" y="5089525"/>
          <p14:tracePt t="271337" x="6381750" y="5021263"/>
          <p14:tracePt t="271347" x="6340475" y="4973638"/>
          <p14:tracePt t="271359" x="6300788" y="4932363"/>
          <p14:tracePt t="271370" x="6238875" y="4884738"/>
          <p14:tracePt t="271381" x="6149975" y="4843463"/>
          <p14:tracePt t="271393" x="6069013" y="4830763"/>
          <p14:tracePt t="271405" x="5938838" y="4803775"/>
          <p14:tracePt t="271416" x="5824538" y="4803775"/>
          <p14:tracePt t="271427" x="5721350" y="4803775"/>
          <p14:tracePt t="271438" x="5646738" y="4816475"/>
          <p14:tracePt t="271448" x="5578475" y="4857750"/>
          <p14:tracePt t="271459" x="5503863" y="4919663"/>
          <p14:tracePt t="271470" x="5462588" y="4959350"/>
          <p14:tracePt t="271482" x="5435600" y="5000625"/>
          <p14:tracePt t="271494" x="5422900" y="5033963"/>
          <p14:tracePt t="271506" x="5422900" y="5062538"/>
          <p14:tracePt t="271515" x="5422900" y="5075238"/>
          <p14:tracePt t="271537" x="5422900" y="5089525"/>
          <p14:tracePt t="271541" x="5435600" y="5102225"/>
          <p14:tracePt t="271554" x="5435600" y="5116513"/>
          <p14:tracePt t="271571" x="5449888" y="5129213"/>
          <p14:tracePt t="271875" x="5462588" y="5129213"/>
          <p14:tracePt t="271886" x="5476875" y="5149850"/>
          <p14:tracePt t="271897" x="5503863" y="5164138"/>
          <p14:tracePt t="271910" x="5551488" y="5191125"/>
          <p14:tracePt t="271920" x="5578475" y="5191125"/>
          <p14:tracePt t="271931" x="5605463" y="5205413"/>
          <p14:tracePt t="271943" x="5634038" y="5218113"/>
          <p14:tracePt t="271953" x="5667375" y="5232400"/>
          <p14:tracePt t="271965" x="5694363" y="5232400"/>
          <p14:tracePt t="271977" x="5721350" y="5245100"/>
          <p14:tracePt t="271989" x="5748338" y="5245100"/>
          <p14:tracePt t="272000" x="5762625" y="5245100"/>
          <p14:tracePt t="272011" x="5795963" y="5245100"/>
          <p14:tracePt t="272021" x="5824538" y="5245100"/>
          <p14:tracePt t="272032" x="5837238" y="5245100"/>
          <p14:tracePt t="272045" x="5864225" y="5245100"/>
          <p14:tracePt t="272055" x="5891213" y="5245100"/>
          <p14:tracePt t="272066" x="5911850" y="5245100"/>
          <p14:tracePt t="272078" x="5926138" y="5245100"/>
          <p14:tracePt t="272089" x="5938838" y="5245100"/>
          <p14:tracePt t="273641" x="5911850" y="5259388"/>
          <p14:tracePt t="273653" x="5911850" y="5280025"/>
          <p14:tracePt t="273664" x="5891213" y="5292725"/>
          <p14:tracePt t="273676" x="5891213" y="5307013"/>
          <p14:tracePt t="273686" x="5891213" y="5319713"/>
          <p14:tracePt t="273698" x="5891213" y="5334000"/>
          <p14:tracePt t="273710" x="5891213" y="5348288"/>
          <p14:tracePt t="273721" x="5891213" y="5387975"/>
          <p14:tracePt t="273732" x="5891213" y="5422900"/>
          <p14:tracePt t="273743" x="5878513" y="5449888"/>
          <p14:tracePt t="273755" x="5864225" y="5462588"/>
          <p14:tracePt t="273766" x="5851525" y="5476875"/>
          <p14:tracePt t="273778" x="5837238" y="5491163"/>
          <p14:tracePt t="273788" x="5824538" y="5491163"/>
          <p14:tracePt t="273956" x="5824538" y="5476875"/>
          <p14:tracePt t="273990" x="5810250" y="5491163"/>
          <p14:tracePt t="274012" x="5795963" y="5491163"/>
          <p14:tracePt t="274023" x="5783263" y="5491163"/>
          <p14:tracePt t="274158" x="5783263" y="5503863"/>
          <p14:tracePt t="274226" x="5783263" y="5518150"/>
          <p14:tracePt t="274259" x="5783263" y="5538788"/>
          <p14:tracePt t="274405" x="5783263" y="5551488"/>
          <p14:tracePt t="274428" x="5762625" y="5538788"/>
          <p14:tracePt t="274451" x="5748338" y="5518150"/>
          <p14:tracePt t="274462" x="5721350" y="5491163"/>
          <p14:tracePt t="274473" x="5708650" y="5462588"/>
          <p14:tracePt t="274485" x="5694363" y="5449888"/>
          <p14:tracePt t="274498" x="5681663" y="5422900"/>
          <p14:tracePt t="274508" x="5667375" y="5387975"/>
          <p14:tracePt t="274519" x="5646738" y="5387975"/>
          <p14:tracePt t="274541" x="5634038" y="5387975"/>
          <p14:tracePt t="274555" x="5634038" y="5375275"/>
          <p14:tracePt t="274642" x="5646738" y="5375275"/>
          <p14:tracePt t="274664" x="5667375" y="5375275"/>
          <p14:tracePt t="274687" x="5667375" y="5360988"/>
          <p14:tracePt t="274833" x="5667375" y="5375275"/>
          <p14:tracePt t="274979" x="5667375" y="5387975"/>
          <p14:tracePt t="275002" x="5681663" y="5387975"/>
          <p14:tracePt t="275126" x="5681663" y="5375275"/>
          <p14:tracePt t="275261" x="5667375" y="5360988"/>
          <p14:tracePt t="275283" x="5667375" y="5348288"/>
          <p14:tracePt t="275295" x="5646738" y="5348288"/>
          <p14:tracePt t="275306" x="5646738" y="5334000"/>
          <p14:tracePt t="275319" x="5634038" y="5334000"/>
          <p14:tracePt t="275329" x="5619750" y="5319713"/>
          <p14:tracePt t="275340" x="5605463" y="5319713"/>
          <p14:tracePt t="275362" x="5592763" y="5319713"/>
          <p14:tracePt t="275418" x="5592763" y="5334000"/>
          <p14:tracePt t="275430" x="5605463" y="5348288"/>
          <p14:tracePt t="275441" x="5605463" y="5360988"/>
          <p14:tracePt t="275454" x="5619750" y="5375275"/>
          <p14:tracePt t="275464" x="5646738" y="5387975"/>
          <p14:tracePt t="275475" x="5681663" y="5408613"/>
          <p14:tracePt t="275486" x="5694363" y="5422900"/>
          <p14:tracePt t="275498" x="5735638" y="5422900"/>
          <p14:tracePt t="275509" x="5762625" y="5435600"/>
          <p14:tracePt t="275520" x="5795963" y="5435600"/>
          <p14:tracePt t="275531" x="5824538" y="5435600"/>
          <p14:tracePt t="275542" x="5864225" y="5435600"/>
          <p14:tracePt t="275553" x="5911850" y="5422900"/>
          <p14:tracePt t="275566" x="5938838" y="5408613"/>
          <p14:tracePt t="275576" x="5994400" y="5387975"/>
          <p14:tracePt t="275587" x="6054725" y="5348288"/>
          <p14:tracePt t="275599" x="6110288" y="5307013"/>
          <p14:tracePt t="275612" x="6137275" y="5280025"/>
          <p14:tracePt t="275621" x="6184900" y="5218113"/>
          <p14:tracePt t="275632" x="6211888" y="5164138"/>
          <p14:tracePt t="275646" x="6211888" y="5116513"/>
          <p14:tracePt t="275655" x="6224588" y="5062538"/>
          <p14:tracePt t="275666" x="6211888" y="5000625"/>
          <p14:tracePt t="275678" x="6211888" y="4946650"/>
          <p14:tracePt t="275689" x="6197600" y="4905375"/>
          <p14:tracePt t="275700" x="6170613" y="4843463"/>
          <p14:tracePt t="275735" x="6137275" y="4816475"/>
          <p14:tracePt t="275735" x="6122988" y="4789488"/>
          <p14:tracePt t="275746" x="6042025" y="4741863"/>
          <p14:tracePt t="275757" x="5967413" y="4729163"/>
          <p14:tracePt t="275768" x="5911850" y="4729163"/>
          <p14:tracePt t="275778" x="5837238" y="4729163"/>
          <p14:tracePt t="275790" x="5783263" y="4729163"/>
          <p14:tracePt t="275802" x="5735638" y="4741863"/>
          <p14:tracePt t="275812" x="5694363" y="4776788"/>
          <p14:tracePt t="275824" x="5646738" y="4803775"/>
          <p14:tracePt t="275836" x="5619750" y="4843463"/>
          <p14:tracePt t="275846" x="5592763" y="4872038"/>
          <p14:tracePt t="275858" x="5578475" y="4905375"/>
          <p14:tracePt t="275869" x="5551488" y="4946650"/>
          <p14:tracePt t="275880" x="5538788" y="5000625"/>
          <p14:tracePt t="275891" x="5518150" y="5048250"/>
          <p14:tracePt t="275903" x="5518150" y="5089525"/>
          <p14:tracePt t="275913" x="5518150" y="5129213"/>
          <p14:tracePt t="275924" x="5518150" y="5149850"/>
          <p14:tracePt t="275936" x="5538788" y="5191125"/>
          <p14:tracePt t="275947" x="5565775" y="5218113"/>
          <p14:tracePt t="275959" x="5605463" y="5259388"/>
          <p14:tracePt t="275970" x="5634038" y="5292725"/>
          <p14:tracePt t="275981" x="5694363" y="5334000"/>
          <p14:tracePt t="275992" x="5762625" y="5360988"/>
          <p14:tracePt t="276004" x="5810250" y="5375275"/>
          <p14:tracePt t="276014" x="5878513" y="5387975"/>
          <p14:tracePt t="276026" x="5938838" y="5387975"/>
          <p14:tracePt t="276037" x="5994400" y="5387975"/>
          <p14:tracePt t="276048" x="6021388" y="5387975"/>
          <p14:tracePt t="276060" x="6054725" y="5387975"/>
          <p14:tracePt t="276071" x="6081713" y="5387975"/>
          <p14:tracePt t="276082" x="6096000" y="5387975"/>
          <p14:tracePt t="276093" x="6110288" y="5375275"/>
          <p14:tracePt t="280357" x="6197600" y="5319713"/>
          <p14:tracePt t="280368" x="6381750" y="5176838"/>
          <p14:tracePt t="280380" x="6524625" y="5033963"/>
          <p14:tracePt t="280391" x="6729413" y="4714875"/>
          <p14:tracePt t="280403" x="6858000" y="4470400"/>
          <p14:tracePt t="280414" x="7062788" y="4068763"/>
          <p14:tracePt t="280436" x="7170738" y="3795713"/>
          <p14:tracePt t="280439" x="7348538" y="3408363"/>
          <p14:tracePt t="280447" x="7504113" y="3021013"/>
          <p14:tracePt t="280460" x="7593013" y="2747963"/>
          <p14:tracePt t="280470" x="7694613" y="2387600"/>
          <p14:tracePt t="280482" x="7735888" y="2157413"/>
          <p14:tracePt t="280494" x="7789863" y="1857375"/>
          <p14:tracePt t="280504" x="7824788" y="1652588"/>
          <p14:tracePt t="280515" x="7837488" y="1422400"/>
          <p14:tracePt t="280528" x="7851775" y="1223963"/>
          <p14:tracePt t="280537" x="7864475" y="1109663"/>
          <p14:tracePt t="280549" x="7878763" y="979488"/>
          <p14:tracePt t="280561" x="7878763" y="890588"/>
          <p14:tracePt t="280572" x="7891463" y="803275"/>
          <p14:tracePt t="280582" x="7891463" y="747713"/>
          <p14:tracePt t="280594" x="7891463" y="720725"/>
          <p14:tracePt t="280607" x="7891463" y="673100"/>
          <p14:tracePt t="280618" x="7891463" y="633413"/>
          <p14:tracePt t="280629" x="7891463" y="592138"/>
          <p14:tracePt t="280638" x="7891463" y="557213"/>
          <p14:tracePt t="280651" x="7891463" y="517525"/>
          <p14:tracePt t="280663" x="7891463" y="490538"/>
          <p14:tracePt t="280675" x="7878763" y="476250"/>
          <p14:tracePt t="280686" x="7864475" y="449263"/>
          <p14:tracePt t="280699" x="7851775" y="428625"/>
          <p14:tracePt t="280711" x="7837488" y="401638"/>
          <p14:tracePt t="280721" x="7804150" y="360363"/>
          <p14:tracePt t="280730" x="7789863" y="333375"/>
          <p14:tracePt t="280744" x="7777163" y="312738"/>
          <p14:tracePt t="280754" x="7762875" y="300038"/>
          <p14:tracePt t="280765" x="7735888" y="300038"/>
          <p14:tracePt t="280776" x="7708900" y="300038"/>
          <p14:tracePt t="280787" x="7646988" y="333375"/>
          <p14:tracePt t="280796" x="7566025" y="387350"/>
          <p14:tracePt t="280808" x="7462838" y="476250"/>
          <p14:tracePt t="280819" x="7375525" y="557213"/>
          <p14:tracePt t="280830" x="7286625" y="687388"/>
          <p14:tracePt t="280841" x="7232650" y="815975"/>
          <p14:tracePt t="280853" x="7218363" y="904875"/>
          <p14:tracePt t="280865" x="7218363" y="966788"/>
          <p14:tracePt t="280878" x="7218363" y="1020763"/>
          <p14:tracePt t="280889" x="7232650" y="1062038"/>
          <p14:tracePt t="280899" x="7259638" y="1074738"/>
          <p14:tracePt t="280915" x="7307263" y="1109663"/>
          <p14:tracePt t="280922" x="7348538" y="1122363"/>
          <p14:tracePt t="280934" x="7402513" y="1122363"/>
          <p14:tracePt t="280947" x="7462838" y="1122363"/>
          <p14:tracePt t="280976" x="7531100" y="1109663"/>
          <p14:tracePt t="280979" x="7620000" y="1095375"/>
          <p14:tracePt t="280991" x="7673975" y="1062038"/>
          <p14:tracePt t="280994" x="7748588" y="1020763"/>
          <p14:tracePt t="281000" x="7804150" y="946150"/>
          <p14:tracePt t="281013" x="7837488" y="890588"/>
          <p14:tracePt t="281023" x="7864475" y="850900"/>
          <p14:tracePt t="281034" x="7864475" y="788988"/>
          <p14:tracePt t="281045" x="7864475" y="735013"/>
          <p14:tracePt t="281054" x="7837488" y="687388"/>
          <p14:tracePt t="281066" x="7824788" y="660400"/>
          <p14:tracePt t="281078" x="7777163" y="633413"/>
          <p14:tracePt t="281088" x="7721600" y="619125"/>
          <p14:tracePt t="281100" x="7673975" y="619125"/>
          <p14:tracePt t="281112" x="7620000" y="633413"/>
          <p14:tracePt t="281122" x="7545388" y="687388"/>
          <p14:tracePt t="281134" x="7477125" y="762000"/>
          <p14:tracePt t="281145" x="7450138" y="836613"/>
          <p14:tracePt t="281156" x="7435850" y="904875"/>
          <p14:tracePt t="281167" x="7435850" y="966788"/>
          <p14:tracePt t="281179" x="7462838" y="993775"/>
          <p14:tracePt t="281189" x="7491413" y="1020763"/>
          <p14:tracePt t="281201" x="7531100" y="1047750"/>
          <p14:tracePt t="281212" x="7593013" y="1047750"/>
          <p14:tracePt t="281224" x="7646988" y="1033463"/>
          <p14:tracePt t="281235" x="7708900" y="1006475"/>
          <p14:tracePt t="281246" x="7762875" y="946150"/>
          <p14:tracePt t="281257" x="7804150" y="904875"/>
          <p14:tracePt t="281269" x="7837488" y="836613"/>
          <p14:tracePt t="281280" x="7864475" y="776288"/>
          <p14:tracePt t="281291" x="7878763" y="735013"/>
          <p14:tracePt t="281302" x="7878763" y="720725"/>
          <p14:tracePt t="281314" x="7864475" y="708025"/>
          <p14:tracePt t="281347" x="7864475" y="720725"/>
          <p14:tracePt t="281370" x="7851775" y="735013"/>
          <p14:tracePt t="281381" x="7837488" y="747713"/>
          <p14:tracePt t="281394" x="7824788" y="776288"/>
          <p14:tracePt t="281404" x="7804150" y="803275"/>
          <p14:tracePt t="281415" x="7789863" y="850900"/>
          <p14:tracePt t="281427" x="7762875" y="904875"/>
          <p14:tracePt t="281438" x="7708900" y="1020763"/>
          <p14:tracePt t="281449" x="7620000" y="1223963"/>
          <p14:tracePt t="281461" x="7518400" y="1435100"/>
          <p14:tracePt t="281471" x="7361238" y="1809750"/>
          <p14:tracePt t="281483" x="7232650" y="2259013"/>
          <p14:tracePt t="281494" x="7116763" y="2747963"/>
          <p14:tracePt t="281505" x="7027863" y="3074988"/>
          <p14:tracePt t="281516" x="6932613" y="3476625"/>
          <p14:tracePt t="281528" x="6816725" y="3795713"/>
          <p14:tracePt t="281539" x="6729413" y="4081463"/>
          <p14:tracePt t="281550" x="6673850" y="4238625"/>
          <p14:tracePt t="281562" x="6626225" y="4429125"/>
          <p14:tracePt t="281573" x="6613525" y="4557713"/>
          <p14:tracePt t="281585" x="6613525" y="4625975"/>
          <p14:tracePt t="281595" x="6613525" y="4687888"/>
          <p14:tracePt t="281606" x="6626225" y="4729163"/>
          <p14:tracePt t="281617" x="6640513" y="4756150"/>
          <p14:tracePt t="281640" x="6653213" y="4756150"/>
          <p14:tracePt t="281673" x="6673850" y="4729163"/>
          <p14:tracePt t="281685" x="6688138" y="4687888"/>
          <p14:tracePt t="281696" x="6700838" y="4625975"/>
          <p14:tracePt t="281718" x="6700838" y="4586288"/>
          <p14:tracePt t="281721" x="6700838" y="4518025"/>
          <p14:tracePt t="281731" x="6673850" y="4456113"/>
          <p14:tracePt t="281744" x="6613525" y="4414838"/>
          <p14:tracePt t="281754" x="6572250" y="4402138"/>
          <p14:tracePt t="281765" x="6497638" y="4387850"/>
          <p14:tracePt t="281776" x="6396038" y="4387850"/>
          <p14:tracePt t="281786" x="6313488" y="4387850"/>
          <p14:tracePt t="281797" x="6137275" y="4429125"/>
          <p14:tracePt t="281809" x="5938838" y="4497388"/>
          <p14:tracePt t="281820" x="5721350" y="4625975"/>
          <p14:tracePt t="281831" x="5578475" y="4729163"/>
          <p14:tracePt t="281844" x="5422900" y="4857750"/>
          <p14:tracePt t="281854" x="5334000" y="4986338"/>
          <p14:tracePt t="281865" x="5307013" y="5062538"/>
          <p14:tracePt t="281877" x="5292725" y="5149850"/>
          <p14:tracePt t="281888" x="5292725" y="5232400"/>
          <p14:tracePt t="281900" x="5307013" y="5307013"/>
          <p14:tracePt t="281911" x="5334000" y="5348288"/>
          <p14:tracePt t="281921" x="5375275" y="5387975"/>
          <p14:tracePt t="281933" x="5449888" y="5422900"/>
          <p14:tracePt t="281944" x="5503863" y="5435600"/>
          <p14:tracePt t="281955" x="5605463" y="5435600"/>
          <p14:tracePt t="281966" x="5708650" y="5422900"/>
          <p14:tracePt t="281978" x="5824538" y="5375275"/>
          <p14:tracePt t="281989" x="5911850" y="5334000"/>
          <p14:tracePt t="282001" x="5980113" y="5259388"/>
          <p14:tracePt t="282022" x="6021388" y="5191125"/>
          <p14:tracePt t="282023" x="6042025" y="5129213"/>
          <p14:tracePt t="282034" x="6042025" y="5089525"/>
          <p14:tracePt t="282045" x="6007100" y="5062538"/>
          <p14:tracePt t="282056" x="5953125" y="5021263"/>
          <p14:tracePt t="282068" x="5891213" y="5000625"/>
          <p14:tracePt t="282079" x="5748338" y="5000625"/>
          <p14:tracePt t="282090" x="5578475" y="5021263"/>
          <p14:tracePt t="282102" x="5387975" y="5062538"/>
          <p14:tracePt t="282113" x="5280025" y="5116513"/>
          <p14:tracePt t="282124" x="5176838" y="5205413"/>
          <p14:tracePt t="282136" x="5129213" y="5280025"/>
          <p14:tracePt t="282147" x="5129213" y="5334000"/>
          <p14:tracePt t="282157" x="5129213" y="5375275"/>
          <p14:tracePt t="282169" x="5164138" y="5408613"/>
          <p14:tracePt t="282180" x="5205413" y="5449888"/>
          <p14:tracePt t="282191" x="5259388" y="5462588"/>
          <p14:tracePt t="282202" x="5360988" y="5476875"/>
          <p14:tracePt t="282214" x="5491163" y="5476875"/>
          <p14:tracePt t="282226" x="5667375" y="5449888"/>
          <p14:tracePt t="282236" x="5795963" y="5422900"/>
          <p14:tracePt t="282249" x="5938838" y="5360988"/>
          <p14:tracePt t="282261" x="6021388" y="5307013"/>
          <p14:tracePt t="282270" x="6054725" y="5259388"/>
          <p14:tracePt t="282282" x="6069013" y="5205413"/>
          <p14:tracePt t="282294" x="6054725" y="5149850"/>
          <p14:tracePt t="282304" x="6021388" y="5102225"/>
          <p14:tracePt t="282316" x="5980113" y="5062538"/>
          <p14:tracePt t="282327" x="5911850" y="5033963"/>
          <p14:tracePt t="282337" x="5795963" y="5021263"/>
          <p14:tracePt t="282349" x="5708650" y="5021263"/>
          <p14:tracePt t="282361" x="5578475" y="5033963"/>
          <p14:tracePt t="282371" x="5476875" y="5089525"/>
          <p14:tracePt t="282383" x="5408613" y="5176838"/>
          <p14:tracePt t="282395" x="5387975" y="5232400"/>
          <p14:tracePt t="282406" x="5375275" y="5334000"/>
          <p14:tracePt t="282418" x="5408613" y="5408613"/>
          <p14:tracePt t="282428" x="5435600" y="5449888"/>
          <p14:tracePt t="282439" x="5503863" y="5503863"/>
          <p14:tracePt t="282451" x="5592763" y="5538788"/>
          <p14:tracePt t="282472" x="5694363" y="5551488"/>
          <p14:tracePt t="282477" x="5795963" y="5551488"/>
          <p14:tracePt t="282486" x="5926138" y="5538788"/>
          <p14:tracePt t="282496" x="6054725" y="5503863"/>
          <p14:tracePt t="282508" x="6149975" y="5449888"/>
          <p14:tracePt t="282519" x="6211888" y="5422900"/>
          <p14:tracePt t="282529" x="6253163" y="5360988"/>
          <p14:tracePt t="282540" x="6253163" y="5292725"/>
          <p14:tracePt t="282551" x="6253163" y="5232400"/>
          <p14:tracePt t="282563" x="6211888" y="5164138"/>
          <p14:tracePt t="282573" x="6149975" y="5089525"/>
          <p14:tracePt t="282585" x="6069013" y="5021263"/>
          <p14:tracePt t="282597" x="5994400" y="4986338"/>
          <p14:tracePt t="282607" x="5864225" y="4973638"/>
          <p14:tracePt t="282619" x="5748338" y="4986338"/>
          <p14:tracePt t="282631" x="5667375" y="5000625"/>
          <p14:tracePt t="282643" x="5578475" y="5062538"/>
          <p14:tracePt t="282654" x="5518150" y="5129213"/>
          <p14:tracePt t="282666" x="5476875" y="5218113"/>
          <p14:tracePt t="282678" x="5462588" y="5280025"/>
          <p14:tracePt t="282687" x="5476875" y="5348288"/>
          <p14:tracePt t="282698" x="5503863" y="5408613"/>
          <p14:tracePt t="282710" x="5551488" y="5449888"/>
          <p14:tracePt t="282720" x="5619750" y="5503863"/>
          <p14:tracePt t="282731" x="5762625" y="5578475"/>
          <p14:tracePt t="282744" x="5938838" y="5667375"/>
          <p14:tracePt t="282754" x="6110288" y="5735638"/>
          <p14:tracePt t="282766" x="6367463" y="5824538"/>
          <p14:tracePt t="282777" x="6613525" y="5911850"/>
          <p14:tracePt t="282787" x="6872288" y="5980113"/>
          <p14:tracePt t="282799" x="7042150" y="6042025"/>
          <p14:tracePt t="282811" x="7259638" y="6110288"/>
          <p14:tracePt t="282821" x="7450138" y="6149975"/>
          <p14:tracePt t="282833" x="7545388" y="6184900"/>
          <p14:tracePt t="282844" x="7661275" y="6197600"/>
          <p14:tracePt t="282855" x="7735888" y="6211888"/>
          <p14:tracePt t="282866" x="7789863" y="6211888"/>
          <p14:tracePt t="282878" x="7804150" y="6211888"/>
          <p14:tracePt t="282889" x="7824788" y="6211888"/>
          <p14:tracePt t="282922" x="7824788" y="6197600"/>
          <p14:tracePt t="282933" x="7777163" y="6197600"/>
          <p14:tracePt t="282945" x="7708900" y="6184900"/>
          <p14:tracePt t="282956" x="7605713" y="6184900"/>
          <p14:tracePt t="282967" x="7415213" y="6197600"/>
          <p14:tracePt t="282979" x="7218363" y="6238875"/>
          <p14:tracePt t="283001" x="7042150" y="6300788"/>
          <p14:tracePt t="283004" x="6932613" y="6340475"/>
          <p14:tracePt t="283013" x="6816725" y="6381750"/>
          <p14:tracePt t="283027" x="6729413" y="6429375"/>
          <p14:tracePt t="283036" x="6700838" y="6443663"/>
          <p14:tracePt t="283047" x="6688138" y="6456363"/>
          <p14:tracePt t="283068" x="6673850" y="6456363"/>
          <p14:tracePt t="283102" x="6700838" y="6456363"/>
          <p14:tracePt t="283105" x="6756400" y="6470650"/>
          <p14:tracePt t="283114" x="6831013" y="6470650"/>
          <p14:tracePt t="283128" x="6986588" y="6470650"/>
          <p14:tracePt t="283137" x="7218363" y="6483350"/>
          <p14:tracePt t="283148" x="7477125" y="6483350"/>
          <p14:tracePt t="283160" x="7694613" y="6483350"/>
          <p14:tracePt t="283170" x="7980363" y="6456363"/>
          <p14:tracePt t="283181" x="8224838" y="6456363"/>
          <p14:tracePt t="283194" x="8396288" y="6443663"/>
          <p14:tracePt t="283203" x="8470900" y="6443663"/>
          <p14:tracePt t="283215" x="8510588" y="6443663"/>
          <p14:tracePt t="283259" x="8483600" y="6429375"/>
          <p14:tracePt t="283271" x="8396288" y="6429375"/>
          <p14:tracePt t="283282" x="8293100" y="6429375"/>
          <p14:tracePt t="283294" x="8123238" y="6408738"/>
          <p14:tracePt t="283305" x="7905750" y="6396038"/>
          <p14:tracePt t="283316" x="7708900" y="6381750"/>
          <p14:tracePt t="283328" x="7415213" y="6367463"/>
          <p14:tracePt t="283338" x="7191375" y="6367463"/>
          <p14:tracePt t="283350" x="7062788" y="6367463"/>
          <p14:tracePt t="283362" x="7015163" y="6367463"/>
          <p14:tracePt t="283372" x="7000875" y="6367463"/>
          <p14:tracePt t="283417" x="7027863" y="6367463"/>
          <p14:tracePt t="283429" x="7129463" y="6367463"/>
          <p14:tracePt t="283440" x="7245350" y="6367463"/>
          <p14:tracePt t="283451" x="7491413" y="6381750"/>
          <p14:tracePt t="283462" x="7789863" y="6381750"/>
          <p14:tracePt t="283473" x="8110538" y="6381750"/>
          <p14:tracePt t="283485" x="8307388" y="6381750"/>
          <p14:tracePt t="283496" x="8539163" y="6396038"/>
          <p14:tracePt t="283507" x="8682038" y="6396038"/>
          <p14:tracePt t="283519" x="8729663" y="6396038"/>
          <p14:tracePt t="283530" x="8756650" y="6396038"/>
          <p14:tracePt t="283552" x="8742363" y="6396038"/>
          <p14:tracePt t="283563" x="8715375" y="6396038"/>
          <p14:tracePt t="283576" x="8613775" y="6396038"/>
          <p14:tracePt t="283586" x="8435975" y="6396038"/>
          <p14:tracePt t="283598" x="8280400" y="6396038"/>
          <p14:tracePt t="283609" x="8034338" y="6381750"/>
          <p14:tracePt t="283620" x="7804150" y="6381750"/>
          <p14:tracePt t="283631" x="7646988" y="6381750"/>
          <p14:tracePt t="283644" x="7578725" y="6381750"/>
          <p14:tracePt t="283654" x="7545388" y="6396038"/>
          <p14:tracePt t="283687" x="7566025" y="6396038"/>
          <p14:tracePt t="283699" x="7605713" y="6396038"/>
          <p14:tracePt t="283710" x="7661275" y="6381750"/>
          <p14:tracePt t="283721" x="7721600" y="6367463"/>
          <p14:tracePt t="283734" x="7804150" y="6354763"/>
          <p14:tracePt t="283745" x="7891463" y="6354763"/>
          <p14:tracePt t="283755" x="7932738" y="6340475"/>
          <p14:tracePt t="283768" x="7967663" y="6340475"/>
          <p14:tracePt t="283834" x="7932738" y="6340475"/>
          <p14:tracePt t="283845" x="7920038" y="6340475"/>
          <p14:tracePt t="283856" x="7878763" y="6354763"/>
          <p14:tracePt t="283868" x="7824788" y="6354763"/>
          <p14:tracePt t="283879" x="7789863" y="6354763"/>
          <p14:tracePt t="283890" x="7777163" y="6354763"/>
          <p14:tracePt t="283912" x="7777163" y="6367463"/>
          <p14:tracePt t="283935" x="7789863" y="6367463"/>
          <p14:tracePt t="283946" x="7824788" y="6367463"/>
          <p14:tracePt t="283957" x="7851775" y="6381750"/>
          <p14:tracePt t="283970" x="7905750" y="6381750"/>
          <p14:tracePt t="283980" x="7980363" y="6381750"/>
          <p14:tracePt t="283991" x="8048625" y="6381750"/>
          <p14:tracePt t="284003" x="8123238" y="6381750"/>
          <p14:tracePt t="284014" x="8177213" y="6396038"/>
          <p14:tracePt t="284026" x="8239125" y="6396038"/>
          <p14:tracePt t="284036" x="8266113" y="6396038"/>
          <p14:tracePt t="284048" x="8280400" y="6381750"/>
          <p14:tracePt t="284261" x="8253413" y="6367463"/>
          <p14:tracePt t="284273" x="8239125" y="6354763"/>
          <p14:tracePt t="284285" x="8212138" y="6340475"/>
          <p14:tracePt t="284296" x="8177213" y="6327775"/>
          <p14:tracePt t="284308" x="8137525" y="6313488"/>
          <p14:tracePt t="284319" x="8110538" y="6300788"/>
          <p14:tracePt t="284329" x="8081963" y="6280150"/>
          <p14:tracePt t="284341" x="8034338" y="6265863"/>
          <p14:tracePt t="284352" x="7994650" y="6253163"/>
          <p14:tracePt t="284373" x="7967663" y="6238875"/>
          <p14:tracePt t="284377" x="7920038" y="6224588"/>
          <p14:tracePt t="284388" x="7864475" y="6211888"/>
          <p14:tracePt t="284397" x="7824788" y="6184900"/>
          <p14:tracePt t="284409" x="7777163" y="6170613"/>
          <p14:tracePt t="284421" x="7721600" y="6137275"/>
          <p14:tracePt t="284431" x="7661275" y="6122988"/>
          <p14:tracePt t="284442" x="7620000" y="6096000"/>
          <p14:tracePt t="284453" x="7578725" y="6069013"/>
          <p14:tracePt t="284463" x="7518400" y="6042025"/>
          <p14:tracePt t="284475" x="7477125" y="6007100"/>
          <p14:tracePt t="284487" x="7435850" y="5980113"/>
          <p14:tracePt t="284497" x="7375525" y="5953125"/>
          <p14:tracePt t="284509" x="7319963" y="5926138"/>
          <p14:tracePt t="284520" x="7286625" y="5911850"/>
          <p14:tracePt t="284531" x="7259638" y="5911850"/>
          <p14:tracePt t="284543" x="7259638" y="5891213"/>
          <p14:tracePt t="284554" x="7245350" y="5891213"/>
        </p14:tracePtLst>
      </p14:laserTraceLst>
    </p:ext>
  </p:extLs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D72E2-5CB6-456D-AF6F-07677E31E178}"/>
              </a:ext>
            </a:extLst>
          </p:cNvPr>
          <p:cNvSpPr>
            <a:spLocks noGrp="1"/>
          </p:cNvSpPr>
          <p:nvPr>
            <p:ph type="title"/>
          </p:nvPr>
        </p:nvSpPr>
        <p:spPr/>
        <p:txBody>
          <a:bodyPr/>
          <a:lstStyle/>
          <a:p>
            <a:r>
              <a:rPr dirty="0" lang="en-US"/>
              <a:t>Proofs of Correctness</a:t>
            </a:r>
          </a:p>
        </p:txBody>
      </p:sp>
      <mc:AlternateContent xmlns:a14="http://schemas.microsoft.com/office/drawing/2010/main" xmlns:mc="http://schemas.openxmlformats.org/markup-compatibility/2006">
        <mc:Choice Requires="a14">
          <p:sp>
            <p:nvSpPr>
              <p:cNvPr id="3" name="Content Placeholder 2">
                <a:extLst>
                  <a:ext uri="{FF2B5EF4-FFF2-40B4-BE49-F238E27FC236}">
                    <a16:creationId xmlns:a16="http://schemas.microsoft.com/office/drawing/2014/main" id="{74156E66-5B52-428A-BB55-AFB7CCA92567}"/>
                  </a:ext>
                </a:extLst>
              </p:cNvPr>
              <p:cNvSpPr>
                <a:spLocks noGrp="1"/>
              </p:cNvSpPr>
              <p:nvPr>
                <p:ph idx="1"/>
              </p:nvPr>
            </p:nvSpPr>
            <p:spPr>
              <a:xfrm>
                <a:off x="1097280" y="1845734"/>
                <a:ext cx="10058400" cy="3031066"/>
              </a:xfrm>
            </p:spPr>
            <p:txBody>
              <a:bodyPr/>
              <a:lstStyle/>
              <a:p>
                <a:pPr indent="0" marL="0">
                  <a:buNone/>
                </a:pPr>
                <a:r>
                  <a:rPr dirty="0" lang="en-US" sz="1800"/>
                  <a:t>    Prove that </a:t>
                </a:r>
                <a14:m>
                  <m:oMath xmlns:m="http://schemas.openxmlformats.org/officeDocument/2006/math">
                    <m:sSub>
                      <m:sSubPr>
                        <m:ctrlPr>
                          <a:rPr dirty="0" i="1" lang="en-US" smtClean="0" sz="1800">
                            <a:solidFill>
                              <a:srgbClr val="FF0000"/>
                            </a:solidFill>
                            <a:latin charset="0" panose="02040503050406030204" pitchFamily="18" typeface="Cambria Math"/>
                          </a:rPr>
                        </m:ctrlPr>
                      </m:sSubPr>
                      <m:e>
                        <m:sSub>
                          <m:sSubPr>
                            <m:ctrlPr>
                              <a:rPr dirty="0" i="1" lang="en-US" sz="1800">
                                <a:solidFill>
                                  <a:srgbClr val="FF0000"/>
                                </a:solidFill>
                                <a:latin charset="0" panose="02040503050406030204" pitchFamily="18" typeface="Cambria Math"/>
                              </a:rPr>
                            </m:ctrlPr>
                          </m:sSubPr>
                          <m:e>
                            <m:r>
                              <a:rPr b="0" dirty="0" i="1" lang="en-US" sz="1800">
                                <a:solidFill>
                                  <a:srgbClr val="FF0000"/>
                                </a:solidFill>
                                <a:latin charset="0" panose="02040503050406030204" pitchFamily="18" typeface="Cambria Math"/>
                              </a:rPr>
                              <m:t>𝑑</m:t>
                            </m:r>
                          </m:e>
                          <m:sub>
                            <m:sSub>
                              <m:sSubPr>
                                <m:ctrlPr>
                                  <a:rPr dirty="0" i="1" lang="en-US" sz="1800">
                                    <a:solidFill>
                                      <a:srgbClr val="FF0000"/>
                                    </a:solidFill>
                                    <a:latin charset="0" panose="02040503050406030204" pitchFamily="18" typeface="Cambria Math"/>
                                  </a:rPr>
                                </m:ctrlPr>
                              </m:sSubPr>
                              <m:e>
                                <m:r>
                                  <a:rPr b="0" dirty="0" i="1" lang="en-US" sz="1800">
                                    <a:solidFill>
                                      <a:srgbClr val="FF0000"/>
                                    </a:solidFill>
                                    <a:latin charset="0" panose="02040503050406030204" pitchFamily="18" typeface="Cambria Math"/>
                                  </a:rPr>
                                  <m:t>𝑘</m:t>
                                </m:r>
                              </m:e>
                              <m:sub>
                                <m:r>
                                  <a:rPr b="0" dirty="0" i="1" lang="en-US" sz="1800">
                                    <a:solidFill>
                                      <a:srgbClr val="FF0000"/>
                                    </a:solidFill>
                                    <a:latin charset="0" panose="02040503050406030204" pitchFamily="18" typeface="Cambria Math"/>
                                  </a:rPr>
                                  <m:t>𝑝𝑟</m:t>
                                </m:r>
                              </m:sub>
                            </m:sSub>
                          </m:sub>
                        </m:sSub>
                        <m:d>
                          <m:dPr>
                            <m:ctrlPr>
                              <a:rPr dirty="0" i="1" lang="en-US" sz="1800">
                                <a:solidFill>
                                  <a:srgbClr val="FF0000"/>
                                </a:solidFill>
                                <a:latin charset="0" panose="02040503050406030204" pitchFamily="18" typeface="Cambria Math"/>
                              </a:rPr>
                            </m:ctrlPr>
                          </m:dPr>
                          <m:e>
                            <m:r>
                              <a:rPr b="0" dirty="0" i="1" lang="en-US" sz="1800">
                                <a:solidFill>
                                  <a:srgbClr val="FF0000"/>
                                </a:solidFill>
                                <a:latin charset="0" panose="02040503050406030204" pitchFamily="18" typeface="Cambria Math"/>
                              </a:rPr>
                              <m:t>𝑦</m:t>
                            </m:r>
                          </m:e>
                        </m:d>
                        <m:r>
                          <a:rPr b="0" dirty="0" i="1" lang="en-US" smtClean="0" sz="1800">
                            <a:solidFill>
                              <a:srgbClr val="FF0000"/>
                            </a:solidFill>
                            <a:latin charset="0" panose="02040503050406030204" pitchFamily="18" typeface="Cambria Math"/>
                          </a:rPr>
                          <m:t>=</m:t>
                        </m:r>
                        <m:r>
                          <a:rPr b="0" dirty="0" i="1" lang="en-US" sz="1800">
                            <a:solidFill>
                              <a:srgbClr val="FF0000"/>
                            </a:solidFill>
                            <a:latin charset="0" panose="02040503050406030204" pitchFamily="18" typeface="Cambria Math"/>
                          </a:rPr>
                          <m:t>𝑑</m:t>
                        </m:r>
                      </m:e>
                      <m:sub>
                        <m:sSub>
                          <m:sSubPr>
                            <m:ctrlPr>
                              <a:rPr dirty="0" i="1" lang="en-US" sz="1800">
                                <a:solidFill>
                                  <a:srgbClr val="FF0000"/>
                                </a:solidFill>
                                <a:latin charset="0" panose="02040503050406030204" pitchFamily="18" typeface="Cambria Math"/>
                              </a:rPr>
                            </m:ctrlPr>
                          </m:sSubPr>
                          <m:e>
                            <m:r>
                              <a:rPr b="0" dirty="0" i="1" lang="en-US" sz="1800">
                                <a:solidFill>
                                  <a:srgbClr val="FF0000"/>
                                </a:solidFill>
                                <a:latin charset="0" panose="02040503050406030204" pitchFamily="18" typeface="Cambria Math"/>
                              </a:rPr>
                              <m:t>𝑘</m:t>
                            </m:r>
                          </m:e>
                          <m:sub>
                            <m:r>
                              <a:rPr b="0" dirty="0" i="1" lang="en-US" sz="1800">
                                <a:solidFill>
                                  <a:srgbClr val="FF0000"/>
                                </a:solidFill>
                                <a:latin charset="0" panose="02040503050406030204" pitchFamily="18" typeface="Cambria Math"/>
                              </a:rPr>
                              <m:t>𝑝𝑟</m:t>
                            </m:r>
                          </m:sub>
                        </m:sSub>
                      </m:sub>
                    </m:sSub>
                    <m:d>
                      <m:dPr>
                        <m:ctrlPr>
                          <a:rPr dirty="0" i="1" lang="en-US" sz="1800">
                            <a:solidFill>
                              <a:srgbClr val="FF0000"/>
                            </a:solidFill>
                            <a:latin charset="0" panose="02040503050406030204" pitchFamily="18" typeface="Cambria Math"/>
                          </a:rPr>
                        </m:ctrlPr>
                      </m:dPr>
                      <m:e>
                        <m:sSub>
                          <m:sSubPr>
                            <m:ctrlPr>
                              <a:rPr dirty="0" i="1" lang="en-US" sz="1800">
                                <a:solidFill>
                                  <a:srgbClr val="FF0000"/>
                                </a:solidFill>
                                <a:latin charset="0" panose="02040503050406030204" pitchFamily="18" typeface="Cambria Math"/>
                              </a:rPr>
                            </m:ctrlPr>
                          </m:sSubPr>
                          <m:e>
                            <m:r>
                              <a:rPr b="0" dirty="0" i="1" lang="en-US" sz="1800">
                                <a:solidFill>
                                  <a:srgbClr val="FF0000"/>
                                </a:solidFill>
                                <a:latin charset="0" panose="02040503050406030204" pitchFamily="18" typeface="Cambria Math"/>
                              </a:rPr>
                              <m:t>𝑒</m:t>
                            </m:r>
                          </m:e>
                          <m:sub>
                            <m:sSub>
                              <m:sSubPr>
                                <m:ctrlPr>
                                  <a:rPr dirty="0" i="1" lang="en-US" sz="1800">
                                    <a:solidFill>
                                      <a:srgbClr val="FF0000"/>
                                    </a:solidFill>
                                    <a:latin charset="0" panose="02040503050406030204" pitchFamily="18" typeface="Cambria Math"/>
                                  </a:rPr>
                                </m:ctrlPr>
                              </m:sSubPr>
                              <m:e>
                                <m:r>
                                  <a:rPr b="0" dirty="0" i="1" lang="en-US" sz="1800">
                                    <a:solidFill>
                                      <a:srgbClr val="FF0000"/>
                                    </a:solidFill>
                                    <a:latin charset="0" panose="02040503050406030204" pitchFamily="18" typeface="Cambria Math"/>
                                  </a:rPr>
                                  <m:t>𝑘</m:t>
                                </m:r>
                              </m:e>
                              <m:sub>
                                <m:r>
                                  <a:rPr b="0" dirty="0" i="1" lang="en-US" sz="1800">
                                    <a:solidFill>
                                      <a:srgbClr val="FF0000"/>
                                    </a:solidFill>
                                    <a:latin charset="0" panose="02040503050406030204" pitchFamily="18" typeface="Cambria Math"/>
                                  </a:rPr>
                                  <m:t>𝑝𝑢𝑏</m:t>
                                </m:r>
                              </m:sub>
                            </m:sSub>
                          </m:sub>
                        </m:sSub>
                        <m:d>
                          <m:dPr>
                            <m:ctrlPr>
                              <a:rPr dirty="0" i="1" lang="en-US" sz="1800">
                                <a:solidFill>
                                  <a:srgbClr val="FF0000"/>
                                </a:solidFill>
                                <a:latin charset="0" panose="02040503050406030204" pitchFamily="18" typeface="Cambria Math"/>
                              </a:rPr>
                            </m:ctrlPr>
                          </m:dPr>
                          <m:e>
                            <m:r>
                              <a:rPr b="0" dirty="0" i="1" lang="en-US" sz="1800">
                                <a:solidFill>
                                  <a:srgbClr val="FF0000"/>
                                </a:solidFill>
                                <a:latin charset="0" panose="02040503050406030204" pitchFamily="18" typeface="Cambria Math"/>
                              </a:rPr>
                              <m:t>𝑥</m:t>
                            </m:r>
                          </m:e>
                        </m:d>
                      </m:e>
                    </m:d>
                    <m:r>
                      <a:rPr b="0" dirty="0" i="1" lang="en-US" smtClean="0" sz="1800">
                        <a:solidFill>
                          <a:srgbClr val="FF0000"/>
                        </a:solidFill>
                        <a:latin charset="0" panose="02040503050406030204" pitchFamily="18" typeface="Cambria Math"/>
                        <a:ea charset="0" panose="02040503050406030204" pitchFamily="18" typeface="Cambria Math"/>
                      </a:rPr>
                      <m:t>≡</m:t>
                    </m:r>
                    <m:sSup>
                      <m:sSupPr>
                        <m:ctrlPr>
                          <a:rPr dirty="0" i="1" lang="en-US" smtClean="0" sz="1800">
                            <a:solidFill>
                              <a:srgbClr val="FF0000"/>
                            </a:solidFill>
                            <a:latin charset="0" panose="02040503050406030204" pitchFamily="18" typeface="Cambria Math"/>
                            <a:ea charset="0" panose="02040503050406030204" pitchFamily="18" typeface="Cambria Math"/>
                          </a:rPr>
                        </m:ctrlPr>
                      </m:sSupPr>
                      <m:e>
                        <m:r>
                          <a:rPr b="0" dirty="0" i="1" lang="en-US" smtClean="0" sz="1800">
                            <a:solidFill>
                              <a:srgbClr val="FF0000"/>
                            </a:solidFill>
                            <a:latin charset="0" panose="02040503050406030204" pitchFamily="18" typeface="Cambria Math"/>
                            <a:ea charset="0" panose="02040503050406030204" pitchFamily="18" typeface="Cambria Math"/>
                          </a:rPr>
                          <m:t>(</m:t>
                        </m:r>
                        <m:r>
                          <a:rPr b="0" dirty="0" i="1" lang="en-US" smtClean="0" sz="1800">
                            <a:solidFill>
                              <a:srgbClr val="FF0000"/>
                            </a:solidFill>
                            <a:latin charset="0" panose="02040503050406030204" pitchFamily="18" typeface="Cambria Math"/>
                            <a:ea charset="0" panose="02040503050406030204" pitchFamily="18" typeface="Cambria Math"/>
                          </a:rPr>
                          <m:t>𝑥</m:t>
                        </m:r>
                      </m:e>
                      <m:sup>
                        <m:r>
                          <a:rPr b="0" dirty="0" i="1" lang="en-US" smtClean="0" sz="1800">
                            <a:solidFill>
                              <a:srgbClr val="FF0000"/>
                            </a:solidFill>
                            <a:latin charset="0" panose="02040503050406030204" pitchFamily="18" typeface="Cambria Math"/>
                            <a:ea charset="0" panose="02040503050406030204" pitchFamily="18" typeface="Cambria Math"/>
                          </a:rPr>
                          <m:t>𝑒</m:t>
                        </m:r>
                      </m:sup>
                    </m:sSup>
                    <m:sSup>
                      <m:sSupPr>
                        <m:ctrlPr>
                          <a:rPr dirty="0" i="1" lang="en-US" smtClean="0" sz="1800">
                            <a:solidFill>
                              <a:srgbClr val="FF0000"/>
                            </a:solidFill>
                            <a:latin charset="0" panose="02040503050406030204" pitchFamily="18" typeface="Cambria Math"/>
                            <a:ea charset="0" panose="02040503050406030204" pitchFamily="18" typeface="Cambria Math"/>
                          </a:rPr>
                        </m:ctrlPr>
                      </m:sSupPr>
                      <m:e>
                        <m:r>
                          <a:rPr b="0" dirty="0" i="1" lang="en-US" smtClean="0" sz="1800">
                            <a:solidFill>
                              <a:srgbClr val="FF0000"/>
                            </a:solidFill>
                            <a:latin charset="0" panose="02040503050406030204" pitchFamily="18" typeface="Cambria Math"/>
                            <a:ea charset="0" panose="02040503050406030204" pitchFamily="18" typeface="Cambria Math"/>
                          </a:rPr>
                          <m:t>)</m:t>
                        </m:r>
                      </m:e>
                      <m:sup>
                        <m:r>
                          <a:rPr b="0" dirty="0" i="1" lang="en-US" smtClean="0" sz="1800">
                            <a:solidFill>
                              <a:srgbClr val="FF0000"/>
                            </a:solidFill>
                            <a:latin charset="0" panose="02040503050406030204" pitchFamily="18" typeface="Cambria Math"/>
                            <a:ea charset="0" panose="02040503050406030204" pitchFamily="18" typeface="Cambria Math"/>
                          </a:rPr>
                          <m:t>𝑑</m:t>
                        </m:r>
                      </m:sup>
                    </m:sSup>
                    <m:r>
                      <a:rPr b="0" dirty="0" i="1" lang="en-US" smtClean="0" sz="1800">
                        <a:solidFill>
                          <a:srgbClr val="FF0000"/>
                        </a:solidFill>
                        <a:latin charset="0" panose="02040503050406030204" pitchFamily="18" typeface="Cambria Math"/>
                        <a:ea charset="0" panose="02040503050406030204" pitchFamily="18" typeface="Cambria Math"/>
                      </a:rPr>
                      <m:t> </m:t>
                    </m:r>
                    <m:r>
                      <a:rPr b="0" dirty="0" i="1" lang="en-US" smtClean="0" sz="1800">
                        <a:solidFill>
                          <a:srgbClr val="FF0000"/>
                        </a:solidFill>
                        <a:latin charset="0" panose="02040503050406030204" pitchFamily="18" typeface="Cambria Math"/>
                        <a:ea charset="0" panose="02040503050406030204" pitchFamily="18" typeface="Cambria Math"/>
                      </a:rPr>
                      <m:t>𝑚𝑜𝑑</m:t>
                    </m:r>
                    <m:r>
                      <a:rPr b="0" dirty="0" i="1" lang="en-US" smtClean="0" sz="1800">
                        <a:solidFill>
                          <a:srgbClr val="FF0000"/>
                        </a:solidFill>
                        <a:latin charset="0" panose="02040503050406030204" pitchFamily="18" typeface="Cambria Math"/>
                        <a:ea charset="0" panose="02040503050406030204" pitchFamily="18" typeface="Cambria Math"/>
                      </a:rPr>
                      <m:t> </m:t>
                    </m:r>
                    <m:r>
                      <a:rPr b="0" dirty="0" i="1" lang="en-US" smtClean="0" sz="1800">
                        <a:solidFill>
                          <a:srgbClr val="FF0000"/>
                        </a:solidFill>
                        <a:latin charset="0" panose="02040503050406030204" pitchFamily="18" typeface="Cambria Math"/>
                        <a:ea charset="0" panose="02040503050406030204" pitchFamily="18" typeface="Cambria Math"/>
                      </a:rPr>
                      <m:t>𝑛</m:t>
                    </m:r>
                    <m:r>
                      <a:rPr b="0" dirty="0" i="1" lang="en-US" smtClean="0" sz="1800">
                        <a:solidFill>
                          <a:srgbClr val="FF0000"/>
                        </a:solidFill>
                        <a:latin charset="0" panose="02040503050406030204" pitchFamily="18" typeface="Cambria Math"/>
                        <a:ea charset="0" panose="02040503050406030204" pitchFamily="18" typeface="Cambria Math"/>
                      </a:rPr>
                      <m:t>≡</m:t>
                    </m:r>
                    <m:sSup>
                      <m:sSupPr>
                        <m:ctrlPr>
                          <a:rPr dirty="0" i="1" lang="en-US" smtClean="0" sz="1800">
                            <a:solidFill>
                              <a:srgbClr val="FF0000"/>
                            </a:solidFill>
                            <a:latin charset="0" panose="02040503050406030204" pitchFamily="18" typeface="Cambria Math"/>
                            <a:ea charset="0" panose="02040503050406030204" pitchFamily="18" typeface="Cambria Math"/>
                          </a:rPr>
                        </m:ctrlPr>
                      </m:sSupPr>
                      <m:e>
                        <m:r>
                          <a:rPr b="0" dirty="0" i="1" lang="en-US" smtClean="0" sz="1800">
                            <a:solidFill>
                              <a:srgbClr val="FF0000"/>
                            </a:solidFill>
                            <a:latin charset="0" panose="02040503050406030204" pitchFamily="18" typeface="Cambria Math"/>
                            <a:ea charset="0" panose="02040503050406030204" pitchFamily="18" typeface="Cambria Math"/>
                          </a:rPr>
                          <m:t>𝑥</m:t>
                        </m:r>
                      </m:e>
                      <m:sup>
                        <m:r>
                          <a:rPr b="0" dirty="0" i="1" lang="en-US" smtClean="0" sz="1800">
                            <a:solidFill>
                              <a:srgbClr val="FF0000"/>
                            </a:solidFill>
                            <a:latin charset="0" panose="02040503050406030204" pitchFamily="18" typeface="Cambria Math"/>
                            <a:ea charset="0" panose="02040503050406030204" pitchFamily="18" typeface="Cambria Math"/>
                          </a:rPr>
                          <m:t>𝑒𝑑</m:t>
                        </m:r>
                      </m:sup>
                    </m:sSup>
                    <m:r>
                      <a:rPr b="0" dirty="0" i="1" lang="en-US" smtClean="0" sz="1800">
                        <a:solidFill>
                          <a:srgbClr val="FF0000"/>
                        </a:solidFill>
                        <a:latin charset="0" panose="02040503050406030204" pitchFamily="18" typeface="Cambria Math"/>
                        <a:ea charset="0" panose="02040503050406030204" pitchFamily="18" typeface="Cambria Math"/>
                      </a:rPr>
                      <m:t>≡</m:t>
                    </m:r>
                    <m:r>
                      <a:rPr b="0" dirty="0" i="1" lang="en-US" smtClean="0" sz="1800">
                        <a:solidFill>
                          <a:srgbClr val="FF0000"/>
                        </a:solidFill>
                        <a:latin charset="0" panose="02040503050406030204" pitchFamily="18" typeface="Cambria Math"/>
                        <a:ea charset="0" panose="02040503050406030204" pitchFamily="18" typeface="Cambria Math"/>
                      </a:rPr>
                      <m:t>𝑥</m:t>
                    </m:r>
                    <m:r>
                      <a:rPr b="0" dirty="0" i="1" lang="en-US" smtClean="0" sz="1800">
                        <a:solidFill>
                          <a:srgbClr val="FF0000"/>
                        </a:solidFill>
                        <a:latin charset="0" panose="02040503050406030204" pitchFamily="18" typeface="Cambria Math"/>
                        <a:ea charset="0" panose="02040503050406030204" pitchFamily="18" typeface="Cambria Math"/>
                      </a:rPr>
                      <m:t> </m:t>
                    </m:r>
                    <m:r>
                      <a:rPr b="0" dirty="0" i="1" lang="en-US" smtClean="0" sz="1800">
                        <a:solidFill>
                          <a:srgbClr val="FF0000"/>
                        </a:solidFill>
                        <a:latin charset="0" panose="02040503050406030204" pitchFamily="18" typeface="Cambria Math"/>
                        <a:ea charset="0" panose="02040503050406030204" pitchFamily="18" typeface="Cambria Math"/>
                      </a:rPr>
                      <m:t>𝑚𝑜𝑑</m:t>
                    </m:r>
                    <m:r>
                      <a:rPr b="0" dirty="0" i="1" lang="en-US" smtClean="0" sz="1800">
                        <a:solidFill>
                          <a:srgbClr val="FF0000"/>
                        </a:solidFill>
                        <a:latin charset="0" panose="02040503050406030204" pitchFamily="18" typeface="Cambria Math"/>
                        <a:ea charset="0" panose="02040503050406030204" pitchFamily="18" typeface="Cambria Math"/>
                      </a:rPr>
                      <m:t> </m:t>
                    </m:r>
                    <m:r>
                      <a:rPr b="0" dirty="0" i="1" lang="en-US" smtClean="0" sz="1800">
                        <a:solidFill>
                          <a:srgbClr val="FF0000"/>
                        </a:solidFill>
                        <a:latin charset="0" panose="02040503050406030204" pitchFamily="18" typeface="Cambria Math"/>
                        <a:ea charset="0" panose="02040503050406030204" pitchFamily="18" typeface="Cambria Math"/>
                      </a:rPr>
                      <m:t>𝑛</m:t>
                    </m:r>
                    <m:r>
                      <a:rPr b="0" dirty="0" i="0" lang="en-US" smtClean="0" sz="1800">
                        <a:solidFill>
                          <a:srgbClr val="FF0000"/>
                        </a:solidFill>
                        <a:latin charset="0" panose="02040503050406030204" pitchFamily="18" typeface="Cambria Math"/>
                        <a:ea charset="0" panose="02040503050406030204" pitchFamily="18" typeface="Cambria Math"/>
                      </a:rPr>
                      <m:t>.</m:t>
                    </m:r>
                  </m:oMath>
                </a14:m>
                <a:endParaRPr dirty="0" lang="en-US" sz="1800"/>
              </a:p>
              <a:p>
                <a:pPr indent="0" marL="0">
                  <a:buNone/>
                </a:pPr>
                <a14:m>
                  <m:oMathPara xmlns:m="http://schemas.openxmlformats.org/officeDocument/2006/math">
                    <m:oMathParaPr>
                      <m:jc m:val="center"/>
                    </m:oMathParaPr>
                    <m:oMath>
                      <m:sSub>
                        <m:sSubPr>
                          <m:ctrlPr>
                            <a:rPr dirty="0" i="1" lang="en-US" smtClean="0" sz="1800">
                              <a:solidFill>
                                <a:schemeClr val="tx1"/>
                              </a:solidFill>
                              <a:latin charset="0" panose="02040503050406030204" pitchFamily="18" typeface="Cambria Math"/>
                            </a:rPr>
                          </m:ctrlPr>
                        </m:sSubPr>
                        <m:e>
                          <m:r>
                            <a:rPr dirty="0" i="1" lang="en-US" sz="1800">
                              <a:solidFill>
                                <a:schemeClr val="tx1"/>
                              </a:solidFill>
                              <a:latin charset="0" panose="02040503050406030204" pitchFamily="18" typeface="Cambria Math"/>
                            </a:rPr>
                            <m:t>𝑑</m:t>
                          </m:r>
                        </m:e>
                        <m:sub>
                          <m:sSub>
                            <m:sSubPr>
                              <m:ctrlPr>
                                <a:rPr dirty="0" i="1" lang="en-US" sz="1800">
                                  <a:solidFill>
                                    <a:schemeClr val="tx1"/>
                                  </a:solidFill>
                                  <a:latin charset="0" panose="02040503050406030204" pitchFamily="18" typeface="Cambria Math"/>
                                </a:rPr>
                              </m:ctrlPr>
                            </m:sSubPr>
                            <m:e>
                              <m:r>
                                <a:rPr dirty="0" i="1" lang="en-US" sz="1800">
                                  <a:solidFill>
                                    <a:schemeClr val="tx1"/>
                                  </a:solidFill>
                                  <a:latin charset="0" panose="02040503050406030204" pitchFamily="18" typeface="Cambria Math"/>
                                </a:rPr>
                                <m:t>𝑘</m:t>
                              </m:r>
                            </m:e>
                            <m:sub>
                              <m:r>
                                <a:rPr dirty="0" i="1" lang="en-US" sz="1800">
                                  <a:solidFill>
                                    <a:schemeClr val="tx1"/>
                                  </a:solidFill>
                                  <a:latin charset="0" panose="02040503050406030204" pitchFamily="18" typeface="Cambria Math"/>
                                </a:rPr>
                                <m:t>𝑝𝑟</m:t>
                              </m:r>
                            </m:sub>
                          </m:sSub>
                        </m:sub>
                      </m:sSub>
                      <m:d>
                        <m:dPr>
                          <m:ctrlPr>
                            <a:rPr dirty="0" i="1" lang="en-US" sz="1800">
                              <a:solidFill>
                                <a:schemeClr val="tx1"/>
                              </a:solidFill>
                              <a:latin charset="0" panose="02040503050406030204" pitchFamily="18" typeface="Cambria Math"/>
                            </a:rPr>
                          </m:ctrlPr>
                        </m:dPr>
                        <m:e>
                          <m:r>
                            <a:rPr dirty="0" i="1" lang="en-US" sz="1800">
                              <a:solidFill>
                                <a:schemeClr val="tx1"/>
                              </a:solidFill>
                              <a:latin charset="0" panose="02040503050406030204" pitchFamily="18" typeface="Cambria Math"/>
                            </a:rPr>
                            <m:t>𝑦</m:t>
                          </m:r>
                        </m:e>
                      </m:d>
                      <m:r>
                        <a:rPr dirty="0" i="1" lang="en-US" sz="1800">
                          <a:solidFill>
                            <a:schemeClr val="tx1"/>
                          </a:solidFill>
                          <a:latin charset="0" panose="02040503050406030204" pitchFamily="18" typeface="Cambria Math"/>
                          <a:ea charset="0" panose="02040503050406030204" pitchFamily="18" typeface="Cambria Math"/>
                        </a:rPr>
                        <m:t>≡</m:t>
                      </m:r>
                      <m:sSup>
                        <m:sSupPr>
                          <m:ctrlPr>
                            <a:rPr dirty="0" i="1" lang="en-US" sz="1800">
                              <a:solidFill>
                                <a:schemeClr val="tx1"/>
                              </a:solidFill>
                              <a:latin charset="0" panose="02040503050406030204" pitchFamily="18" typeface="Cambria Math"/>
                              <a:ea charset="0" panose="02040503050406030204" pitchFamily="18" typeface="Cambria Math"/>
                            </a:rPr>
                          </m:ctrlPr>
                        </m:sSupPr>
                        <m:e>
                          <m:r>
                            <a:rPr dirty="0" i="1" lang="en-US" sz="1800">
                              <a:solidFill>
                                <a:schemeClr val="tx1"/>
                              </a:solidFill>
                              <a:latin charset="0" panose="02040503050406030204" pitchFamily="18" typeface="Cambria Math"/>
                              <a:ea charset="0" panose="02040503050406030204" pitchFamily="18" typeface="Cambria Math"/>
                            </a:rPr>
                            <m:t>𝑥</m:t>
                          </m:r>
                        </m:e>
                        <m:sup>
                          <m:r>
                            <a:rPr dirty="0" i="1" lang="en-US" sz="1800">
                              <a:solidFill>
                                <a:schemeClr val="tx1"/>
                              </a:solidFill>
                              <a:latin charset="0" panose="02040503050406030204" pitchFamily="18" typeface="Cambria Math"/>
                              <a:ea charset="0" panose="02040503050406030204" pitchFamily="18" typeface="Cambria Math"/>
                            </a:rPr>
                            <m:t>𝑒𝑑</m:t>
                          </m:r>
                        </m:sup>
                      </m:sSup>
                      <m:r>
                        <a:rPr dirty="0" i="1" lang="el-GR" smtClean="0" sz="1800">
                          <a:solidFill>
                            <a:schemeClr val="tx1"/>
                          </a:solidFill>
                          <a:latin charset="0" panose="02040503050406030204" pitchFamily="18" typeface="Cambria Math"/>
                          <a:ea charset="0" panose="02040503050406030204" pitchFamily="18" typeface="Cambria Math"/>
                        </a:rPr>
                        <m:t>≡</m:t>
                      </m:r>
                      <m:sSup>
                        <m:sSupPr>
                          <m:ctrlPr>
                            <a:rPr dirty="0" i="1" lang="en-US" sz="1800">
                              <a:solidFill>
                                <a:schemeClr val="tx1"/>
                              </a:solidFill>
                              <a:latin charset="0" panose="02040503050406030204" pitchFamily="18" typeface="Cambria Math"/>
                              <a:ea charset="0" panose="02040503050406030204" pitchFamily="18" typeface="Cambria Math"/>
                            </a:rPr>
                          </m:ctrlPr>
                        </m:sSupPr>
                        <m:e>
                          <m:r>
                            <a:rPr dirty="0" i="1" lang="en-US" sz="1800">
                              <a:solidFill>
                                <a:schemeClr val="tx1"/>
                              </a:solidFill>
                              <a:latin charset="0" panose="02040503050406030204" pitchFamily="18" typeface="Cambria Math"/>
                              <a:ea charset="0" panose="02040503050406030204" pitchFamily="18" typeface="Cambria Math"/>
                            </a:rPr>
                            <m:t>𝑥</m:t>
                          </m:r>
                        </m:e>
                        <m:sup>
                          <m:r>
                            <a:rPr dirty="0" i="1" lang="en-US" sz="1800">
                              <a:solidFill>
                                <a:schemeClr val="tx1"/>
                              </a:solidFill>
                              <a:latin charset="0" panose="02040503050406030204" pitchFamily="18" typeface="Cambria Math"/>
                              <a:ea charset="0" panose="02040503050406030204" pitchFamily="18" typeface="Cambria Math"/>
                            </a:rPr>
                            <m:t>1+</m:t>
                          </m:r>
                          <m:r>
                            <a:rPr dirty="0" i="1" lang="en-US" sz="1800">
                              <a:solidFill>
                                <a:schemeClr val="tx1"/>
                              </a:solidFill>
                              <a:latin charset="0" panose="02040503050406030204" pitchFamily="18" typeface="Cambria Math"/>
                              <a:ea charset="0" panose="02040503050406030204" pitchFamily="18" typeface="Cambria Math"/>
                            </a:rPr>
                            <m:t>𝑡</m:t>
                          </m:r>
                          <m:r>
                            <a:rPr dirty="0" i="1" lang="el-GR" sz="1800">
                              <a:solidFill>
                                <a:schemeClr val="tx1"/>
                              </a:solidFill>
                              <a:latin charset="0" panose="02040503050406030204" pitchFamily="18" typeface="Cambria Math"/>
                              <a:ea charset="0" panose="02040503050406030204" pitchFamily="18" typeface="Cambria Math"/>
                            </a:rPr>
                            <m:t>𝜙</m:t>
                          </m:r>
                          <m:d>
                            <m:dPr>
                              <m:ctrlPr>
                                <a:rPr dirty="0" i="1" lang="en-US" sz="1800">
                                  <a:solidFill>
                                    <a:schemeClr val="tx1"/>
                                  </a:solidFill>
                                  <a:latin charset="0" panose="02040503050406030204" pitchFamily="18" typeface="Cambria Math"/>
                                  <a:ea charset="0" panose="02040503050406030204" pitchFamily="18" typeface="Cambria Math"/>
                                </a:rPr>
                              </m:ctrlPr>
                            </m:dPr>
                            <m:e>
                              <m:r>
                                <a:rPr dirty="0" i="1" lang="en-US" sz="1800">
                                  <a:solidFill>
                                    <a:schemeClr val="tx1"/>
                                  </a:solidFill>
                                  <a:latin charset="0" panose="02040503050406030204" pitchFamily="18" typeface="Cambria Math"/>
                                  <a:ea charset="0" panose="02040503050406030204" pitchFamily="18" typeface="Cambria Math"/>
                                </a:rPr>
                                <m:t>𝑛</m:t>
                              </m:r>
                            </m:e>
                          </m:d>
                        </m:sup>
                      </m:sSup>
                      <m:r>
                        <a:rPr dirty="0" i="1" lang="en-US" smtClean="0" sz="1800">
                          <a:solidFill>
                            <a:schemeClr val="tx1"/>
                          </a:solidFill>
                          <a:latin charset="0" panose="02040503050406030204" pitchFamily="18" typeface="Cambria Math"/>
                          <a:ea charset="0" panose="02040503050406030204" pitchFamily="18" typeface="Cambria Math"/>
                        </a:rPr>
                        <m:t>≡</m:t>
                      </m:r>
                      <m:r>
                        <a:rPr b="0" dirty="0" i="1" lang="en-US" smtClean="0" sz="1800">
                          <a:solidFill>
                            <a:schemeClr val="tx1"/>
                          </a:solidFill>
                          <a:latin charset="0" panose="02040503050406030204" pitchFamily="18" typeface="Cambria Math"/>
                          <a:ea charset="0" panose="02040503050406030204" pitchFamily="18" typeface="Cambria Math"/>
                        </a:rPr>
                        <m:t>𝑥</m:t>
                      </m:r>
                      <m:r>
                        <a:rPr b="0" dirty="0" i="1" lang="en-US" smtClean="0" sz="1800">
                          <a:solidFill>
                            <a:schemeClr val="tx1"/>
                          </a:solidFill>
                          <a:latin charset="0" panose="02040503050406030204" pitchFamily="18" typeface="Cambria Math"/>
                          <a:ea charset="0" panose="02040503050406030204" pitchFamily="18" typeface="Cambria Math"/>
                        </a:rPr>
                        <m:t>(</m:t>
                      </m:r>
                      <m:sSup>
                        <m:sSupPr>
                          <m:ctrlPr>
                            <a:rPr b="0" dirty="0" i="1" lang="en-US" smtClean="0" sz="1800">
                              <a:solidFill>
                                <a:schemeClr val="tx1"/>
                              </a:solidFill>
                              <a:latin charset="0" panose="02040503050406030204" pitchFamily="18" typeface="Cambria Math"/>
                              <a:ea charset="0" panose="02040503050406030204" pitchFamily="18" typeface="Cambria Math"/>
                            </a:rPr>
                          </m:ctrlPr>
                        </m:sSupPr>
                        <m:e>
                          <m:r>
                            <a:rPr b="0" dirty="0" i="1" lang="en-US" smtClean="0" sz="1800">
                              <a:solidFill>
                                <a:schemeClr val="tx1"/>
                              </a:solidFill>
                              <a:latin charset="0" panose="02040503050406030204" pitchFamily="18" typeface="Cambria Math"/>
                              <a:ea charset="0" panose="02040503050406030204" pitchFamily="18" typeface="Cambria Math"/>
                            </a:rPr>
                            <m:t>𝑥</m:t>
                          </m:r>
                        </m:e>
                        <m:sup>
                          <m:r>
                            <a:rPr dirty="0" i="1" lang="el-GR" sz="1800">
                              <a:solidFill>
                                <a:schemeClr val="tx1"/>
                              </a:solidFill>
                              <a:latin charset="0" panose="02040503050406030204" pitchFamily="18" typeface="Cambria Math"/>
                              <a:ea charset="0" panose="02040503050406030204" pitchFamily="18" typeface="Cambria Math"/>
                            </a:rPr>
                            <m:t>𝜙</m:t>
                          </m:r>
                          <m:d>
                            <m:dPr>
                              <m:ctrlPr>
                                <a:rPr dirty="0" i="1" lang="en-US" sz="1800">
                                  <a:solidFill>
                                    <a:schemeClr val="tx1"/>
                                  </a:solidFill>
                                  <a:latin charset="0" panose="02040503050406030204" pitchFamily="18" typeface="Cambria Math"/>
                                  <a:ea charset="0" panose="02040503050406030204" pitchFamily="18" typeface="Cambria Math"/>
                                </a:rPr>
                              </m:ctrlPr>
                            </m:dPr>
                            <m:e>
                              <m:r>
                                <a:rPr dirty="0" i="1" lang="en-US" sz="1800">
                                  <a:solidFill>
                                    <a:schemeClr val="tx1"/>
                                  </a:solidFill>
                                  <a:latin charset="0" panose="02040503050406030204" pitchFamily="18" typeface="Cambria Math"/>
                                  <a:ea charset="0" panose="02040503050406030204" pitchFamily="18" typeface="Cambria Math"/>
                                </a:rPr>
                                <m:t>𝑛</m:t>
                              </m:r>
                            </m:e>
                          </m:d>
                        </m:sup>
                      </m:sSup>
                      <m:sSup>
                        <m:sSupPr>
                          <m:ctrlPr>
                            <a:rPr b="0" dirty="0" i="1" lang="en-US" smtClean="0" sz="1800">
                              <a:solidFill>
                                <a:schemeClr val="tx1"/>
                              </a:solidFill>
                              <a:latin charset="0" panose="02040503050406030204" pitchFamily="18" typeface="Cambria Math"/>
                              <a:ea charset="0" panose="02040503050406030204" pitchFamily="18" typeface="Cambria Math"/>
                            </a:rPr>
                          </m:ctrlPr>
                        </m:sSupPr>
                        <m:e>
                          <m:r>
                            <a:rPr b="0" dirty="0" i="1" lang="en-US" smtClean="0" sz="1800">
                              <a:solidFill>
                                <a:schemeClr val="tx1"/>
                              </a:solidFill>
                              <a:latin charset="0" panose="02040503050406030204" pitchFamily="18" typeface="Cambria Math"/>
                              <a:ea charset="0" panose="02040503050406030204" pitchFamily="18" typeface="Cambria Math"/>
                            </a:rPr>
                            <m:t>)</m:t>
                          </m:r>
                        </m:e>
                        <m:sup>
                          <m:r>
                            <a:rPr b="0" dirty="0" i="1" lang="en-US" smtClean="0" sz="1800">
                              <a:solidFill>
                                <a:schemeClr val="tx1"/>
                              </a:solidFill>
                              <a:latin charset="0" panose="02040503050406030204" pitchFamily="18" typeface="Cambria Math"/>
                              <a:ea charset="0" panose="02040503050406030204" pitchFamily="18" typeface="Cambria Math"/>
                            </a:rPr>
                            <m:t>𝑡</m:t>
                          </m:r>
                        </m:sup>
                      </m:sSup>
                      <m:r>
                        <a:rPr dirty="0" i="1" lang="en-US" sz="1800">
                          <a:solidFill>
                            <a:schemeClr val="tx1"/>
                          </a:solidFill>
                          <a:latin charset="0" panose="02040503050406030204" pitchFamily="18" typeface="Cambria Math"/>
                          <a:ea charset="0" panose="02040503050406030204" pitchFamily="18" typeface="Cambria Math"/>
                        </a:rPr>
                        <m:t>𝑚𝑜𝑑</m:t>
                      </m:r>
                      <m:r>
                        <a:rPr dirty="0" i="1" lang="en-US" sz="1800">
                          <a:solidFill>
                            <a:schemeClr val="tx1"/>
                          </a:solidFill>
                          <a:latin charset="0" panose="02040503050406030204" pitchFamily="18" typeface="Cambria Math"/>
                          <a:ea charset="0" panose="02040503050406030204" pitchFamily="18" typeface="Cambria Math"/>
                        </a:rPr>
                        <m:t> </m:t>
                      </m:r>
                      <m:r>
                        <a:rPr dirty="0" i="1" lang="en-US" sz="1800">
                          <a:solidFill>
                            <a:schemeClr val="tx1"/>
                          </a:solidFill>
                          <a:latin charset="0" panose="02040503050406030204" pitchFamily="18" typeface="Cambria Math"/>
                          <a:ea charset="0" panose="02040503050406030204" pitchFamily="18" typeface="Cambria Math"/>
                        </a:rPr>
                        <m:t>𝑛</m:t>
                      </m:r>
                      <m:r>
                        <a:rPr dirty="0" i="1" lang="en-US" sz="1800">
                          <a:solidFill>
                            <a:schemeClr val="tx1"/>
                          </a:solidFill>
                          <a:latin charset="0" panose="02040503050406030204" pitchFamily="18" typeface="Cambria Math"/>
                          <a:ea charset="0" panose="02040503050406030204" pitchFamily="18" typeface="Cambria Math"/>
                        </a:rPr>
                        <m:t>≡</m:t>
                      </m:r>
                      <m:r>
                        <a:rPr dirty="0" i="1" lang="en-US" sz="1800">
                          <a:solidFill>
                            <a:schemeClr val="tx1"/>
                          </a:solidFill>
                          <a:latin charset="0" panose="02040503050406030204" pitchFamily="18" typeface="Cambria Math"/>
                          <a:ea charset="0" panose="02040503050406030204" pitchFamily="18" typeface="Cambria Math"/>
                        </a:rPr>
                        <m:t>𝑥</m:t>
                      </m:r>
                      <m:r>
                        <a:rPr dirty="0" i="1" lang="en-US" sz="1800">
                          <a:solidFill>
                            <a:schemeClr val="tx1"/>
                          </a:solidFill>
                          <a:latin charset="0" panose="02040503050406030204" pitchFamily="18" typeface="Cambria Math"/>
                          <a:ea charset="0" panose="02040503050406030204" pitchFamily="18" typeface="Cambria Math"/>
                        </a:rPr>
                        <m:t> </m:t>
                      </m:r>
                      <m:r>
                        <a:rPr dirty="0" i="1" lang="en-US" sz="1800">
                          <a:solidFill>
                            <a:schemeClr val="tx1"/>
                          </a:solidFill>
                          <a:latin charset="0" panose="02040503050406030204" pitchFamily="18" typeface="Cambria Math"/>
                          <a:ea charset="0" panose="02040503050406030204" pitchFamily="18" typeface="Cambria Math"/>
                        </a:rPr>
                        <m:t>𝑚𝑜𝑑</m:t>
                      </m:r>
                      <m:r>
                        <a:rPr dirty="0" i="1" lang="en-US" sz="1800">
                          <a:solidFill>
                            <a:schemeClr val="tx1"/>
                          </a:solidFill>
                          <a:latin charset="0" panose="02040503050406030204" pitchFamily="18" typeface="Cambria Math"/>
                          <a:ea charset="0" panose="02040503050406030204" pitchFamily="18" typeface="Cambria Math"/>
                        </a:rPr>
                        <m:t> </m:t>
                      </m:r>
                      <m:r>
                        <a:rPr dirty="0" i="1" lang="en-US" sz="1800">
                          <a:solidFill>
                            <a:schemeClr val="tx1"/>
                          </a:solidFill>
                          <a:latin charset="0" panose="02040503050406030204" pitchFamily="18" typeface="Cambria Math"/>
                          <a:ea charset="0" panose="02040503050406030204" pitchFamily="18" typeface="Cambria Math"/>
                        </a:rPr>
                        <m:t>𝑛</m:t>
                      </m:r>
                    </m:oMath>
                  </m:oMathPara>
                </a14:m>
                <a:endParaRPr dirty="0" lang="en-US" sz="1800">
                  <a:solidFill>
                    <a:schemeClr val="tx1"/>
                  </a:solidFill>
                </a:endParaRPr>
              </a:p>
              <a:p>
                <a:pPr indent="0" marL="0">
                  <a:buNone/>
                </a:pPr>
                <a:r>
                  <a:rPr dirty="0" lang="en-US" sz="1800"/>
                  <a:t>    </a:t>
                </a:r>
                <a:r>
                  <a:rPr b="1" dirty="0" lang="en-US" sz="1800" u="sng">
                    <a:solidFill>
                      <a:schemeClr val="tx1"/>
                    </a:solidFill>
                  </a:rPr>
                  <a:t>First case: </a:t>
                </a:r>
                <a:r>
                  <a:rPr dirty="0" err="1" lang="en-US" sz="1800"/>
                  <a:t>gcd</a:t>
                </a:r>
                <a:r>
                  <a:rPr dirty="0" lang="en-US" sz="1800"/>
                  <a:t>(x,</a:t>
                </a:r>
                <a:r>
                  <a:rPr dirty="0" lang="en-US" sz="1800">
                    <a:solidFill>
                      <a:srgbClr val="7030A0"/>
                    </a:solidFill>
                  </a:rPr>
                  <a:t> </a:t>
                </a:r>
                <a:r>
                  <a:rPr dirty="0" lang="en-US" sz="1800">
                    <a:solidFill>
                      <a:schemeClr val="tx1"/>
                    </a:solidFill>
                  </a:rPr>
                  <a:t>n</a:t>
                </a:r>
                <a:r>
                  <a:rPr dirty="0" lang="en-US" sz="1800"/>
                  <a:t>) = 1, then </a:t>
                </a:r>
                <a14:m>
                  <m:oMath xmlns:m="http://schemas.openxmlformats.org/officeDocument/2006/math">
                    <m:sSup>
                      <m:sSupPr>
                        <m:ctrlPr>
                          <a:rPr i="1" lang="en-US" sz="1800">
                            <a:latin charset="0" panose="02040503050406030204" pitchFamily="18" typeface="Cambria Math"/>
                          </a:rPr>
                        </m:ctrlPr>
                      </m:sSupPr>
                      <m:e>
                        <m:r>
                          <a:rPr b="0" i="1" lang="en-US" smtClean="0" sz="1800">
                            <a:latin charset="0" panose="02040503050406030204" pitchFamily="18" typeface="Cambria Math"/>
                          </a:rPr>
                          <m:t>𝑥</m:t>
                        </m:r>
                      </m:e>
                      <m:sup>
                        <m:r>
                          <a:rPr i="1" lang="en-US" sz="1800">
                            <a:latin charset="0" panose="02040503050406030204" pitchFamily="18" typeface="Cambria Math"/>
                            <a:ea charset="0" panose="02040503050406030204" pitchFamily="18" typeface="Cambria Math"/>
                          </a:rPr>
                          <m:t>𝜙</m:t>
                        </m:r>
                        <m:r>
                          <a:rPr i="1" lang="en-US" sz="1800">
                            <a:latin charset="0" panose="02040503050406030204" pitchFamily="18" typeface="Cambria Math"/>
                            <a:ea charset="0" panose="02040503050406030204" pitchFamily="18" typeface="Cambria Math"/>
                          </a:rPr>
                          <m:t>(</m:t>
                        </m:r>
                        <m:r>
                          <a:rPr b="0" i="1" lang="en-US" smtClean="0" sz="1800">
                            <a:latin charset="0" panose="02040503050406030204" pitchFamily="18" typeface="Cambria Math"/>
                            <a:ea charset="0" panose="02040503050406030204" pitchFamily="18" typeface="Cambria Math"/>
                          </a:rPr>
                          <m:t>𝑛</m:t>
                        </m:r>
                        <m:r>
                          <a:rPr i="1" lang="en-US" sz="1800">
                            <a:latin charset="0" panose="02040503050406030204" pitchFamily="18" typeface="Cambria Math"/>
                            <a:ea charset="0" panose="02040503050406030204" pitchFamily="18" typeface="Cambria Math"/>
                          </a:rPr>
                          <m:t>)</m:t>
                        </m:r>
                      </m:sup>
                    </m:sSup>
                    <m:r>
                      <a:rPr i="1" lang="en-US" sz="1800">
                        <a:latin charset="0" panose="02040503050406030204" pitchFamily="18" typeface="Cambria Math"/>
                        <a:ea charset="0" panose="02040503050406030204" pitchFamily="18" typeface="Cambria Math"/>
                      </a:rPr>
                      <m:t>≡1 </m:t>
                    </m:r>
                    <m:r>
                      <a:rPr i="1" lang="en-US" sz="1800">
                        <a:latin charset="0" panose="02040503050406030204" pitchFamily="18" typeface="Cambria Math"/>
                        <a:ea charset="0" panose="02040503050406030204" pitchFamily="18" typeface="Cambria Math"/>
                      </a:rPr>
                      <m:t>𝑚𝑜𝑑</m:t>
                    </m:r>
                    <m:r>
                      <a:rPr i="1" lang="en-US" sz="1800">
                        <a:latin charset="0" panose="02040503050406030204" pitchFamily="18" typeface="Cambria Math"/>
                        <a:ea charset="0" panose="02040503050406030204" pitchFamily="18" typeface="Cambria Math"/>
                      </a:rPr>
                      <m:t> </m:t>
                    </m:r>
                    <m:r>
                      <a:rPr b="0" i="1" lang="en-US" smtClean="0" sz="1800">
                        <a:latin charset="0" panose="02040503050406030204" pitchFamily="18" typeface="Cambria Math"/>
                        <a:ea charset="0" panose="02040503050406030204" pitchFamily="18" typeface="Cambria Math"/>
                      </a:rPr>
                      <m:t>𝑛</m:t>
                    </m:r>
                  </m:oMath>
                </a14:m>
                <a:endParaRPr dirty="0" lang="en-US" sz="1800"/>
              </a:p>
              <a:p>
                <a:pPr indent="0" lvl="1" marL="201168">
                  <a:buNone/>
                </a:pPr>
                <a14:m>
                  <m:oMathPara xmlns:m="http://schemas.openxmlformats.org/officeDocument/2006/math">
                    <m:oMathParaPr>
                      <m:jc m:val="center"/>
                    </m:oMathParaPr>
                    <m:oMath>
                      <m:sSub>
                        <m:sSubPr>
                          <m:ctrlPr>
                            <a:rPr dirty="0" i="1" lang="en-US" smtClean="0" sz="1800">
                              <a:solidFill>
                                <a:schemeClr val="tx1"/>
                              </a:solidFill>
                              <a:latin charset="0" panose="02040503050406030204" pitchFamily="18" typeface="Cambria Math"/>
                            </a:rPr>
                          </m:ctrlPr>
                        </m:sSubPr>
                        <m:e>
                          <m:r>
                            <a:rPr dirty="0" i="1" lang="en-US" sz="1800">
                              <a:solidFill>
                                <a:schemeClr val="tx1"/>
                              </a:solidFill>
                              <a:latin charset="0" panose="02040503050406030204" pitchFamily="18" typeface="Cambria Math"/>
                            </a:rPr>
                            <m:t>𝑑</m:t>
                          </m:r>
                        </m:e>
                        <m:sub>
                          <m:sSub>
                            <m:sSubPr>
                              <m:ctrlPr>
                                <a:rPr dirty="0" i="1" lang="en-US" sz="1800">
                                  <a:solidFill>
                                    <a:schemeClr val="tx1"/>
                                  </a:solidFill>
                                  <a:latin charset="0" panose="02040503050406030204" pitchFamily="18" typeface="Cambria Math"/>
                                </a:rPr>
                              </m:ctrlPr>
                            </m:sSubPr>
                            <m:e>
                              <m:r>
                                <a:rPr dirty="0" i="1" lang="en-US" sz="1800">
                                  <a:solidFill>
                                    <a:schemeClr val="tx1"/>
                                  </a:solidFill>
                                  <a:latin charset="0" panose="02040503050406030204" pitchFamily="18" typeface="Cambria Math"/>
                                </a:rPr>
                                <m:t>𝑘</m:t>
                              </m:r>
                            </m:e>
                            <m:sub>
                              <m:r>
                                <a:rPr dirty="0" i="1" lang="en-US" sz="1800">
                                  <a:solidFill>
                                    <a:schemeClr val="tx1"/>
                                  </a:solidFill>
                                  <a:latin charset="0" panose="02040503050406030204" pitchFamily="18" typeface="Cambria Math"/>
                                </a:rPr>
                                <m:t>𝑝𝑟</m:t>
                              </m:r>
                            </m:sub>
                          </m:sSub>
                        </m:sub>
                      </m:sSub>
                      <m:d>
                        <m:dPr>
                          <m:ctrlPr>
                            <a:rPr dirty="0" i="1" lang="en-US" sz="1800">
                              <a:solidFill>
                                <a:schemeClr val="tx1"/>
                              </a:solidFill>
                              <a:latin charset="0" panose="02040503050406030204" pitchFamily="18" typeface="Cambria Math"/>
                            </a:rPr>
                          </m:ctrlPr>
                        </m:dPr>
                        <m:e>
                          <m:r>
                            <a:rPr dirty="0" i="1" lang="en-US" sz="1800">
                              <a:solidFill>
                                <a:schemeClr val="tx1"/>
                              </a:solidFill>
                              <a:latin charset="0" panose="02040503050406030204" pitchFamily="18" typeface="Cambria Math"/>
                            </a:rPr>
                            <m:t>𝑦</m:t>
                          </m:r>
                        </m:e>
                      </m:d>
                      <m:r>
                        <a:rPr dirty="0" i="1" lang="en-US" sz="1800">
                          <a:solidFill>
                            <a:schemeClr val="tx1"/>
                          </a:solidFill>
                          <a:latin charset="0" panose="02040503050406030204" pitchFamily="18" typeface="Cambria Math"/>
                          <a:ea charset="0" panose="02040503050406030204" pitchFamily="18" typeface="Cambria Math"/>
                        </a:rPr>
                        <m:t>≡</m:t>
                      </m:r>
                      <m:r>
                        <a:rPr dirty="0" i="1" lang="en-US" sz="1800">
                          <a:solidFill>
                            <a:schemeClr val="tx1"/>
                          </a:solidFill>
                          <a:latin charset="0" panose="02040503050406030204" pitchFamily="18" typeface="Cambria Math"/>
                          <a:ea charset="0" panose="02040503050406030204" pitchFamily="18" typeface="Cambria Math"/>
                        </a:rPr>
                        <m:t>𝑥</m:t>
                      </m:r>
                      <m:r>
                        <a:rPr dirty="0" i="1" lang="en-US" sz="1800">
                          <a:solidFill>
                            <a:schemeClr val="tx1"/>
                          </a:solidFill>
                          <a:latin charset="0" panose="02040503050406030204" pitchFamily="18" typeface="Cambria Math"/>
                          <a:ea charset="0" panose="02040503050406030204" pitchFamily="18" typeface="Cambria Math"/>
                        </a:rPr>
                        <m:t>(</m:t>
                      </m:r>
                      <m:sSup>
                        <m:sSupPr>
                          <m:ctrlPr>
                            <a:rPr dirty="0" i="1" lang="en-US" sz="1800">
                              <a:solidFill>
                                <a:schemeClr val="tx1"/>
                              </a:solidFill>
                              <a:latin charset="0" panose="02040503050406030204" pitchFamily="18" typeface="Cambria Math"/>
                              <a:ea charset="0" panose="02040503050406030204" pitchFamily="18" typeface="Cambria Math"/>
                            </a:rPr>
                          </m:ctrlPr>
                        </m:sSupPr>
                        <m:e>
                          <m:r>
                            <a:rPr dirty="0" i="1" lang="en-US" sz="1800">
                              <a:solidFill>
                                <a:schemeClr val="tx1"/>
                              </a:solidFill>
                              <a:latin charset="0" panose="02040503050406030204" pitchFamily="18" typeface="Cambria Math"/>
                              <a:ea charset="0" panose="02040503050406030204" pitchFamily="18" typeface="Cambria Math"/>
                            </a:rPr>
                            <m:t>𝑥</m:t>
                          </m:r>
                        </m:e>
                        <m:sup>
                          <m:r>
                            <a:rPr dirty="0" i="1" lang="el-GR" sz="1800">
                              <a:solidFill>
                                <a:schemeClr val="tx1"/>
                              </a:solidFill>
                              <a:latin charset="0" panose="02040503050406030204" pitchFamily="18" typeface="Cambria Math"/>
                              <a:ea charset="0" panose="02040503050406030204" pitchFamily="18" typeface="Cambria Math"/>
                            </a:rPr>
                            <m:t>𝜙</m:t>
                          </m:r>
                          <m:d>
                            <m:dPr>
                              <m:ctrlPr>
                                <a:rPr dirty="0" i="1" lang="en-US" sz="1800">
                                  <a:solidFill>
                                    <a:schemeClr val="tx1"/>
                                  </a:solidFill>
                                  <a:latin charset="0" panose="02040503050406030204" pitchFamily="18" typeface="Cambria Math"/>
                                  <a:ea charset="0" panose="02040503050406030204" pitchFamily="18" typeface="Cambria Math"/>
                                </a:rPr>
                              </m:ctrlPr>
                            </m:dPr>
                            <m:e>
                              <m:r>
                                <a:rPr dirty="0" i="1" lang="en-US" sz="1800">
                                  <a:solidFill>
                                    <a:schemeClr val="tx1"/>
                                  </a:solidFill>
                                  <a:latin charset="0" panose="02040503050406030204" pitchFamily="18" typeface="Cambria Math"/>
                                  <a:ea charset="0" panose="02040503050406030204" pitchFamily="18" typeface="Cambria Math"/>
                                </a:rPr>
                                <m:t>𝑛</m:t>
                              </m:r>
                            </m:e>
                          </m:d>
                        </m:sup>
                      </m:sSup>
                      <m:sSup>
                        <m:sSupPr>
                          <m:ctrlPr>
                            <a:rPr dirty="0" i="1" lang="en-US" sz="1800">
                              <a:solidFill>
                                <a:schemeClr val="tx1"/>
                              </a:solidFill>
                              <a:latin charset="0" panose="02040503050406030204" pitchFamily="18" typeface="Cambria Math"/>
                              <a:ea charset="0" panose="02040503050406030204" pitchFamily="18" typeface="Cambria Math"/>
                            </a:rPr>
                          </m:ctrlPr>
                        </m:sSupPr>
                        <m:e>
                          <m:r>
                            <a:rPr dirty="0" i="1" lang="en-US" sz="1800">
                              <a:solidFill>
                                <a:schemeClr val="tx1"/>
                              </a:solidFill>
                              <a:latin charset="0" panose="02040503050406030204" pitchFamily="18" typeface="Cambria Math"/>
                              <a:ea charset="0" panose="02040503050406030204" pitchFamily="18" typeface="Cambria Math"/>
                            </a:rPr>
                            <m:t>)</m:t>
                          </m:r>
                        </m:e>
                        <m:sup>
                          <m:r>
                            <a:rPr dirty="0" i="1" lang="en-US" sz="1800">
                              <a:solidFill>
                                <a:schemeClr val="tx1"/>
                              </a:solidFill>
                              <a:latin charset="0" panose="02040503050406030204" pitchFamily="18" typeface="Cambria Math"/>
                              <a:ea charset="0" panose="02040503050406030204" pitchFamily="18" typeface="Cambria Math"/>
                            </a:rPr>
                            <m:t>𝑡</m:t>
                          </m:r>
                        </m:sup>
                      </m:sSup>
                      <m:r>
                        <a:rPr dirty="0" i="1" lang="en-US" smtClean="0" sz="1800">
                          <a:solidFill>
                            <a:schemeClr val="tx1"/>
                          </a:solidFill>
                          <a:latin charset="0" panose="02040503050406030204" pitchFamily="18" typeface="Cambria Math"/>
                          <a:ea charset="0" panose="02040503050406030204" pitchFamily="18" typeface="Cambria Math"/>
                        </a:rPr>
                        <m:t>≡</m:t>
                      </m:r>
                      <m:r>
                        <a:rPr b="0" dirty="0" i="1" lang="en-US" smtClean="0" sz="1800">
                          <a:solidFill>
                            <a:schemeClr val="tx1"/>
                          </a:solidFill>
                          <a:latin charset="0" panose="02040503050406030204" pitchFamily="18" typeface="Cambria Math"/>
                          <a:ea charset="0" panose="02040503050406030204" pitchFamily="18" typeface="Cambria Math"/>
                        </a:rPr>
                        <m:t>𝑥</m:t>
                      </m:r>
                      <m:r>
                        <a:rPr b="0" dirty="0" i="1" lang="en-US" smtClean="0" sz="1800">
                          <a:solidFill>
                            <a:schemeClr val="tx1"/>
                          </a:solidFill>
                          <a:latin charset="0" panose="02040503050406030204" pitchFamily="18" typeface="Cambria Math"/>
                          <a:ea charset="0" panose="02040503050406030204" pitchFamily="18" typeface="Cambria Math"/>
                        </a:rPr>
                        <m:t>∙</m:t>
                      </m:r>
                      <m:sSup>
                        <m:sSupPr>
                          <m:ctrlPr>
                            <a:rPr b="0" dirty="0" i="1" lang="en-US" smtClean="0" sz="1800">
                              <a:solidFill>
                                <a:schemeClr val="tx1"/>
                              </a:solidFill>
                              <a:latin charset="0" panose="02040503050406030204" pitchFamily="18" typeface="Cambria Math"/>
                              <a:ea charset="0" panose="02040503050406030204" pitchFamily="18" typeface="Cambria Math"/>
                            </a:rPr>
                          </m:ctrlPr>
                        </m:sSupPr>
                        <m:e>
                          <m:r>
                            <a:rPr b="0" dirty="0" i="1" lang="en-US" smtClean="0" sz="1800">
                              <a:solidFill>
                                <a:schemeClr val="tx1"/>
                              </a:solidFill>
                              <a:latin charset="0" panose="02040503050406030204" pitchFamily="18" typeface="Cambria Math"/>
                              <a:ea charset="0" panose="02040503050406030204" pitchFamily="18" typeface="Cambria Math"/>
                            </a:rPr>
                            <m:t>1</m:t>
                          </m:r>
                        </m:e>
                        <m:sup>
                          <m:r>
                            <a:rPr b="0" dirty="0" i="1" lang="en-US" smtClean="0" sz="1800">
                              <a:solidFill>
                                <a:schemeClr val="tx1"/>
                              </a:solidFill>
                              <a:latin charset="0" panose="02040503050406030204" pitchFamily="18" typeface="Cambria Math"/>
                              <a:ea charset="0" panose="02040503050406030204" pitchFamily="18" typeface="Cambria Math"/>
                            </a:rPr>
                            <m:t>𝑡</m:t>
                          </m:r>
                        </m:sup>
                      </m:sSup>
                      <m:r>
                        <a:rPr dirty="0" i="1" lang="en-US" sz="1800">
                          <a:solidFill>
                            <a:schemeClr val="tx1"/>
                          </a:solidFill>
                          <a:latin charset="0" panose="02040503050406030204" pitchFamily="18" typeface="Cambria Math"/>
                          <a:ea charset="0" panose="02040503050406030204" pitchFamily="18" typeface="Cambria Math"/>
                        </a:rPr>
                        <m:t>≡</m:t>
                      </m:r>
                      <m:r>
                        <a:rPr dirty="0" i="1" lang="en-US" sz="1800">
                          <a:solidFill>
                            <a:schemeClr val="tx1"/>
                          </a:solidFill>
                          <a:latin charset="0" panose="02040503050406030204" pitchFamily="18" typeface="Cambria Math"/>
                          <a:ea charset="0" panose="02040503050406030204" pitchFamily="18" typeface="Cambria Math"/>
                        </a:rPr>
                        <m:t>𝑥</m:t>
                      </m:r>
                      <m:r>
                        <a:rPr dirty="0" i="1" lang="en-US" sz="1800">
                          <a:solidFill>
                            <a:schemeClr val="tx1"/>
                          </a:solidFill>
                          <a:latin charset="0" panose="02040503050406030204" pitchFamily="18" typeface="Cambria Math"/>
                          <a:ea charset="0" panose="02040503050406030204" pitchFamily="18" typeface="Cambria Math"/>
                        </a:rPr>
                        <m:t> </m:t>
                      </m:r>
                      <m:r>
                        <a:rPr dirty="0" i="1" lang="en-US" sz="1800">
                          <a:solidFill>
                            <a:schemeClr val="tx1"/>
                          </a:solidFill>
                          <a:latin charset="0" panose="02040503050406030204" pitchFamily="18" typeface="Cambria Math"/>
                          <a:ea charset="0" panose="02040503050406030204" pitchFamily="18" typeface="Cambria Math"/>
                        </a:rPr>
                        <m:t>𝑚𝑜𝑑</m:t>
                      </m:r>
                      <m:r>
                        <a:rPr dirty="0" i="1" lang="en-US" sz="1800">
                          <a:solidFill>
                            <a:schemeClr val="tx1"/>
                          </a:solidFill>
                          <a:latin charset="0" panose="02040503050406030204" pitchFamily="18" typeface="Cambria Math"/>
                          <a:ea charset="0" panose="02040503050406030204" pitchFamily="18" typeface="Cambria Math"/>
                        </a:rPr>
                        <m:t> </m:t>
                      </m:r>
                      <m:r>
                        <a:rPr dirty="0" i="1" lang="en-US" sz="1800">
                          <a:solidFill>
                            <a:schemeClr val="tx1"/>
                          </a:solidFill>
                          <a:latin charset="0" panose="02040503050406030204" pitchFamily="18" typeface="Cambria Math"/>
                          <a:ea charset="0" panose="02040503050406030204" pitchFamily="18" typeface="Cambria Math"/>
                        </a:rPr>
                        <m:t>𝑛</m:t>
                      </m:r>
                    </m:oMath>
                  </m:oMathPara>
                </a14:m>
                <a:endParaRPr dirty="0" lang="en-US" sz="1800">
                  <a:solidFill>
                    <a:schemeClr val="tx1"/>
                  </a:solidFill>
                </a:endParaRPr>
              </a:p>
              <a:p>
                <a:pPr indent="0" lvl="1" marL="201168">
                  <a:buNone/>
                </a:pPr>
                <a:r>
                  <a:rPr b="1" dirty="0" lang="en-US" sz="1800" u="sng">
                    <a:solidFill>
                      <a:schemeClr val="tx1"/>
                    </a:solidFill>
                  </a:rPr>
                  <a:t>Second case: </a:t>
                </a:r>
                <a:r>
                  <a:rPr dirty="0" err="1" lang="en-US" sz="1800"/>
                  <a:t>gcd</a:t>
                </a:r>
                <a:r>
                  <a:rPr dirty="0" lang="en-US" sz="1800"/>
                  <a:t>(x,</a:t>
                </a:r>
                <a:r>
                  <a:rPr dirty="0" lang="el-GR" sz="1800">
                    <a:solidFill>
                      <a:srgbClr val="7030A0"/>
                    </a:solidFill>
                  </a:rPr>
                  <a:t> </a:t>
                </a:r>
                <a:r>
                  <a:rPr dirty="0" lang="en-US" sz="1800">
                    <a:solidFill>
                      <a:schemeClr val="tx1"/>
                    </a:solidFill>
                  </a:rPr>
                  <a:t>n) </a:t>
                </a:r>
                <a14:m>
                  <m:oMath xmlns:m="http://schemas.openxmlformats.org/officeDocument/2006/math">
                    <m:r>
                      <a:rPr i="1" lang="en-US" smtClean="0" sz="1800">
                        <a:solidFill>
                          <a:schemeClr val="tx1"/>
                        </a:solidFill>
                        <a:latin charset="0" panose="02040503050406030204" pitchFamily="18" typeface="Cambria Math"/>
                        <a:ea charset="0" panose="02040503050406030204" pitchFamily="18" typeface="Cambria Math"/>
                      </a:rPr>
                      <m:t>≠</m:t>
                    </m:r>
                  </m:oMath>
                </a14:m>
                <a:r>
                  <a:rPr dirty="0" lang="en-US" sz="1800"/>
                  <a:t> 1, then </a:t>
                </a:r>
                <a14:m>
                  <m:oMath xmlns:m="http://schemas.openxmlformats.org/officeDocument/2006/math">
                    <m:r>
                      <a:rPr b="0" i="1" lang="en-US" smtClean="0" sz="1800">
                        <a:latin charset="0" panose="02040503050406030204" pitchFamily="18" typeface="Cambria Math"/>
                      </a:rPr>
                      <m:t>𝑥</m:t>
                    </m:r>
                    <m:r>
                      <a:rPr b="0" i="1" lang="en-US" smtClean="0" sz="1800">
                        <a:latin charset="0" panose="02040503050406030204" pitchFamily="18" typeface="Cambria Math"/>
                      </a:rPr>
                      <m:t>=</m:t>
                    </m:r>
                    <m:r>
                      <a:rPr b="0" i="1" lang="en-US" smtClean="0" sz="1800">
                        <a:latin charset="0" panose="02040503050406030204" pitchFamily="18" typeface="Cambria Math"/>
                      </a:rPr>
                      <m:t>𝑟</m:t>
                    </m:r>
                    <m:r>
                      <a:rPr b="0" i="1" lang="en-US" smtClean="0" sz="1800">
                        <a:latin charset="0" panose="02040503050406030204" pitchFamily="18" typeface="Cambria Math"/>
                        <a:ea charset="0" panose="02040503050406030204" pitchFamily="18" typeface="Cambria Math"/>
                      </a:rPr>
                      <m:t>∙</m:t>
                    </m:r>
                    <m:r>
                      <a:rPr b="0" i="1" lang="en-US" smtClean="0" sz="1800">
                        <a:latin charset="0" panose="02040503050406030204" pitchFamily="18" typeface="Cambria Math"/>
                        <a:ea charset="0" panose="02040503050406030204" pitchFamily="18" typeface="Cambria Math"/>
                      </a:rPr>
                      <m:t>𝑝</m:t>
                    </m:r>
                  </m:oMath>
                </a14:m>
                <a:r>
                  <a:rPr dirty="0" lang="en-US" sz="1800"/>
                  <a:t> or </a:t>
                </a:r>
                <a14:m>
                  <m:oMath xmlns:m="http://schemas.openxmlformats.org/officeDocument/2006/math">
                    <m:r>
                      <a:rPr i="1" lang="en-US" sz="1800">
                        <a:latin charset="0" panose="02040503050406030204" pitchFamily="18" typeface="Cambria Math"/>
                      </a:rPr>
                      <m:t>𝑥</m:t>
                    </m:r>
                    <m:r>
                      <a:rPr i="1" lang="en-US" sz="1800">
                        <a:latin charset="0" panose="02040503050406030204" pitchFamily="18" typeface="Cambria Math"/>
                      </a:rPr>
                      <m:t>=</m:t>
                    </m:r>
                    <m:r>
                      <a:rPr b="0" i="1" lang="en-US" smtClean="0" sz="1800">
                        <a:latin charset="0" panose="02040503050406030204" pitchFamily="18" typeface="Cambria Math"/>
                      </a:rPr>
                      <m:t>𝑠</m:t>
                    </m:r>
                    <m:r>
                      <a:rPr i="1" lang="en-US" sz="1800">
                        <a:latin charset="0" panose="02040503050406030204" pitchFamily="18" typeface="Cambria Math"/>
                        <a:ea charset="0" panose="02040503050406030204" pitchFamily="18" typeface="Cambria Math"/>
                      </a:rPr>
                      <m:t>∙</m:t>
                    </m:r>
                    <m:r>
                      <a:rPr b="0" i="1" lang="en-US" smtClean="0" sz="1800">
                        <a:latin charset="0" panose="02040503050406030204" pitchFamily="18" typeface="Cambria Math"/>
                        <a:ea charset="0" panose="02040503050406030204" pitchFamily="18" typeface="Cambria Math"/>
                      </a:rPr>
                      <m:t>𝑞</m:t>
                    </m:r>
                  </m:oMath>
                </a14:m>
                <a:r>
                  <a:rPr dirty="0" lang="en-US" sz="1800"/>
                  <a:t>, where </a:t>
                </a:r>
                <a14:m>
                  <m:oMath xmlns:m="http://schemas.openxmlformats.org/officeDocument/2006/math">
                    <m:r>
                      <a:rPr b="0" i="1" lang="en-US" smtClean="0" sz="1800">
                        <a:latin charset="0" panose="02040503050406030204" pitchFamily="18" typeface="Cambria Math"/>
                      </a:rPr>
                      <m:t>𝑟</m:t>
                    </m:r>
                    <m:r>
                      <a:rPr b="0" i="1" lang="en-US" smtClean="0" sz="1800">
                        <a:latin charset="0" panose="02040503050406030204" pitchFamily="18" typeface="Cambria Math"/>
                      </a:rPr>
                      <m:t>&lt;</m:t>
                    </m:r>
                    <m:r>
                      <a:rPr b="0" i="1" lang="en-US" smtClean="0" sz="1800">
                        <a:latin charset="0" panose="02040503050406030204" pitchFamily="18" typeface="Cambria Math"/>
                      </a:rPr>
                      <m:t>𝑞</m:t>
                    </m:r>
                  </m:oMath>
                </a14:m>
                <a:r>
                  <a:rPr dirty="0" lang="en-US" sz="1800"/>
                  <a:t> and </a:t>
                </a:r>
                <a14:m>
                  <m:oMath xmlns:m="http://schemas.openxmlformats.org/officeDocument/2006/math">
                    <m:r>
                      <a:rPr b="0" i="1" lang="en-US" smtClean="0" sz="1800">
                        <a:latin charset="0" panose="02040503050406030204" pitchFamily="18" typeface="Cambria Math"/>
                      </a:rPr>
                      <m:t>𝑠</m:t>
                    </m:r>
                    <m:r>
                      <a:rPr b="0" i="1" lang="en-US" smtClean="0" sz="1800">
                        <a:latin charset="0" panose="02040503050406030204" pitchFamily="18" typeface="Cambria Math"/>
                      </a:rPr>
                      <m:t>&lt;</m:t>
                    </m:r>
                    <m:r>
                      <a:rPr b="0" i="1" lang="en-US" smtClean="0" sz="1800">
                        <a:latin charset="0" panose="02040503050406030204" pitchFamily="18" typeface="Cambria Math"/>
                      </a:rPr>
                      <m:t>𝑝</m:t>
                    </m:r>
                  </m:oMath>
                </a14:m>
                <a:r>
                  <a:rPr dirty="0" lang="en-US" sz="1800"/>
                  <a:t>.</a:t>
                </a:r>
              </a:p>
              <a:p>
                <a:pPr lvl="1"/>
                <a:r>
                  <a:rPr dirty="0" lang="en-US" sz="1800"/>
                  <a:t>We assume </a:t>
                </a:r>
                <a14:m>
                  <m:oMath xmlns:m="http://schemas.openxmlformats.org/officeDocument/2006/math">
                    <m:r>
                      <a:rPr i="1" lang="en-US" sz="1800">
                        <a:latin charset="0" panose="02040503050406030204" pitchFamily="18" typeface="Cambria Math"/>
                      </a:rPr>
                      <m:t>𝑥</m:t>
                    </m:r>
                    <m:r>
                      <a:rPr i="1" lang="en-US" sz="1800">
                        <a:latin charset="0" panose="02040503050406030204" pitchFamily="18" typeface="Cambria Math"/>
                      </a:rPr>
                      <m:t>=</m:t>
                    </m:r>
                    <m:r>
                      <a:rPr i="1" lang="en-US" sz="1800">
                        <a:latin charset="0" panose="02040503050406030204" pitchFamily="18" typeface="Cambria Math"/>
                      </a:rPr>
                      <m:t>𝑟</m:t>
                    </m:r>
                    <m:r>
                      <a:rPr i="1" lang="en-US" sz="1800">
                        <a:latin charset="0" panose="02040503050406030204" pitchFamily="18" typeface="Cambria Math"/>
                        <a:ea charset="0" panose="02040503050406030204" pitchFamily="18" typeface="Cambria Math"/>
                      </a:rPr>
                      <m:t>∙</m:t>
                    </m:r>
                    <m:r>
                      <a:rPr i="1" lang="en-US" sz="1800">
                        <a:latin charset="0" panose="02040503050406030204" pitchFamily="18" typeface="Cambria Math"/>
                        <a:ea charset="0" panose="02040503050406030204" pitchFamily="18" typeface="Cambria Math"/>
                      </a:rPr>
                      <m:t>𝑝</m:t>
                    </m:r>
                  </m:oMath>
                </a14:m>
                <a:r>
                  <a:rPr dirty="0" lang="en-US" sz="1800"/>
                  <a:t>, hence </a:t>
                </a:r>
                <a:r>
                  <a:rPr dirty="0" err="1" lang="en-US" sz="1800"/>
                  <a:t>gcd</a:t>
                </a:r>
                <a:r>
                  <a:rPr dirty="0" lang="en-US" sz="1800"/>
                  <a:t>(</a:t>
                </a:r>
                <a:r>
                  <a:rPr dirty="0" err="1" lang="en-US" sz="1800"/>
                  <a:t>x,q</a:t>
                </a:r>
                <a:r>
                  <a:rPr dirty="0" lang="en-US" sz="1800"/>
                  <a:t>) = 1. Then, </a:t>
                </a:r>
                <a14:m>
                  <m:oMath xmlns:m="http://schemas.openxmlformats.org/officeDocument/2006/math">
                    <m:sSup>
                      <m:sSupPr>
                        <m:ctrlPr>
                          <a:rPr i="1" lang="en-US" sz="1800">
                            <a:latin charset="0" panose="02040503050406030204" pitchFamily="18" typeface="Cambria Math"/>
                          </a:rPr>
                        </m:ctrlPr>
                      </m:sSupPr>
                      <m:e>
                        <m:r>
                          <a:rPr i="1" lang="en-US" sz="1800">
                            <a:latin charset="0" panose="02040503050406030204" pitchFamily="18" typeface="Cambria Math"/>
                          </a:rPr>
                          <m:t>𝑥</m:t>
                        </m:r>
                      </m:e>
                      <m:sup>
                        <m:r>
                          <a:rPr i="1" lang="en-US" sz="1800">
                            <a:latin charset="0" panose="02040503050406030204" pitchFamily="18" typeface="Cambria Math"/>
                            <a:ea charset="0" panose="02040503050406030204" pitchFamily="18" typeface="Cambria Math"/>
                          </a:rPr>
                          <m:t>𝜙</m:t>
                        </m:r>
                        <m:r>
                          <a:rPr i="1" lang="en-US" sz="1800">
                            <a:latin charset="0" panose="02040503050406030204" pitchFamily="18" typeface="Cambria Math"/>
                            <a:ea charset="0" panose="02040503050406030204" pitchFamily="18" typeface="Cambria Math"/>
                          </a:rPr>
                          <m:t>(</m:t>
                        </m:r>
                        <m:r>
                          <a:rPr b="0" i="1" lang="en-US" smtClean="0" sz="1800">
                            <a:latin charset="0" panose="02040503050406030204" pitchFamily="18" typeface="Cambria Math"/>
                            <a:ea charset="0" panose="02040503050406030204" pitchFamily="18" typeface="Cambria Math"/>
                          </a:rPr>
                          <m:t>𝑞</m:t>
                        </m:r>
                        <m:r>
                          <a:rPr i="1" lang="en-US" sz="1800">
                            <a:latin charset="0" panose="02040503050406030204" pitchFamily="18" typeface="Cambria Math"/>
                            <a:ea charset="0" panose="02040503050406030204" pitchFamily="18" typeface="Cambria Math"/>
                          </a:rPr>
                          <m:t>)</m:t>
                        </m:r>
                      </m:sup>
                    </m:sSup>
                    <m:r>
                      <a:rPr i="1" lang="en-US" sz="1800">
                        <a:latin charset="0" panose="02040503050406030204" pitchFamily="18" typeface="Cambria Math"/>
                        <a:ea charset="0" panose="02040503050406030204" pitchFamily="18" typeface="Cambria Math"/>
                      </a:rPr>
                      <m:t>≡1 </m:t>
                    </m:r>
                    <m:r>
                      <a:rPr i="1" lang="en-US" sz="1800">
                        <a:latin charset="0" panose="02040503050406030204" pitchFamily="18" typeface="Cambria Math"/>
                        <a:ea charset="0" panose="02040503050406030204" pitchFamily="18" typeface="Cambria Math"/>
                      </a:rPr>
                      <m:t>𝑚𝑜𝑑</m:t>
                    </m:r>
                    <m:r>
                      <a:rPr i="1" lang="en-US" sz="1800">
                        <a:latin charset="0" panose="02040503050406030204" pitchFamily="18" typeface="Cambria Math"/>
                        <a:ea charset="0" panose="02040503050406030204" pitchFamily="18" typeface="Cambria Math"/>
                      </a:rPr>
                      <m:t> </m:t>
                    </m:r>
                    <m:r>
                      <a:rPr b="0" i="1" lang="en-US" smtClean="0" sz="1800">
                        <a:latin charset="0" panose="02040503050406030204" pitchFamily="18" typeface="Cambria Math"/>
                        <a:ea charset="0" panose="02040503050406030204" pitchFamily="18" typeface="Cambria Math"/>
                      </a:rPr>
                      <m:t>𝑞</m:t>
                    </m:r>
                  </m:oMath>
                </a14:m>
                <a:r>
                  <a:rPr dirty="0" lang="en-US" sz="1800"/>
                  <a:t>.</a:t>
                </a:r>
              </a:p>
              <a:p>
                <a:pPr indent="0" lvl="1" marL="201168">
                  <a:buNone/>
                </a:pPr>
                <a14:m>
                  <m:oMathPara xmlns:m="http://schemas.openxmlformats.org/officeDocument/2006/math">
                    <m:oMathParaPr>
                      <m:jc m:val="center"/>
                    </m:oMathParaPr>
                    <m:oMath>
                      <m:r>
                        <a:rPr dirty="0" i="1" lang="en-US" smtClean="0" sz="1800">
                          <a:solidFill>
                            <a:schemeClr val="tx1"/>
                          </a:solidFill>
                          <a:latin charset="0" panose="02040503050406030204" pitchFamily="18" typeface="Cambria Math"/>
                          <a:ea charset="0" panose="02040503050406030204" pitchFamily="18" typeface="Cambria Math"/>
                        </a:rPr>
                        <m:t>(</m:t>
                      </m:r>
                      <m:sSup>
                        <m:sSupPr>
                          <m:ctrlPr>
                            <a:rPr dirty="0" i="1" lang="en-US" sz="1800">
                              <a:solidFill>
                                <a:schemeClr val="tx1"/>
                              </a:solidFill>
                              <a:latin charset="0" panose="02040503050406030204" pitchFamily="18" typeface="Cambria Math"/>
                              <a:ea charset="0" panose="02040503050406030204" pitchFamily="18" typeface="Cambria Math"/>
                            </a:rPr>
                          </m:ctrlPr>
                        </m:sSupPr>
                        <m:e>
                          <m:r>
                            <a:rPr dirty="0" i="1" lang="en-US" sz="1800">
                              <a:solidFill>
                                <a:schemeClr val="tx1"/>
                              </a:solidFill>
                              <a:latin charset="0" panose="02040503050406030204" pitchFamily="18" typeface="Cambria Math"/>
                              <a:ea charset="0" panose="02040503050406030204" pitchFamily="18" typeface="Cambria Math"/>
                            </a:rPr>
                            <m:t>𝑥</m:t>
                          </m:r>
                        </m:e>
                        <m:sup>
                          <m:r>
                            <a:rPr dirty="0" i="1" lang="el-GR" sz="1800">
                              <a:solidFill>
                                <a:schemeClr val="tx1"/>
                              </a:solidFill>
                              <a:latin charset="0" panose="02040503050406030204" pitchFamily="18" typeface="Cambria Math"/>
                              <a:ea charset="0" panose="02040503050406030204" pitchFamily="18" typeface="Cambria Math"/>
                            </a:rPr>
                            <m:t>𝜙</m:t>
                          </m:r>
                          <m:d>
                            <m:dPr>
                              <m:ctrlPr>
                                <a:rPr dirty="0" i="1" lang="en-US" sz="1800">
                                  <a:solidFill>
                                    <a:schemeClr val="tx1"/>
                                  </a:solidFill>
                                  <a:latin charset="0" panose="02040503050406030204" pitchFamily="18" typeface="Cambria Math"/>
                                  <a:ea charset="0" panose="02040503050406030204" pitchFamily="18" typeface="Cambria Math"/>
                                </a:rPr>
                              </m:ctrlPr>
                            </m:dPr>
                            <m:e>
                              <m:r>
                                <a:rPr dirty="0" i="1" lang="en-US" sz="1800">
                                  <a:solidFill>
                                    <a:schemeClr val="tx1"/>
                                  </a:solidFill>
                                  <a:latin charset="0" panose="02040503050406030204" pitchFamily="18" typeface="Cambria Math"/>
                                  <a:ea charset="0" panose="02040503050406030204" pitchFamily="18" typeface="Cambria Math"/>
                                </a:rPr>
                                <m:t>𝑛</m:t>
                              </m:r>
                            </m:e>
                          </m:d>
                        </m:sup>
                      </m:sSup>
                      <m:sSup>
                        <m:sSupPr>
                          <m:ctrlPr>
                            <a:rPr dirty="0" i="1" lang="en-US" sz="1800">
                              <a:solidFill>
                                <a:schemeClr val="tx1"/>
                              </a:solidFill>
                              <a:latin charset="0" panose="02040503050406030204" pitchFamily="18" typeface="Cambria Math"/>
                              <a:ea charset="0" panose="02040503050406030204" pitchFamily="18" typeface="Cambria Math"/>
                            </a:rPr>
                          </m:ctrlPr>
                        </m:sSupPr>
                        <m:e>
                          <m:r>
                            <a:rPr dirty="0" i="1" lang="en-US" sz="1800">
                              <a:solidFill>
                                <a:schemeClr val="tx1"/>
                              </a:solidFill>
                              <a:latin charset="0" panose="02040503050406030204" pitchFamily="18" typeface="Cambria Math"/>
                              <a:ea charset="0" panose="02040503050406030204" pitchFamily="18" typeface="Cambria Math"/>
                            </a:rPr>
                            <m:t>)</m:t>
                          </m:r>
                        </m:e>
                        <m:sup>
                          <m:r>
                            <a:rPr dirty="0" i="1" lang="en-US" sz="1800">
                              <a:solidFill>
                                <a:schemeClr val="tx1"/>
                              </a:solidFill>
                              <a:latin charset="0" panose="02040503050406030204" pitchFamily="18" typeface="Cambria Math"/>
                              <a:ea charset="0" panose="02040503050406030204" pitchFamily="18" typeface="Cambria Math"/>
                            </a:rPr>
                            <m:t>𝑡</m:t>
                          </m:r>
                        </m:sup>
                      </m:sSup>
                      <m:r>
                        <a:rPr dirty="0" i="1" lang="en-US" smtClean="0" sz="1800">
                          <a:solidFill>
                            <a:schemeClr val="tx1"/>
                          </a:solidFill>
                          <a:latin charset="0" panose="02040503050406030204" pitchFamily="18" typeface="Cambria Math"/>
                          <a:ea charset="0" panose="02040503050406030204" pitchFamily="18" typeface="Cambria Math"/>
                        </a:rPr>
                        <m:t>≡</m:t>
                      </m:r>
                      <m:r>
                        <a:rPr dirty="0" i="1" lang="en-US" sz="1800">
                          <a:solidFill>
                            <a:schemeClr val="tx1"/>
                          </a:solidFill>
                          <a:latin charset="0" panose="02040503050406030204" pitchFamily="18" typeface="Cambria Math"/>
                          <a:ea charset="0" panose="02040503050406030204" pitchFamily="18" typeface="Cambria Math"/>
                        </a:rPr>
                        <m:t>(</m:t>
                      </m:r>
                      <m:sSup>
                        <m:sSupPr>
                          <m:ctrlPr>
                            <a:rPr dirty="0" i="1" lang="en-US" sz="1800">
                              <a:solidFill>
                                <a:schemeClr val="tx1"/>
                              </a:solidFill>
                              <a:latin charset="0" panose="02040503050406030204" pitchFamily="18" typeface="Cambria Math"/>
                              <a:ea charset="0" panose="02040503050406030204" pitchFamily="18" typeface="Cambria Math"/>
                            </a:rPr>
                          </m:ctrlPr>
                        </m:sSupPr>
                        <m:e>
                          <m:r>
                            <a:rPr dirty="0" i="1" lang="en-US" sz="1800">
                              <a:solidFill>
                                <a:schemeClr val="tx1"/>
                              </a:solidFill>
                              <a:latin charset="0" panose="02040503050406030204" pitchFamily="18" typeface="Cambria Math"/>
                              <a:ea charset="0" panose="02040503050406030204" pitchFamily="18" typeface="Cambria Math"/>
                            </a:rPr>
                            <m:t>𝑥</m:t>
                          </m:r>
                        </m:e>
                        <m:sup>
                          <m:d>
                            <m:dPr>
                              <m:ctrlPr>
                                <a:rPr b="0" dirty="0" i="1" lang="en-US" smtClean="0" sz="1800">
                                  <a:solidFill>
                                    <a:schemeClr val="tx1"/>
                                  </a:solidFill>
                                  <a:latin charset="0" panose="02040503050406030204" pitchFamily="18" typeface="Cambria Math"/>
                                  <a:ea charset="0" panose="02040503050406030204" pitchFamily="18" typeface="Cambria Math"/>
                                </a:rPr>
                              </m:ctrlPr>
                            </m:dPr>
                            <m:e>
                              <m:r>
                                <a:rPr b="0" dirty="0" i="1" lang="en-US" smtClean="0" sz="1800">
                                  <a:solidFill>
                                    <a:schemeClr val="tx1"/>
                                  </a:solidFill>
                                  <a:latin charset="0" panose="02040503050406030204" pitchFamily="18" typeface="Cambria Math"/>
                                  <a:ea charset="0" panose="02040503050406030204" pitchFamily="18" typeface="Cambria Math"/>
                                </a:rPr>
                                <m:t>𝑝</m:t>
                              </m:r>
                              <m:r>
                                <a:rPr b="0" dirty="0" i="1" lang="en-US" smtClean="0" sz="1800">
                                  <a:solidFill>
                                    <a:schemeClr val="tx1"/>
                                  </a:solidFill>
                                  <a:latin charset="0" panose="02040503050406030204" pitchFamily="18" typeface="Cambria Math"/>
                                  <a:ea charset="0" panose="02040503050406030204" pitchFamily="18" typeface="Cambria Math"/>
                                </a:rPr>
                                <m:t>−1</m:t>
                              </m:r>
                            </m:e>
                          </m:d>
                          <m:d>
                            <m:dPr>
                              <m:ctrlPr>
                                <a:rPr b="0" dirty="0" i="1" lang="en-US" smtClean="0" sz="1800">
                                  <a:solidFill>
                                    <a:schemeClr val="tx1"/>
                                  </a:solidFill>
                                  <a:latin charset="0" panose="02040503050406030204" pitchFamily="18" typeface="Cambria Math"/>
                                  <a:ea charset="0" panose="02040503050406030204" pitchFamily="18" typeface="Cambria Math"/>
                                </a:rPr>
                              </m:ctrlPr>
                            </m:dPr>
                            <m:e>
                              <m:r>
                                <a:rPr b="0" dirty="0" i="1" lang="en-US" smtClean="0" sz="1800">
                                  <a:solidFill>
                                    <a:schemeClr val="tx1"/>
                                  </a:solidFill>
                                  <a:latin charset="0" panose="02040503050406030204" pitchFamily="18" typeface="Cambria Math"/>
                                  <a:ea charset="0" panose="02040503050406030204" pitchFamily="18" typeface="Cambria Math"/>
                                </a:rPr>
                                <m:t>𝑞</m:t>
                              </m:r>
                              <m:r>
                                <a:rPr b="0" dirty="0" i="1" lang="en-US" smtClean="0" sz="1800">
                                  <a:solidFill>
                                    <a:schemeClr val="tx1"/>
                                  </a:solidFill>
                                  <a:latin charset="0" panose="02040503050406030204" pitchFamily="18" typeface="Cambria Math"/>
                                  <a:ea charset="0" panose="02040503050406030204" pitchFamily="18" typeface="Cambria Math"/>
                                </a:rPr>
                                <m:t>−1</m:t>
                              </m:r>
                            </m:e>
                          </m:d>
                        </m:sup>
                      </m:sSup>
                      <m:sSup>
                        <m:sSupPr>
                          <m:ctrlPr>
                            <a:rPr dirty="0" i="1" lang="en-US" sz="1800">
                              <a:solidFill>
                                <a:schemeClr val="tx1"/>
                              </a:solidFill>
                              <a:latin charset="0" panose="02040503050406030204" pitchFamily="18" typeface="Cambria Math"/>
                              <a:ea charset="0" panose="02040503050406030204" pitchFamily="18" typeface="Cambria Math"/>
                            </a:rPr>
                          </m:ctrlPr>
                        </m:sSupPr>
                        <m:e>
                          <m:r>
                            <a:rPr dirty="0" i="1" lang="en-US" sz="1800">
                              <a:solidFill>
                                <a:schemeClr val="tx1"/>
                              </a:solidFill>
                              <a:latin charset="0" panose="02040503050406030204" pitchFamily="18" typeface="Cambria Math"/>
                              <a:ea charset="0" panose="02040503050406030204" pitchFamily="18" typeface="Cambria Math"/>
                            </a:rPr>
                            <m:t>)</m:t>
                          </m:r>
                        </m:e>
                        <m:sup>
                          <m:r>
                            <a:rPr dirty="0" i="1" lang="en-US" sz="1800">
                              <a:solidFill>
                                <a:schemeClr val="tx1"/>
                              </a:solidFill>
                              <a:latin charset="0" panose="02040503050406030204" pitchFamily="18" typeface="Cambria Math"/>
                              <a:ea charset="0" panose="02040503050406030204" pitchFamily="18" typeface="Cambria Math"/>
                            </a:rPr>
                            <m:t>𝑡</m:t>
                          </m:r>
                        </m:sup>
                      </m:sSup>
                      <m:r>
                        <a:rPr dirty="0" i="1" lang="en-US" smtClean="0" sz="1800">
                          <a:solidFill>
                            <a:schemeClr val="tx1"/>
                          </a:solidFill>
                          <a:latin charset="0" panose="02040503050406030204" pitchFamily="18" typeface="Cambria Math"/>
                          <a:ea charset="0" panose="02040503050406030204" pitchFamily="18" typeface="Cambria Math"/>
                        </a:rPr>
                        <m:t>≡</m:t>
                      </m:r>
                      <m:r>
                        <a:rPr b="0" dirty="0" i="1" lang="en-US" smtClean="0" sz="1800">
                          <a:solidFill>
                            <a:schemeClr val="tx1"/>
                          </a:solidFill>
                          <a:latin charset="0" panose="02040503050406030204" pitchFamily="18" typeface="Cambria Math"/>
                          <a:ea charset="0" panose="02040503050406030204" pitchFamily="18" typeface="Cambria Math"/>
                        </a:rPr>
                        <m:t>(</m:t>
                      </m:r>
                      <m:sSup>
                        <m:sSupPr>
                          <m:ctrlPr>
                            <a:rPr dirty="0" i="1" lang="en-US" smtClean="0" sz="1800">
                              <a:solidFill>
                                <a:schemeClr val="tx1"/>
                              </a:solidFill>
                              <a:latin charset="0" panose="02040503050406030204" pitchFamily="18" typeface="Cambria Math"/>
                              <a:ea charset="0" panose="02040503050406030204" pitchFamily="18" typeface="Cambria Math"/>
                            </a:rPr>
                          </m:ctrlPr>
                        </m:sSupPr>
                        <m:e>
                          <m:r>
                            <a:rPr b="0" dirty="0" i="1" lang="en-US" smtClean="0" sz="1800">
                              <a:solidFill>
                                <a:schemeClr val="tx1"/>
                              </a:solidFill>
                              <a:latin charset="0" panose="02040503050406030204" pitchFamily="18" typeface="Cambria Math"/>
                              <a:ea charset="0" panose="02040503050406030204" pitchFamily="18" typeface="Cambria Math"/>
                            </a:rPr>
                            <m:t>𝑥</m:t>
                          </m:r>
                        </m:e>
                        <m:sup>
                          <m:r>
                            <a:rPr b="0" dirty="0" i="1" lang="en-US" smtClean="0" sz="1800">
                              <a:solidFill>
                                <a:schemeClr val="tx1"/>
                              </a:solidFill>
                              <a:latin charset="0" panose="02040503050406030204" pitchFamily="18" typeface="Cambria Math"/>
                              <a:ea charset="0" panose="02040503050406030204" pitchFamily="18" typeface="Cambria Math"/>
                            </a:rPr>
                            <m:t>𝑞</m:t>
                          </m:r>
                          <m:r>
                            <a:rPr b="0" dirty="0" i="1" lang="en-US" smtClean="0" sz="1800">
                              <a:solidFill>
                                <a:schemeClr val="tx1"/>
                              </a:solidFill>
                              <a:latin charset="0" panose="02040503050406030204" pitchFamily="18" typeface="Cambria Math"/>
                              <a:ea charset="0" panose="02040503050406030204" pitchFamily="18" typeface="Cambria Math"/>
                            </a:rPr>
                            <m:t>−1</m:t>
                          </m:r>
                        </m:sup>
                      </m:sSup>
                      <m:sSup>
                        <m:sSupPr>
                          <m:ctrlPr>
                            <a:rPr dirty="0" i="1" lang="en-US" sz="1800">
                              <a:solidFill>
                                <a:schemeClr val="tx1"/>
                              </a:solidFill>
                              <a:latin charset="0" panose="02040503050406030204" pitchFamily="18" typeface="Cambria Math"/>
                              <a:ea charset="0" panose="02040503050406030204" pitchFamily="18" typeface="Cambria Math"/>
                            </a:rPr>
                          </m:ctrlPr>
                        </m:sSupPr>
                        <m:e>
                          <m:r>
                            <a:rPr dirty="0" i="1" lang="en-US" sz="1800">
                              <a:solidFill>
                                <a:schemeClr val="tx1"/>
                              </a:solidFill>
                              <a:latin charset="0" panose="02040503050406030204" pitchFamily="18" typeface="Cambria Math"/>
                              <a:ea charset="0" panose="02040503050406030204" pitchFamily="18" typeface="Cambria Math"/>
                            </a:rPr>
                            <m:t>)</m:t>
                          </m:r>
                        </m:e>
                        <m:sup>
                          <m:r>
                            <a:rPr dirty="0" i="1" lang="en-US" sz="1800">
                              <a:solidFill>
                                <a:schemeClr val="tx1"/>
                              </a:solidFill>
                              <a:latin charset="0" panose="02040503050406030204" pitchFamily="18" typeface="Cambria Math"/>
                              <a:ea charset="0" panose="02040503050406030204" pitchFamily="18" typeface="Cambria Math"/>
                            </a:rPr>
                            <m:t>𝑡</m:t>
                          </m:r>
                          <m:d>
                            <m:dPr>
                              <m:ctrlPr>
                                <a:rPr b="0" dirty="0" i="1" lang="en-US" smtClean="0" sz="1800">
                                  <a:solidFill>
                                    <a:schemeClr val="tx1"/>
                                  </a:solidFill>
                                  <a:latin charset="0" panose="02040503050406030204" pitchFamily="18" typeface="Cambria Math"/>
                                  <a:ea charset="0" panose="02040503050406030204" pitchFamily="18" typeface="Cambria Math"/>
                                </a:rPr>
                              </m:ctrlPr>
                            </m:dPr>
                            <m:e>
                              <m:r>
                                <a:rPr b="0" dirty="0" i="1" lang="en-US" smtClean="0" sz="1800">
                                  <a:solidFill>
                                    <a:schemeClr val="tx1"/>
                                  </a:solidFill>
                                  <a:latin charset="0" panose="02040503050406030204" pitchFamily="18" typeface="Cambria Math"/>
                                  <a:ea charset="0" panose="02040503050406030204" pitchFamily="18" typeface="Cambria Math"/>
                                </a:rPr>
                                <m:t>𝑝</m:t>
                              </m:r>
                              <m:r>
                                <a:rPr b="0" dirty="0" i="1" lang="en-US" smtClean="0" sz="1800">
                                  <a:solidFill>
                                    <a:schemeClr val="tx1"/>
                                  </a:solidFill>
                                  <a:latin charset="0" panose="02040503050406030204" pitchFamily="18" typeface="Cambria Math"/>
                                  <a:ea charset="0" panose="02040503050406030204" pitchFamily="18" typeface="Cambria Math"/>
                                </a:rPr>
                                <m:t>−1</m:t>
                              </m:r>
                            </m:e>
                          </m:d>
                        </m:sup>
                      </m:sSup>
                      <m:r>
                        <a:rPr dirty="0" i="1" lang="en-US" sz="1800">
                          <a:solidFill>
                            <a:schemeClr val="tx1"/>
                          </a:solidFill>
                          <a:latin charset="0" panose="02040503050406030204" pitchFamily="18" typeface="Cambria Math"/>
                          <a:ea charset="0" panose="02040503050406030204" pitchFamily="18" typeface="Cambria Math"/>
                        </a:rPr>
                        <m:t>≡</m:t>
                      </m:r>
                      <m:sSup>
                        <m:sSupPr>
                          <m:ctrlPr>
                            <a:rPr dirty="0" i="1" lang="en-US" smtClean="0" sz="1800">
                              <a:solidFill>
                                <a:schemeClr val="tx1"/>
                              </a:solidFill>
                              <a:latin charset="0" panose="02040503050406030204" pitchFamily="18" typeface="Cambria Math"/>
                              <a:ea charset="0" panose="02040503050406030204" pitchFamily="18" typeface="Cambria Math"/>
                            </a:rPr>
                          </m:ctrlPr>
                        </m:sSupPr>
                        <m:e>
                          <m:r>
                            <a:rPr b="0" dirty="0" i="1" lang="en-US" smtClean="0" sz="1800">
                              <a:solidFill>
                                <a:schemeClr val="tx1"/>
                              </a:solidFill>
                              <a:latin charset="0" panose="02040503050406030204" pitchFamily="18" typeface="Cambria Math"/>
                              <a:ea charset="0" panose="02040503050406030204" pitchFamily="18" typeface="Cambria Math"/>
                            </a:rPr>
                            <m:t>1</m:t>
                          </m:r>
                        </m:e>
                        <m:sup>
                          <m:r>
                            <a:rPr dirty="0" i="1" lang="en-US" sz="1800">
                              <a:solidFill>
                                <a:schemeClr val="tx1"/>
                              </a:solidFill>
                              <a:latin charset="0" panose="02040503050406030204" pitchFamily="18" typeface="Cambria Math"/>
                              <a:ea charset="0" panose="02040503050406030204" pitchFamily="18" typeface="Cambria Math"/>
                            </a:rPr>
                            <m:t>𝑡</m:t>
                          </m:r>
                          <m:d>
                            <m:dPr>
                              <m:ctrlPr>
                                <a:rPr dirty="0" i="1" lang="en-US" sz="1800">
                                  <a:solidFill>
                                    <a:schemeClr val="tx1"/>
                                  </a:solidFill>
                                  <a:latin charset="0" panose="02040503050406030204" pitchFamily="18" typeface="Cambria Math"/>
                                  <a:ea charset="0" panose="02040503050406030204" pitchFamily="18" typeface="Cambria Math"/>
                                </a:rPr>
                              </m:ctrlPr>
                            </m:dPr>
                            <m:e>
                              <m:r>
                                <a:rPr dirty="0" i="1" lang="en-US" sz="1800">
                                  <a:solidFill>
                                    <a:schemeClr val="tx1"/>
                                  </a:solidFill>
                                  <a:latin charset="0" panose="02040503050406030204" pitchFamily="18" typeface="Cambria Math"/>
                                  <a:ea charset="0" panose="02040503050406030204" pitchFamily="18" typeface="Cambria Math"/>
                                </a:rPr>
                                <m:t>𝑝</m:t>
                              </m:r>
                              <m:r>
                                <a:rPr dirty="0" i="1" lang="en-US" sz="1800">
                                  <a:solidFill>
                                    <a:schemeClr val="tx1"/>
                                  </a:solidFill>
                                  <a:latin charset="0" panose="02040503050406030204" pitchFamily="18" typeface="Cambria Math"/>
                                  <a:ea charset="0" panose="02040503050406030204" pitchFamily="18" typeface="Cambria Math"/>
                                </a:rPr>
                                <m:t>−1</m:t>
                              </m:r>
                            </m:e>
                          </m:d>
                        </m:sup>
                      </m:sSup>
                      <m:r>
                        <a:rPr dirty="0" i="1" lang="en-US" smtClean="0" sz="1800">
                          <a:solidFill>
                            <a:schemeClr val="tx1"/>
                          </a:solidFill>
                          <a:latin charset="0" panose="02040503050406030204" pitchFamily="18" typeface="Cambria Math"/>
                          <a:ea charset="0" panose="02040503050406030204" pitchFamily="18" typeface="Cambria Math"/>
                        </a:rPr>
                        <m:t>≡</m:t>
                      </m:r>
                      <m:r>
                        <a:rPr b="0" dirty="0" i="1" lang="en-US" smtClean="0" sz="1800">
                          <a:solidFill>
                            <a:schemeClr val="tx1"/>
                          </a:solidFill>
                          <a:latin charset="0" panose="02040503050406030204" pitchFamily="18" typeface="Cambria Math"/>
                          <a:ea charset="0" panose="02040503050406030204" pitchFamily="18" typeface="Cambria Math"/>
                        </a:rPr>
                        <m:t>1 </m:t>
                      </m:r>
                      <m:r>
                        <a:rPr b="0" dirty="0" i="1" lang="en-US" smtClean="0" sz="1800">
                          <a:solidFill>
                            <a:schemeClr val="tx1"/>
                          </a:solidFill>
                          <a:latin charset="0" panose="02040503050406030204" pitchFamily="18" typeface="Cambria Math"/>
                          <a:ea charset="0" panose="02040503050406030204" pitchFamily="18" typeface="Cambria Math"/>
                        </a:rPr>
                        <m:t>𝑚𝑜𝑑</m:t>
                      </m:r>
                      <m:r>
                        <a:rPr b="0" dirty="0" i="1" lang="en-US" smtClean="0" sz="1800">
                          <a:solidFill>
                            <a:schemeClr val="tx1"/>
                          </a:solidFill>
                          <a:latin charset="0" panose="02040503050406030204" pitchFamily="18" typeface="Cambria Math"/>
                          <a:ea charset="0" panose="02040503050406030204" pitchFamily="18" typeface="Cambria Math"/>
                        </a:rPr>
                        <m:t> </m:t>
                      </m:r>
                      <m:r>
                        <a:rPr b="0" dirty="0" i="1" lang="en-US" smtClean="0" sz="1800">
                          <a:solidFill>
                            <a:schemeClr val="tx1"/>
                          </a:solidFill>
                          <a:latin charset="0" panose="02040503050406030204" pitchFamily="18" typeface="Cambria Math"/>
                          <a:ea charset="0" panose="02040503050406030204" pitchFamily="18" typeface="Cambria Math"/>
                        </a:rPr>
                        <m:t>𝑞</m:t>
                      </m:r>
                    </m:oMath>
                  </m:oMathPara>
                </a14:m>
                <a:endParaRPr dirty="0" lang="en-US" sz="1800"/>
              </a:p>
              <a:p>
                <a:pPr lvl="1"/>
                <a:endParaRPr dirty="0" lang="en-US" sz="1800"/>
              </a:p>
              <a:p>
                <a:endParaRPr dirty="0" lang="en-US" sz="1800"/>
              </a:p>
            </p:txBody>
          </p:sp>
        </mc:Choice>
        <mc:Fallback>
          <p:sp>
            <p:nvSpPr>
              <p:cNvPr id="3" name="Content Placeholder 2">
                <a:extLst>
                  <a:ext uri="{FF2B5EF4-FFF2-40B4-BE49-F238E27FC236}">
                    <a16:creationId xmlns:a16="http://schemas.microsoft.com/office/drawing/2014/main" id="{74156E66-5B52-428A-BB55-AFB7CCA92567}"/>
                  </a:ext>
                </a:extLst>
              </p:cNvPr>
              <p:cNvSpPr>
                <a:spLocks noAdjustHandles="1" noChangeArrowheads="1" noChangeAspect="1" noChangeShapeType="1" noEditPoints="1" noGrp="1" noMove="1" noResize="1" noRot="1" noTextEdit="1"/>
              </p:cNvSpPr>
              <p:nvPr>
                <p:ph idx="1"/>
              </p:nvPr>
            </p:nvSpPr>
            <p:spPr>
              <a:xfrm>
                <a:off x="1097280" y="1845734"/>
                <a:ext cx="10058400" cy="3031066"/>
              </a:xfrm>
              <a:blipFill>
                <a:blip r:embed="rId4"/>
                <a:stretch>
                  <a:fillRect/>
                </a:stretch>
              </a:blipFill>
            </p:spPr>
            <p:txBody>
              <a:bodyPr/>
              <a:lstStyle/>
              <a:p>
                <a:r>
                  <a:rPr lang="en-US">
                    <a:noFill/>
                  </a:rPr>
                  <a:t> </a:t>
                </a:r>
              </a:p>
            </p:txBody>
          </p:sp>
        </mc:Fallback>
      </mc:AlternateContent>
      <p:cxnSp>
        <p:nvCxnSpPr>
          <p:cNvPr id="14" name="Straight Arrow Connector 13">
            <a:extLst>
              <a:ext uri="{FF2B5EF4-FFF2-40B4-BE49-F238E27FC236}">
                <a16:creationId xmlns:a16="http://schemas.microsoft.com/office/drawing/2014/main" id="{66CE4F53-AB1C-4454-A78A-97A150C74955}"/>
              </a:ext>
              <a:ext uri="{C183D7F6-B498-43B3-948B-1728B52AA6E4}">
                <adec:decorative xmlns:adec="http://schemas.microsoft.com/office/drawing/2017/decorative" val="0"/>
              </a:ext>
            </a:extLst>
          </p:cNvPr>
          <p:cNvCxnSpPr/>
          <p:nvPr/>
        </p:nvCxnSpPr>
        <p:spPr>
          <a:xfrm>
            <a:off x="6096000" y="4597215"/>
            <a:ext cx="0" cy="252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a14="http://schemas.microsoft.com/office/drawing/2010/main" xmlns:mc="http://schemas.openxmlformats.org/markup-compatibility/2006">
        <mc:Choice Requires="a14">
          <p:sp>
            <p:nvSpPr>
              <p:cNvPr id="15" name="TextBox 14">
                <a:extLst>
                  <a:ext uri="{FF2B5EF4-FFF2-40B4-BE49-F238E27FC236}">
                    <a16:creationId xmlns:a16="http://schemas.microsoft.com/office/drawing/2014/main" id="{2DC17840-D958-4D08-AAF2-16C3CD5F099C}"/>
                  </a:ext>
                </a:extLst>
              </p:cNvPr>
              <p:cNvSpPr txBox="1"/>
              <p:nvPr/>
            </p:nvSpPr>
            <p:spPr>
              <a:xfrm>
                <a:off x="5000251" y="4802644"/>
                <a:ext cx="2191497" cy="387927"/>
              </a:xfrm>
              <a:prstGeom prst="rect">
                <a:avLst/>
              </a:prstGeom>
              <a:noFill/>
            </p:spPr>
            <p:txBody>
              <a:bodyPr rtlCol="0" wrap="none">
                <a:spAutoFit/>
              </a:bodyPr>
              <a:lstStyle/>
              <a:p>
                <a:pPr/>
                <a14:m>
                  <m:oMathPara xmlns:m="http://schemas.openxmlformats.org/officeDocument/2006/math">
                    <m:oMathParaPr>
                      <m:jc m:val="centerGroup"/>
                    </m:oMathParaPr>
                    <m:oMath>
                      <m:r>
                        <a:rPr dirty="0" i="1" lang="en-US" smtClean="0">
                          <a:latin charset="0" panose="02040503050406030204" pitchFamily="18" typeface="Cambria Math"/>
                          <a:ea charset="0" panose="02040503050406030204" pitchFamily="18" typeface="Cambria Math"/>
                        </a:rPr>
                        <m:t>(</m:t>
                      </m:r>
                      <m:sSup>
                        <m:sSupPr>
                          <m:ctrlPr>
                            <a:rPr dirty="0" i="1" lang="en-US">
                              <a:latin charset="0" panose="02040503050406030204" pitchFamily="18" typeface="Cambria Math"/>
                              <a:ea charset="0" panose="02040503050406030204" pitchFamily="18" typeface="Cambria Math"/>
                            </a:rPr>
                          </m:ctrlPr>
                        </m:sSupPr>
                        <m:e>
                          <m:r>
                            <a:rPr dirty="0" i="1" lang="en-US">
                              <a:latin charset="0" panose="02040503050406030204" pitchFamily="18" typeface="Cambria Math"/>
                              <a:ea charset="0" panose="02040503050406030204" pitchFamily="18" typeface="Cambria Math"/>
                            </a:rPr>
                            <m:t>𝑥</m:t>
                          </m:r>
                        </m:e>
                        <m:sup>
                          <m:r>
                            <a:rPr dirty="0" i="1" lang="el-GR">
                              <a:latin charset="0" panose="02040503050406030204" pitchFamily="18" typeface="Cambria Math"/>
                              <a:ea charset="0" panose="02040503050406030204" pitchFamily="18" typeface="Cambria Math"/>
                            </a:rPr>
                            <m:t>𝜙</m:t>
                          </m:r>
                          <m:d>
                            <m:dPr>
                              <m:ctrlPr>
                                <a:rPr dirty="0" i="1" lang="en-US">
                                  <a:latin charset="0" panose="02040503050406030204" pitchFamily="18" typeface="Cambria Math"/>
                                  <a:ea charset="0" panose="02040503050406030204" pitchFamily="18" typeface="Cambria Math"/>
                                </a:rPr>
                              </m:ctrlPr>
                            </m:dPr>
                            <m:e>
                              <m:r>
                                <a:rPr dirty="0" i="1" lang="en-US">
                                  <a:latin charset="0" panose="02040503050406030204" pitchFamily="18" typeface="Cambria Math"/>
                                  <a:ea charset="0" panose="02040503050406030204" pitchFamily="18" typeface="Cambria Math"/>
                                </a:rPr>
                                <m:t>𝑛</m:t>
                              </m:r>
                            </m:e>
                          </m:d>
                        </m:sup>
                      </m:sSup>
                      <m:sSup>
                        <m:sSupPr>
                          <m:ctrlPr>
                            <a:rPr dirty="0" i="1" lang="en-US">
                              <a:latin charset="0" panose="02040503050406030204" pitchFamily="18" typeface="Cambria Math"/>
                              <a:ea charset="0" panose="02040503050406030204" pitchFamily="18" typeface="Cambria Math"/>
                            </a:rPr>
                          </m:ctrlPr>
                        </m:sSupPr>
                        <m:e>
                          <m:r>
                            <a:rPr dirty="0" i="1" lang="en-US">
                              <a:latin charset="0" panose="02040503050406030204" pitchFamily="18" typeface="Cambria Math"/>
                              <a:ea charset="0" panose="02040503050406030204" pitchFamily="18" typeface="Cambria Math"/>
                            </a:rPr>
                            <m:t>)</m:t>
                          </m:r>
                        </m:e>
                        <m:sup>
                          <m:r>
                            <a:rPr dirty="0" i="1" lang="en-US">
                              <a:latin charset="0" panose="02040503050406030204" pitchFamily="18" typeface="Cambria Math"/>
                              <a:ea charset="0" panose="02040503050406030204" pitchFamily="18" typeface="Cambria Math"/>
                            </a:rPr>
                            <m:t>𝑡</m:t>
                          </m:r>
                        </m:sup>
                      </m:sSup>
                      <m:r>
                        <a:rPr b="0" dirty="0" i="1" lang="en-US" smtClean="0">
                          <a:latin charset="0" panose="02040503050406030204" pitchFamily="18" typeface="Cambria Math"/>
                          <a:ea charset="0" panose="02040503050406030204" pitchFamily="18" typeface="Cambria Math"/>
                        </a:rPr>
                        <m:t>=1+</m:t>
                      </m:r>
                      <m:r>
                        <a:rPr b="0" dirty="0" i="1" lang="en-US" smtClean="0">
                          <a:latin charset="0" panose="02040503050406030204" pitchFamily="18" typeface="Cambria Math"/>
                          <a:ea charset="0" panose="02040503050406030204" pitchFamily="18" typeface="Cambria Math"/>
                        </a:rPr>
                        <m:t>𝑢</m:t>
                      </m:r>
                      <m:r>
                        <a:rPr b="0"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𝑞</m:t>
                      </m:r>
                    </m:oMath>
                  </m:oMathPara>
                </a14:m>
                <a:endParaRPr dirty="0" lang="en-US"/>
              </a:p>
            </p:txBody>
          </p:sp>
        </mc:Choice>
        <mc:Fallback>
          <p:sp>
            <p:nvSpPr>
              <p:cNvPr id="15" name="TextBox 14">
                <a:extLst>
                  <a:ext uri="{FF2B5EF4-FFF2-40B4-BE49-F238E27FC236}">
                    <a16:creationId xmlns:a16="http://schemas.microsoft.com/office/drawing/2014/main" id="{2DC17840-D958-4D08-AAF2-16C3CD5F099C}"/>
                  </a:ext>
                </a:extLst>
              </p:cNvPr>
              <p:cNvSpPr txBox="1">
                <a:spLocks noAdjustHandles="1" noChangeArrowheads="1" noChangeAspect="1" noChangeShapeType="1" noEditPoints="1" noMove="1" noResize="1" noRot="1" noTextEdit="1"/>
              </p:cNvSpPr>
              <p:nvPr/>
            </p:nvSpPr>
            <p:spPr>
              <a:xfrm>
                <a:off x="5000251" y="4802644"/>
                <a:ext cx="2191497" cy="387927"/>
              </a:xfrm>
              <a:prstGeom prst="rect">
                <a:avLst/>
              </a:prstGeom>
              <a:blipFill>
                <a:blip r:embed="rId7"/>
                <a:stretch>
                  <a:fillRect b="-16129"/>
                </a:stretch>
              </a:blipFill>
            </p:spPr>
            <p:txBody>
              <a:bodyPr/>
              <a:lstStyle/>
              <a:p>
                <a:r>
                  <a:rPr lang="en-US">
                    <a:noFill/>
                  </a:rPr>
                  <a:t> </a:t>
                </a:r>
              </a:p>
            </p:txBody>
          </p:sp>
        </mc:Fallback>
      </mc:AlternateContent>
      <p:cxnSp>
        <p:nvCxnSpPr>
          <p:cNvPr id="16" name="Straight Arrow Connector 15">
            <a:extLst>
              <a:ext uri="{FF2B5EF4-FFF2-40B4-BE49-F238E27FC236}">
                <a16:creationId xmlns:a16="http://schemas.microsoft.com/office/drawing/2014/main" id="{95A59E4A-27C9-4444-90A6-8817A6A2D193}"/>
              </a:ext>
              <a:ext uri="{C183D7F6-B498-43B3-948B-1728B52AA6E4}">
                <adec:decorative xmlns:adec="http://schemas.microsoft.com/office/drawing/2017/decorative" val="0"/>
              </a:ext>
            </a:extLst>
          </p:cNvPr>
          <p:cNvCxnSpPr/>
          <p:nvPr/>
        </p:nvCxnSpPr>
        <p:spPr>
          <a:xfrm>
            <a:off x="6096000" y="5138018"/>
            <a:ext cx="0" cy="252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a14="http://schemas.microsoft.com/office/drawing/2010/main" xmlns:mc="http://schemas.openxmlformats.org/markup-compatibility/2006">
        <mc:Choice Requires="a14">
          <p:sp>
            <p:nvSpPr>
              <p:cNvPr id="17" name="TextBox 16">
                <a:extLst>
                  <a:ext uri="{FF2B5EF4-FFF2-40B4-BE49-F238E27FC236}">
                    <a16:creationId xmlns:a16="http://schemas.microsoft.com/office/drawing/2014/main" id="{52E2445F-8257-4559-BD15-FB4F3AE46BA2}"/>
                  </a:ext>
                </a:extLst>
              </p:cNvPr>
              <p:cNvSpPr txBox="1"/>
              <p:nvPr/>
            </p:nvSpPr>
            <p:spPr>
              <a:xfrm>
                <a:off x="3935411" y="5262277"/>
                <a:ext cx="4532716" cy="664926"/>
              </a:xfrm>
              <a:prstGeom prst="rect">
                <a:avLst/>
              </a:prstGeom>
              <a:noFill/>
            </p:spPr>
            <p:txBody>
              <a:bodyPr rtlCol="0" wrap="none">
                <a:spAutoFit/>
              </a:bodyPr>
              <a:lstStyle/>
              <a:p>
                <a:r>
                  <a:rPr b="0" dirty="0" lang="en-US">
                    <a:ea charset="0" panose="02040503050406030204" pitchFamily="18" typeface="Cambria Math"/>
                  </a:rPr>
                  <a:t> </a:t>
                </a:r>
                <a14:m>
                  <m:oMath xmlns:m="http://schemas.openxmlformats.org/officeDocument/2006/math">
                    <m:r>
                      <a:rPr b="0" dirty="0" i="1" lang="en-US" smtClean="0">
                        <a:latin charset="0" panose="02040503050406030204" pitchFamily="18" typeface="Cambria Math"/>
                        <a:ea charset="0" panose="02040503050406030204" pitchFamily="18" typeface="Cambria Math"/>
                      </a:rPr>
                      <m:t>𝑥</m:t>
                    </m:r>
                    <m:r>
                      <a:rPr dirty="0" i="1" lang="en-US" smtClean="0">
                        <a:latin charset="0" panose="02040503050406030204" pitchFamily="18" typeface="Cambria Math"/>
                        <a:ea charset="0" panose="02040503050406030204" pitchFamily="18" typeface="Cambria Math"/>
                      </a:rPr>
                      <m:t>(</m:t>
                    </m:r>
                    <m:sSup>
                      <m:sSupPr>
                        <m:ctrlPr>
                          <a:rPr dirty="0" i="1" lang="en-US">
                            <a:latin charset="0" panose="02040503050406030204" pitchFamily="18" typeface="Cambria Math"/>
                            <a:ea charset="0" panose="02040503050406030204" pitchFamily="18" typeface="Cambria Math"/>
                          </a:rPr>
                        </m:ctrlPr>
                      </m:sSupPr>
                      <m:e>
                        <m:r>
                          <a:rPr dirty="0" i="1" lang="en-US">
                            <a:latin charset="0" panose="02040503050406030204" pitchFamily="18" typeface="Cambria Math"/>
                            <a:ea charset="0" panose="02040503050406030204" pitchFamily="18" typeface="Cambria Math"/>
                          </a:rPr>
                          <m:t>𝑥</m:t>
                        </m:r>
                      </m:e>
                      <m:sup>
                        <m:r>
                          <a:rPr dirty="0" i="1" lang="el-GR">
                            <a:latin charset="0" panose="02040503050406030204" pitchFamily="18" typeface="Cambria Math"/>
                            <a:ea charset="0" panose="02040503050406030204" pitchFamily="18" typeface="Cambria Math"/>
                          </a:rPr>
                          <m:t>𝜙</m:t>
                        </m:r>
                        <m:d>
                          <m:dPr>
                            <m:ctrlPr>
                              <a:rPr dirty="0" i="1" lang="en-US">
                                <a:latin charset="0" panose="02040503050406030204" pitchFamily="18" typeface="Cambria Math"/>
                                <a:ea charset="0" panose="02040503050406030204" pitchFamily="18" typeface="Cambria Math"/>
                              </a:rPr>
                            </m:ctrlPr>
                          </m:dPr>
                          <m:e>
                            <m:r>
                              <a:rPr dirty="0" i="1" lang="en-US">
                                <a:latin charset="0" panose="02040503050406030204" pitchFamily="18" typeface="Cambria Math"/>
                                <a:ea charset="0" panose="02040503050406030204" pitchFamily="18" typeface="Cambria Math"/>
                              </a:rPr>
                              <m:t>𝑛</m:t>
                            </m:r>
                          </m:e>
                        </m:d>
                      </m:sup>
                    </m:sSup>
                    <m:sSup>
                      <m:sSupPr>
                        <m:ctrlPr>
                          <a:rPr dirty="0" i="1" lang="en-US">
                            <a:latin charset="0" panose="02040503050406030204" pitchFamily="18" typeface="Cambria Math"/>
                            <a:ea charset="0" panose="02040503050406030204" pitchFamily="18" typeface="Cambria Math"/>
                          </a:rPr>
                        </m:ctrlPr>
                      </m:sSupPr>
                      <m:e>
                        <m:r>
                          <a:rPr dirty="0" i="1" lang="en-US">
                            <a:latin charset="0" panose="02040503050406030204" pitchFamily="18" typeface="Cambria Math"/>
                            <a:ea charset="0" panose="02040503050406030204" pitchFamily="18" typeface="Cambria Math"/>
                          </a:rPr>
                          <m:t>)</m:t>
                        </m:r>
                      </m:e>
                      <m:sup>
                        <m:r>
                          <a:rPr dirty="0" i="1" lang="en-US">
                            <a:latin charset="0" panose="02040503050406030204" pitchFamily="18" typeface="Cambria Math"/>
                            <a:ea charset="0" panose="02040503050406030204" pitchFamily="18" typeface="Cambria Math"/>
                          </a:rPr>
                          <m:t>𝑡</m:t>
                        </m:r>
                      </m:sup>
                    </m:sSup>
                    <m:r>
                      <a:rPr b="0"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𝑥</m:t>
                    </m:r>
                    <m:r>
                      <a:rPr b="0"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𝑥</m:t>
                    </m:r>
                    <m:r>
                      <a:rPr b="0"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𝑢</m:t>
                    </m:r>
                    <m:r>
                      <a:rPr b="0"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𝑞</m:t>
                    </m:r>
                    <m:r>
                      <a:rPr b="0"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𝑥</m:t>
                    </m:r>
                    <m:r>
                      <a:rPr b="0"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𝑟</m:t>
                    </m:r>
                    <m:r>
                      <a:rPr b="0"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𝑝</m:t>
                    </m:r>
                    <m:r>
                      <a:rPr b="0"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𝑢</m:t>
                    </m:r>
                    <m:r>
                      <a:rPr b="0"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𝑞</m:t>
                    </m:r>
                  </m:oMath>
                </a14:m>
                <a:endParaRPr b="0" dirty="0" i="1" lang="en-US">
                  <a:latin charset="0" panose="02040503050406030204" pitchFamily="18" typeface="Cambria Math"/>
                  <a:ea charset="0" panose="02040503050406030204" pitchFamily="18" typeface="Cambria Math"/>
                </a:endParaRPr>
              </a:p>
              <a:p>
                <a:r>
                  <a:rPr b="0" dirty="0" lang="en-US">
                    <a:ea charset="0" panose="02040503050406030204" pitchFamily="18" typeface="Cambria Math"/>
                  </a:rPr>
                  <a:t>                    </a:t>
                </a:r>
                <a14:m>
                  <m:oMath xmlns:m="http://schemas.openxmlformats.org/officeDocument/2006/math">
                    <m:r>
                      <a:rPr b="0"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𝑥</m:t>
                    </m:r>
                    <m:r>
                      <a:rPr b="0"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𝑟</m:t>
                    </m:r>
                    <m:r>
                      <a:rPr b="0"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𝑢</m:t>
                    </m:r>
                    <m:r>
                      <a:rPr b="0" dirty="0" i="1" lang="en-US" smtClean="0">
                        <a:latin charset="0" panose="02040503050406030204" pitchFamily="18" typeface="Cambria Math"/>
                        <a:ea charset="0" panose="02040503050406030204" pitchFamily="18" typeface="Cambria Math"/>
                      </a:rPr>
                      <m:t>∙</m:t>
                    </m:r>
                    <m:d>
                      <m:dPr>
                        <m:ctrlPr>
                          <a:rPr b="0" dirty="0" i="1" lang="en-US" smtClean="0">
                            <a:latin charset="0" panose="02040503050406030204" pitchFamily="18" typeface="Cambria Math"/>
                            <a:ea charset="0" panose="02040503050406030204" pitchFamily="18" typeface="Cambria Math"/>
                          </a:rPr>
                        </m:ctrlPr>
                      </m:dPr>
                      <m:e>
                        <m:r>
                          <a:rPr b="0" dirty="0" i="1" lang="en-US" smtClean="0">
                            <a:latin charset="0" panose="02040503050406030204" pitchFamily="18" typeface="Cambria Math"/>
                            <a:ea charset="0" panose="02040503050406030204" pitchFamily="18" typeface="Cambria Math"/>
                          </a:rPr>
                          <m:t>𝑝</m:t>
                        </m:r>
                        <m:r>
                          <a:rPr b="0"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𝑞</m:t>
                        </m:r>
                      </m:e>
                    </m:d>
                    <m:r>
                      <a:rPr b="0"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𝑥</m:t>
                    </m:r>
                    <m:r>
                      <a:rPr b="0"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𝑟</m:t>
                    </m:r>
                    <m:r>
                      <a:rPr b="0"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𝑢</m:t>
                    </m:r>
                    <m:r>
                      <a:rPr b="0"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𝑛</m:t>
                    </m:r>
                  </m:oMath>
                </a14:m>
                <a:endParaRPr dirty="0" lang="en-US"/>
              </a:p>
            </p:txBody>
          </p:sp>
        </mc:Choice>
        <mc:Fallback>
          <p:sp>
            <p:nvSpPr>
              <p:cNvPr id="17" name="TextBox 16">
                <a:extLst>
                  <a:ext uri="{FF2B5EF4-FFF2-40B4-BE49-F238E27FC236}">
                    <a16:creationId xmlns:a16="http://schemas.microsoft.com/office/drawing/2014/main" id="{52E2445F-8257-4559-BD15-FB4F3AE46BA2}"/>
                  </a:ext>
                </a:extLst>
              </p:cNvPr>
              <p:cNvSpPr txBox="1">
                <a:spLocks noAdjustHandles="1" noChangeArrowheads="1" noChangeAspect="1" noChangeShapeType="1" noEditPoints="1" noMove="1" noResize="1" noRot="1" noTextEdit="1"/>
              </p:cNvSpPr>
              <p:nvPr/>
            </p:nvSpPr>
            <p:spPr>
              <a:xfrm>
                <a:off x="3935411" y="5262277"/>
                <a:ext cx="4532716" cy="664926"/>
              </a:xfrm>
              <a:prstGeom prst="rect">
                <a:avLst/>
              </a:prstGeom>
              <a:blipFill>
                <a:blip r:embed="rId8"/>
                <a:stretch>
                  <a:fillRect b="-5660" r="-3361"/>
                </a:stretch>
              </a:blipFill>
            </p:spPr>
            <p:txBody>
              <a:bodyPr/>
              <a:lstStyle/>
              <a:p>
                <a:r>
                  <a:rPr lang="en-US">
                    <a:noFill/>
                  </a:rPr>
                  <a:t> </a:t>
                </a:r>
              </a:p>
            </p:txBody>
          </p:sp>
        </mc:Fallback>
      </mc:AlternateContent>
      <p:cxnSp>
        <p:nvCxnSpPr>
          <p:cNvPr id="18" name="Straight Arrow Connector 17">
            <a:extLst>
              <a:ext uri="{FF2B5EF4-FFF2-40B4-BE49-F238E27FC236}">
                <a16:creationId xmlns:a16="http://schemas.microsoft.com/office/drawing/2014/main" id="{5B7F5F5C-C558-413D-93EA-2A66047278E8}"/>
              </a:ext>
              <a:ext uri="{C183D7F6-B498-43B3-948B-1728B52AA6E4}">
                <adec:decorative xmlns:adec="http://schemas.microsoft.com/office/drawing/2017/decorative" val="0"/>
              </a:ext>
            </a:extLst>
          </p:cNvPr>
          <p:cNvCxnSpPr/>
          <p:nvPr/>
        </p:nvCxnSpPr>
        <p:spPr>
          <a:xfrm>
            <a:off x="6101253" y="5864149"/>
            <a:ext cx="0" cy="2522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a14="http://schemas.microsoft.com/office/drawing/2010/main" xmlns:mc="http://schemas.openxmlformats.org/markup-compatibility/2006">
        <mc:Choice Requires="a14">
          <p:sp>
            <p:nvSpPr>
              <p:cNvPr id="19" name="TextBox 18">
                <a:extLst>
                  <a:ext uri="{FF2B5EF4-FFF2-40B4-BE49-F238E27FC236}">
                    <a16:creationId xmlns:a16="http://schemas.microsoft.com/office/drawing/2014/main" id="{249E4517-1A42-4306-AC25-BCD7FCAFA47A}"/>
                  </a:ext>
                </a:extLst>
              </p:cNvPr>
              <p:cNvSpPr txBox="1"/>
              <p:nvPr/>
            </p:nvSpPr>
            <p:spPr>
              <a:xfrm>
                <a:off x="4421947" y="6078555"/>
                <a:ext cx="3358612" cy="446789"/>
              </a:xfrm>
              <a:prstGeom prst="rect">
                <a:avLst/>
              </a:prstGeom>
              <a:noFill/>
            </p:spPr>
            <p:txBody>
              <a:bodyPr rtlCol="0" wrap="none">
                <a:spAutoFit/>
              </a:bodyPr>
              <a:lstStyle/>
              <a:p>
                <a:pPr/>
                <a14:m>
                  <m:oMathPara xmlns:m="http://schemas.openxmlformats.org/officeDocument/2006/math">
                    <m:oMathParaPr>
                      <m:jc m:val="centerGroup"/>
                    </m:oMathParaPr>
                    <m:oMath>
                      <m:sSub>
                        <m:sSubPr>
                          <m:ctrlPr>
                            <a:rPr dirty="0" i="1" lang="en-US" smtClean="0">
                              <a:latin charset="0" panose="02040503050406030204" pitchFamily="18" typeface="Cambria Math"/>
                            </a:rPr>
                          </m:ctrlPr>
                        </m:sSubPr>
                        <m:e>
                          <m:r>
                            <a:rPr dirty="0" i="1" lang="en-US">
                              <a:latin charset="0" panose="02040503050406030204" pitchFamily="18" typeface="Cambria Math"/>
                            </a:rPr>
                            <m:t>𝑑</m:t>
                          </m:r>
                        </m:e>
                        <m:sub>
                          <m:sSub>
                            <m:sSubPr>
                              <m:ctrlPr>
                                <a:rPr dirty="0" i="1" lang="en-US">
                                  <a:latin charset="0" panose="02040503050406030204" pitchFamily="18" typeface="Cambria Math"/>
                                </a:rPr>
                              </m:ctrlPr>
                            </m:sSubPr>
                            <m:e>
                              <m:r>
                                <a:rPr dirty="0" i="1" lang="en-US">
                                  <a:latin charset="0" panose="02040503050406030204" pitchFamily="18" typeface="Cambria Math"/>
                                </a:rPr>
                                <m:t>𝑘</m:t>
                              </m:r>
                            </m:e>
                            <m:sub>
                              <m:r>
                                <a:rPr dirty="0" i="1" lang="en-US">
                                  <a:latin charset="0" panose="02040503050406030204" pitchFamily="18" typeface="Cambria Math"/>
                                </a:rPr>
                                <m:t>𝑝𝑟</m:t>
                              </m:r>
                            </m:sub>
                          </m:sSub>
                        </m:sub>
                      </m:sSub>
                      <m:d>
                        <m:dPr>
                          <m:ctrlPr>
                            <a:rPr dirty="0" i="1" lang="en-US">
                              <a:latin charset="0" panose="02040503050406030204" pitchFamily="18" typeface="Cambria Math"/>
                            </a:rPr>
                          </m:ctrlPr>
                        </m:dPr>
                        <m:e>
                          <m:r>
                            <a:rPr dirty="0" i="1" lang="en-US">
                              <a:latin charset="0" panose="02040503050406030204" pitchFamily="18" typeface="Cambria Math"/>
                            </a:rPr>
                            <m:t>𝑦</m:t>
                          </m:r>
                        </m:e>
                      </m:d>
                      <m:r>
                        <a:rPr b="0" dirty="0" i="1" lang="en-US" smtClean="0">
                          <a:latin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𝑥</m:t>
                      </m:r>
                      <m:r>
                        <a:rPr dirty="0" i="1" lang="en-US" smtClean="0">
                          <a:latin charset="0" panose="02040503050406030204" pitchFamily="18" typeface="Cambria Math"/>
                          <a:ea charset="0" panose="02040503050406030204" pitchFamily="18" typeface="Cambria Math"/>
                        </a:rPr>
                        <m:t>(</m:t>
                      </m:r>
                      <m:sSup>
                        <m:sSupPr>
                          <m:ctrlPr>
                            <a:rPr dirty="0" i="1" lang="en-US">
                              <a:latin charset="0" panose="02040503050406030204" pitchFamily="18" typeface="Cambria Math"/>
                              <a:ea charset="0" panose="02040503050406030204" pitchFamily="18" typeface="Cambria Math"/>
                            </a:rPr>
                          </m:ctrlPr>
                        </m:sSupPr>
                        <m:e>
                          <m:r>
                            <a:rPr dirty="0" i="1" lang="en-US">
                              <a:latin charset="0" panose="02040503050406030204" pitchFamily="18" typeface="Cambria Math"/>
                              <a:ea charset="0" panose="02040503050406030204" pitchFamily="18" typeface="Cambria Math"/>
                            </a:rPr>
                            <m:t>𝑥</m:t>
                          </m:r>
                        </m:e>
                        <m:sup>
                          <m:r>
                            <a:rPr dirty="0" i="1" lang="el-GR">
                              <a:latin charset="0" panose="02040503050406030204" pitchFamily="18" typeface="Cambria Math"/>
                              <a:ea charset="0" panose="02040503050406030204" pitchFamily="18" typeface="Cambria Math"/>
                            </a:rPr>
                            <m:t>𝜙</m:t>
                          </m:r>
                          <m:d>
                            <m:dPr>
                              <m:ctrlPr>
                                <a:rPr dirty="0" i="1" lang="en-US">
                                  <a:latin charset="0" panose="02040503050406030204" pitchFamily="18" typeface="Cambria Math"/>
                                  <a:ea charset="0" panose="02040503050406030204" pitchFamily="18" typeface="Cambria Math"/>
                                </a:rPr>
                              </m:ctrlPr>
                            </m:dPr>
                            <m:e>
                              <m:r>
                                <a:rPr dirty="0" i="1" lang="en-US">
                                  <a:latin charset="0" panose="02040503050406030204" pitchFamily="18" typeface="Cambria Math"/>
                                  <a:ea charset="0" panose="02040503050406030204" pitchFamily="18" typeface="Cambria Math"/>
                                </a:rPr>
                                <m:t>𝑛</m:t>
                              </m:r>
                            </m:e>
                          </m:d>
                        </m:sup>
                      </m:sSup>
                      <m:sSup>
                        <m:sSupPr>
                          <m:ctrlPr>
                            <a:rPr dirty="0" i="1" lang="en-US">
                              <a:latin charset="0" panose="02040503050406030204" pitchFamily="18" typeface="Cambria Math"/>
                              <a:ea charset="0" panose="02040503050406030204" pitchFamily="18" typeface="Cambria Math"/>
                            </a:rPr>
                          </m:ctrlPr>
                        </m:sSupPr>
                        <m:e>
                          <m:r>
                            <a:rPr dirty="0" i="1" lang="en-US">
                              <a:latin charset="0" panose="02040503050406030204" pitchFamily="18" typeface="Cambria Math"/>
                              <a:ea charset="0" panose="02040503050406030204" pitchFamily="18" typeface="Cambria Math"/>
                            </a:rPr>
                            <m:t>)</m:t>
                          </m:r>
                        </m:e>
                        <m:sup>
                          <m:r>
                            <a:rPr dirty="0" i="1" lang="en-US">
                              <a:latin charset="0" panose="02040503050406030204" pitchFamily="18" typeface="Cambria Math"/>
                              <a:ea charset="0" panose="02040503050406030204" pitchFamily="18" typeface="Cambria Math"/>
                            </a:rPr>
                            <m:t>𝑡</m:t>
                          </m:r>
                        </m:sup>
                      </m:sSup>
                      <m:r>
                        <a:rPr dirty="0" i="1" lang="en-US" smtClean="0">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𝑥</m:t>
                      </m:r>
                      <m:r>
                        <a:rPr b="0" dirty="0" i="1" lang="en-US" smtClean="0">
                          <a:latin charset="0" panose="02040503050406030204" pitchFamily="18" typeface="Cambria Math"/>
                          <a:ea charset="0" panose="02040503050406030204" pitchFamily="18" typeface="Cambria Math"/>
                        </a:rPr>
                        <m:t> </m:t>
                      </m:r>
                      <m:r>
                        <a:rPr b="0" dirty="0" i="1" lang="en-US" smtClean="0">
                          <a:latin charset="0" panose="02040503050406030204" pitchFamily="18" typeface="Cambria Math"/>
                          <a:ea charset="0" panose="02040503050406030204" pitchFamily="18" typeface="Cambria Math"/>
                        </a:rPr>
                        <m:t>𝑚𝑜𝑑</m:t>
                      </m:r>
                      <m:r>
                        <a:rPr b="0" dirty="0" i="1" lang="en-US" smtClean="0">
                          <a:latin charset="0" panose="02040503050406030204" pitchFamily="18" typeface="Cambria Math"/>
                          <a:ea charset="0" panose="02040503050406030204" pitchFamily="18" typeface="Cambria Math"/>
                        </a:rPr>
                        <m:t> </m:t>
                      </m:r>
                      <m:r>
                        <a:rPr b="0" dirty="0" i="1" lang="en-US" smtClean="0">
                          <a:latin charset="0" panose="02040503050406030204" pitchFamily="18" typeface="Cambria Math"/>
                          <a:ea charset="0" panose="02040503050406030204" pitchFamily="18" typeface="Cambria Math"/>
                        </a:rPr>
                        <m:t>𝑛</m:t>
                      </m:r>
                    </m:oMath>
                  </m:oMathPara>
                </a14:m>
                <a:endParaRPr dirty="0" lang="en-US"/>
              </a:p>
            </p:txBody>
          </p:sp>
        </mc:Choice>
        <mc:Fallback>
          <p:sp>
            <p:nvSpPr>
              <p:cNvPr id="19" name="TextBox 18">
                <a:extLst>
                  <a:ext uri="{FF2B5EF4-FFF2-40B4-BE49-F238E27FC236}">
                    <a16:creationId xmlns:a16="http://schemas.microsoft.com/office/drawing/2014/main" id="{249E4517-1A42-4306-AC25-BCD7FCAFA47A}"/>
                  </a:ext>
                </a:extLst>
              </p:cNvPr>
              <p:cNvSpPr txBox="1">
                <a:spLocks noAdjustHandles="1" noChangeArrowheads="1" noChangeAspect="1" noChangeShapeType="1" noEditPoints="1" noMove="1" noResize="1" noRot="1" noTextEdit="1"/>
              </p:cNvSpPr>
              <p:nvPr/>
            </p:nvSpPr>
            <p:spPr>
              <a:xfrm>
                <a:off x="4421947" y="6078555"/>
                <a:ext cx="3358612" cy="446789"/>
              </a:xfrm>
              <a:prstGeom prst="rect">
                <a:avLst/>
              </a:prstGeom>
              <a:blipFill>
                <a:blip r:embed="rId9"/>
                <a:stretch>
                  <a:fillRect b="-2778"/>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24507584-96B3-4C59-B959-0B137A8040E4}"/>
              </a:ext>
            </a:extLst>
          </p:cNvPr>
          <p:cNvSpPr txBox="1"/>
          <p:nvPr/>
        </p:nvSpPr>
        <p:spPr>
          <a:xfrm>
            <a:off x="9520655" y="1861155"/>
            <a:ext cx="2071630" cy="369332"/>
          </a:xfrm>
          <a:prstGeom prst="rect">
            <a:avLst/>
          </a:prstGeom>
          <a:noFill/>
          <a:ln w="28575">
            <a:solidFill>
              <a:srgbClr val="0070C0"/>
            </a:solidFill>
          </a:ln>
        </p:spPr>
        <p:txBody>
          <a:bodyPr rtlCol="0" wrap="square">
            <a:spAutoFit/>
          </a:bodyPr>
          <a:lstStyle/>
          <a:p>
            <a:r>
              <a:rPr dirty="0" i="1" lang="en-US">
                <a:solidFill>
                  <a:schemeClr val="tx2">
                    <a:lumMod val="75000"/>
                  </a:schemeClr>
                </a:solidFill>
              </a:rPr>
              <a:t>d</a:t>
            </a:r>
            <a:r>
              <a:rPr dirty="0" lang="en-US"/>
              <a:t>·</a:t>
            </a:r>
            <a:r>
              <a:rPr dirty="0" i="1" lang="en-US">
                <a:solidFill>
                  <a:srgbClr val="0070C0"/>
                </a:solidFill>
              </a:rPr>
              <a:t> e</a:t>
            </a:r>
            <a:r>
              <a:rPr dirty="0" i="1" lang="en-US"/>
              <a:t> </a:t>
            </a:r>
            <a:r>
              <a:rPr dirty="0" lang="en-US"/>
              <a:t>≡ 1 mod </a:t>
            </a:r>
            <a:r>
              <a:rPr dirty="0" lang="el-GR">
                <a:solidFill>
                  <a:srgbClr val="7030A0"/>
                </a:solidFill>
              </a:rPr>
              <a:t>Φ(</a:t>
            </a:r>
            <a:r>
              <a:rPr dirty="0" i="1" lang="en-US">
                <a:solidFill>
                  <a:srgbClr val="7030A0"/>
                </a:solidFill>
              </a:rPr>
              <a:t>n</a:t>
            </a:r>
            <a:r>
              <a:rPr dirty="0" lang="en-US">
                <a:solidFill>
                  <a:srgbClr val="7030A0"/>
                </a:solidFill>
              </a:rPr>
              <a:t>)</a:t>
            </a:r>
            <a:endParaRPr dirty="0" lang="en-US"/>
          </a:p>
        </p:txBody>
      </p:sp>
      <p:cxnSp>
        <p:nvCxnSpPr>
          <p:cNvPr id="7" name="Straight Arrow Connector 6">
            <a:extLst>
              <a:ext uri="{FF2B5EF4-FFF2-40B4-BE49-F238E27FC236}">
                <a16:creationId xmlns:a16="http://schemas.microsoft.com/office/drawing/2014/main" id="{135A992F-92C3-4B06-89FF-C7574E3F7737}"/>
              </a:ext>
              <a:ext uri="{C183D7F6-B498-43B3-948B-1728B52AA6E4}">
                <adec:decorative xmlns:adec="http://schemas.microsoft.com/office/drawing/2017/decorative" val="0"/>
              </a:ext>
            </a:extLst>
          </p:cNvPr>
          <p:cNvCxnSpPr>
            <a:cxnSpLocks/>
            <a:stCxn id="5" idx="2"/>
            <a:endCxn id="10" idx="0"/>
          </p:cNvCxnSpPr>
          <p:nvPr/>
        </p:nvCxnSpPr>
        <p:spPr>
          <a:xfrm>
            <a:off x="10556470" y="2230487"/>
            <a:ext cx="0" cy="288124"/>
          </a:xfrm>
          <a:prstGeom prst="straightConnector1">
            <a:avLst/>
          </a:prstGeom>
          <a:ln w="28575">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15695902-A544-4F83-96BB-247B1C1EA056}"/>
              </a:ext>
            </a:extLst>
          </p:cNvPr>
          <p:cNvSpPr txBox="1"/>
          <p:nvPr/>
        </p:nvSpPr>
        <p:spPr>
          <a:xfrm>
            <a:off x="9732366" y="2518611"/>
            <a:ext cx="1648208" cy="369332"/>
          </a:xfrm>
          <a:prstGeom prst="rect">
            <a:avLst/>
          </a:prstGeom>
          <a:noFill/>
          <a:ln w="28575">
            <a:solidFill>
              <a:srgbClr val="0070C0"/>
            </a:solidFill>
          </a:ln>
        </p:spPr>
        <p:txBody>
          <a:bodyPr rtlCol="0" wrap="none">
            <a:spAutoFit/>
          </a:bodyPr>
          <a:lstStyle/>
          <a:p>
            <a:r>
              <a:rPr dirty="0" i="1" lang="en-US">
                <a:solidFill>
                  <a:schemeClr val="tx2">
                    <a:lumMod val="75000"/>
                  </a:schemeClr>
                </a:solidFill>
              </a:rPr>
              <a:t>d</a:t>
            </a:r>
            <a:r>
              <a:rPr dirty="0" lang="en-US"/>
              <a:t>·</a:t>
            </a:r>
            <a:r>
              <a:rPr dirty="0" i="1" lang="en-US">
                <a:solidFill>
                  <a:srgbClr val="0070C0"/>
                </a:solidFill>
              </a:rPr>
              <a:t> e</a:t>
            </a:r>
            <a:r>
              <a:rPr dirty="0" i="1" lang="en-US"/>
              <a:t> =</a:t>
            </a:r>
            <a:r>
              <a:rPr dirty="0" lang="en-US"/>
              <a:t> 1 + t</a:t>
            </a:r>
            <a:r>
              <a:rPr dirty="0" lang="el-GR">
                <a:solidFill>
                  <a:srgbClr val="7030A0"/>
                </a:solidFill>
              </a:rPr>
              <a:t>Φ(</a:t>
            </a:r>
            <a:r>
              <a:rPr dirty="0" i="1" lang="en-US">
                <a:solidFill>
                  <a:srgbClr val="7030A0"/>
                </a:solidFill>
              </a:rPr>
              <a:t>n</a:t>
            </a:r>
            <a:r>
              <a:rPr dirty="0" lang="en-US">
                <a:solidFill>
                  <a:srgbClr val="7030A0"/>
                </a:solidFill>
              </a:rPr>
              <a:t>)</a:t>
            </a:r>
            <a:endParaRPr dirty="0" lang="en-US"/>
          </a:p>
        </p:txBody>
      </p:sp>
      <mc:AlternateContent xmlns:a14="http://schemas.microsoft.com/office/drawing/2010/main" xmlns:mc="http://schemas.openxmlformats.org/markup-compatibility/2006">
        <mc:Choice Requires="a14">
          <p:sp>
            <p:nvSpPr>
              <p:cNvPr id="11" name="Rectangle 10">
                <a:extLst>
                  <a:ext uri="{FF2B5EF4-FFF2-40B4-BE49-F238E27FC236}">
                    <a16:creationId xmlns:a16="http://schemas.microsoft.com/office/drawing/2014/main" id="{F3D046BC-C900-4CFC-9A7A-E9E7F492D284}"/>
                  </a:ext>
                </a:extLst>
              </p:cNvPr>
              <p:cNvSpPr/>
              <p:nvPr/>
            </p:nvSpPr>
            <p:spPr>
              <a:xfrm>
                <a:off x="9106043" y="2996317"/>
                <a:ext cx="2900854" cy="11104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r>
                  <a:rPr b="1" dirty="0" lang="en-US" sz="2000"/>
                  <a:t>Euler’s Theorem:</a:t>
                </a:r>
              </a:p>
              <a:p>
                <a:pPr algn="ctr"/>
                <a:r>
                  <a:rPr dirty="0" i="1" lang="en-US"/>
                  <a:t>Let a and m be integers with </a:t>
                </a:r>
                <a:r>
                  <a:rPr dirty="0" err="1" i="1" lang="en-US"/>
                  <a:t>gcd</a:t>
                </a:r>
                <a:r>
                  <a:rPr dirty="0" i="1" lang="en-US"/>
                  <a:t>(</a:t>
                </a:r>
                <a:r>
                  <a:rPr dirty="0" err="1" i="1" lang="en-US"/>
                  <a:t>a,m</a:t>
                </a:r>
                <a:r>
                  <a:rPr dirty="0" i="1" lang="en-US"/>
                  <a:t>)=1, then:</a:t>
                </a:r>
              </a:p>
              <a:p>
                <a:pPr algn="ctr"/>
                <a14:m>
                  <m:oMathPara xmlns:m="http://schemas.openxmlformats.org/officeDocument/2006/math">
                    <m:oMathParaPr>
                      <m:jc m:val="centerGroup"/>
                    </m:oMathParaPr>
                    <m:oMath>
                      <m:sSup>
                        <m:sSupPr>
                          <m:ctrlPr>
                            <a:rPr i="1" lang="en-US" smtClean="0">
                              <a:latin charset="0" panose="02040503050406030204" pitchFamily="18" typeface="Cambria Math"/>
                            </a:rPr>
                          </m:ctrlPr>
                        </m:sSupPr>
                        <m:e>
                          <m:r>
                            <a:rPr b="0" i="1" lang="en-US" smtClean="0">
                              <a:latin charset="0" panose="02040503050406030204" pitchFamily="18" typeface="Cambria Math"/>
                            </a:rPr>
                            <m:t>𝑎</m:t>
                          </m:r>
                        </m:e>
                        <m:sup>
                          <m:r>
                            <a:rPr b="0" i="1" lang="en-US" smtClean="0">
                              <a:latin charset="0" panose="02040503050406030204" pitchFamily="18" typeface="Cambria Math"/>
                              <a:ea charset="0" panose="02040503050406030204" pitchFamily="18" typeface="Cambria Math"/>
                            </a:rPr>
                            <m:t>𝜙</m:t>
                          </m:r>
                          <m:r>
                            <a:rPr b="0" i="1" lang="en-US" smtClean="0">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𝑚</m:t>
                          </m:r>
                          <m:r>
                            <a:rPr b="0" i="1" lang="en-US" smtClean="0">
                              <a:latin charset="0" panose="02040503050406030204" pitchFamily="18" typeface="Cambria Math"/>
                              <a:ea charset="0" panose="02040503050406030204" pitchFamily="18" typeface="Cambria Math"/>
                            </a:rPr>
                            <m:t>)</m:t>
                          </m:r>
                        </m:sup>
                      </m:sSup>
                      <m:r>
                        <a:rPr b="0" i="1" lang="en-US" smtClean="0">
                          <a:latin charset="0" panose="02040503050406030204" pitchFamily="18" typeface="Cambria Math"/>
                          <a:ea charset="0" panose="02040503050406030204" pitchFamily="18" typeface="Cambria Math"/>
                        </a:rPr>
                        <m:t>≡1 </m:t>
                      </m:r>
                      <m:r>
                        <a:rPr b="0" i="1" lang="en-US" smtClean="0">
                          <a:latin charset="0" panose="02040503050406030204" pitchFamily="18" typeface="Cambria Math"/>
                          <a:ea charset="0" panose="02040503050406030204" pitchFamily="18" typeface="Cambria Math"/>
                        </a:rPr>
                        <m:t>𝑚𝑜𝑑</m:t>
                      </m:r>
                      <m:r>
                        <a:rPr b="0" i="1" lang="en-US" smtClean="0">
                          <a:latin charset="0" panose="02040503050406030204" pitchFamily="18" typeface="Cambria Math"/>
                          <a:ea charset="0" panose="02040503050406030204" pitchFamily="18" typeface="Cambria Math"/>
                        </a:rPr>
                        <m:t> </m:t>
                      </m:r>
                      <m:r>
                        <a:rPr b="0" i="1" lang="en-US" smtClean="0">
                          <a:latin charset="0" panose="02040503050406030204" pitchFamily="18" typeface="Cambria Math"/>
                          <a:ea charset="0" panose="02040503050406030204" pitchFamily="18" typeface="Cambria Math"/>
                        </a:rPr>
                        <m:t>𝑚</m:t>
                      </m:r>
                    </m:oMath>
                  </m:oMathPara>
                </a14:m>
                <a:endParaRPr dirty="0" lang="en-US"/>
              </a:p>
            </p:txBody>
          </p:sp>
        </mc:Choice>
        <mc:Fallback>
          <p:sp>
            <p:nvSpPr>
              <p:cNvPr id="11" name="Rectangle 10">
                <a:extLst>
                  <a:ext uri="{FF2B5EF4-FFF2-40B4-BE49-F238E27FC236}">
                    <a16:creationId xmlns:a16="http://schemas.microsoft.com/office/drawing/2014/main" id="{F3D046BC-C900-4CFC-9A7A-E9E7F492D284}"/>
                  </a:ext>
                </a:extLst>
              </p:cNvPr>
              <p:cNvSpPr>
                <a:spLocks noAdjustHandles="1" noChangeArrowheads="1" noChangeAspect="1" noChangeShapeType="1" noEditPoints="1" noMove="1" noResize="1" noRot="1" noTextEdit="1"/>
              </p:cNvSpPr>
              <p:nvPr/>
            </p:nvSpPr>
            <p:spPr>
              <a:xfrm>
                <a:off x="9106043" y="2996317"/>
                <a:ext cx="2900854" cy="1110422"/>
              </a:xfrm>
              <a:prstGeom prst="rect">
                <a:avLst/>
              </a:prstGeom>
              <a:blipFill>
                <a:blip r:embed="rId5"/>
                <a:stretch>
                  <a:fillRect b="-2162" l="-418" r="-1253" t="-8108"/>
                </a:stretch>
              </a:blipFill>
            </p:spPr>
            <p:txBody>
              <a:bodyPr/>
              <a:lstStyle/>
              <a:p>
                <a:r>
                  <a:rPr lang="en-US">
                    <a:noFill/>
                  </a:rPr>
                  <a:t> </a:t>
                </a:r>
              </a:p>
            </p:txBody>
          </p:sp>
        </mc:Fallback>
      </mc:AlternateContent>
      <mc:AlternateContent xmlns:a14="http://schemas.microsoft.com/office/drawing/2010/main" xmlns:mc="http://schemas.openxmlformats.org/markup-compatibility/2006">
        <mc:Choice Requires="a14">
          <p:sp>
            <p:nvSpPr>
              <p:cNvPr id="12" name="Rectangle 11">
                <a:extLst>
                  <a:ext uri="{FF2B5EF4-FFF2-40B4-BE49-F238E27FC236}">
                    <a16:creationId xmlns:a16="http://schemas.microsoft.com/office/drawing/2014/main" id="{B043EF28-4FF1-4657-AC2F-8AE47989FD18}"/>
                  </a:ext>
                </a:extLst>
              </p:cNvPr>
              <p:cNvSpPr/>
              <p:nvPr/>
            </p:nvSpPr>
            <p:spPr>
              <a:xfrm>
                <a:off x="9106043" y="4313656"/>
                <a:ext cx="2900854" cy="190846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anchor="ctr" rtlCol="0"/>
              <a:lstStyle/>
              <a:p>
                <a:pPr algn="ctr"/>
                <a:r>
                  <a:rPr b="1" dirty="0" lang="en-US" sz="2000"/>
                  <a:t>Fermat’s Little Theorem:</a:t>
                </a:r>
              </a:p>
              <a:p>
                <a:pPr algn="ctr"/>
                <a:r>
                  <a:rPr dirty="0" i="1" lang="en-US"/>
                  <a:t>Any integer a and any prime number p, we have:</a:t>
                </a:r>
              </a:p>
              <a:p>
                <a:pPr algn="ctr"/>
                <a14:m>
                  <m:oMath xmlns:m="http://schemas.openxmlformats.org/officeDocument/2006/math">
                    <m:sSup>
                      <m:sSupPr>
                        <m:ctrlPr>
                          <a:rPr i="1" lang="en-US">
                            <a:latin charset="0" panose="02040503050406030204" pitchFamily="18" typeface="Cambria Math"/>
                          </a:rPr>
                        </m:ctrlPr>
                      </m:sSupPr>
                      <m:e>
                        <m:r>
                          <a:rPr i="1" lang="en-US">
                            <a:latin charset="0" panose="02040503050406030204" pitchFamily="18" typeface="Cambria Math"/>
                          </a:rPr>
                          <m:t>𝑎</m:t>
                        </m:r>
                      </m:e>
                      <m:sup>
                        <m:r>
                          <a:rPr b="0" i="1" lang="en-US" smtClean="0">
                            <a:latin charset="0" panose="02040503050406030204" pitchFamily="18" typeface="Cambria Math"/>
                          </a:rPr>
                          <m:t>𝑝</m:t>
                        </m:r>
                      </m:sup>
                    </m:sSup>
                    <m:r>
                      <a:rPr i="1" lang="en-US">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𝑎</m:t>
                    </m:r>
                    <m:r>
                      <a:rPr i="1" lang="en-US">
                        <a:latin charset="0" panose="02040503050406030204" pitchFamily="18" typeface="Cambria Math"/>
                        <a:ea charset="0" panose="02040503050406030204" pitchFamily="18" typeface="Cambria Math"/>
                      </a:rPr>
                      <m:t> </m:t>
                    </m:r>
                    <m:r>
                      <a:rPr i="1" lang="en-US">
                        <a:latin charset="0" panose="02040503050406030204" pitchFamily="18" typeface="Cambria Math"/>
                        <a:ea charset="0" panose="02040503050406030204" pitchFamily="18" typeface="Cambria Math"/>
                      </a:rPr>
                      <m:t>𝑚𝑜𝑑</m:t>
                    </m:r>
                    <m:r>
                      <a:rPr i="1" lang="en-US">
                        <a:latin charset="0" panose="02040503050406030204" pitchFamily="18" typeface="Cambria Math"/>
                        <a:ea charset="0" panose="02040503050406030204" pitchFamily="18" typeface="Cambria Math"/>
                      </a:rPr>
                      <m:t> </m:t>
                    </m:r>
                    <m:r>
                      <a:rPr b="0" i="1" lang="en-US" smtClean="0">
                        <a:latin charset="0" panose="02040503050406030204" pitchFamily="18" typeface="Cambria Math"/>
                        <a:ea charset="0" panose="02040503050406030204" pitchFamily="18" typeface="Cambria Math"/>
                      </a:rPr>
                      <m:t>𝑝</m:t>
                    </m:r>
                  </m:oMath>
                </a14:m>
                <a:r>
                  <a:rPr dirty="0" lang="en-US"/>
                  <a:t>.</a:t>
                </a:r>
              </a:p>
              <a:p>
                <a:pPr algn="ctr"/>
                <a:r>
                  <a:rPr dirty="0" i="1" lang="en-US"/>
                  <a:t>If a is not divisible by p,</a:t>
                </a:r>
              </a:p>
              <a:p>
                <a:pPr algn="ctr"/>
                <a14:m>
                  <m:oMathPara xmlns:m="http://schemas.openxmlformats.org/officeDocument/2006/math">
                    <m:oMathParaPr>
                      <m:jc m:val="centerGroup"/>
                    </m:oMathParaPr>
                    <m:oMath>
                      <m:sSup>
                        <m:sSupPr>
                          <m:ctrlPr>
                            <a:rPr i="1" lang="en-US">
                              <a:latin charset="0" panose="02040503050406030204" pitchFamily="18" typeface="Cambria Math"/>
                            </a:rPr>
                          </m:ctrlPr>
                        </m:sSupPr>
                        <m:e>
                          <m:r>
                            <a:rPr i="1" lang="en-US">
                              <a:latin charset="0" panose="02040503050406030204" pitchFamily="18" typeface="Cambria Math"/>
                            </a:rPr>
                            <m:t>𝑎</m:t>
                          </m:r>
                        </m:e>
                        <m:sup>
                          <m:r>
                            <a:rPr i="1" lang="en-US">
                              <a:latin charset="0" panose="02040503050406030204" pitchFamily="18" typeface="Cambria Math"/>
                            </a:rPr>
                            <m:t>𝑝</m:t>
                          </m:r>
                          <m:r>
                            <a:rPr b="0" i="1" lang="en-US" smtClean="0">
                              <a:latin charset="0" panose="02040503050406030204" pitchFamily="18" typeface="Cambria Math"/>
                            </a:rPr>
                            <m:t>−1</m:t>
                          </m:r>
                        </m:sup>
                      </m:sSup>
                      <m:r>
                        <a:rPr i="1" lang="en-US">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1</m:t>
                      </m:r>
                      <m:r>
                        <a:rPr i="1" lang="en-US">
                          <a:latin charset="0" panose="02040503050406030204" pitchFamily="18" typeface="Cambria Math"/>
                          <a:ea charset="0" panose="02040503050406030204" pitchFamily="18" typeface="Cambria Math"/>
                        </a:rPr>
                        <m:t> </m:t>
                      </m:r>
                      <m:r>
                        <a:rPr i="1" lang="en-US">
                          <a:latin charset="0" panose="02040503050406030204" pitchFamily="18" typeface="Cambria Math"/>
                          <a:ea charset="0" panose="02040503050406030204" pitchFamily="18" typeface="Cambria Math"/>
                        </a:rPr>
                        <m:t>𝑚𝑜𝑑</m:t>
                      </m:r>
                      <m:r>
                        <a:rPr i="1" lang="en-US">
                          <a:latin charset="0" panose="02040503050406030204" pitchFamily="18" typeface="Cambria Math"/>
                          <a:ea charset="0" panose="02040503050406030204" pitchFamily="18" typeface="Cambria Math"/>
                        </a:rPr>
                        <m:t> </m:t>
                      </m:r>
                      <m:r>
                        <a:rPr i="1" lang="en-US">
                          <a:latin charset="0" panose="02040503050406030204" pitchFamily="18" typeface="Cambria Math"/>
                          <a:ea charset="0" panose="02040503050406030204" pitchFamily="18" typeface="Cambria Math"/>
                        </a:rPr>
                        <m:t>𝑝</m:t>
                      </m:r>
                    </m:oMath>
                  </m:oMathPara>
                </a14:m>
                <a:endParaRPr dirty="0" i="1" lang="en-US"/>
              </a:p>
            </p:txBody>
          </p:sp>
        </mc:Choice>
        <mc:Fallback>
          <p:sp>
            <p:nvSpPr>
              <p:cNvPr id="12" name="Rectangle 11">
                <a:extLst>
                  <a:ext uri="{FF2B5EF4-FFF2-40B4-BE49-F238E27FC236}">
                    <a16:creationId xmlns:a16="http://schemas.microsoft.com/office/drawing/2014/main" id="{B043EF28-4FF1-4657-AC2F-8AE47989FD18}"/>
                  </a:ext>
                </a:extLst>
              </p:cNvPr>
              <p:cNvSpPr>
                <a:spLocks noAdjustHandles="1" noChangeArrowheads="1" noChangeAspect="1" noChangeShapeType="1" noEditPoints="1" noMove="1" noResize="1" noRot="1" noTextEdit="1"/>
              </p:cNvSpPr>
              <p:nvPr/>
            </p:nvSpPr>
            <p:spPr>
              <a:xfrm>
                <a:off x="9106043" y="4313656"/>
                <a:ext cx="2900854" cy="1908467"/>
              </a:xfrm>
              <a:prstGeom prst="rect">
                <a:avLst/>
              </a:prstGeom>
              <a:blipFill>
                <a:blip r:embed="rId6"/>
                <a:stretch>
                  <a:fillRect r="-835"/>
                </a:stretch>
              </a:blipFill>
            </p:spPr>
            <p:txBody>
              <a:bodyPr/>
              <a:lstStyle/>
              <a:p>
                <a:r>
                  <a:rPr lang="en-US">
                    <a:noFill/>
                  </a:rPr>
                  <a:t> </a:t>
                </a:r>
              </a:p>
            </p:txBody>
          </p:sp>
        </mc:Fallback>
      </mc:AlternateContent>
      <p:sp>
        <p:nvSpPr>
          <p:cNvPr id="20" name="TextBox 19">
            <a:extLst>
              <a:ext uri="{FF2B5EF4-FFF2-40B4-BE49-F238E27FC236}">
                <a16:creationId xmlns:a16="http://schemas.microsoft.com/office/drawing/2014/main" id="{2F9DD093-6958-4AC1-93EE-A25F4848DFD0}"/>
              </a:ext>
            </a:extLst>
          </p:cNvPr>
          <p:cNvSpPr txBox="1"/>
          <p:nvPr/>
        </p:nvSpPr>
        <p:spPr>
          <a:xfrm>
            <a:off x="67604" y="6488458"/>
            <a:ext cx="4356962" cy="307777"/>
          </a:xfrm>
          <a:prstGeom prst="rect">
            <a:avLst/>
          </a:prstGeom>
          <a:noFill/>
        </p:spPr>
        <p:txBody>
          <a:bodyPr rtlCol="0" wrap="none">
            <a:spAutoFit/>
          </a:bodyPr>
          <a:lstStyle/>
          <a:p>
            <a:r>
              <a:rPr dirty="0" i="1" lang="en-US" sz="1400"/>
              <a:t>Ref: </a:t>
            </a:r>
            <a:r>
              <a:rPr b="1" dirty="0" i="1" lang="en-US" sz="1400"/>
              <a:t>Fermat’s Little Theorem </a:t>
            </a:r>
            <a:r>
              <a:rPr dirty="0" i="1" lang="en-US" sz="1400">
                <a:hlinkClick r:id="rId10"/>
              </a:rPr>
              <a:t>Fermat’s Little Theorem</a:t>
            </a:r>
            <a:r>
              <a:rPr dirty="0" i="1" lang="en-US" sz="1400"/>
              <a:t> </a:t>
            </a:r>
          </a:p>
        </p:txBody>
      </p:sp>
      <p:sp>
        <p:nvSpPr>
          <p:cNvPr id="4" name="Slide Number Placeholder 3">
            <a:extLst>
              <a:ext uri="{FF2B5EF4-FFF2-40B4-BE49-F238E27FC236}">
                <a16:creationId xmlns:a16="http://schemas.microsoft.com/office/drawing/2014/main" id="{FE9915E7-E89F-4EC4-B578-801DA1486307}"/>
              </a:ext>
            </a:extLst>
          </p:cNvPr>
          <p:cNvSpPr>
            <a:spLocks noGrp="1"/>
          </p:cNvSpPr>
          <p:nvPr>
            <p:ph idx="12" sz="quarter" type="sldNum"/>
          </p:nvPr>
        </p:nvSpPr>
        <p:spPr/>
        <p:txBody>
          <a:bodyPr/>
          <a:lstStyle/>
          <a:p>
            <a:fld id="{3EE413A7-32C0-42B9-8169-A32BFBDA280A}" type="slidenum">
              <a:rPr lang="en-US" smtClean="0"/>
              <a:t>11</a:t>
            </a:fld>
            <a:endParaRPr lang="en-US"/>
          </a:p>
        </p:txBody>
      </p:sp>
    </p:spTree>
    <p:extLst>
      <p:ext uri="{BB962C8B-B14F-4D97-AF65-F5344CB8AC3E}">
        <p14:creationId xmlns:p14="http://schemas.microsoft.com/office/powerpoint/2010/main" val="2991471136"/>
      </p:ext>
    </p:extLst>
  </p:cSld>
  <p:clrMapOvr>
    <a:masterClrMapping/>
  </p:clrMapOvr>
  <mc:AlternateContent xmlns:mc="http://schemas.openxmlformats.org/markup-compatibility/2006" xmlns:p14="http://schemas.microsoft.com/office/powerpoint/2010/main">
    <mc:Choice Requires="p14">
      <p:transition advTm="855338" p14:dur="2000" spd="slow"/>
    </mc:Choice>
    <mc:Fallback>
      <p:transition advTm="855338" spd="slow"/>
    </mc:Fallback>
  </mc:AlternateContent>
  <p:extLst>
    <p:ext uri="{3A86A75C-4F4B-4683-9AE1-C65F6400EC91}">
      <p14:laserTraceLst xmlns:p14="http://schemas.microsoft.com/office/powerpoint/2010/main">
        <p14:tracePtLst>
          <p14:tracePt t="41" x="6769100" y="2232025"/>
          <p14:tracePt t="166" x="6804025" y="2211388"/>
          <p14:tracePt t="196" x="6783388" y="2197100"/>
          <p14:tracePt t="196" x="6769100" y="2197100"/>
          <p14:tracePt t="228" x="6756400" y="2197100"/>
          <p14:tracePt t="251" x="6756400" y="2211388"/>
          <p14:tracePt t="374" x="6742113" y="2211388"/>
          <p14:tracePt t="386" x="6742113" y="2197100"/>
          <p14:tracePt t="442" x="6729413" y="2184400"/>
          <p14:tracePt t="453" x="6715125" y="2184400"/>
          <p14:tracePt t="467" x="6673850" y="2197100"/>
          <p14:tracePt t="476" x="6599238" y="2232025"/>
          <p14:tracePt t="487" x="6497638" y="2300288"/>
          <p14:tracePt t="501" x="6354763" y="2428875"/>
          <p14:tracePt t="511" x="6211888" y="2598738"/>
          <p14:tracePt t="521" x="6054725" y="2816225"/>
          <p14:tracePt t="534" x="5911850" y="3006725"/>
          <p14:tracePt t="545" x="5694363" y="3333750"/>
          <p14:tracePt t="556" x="5476875" y="3694113"/>
          <p14:tracePt t="568" x="5307013" y="4054475"/>
          <p14:tracePt t="578" x="5205413" y="4313238"/>
          <p14:tracePt t="590" x="5149850" y="4572000"/>
          <p14:tracePt t="622" x="5129213" y="4776788"/>
          <p14:tracePt t="625" x="5149850" y="4857750"/>
          <p14:tracePt t="634" x="5176838" y="4959350"/>
          <p14:tracePt t="635" x="5232400" y="5048250"/>
          <p14:tracePt t="645" x="5292725" y="5089525"/>
          <p14:tracePt t="657" x="5375275" y="5129213"/>
          <p14:tracePt t="669" x="5462588" y="5164138"/>
          <p14:tracePt t="679" x="5551488" y="5176838"/>
          <p14:tracePt t="690" x="5605463" y="5176838"/>
          <p14:tracePt t="701" x="5681663" y="5176838"/>
          <p14:tracePt t="712" x="5735638" y="5176838"/>
          <p14:tracePt t="724" x="5783263" y="5164138"/>
          <p14:tracePt t="735" x="5810250" y="5164138"/>
          <p14:tracePt t="746" x="5824538" y="5164138"/>
          <p14:tracePt t="757" x="5837238" y="5164138"/>
          <p14:tracePt t="769" x="5851525" y="5176838"/>
          <p14:tracePt t="791" x="5864225" y="5176838"/>
          <p14:tracePt t="858" x="5878513" y="5176838"/>
          <p14:tracePt t="869" x="5891213" y="5205413"/>
          <p14:tracePt t="881" x="5911850" y="5232400"/>
          <p14:tracePt t="894" x="5926138" y="5259388"/>
          <p14:tracePt t="905" x="5938838" y="5334000"/>
          <p14:tracePt t="916" x="5994400" y="5435600"/>
          <p14:tracePt t="927" x="6069013" y="5578475"/>
          <p14:tracePt t="938" x="6137275" y="5708650"/>
          <p14:tracePt t="948" x="6224588" y="5864225"/>
          <p14:tracePt t="960" x="6280150" y="6007100"/>
          <p14:tracePt t="973" x="6340475" y="6122988"/>
          <p14:tracePt t="984" x="6367463" y="6211888"/>
          <p14:tracePt t="994" x="6396038" y="6327775"/>
          <p14:tracePt t="1006" x="6429375" y="6443663"/>
          <p14:tracePt t="1017" x="6429375" y="6510338"/>
          <p14:tracePt t="1027" x="6429375" y="6599238"/>
          <p14:tracePt t="1039" x="6408738" y="6673850"/>
          <p14:tracePt t="1051" x="6381750" y="6715125"/>
          <p14:tracePt t="1061" x="6367463" y="6756400"/>
          <p14:tracePt t="1074" x="6340475" y="6783388"/>
          <p14:tracePt t="1085" x="6313488" y="6831013"/>
          <p14:tracePt t="1641" x="0" y="0"/>
        </p14:tracePtLst>
        <p14:tracePtLst>
          <p14:tracePt t="294994" x="5408613" y="6640513"/>
          <p14:tracePt t="295003" x="6122988" y="6340475"/>
          <p14:tracePt t="295014" x="6729413" y="6096000"/>
          <p14:tracePt t="295027" x="7748588" y="5708650"/>
          <p14:tracePt t="295037" x="8328025" y="5491163"/>
          <p14:tracePt t="295048" x="9197975" y="5149850"/>
          <p14:tracePt t="295060" x="9736138" y="4959350"/>
          <p14:tracePt t="295071" x="10436225" y="4714875"/>
          <p14:tracePt t="295082" x="10796588" y="4586288"/>
          <p14:tracePt t="295093" x="11260138" y="4414838"/>
          <p14:tracePt t="295104" x="11483975" y="4327525"/>
          <p14:tracePt t="295116" x="11701463" y="4238625"/>
          <p14:tracePt t="295130" x="11831638" y="4184650"/>
          <p14:tracePt t="295139" x="11879263" y="4170363"/>
          <p14:tracePt t="295150" x="11891963" y="4143375"/>
          <p14:tracePt t="295171" x="11891963" y="4122738"/>
          <p14:tracePt t="295194" x="11891963" y="4110038"/>
          <p14:tracePt t="295216" x="11879263" y="4081463"/>
          <p14:tracePt t="295228" x="11858625" y="4068763"/>
          <p14:tracePt t="295239" x="11817350" y="4041775"/>
          <p14:tracePt t="295252" x="11777663" y="4014788"/>
          <p14:tracePt t="295273" x="11701463" y="3979863"/>
          <p14:tracePt t="295276" x="11634788" y="3967163"/>
          <p14:tracePt t="295284" x="11545888" y="3952875"/>
          <p14:tracePt t="295295" x="11456988" y="3938588"/>
          <p14:tracePt t="295307" x="11403013" y="3938588"/>
          <p14:tracePt t="295319" x="11301413" y="3938588"/>
          <p14:tracePt t="295329" x="11198225" y="3938588"/>
          <p14:tracePt t="295342" x="11129963" y="3938588"/>
          <p14:tracePt t="295352" x="11082338" y="3938588"/>
          <p14:tracePt t="295364" x="11028363" y="3938588"/>
          <p14:tracePt t="295374" x="11001375" y="3938588"/>
          <p14:tracePt t="295396" x="10980738" y="3925888"/>
          <p14:tracePt t="295408" x="10980738" y="3911600"/>
          <p14:tracePt t="295419" x="10968038" y="3898900"/>
          <p14:tracePt t="295431" x="10953750" y="3884613"/>
          <p14:tracePt t="295443" x="10939463" y="3863975"/>
          <p14:tracePt t="295453" x="10926763" y="3851275"/>
          <p14:tracePt t="295476" x="10912475" y="3851275"/>
          <p14:tracePt t="295477" x="10899775" y="3836988"/>
          <p14:tracePt t="295487" x="10885488" y="3836988"/>
          <p14:tracePt t="295509" x="10852150" y="3824288"/>
          <p14:tracePt t="295512" x="10825163" y="3810000"/>
          <p14:tracePt t="295521" x="10810875" y="3810000"/>
          <p14:tracePt t="295532" x="10796588" y="3810000"/>
          <p14:tracePt t="295554" x="10783888" y="3810000"/>
          <p14:tracePt t="295576" x="10769600" y="3824288"/>
          <p14:tracePt t="295588" x="10756900" y="3824288"/>
          <p14:tracePt t="295643" x="10769600" y="3824288"/>
          <p14:tracePt t="295655" x="10783888" y="3824288"/>
          <p14:tracePt t="295667" x="10825163" y="3836988"/>
          <p14:tracePt t="295678" x="10872788" y="3836988"/>
          <p14:tracePt t="295690" x="10926763" y="3836988"/>
          <p14:tracePt t="295702" x="11015663" y="3836988"/>
          <p14:tracePt t="295711" x="11096625" y="3836988"/>
          <p14:tracePt t="295723" x="11185525" y="3824288"/>
          <p14:tracePt t="295736" x="11225213" y="3824288"/>
          <p14:tracePt t="295745" x="11272838" y="3824288"/>
          <p14:tracePt t="295757" x="11287125" y="3824288"/>
          <p14:tracePt t="295801" x="11272838" y="3824288"/>
          <p14:tracePt t="295813" x="11260138" y="3824288"/>
          <p14:tracePt t="295835" x="11245850" y="3824288"/>
          <p14:tracePt t="295847" x="11225213" y="3824288"/>
          <p14:tracePt t="295859" x="11185525" y="3824288"/>
          <p14:tracePt t="295869" x="11158538" y="3824288"/>
          <p14:tracePt t="295881" x="11129963" y="3824288"/>
          <p14:tracePt t="295892" x="11082338" y="3824288"/>
          <p14:tracePt t="295903" x="11069638" y="3824288"/>
          <p14:tracePt t="295915" x="11055350" y="3824288"/>
          <p14:tracePt t="295947" x="11082338" y="3824288"/>
          <p14:tracePt t="295960" x="11117263" y="3824288"/>
          <p14:tracePt t="295970" x="11158538" y="3824288"/>
          <p14:tracePt t="295983" x="11212513" y="3824288"/>
          <p14:tracePt t="295994" x="11272838" y="3824288"/>
          <p14:tracePt t="296004" x="11328400" y="3824288"/>
          <p14:tracePt t="296017" x="11388725" y="3824288"/>
          <p14:tracePt t="296028" x="11415713" y="3824288"/>
          <p14:tracePt t="296038" x="11430000" y="3824288"/>
          <p14:tracePt t="296094" x="11415713" y="3824288"/>
          <p14:tracePt t="296116" x="11403013" y="3824288"/>
          <p14:tracePt t="296128" x="11388725" y="3824288"/>
          <p14:tracePt t="296139" x="11355388" y="3824288"/>
          <p14:tracePt t="296151" x="11328400" y="3824288"/>
          <p14:tracePt t="296162" x="11287125" y="3824288"/>
          <p14:tracePt t="296173" x="11260138" y="3824288"/>
          <p14:tracePt t="296185" x="11225213" y="3824288"/>
          <p14:tracePt t="296195" x="11198225" y="3824288"/>
          <p14:tracePt t="296207" x="11185525" y="3824288"/>
          <p14:tracePt t="296220" x="11171238" y="3824288"/>
          <p14:tracePt t="296230" x="11158538" y="3824288"/>
          <p14:tracePt t="296262" x="11144250" y="3824288"/>
          <p14:tracePt t="296318" x="11129963" y="3824288"/>
          <p14:tracePt t="296431" x="11144250" y="3824288"/>
          <p14:tracePt t="296443" x="11171238" y="3824288"/>
          <p14:tracePt t="296455" x="11198225" y="3824288"/>
          <p14:tracePt t="296465" x="11245850" y="3824288"/>
          <p14:tracePt t="296476" x="11272838" y="3824288"/>
          <p14:tracePt t="296490" x="11301413" y="3824288"/>
          <p14:tracePt t="296510" x="11314113" y="3824288"/>
          <p14:tracePt t="296566" x="11301413" y="3824288"/>
          <p14:tracePt t="296578" x="11287125" y="3824288"/>
          <p14:tracePt t="296591" x="11245850" y="3824288"/>
          <p14:tracePt t="296601" x="11185525" y="3824288"/>
          <p14:tracePt t="296612" x="11129963" y="3824288"/>
          <p14:tracePt t="296625" x="11042650" y="3824288"/>
          <p14:tracePt t="296636" x="10953750" y="3836988"/>
          <p14:tracePt t="296646" x="10852150" y="3836988"/>
          <p14:tracePt t="296658" x="10742613" y="3851275"/>
          <p14:tracePt t="296669" x="10614025" y="3851275"/>
          <p14:tracePt t="296680" x="10510838" y="3863975"/>
          <p14:tracePt t="296692" x="10450513" y="3863975"/>
          <p14:tracePt t="296702" x="10396538" y="3884613"/>
          <p14:tracePt t="296714" x="10334625" y="3898900"/>
          <p14:tracePt t="296725" x="10320338" y="3911600"/>
          <p14:tracePt t="296736" x="10293350" y="3925888"/>
          <p14:tracePt t="296748" x="10266363" y="3938588"/>
          <p14:tracePt t="296758" x="10253663" y="3952875"/>
          <p14:tracePt t="296770" x="10218738" y="3967163"/>
          <p14:tracePt t="296782" x="10206038" y="3979863"/>
          <p14:tracePt t="296792" x="10177463" y="3994150"/>
          <p14:tracePt t="296803" x="10150475" y="4014788"/>
          <p14:tracePt t="296815" x="10123488" y="4041775"/>
          <p14:tracePt t="296826" x="10075863" y="4054475"/>
          <p14:tracePt t="296837" x="10034588" y="4068763"/>
          <p14:tracePt t="296849" x="9980613" y="4095750"/>
          <p14:tracePt t="296860" x="9920288" y="4110038"/>
          <p14:tracePt t="296870" x="9864725" y="4122738"/>
          <p14:tracePt t="296882" x="9831388" y="4122738"/>
          <p14:tracePt t="296893" x="9817100" y="4143375"/>
          <p14:tracePt t="296904" x="9804400" y="4143375"/>
          <p14:tracePt t="296993" x="9817100" y="4143375"/>
          <p14:tracePt t="297006" x="9831388" y="4143375"/>
          <p14:tracePt t="297016" x="9852025" y="4143375"/>
          <p14:tracePt t="297028" x="9864725" y="4143375"/>
          <p14:tracePt t="297050" x="9879013" y="4143375"/>
          <p14:tracePt t="297117" x="9864725" y="4143375"/>
          <p14:tracePt t="297129" x="9852025" y="4143375"/>
          <p14:tracePt t="297141" x="9817100" y="4143375"/>
          <p14:tracePt t="297151" x="9790113" y="4143375"/>
          <p14:tracePt t="297163" x="9748838" y="4143375"/>
          <p14:tracePt t="297175" x="9701213" y="4143375"/>
          <p14:tracePt t="297185" x="9674225" y="4143375"/>
          <p14:tracePt t="297197" x="9647238" y="4143375"/>
          <p14:tracePt t="297209" x="9634538" y="4143375"/>
          <p14:tracePt t="297319" x="9661525" y="4143375"/>
          <p14:tracePt t="297332" x="9674225" y="4143375"/>
          <p14:tracePt t="297343" x="9688513" y="4143375"/>
          <p14:tracePt t="297377" x="9736138" y="4143375"/>
          <p14:tracePt t="297377" x="9777413" y="4143375"/>
          <p14:tracePt t="297387" x="9804400" y="4143375"/>
          <p14:tracePt t="297391" x="9831388" y="4143375"/>
          <p14:tracePt t="297399" x="9864725" y="4143375"/>
          <p14:tracePt t="297412" x="9879013" y="4143375"/>
          <p14:tracePt t="297455" x="9864725" y="4143375"/>
          <p14:tracePt t="297467" x="9831388" y="4143375"/>
          <p14:tracePt t="297479" x="9804400" y="4143375"/>
          <p14:tracePt t="297489" x="9790113" y="4143375"/>
          <p14:tracePt t="297501" x="9748838" y="4143375"/>
          <p14:tracePt t="297513" x="9721850" y="4143375"/>
          <p14:tracePt t="297523" x="9701213" y="4143375"/>
          <p14:tracePt t="297535" x="9688513" y="4143375"/>
          <p14:tracePt t="297546" x="9674225" y="4143375"/>
          <p14:tracePt t="297612" x="9688513" y="4143375"/>
          <p14:tracePt t="297635" x="9701213" y="4143375"/>
          <p14:tracePt t="297646" x="9721850" y="4143375"/>
          <p14:tracePt t="297658" x="9748838" y="4143375"/>
          <p14:tracePt t="297670" x="9790113" y="4143375"/>
          <p14:tracePt t="297681" x="9817100" y="4143375"/>
          <p14:tracePt t="297692" x="9864725" y="4122738"/>
          <p14:tracePt t="297704" x="9906000" y="4122738"/>
          <p14:tracePt t="297714" x="9932988" y="4122738"/>
          <p14:tracePt t="297726" x="9959975" y="4110038"/>
          <p14:tracePt t="297738" x="10007600" y="4110038"/>
          <p14:tracePt t="297748" x="10034588" y="4095750"/>
          <p14:tracePt t="297762" x="10048875" y="4095750"/>
          <p14:tracePt t="297772" x="10063163" y="4095750"/>
          <p14:tracePt t="297860" x="10048875" y="4081463"/>
          <p14:tracePt t="297871" x="10034588" y="4081463"/>
          <p14:tracePt t="297882" x="10007600" y="4081463"/>
          <p14:tracePt t="297894" x="9959975" y="4068763"/>
          <p14:tracePt t="297906" x="9920288" y="4054475"/>
          <p14:tracePt t="297918" x="9879013" y="4054475"/>
          <p14:tracePt t="297928" x="9831388" y="4041775"/>
          <p14:tracePt t="297939" x="9817100" y="4027488"/>
          <p14:tracePt t="297952" x="9804400" y="4027488"/>
          <p14:tracePt t="298040" x="9817100" y="4027488"/>
          <p14:tracePt t="298085" x="9831388" y="4027488"/>
          <p14:tracePt t="298118" x="9852025" y="4027488"/>
          <p14:tracePt t="298220" x="9864725" y="4027488"/>
          <p14:tracePt t="298253" x="9879013" y="4027488"/>
          <p14:tracePt t="298265" x="9891713" y="4027488"/>
          <p14:tracePt t="298276" x="9920288" y="4027488"/>
          <p14:tracePt t="298288" x="9947275" y="4027488"/>
          <p14:tracePt t="298299" x="9959975" y="4027488"/>
          <p14:tracePt t="298311" x="9994900" y="4041775"/>
          <p14:tracePt t="298321" x="10021888" y="4041775"/>
          <p14:tracePt t="298333" x="10034588" y="4041775"/>
          <p14:tracePt t="298344" x="10048875" y="4041775"/>
          <p14:tracePt t="298524" x="10063163" y="4041775"/>
          <p14:tracePt t="298546" x="10090150" y="4041775"/>
          <p14:tracePt t="298558" x="10123488" y="4041775"/>
          <p14:tracePt t="298570" x="10150475" y="4041775"/>
          <p14:tracePt t="298580" x="10177463" y="4041775"/>
          <p14:tracePt t="298595" x="10218738" y="4041775"/>
          <p14:tracePt t="298604" x="10239375" y="4041775"/>
          <p14:tracePt t="298614" x="10253663" y="4041775"/>
          <p14:tracePt t="298827" x="10266363" y="4054475"/>
          <p14:tracePt t="298850" x="10266363" y="4068763"/>
          <p14:tracePt t="298863" x="10280650" y="4068763"/>
          <p14:tracePt t="298873" x="10280650" y="4081463"/>
          <p14:tracePt t="298906" x="10293350" y="4081463"/>
          <p14:tracePt t="298940" x="10307638" y="4081463"/>
          <p14:tracePt t="298962" x="10320338" y="4081463"/>
          <p14:tracePt t="299379" x="10320338" y="4095750"/>
          <p14:tracePt t="299391" x="10334625" y="4095750"/>
          <p14:tracePt t="299412" x="10355263" y="4095750"/>
          <p14:tracePt t="299628" x="10367963" y="4095750"/>
          <p14:tracePt t="299649" x="10382250" y="4095750"/>
          <p14:tracePt t="299660" x="10396538" y="4095750"/>
          <p14:tracePt t="299683" x="10409238" y="4095750"/>
          <p14:tracePt t="299705" x="10423525" y="4095750"/>
          <p14:tracePt t="299728" x="10436225" y="4110038"/>
          <p14:tracePt t="299750" x="10450513" y="4110038"/>
          <p14:tracePt t="299817" x="10463213" y="4110038"/>
          <p14:tracePt t="299840" x="10483850" y="4110038"/>
          <p14:tracePt t="299862" x="10498138" y="4110038"/>
          <p14:tracePt t="299874" x="10525125" y="4110038"/>
          <p14:tracePt t="299885" x="10539413" y="4110038"/>
          <p14:tracePt t="299896" x="10566400" y="4110038"/>
          <p14:tracePt t="299908" x="10579100" y="4110038"/>
          <p14:tracePt t="299919" x="10593388" y="4110038"/>
          <p14:tracePt t="299930" x="10626725" y="4110038"/>
          <p14:tracePt t="299952" x="10641013" y="4110038"/>
          <p14:tracePt t="299964" x="10653713" y="4110038"/>
          <p14:tracePt t="300054" x="10668000" y="4110038"/>
          <p14:tracePt t="300076" x="10682288" y="4110038"/>
          <p14:tracePt t="300087" x="10721975" y="4110038"/>
          <p14:tracePt t="300100" x="10742613" y="4110038"/>
          <p14:tracePt t="300110" x="10783888" y="4122738"/>
          <p14:tracePt t="300124" x="10837863" y="4122738"/>
          <p14:tracePt t="300134" x="10872788" y="4122738"/>
          <p14:tracePt t="300144" x="10912475" y="4122738"/>
          <p14:tracePt t="300157" x="10926763" y="4122738"/>
          <p14:tracePt t="300167" x="10939463" y="4122738"/>
          <p14:tracePt t="300380" x="10953750" y="4122738"/>
          <p14:tracePt t="300381" x="10968038" y="4122738"/>
          <p14:tracePt t="300392" x="11015663" y="4143375"/>
          <p14:tracePt t="300404" x="11042650" y="4143375"/>
          <p14:tracePt t="300416" x="11117263" y="4157663"/>
          <p14:tracePt t="300427" x="11185525" y="4157663"/>
          <p14:tracePt t="300437" x="11245850" y="4157663"/>
          <p14:tracePt t="300449" x="11301413" y="4170363"/>
          <p14:tracePt t="300460" x="11341100" y="4170363"/>
          <p14:tracePt t="300471" x="11376025" y="4170363"/>
          <p14:tracePt t="300483" x="11388725" y="4170363"/>
          <p14:tracePt t="300571" x="11403013" y="4170363"/>
          <p14:tracePt t="300594" x="11415713" y="4170363"/>
          <p14:tracePt t="301809" x="11403013" y="4170363"/>
          <p14:tracePt t="301820" x="11158538" y="4122738"/>
          <p14:tracePt t="301833" x="10552113" y="4027488"/>
          <p14:tracePt t="301842" x="9920288" y="3911600"/>
          <p14:tracePt t="301854" x="8653463" y="3694113"/>
          <p14:tracePt t="301867" x="7673975" y="3538538"/>
          <p14:tracePt t="301877" x="6238875" y="3319463"/>
          <p14:tracePt t="301888" x="5048250" y="3149600"/>
          <p14:tracePt t="301901" x="4429125" y="3062288"/>
          <p14:tracePt t="301911" x="3735388" y="2994025"/>
          <p14:tracePt t="301922" x="3435350" y="2959100"/>
          <p14:tracePt t="301934" x="3176588" y="2946400"/>
          <p14:tracePt t="301945" x="3074988" y="2946400"/>
          <p14:tracePt t="301955" x="3048000" y="2946400"/>
          <p14:tracePt t="301967" x="3033713" y="2946400"/>
          <p14:tracePt t="302169" x="3033713" y="2959100"/>
          <p14:tracePt t="302180" x="3062288" y="2973388"/>
          <p14:tracePt t="302193" x="3089275" y="2973388"/>
          <p14:tracePt t="302203" x="3089275" y="2959100"/>
          <p14:tracePt t="302215" x="3074988" y="2959100"/>
          <p14:tracePt t="302226" x="3048000" y="2946400"/>
          <p14:tracePt t="302239" x="3006725" y="2946400"/>
          <p14:tracePt t="302248" x="2919413" y="2946400"/>
          <p14:tracePt t="302261" x="2803525" y="2946400"/>
          <p14:tracePt t="302273" x="2687638" y="2946400"/>
          <p14:tracePt t="302282" x="2619375" y="2959100"/>
          <p14:tracePt t="302293" x="2530475" y="2994025"/>
          <p14:tracePt t="302306" x="2470150" y="3021013"/>
          <p14:tracePt t="302316" x="2443163" y="3033713"/>
          <p14:tracePt t="302328" x="2401888" y="3062288"/>
          <p14:tracePt t="302339" x="2387600" y="3101975"/>
          <p14:tracePt t="302349" x="2360613" y="3136900"/>
          <p14:tracePt t="302362" x="2360613" y="3163888"/>
          <p14:tracePt t="302372" x="2360613" y="3190875"/>
          <p14:tracePt t="302382" x="2374900" y="3217863"/>
          <p14:tracePt t="302395" x="2387600" y="3252788"/>
          <p14:tracePt t="302406" x="2401888" y="3265488"/>
          <p14:tracePt t="302416" x="2428875" y="3279775"/>
          <p14:tracePt t="302429" x="2470150" y="3292475"/>
          <p14:tracePt t="302440" x="2530475" y="3306763"/>
          <p14:tracePt t="302450" x="2619375" y="3306763"/>
          <p14:tracePt t="302462" x="2700338" y="3306763"/>
          <p14:tracePt t="302473" x="2789238" y="3306763"/>
          <p14:tracePt t="302484" x="2905125" y="3292475"/>
          <p14:tracePt t="302496" x="3021013" y="3265488"/>
          <p14:tracePt t="302507" x="3089275" y="3232150"/>
          <p14:tracePt t="302518" x="3149600" y="3190875"/>
          <p14:tracePt t="302530" x="3176588" y="3163888"/>
          <p14:tracePt t="302541" x="3190875" y="3122613"/>
          <p14:tracePt t="302552" x="3176588" y="3089275"/>
          <p14:tracePt t="302564" x="3163888" y="3048000"/>
          <p14:tracePt t="302575" x="3136900" y="3021013"/>
          <p14:tracePt t="302585" x="3089275" y="3006725"/>
          <p14:tracePt t="302619" x="3021013" y="2994025"/>
          <p14:tracePt t="302623" x="2919413" y="2973388"/>
          <p14:tracePt t="302631" x="2843213" y="2973388"/>
          <p14:tracePt t="302632" x="2747963" y="2994025"/>
          <p14:tracePt t="302642" x="2673350" y="3021013"/>
          <p14:tracePt t="302656" x="2586038" y="3074988"/>
          <p14:tracePt t="302665" x="2544763" y="3122613"/>
          <p14:tracePt t="302676" x="2517775" y="3163888"/>
          <p14:tracePt t="302688" x="2517775" y="3205163"/>
          <p14:tracePt t="302698" x="2530475" y="3232150"/>
          <p14:tracePt t="302709" x="2544763" y="3279775"/>
          <p14:tracePt t="302722" x="2598738" y="3306763"/>
          <p14:tracePt t="302732" x="2673350" y="3333750"/>
          <p14:tracePt t="302743" x="2747963" y="3348038"/>
          <p14:tracePt t="302756" x="2843213" y="3360738"/>
          <p14:tracePt t="302766" x="2959100" y="3360738"/>
          <p14:tracePt t="302777" x="3048000" y="3348038"/>
          <p14:tracePt t="302789" x="3149600" y="3333750"/>
          <p14:tracePt t="302799" x="3232150" y="3292475"/>
          <p14:tracePt t="302811" x="3279775" y="3265488"/>
          <p14:tracePt t="302822" x="3279775" y="3252788"/>
          <p14:tracePt t="302833" x="3279775" y="3217863"/>
          <p14:tracePt t="302844" x="3279775" y="3190875"/>
          <p14:tracePt t="302856" x="3252788" y="3176588"/>
          <p14:tracePt t="302866" x="3205163" y="3163888"/>
          <p14:tracePt t="302878" x="3176588" y="3163888"/>
          <p14:tracePt t="302889" x="3149600" y="3163888"/>
          <p14:tracePt t="302900" x="3122613" y="3163888"/>
          <p14:tracePt t="302911" x="3089275" y="3163888"/>
          <p14:tracePt t="302923" x="3089275" y="3176588"/>
          <p14:tracePt t="302934" x="3074988" y="3190875"/>
          <p14:tracePt t="302967" x="3074988" y="3205163"/>
          <p14:tracePt t="302990" x="3074988" y="3217863"/>
          <p14:tracePt t="303012" x="3074988" y="3232150"/>
          <p14:tracePt t="303024" x="3048000" y="3232150"/>
          <p14:tracePt t="303035" x="3021013" y="3232150"/>
          <p14:tracePt t="303183" x="3033713" y="3232150"/>
          <p14:tracePt t="303249" x="3033713" y="3252788"/>
          <p14:tracePt t="303260" x="3033713" y="3265488"/>
          <p14:tracePt t="303282" x="3021013" y="3292475"/>
          <p14:tracePt t="303294" x="2994025" y="3306763"/>
          <p14:tracePt t="303306" x="2973388" y="3319463"/>
          <p14:tracePt t="303317" x="2946400" y="3348038"/>
          <p14:tracePt t="303329" x="2932113" y="3360738"/>
          <p14:tracePt t="303339" x="2919413" y="3360738"/>
          <p14:tracePt t="303352" x="2905125" y="3381375"/>
          <p14:tracePt t="303429" x="2905125" y="3360738"/>
          <p14:tracePt t="303462" x="2905125" y="3348038"/>
          <p14:tracePt t="303766" x="2905125" y="3333750"/>
          <p14:tracePt t="304194" x="2905125" y="3348038"/>
          <p14:tracePt t="304205" x="2905125" y="3360738"/>
          <p14:tracePt t="304216" x="2905125" y="3381375"/>
          <p14:tracePt t="304230" x="2905125" y="3395663"/>
          <p14:tracePt t="304240" x="2905125" y="3422650"/>
          <p14:tracePt t="304251" x="2905125" y="3435350"/>
          <p14:tracePt t="304263" x="2905125" y="3449638"/>
          <p14:tracePt t="304272" x="2905125" y="3462338"/>
          <p14:tracePt t="304286" x="2905125" y="3476625"/>
          <p14:tracePt t="304373" x="2905125" y="3462338"/>
          <p14:tracePt t="304396" x="2905125" y="3449638"/>
          <p14:tracePt t="304419" x="2905125" y="3435350"/>
          <p14:tracePt t="304431" x="2905125" y="3422650"/>
          <p14:tracePt t="304453" x="2905125" y="3408363"/>
          <p14:tracePt t="304486" x="2905125" y="3395663"/>
          <p14:tracePt t="304667" x="2905125" y="3408363"/>
          <p14:tracePt t="304679" x="2905125" y="3422650"/>
          <p14:tracePt t="304711" x="2905125" y="3435350"/>
          <p14:tracePt t="304735" x="2905125" y="3449638"/>
          <p14:tracePt t="304824" x="2919413" y="3435350"/>
          <p14:tracePt t="304857" x="2932113" y="3422650"/>
          <p14:tracePt t="304870" x="2946400" y="3422650"/>
          <p14:tracePt t="304881" x="2959100" y="3408363"/>
          <p14:tracePt t="304891" x="2973388" y="3408363"/>
          <p14:tracePt t="304903" x="2994025" y="3395663"/>
          <p14:tracePt t="304926" x="3006725" y="3395663"/>
          <p14:tracePt t="304938" x="3006725" y="3381375"/>
          <p14:tracePt t="304992" x="3006725" y="3395663"/>
          <p14:tracePt t="305026" x="3021013" y="3408363"/>
          <p14:tracePt t="305049" x="3021013" y="3422650"/>
          <p14:tracePt t="305071" x="3033713" y="3422650"/>
          <p14:tracePt t="305094" x="3048000" y="3422650"/>
          <p14:tracePt t="305105" x="3062288" y="3422650"/>
          <p14:tracePt t="305116" x="3089275" y="3422650"/>
          <p14:tracePt t="305128" x="3122613" y="3422650"/>
          <p14:tracePt t="305139" x="3149600" y="3422650"/>
          <p14:tracePt t="305151" x="3176588" y="3422650"/>
          <p14:tracePt t="305162" x="3205163" y="3408363"/>
          <p14:tracePt t="305184" x="3217863" y="3408363"/>
          <p14:tracePt t="305187" x="3232150" y="3408363"/>
          <p14:tracePt t="305251" x="3232150" y="3422650"/>
          <p14:tracePt t="305443" x="3232150" y="3408363"/>
          <p14:tracePt t="305455" x="3252788" y="3408363"/>
          <p14:tracePt t="305465" x="3265488" y="3408363"/>
          <p14:tracePt t="305477" x="3279775" y="3408363"/>
          <p14:tracePt t="305488" x="3292475" y="3395663"/>
          <p14:tracePt t="305499" x="3319463" y="3395663"/>
          <p14:tracePt t="305510" x="3333750" y="3395663"/>
          <p14:tracePt t="305524" x="3360738" y="3395663"/>
          <p14:tracePt t="305544" x="3381375" y="3395663"/>
          <p14:tracePt t="305645" x="3381375" y="3408363"/>
          <p14:tracePt t="305791" x="3395663" y="3408363"/>
          <p14:tracePt t="305915" x="3408363" y="3408363"/>
          <p14:tracePt t="305960" x="3422650" y="3408363"/>
          <p14:tracePt t="305971" x="3408363" y="3408363"/>
          <p14:tracePt t="305982" x="3395663" y="3408363"/>
          <p14:tracePt t="306219" x="3408363" y="3408363"/>
          <p14:tracePt t="306241" x="3422650" y="3408363"/>
          <p14:tracePt t="306253" x="3435350" y="3408363"/>
          <p14:tracePt t="306264" x="3462338" y="3408363"/>
          <p14:tracePt t="306286" x="3476625" y="3408363"/>
          <p14:tracePt t="306297" x="3509963" y="3408363"/>
          <p14:tracePt t="306311" x="3538538" y="3408363"/>
          <p14:tracePt t="306321" x="3565525" y="3408363"/>
          <p14:tracePt t="306332" x="3605213" y="3408363"/>
          <p14:tracePt t="306345" x="3667125" y="3408363"/>
          <p14:tracePt t="306355" x="3694113" y="3408363"/>
          <p14:tracePt t="306365" x="3735388" y="3395663"/>
          <p14:tracePt t="306379" x="3768725" y="3395663"/>
          <p14:tracePt t="306389" x="3795713" y="3395663"/>
          <p14:tracePt t="306399" x="3810000" y="3395663"/>
          <p14:tracePt t="306411" x="3824288" y="3381375"/>
          <p14:tracePt t="306432" x="3836988" y="3381375"/>
          <p14:tracePt t="306636" x="3836988" y="3360738"/>
          <p14:tracePt t="306804" x="3824288" y="3360738"/>
          <p14:tracePt t="306807" x="3795713" y="3360738"/>
          <p14:tracePt t="307096" x="3795713" y="3348038"/>
          <p14:tracePt t="307119" x="3810000" y="3348038"/>
          <p14:tracePt t="307130" x="3810000" y="3360738"/>
          <p14:tracePt t="307208" x="3824288" y="3360738"/>
          <p14:tracePt t="307242" x="3836988" y="3360738"/>
          <p14:tracePt t="307265" x="3851275" y="3360738"/>
          <p14:tracePt t="307287" x="3863975" y="3360738"/>
          <p14:tracePt t="307299" x="3884613" y="3360738"/>
          <p14:tracePt t="307310" x="3898900" y="3360738"/>
          <p14:tracePt t="307321" x="3911600" y="3360738"/>
          <p14:tracePt t="307333" x="3938588" y="3360738"/>
          <p14:tracePt t="307355" x="3967163" y="3360738"/>
          <p14:tracePt t="307367" x="3979863" y="3360738"/>
          <p14:tracePt t="307378" x="3994150" y="3360738"/>
          <p14:tracePt t="307390" x="4014788" y="3348038"/>
          <p14:tracePt t="307401" x="4027488" y="3348038"/>
          <p14:tracePt t="307423" x="4041775" y="3348038"/>
          <p14:tracePt t="307445" x="4041775" y="3333750"/>
          <p14:tracePt t="307648" x="4054475" y="3333750"/>
          <p14:tracePt t="307670" x="4068763" y="3333750"/>
          <p14:tracePt t="307683" x="4081463" y="3333750"/>
          <p14:tracePt t="307693" x="4095750" y="3333750"/>
          <p14:tracePt t="307704" x="4110038" y="3333750"/>
          <p14:tracePt t="307718" x="4122738" y="3348038"/>
          <p14:tracePt t="307726" x="4143375" y="3348038"/>
          <p14:tracePt t="307750" x="4157663" y="3348038"/>
          <p14:tracePt t="307895" x="4170363" y="3348038"/>
          <p14:tracePt t="307940" x="4170363" y="3333750"/>
          <p14:tracePt t="307951" x="4184650" y="3333750"/>
          <p14:tracePt t="308097" x="4170363" y="3333750"/>
          <p14:tracePt t="308109" x="4143375" y="3333750"/>
          <p14:tracePt t="308120" x="4122738" y="3333750"/>
          <p14:tracePt t="308131" x="4095750" y="3333750"/>
          <p14:tracePt t="308143" x="4081463" y="3333750"/>
          <p14:tracePt t="308165" x="4068763" y="3333750"/>
          <p14:tracePt t="308232" x="4081463" y="3333750"/>
          <p14:tracePt t="308255" x="4095750" y="3333750"/>
          <p14:tracePt t="308267" x="4110038" y="3333750"/>
          <p14:tracePt t="308277" x="4143375" y="3333750"/>
          <p14:tracePt t="308291" x="4170363" y="3333750"/>
          <p14:tracePt t="308301" x="4197350" y="3333750"/>
          <p14:tracePt t="308312" x="4224338" y="3333750"/>
          <p14:tracePt t="308325" x="4238625" y="3333750"/>
          <p14:tracePt t="308345" x="4259263" y="3333750"/>
          <p14:tracePt t="308435" x="4238625" y="3333750"/>
          <p14:tracePt t="308457" x="4224338" y="3333750"/>
          <p14:tracePt t="308469" x="4211638" y="3333750"/>
          <p14:tracePt t="308480" x="4184650" y="3333750"/>
          <p14:tracePt t="308491" x="4170363" y="3333750"/>
          <p14:tracePt t="308505" x="4143375" y="3333750"/>
          <p14:tracePt t="308515" x="4122738" y="3333750"/>
          <p14:tracePt t="308525" x="4110038" y="3333750"/>
          <p14:tracePt t="308539" x="4095750" y="3333750"/>
          <p14:tracePt t="308638" x="4110038" y="3333750"/>
          <p14:tracePt t="308660" x="4122738" y="3319463"/>
          <p14:tracePt t="308671" x="4143375" y="3319463"/>
          <p14:tracePt t="308683" x="4157663" y="3319463"/>
          <p14:tracePt t="308695" x="4184650" y="3319463"/>
          <p14:tracePt t="308706" x="4197350" y="3319463"/>
          <p14:tracePt t="308728" x="4211638" y="3319463"/>
          <p14:tracePt t="308862" x="4197350" y="3319463"/>
          <p14:tracePt t="308874" x="4184650" y="3319463"/>
          <p14:tracePt t="308907" x="4170363" y="3319463"/>
          <p14:tracePt t="308910" x="4157663" y="3319463"/>
          <p14:tracePt t="308921" x="4143375" y="3319463"/>
          <p14:tracePt t="308997" x="4157663" y="3319463"/>
          <p14:tracePt t="309010" x="4170363" y="3319463"/>
          <p14:tracePt t="309031" x="4184650" y="3319463"/>
          <p14:tracePt t="309044" x="4197350" y="3319463"/>
          <p14:tracePt t="309056" x="4211638" y="3319463"/>
          <p14:tracePt t="309066" x="4224338" y="3319463"/>
          <p14:tracePt t="309088" x="4238625" y="3319463"/>
          <p14:tracePt t="309177" x="4224338" y="3319463"/>
          <p14:tracePt t="309200" x="4211638" y="3319463"/>
          <p14:tracePt t="309233" x="4197350" y="3319463"/>
          <p14:tracePt t="309549" x="4211638" y="3319463"/>
          <p14:tracePt t="309571" x="4224338" y="3319463"/>
          <p14:tracePt t="309584" x="4238625" y="3319463"/>
          <p14:tracePt t="309605" x="4238625" y="3333750"/>
          <p14:tracePt t="309661" x="4224338" y="3333750"/>
          <p14:tracePt t="309672" x="4211638" y="3333750"/>
          <p14:tracePt t="309686" x="4197350" y="3333750"/>
          <p14:tracePt t="309695" x="4170363" y="3333750"/>
          <p14:tracePt t="309707" x="4157663" y="3333750"/>
          <p14:tracePt t="309719" x="4143375" y="3333750"/>
          <p14:tracePt t="309729" x="4122738" y="3333750"/>
          <p14:tracePt t="309785" x="4143375" y="3333750"/>
          <p14:tracePt t="309796" x="4157663" y="3333750"/>
          <p14:tracePt t="309808" x="4184650" y="3333750"/>
          <p14:tracePt t="309820" x="4197350" y="3333750"/>
          <p14:tracePt t="309832" x="4224338" y="3333750"/>
          <p14:tracePt t="309842" x="4238625" y="3333750"/>
          <p14:tracePt t="309854" x="4259263" y="3333750"/>
          <p14:tracePt t="309931" x="4271963" y="3333750"/>
          <p14:tracePt t="309965" x="4271963" y="3348038"/>
          <p14:tracePt t="309976" x="4259263" y="3348038"/>
          <p14:tracePt t="309988" x="4224338" y="3333750"/>
          <p14:tracePt t="310181" x="4238625" y="3333750"/>
          <p14:tracePt t="310190" x="4259263" y="3333750"/>
          <p14:tracePt t="310204" x="4271963" y="3333750"/>
          <p14:tracePt t="310213" x="4286250" y="3333750"/>
          <p14:tracePt t="310224" x="4300538" y="3333750"/>
          <p14:tracePt t="310236" x="4313238" y="3333750"/>
          <p14:tracePt t="310249" x="4327525" y="3333750"/>
          <p14:tracePt t="310258" x="4354513" y="3333750"/>
          <p14:tracePt t="310270" x="4367213" y="3333750"/>
          <p14:tracePt t="310280" x="4402138" y="3333750"/>
          <p14:tracePt t="310293" x="4414838" y="3333750"/>
          <p14:tracePt t="310303" x="4429125" y="3333750"/>
          <p14:tracePt t="310314" x="4443413" y="3333750"/>
          <p14:tracePt t="310326" x="4456113" y="3333750"/>
          <p14:tracePt t="310347" x="4470400" y="3319463"/>
          <p14:tracePt t="310403" x="4470400" y="3306763"/>
          <p14:tracePt t="310471" x="4456113" y="3306763"/>
          <p14:tracePt t="310483" x="4456113" y="3292475"/>
          <p14:tracePt t="310595" x="4443413" y="3292475"/>
          <p14:tracePt t="310606" x="4443413" y="3279775"/>
          <p14:tracePt t="310629" x="4429125" y="3279775"/>
          <p14:tracePt t="310641" x="4414838" y="3279775"/>
          <p14:tracePt t="310674" x="4402138" y="3279775"/>
          <p14:tracePt t="311169" x="4414838" y="3279775"/>
          <p14:tracePt t="311191" x="4429125" y="3279775"/>
          <p14:tracePt t="311214" x="4443413" y="3292475"/>
          <p14:tracePt t="311236" x="4456113" y="3292475"/>
          <p14:tracePt t="311250" x="4470400" y="3292475"/>
          <p14:tracePt t="311270" x="4483100" y="3292475"/>
          <p14:tracePt t="311283" x="4497388" y="3292475"/>
          <p14:tracePt t="311293" x="4518025" y="3292475"/>
          <p14:tracePt t="311304" x="4530725" y="3292475"/>
          <p14:tracePt t="311318" x="4545013" y="3292475"/>
          <p14:tracePt t="311327" x="4557713" y="3292475"/>
          <p14:tracePt t="311338" x="4572000" y="3292475"/>
          <p14:tracePt t="311351" x="4586288" y="3292475"/>
          <p14:tracePt t="311362" x="4598988" y="3292475"/>
          <p14:tracePt t="311383" x="4613275" y="3292475"/>
          <p14:tracePt t="311394" x="4625975" y="3292475"/>
          <p14:tracePt t="311495" x="4613275" y="3292475"/>
          <p14:tracePt t="311507" x="4598988" y="3292475"/>
          <p14:tracePt t="311518" x="4572000" y="3279775"/>
          <p14:tracePt t="311529" x="4545013" y="3279775"/>
          <p14:tracePt t="311541" x="4518025" y="3279775"/>
          <p14:tracePt t="311553" x="4470400" y="3279775"/>
          <p14:tracePt t="311564" x="4443413" y="3279775"/>
          <p14:tracePt t="311574" x="4414838" y="3279775"/>
          <p14:tracePt t="311586" x="4387850" y="3279775"/>
          <p14:tracePt t="311598" x="4367213" y="3279775"/>
          <p14:tracePt t="311619" x="4354513" y="3279775"/>
          <p14:tracePt t="311789" x="4367213" y="3279775"/>
          <p14:tracePt t="311810" x="4387850" y="3279775"/>
          <p14:tracePt t="311844" x="4402138" y="3279775"/>
          <p14:tracePt t="311846" x="4414838" y="3279775"/>
          <p14:tracePt t="311855" x="4429125" y="3292475"/>
          <p14:tracePt t="311868" x="4443413" y="3292475"/>
          <p14:tracePt t="311878" x="4456113" y="3292475"/>
          <p14:tracePt t="311902" x="4470400" y="3292475"/>
          <p14:tracePt t="312081" x="4483100" y="3292475"/>
          <p14:tracePt t="312092" x="4497388" y="3292475"/>
          <p14:tracePt t="312103" x="4518025" y="3292475"/>
          <p14:tracePt t="312114" x="4545013" y="3292475"/>
          <p14:tracePt t="312125" x="4557713" y="3292475"/>
          <p14:tracePt t="312137" x="4572000" y="3292475"/>
          <p14:tracePt t="312159" x="4545013" y="3306763"/>
          <p14:tracePt t="312339" x="4557713" y="3306763"/>
          <p14:tracePt t="312351" x="4586288" y="3306763"/>
          <p14:tracePt t="312362" x="4598988" y="3306763"/>
          <p14:tracePt t="312374" x="4613275" y="3306763"/>
          <p14:tracePt t="312396" x="4625975" y="3306763"/>
          <p14:tracePt t="312406" x="4646613" y="3306763"/>
          <p14:tracePt t="312419" x="4660900" y="3306763"/>
          <p14:tracePt t="312430" x="4673600" y="3306763"/>
          <p14:tracePt t="312442" x="4687888" y="3319463"/>
          <p14:tracePt t="312452" x="4700588" y="3319463"/>
          <p14:tracePt t="312466" x="4714875" y="3319463"/>
          <p14:tracePt t="312476" x="4729163" y="3319463"/>
          <p14:tracePt t="312497" x="4741863" y="3319463"/>
          <p14:tracePt t="312508" x="4756150" y="3319463"/>
          <p14:tracePt t="312541" x="4776788" y="3319463"/>
          <p14:tracePt t="312688" x="4789488" y="3319463"/>
          <p14:tracePt t="312710" x="4803775" y="3333750"/>
          <p14:tracePt t="312721" x="4816475" y="3333750"/>
          <p14:tracePt t="312733" x="4830763" y="3333750"/>
          <p14:tracePt t="312744" x="4843463" y="3333750"/>
          <p14:tracePt t="312755" x="4857750" y="3333750"/>
          <p14:tracePt t="312924" x="4872038" y="3333750"/>
          <p14:tracePt t="313329" x="4884738" y="3333750"/>
          <p14:tracePt t="313645" x="4905375" y="3333750"/>
          <p14:tracePt t="313667" x="4919663" y="3333750"/>
          <p14:tracePt t="313679" x="4932363" y="3333750"/>
          <p14:tracePt t="313689" x="4946650" y="3333750"/>
          <p14:tracePt t="313700" x="4959350" y="3333750"/>
          <p14:tracePt t="313713" x="4973638" y="3333750"/>
          <p14:tracePt t="313723" x="4986338" y="3333750"/>
          <p14:tracePt t="313735" x="5000625" y="3333750"/>
          <p14:tracePt t="313747" x="5021263" y="3333750"/>
          <p14:tracePt t="313767" x="5033963" y="3333750"/>
          <p14:tracePt t="314006" x="5048250" y="3333750"/>
          <p14:tracePt t="314015" x="5062538" y="3333750"/>
          <p14:tracePt t="314027" x="5075238" y="3333750"/>
          <p14:tracePt t="314039" x="5102225" y="3333750"/>
          <p14:tracePt t="314050" x="5129213" y="3333750"/>
          <p14:tracePt t="314060" x="5149850" y="3333750"/>
          <p14:tracePt t="314075" x="5164138" y="3333750"/>
          <p14:tracePt t="314083" x="5176838" y="3333750"/>
          <p14:tracePt t="314094" x="5191125" y="3333750"/>
          <p14:tracePt t="314285" x="5205413" y="3333750"/>
          <p14:tracePt t="314352" x="5218113" y="3333750"/>
          <p14:tracePt t="314375" x="5232400" y="3319463"/>
          <p14:tracePt t="314386" x="5245100" y="3319463"/>
          <p14:tracePt t="314409" x="5280025" y="3319463"/>
          <p14:tracePt t="314420" x="5292725" y="3319463"/>
          <p14:tracePt t="314442" x="5307013" y="3319463"/>
          <p14:tracePt t="314454" x="5319713" y="3319463"/>
          <p14:tracePt t="314668" x="5334000" y="3319463"/>
          <p14:tracePt t="314679" x="5348288" y="3319463"/>
          <p14:tracePt t="314690" x="5375275" y="3319463"/>
          <p14:tracePt t="314702" x="5408613" y="3333750"/>
          <p14:tracePt t="314713" x="5449888" y="3333750"/>
          <p14:tracePt t="314724" x="5476875" y="3333750"/>
          <p14:tracePt t="314738" x="5518150" y="3333750"/>
          <p14:tracePt t="314748" x="5551488" y="3333750"/>
          <p14:tracePt t="314758" x="5565775" y="3333750"/>
          <p14:tracePt t="314770" x="5578475" y="3333750"/>
          <p14:tracePt t="314904" x="5592763" y="3333750"/>
          <p14:tracePt t="314926" x="5605463" y="3333750"/>
          <p14:tracePt t="314938" x="5619750" y="3333750"/>
          <p14:tracePt t="314960" x="5634038" y="3333750"/>
          <p14:tracePt t="314971" x="5646738" y="3333750"/>
          <p14:tracePt t="314994" x="5667375" y="3333750"/>
          <p14:tracePt t="315117" x="5634038" y="3319463"/>
          <p14:tracePt t="315129" x="5592763" y="3319463"/>
          <p14:tracePt t="315478" x="5605463" y="3319463"/>
          <p14:tracePt t="315511" x="5619750" y="3319463"/>
          <p14:tracePt t="315534" x="5634038" y="3319463"/>
          <p14:tracePt t="315547" x="5646738" y="3319463"/>
          <p14:tracePt t="315556" x="5681663" y="3319463"/>
          <p14:tracePt t="315568" x="5721350" y="3319463"/>
          <p14:tracePt t="315580" x="5735638" y="3319463"/>
          <p14:tracePt t="315590" x="5748338" y="3306763"/>
          <p14:tracePt t="315602" x="5795963" y="3306763"/>
          <p14:tracePt t="315614" x="5851525" y="3292475"/>
          <p14:tracePt t="315625" x="5911850" y="3279775"/>
          <p14:tracePt t="315636" x="6021388" y="3232150"/>
          <p14:tracePt t="315648" x="6137275" y="3163888"/>
          <p14:tracePt t="315659" x="6253163" y="3101975"/>
          <p14:tracePt t="315669" x="6408738" y="3006725"/>
          <p14:tracePt t="315682" x="6572250" y="2890838"/>
          <p14:tracePt t="315692" x="6715125" y="2789238"/>
          <p14:tracePt t="315704" x="6816725" y="2735263"/>
          <p14:tracePt t="315715" x="6946900" y="2646363"/>
          <p14:tracePt t="315726" x="7042150" y="2571750"/>
          <p14:tracePt t="315737" x="7102475" y="2517775"/>
          <p14:tracePt t="315748" x="7158038" y="2470150"/>
          <p14:tracePt t="315761" x="7218363" y="2443163"/>
          <p14:tracePt t="315772" x="7232650" y="2414588"/>
          <p14:tracePt t="315782" x="7245350" y="2414588"/>
          <p14:tracePt t="315794" x="7245350" y="2401888"/>
          <p14:tracePt t="315805" x="7245350" y="2387600"/>
          <p14:tracePt t="315838" x="7245350" y="2374900"/>
          <p14:tracePt t="315860" x="7232650" y="2360613"/>
          <p14:tracePt t="315871" x="7232650" y="2339975"/>
          <p14:tracePt t="315883" x="7218363" y="2339975"/>
          <p14:tracePt t="315894" x="7218363" y="2327275"/>
          <p14:tracePt t="315917" x="7205663" y="2312988"/>
          <p14:tracePt t="315928" x="7191375" y="2286000"/>
          <p14:tracePt t="315941" x="7158038" y="2271713"/>
          <p14:tracePt t="315951" x="7129463" y="2259013"/>
          <p14:tracePt t="315964" x="7075488" y="2244725"/>
          <p14:tracePt t="315975" x="7015163" y="2232025"/>
          <p14:tracePt t="315984" x="6932613" y="2232025"/>
          <p14:tracePt t="315997" x="6843713" y="2232025"/>
          <p14:tracePt t="316007" x="6756400" y="2232025"/>
          <p14:tracePt t="316019" x="6653213" y="2244725"/>
          <p14:tracePt t="316032" x="6586538" y="2271713"/>
          <p14:tracePt t="316042" x="6545263" y="2286000"/>
          <p14:tracePt t="316053" x="6497638" y="2312988"/>
          <p14:tracePt t="316065" x="6470650" y="2339975"/>
          <p14:tracePt t="316074" x="6443663" y="2374900"/>
          <p14:tracePt t="316087" x="6443663" y="2401888"/>
          <p14:tracePt t="316098" x="6429375" y="2443163"/>
          <p14:tracePt t="316108" x="6429375" y="2490788"/>
          <p14:tracePt t="316120" x="6429375" y="2517775"/>
          <p14:tracePt t="316131" x="6443663" y="2557463"/>
          <p14:tracePt t="316142" x="6456363" y="2598738"/>
          <p14:tracePt t="316154" x="6470650" y="2633663"/>
          <p14:tracePt t="316165" x="6483350" y="2646363"/>
          <p14:tracePt t="316175" x="6497638" y="2673350"/>
          <p14:tracePt t="316188" x="6524625" y="2673350"/>
          <p14:tracePt t="316201" x="6545263" y="2687638"/>
          <p14:tracePt t="316210" x="6586538" y="2687638"/>
          <p14:tracePt t="316220" x="6626225" y="2687638"/>
          <p14:tracePt t="316243" x="6653213" y="2687638"/>
          <p14:tracePt t="316247" x="6729413" y="2673350"/>
          <p14:tracePt t="316255" x="6783388" y="2660650"/>
          <p14:tracePt t="316266" x="6843713" y="2619375"/>
          <p14:tracePt t="316280" x="6884988" y="2586038"/>
          <p14:tracePt t="316290" x="6932613" y="2544763"/>
          <p14:tracePt t="316301" x="6946900" y="2503488"/>
          <p14:tracePt t="316311" x="6946900" y="2470150"/>
          <p14:tracePt t="316323" x="6946900" y="2443163"/>
          <p14:tracePt t="316333" x="6932613" y="2401888"/>
          <p14:tracePt t="316344" x="6899275" y="2374900"/>
          <p14:tracePt t="316357" x="6872288" y="2360613"/>
          <p14:tracePt t="316367" x="6831013" y="2339975"/>
          <p14:tracePt t="316378" x="6769100" y="2339975"/>
          <p14:tracePt t="316389" x="6729413" y="2327275"/>
          <p14:tracePt t="316401" x="6653213" y="2327275"/>
          <p14:tracePt t="316411" x="6613525" y="2339975"/>
          <p14:tracePt t="316423" x="6586538" y="2360613"/>
          <p14:tracePt t="316434" x="6557963" y="2374900"/>
          <p14:tracePt t="316446" x="6545263" y="2401888"/>
          <p14:tracePt t="316457" x="6524625" y="2428875"/>
          <p14:tracePt t="316468" x="6524625" y="2455863"/>
          <p14:tracePt t="316480" x="6524625" y="2490788"/>
          <p14:tracePt t="316490" x="6524625" y="2517775"/>
          <p14:tracePt t="316502" x="6545263" y="2544763"/>
          <p14:tracePt t="316514" x="6557963" y="2571750"/>
          <p14:tracePt t="316524" x="6586538" y="2586038"/>
          <p14:tracePt t="316536" x="6613525" y="2598738"/>
          <p14:tracePt t="316548" x="6640513" y="2598738"/>
          <p14:tracePt t="316558" x="6688138" y="2598738"/>
          <p14:tracePt t="316569" x="6729413" y="2598738"/>
          <p14:tracePt t="316581" x="6783388" y="2598738"/>
          <p14:tracePt t="316591" x="6831013" y="2586038"/>
          <p14:tracePt t="316603" x="6884988" y="2557463"/>
          <p14:tracePt t="316615" x="6899275" y="2530475"/>
          <p14:tracePt t="316625" x="6932613" y="2503488"/>
          <p14:tracePt t="316637" x="6932613" y="2470150"/>
          <p14:tracePt t="316648" x="6932613" y="2428875"/>
          <p14:tracePt t="316659" x="6911975" y="2414588"/>
          <p14:tracePt t="316671" x="6899275" y="2387600"/>
          <p14:tracePt t="316682" x="6872288" y="2374900"/>
          <p14:tracePt t="316693" x="6843713" y="2360613"/>
          <p14:tracePt t="316705" x="6816725" y="2360613"/>
          <p14:tracePt t="316716" x="6783388" y="2360613"/>
          <p14:tracePt t="316727" x="6769100" y="2360613"/>
          <p14:tracePt t="316738" x="6742113" y="2374900"/>
          <p14:tracePt t="316750" x="6688138" y="2387600"/>
          <p14:tracePt t="316760" x="6640513" y="2414588"/>
          <p14:tracePt t="316772" x="6599238" y="2428875"/>
          <p14:tracePt t="316786" x="6545263" y="2455863"/>
          <p14:tracePt t="316798" x="6497638" y="2503488"/>
          <p14:tracePt t="316808" x="6470650" y="2530475"/>
          <p14:tracePt t="316818" x="6443663" y="2571750"/>
          <p14:tracePt t="316830" x="6443663" y="2598738"/>
          <p14:tracePt t="316840" x="6456363" y="2619375"/>
          <p14:tracePt t="316851" x="6470650" y="2646363"/>
          <p14:tracePt t="316861" x="6497638" y="2660650"/>
          <p14:tracePt t="316873" x="6545263" y="2673350"/>
          <p14:tracePt t="316884" x="6586538" y="2673350"/>
          <p14:tracePt t="316896" x="6640513" y="2687638"/>
          <p14:tracePt t="316907" x="6700838" y="2687638"/>
          <p14:tracePt t="316918" x="6729413" y="2673350"/>
          <p14:tracePt t="316930" x="6769100" y="2660650"/>
          <p14:tracePt t="316940" x="6804025" y="2646363"/>
          <p14:tracePt t="316952" x="6831013" y="2619375"/>
          <p14:tracePt t="316964" x="6831013" y="2598738"/>
          <p14:tracePt t="316974" x="6843713" y="2571750"/>
          <p14:tracePt t="316985" x="6831013" y="2544763"/>
          <p14:tracePt t="316998" x="6831013" y="2517775"/>
          <p14:tracePt t="317008" x="6804025" y="2490788"/>
          <p14:tracePt t="317019" x="6769100" y="2470150"/>
          <p14:tracePt t="317031" x="6742113" y="2443163"/>
          <p14:tracePt t="317041" x="6715125" y="2443163"/>
          <p14:tracePt t="317053" x="6673850" y="2428875"/>
          <p14:tracePt t="317065" x="6626225" y="2428875"/>
          <p14:tracePt t="317075" x="6599238" y="2428875"/>
          <p14:tracePt t="317087" x="6572250" y="2443163"/>
          <p14:tracePt t="317098" x="6557963" y="2455863"/>
          <p14:tracePt t="317109" x="6524625" y="2470150"/>
          <p14:tracePt t="317121" x="6510338" y="2503488"/>
          <p14:tracePt t="317132" x="6510338" y="2530475"/>
          <p14:tracePt t="317143" x="6497638" y="2557463"/>
          <p14:tracePt t="317154" x="6497638" y="2586038"/>
          <p14:tracePt t="317165" x="6497638" y="2619375"/>
          <p14:tracePt t="317177" x="6510338" y="2633663"/>
          <p14:tracePt t="317189" x="6524625" y="2646363"/>
          <p14:tracePt t="317200" x="6557963" y="2660650"/>
          <p14:tracePt t="317210" x="6586538" y="2673350"/>
          <p14:tracePt t="317222" x="6626225" y="2687638"/>
          <p14:tracePt t="317233" x="6653213" y="2687638"/>
          <p14:tracePt t="317244" x="6700838" y="2687638"/>
          <p14:tracePt t="317255" x="6742113" y="2673350"/>
          <p14:tracePt t="317267" x="6769100" y="2673350"/>
          <p14:tracePt t="317289" x="6804025" y="2646363"/>
          <p14:tracePt t="317293" x="6843713" y="2619375"/>
          <p14:tracePt t="317301" x="6858000" y="2586038"/>
          <p14:tracePt t="317316" x="6872288" y="2544763"/>
          <p14:tracePt t="317324" x="6872288" y="2517775"/>
          <p14:tracePt t="317335" x="6858000" y="2470150"/>
          <p14:tracePt t="317347" x="6843713" y="2443163"/>
          <p14:tracePt t="317357" x="6804025" y="2414588"/>
          <p14:tracePt t="317368" x="6742113" y="2387600"/>
          <p14:tracePt t="317380" x="6715125" y="2374900"/>
          <p14:tracePt t="317390" x="6673850" y="2374900"/>
          <p14:tracePt t="317402" x="6626225" y="2374900"/>
          <p14:tracePt t="317414" x="6599238" y="2374900"/>
          <p14:tracePt t="317424" x="6586538" y="2387600"/>
          <p14:tracePt t="317436" x="6572250" y="2414588"/>
          <p14:tracePt t="317448" x="6545263" y="2443163"/>
          <p14:tracePt t="317458" x="6545263" y="2490788"/>
          <p14:tracePt t="317469" x="6524625" y="2530475"/>
          <p14:tracePt t="317481" x="6524625" y="2571750"/>
          <p14:tracePt t="317492" x="6524625" y="2586038"/>
          <p14:tracePt t="317503" x="6545263" y="2619375"/>
          <p14:tracePt t="317514" x="6572250" y="2633663"/>
          <p14:tracePt t="317525" x="6586538" y="2646363"/>
          <p14:tracePt t="317537" x="6613525" y="2660650"/>
          <p14:tracePt t="317548" x="6640513" y="2660650"/>
          <p14:tracePt t="317559" x="6673850" y="2660650"/>
          <p14:tracePt t="317570" x="6700838" y="2660650"/>
          <p14:tracePt t="317582" x="6729413" y="2646363"/>
          <p14:tracePt t="317593" x="6756400" y="2633663"/>
          <p14:tracePt t="317604" x="6804025" y="2619375"/>
          <p14:tracePt t="317616" x="6816725" y="2586038"/>
          <p14:tracePt t="317627" x="6843713" y="2571750"/>
          <p14:tracePt t="317638" x="6858000" y="2544763"/>
          <p14:tracePt t="317649" x="6858000" y="2517775"/>
          <p14:tracePt t="317660" x="6843713" y="2503488"/>
          <p14:tracePt t="317672" x="6831013" y="2470150"/>
          <p14:tracePt t="317686" x="6816725" y="2455863"/>
          <p14:tracePt t="317695" x="6769100" y="2443163"/>
          <p14:tracePt t="317707" x="6715125" y="2443163"/>
          <p14:tracePt t="317717" x="6653213" y="2443163"/>
          <p14:tracePt t="317728" x="6626225" y="2455863"/>
          <p14:tracePt t="317740" x="6572250" y="2470150"/>
          <p14:tracePt t="317751" x="6524625" y="2503488"/>
          <p14:tracePt t="317762" x="6510338" y="2530475"/>
          <p14:tracePt t="317775" x="6483350" y="2571750"/>
          <p14:tracePt t="317786" x="6483350" y="2598738"/>
          <p14:tracePt t="317796" x="6497638" y="2646363"/>
          <p14:tracePt t="317807" x="6510338" y="2660650"/>
          <p14:tracePt t="317819" x="6545263" y="2700338"/>
          <p14:tracePt t="317830" x="6599238" y="2714625"/>
          <p14:tracePt t="317840" x="6653213" y="2735263"/>
          <p14:tracePt t="317852" x="6742113" y="2735263"/>
          <p14:tracePt t="317864" x="6816725" y="2735263"/>
          <p14:tracePt t="317874" x="6858000" y="2735263"/>
          <p14:tracePt t="317885" x="6899275" y="2700338"/>
          <p14:tracePt t="317898" x="6946900" y="2687638"/>
          <p14:tracePt t="317908" x="6959600" y="2660650"/>
          <p14:tracePt t="317919" x="6959600" y="2633663"/>
          <p14:tracePt t="317931" x="6959600" y="2586038"/>
          <p14:tracePt t="317942" x="6946900" y="2544763"/>
          <p14:tracePt t="317953" x="6911975" y="2517775"/>
          <p14:tracePt t="317965" x="6884988" y="2470150"/>
          <p14:tracePt t="317975" x="6843713" y="2455863"/>
          <p14:tracePt t="317987" x="6783388" y="2443163"/>
          <p14:tracePt t="317998" x="6756400" y="2443163"/>
          <p14:tracePt t="318009" x="6715125" y="2443163"/>
          <p14:tracePt t="318021" x="6673850" y="2443163"/>
          <p14:tracePt t="318032" x="6640513" y="2455863"/>
          <p14:tracePt t="318043" x="6613525" y="2470150"/>
          <p14:tracePt t="318055" x="6586538" y="2503488"/>
          <p14:tracePt t="318066" x="6557963" y="2530475"/>
          <p14:tracePt t="318076" x="6557963" y="2557463"/>
          <p14:tracePt t="318088" x="6557963" y="2586038"/>
          <p14:tracePt t="318099" x="6557963" y="2619375"/>
          <p14:tracePt t="318121" x="6599238" y="2633663"/>
          <p14:tracePt t="318133" x="6640513" y="2646363"/>
          <p14:tracePt t="318144" x="6688138" y="2660650"/>
          <p14:tracePt t="318156" x="6756400" y="2660650"/>
          <p14:tracePt t="318167" x="6816725" y="2646363"/>
          <p14:tracePt t="318178" x="6899275" y="2633663"/>
          <p14:tracePt t="318190" x="6946900" y="2619375"/>
          <p14:tracePt t="318201" x="7000875" y="2586038"/>
          <p14:tracePt t="318212" x="7015163" y="2557463"/>
          <p14:tracePt t="318223" x="7015163" y="2530475"/>
          <p14:tracePt t="318234" x="7015163" y="2503488"/>
          <p14:tracePt t="318246" x="6986588" y="2470150"/>
          <p14:tracePt t="318257" x="6959600" y="2443163"/>
          <p14:tracePt t="318268" x="6884988" y="2414588"/>
          <p14:tracePt t="318280" x="6783388" y="2387600"/>
          <p14:tracePt t="318290" x="6688138" y="2374900"/>
          <p14:tracePt t="318302" x="6626225" y="2374900"/>
          <p14:tracePt t="318314" x="6557963" y="2374900"/>
          <p14:tracePt t="318346" x="6497638" y="2401888"/>
          <p14:tracePt t="318350" x="6456363" y="2443163"/>
          <p14:tracePt t="318358" x="6429375" y="2490788"/>
          <p14:tracePt t="318365" x="6396038" y="2530475"/>
          <p14:tracePt t="318373" x="6396038" y="2571750"/>
          <p14:tracePt t="318383" x="6408738" y="2598738"/>
          <p14:tracePt t="318392" x="6443663" y="2633663"/>
          <p14:tracePt t="318404" x="6483350" y="2660650"/>
          <p14:tracePt t="318417" x="6545263" y="2673350"/>
          <p14:tracePt t="318426" x="6599238" y="2687638"/>
          <p14:tracePt t="318437" x="6673850" y="2687638"/>
          <p14:tracePt t="318448" x="6715125" y="2687638"/>
          <p14:tracePt t="318460" x="6783388" y="2673350"/>
          <p14:tracePt t="318471" x="6831013" y="2646363"/>
          <p14:tracePt t="318482" x="6872288" y="2598738"/>
          <p14:tracePt t="318493" x="6884988" y="2571750"/>
          <p14:tracePt t="318505" x="6884988" y="2544763"/>
          <p14:tracePt t="318515" x="6884988" y="2503488"/>
          <p14:tracePt t="318526" x="6884988" y="2470150"/>
          <p14:tracePt t="318538" x="6858000" y="2455863"/>
          <p14:tracePt t="318549" x="6831013" y="2428875"/>
          <p14:tracePt t="318560" x="6804025" y="2414588"/>
          <p14:tracePt t="318572" x="6769100" y="2414588"/>
          <p14:tracePt t="318583" x="6729413" y="2414588"/>
          <p14:tracePt t="318594" x="6700838" y="2414588"/>
          <p14:tracePt t="318605" x="6673850" y="2414588"/>
          <p14:tracePt t="318617" x="6640513" y="2443163"/>
          <p14:tracePt t="318628" x="6613525" y="2490788"/>
          <p14:tracePt t="318640" x="6599238" y="2503488"/>
          <p14:tracePt t="318651" x="6599238" y="2544763"/>
          <p14:tracePt t="318661" x="6599238" y="2557463"/>
          <p14:tracePt t="318673" x="6626225" y="2586038"/>
          <p14:tracePt t="318684" x="6640513" y="2598738"/>
          <p14:tracePt t="318696" x="6688138" y="2598738"/>
          <p14:tracePt t="318707" x="6729413" y="2619375"/>
          <p14:tracePt t="318718" x="6756400" y="2598738"/>
          <p14:tracePt t="318730" x="6804025" y="2598738"/>
          <p14:tracePt t="318740" x="6843713" y="2586038"/>
          <p14:tracePt t="318752" x="6872288" y="2557463"/>
          <p14:tracePt t="318764" x="6884988" y="2530475"/>
          <p14:tracePt t="318774" x="6884988" y="2517775"/>
          <p14:tracePt t="318785" x="6884988" y="2490788"/>
          <p14:tracePt t="318798" x="6884988" y="2470150"/>
          <p14:tracePt t="318808" x="6858000" y="2443163"/>
          <p14:tracePt t="318820" x="6843713" y="2443163"/>
          <p14:tracePt t="318831" x="6831013" y="2428875"/>
          <p14:tracePt t="318841" x="6804025" y="2428875"/>
          <p14:tracePt t="318853" x="6783388" y="2428875"/>
          <p14:tracePt t="318864" x="6769100" y="2443163"/>
          <p14:tracePt t="318875" x="6742113" y="2455863"/>
          <p14:tracePt t="318888" x="6729413" y="2470150"/>
          <p14:tracePt t="318899" x="6715125" y="2503488"/>
          <p14:tracePt t="318909" x="6715125" y="2517775"/>
          <p14:tracePt t="318921" x="6715125" y="2530475"/>
          <p14:tracePt t="318943" x="6729413" y="2530475"/>
          <p14:tracePt t="318954" x="6729413" y="2544763"/>
          <p14:tracePt t="318966" x="6742113" y="2544763"/>
          <p14:tracePt t="318977" x="6756400" y="2530475"/>
          <p14:tracePt t="318989" x="6769100" y="2530475"/>
          <p14:tracePt t="319000" x="6783388" y="2517775"/>
          <p14:tracePt t="319010" x="6804025" y="2503488"/>
          <p14:tracePt t="319022" x="6816725" y="2490788"/>
          <p14:tracePt t="319033" x="6816725" y="2470150"/>
          <p14:tracePt t="319055" x="6816725" y="2455863"/>
          <p14:tracePt t="319067" x="6804025" y="2455863"/>
          <p14:tracePt t="319078" x="6783388" y="2455863"/>
          <p14:tracePt t="319090" x="6756400" y="2443163"/>
          <p14:tracePt t="319101" x="6742113" y="2443163"/>
          <p14:tracePt t="319112" x="6700838" y="2455863"/>
          <p14:tracePt t="319123" x="6673850" y="2455863"/>
          <p14:tracePt t="319134" x="6640513" y="2470150"/>
          <p14:tracePt t="319147" x="6599238" y="2503488"/>
          <p14:tracePt t="319157" x="6586538" y="2517775"/>
          <p14:tracePt t="319169" x="6572250" y="2530475"/>
          <p14:tracePt t="319190" x="6572250" y="2544763"/>
          <p14:tracePt t="320236" x="6572250" y="2557463"/>
          <p14:tracePt t="320259" x="6557963" y="2557463"/>
          <p14:tracePt t="320271" x="6524625" y="2571750"/>
          <p14:tracePt t="320283" x="6497638" y="2557463"/>
          <p14:tracePt t="320641" x="6510338" y="2557463"/>
          <p14:tracePt t="320654" x="6524625" y="2571750"/>
          <p14:tracePt t="320664" x="6545263" y="2571750"/>
          <p14:tracePt t="320675" x="6557963" y="2571750"/>
          <p14:tracePt t="320689" x="6572250" y="2571750"/>
          <p14:tracePt t="320709" x="6586538" y="2571750"/>
          <p14:tracePt t="320722" x="6599238" y="2571750"/>
          <p14:tracePt t="320733" x="6626225" y="2571750"/>
          <p14:tracePt t="320743" x="6653213" y="2571750"/>
          <p14:tracePt t="320756" x="6700838" y="2571750"/>
          <p14:tracePt t="320766" x="6715125" y="2571750"/>
          <p14:tracePt t="320778" x="6729413" y="2557463"/>
          <p14:tracePt t="320791" x="6742113" y="2544763"/>
          <p14:tracePt t="320801" x="6756400" y="2530475"/>
          <p14:tracePt t="320811" x="6769100" y="2517775"/>
          <p14:tracePt t="320824" x="6769100" y="2503488"/>
          <p14:tracePt t="320834" x="6783388" y="2470150"/>
          <p14:tracePt t="320845" x="6783388" y="2455863"/>
          <p14:tracePt t="320856" x="6783388" y="2443163"/>
          <p14:tracePt t="320867" x="6783388" y="2414588"/>
          <p14:tracePt t="320878" x="6783388" y="2401888"/>
          <p14:tracePt t="320889" x="6783388" y="2387600"/>
          <p14:tracePt t="320900" x="6769100" y="2374900"/>
          <p14:tracePt t="320913" x="6756400" y="2360613"/>
          <p14:tracePt t="320924" x="6742113" y="2339975"/>
          <p14:tracePt t="320934" x="6729413" y="2339975"/>
          <p14:tracePt t="320946" x="6715125" y="2327275"/>
          <p14:tracePt t="320957" x="6700838" y="2327275"/>
          <p14:tracePt t="320968" x="6688138" y="2327275"/>
          <p14:tracePt t="320980" x="6673850" y="2327275"/>
          <p14:tracePt t="320991" x="6653213" y="2327275"/>
          <p14:tracePt t="321001" x="6640513" y="2327275"/>
          <p14:tracePt t="321013" x="6626225" y="2327275"/>
          <p14:tracePt t="321024" x="6613525" y="2327275"/>
          <p14:tracePt t="321035" x="6599238" y="2339975"/>
          <p14:tracePt t="321048" x="6586538" y="2360613"/>
          <p14:tracePt t="321060" x="6572250" y="2360613"/>
          <p14:tracePt t="321070" x="6572250" y="2374900"/>
          <p14:tracePt t="321080" x="6557963" y="2387600"/>
          <p14:tracePt t="321092" x="6557963" y="2401888"/>
          <p14:tracePt t="321103" x="6557963" y="2414588"/>
          <p14:tracePt t="321115" x="6545263" y="2428875"/>
          <p14:tracePt t="321126" x="6545263" y="2443163"/>
          <p14:tracePt t="321137" x="6545263" y="2455863"/>
          <p14:tracePt t="321148" x="6545263" y="2470150"/>
          <p14:tracePt t="321159" x="6545263" y="2490788"/>
          <p14:tracePt t="321172" x="6524625" y="2503488"/>
          <p14:tracePt t="321183" x="6524625" y="2517775"/>
          <p14:tracePt t="321204" x="6524625" y="2530475"/>
          <p14:tracePt t="321215" x="6545263" y="2544763"/>
          <p14:tracePt t="321238" x="6545263" y="2557463"/>
          <p14:tracePt t="321249" x="6557963" y="2557463"/>
          <p14:tracePt t="321261" x="6557963" y="2571750"/>
          <p14:tracePt t="321273" x="6572250" y="2571750"/>
          <p14:tracePt t="321283" x="6586538" y="2586038"/>
          <p14:tracePt t="321296" x="6599238" y="2586038"/>
          <p14:tracePt t="321307" x="6613525" y="2586038"/>
          <p14:tracePt t="321317" x="6626225" y="2586038"/>
          <p14:tracePt t="321330" x="6640513" y="2586038"/>
          <p14:tracePt t="321340" x="6653213" y="2586038"/>
          <p14:tracePt t="321350" x="6673850" y="2586038"/>
          <p14:tracePt t="321362" x="6688138" y="2586038"/>
          <p14:tracePt t="321373" x="6715125" y="2571750"/>
          <p14:tracePt t="321384" x="6729413" y="2571750"/>
          <p14:tracePt t="321396" x="6756400" y="2544763"/>
          <p14:tracePt t="321407" x="6783388" y="2530475"/>
          <p14:tracePt t="321418" x="6804025" y="2503488"/>
          <p14:tracePt t="321430" x="6804025" y="2470150"/>
          <p14:tracePt t="321441" x="6816725" y="2443163"/>
          <p14:tracePt t="321451" x="6816725" y="2414588"/>
          <p14:tracePt t="321463" x="6804025" y="2401888"/>
          <p14:tracePt t="321485" x="6783388" y="2387600"/>
          <p14:tracePt t="321489" x="6756400" y="2374900"/>
          <p14:tracePt t="321497" x="6729413" y="2360613"/>
          <p14:tracePt t="321508" x="6688138" y="2339975"/>
          <p14:tracePt t="321522" x="6653213" y="2339975"/>
          <p14:tracePt t="321532" x="6613525" y="2339975"/>
          <p14:tracePt t="321543" x="6599238" y="2339975"/>
          <p14:tracePt t="321553" x="6572250" y="2339975"/>
          <p14:tracePt t="321564" x="6545263" y="2339975"/>
          <p14:tracePt t="321575" x="6524625" y="2360613"/>
          <p14:tracePt t="321588" x="6497638" y="2360613"/>
          <p14:tracePt t="321598" x="6483350" y="2374900"/>
          <p14:tracePt t="321609" x="6470650" y="2387600"/>
          <p14:tracePt t="321621" x="6456363" y="2401888"/>
          <p14:tracePt t="321631" x="6443663" y="2428875"/>
          <p14:tracePt t="321643" x="6443663" y="2455863"/>
          <p14:tracePt t="321655" x="6429375" y="2470150"/>
          <p14:tracePt t="321666" x="6429375" y="2517775"/>
          <p14:tracePt t="321677" x="6429375" y="2544763"/>
          <p14:tracePt t="321689" x="6429375" y="2557463"/>
          <p14:tracePt t="321699" x="6429375" y="2586038"/>
          <p14:tracePt t="321711" x="6429375" y="2598738"/>
          <p14:tracePt t="321723" x="6429375" y="2619375"/>
          <p14:tracePt t="321733" x="6443663" y="2619375"/>
          <p14:tracePt t="321745" x="6456363" y="2633663"/>
          <p14:tracePt t="321757" x="6470650" y="2633663"/>
          <p14:tracePt t="321768" x="6483350" y="2646363"/>
          <p14:tracePt t="321780" x="6524625" y="2646363"/>
          <p14:tracePt t="321791" x="6557963" y="2646363"/>
          <p14:tracePt t="321801" x="6599238" y="2646363"/>
          <p14:tracePt t="321812" x="6640513" y="2646363"/>
          <p14:tracePt t="321824" x="6700838" y="2646363"/>
          <p14:tracePt t="321834" x="6756400" y="2633663"/>
          <p14:tracePt t="321846" x="6783388" y="2619375"/>
          <p14:tracePt t="321857" x="6831013" y="2586038"/>
          <p14:tracePt t="321868" x="6858000" y="2557463"/>
          <p14:tracePt t="321880" x="6872288" y="2530475"/>
          <p14:tracePt t="321891" x="6872288" y="2503488"/>
          <p14:tracePt t="321902" x="6872288" y="2490788"/>
          <p14:tracePt t="321913" x="6872288" y="2455863"/>
          <p14:tracePt t="321925" x="6858000" y="2443163"/>
          <p14:tracePt t="321935" x="6831013" y="2428875"/>
          <p14:tracePt t="321947" x="6783388" y="2401888"/>
          <p14:tracePt t="321958" x="6756400" y="2401888"/>
          <p14:tracePt t="321969" x="6729413" y="2387600"/>
          <p14:tracePt t="321981" x="6688138" y="2387600"/>
          <p14:tracePt t="321992" x="6640513" y="2387600"/>
          <p14:tracePt t="322003" x="6613525" y="2387600"/>
          <p14:tracePt t="322014" x="6586538" y="2401888"/>
          <p14:tracePt t="322025" x="6572250" y="2414588"/>
          <p14:tracePt t="322037" x="6545263" y="2428875"/>
          <p14:tracePt t="322048" x="6524625" y="2455863"/>
          <p14:tracePt t="322060" x="6510338" y="2490788"/>
          <p14:tracePt t="322071" x="6497638" y="2503488"/>
          <p14:tracePt t="322082" x="6483350" y="2530475"/>
          <p14:tracePt t="322094" x="6483350" y="2544763"/>
          <p14:tracePt t="322106" x="6483350" y="2571750"/>
          <p14:tracePt t="322115" x="6483350" y="2586038"/>
          <p14:tracePt t="322126" x="6483350" y="2598738"/>
          <p14:tracePt t="322139" x="6497638" y="2619375"/>
          <p14:tracePt t="322149" x="6510338" y="2633663"/>
          <p14:tracePt t="322161" x="6524625" y="2646363"/>
          <p14:tracePt t="322172" x="6557963" y="2660650"/>
          <p14:tracePt t="322183" x="6586538" y="2673350"/>
          <p14:tracePt t="322195" x="6613525" y="2673350"/>
          <p14:tracePt t="322206" x="6653213" y="2673350"/>
          <p14:tracePt t="322216" x="6688138" y="2673350"/>
          <p14:tracePt t="322228" x="6742113" y="2660650"/>
          <p14:tracePt t="322240" x="6769100" y="2660650"/>
          <p14:tracePt t="322250" x="6816725" y="2633663"/>
          <p14:tracePt t="322262" x="6831013" y="2619375"/>
          <p14:tracePt t="322274" x="6858000" y="2586038"/>
          <p14:tracePt t="322284" x="6872288" y="2571750"/>
          <p14:tracePt t="322296" x="6884988" y="2544763"/>
          <p14:tracePt t="322307" x="6884988" y="2530475"/>
          <p14:tracePt t="322318" x="6872288" y="2503488"/>
          <p14:tracePt t="322329" x="6858000" y="2470150"/>
          <p14:tracePt t="322341" x="6843713" y="2455863"/>
          <p14:tracePt t="322351" x="6831013" y="2443163"/>
          <p14:tracePt t="322363" x="6804025" y="2428875"/>
          <p14:tracePt t="322375" x="6756400" y="2414588"/>
          <p14:tracePt t="322385" x="6729413" y="2414588"/>
          <p14:tracePt t="322396" x="6700838" y="2414588"/>
          <p14:tracePt t="322408" x="6653213" y="2414588"/>
          <p14:tracePt t="322419" x="6626225" y="2414588"/>
          <p14:tracePt t="322431" x="6599238" y="2428875"/>
          <p14:tracePt t="322442" x="6557963" y="2443163"/>
          <p14:tracePt t="322453" x="6524625" y="2455863"/>
          <p14:tracePt t="322464" x="6510338" y="2470150"/>
          <p14:tracePt t="322475" x="6483350" y="2503488"/>
          <p14:tracePt t="322488" x="6470650" y="2530475"/>
          <p14:tracePt t="322498" x="6470650" y="2544763"/>
          <p14:tracePt t="322509" x="6470650" y="2557463"/>
          <p14:tracePt t="322543" x="6470650" y="2586038"/>
          <p14:tracePt t="322546" x="6483350" y="2598738"/>
          <p14:tracePt t="322556" x="6510338" y="2633663"/>
          <p14:tracePt t="322567" x="6545263" y="2646363"/>
          <p14:tracePt t="322577" x="6572250" y="2646363"/>
          <p14:tracePt t="322590" x="6586538" y="2660650"/>
          <p14:tracePt t="322600" x="6613525" y="2660650"/>
          <p14:tracePt t="322611" x="6626225" y="2660650"/>
          <p14:tracePt t="322622" x="6653213" y="2660650"/>
          <p14:tracePt t="322633" x="6673850" y="2646363"/>
          <p14:tracePt t="322645" x="6688138" y="2646363"/>
          <p14:tracePt t="322656" x="6688138" y="2633663"/>
          <p14:tracePt t="322667" x="6700838" y="2598738"/>
          <p14:tracePt t="322679" x="6700838" y="2571750"/>
          <p14:tracePt t="322689" x="6700838" y="2557463"/>
          <p14:tracePt t="322700" x="6700838" y="2517775"/>
          <p14:tracePt t="322711" x="6700838" y="2490788"/>
          <p14:tracePt t="322723" x="6700838" y="2470150"/>
          <p14:tracePt t="322734" x="6688138" y="2455863"/>
          <p14:tracePt t="322746" x="6673850" y="2443163"/>
          <p14:tracePt t="322757" x="6640513" y="2428875"/>
          <p14:tracePt t="322768" x="6626225" y="2428875"/>
          <p14:tracePt t="322779" x="6599238" y="2428875"/>
          <p14:tracePt t="322791" x="6572250" y="2428875"/>
          <p14:tracePt t="322801" x="6545263" y="2428875"/>
          <p14:tracePt t="322813" x="6497638" y="2443163"/>
          <p14:tracePt t="322825" x="6470650" y="2470150"/>
          <p14:tracePt t="322835" x="6456363" y="2490788"/>
          <p14:tracePt t="322847" x="6443663" y="2517775"/>
          <p14:tracePt t="322858" x="6429375" y="2530475"/>
          <p14:tracePt t="322869" x="6429375" y="2557463"/>
          <p14:tracePt t="322881" x="6429375" y="2571750"/>
          <p14:tracePt t="322892" x="6429375" y="2586038"/>
          <p14:tracePt t="322902" x="6443663" y="2619375"/>
          <p14:tracePt t="322915" x="6456363" y="2633663"/>
          <p14:tracePt t="322926" x="6483350" y="2646363"/>
          <p14:tracePt t="322938" x="6510338" y="2660650"/>
          <p14:tracePt t="322948" x="6545263" y="2660650"/>
          <p14:tracePt t="322959" x="6572250" y="2660650"/>
          <p14:tracePt t="322972" x="6613525" y="2660650"/>
          <p14:tracePt t="322982" x="6640513" y="2660650"/>
          <p14:tracePt t="322993" x="6673850" y="2660650"/>
          <p14:tracePt t="323005" x="6715125" y="2646363"/>
          <p14:tracePt t="323016" x="6756400" y="2619375"/>
          <p14:tracePt t="323028" x="6769100" y="2598738"/>
          <p14:tracePt t="323039" x="6804025" y="2571750"/>
          <p14:tracePt t="323049" x="6804025" y="2557463"/>
          <p14:tracePt t="323061" x="6816725" y="2530475"/>
          <p14:tracePt t="323072" x="6816725" y="2517775"/>
          <p14:tracePt t="323083" x="6804025" y="2490788"/>
          <p14:tracePt t="323095" x="6783388" y="2490788"/>
          <p14:tracePt t="323105" x="6769100" y="2470150"/>
          <p14:tracePt t="323116" x="6742113" y="2455863"/>
          <p14:tracePt t="323129" x="6715125" y="2443163"/>
          <p14:tracePt t="323140" x="6673850" y="2443163"/>
          <p14:tracePt t="323150" x="6640513" y="2443163"/>
          <p14:tracePt t="323162" x="6599238" y="2443163"/>
          <p14:tracePt t="323173" x="6572250" y="2455863"/>
          <p14:tracePt t="323184" x="6545263" y="2470150"/>
          <p14:tracePt t="323197" x="6497638" y="2503488"/>
          <p14:tracePt t="323207" x="6470650" y="2530475"/>
          <p14:tracePt t="323218" x="6456363" y="2557463"/>
          <p14:tracePt t="323230" x="6456363" y="2586038"/>
          <p14:tracePt t="323241" x="6456363" y="2619375"/>
          <p14:tracePt t="323252" x="6456363" y="2633663"/>
          <p14:tracePt t="323263" x="6456363" y="2646363"/>
          <p14:tracePt t="323275" x="6456363" y="2660650"/>
          <p14:tracePt t="323285" x="6470650" y="2673350"/>
          <p14:tracePt t="323297" x="6483350" y="2673350"/>
          <p14:tracePt t="323308" x="6510338" y="2687638"/>
          <p14:tracePt t="323319" x="6557963" y="2687638"/>
          <p14:tracePt t="323331" x="6599238" y="2687638"/>
          <p14:tracePt t="323342" x="6640513" y="2687638"/>
          <p14:tracePt t="323353" x="6715125" y="2687638"/>
          <p14:tracePt t="323364" x="6783388" y="2673350"/>
          <p14:tracePt t="323375" x="6831013" y="2646363"/>
          <p14:tracePt t="323388" x="6872288" y="2619375"/>
          <p14:tracePt t="323398" x="6899275" y="2586038"/>
          <p14:tracePt t="323410" x="6911975" y="2557463"/>
          <p14:tracePt t="323422" x="6911975" y="2530475"/>
          <p14:tracePt t="323432" x="6899275" y="2503488"/>
          <p14:tracePt t="323443" x="6899275" y="2470150"/>
          <p14:tracePt t="323455" x="6884988" y="2455863"/>
          <p14:tracePt t="323465" x="6858000" y="2428875"/>
          <p14:tracePt t="323477" x="6831013" y="2414588"/>
          <p14:tracePt t="323489" x="6804025" y="2414588"/>
          <p14:tracePt t="323499" x="6756400" y="2401888"/>
          <p14:tracePt t="323511" x="6729413" y="2401888"/>
          <p14:tracePt t="323522" x="6700838" y="2414588"/>
          <p14:tracePt t="323533" x="6673850" y="2414588"/>
          <p14:tracePt t="323544" x="6640513" y="2428875"/>
          <p14:tracePt t="323556" x="6613525" y="2455863"/>
          <p14:tracePt t="323589" x="6599238" y="2470150"/>
          <p14:tracePt t="323593" x="6572250" y="2503488"/>
          <p14:tracePt t="323602" x="6557963" y="2517775"/>
          <p14:tracePt t="323606" x="6557963" y="2544763"/>
          <p14:tracePt t="323622" x="6557963" y="2557463"/>
          <p14:tracePt t="323627" x="6557963" y="2586038"/>
          <p14:tracePt t="323635" x="6557963" y="2598738"/>
          <p14:tracePt t="323646" x="6572250" y="2598738"/>
          <p14:tracePt t="323658" x="6599238" y="2619375"/>
          <p14:tracePt t="323668" x="6613525" y="2633663"/>
          <p14:tracePt t="323679" x="6640513" y="2646363"/>
          <p14:tracePt t="323691" x="6673850" y="2646363"/>
          <p14:tracePt t="323701" x="6700838" y="2646363"/>
          <p14:tracePt t="323713" x="6729413" y="2633663"/>
          <p14:tracePt t="323724" x="6742113" y="2633663"/>
          <p14:tracePt t="323735" x="6769100" y="2619375"/>
          <p14:tracePt t="323747" x="6783388" y="2598738"/>
          <p14:tracePt t="323758" x="6804025" y="2586038"/>
          <p14:tracePt t="323769" x="6804025" y="2557463"/>
          <p14:tracePt t="323781" x="6816725" y="2530475"/>
          <p14:tracePt t="323803" x="6816725" y="2517775"/>
          <p14:tracePt t="323806" x="6816725" y="2503488"/>
          <p14:tracePt t="323815" x="6804025" y="2490788"/>
          <p14:tracePt t="323837" x="6783388" y="2470150"/>
          <p14:tracePt t="323848" x="6769100" y="2470150"/>
          <p14:tracePt t="323859" x="6742113" y="2470150"/>
          <p14:tracePt t="323871" x="6715125" y="2470150"/>
          <p14:tracePt t="323881" x="6673850" y="2470150"/>
          <p14:tracePt t="323893" x="6640513" y="2470150"/>
          <p14:tracePt t="323905" x="6613525" y="2490788"/>
          <p14:tracePt t="323916" x="6599238" y="2503488"/>
          <p14:tracePt t="323928" x="6586538" y="2517775"/>
          <p14:tracePt t="323940" x="6572250" y="2530475"/>
          <p14:tracePt t="323950" x="6557963" y="2530475"/>
          <p14:tracePt t="323961" x="6557963" y="2544763"/>
          <p14:tracePt t="323972" x="6557963" y="2557463"/>
          <p14:tracePt t="323983" x="6557963" y="2571750"/>
          <p14:tracePt t="323994" x="6572250" y="2586038"/>
          <p14:tracePt t="324006" x="6586538" y="2598738"/>
          <p14:tracePt t="324017" x="6613525" y="2619375"/>
          <p14:tracePt t="324029" x="6640513" y="2619375"/>
          <p14:tracePt t="324039" x="6673850" y="2619375"/>
          <p14:tracePt t="324050" x="6688138" y="2619375"/>
          <p14:tracePt t="324062" x="6715125" y="2619375"/>
          <p14:tracePt t="324073" x="6729413" y="2619375"/>
          <p14:tracePt t="324084" x="6742113" y="2598738"/>
          <p14:tracePt t="324096" x="6769100" y="2586038"/>
          <p14:tracePt t="324107" x="6769100" y="2571750"/>
          <p14:tracePt t="324118" x="6783388" y="2557463"/>
          <p14:tracePt t="324130" x="6783388" y="2530475"/>
          <p14:tracePt t="324141" x="6804025" y="2503488"/>
          <p14:tracePt t="324151" x="6783388" y="2490788"/>
          <p14:tracePt t="324164" x="6783388" y="2470150"/>
          <p14:tracePt t="324175" x="6769100" y="2455863"/>
          <p14:tracePt t="324185" x="6756400" y="2455863"/>
          <p14:tracePt t="324197" x="6742113" y="2443163"/>
          <p14:tracePt t="324208" x="6729413" y="2443163"/>
          <p14:tracePt t="324219" x="6715125" y="2443163"/>
          <p14:tracePt t="324231" x="6688138" y="2443163"/>
          <p14:tracePt t="324242" x="6673850" y="2455863"/>
          <p14:tracePt t="324255" x="6640513" y="2455863"/>
          <p14:tracePt t="324265" x="6626225" y="2490788"/>
          <p14:tracePt t="324276" x="6599238" y="2503488"/>
          <p14:tracePt t="324287" x="6572250" y="2530475"/>
          <p14:tracePt t="324298" x="6557963" y="2544763"/>
          <p14:tracePt t="324309" x="6557963" y="2571750"/>
          <p14:tracePt t="324321" x="6557963" y="2586038"/>
          <p14:tracePt t="324331" x="6557963" y="2598738"/>
          <p14:tracePt t="324343" x="6557963" y="2619375"/>
          <p14:tracePt t="324355" x="6572250" y="2619375"/>
          <p14:tracePt t="324376" x="6586538" y="2633663"/>
          <p14:tracePt t="324389" x="6599238" y="2633663"/>
          <p14:tracePt t="324399" x="6613525" y="2633663"/>
          <p14:tracePt t="324421" x="6626225" y="2619375"/>
          <p14:tracePt t="324444" x="6640513" y="2619375"/>
          <p14:tracePt t="324456" x="6640513" y="2598738"/>
          <p14:tracePt t="325051" x="6599238" y="2598738"/>
          <p14:tracePt t="325064" x="6586538" y="2598738"/>
          <p14:tracePt t="325288" x="6586538" y="2633663"/>
          <p14:tracePt t="325300" x="6557963" y="2660650"/>
          <p14:tracePt t="325312" x="6497638" y="2700338"/>
          <p14:tracePt t="325322" x="6408738" y="2776538"/>
          <p14:tracePt t="325336" x="6265863" y="2890838"/>
          <p14:tracePt t="325346" x="6110288" y="3033713"/>
          <p14:tracePt t="325355" x="5980113" y="3136900"/>
          <p14:tracePt t="325369" x="5824538" y="3265488"/>
          <p14:tracePt t="325380" x="5694363" y="3360738"/>
          <p14:tracePt t="325389" x="5578475" y="3462338"/>
          <p14:tracePt t="325403" x="5518150" y="3509963"/>
          <p14:tracePt t="325414" x="5491163" y="3565525"/>
          <p14:tracePt t="325424" x="5462588" y="3592513"/>
          <p14:tracePt t="325437" x="5462588" y="3605213"/>
          <p14:tracePt t="325447" x="5462588" y="3625850"/>
          <p14:tracePt t="325458" x="5462588" y="3640138"/>
          <p14:tracePt t="325469" x="5449888" y="3652838"/>
          <p14:tracePt t="325490" x="5449888" y="3667125"/>
          <p14:tracePt t="325546" x="5435600" y="3667125"/>
          <p14:tracePt t="325558" x="5435600" y="3681413"/>
          <p14:tracePt t="325569" x="5408613" y="3681413"/>
          <p14:tracePt t="325580" x="5375275" y="3694113"/>
          <p14:tracePt t="325593" x="5360988" y="3708400"/>
          <p14:tracePt t="325604" x="5334000" y="3721100"/>
          <p14:tracePt t="325614" x="5319713" y="3735388"/>
          <p14:tracePt t="325627" x="5307013" y="3735388"/>
          <p14:tracePt t="325682" x="5307013" y="3721100"/>
          <p14:tracePt t="325693" x="5319713" y="3721100"/>
          <p14:tracePt t="325704" x="5319713" y="3708400"/>
          <p14:tracePt t="325715" x="5334000" y="3694113"/>
          <p14:tracePt t="325728" x="5334000" y="3667125"/>
          <p14:tracePt t="325738" x="5348288" y="3652838"/>
          <p14:tracePt t="325751" x="5360988" y="3640138"/>
          <p14:tracePt t="325761" x="5360988" y="3625850"/>
          <p14:tracePt t="325773" x="5360988" y="3605213"/>
          <p14:tracePt t="325784" x="5375275" y="3592513"/>
          <p14:tracePt t="325872" x="5360988" y="3592513"/>
          <p14:tracePt t="325895" x="5360988" y="3605213"/>
          <p14:tracePt t="325918" x="5360988" y="3625850"/>
          <p14:tracePt t="325929" x="5375275" y="3625850"/>
          <p14:tracePt t="325941" x="5375275" y="3640138"/>
          <p14:tracePt t="325952" x="5408613" y="3652838"/>
          <p14:tracePt t="325964" x="5422900" y="3652838"/>
          <p14:tracePt t="325975" x="5449888" y="3667125"/>
          <p14:tracePt t="325986" x="5476875" y="3667125"/>
          <p14:tracePt t="325998" x="5503863" y="3667125"/>
          <p14:tracePt t="326009" x="5538788" y="3667125"/>
          <p14:tracePt t="326019" x="5565775" y="3667125"/>
          <p14:tracePt t="326030" x="5578475" y="3667125"/>
          <p14:tracePt t="326043" x="5592763" y="3667125"/>
          <p14:tracePt t="326053" x="5619750" y="3667125"/>
          <p14:tracePt t="326065" x="5634038" y="3667125"/>
          <p14:tracePt t="326077" x="5646738" y="3667125"/>
          <p14:tracePt t="326087" x="5681663" y="3652838"/>
          <p14:tracePt t="326099" x="5694363" y="3652838"/>
          <p14:tracePt t="326110" x="5721350" y="3640138"/>
          <p14:tracePt t="326121" x="5735638" y="3640138"/>
          <p14:tracePt t="326133" x="5748338" y="3625850"/>
          <p14:tracePt t="326144" x="5762625" y="3605213"/>
          <p14:tracePt t="326155" x="5783263" y="3578225"/>
          <p14:tracePt t="326167" x="5795963" y="3565525"/>
          <p14:tracePt t="326178" x="5810250" y="3551238"/>
          <p14:tracePt t="326188" x="5810250" y="3524250"/>
          <p14:tracePt t="326200" x="5810250" y="3509963"/>
          <p14:tracePt t="326211" x="5795963" y="3476625"/>
          <p14:tracePt t="326222" x="5795963" y="3449638"/>
          <p14:tracePt t="326233" x="5783263" y="3435350"/>
          <p14:tracePt t="326245" x="5783263" y="3422650"/>
          <p14:tracePt t="326255" x="5762625" y="3408363"/>
          <p14:tracePt t="326278" x="5762625" y="3395663"/>
          <p14:tracePt t="326289" x="5735638" y="3381375"/>
          <p14:tracePt t="326301" x="5721350" y="3381375"/>
          <p14:tracePt t="326312" x="5694363" y="3360738"/>
          <p14:tracePt t="326323" x="5667375" y="3360738"/>
          <p14:tracePt t="326335" x="5619750" y="3348038"/>
          <p14:tracePt t="326347" x="5578475" y="3348038"/>
          <p14:tracePt t="326356" x="5551488" y="3348038"/>
          <p14:tracePt t="326368" x="5503863" y="3348038"/>
          <p14:tracePt t="326379" x="5476875" y="3348038"/>
          <p14:tracePt t="326391" x="5462588" y="3348038"/>
          <p14:tracePt t="326402" x="5435600" y="3360738"/>
          <p14:tracePt t="326414" x="5422900" y="3360738"/>
          <p14:tracePt t="326427" x="5408613" y="3381375"/>
          <p14:tracePt t="326437" x="5408613" y="3395663"/>
          <p14:tracePt t="326448" x="5387975" y="3408363"/>
          <p14:tracePt t="326460" x="5375275" y="3422650"/>
          <p14:tracePt t="326470" x="5375275" y="3435350"/>
          <p14:tracePt t="326482" x="5375275" y="3462338"/>
          <p14:tracePt t="326493" x="5375275" y="3476625"/>
          <p14:tracePt t="326503" x="5375275" y="3497263"/>
          <p14:tracePt t="326515" x="5375275" y="3509963"/>
          <p14:tracePt t="326526" x="5387975" y="3524250"/>
          <p14:tracePt t="326537" x="5408613" y="3551238"/>
          <p14:tracePt t="326549" x="5422900" y="3551238"/>
          <p14:tracePt t="326560" x="5449888" y="3565525"/>
          <p14:tracePt t="326571" x="5476875" y="3578225"/>
          <p14:tracePt t="326583" x="5503863" y="3578225"/>
          <p14:tracePt t="326593" x="5551488" y="3592513"/>
          <p14:tracePt t="326604" x="5605463" y="3592513"/>
          <p14:tracePt t="326616" x="5634038" y="3592513"/>
          <p14:tracePt t="326627" x="5681663" y="3592513"/>
          <p14:tracePt t="326638" x="5721350" y="3592513"/>
          <p14:tracePt t="326649" x="5762625" y="3578225"/>
          <p14:tracePt t="326661" x="5783263" y="3565525"/>
          <p14:tracePt t="326672" x="5810250" y="3551238"/>
          <p14:tracePt t="326684" x="5824538" y="3524250"/>
          <p14:tracePt t="326695" x="5824538" y="3509963"/>
          <p14:tracePt t="326705" x="5837238" y="3476625"/>
          <p14:tracePt t="326728" x="5837238" y="3449638"/>
          <p14:tracePt t="326731" x="5824538" y="3422650"/>
          <p14:tracePt t="326740" x="5824538" y="3408363"/>
          <p14:tracePt t="326753" x="5810250" y="3395663"/>
          <p14:tracePt t="326762" x="5783263" y="3381375"/>
          <p14:tracePt t="326776" x="5762625" y="3360738"/>
          <p14:tracePt t="326785" x="5721350" y="3348038"/>
          <p14:tracePt t="326797" x="5694363" y="3348038"/>
          <p14:tracePt t="326807" x="5667375" y="3348038"/>
          <p14:tracePt t="326818" x="5634038" y="3348038"/>
          <p14:tracePt t="326829" x="5592763" y="3360738"/>
          <p14:tracePt t="326841" x="5565775" y="3381375"/>
          <p14:tracePt t="326851" x="5538788" y="3408363"/>
          <p14:tracePt t="326863" x="5503863" y="3422650"/>
          <p14:tracePt t="326875" x="5476875" y="3449638"/>
          <p14:tracePt t="326886" x="5462588" y="3462338"/>
          <p14:tracePt t="326898" x="5462588" y="3497263"/>
          <p14:tracePt t="326909" x="5449888" y="3509963"/>
          <p14:tracePt t="326919" x="5449888" y="3524250"/>
          <p14:tracePt t="326930" x="5449888" y="3538538"/>
          <p14:tracePt t="326943" x="5462588" y="3551238"/>
          <p14:tracePt t="326964" x="5476875" y="3565525"/>
          <p14:tracePt t="326977" x="5503863" y="3578225"/>
          <p14:tracePt t="326988" x="5538788" y="3578225"/>
          <p14:tracePt t="326999" x="5565775" y="3578225"/>
          <p14:tracePt t="327010" x="5605463" y="3592513"/>
          <p14:tracePt t="327021" x="5667375" y="3592513"/>
          <p14:tracePt t="327032" x="5721350" y="3578225"/>
          <p14:tracePt t="327043" x="5762625" y="3565525"/>
          <p14:tracePt t="327054" x="5810250" y="3551238"/>
          <p14:tracePt t="327066" x="5837238" y="3524250"/>
          <p14:tracePt t="327077" x="5851525" y="3509963"/>
          <p14:tracePt t="327088" x="5851525" y="3462338"/>
          <p14:tracePt t="327099" x="5851525" y="3435350"/>
          <p14:tracePt t="327111" x="5837238" y="3395663"/>
          <p14:tracePt t="327122" x="5824538" y="3381375"/>
          <p14:tracePt t="327134" x="5795963" y="3348038"/>
          <p14:tracePt t="327145" x="5748338" y="3333750"/>
          <p14:tracePt t="327155" x="5721350" y="3319463"/>
          <p14:tracePt t="327167" x="5681663" y="3319463"/>
          <p14:tracePt t="327178" x="5646738" y="3319463"/>
          <p14:tracePt t="327189" x="5634038" y="3319463"/>
          <p14:tracePt t="327200" x="5605463" y="3333750"/>
          <p14:tracePt t="327212" x="5578475" y="3348038"/>
          <p14:tracePt t="327223" x="5551488" y="3381375"/>
          <p14:tracePt t="327235" x="5538788" y="3395663"/>
          <p14:tracePt t="327246" x="5503863" y="3435350"/>
          <p14:tracePt t="327256" x="5491163" y="3449638"/>
          <p14:tracePt t="327268" x="5476875" y="3476625"/>
          <p14:tracePt t="327280" x="5476875" y="3497263"/>
          <p14:tracePt t="327292" x="5462588" y="3509963"/>
          <p14:tracePt t="327302" x="5462588" y="3524250"/>
          <p14:tracePt t="327313" x="5476875" y="3538538"/>
          <p14:tracePt t="327325" x="5491163" y="3538538"/>
          <p14:tracePt t="327335" x="5503863" y="3551238"/>
          <p14:tracePt t="327348" x="5538788" y="3565525"/>
          <p14:tracePt t="327360" x="5565775" y="3565525"/>
          <p14:tracePt t="327370" x="5619750" y="3578225"/>
          <p14:tracePt t="327381" x="5646738" y="3578225"/>
          <p14:tracePt t="327393" x="5721350" y="3578225"/>
          <p14:tracePt t="327403" x="5783263" y="3565525"/>
          <p14:tracePt t="327415" x="5837238" y="3551238"/>
          <p14:tracePt t="327427" x="5864225" y="3538538"/>
          <p14:tracePt t="327437" x="5891213" y="3524250"/>
          <p14:tracePt t="327448" x="5911850" y="3509963"/>
          <p14:tracePt t="327460" x="5911850" y="3476625"/>
          <p14:tracePt t="327470" x="5911850" y="3462338"/>
          <p14:tracePt t="327482" x="5911850" y="3435350"/>
          <p14:tracePt t="327493" x="5878513" y="3408363"/>
          <p14:tracePt t="327504" x="5851525" y="3381375"/>
          <p14:tracePt t="327516" x="5810250" y="3348038"/>
          <p14:tracePt t="327527" x="5735638" y="3333750"/>
          <p14:tracePt t="327537" x="5694363" y="3333750"/>
          <p14:tracePt t="327549" x="5634038" y="3333750"/>
          <p14:tracePt t="327560" x="5578475" y="3333750"/>
          <p14:tracePt t="327571" x="5538788" y="3333750"/>
          <p14:tracePt t="327583" x="5491163" y="3360738"/>
          <p14:tracePt t="327594" x="5449888" y="3408363"/>
          <p14:tracePt t="327605" x="5408613" y="3435350"/>
          <p14:tracePt t="327617" x="5387975" y="3462338"/>
          <p14:tracePt t="327628" x="5375275" y="3497263"/>
          <p14:tracePt t="327639" x="5375275" y="3524250"/>
          <p14:tracePt t="327651" x="5375275" y="3538538"/>
          <p14:tracePt t="327662" x="5375275" y="3551238"/>
          <p14:tracePt t="327673" x="5375275" y="3565525"/>
          <p14:tracePt t="327685" x="5387975" y="3578225"/>
          <p14:tracePt t="327696" x="5408613" y="3592513"/>
          <p14:tracePt t="327707" x="5422900" y="3592513"/>
          <p14:tracePt t="327718" x="5435600" y="3592513"/>
          <p14:tracePt t="327729" x="5462588" y="3592513"/>
          <p14:tracePt t="327741" x="5503863" y="3592513"/>
          <p14:tracePt t="327752" x="5565775" y="3592513"/>
          <p14:tracePt t="327785" x="5605463" y="3578225"/>
          <p14:tracePt t="327788" x="5667375" y="3578225"/>
          <p14:tracePt t="327797" x="5708650" y="3551238"/>
          <p14:tracePt t="327803" x="5735638" y="3538538"/>
          <p14:tracePt t="327810" x="5748338" y="3509963"/>
          <p14:tracePt t="327821" x="5762625" y="3497263"/>
          <p14:tracePt t="327832" x="5762625" y="3462338"/>
          <p14:tracePt t="327844" x="5762625" y="3449638"/>
          <p14:tracePt t="327855" x="5748338" y="3422650"/>
          <p14:tracePt t="327866" x="5735638" y="3408363"/>
          <p14:tracePt t="327877" x="5708650" y="3381375"/>
          <p14:tracePt t="327887" x="5681663" y="3381375"/>
          <p14:tracePt t="327899" x="5634038" y="3360738"/>
          <p14:tracePt t="327910" x="5605463" y="3360738"/>
          <p14:tracePt t="327920" x="5578475" y="3348038"/>
          <p14:tracePt t="327933" x="5551488" y="3348038"/>
          <p14:tracePt t="327943" x="5518150" y="3360738"/>
          <p14:tracePt t="327954" x="5503863" y="3360738"/>
          <p14:tracePt t="327966" x="5476875" y="3395663"/>
          <p14:tracePt t="327977" x="5462588" y="3422650"/>
          <p14:tracePt t="327988" x="5435600" y="3449638"/>
          <p14:tracePt t="327999" x="5422900" y="3476625"/>
          <p14:tracePt t="328011" x="5408613" y="3509963"/>
          <p14:tracePt t="328021" x="5408613" y="3524250"/>
          <p14:tracePt t="328033" x="5408613" y="3538538"/>
          <p14:tracePt t="328044" x="5408613" y="3565525"/>
          <p14:tracePt t="328055" x="5422900" y="3578225"/>
          <p14:tracePt t="328067" x="5435600" y="3592513"/>
          <p14:tracePt t="328078" x="5449888" y="3592513"/>
          <p14:tracePt t="328089" x="5462588" y="3605213"/>
          <p14:tracePt t="328101" x="5491163" y="3605213"/>
          <p14:tracePt t="328112" x="5503863" y="3605213"/>
          <p14:tracePt t="328123" x="5551488" y="3605213"/>
          <p14:tracePt t="328134" x="5592763" y="3605213"/>
          <p14:tracePt t="328145" x="5634038" y="3592513"/>
          <p14:tracePt t="328156" x="5694363" y="3578225"/>
          <p14:tracePt t="328168" x="5748338" y="3565525"/>
          <p14:tracePt t="328179" x="5783263" y="3538538"/>
          <p14:tracePt t="328192" x="5810250" y="3524250"/>
          <p14:tracePt t="328202" x="5810250" y="3497263"/>
          <p14:tracePt t="328213" x="5810250" y="3462338"/>
          <p14:tracePt t="328225" x="5810250" y="3449638"/>
          <p14:tracePt t="328236" x="5810250" y="3435350"/>
          <p14:tracePt t="328247" x="5783263" y="3408363"/>
          <p14:tracePt t="328259" x="5748338" y="3395663"/>
          <p14:tracePt t="328269" x="5735638" y="3381375"/>
          <p14:tracePt t="328280" x="5708650" y="3360738"/>
          <p14:tracePt t="328293" x="5667375" y="3360738"/>
          <p14:tracePt t="328303" x="5634038" y="3348038"/>
          <p14:tracePt t="328315" x="5605463" y="3348038"/>
          <p14:tracePt t="328327" x="5578475" y="3360738"/>
          <p14:tracePt t="328337" x="5551488" y="3360738"/>
          <p14:tracePt t="328348" x="5518150" y="3395663"/>
          <p14:tracePt t="328360" x="5476875" y="3408363"/>
          <p14:tracePt t="328370" x="5462588" y="3435350"/>
          <p14:tracePt t="328382" x="5449888" y="3449638"/>
          <p14:tracePt t="328393" x="5449888" y="3476625"/>
          <p14:tracePt t="328404" x="5435600" y="3509963"/>
          <p14:tracePt t="328416" x="5449888" y="3509963"/>
          <p14:tracePt t="328427" x="5449888" y="3524250"/>
          <p14:tracePt t="328438" x="5462588" y="3538538"/>
          <p14:tracePt t="328449" x="5476875" y="3551238"/>
          <p14:tracePt t="328461" x="5491163" y="3551238"/>
          <p14:tracePt t="328471" x="5503863" y="3565525"/>
          <p14:tracePt t="328483" x="5538788" y="3565525"/>
          <p14:tracePt t="328494" x="5565775" y="3565525"/>
          <p14:tracePt t="328505" x="5592763" y="3565525"/>
          <p14:tracePt t="328517" x="5634038" y="3565525"/>
          <p14:tracePt t="328528" x="5667375" y="3551238"/>
          <p14:tracePt t="328539" x="5708650" y="3538538"/>
          <p14:tracePt t="328551" x="5721350" y="3524250"/>
          <p14:tracePt t="328562" x="5748338" y="3509963"/>
          <p14:tracePt t="328573" x="5748338" y="3497263"/>
          <p14:tracePt t="328584" x="5762625" y="3462338"/>
          <p14:tracePt t="328596" x="5762625" y="3435350"/>
          <p14:tracePt t="328606" x="5748338" y="3408363"/>
          <p14:tracePt t="328618" x="5748338" y="3395663"/>
          <p14:tracePt t="328629" x="5721350" y="3360738"/>
          <p14:tracePt t="328641" x="5694363" y="3333750"/>
          <p14:tracePt t="328652" x="5681663" y="3319463"/>
          <p14:tracePt t="328663" x="5634038" y="3319463"/>
          <p14:tracePt t="328675" x="5592763" y="3306763"/>
          <p14:tracePt t="328685" x="5565775" y="3306763"/>
          <p14:tracePt t="328697" x="5518150" y="3306763"/>
          <p14:tracePt t="328709" x="5476875" y="3306763"/>
          <p14:tracePt t="328719" x="5462588" y="3319463"/>
          <p14:tracePt t="328731" x="5422900" y="3348038"/>
          <p14:tracePt t="328743" x="5408613" y="3381375"/>
          <p14:tracePt t="328753" x="5375275" y="3408363"/>
          <p14:tracePt t="328765" x="5375275" y="3422650"/>
          <p14:tracePt t="328776" x="5360988" y="3449638"/>
          <p14:tracePt t="328787" x="5360988" y="3476625"/>
          <p14:tracePt t="328798" x="5360988" y="3509963"/>
          <p14:tracePt t="328831" x="5360988" y="3524250"/>
          <p14:tracePt t="328835" x="5375275" y="3538538"/>
          <p14:tracePt t="328843" x="5387975" y="3551238"/>
          <p14:tracePt t="328850" x="5408613" y="3565525"/>
          <p14:tracePt t="328859" x="5422900" y="3565525"/>
          <p14:tracePt t="328867" x="5449888" y="3565525"/>
          <p14:tracePt t="328878" x="5476875" y="3565525"/>
          <p14:tracePt t="328889" x="5503863" y="3565525"/>
          <p14:tracePt t="328900" x="5551488" y="3565525"/>
          <p14:tracePt t="328911" x="5592763" y="3551238"/>
          <p14:tracePt t="328922" x="5634038" y="3538538"/>
          <p14:tracePt t="328933" x="5694363" y="3509963"/>
          <p14:tracePt t="328945" x="5721350" y="3476625"/>
          <p14:tracePt t="328955" x="5748338" y="3462338"/>
          <p14:tracePt t="328967" x="5762625" y="3435350"/>
          <p14:tracePt t="328979" x="5762625" y="3422650"/>
          <p14:tracePt t="328989" x="5762625" y="3395663"/>
          <p14:tracePt t="329000" x="5748338" y="3381375"/>
          <p14:tracePt t="329012" x="5735638" y="3348038"/>
          <p14:tracePt t="329023" x="5708650" y="3333750"/>
          <p14:tracePt t="329035" x="5667375" y="3319463"/>
          <p14:tracePt t="329047" x="5619750" y="3306763"/>
          <p14:tracePt t="329057" x="5578475" y="3306763"/>
          <p14:tracePt t="329068" x="5551488" y="3306763"/>
          <p14:tracePt t="329079" x="5503863" y="3306763"/>
          <p14:tracePt t="329091" x="5476875" y="3319463"/>
          <p14:tracePt t="329102" x="5449888" y="3348038"/>
          <p14:tracePt t="329113" x="5422900" y="3381375"/>
          <p14:tracePt t="329125" x="5408613" y="3408363"/>
          <p14:tracePt t="329136" x="5387975" y="3435350"/>
          <p14:tracePt t="329147" x="5387975" y="3462338"/>
          <p14:tracePt t="329159" x="5387975" y="3497263"/>
          <p14:tracePt t="329169" x="5408613" y="3524250"/>
          <p14:tracePt t="329180" x="5422900" y="3538538"/>
          <p14:tracePt t="329193" x="5449888" y="3565525"/>
          <p14:tracePt t="329203" x="5476875" y="3578225"/>
          <p14:tracePt t="329214" x="5503863" y="3592513"/>
          <p14:tracePt t="329226" x="5551488" y="3592513"/>
          <p14:tracePt t="329236" x="5592763" y="3605213"/>
          <p14:tracePt t="329248" x="5634038" y="3605213"/>
          <p14:tracePt t="329270" x="5681663" y="3592513"/>
          <p14:tracePt t="329277" x="5735638" y="3592513"/>
          <p14:tracePt t="329284" x="5762625" y="3578225"/>
          <p14:tracePt t="329294" x="5795963" y="3565525"/>
          <p14:tracePt t="329305" x="5824538" y="3538538"/>
          <p14:tracePt t="329317" x="5837238" y="3509963"/>
          <p14:tracePt t="329328" x="5837238" y="3476625"/>
          <p14:tracePt t="329338" x="5824538" y="3449638"/>
          <p14:tracePt t="329349" x="5810250" y="3422650"/>
          <p14:tracePt t="329361" x="5795963" y="3395663"/>
          <p14:tracePt t="329371" x="5762625" y="3381375"/>
          <p14:tracePt t="329383" x="5721350" y="3360738"/>
          <p14:tracePt t="329394" x="5681663" y="3348038"/>
          <p14:tracePt t="329405" x="5646738" y="3333750"/>
          <p14:tracePt t="329417" x="5592763" y="3333750"/>
          <p14:tracePt t="329428" x="5551488" y="3333750"/>
          <p14:tracePt t="329439" x="5518150" y="3348038"/>
          <p14:tracePt t="329451" x="5491163" y="3360738"/>
          <p14:tracePt t="329462" x="5462588" y="3381375"/>
          <p14:tracePt t="329473" x="5449888" y="3408363"/>
          <p14:tracePt t="329484" x="5435600" y="3422650"/>
          <p14:tracePt t="329495" x="5422900" y="3449638"/>
          <p14:tracePt t="329506" x="5422900" y="3462338"/>
          <p14:tracePt t="329518" x="5408613" y="3497263"/>
          <p14:tracePt t="329529" x="5408613" y="3509963"/>
          <p14:tracePt t="329541" x="5422900" y="3524250"/>
          <p14:tracePt t="329552" x="5422900" y="3538538"/>
          <p14:tracePt t="329563" x="5435600" y="3551238"/>
          <p14:tracePt t="329575" x="5449888" y="3565525"/>
          <p14:tracePt t="329585" x="5476875" y="3565525"/>
          <p14:tracePt t="329596" x="5503863" y="3578225"/>
          <p14:tracePt t="329609" x="5551488" y="3578225"/>
          <p14:tracePt t="329619" x="5578475" y="3578225"/>
          <p14:tracePt t="329630" x="5619750" y="3578225"/>
          <p14:tracePt t="329643" x="5646738" y="3578225"/>
          <p14:tracePt t="329653" x="5681663" y="3565525"/>
          <p14:tracePt t="329664" x="5721350" y="3551238"/>
          <p14:tracePt t="329676" x="5735638" y="3538538"/>
          <p14:tracePt t="329687" x="5748338" y="3524250"/>
          <p14:tracePt t="329698" x="5762625" y="3509963"/>
          <p14:tracePt t="329709" x="5783263" y="3476625"/>
          <p14:tracePt t="329720" x="5783263" y="3462338"/>
          <p14:tracePt t="329732" x="5783263" y="3435350"/>
          <p14:tracePt t="329743" x="5783263" y="3408363"/>
          <p14:tracePt t="329754" x="5783263" y="3395663"/>
          <p14:tracePt t="329765" x="5762625" y="3381375"/>
          <p14:tracePt t="329777" x="5748338" y="3360738"/>
          <p14:tracePt t="329788" x="5735638" y="3360738"/>
          <p14:tracePt t="329799" x="5708650" y="3348038"/>
          <p14:tracePt t="329810" x="5667375" y="3348038"/>
          <p14:tracePt t="329822" x="5634038" y="3348038"/>
          <p14:tracePt t="329833" x="5605463" y="3348038"/>
          <p14:tracePt t="329844" x="5565775" y="3360738"/>
          <p14:tracePt t="329855" x="5503863" y="3395663"/>
          <p14:tracePt t="329878" x="5462588" y="3422650"/>
          <p14:tracePt t="329882" x="5422900" y="3462338"/>
          <p14:tracePt t="329890" x="5375275" y="3497263"/>
          <p14:tracePt t="329903" x="5360988" y="3524250"/>
          <p14:tracePt t="329913" x="5360988" y="3538538"/>
          <p14:tracePt t="329923" x="5348288" y="3565525"/>
          <p14:tracePt t="329934" x="5348288" y="3592513"/>
          <p14:tracePt t="329945" x="5348288" y="3605213"/>
          <p14:tracePt t="329956" x="5360988" y="3625850"/>
          <p14:tracePt t="329968" x="5375275" y="3640138"/>
          <p14:tracePt t="329979" x="5387975" y="3640138"/>
          <p14:tracePt t="329991" x="5408613" y="3652838"/>
          <p14:tracePt t="330002" x="5435600" y="3652838"/>
          <p14:tracePt t="330013" x="5462588" y="3652838"/>
          <p14:tracePt t="330026" x="5491163" y="3652838"/>
          <p14:tracePt t="330035" x="5518150" y="3652838"/>
          <p14:tracePt t="330047" x="5565775" y="3640138"/>
          <p14:tracePt t="330060" x="5592763" y="3625850"/>
          <p14:tracePt t="330070" x="5619750" y="3605213"/>
          <p14:tracePt t="330081" x="5634038" y="3592513"/>
          <p14:tracePt t="330093" x="5646738" y="3578225"/>
          <p14:tracePt t="330103" x="5667375" y="3551238"/>
          <p14:tracePt t="330115" x="5667375" y="3538538"/>
          <p14:tracePt t="330126" x="5667375" y="3509963"/>
          <p14:tracePt t="330136" x="5667375" y="3497263"/>
          <p14:tracePt t="330148" x="5667375" y="3476625"/>
          <p14:tracePt t="330160" x="5646738" y="3462338"/>
          <p14:tracePt t="330170" x="5646738" y="3449638"/>
          <p14:tracePt t="330181" x="5619750" y="3435350"/>
          <p14:tracePt t="330193" x="5592763" y="3435350"/>
          <p14:tracePt t="330204" x="5538788" y="3422650"/>
          <p14:tracePt t="330216" x="5491163" y="3422650"/>
          <p14:tracePt t="330227" x="5449888" y="3435350"/>
          <p14:tracePt t="330237" x="5387975" y="3449638"/>
          <p14:tracePt t="330249" x="5360988" y="3462338"/>
          <p14:tracePt t="330261" x="5334000" y="3497263"/>
          <p14:tracePt t="330271" x="5307013" y="3524250"/>
          <p14:tracePt t="330283" x="5307013" y="3551238"/>
          <p14:tracePt t="330294" x="5307013" y="3578225"/>
          <p14:tracePt t="330305" x="5319713" y="3592513"/>
          <p14:tracePt t="330316" x="5334000" y="3625850"/>
          <p14:tracePt t="330328" x="5348288" y="3640138"/>
          <p14:tracePt t="330339" x="5375275" y="3640138"/>
          <p14:tracePt t="330351" x="5408613" y="3652838"/>
          <p14:tracePt t="330362" x="5435600" y="3652838"/>
          <p14:tracePt t="330372" x="5462588" y="3652838"/>
          <p14:tracePt t="330384" x="5503863" y="3652838"/>
          <p14:tracePt t="330395" x="5551488" y="3640138"/>
          <p14:tracePt t="330406" x="5592763" y="3625850"/>
          <p14:tracePt t="330417" x="5634038" y="3592513"/>
          <p14:tracePt t="330429" x="5667375" y="3578225"/>
          <p14:tracePt t="330440" x="5681663" y="3551238"/>
          <p14:tracePt t="330451" x="5694363" y="3509963"/>
          <p14:tracePt t="330463" x="5694363" y="3476625"/>
          <p14:tracePt t="330475" x="5681663" y="3462338"/>
          <p14:tracePt t="330485" x="5667375" y="3435350"/>
          <p14:tracePt t="330496" x="5634038" y="3408363"/>
          <p14:tracePt t="330509" x="5592763" y="3395663"/>
          <p14:tracePt t="330519" x="5578475" y="3395663"/>
          <p14:tracePt t="330530" x="5538788" y="3395663"/>
          <p14:tracePt t="330542" x="5503863" y="3395663"/>
          <p14:tracePt t="330553" x="5462588" y="3408363"/>
          <p14:tracePt t="330565" x="5422900" y="3422650"/>
          <p14:tracePt t="330576" x="5387975" y="3449638"/>
          <p14:tracePt t="330586" x="5360988" y="3462338"/>
          <p14:tracePt t="330598" x="5348288" y="3497263"/>
          <p14:tracePt t="330610" x="5334000" y="3509963"/>
          <p14:tracePt t="330620" x="5334000" y="3538538"/>
          <p14:tracePt t="330631" x="5334000" y="3551238"/>
          <p14:tracePt t="330643" x="5348288" y="3578225"/>
          <p14:tracePt t="330654" x="5360988" y="3592513"/>
          <p14:tracePt t="330665" x="5387975" y="3605213"/>
          <p14:tracePt t="330677" x="5422900" y="3625850"/>
          <p14:tracePt t="330687" x="5449888" y="3640138"/>
          <p14:tracePt t="330699" x="5476875" y="3640138"/>
          <p14:tracePt t="330711" x="5518150" y="3640138"/>
          <p14:tracePt t="330721" x="5565775" y="3625850"/>
          <p14:tracePt t="330733" x="5619750" y="3605213"/>
          <p14:tracePt t="330744" x="5667375" y="3592513"/>
          <p14:tracePt t="330755" x="5708650" y="3578225"/>
          <p14:tracePt t="330767" x="5735638" y="3538538"/>
          <p14:tracePt t="330779" x="5748338" y="3509963"/>
          <p14:tracePt t="330789" x="5748338" y="3497263"/>
          <p14:tracePt t="330800" x="5748338" y="3462338"/>
          <p14:tracePt t="330812" x="5748338" y="3435350"/>
          <p14:tracePt t="330822" x="5735638" y="3422650"/>
          <p14:tracePt t="330834" x="5721350" y="3395663"/>
          <p14:tracePt t="330846" x="5694363" y="3381375"/>
          <p14:tracePt t="330856" x="5681663" y="3360738"/>
          <p14:tracePt t="330868" x="5646738" y="3360738"/>
          <p14:tracePt t="330879" x="5605463" y="3348038"/>
          <p14:tracePt t="330891" x="5578475" y="3348038"/>
          <p14:tracePt t="330901" x="5538788" y="3348038"/>
          <p14:tracePt t="330924" x="5491163" y="3360738"/>
          <p14:tracePt t="330927" x="5462588" y="3381375"/>
          <p14:tracePt t="330936" x="5435600" y="3395663"/>
          <p14:tracePt t="330947" x="5422900" y="3422650"/>
          <p14:tracePt t="330961" x="5422900" y="3435350"/>
          <p14:tracePt t="330970" x="5422900" y="3449638"/>
          <p14:tracePt t="330981" x="5422900" y="3476625"/>
          <p14:tracePt t="330992" x="5422900" y="3497263"/>
          <p14:tracePt t="331002" x="5435600" y="3524250"/>
          <p14:tracePt t="331014" x="5449888" y="3538538"/>
          <p14:tracePt t="331026" x="5449888" y="3551238"/>
          <p14:tracePt t="331036" x="5462588" y="3565525"/>
          <p14:tracePt t="331047" x="5476875" y="3565525"/>
          <p14:tracePt t="331060" x="5491163" y="3578225"/>
          <p14:tracePt t="331070" x="5518150" y="3578225"/>
          <p14:tracePt t="331081" x="5565775" y="3578225"/>
          <p14:tracePt t="331093" x="5592763" y="3578225"/>
          <p14:tracePt t="331104" x="5646738" y="3578225"/>
          <p14:tracePt t="331115" x="5708650" y="3565525"/>
          <p14:tracePt t="331127" x="5748338" y="3551238"/>
          <p14:tracePt t="331138" x="5795963" y="3524250"/>
          <p14:tracePt t="331149" x="5810250" y="3497263"/>
          <p14:tracePt t="331161" x="5824538" y="3462338"/>
          <p14:tracePt t="331171" x="5824538" y="3435350"/>
          <p14:tracePt t="331183" x="5824538" y="3408363"/>
          <p14:tracePt t="331194" x="5795963" y="3381375"/>
          <p14:tracePt t="331205" x="5783263" y="3360738"/>
          <p14:tracePt t="331217" x="5748338" y="3348038"/>
          <p14:tracePt t="331228" x="5708650" y="3333750"/>
          <p14:tracePt t="331241" x="5667375" y="3319463"/>
          <p14:tracePt t="331251" x="5619750" y="3319463"/>
          <p14:tracePt t="331262" x="5578475" y="3319463"/>
          <p14:tracePt t="331273" x="5538788" y="3333750"/>
          <p14:tracePt t="331284" x="5503863" y="3348038"/>
          <p14:tracePt t="331295" x="5462588" y="3395663"/>
          <p14:tracePt t="331307" x="5435600" y="3422650"/>
          <p14:tracePt t="331318" x="5422900" y="3449638"/>
          <p14:tracePt t="331329" x="5408613" y="3476625"/>
          <p14:tracePt t="331341" x="5408613" y="3509963"/>
          <p14:tracePt t="331351" x="5408613" y="3524250"/>
          <p14:tracePt t="331363" x="5422900" y="3538538"/>
          <p14:tracePt t="331375" x="5449888" y="3551238"/>
          <p14:tracePt t="331386" x="5462588" y="3565525"/>
          <p14:tracePt t="331397" x="5491163" y="3578225"/>
          <p14:tracePt t="331409" x="5538788" y="3578225"/>
          <p14:tracePt t="331419" x="5565775" y="3578225"/>
          <p14:tracePt t="331430" x="5592763" y="3578225"/>
          <p14:tracePt t="331443" x="5634038" y="3565525"/>
          <p14:tracePt t="331453" x="5681663" y="3551238"/>
          <p14:tracePt t="331464" x="5708650" y="3538538"/>
          <p14:tracePt t="331476" x="5721350" y="3538538"/>
          <p14:tracePt t="331486" x="5721350" y="3509963"/>
          <p14:tracePt t="331498" x="5735638" y="3497263"/>
          <p14:tracePt t="331509" x="5735638" y="3476625"/>
          <p14:tracePt t="331520" x="5721350" y="3449638"/>
          <p14:tracePt t="331532" x="5721350" y="3435350"/>
          <p14:tracePt t="331543" x="5708650" y="3422650"/>
          <p14:tracePt t="331554" x="5694363" y="3408363"/>
          <p14:tracePt t="331577" x="5667375" y="3381375"/>
          <p14:tracePt t="331578" x="5634038" y="3381375"/>
          <p14:tracePt t="331588" x="5605463" y="3360738"/>
          <p14:tracePt t="331599" x="5578475" y="3360738"/>
          <p14:tracePt t="331610" x="5538788" y="3360738"/>
          <p14:tracePt t="331621" x="5503863" y="3360738"/>
          <p14:tracePt t="331633" x="5476875" y="3395663"/>
          <p14:tracePt t="331644" x="5435600" y="3422650"/>
          <p14:tracePt t="331655" x="5408613" y="3462338"/>
          <p14:tracePt t="331667" x="5387975" y="3497263"/>
          <p14:tracePt t="331679" x="5375275" y="3538538"/>
          <p14:tracePt t="331689" x="5375275" y="3565525"/>
          <p14:tracePt t="331700" x="5375275" y="3578225"/>
          <p14:tracePt t="331712" x="5387975" y="3592513"/>
          <p14:tracePt t="331723" x="5422900" y="3605213"/>
          <p14:tracePt t="331735" x="5449888" y="3625850"/>
          <p14:tracePt t="331746" x="5491163" y="3640138"/>
          <p14:tracePt t="331758" x="5551488" y="3640138"/>
          <p14:tracePt t="331768" x="5592763" y="3640138"/>
          <p14:tracePt t="331779" x="5634038" y="3640138"/>
          <p14:tracePt t="331791" x="5681663" y="3625850"/>
          <p14:tracePt t="331802" x="5708650" y="3605213"/>
          <p14:tracePt t="331813" x="5735638" y="3592513"/>
          <p14:tracePt t="331825" x="5783263" y="3578225"/>
          <p14:tracePt t="331835" x="5810250" y="3551238"/>
          <p14:tracePt t="331847" x="5824538" y="3538538"/>
          <p14:tracePt t="331859" x="5824538" y="3524250"/>
          <p14:tracePt t="331869" x="5837238" y="3509963"/>
          <p14:tracePt t="331881" x="5837238" y="3497263"/>
          <p14:tracePt t="331893" x="5824538" y="3476625"/>
          <p14:tracePt t="331903" x="5824538" y="3462338"/>
          <p14:tracePt t="331914" x="5810250" y="3449638"/>
          <p14:tracePt t="331926" x="5795963" y="3435350"/>
          <p14:tracePt t="331937" x="5762625" y="3422650"/>
          <p14:tracePt t="331949" x="5735638" y="3408363"/>
          <p14:tracePt t="331981" x="5708650" y="3408363"/>
          <p14:tracePt t="331985" x="5667375" y="3395663"/>
          <p14:tracePt t="331995" x="5619750" y="3395663"/>
          <p14:tracePt t="331996" x="5592763" y="3395663"/>
          <p14:tracePt t="332006" x="5578475" y="3395663"/>
          <p14:tracePt t="332017" x="5565775" y="3395663"/>
          <p14:tracePt t="332028" x="5551488" y="3408363"/>
          <p14:tracePt t="332038" x="5538788" y="3422650"/>
          <p14:tracePt t="332049" x="5538788" y="3435350"/>
          <p14:tracePt t="332061" x="5538788" y="3449638"/>
          <p14:tracePt t="332072" x="5538788" y="3476625"/>
          <p14:tracePt t="332094" x="5538788" y="3497263"/>
          <p14:tracePt t="332105" x="5551488" y="3497263"/>
          <p14:tracePt t="332116" x="5565775" y="3509963"/>
          <p14:tracePt t="332353" x="5578475" y="3509963"/>
          <p14:tracePt t="332365" x="5592763" y="3509963"/>
          <p14:tracePt t="332376" x="5592763" y="3524250"/>
          <p14:tracePt t="332388" x="5605463" y="3524250"/>
          <p14:tracePt t="332398" x="5605463" y="3538538"/>
          <p14:tracePt t="332409" x="5605463" y="3551238"/>
          <p14:tracePt t="332421" x="5605463" y="3578225"/>
          <p14:tracePt t="332432" x="5605463" y="3592513"/>
          <p14:tracePt t="332443" x="5605463" y="3605213"/>
          <p14:tracePt t="332455" x="5605463" y="3625850"/>
          <p14:tracePt t="332465" x="5605463" y="3640138"/>
          <p14:tracePt t="332477" x="5605463" y="3652838"/>
          <p14:tracePt t="332489" x="5619750" y="3652838"/>
          <p14:tracePt t="332499" x="5634038" y="3667125"/>
          <p14:tracePt t="332512" x="5646738" y="3681413"/>
          <p14:tracePt t="332523" x="5681663" y="3681413"/>
          <p14:tracePt t="332533" x="5721350" y="3694113"/>
          <p14:tracePt t="332545" x="5762625" y="3694113"/>
          <p14:tracePt t="332556" x="5824538" y="3694113"/>
          <p14:tracePt t="332566" x="5891213" y="3708400"/>
          <p14:tracePt t="332579" x="5980113" y="3708400"/>
          <p14:tracePt t="332590" x="6042025" y="3708400"/>
          <p14:tracePt t="332600" x="6137275" y="3708400"/>
          <p14:tracePt t="332612" x="6238875" y="3708400"/>
          <p14:tracePt t="332623" x="6340475" y="3708400"/>
          <p14:tracePt t="332634" x="6408738" y="3708400"/>
          <p14:tracePt t="332646" x="6483350" y="3708400"/>
          <p14:tracePt t="332657" x="6557963" y="3694113"/>
          <p14:tracePt t="332668" x="6599238" y="3694113"/>
          <p14:tracePt t="332680" x="6640513" y="3694113"/>
          <p14:tracePt t="332691" x="6653213" y="3681413"/>
          <p14:tracePt t="332701" x="6673850" y="3681413"/>
          <p14:tracePt t="332735" x="6673850" y="3667125"/>
          <p14:tracePt t="332791" x="6688138" y="3667125"/>
          <p14:tracePt t="332892" x="6700838" y="3667125"/>
          <p14:tracePt t="332915" x="6715125" y="3667125"/>
          <p14:tracePt t="332928" x="6715125" y="3652838"/>
          <p14:tracePt t="332982" x="6700838" y="3652838"/>
          <p14:tracePt t="332995" x="6688138" y="3652838"/>
          <p14:tracePt t="333029" x="6673850" y="3652838"/>
          <p14:tracePt t="333095" x="6688138" y="3652838"/>
          <p14:tracePt t="333106" x="6700838" y="3667125"/>
          <p14:tracePt t="333118" x="6729413" y="3667125"/>
          <p14:tracePt t="333130" x="6756400" y="3667125"/>
          <p14:tracePt t="333142" x="6783388" y="3667125"/>
          <p14:tracePt t="333152" x="6804025" y="3667125"/>
          <p14:tracePt t="333196" x="6804025" y="3652838"/>
          <p14:tracePt t="333208" x="6769100" y="3652838"/>
          <p14:tracePt t="333220" x="6742113" y="3652838"/>
          <p14:tracePt t="333232" x="6715125" y="3652838"/>
          <p14:tracePt t="333242" x="6700838" y="3652838"/>
          <p14:tracePt t="333254" x="6688138" y="3652838"/>
          <p14:tracePt t="333265" x="6673850" y="3652838"/>
          <p14:tracePt t="333331" x="6688138" y="3652838"/>
          <p14:tracePt t="333342" x="6700838" y="3652838"/>
          <p14:tracePt t="333355" x="6715125" y="3652838"/>
          <p14:tracePt t="333366" x="6742113" y="3652838"/>
          <p14:tracePt t="333377" x="6769100" y="3652838"/>
          <p14:tracePt t="333389" x="6783388" y="3652838"/>
          <p14:tracePt t="333421" x="6769100" y="3652838"/>
          <p14:tracePt t="333433" x="6756400" y="3652838"/>
          <p14:tracePt t="333446" x="6742113" y="3652838"/>
          <p14:tracePt t="333456" x="6715125" y="3652838"/>
          <p14:tracePt t="333467" x="6688138" y="3652838"/>
          <p14:tracePt t="333480" x="6653213" y="3652838"/>
          <p14:tracePt t="333490" x="6640513" y="3652838"/>
          <p14:tracePt t="333534" x="6653213" y="3652838"/>
          <p14:tracePt t="333546" x="6673850" y="3652838"/>
          <p14:tracePt t="333557" x="6688138" y="3652838"/>
          <p14:tracePt t="333569" x="6715125" y="3652838"/>
          <p14:tracePt t="333580" x="6742113" y="3652838"/>
          <p14:tracePt t="333590" x="6769100" y="3652838"/>
          <p14:tracePt t="333602" x="6783388" y="3652838"/>
          <p14:tracePt t="333657" x="6756400" y="3652838"/>
          <p14:tracePt t="333669" x="6729413" y="3652838"/>
          <p14:tracePt t="333681" x="6700838" y="3652838"/>
          <p14:tracePt t="333692" x="6673850" y="3652838"/>
          <p14:tracePt t="333704" x="6653213" y="3652838"/>
          <p14:tracePt t="333759" x="6673850" y="3652838"/>
          <p14:tracePt t="333770" x="6688138" y="3652838"/>
          <p14:tracePt t="333781" x="6700838" y="3652838"/>
          <p14:tracePt t="333804" x="6715125" y="3652838"/>
          <p14:tracePt t="333816" x="6729413" y="3652838"/>
          <p14:tracePt t="333905" x="6715125" y="3652838"/>
          <p14:tracePt t="333928" x="6700838" y="3652838"/>
          <p14:tracePt t="333939" x="6688138" y="3652838"/>
          <p14:tracePt t="333962" x="6673850" y="3652838"/>
          <p14:tracePt t="334040" x="6688138" y="3652838"/>
          <p14:tracePt t="334074" x="6700838" y="3652838"/>
          <p14:tracePt t="334076" x="6715125" y="3652838"/>
          <p14:tracePt t="334086" x="6729413" y="3652838"/>
          <p14:tracePt t="334087" x="6742113" y="3652838"/>
          <p14:tracePt t="334098" x="6756400" y="3652838"/>
          <p14:tracePt t="334141" x="6742113" y="3652838"/>
          <p14:tracePt t="334153" x="6729413" y="3652838"/>
          <p14:tracePt t="334165" x="6715125" y="3652838"/>
          <p14:tracePt t="334176" x="6700838" y="3652838"/>
          <p14:tracePt t="334198" x="6688138" y="3652838"/>
          <p14:tracePt t="334254" x="6700838" y="3652838"/>
          <p14:tracePt t="334266" x="6715125" y="3652838"/>
          <p14:tracePt t="334288" x="6729413" y="3652838"/>
          <p14:tracePt t="334300" x="6742113" y="3652838"/>
          <p14:tracePt t="334389" x="6729413" y="3652838"/>
          <p14:tracePt t="334603" x="6715125" y="3652838"/>
          <p14:tracePt t="334616" x="6700838" y="3652838"/>
          <p14:tracePt t="334636" x="6688138" y="3652838"/>
          <p14:tracePt t="334715" x="6700838" y="3652838"/>
          <p14:tracePt t="334728" x="6715125" y="3652838"/>
          <p14:tracePt t="334738" x="6729413" y="3652838"/>
          <p14:tracePt t="334749" x="6742113" y="3652838"/>
          <p14:tracePt t="334771" x="6756400" y="3652838"/>
          <p14:tracePt t="334816" x="6742113" y="3652838"/>
          <p14:tracePt t="334829" x="6729413" y="3652838"/>
          <p14:tracePt t="334840" x="6715125" y="3652838"/>
          <p14:tracePt t="334851" x="6673850" y="3640138"/>
          <p14:tracePt t="334863" x="6640513" y="3640138"/>
          <p14:tracePt t="334874" x="6613525" y="3640138"/>
          <p14:tracePt t="334929" x="6626225" y="3652838"/>
          <p14:tracePt t="334940" x="6640513" y="3652838"/>
          <p14:tracePt t="334953" x="6673850" y="3652838"/>
          <p14:tracePt t="334964" x="6688138" y="3652838"/>
          <p14:tracePt t="334975" x="6700838" y="3652838"/>
          <p14:tracePt t="334997" x="6715125" y="3652838"/>
          <p14:tracePt t="335030" x="6700838" y="3652838"/>
          <p14:tracePt t="335122" x="6715125" y="3652838"/>
          <p14:tracePt t="335143" x="6729413" y="3652838"/>
          <p14:tracePt t="335267" x="6742113" y="3652838"/>
          <p14:tracePt t="335289" x="6756400" y="3640138"/>
          <p14:tracePt t="335300" x="6769100" y="3640138"/>
          <p14:tracePt t="335323" x="6783388" y="3625850"/>
          <p14:tracePt t="335335" x="6804025" y="3625850"/>
          <p14:tracePt t="335347" x="6816725" y="3605213"/>
          <p14:tracePt t="335357" x="6831013" y="3592513"/>
          <p14:tracePt t="335369" x="6843713" y="3565525"/>
          <p14:tracePt t="335379" x="6843713" y="3551238"/>
          <p14:tracePt t="335391" x="6858000" y="3538538"/>
          <p14:tracePt t="335403" x="6858000" y="3509963"/>
          <p14:tracePt t="335413" x="6858000" y="3497263"/>
          <p14:tracePt t="335424" x="6872288" y="3476625"/>
          <p14:tracePt t="335438" x="6872288" y="3462338"/>
          <p14:tracePt t="335458" x="6872288" y="3449638"/>
          <p14:tracePt t="335470" x="6872288" y="3435350"/>
          <p14:tracePt t="335491" x="6884988" y="3422650"/>
          <p14:tracePt t="335503" x="6884988" y="3408363"/>
          <p14:tracePt t="335525" x="6884988" y="3395663"/>
          <p14:tracePt t="335548" x="6884988" y="3381375"/>
          <p14:tracePt t="335581" x="6872288" y="3381375"/>
          <p14:tracePt t="335594" x="6872288" y="3360738"/>
          <p14:tracePt t="335615" x="6858000" y="3348038"/>
          <p14:tracePt t="335638" x="6843713" y="3348038"/>
          <p14:tracePt t="335660" x="6831013" y="3348038"/>
          <p14:tracePt t="335683" x="6816725" y="3348038"/>
          <p14:tracePt t="335784" x="6804025" y="3360738"/>
          <p14:tracePt t="335806" x="6804025" y="3381375"/>
          <p14:tracePt t="335829" x="6783388" y="3395663"/>
          <p14:tracePt t="335851" x="6783388" y="3408363"/>
          <p14:tracePt t="335874" x="6783388" y="3422650"/>
          <p14:tracePt t="335887" x="6804025" y="3422650"/>
          <p14:tracePt t="335897" x="6816725" y="3435350"/>
          <p14:tracePt t="335919" x="6831013" y="3435350"/>
          <p14:tracePt t="335930" x="6843713" y="3435350"/>
          <p14:tracePt t="335941" x="6858000" y="3435350"/>
          <p14:tracePt t="335964" x="6872288" y="3435350"/>
          <p14:tracePt t="335986" x="6884988" y="3435350"/>
          <p14:tracePt t="336009" x="6884988" y="3422650"/>
          <p14:tracePt t="336021" x="6899275" y="3408363"/>
          <p14:tracePt t="336032" x="6899275" y="3395663"/>
          <p14:tracePt t="336043" x="6884988" y="3381375"/>
          <p14:tracePt t="336056" x="6884988" y="3360738"/>
          <p14:tracePt t="336077" x="6872288" y="3360738"/>
          <p14:tracePt t="336088" x="6872288" y="3348038"/>
          <p14:tracePt t="336099" x="6858000" y="3348038"/>
          <p14:tracePt t="336133" x="6843713" y="3348038"/>
          <p14:tracePt t="336166" x="6831013" y="3360738"/>
          <p14:tracePt t="336179" x="6816725" y="3381375"/>
          <p14:tracePt t="336189" x="6816725" y="3395663"/>
          <p14:tracePt t="336192" x="6804025" y="3422650"/>
          <p14:tracePt t="336203" x="6804025" y="3435350"/>
          <p14:tracePt t="336212" x="6804025" y="3449638"/>
          <p14:tracePt t="336223" x="6816725" y="3462338"/>
          <p14:tracePt t="336246" x="6831013" y="3476625"/>
          <p14:tracePt t="336256" x="6843713" y="3476625"/>
          <p14:tracePt t="336279" x="6858000" y="3476625"/>
          <p14:tracePt t="336335" x="6872288" y="3476625"/>
          <p14:tracePt t="336785" x="6858000" y="3476625"/>
          <p14:tracePt t="336808" x="6858000" y="3497263"/>
          <p14:tracePt t="336820" x="6843713" y="3497263"/>
          <p14:tracePt t="336830" x="6843713" y="3509963"/>
          <p14:tracePt t="336842" x="6831013" y="3524250"/>
          <p14:tracePt t="336853" x="6816725" y="3538538"/>
          <p14:tracePt t="336864" x="6816725" y="3551238"/>
          <p14:tracePt t="336876" x="6816725" y="3565525"/>
          <p14:tracePt t="339024" x="6816725" y="3551238"/>
          <p14:tracePt t="339036" x="6804025" y="3551238"/>
          <p14:tracePt t="339047" x="6783388" y="3551238"/>
          <p14:tracePt t="339059" x="6769100" y="3551238"/>
          <p14:tracePt t="339069" x="6742113" y="3551238"/>
          <p14:tracePt t="339081" x="6715125" y="3538538"/>
          <p14:tracePt t="339093" x="6688138" y="3538538"/>
          <p14:tracePt t="339103" x="6673850" y="3538538"/>
          <p14:tracePt t="339114" x="6640513" y="3538538"/>
          <p14:tracePt t="339137" x="6626225" y="3538538"/>
          <p14:tracePt t="339227" x="6640513" y="3538538"/>
          <p14:tracePt t="339238" x="6640513" y="3524250"/>
          <p14:tracePt t="339260" x="6653213" y="3524250"/>
          <p14:tracePt t="339271" x="6653213" y="3509963"/>
          <p14:tracePt t="339283" x="6673850" y="3509963"/>
          <p14:tracePt t="339316" x="6700838" y="3497263"/>
          <p14:tracePt t="339319" x="6715125" y="3497263"/>
          <p14:tracePt t="339330" x="6742113" y="3476625"/>
          <p14:tracePt t="339331" x="6756400" y="3462338"/>
          <p14:tracePt t="339351" x="6769100" y="3462338"/>
          <p14:tracePt t="339451" x="6769100" y="3476625"/>
          <p14:tracePt t="339463" x="6769100" y="3497263"/>
          <p14:tracePt t="339474" x="6769100" y="3509963"/>
          <p14:tracePt t="339487" x="6769100" y="3538538"/>
          <p14:tracePt t="339497" x="6769100" y="3565525"/>
          <p14:tracePt t="339509" x="6769100" y="3578225"/>
          <p14:tracePt t="339521" x="6769100" y="3605213"/>
          <p14:tracePt t="339532" x="6756400" y="3625850"/>
          <p14:tracePt t="339542" x="6756400" y="3640138"/>
          <p14:tracePt t="339710" x="6769100" y="3640138"/>
          <p14:tracePt t="339713" x="6783388" y="3652838"/>
          <p14:tracePt t="339722" x="6816725" y="3652838"/>
          <p14:tracePt t="339733" x="6843713" y="3652838"/>
          <p14:tracePt t="339745" x="6884988" y="3667125"/>
          <p14:tracePt t="339756" x="6911975" y="3667125"/>
          <p14:tracePt t="339767" x="6946900" y="3667125"/>
          <p14:tracePt t="339779" x="6959600" y="3667125"/>
          <p14:tracePt t="339856" x="6959600" y="3652838"/>
          <p14:tracePt t="339879" x="6946900" y="3652838"/>
          <p14:tracePt t="339890" x="6946900" y="3640138"/>
          <p14:tracePt t="339913" x="6932613" y="3625850"/>
          <p14:tracePt t="339935" x="6911975" y="3605213"/>
          <p14:tracePt t="339958" x="6899275" y="3592513"/>
          <p14:tracePt t="339980" x="6899275" y="3578225"/>
          <p14:tracePt t="340003" x="6899275" y="3565525"/>
          <p14:tracePt t="340036" x="6899275" y="3551238"/>
          <p14:tracePt t="340059" x="6899275" y="3538538"/>
          <p14:tracePt t="340081" x="6899275" y="3524250"/>
          <p14:tracePt t="340104" x="6899275" y="3509963"/>
          <p14:tracePt t="340193" x="6899275" y="3497263"/>
          <p14:tracePt t="340250" x="6884988" y="3497263"/>
          <p14:tracePt t="340262" x="6884988" y="3476625"/>
          <p14:tracePt t="340284" x="6872288" y="3476625"/>
          <p14:tracePt t="340329" x="6858000" y="3462338"/>
          <p14:tracePt t="340374" x="6843713" y="3462338"/>
          <p14:tracePt t="340397" x="6831013" y="3449638"/>
          <p14:tracePt t="340441" x="6816725" y="3449638"/>
          <p14:tracePt t="340587" x="6816725" y="3435350"/>
          <p14:tracePt t="341691" x="6804025" y="3435350"/>
          <p14:tracePt t="341693" x="6769100" y="3435350"/>
          <p14:tracePt t="341703" x="6756400" y="3435350"/>
          <p14:tracePt t="341713" x="6729413" y="3422650"/>
          <p14:tracePt t="341724" x="6700838" y="3422650"/>
          <p14:tracePt t="341735" x="6673850" y="3422650"/>
          <p14:tracePt t="341760" x="6653213" y="3422650"/>
          <p14:tracePt t="341960" x="6640513" y="3422650"/>
          <p14:tracePt t="341972" x="6640513" y="3408363"/>
          <p14:tracePt t="342027" x="6653213" y="3408363"/>
          <p14:tracePt t="342040" x="6673850" y="3408363"/>
          <p14:tracePt t="342050" x="6688138" y="3408363"/>
          <p14:tracePt t="342061" x="6729413" y="3408363"/>
          <p14:tracePt t="342075" x="6756400" y="3408363"/>
          <p14:tracePt t="342084" x="6769100" y="3408363"/>
          <p14:tracePt t="342174" x="6769100" y="3422650"/>
          <p14:tracePt t="342185" x="6756400" y="3435350"/>
          <p14:tracePt t="342196" x="6742113" y="3449638"/>
          <p14:tracePt t="342210" x="6729413" y="3476625"/>
          <p14:tracePt t="342219" x="6715125" y="3524250"/>
          <p14:tracePt t="342231" x="6715125" y="3551238"/>
          <p14:tracePt t="342244" x="6700838" y="3578225"/>
          <p14:tracePt t="342255" x="6700838" y="3605213"/>
          <p14:tracePt t="342264" x="6700838" y="3625850"/>
          <p14:tracePt t="342277" x="6700838" y="3640138"/>
          <p14:tracePt t="342288" x="6700838" y="3652838"/>
          <p14:tracePt t="342299" x="6715125" y="3652838"/>
          <p14:tracePt t="342376" x="6715125" y="3640138"/>
          <p14:tracePt t="342466" x="6729413" y="3625850"/>
          <p14:tracePt t="342469" x="6742113" y="3625850"/>
          <p14:tracePt t="342478" x="6769100" y="3625850"/>
          <p14:tracePt t="342481" x="6804025" y="3605213"/>
          <p14:tracePt t="342490" x="6831013" y="3605213"/>
          <p14:tracePt t="342501" x="6843713" y="3592513"/>
          <p14:tracePt t="342513" x="6872288" y="3592513"/>
          <p14:tracePt t="342523" x="6872288" y="3578225"/>
          <p14:tracePt t="342536" x="6884988" y="3578225"/>
          <p14:tracePt t="342557" x="6884988" y="3565525"/>
          <p14:tracePt t="342569" x="6872288" y="3551238"/>
          <p14:tracePt t="342580" x="6858000" y="3538538"/>
          <p14:tracePt t="342591" x="6843713" y="3524250"/>
          <p14:tracePt t="342603" x="6831013" y="3497263"/>
          <p14:tracePt t="342624" x="6816725" y="3476625"/>
          <p14:tracePt t="342635" x="6816725" y="3462338"/>
          <p14:tracePt t="342770" x="6831013" y="3462338"/>
          <p14:tracePt t="342782" x="6843713" y="3462338"/>
          <p14:tracePt t="342793" x="6858000" y="3449638"/>
          <p14:tracePt t="342815" x="6872288" y="3449638"/>
          <p14:tracePt t="342827" x="6872288" y="3435350"/>
          <p14:tracePt t="342860" x="6858000" y="3435350"/>
          <p14:tracePt t="342871" x="6858000" y="3422650"/>
          <p14:tracePt t="342961" x="6872288" y="3422650"/>
          <p14:tracePt t="342973" x="6872288" y="3435350"/>
          <p14:tracePt t="342995" x="6884988" y="3435350"/>
          <p14:tracePt t="343029" x="6884988" y="3422650"/>
          <p14:tracePt t="343142" x="6884988" y="3435350"/>
          <p14:tracePt t="343334" x="6884988" y="3449638"/>
          <p14:tracePt t="343345" x="6872288" y="3462338"/>
          <p14:tracePt t="343355" x="6872288" y="3476625"/>
          <p14:tracePt t="343366" x="6872288" y="3509963"/>
          <p14:tracePt t="343378" x="6872288" y="3524250"/>
          <p14:tracePt t="343389" x="6872288" y="3538538"/>
          <p14:tracePt t="343422" x="6872288" y="3551238"/>
          <p14:tracePt t="343704" x="6858000" y="3551238"/>
          <p14:tracePt t="343716" x="6843713" y="3551238"/>
          <p14:tracePt t="343726" x="6816725" y="3551238"/>
          <p14:tracePt t="343739" x="6783388" y="3565525"/>
          <p14:tracePt t="343751" x="6756400" y="3565525"/>
          <p14:tracePt t="343760" x="6742113" y="3578225"/>
          <p14:tracePt t="343775" x="6742113" y="3592513"/>
          <p14:tracePt t="343805" x="6742113" y="3605213"/>
          <p14:tracePt t="343817" x="6756400" y="3605213"/>
          <p14:tracePt t="343839" x="6769100" y="3605213"/>
          <p14:tracePt t="343850" x="6756400" y="3605213"/>
          <p14:tracePt t="343861" x="6756400" y="3592513"/>
          <p14:tracePt t="343997" x="6756400" y="3605213"/>
          <p14:tracePt t="344042" x="6783388" y="3605213"/>
          <p14:tracePt t="344053" x="6804025" y="3605213"/>
          <p14:tracePt t="344065" x="6858000" y="3625850"/>
          <p14:tracePt t="344075" x="6899275" y="3625850"/>
          <p14:tracePt t="344087" x="6973888" y="3625850"/>
          <p14:tracePt t="344099" x="7015163" y="3625850"/>
          <p14:tracePt t="344109" x="7062788" y="3625850"/>
          <p14:tracePt t="344121" x="7102475" y="3625850"/>
          <p14:tracePt t="344133" x="7116763" y="3625850"/>
          <p14:tracePt t="344143" x="7129463" y="3625850"/>
          <p14:tracePt t="344278" x="7116763" y="3605213"/>
          <p14:tracePt t="344300" x="7089775" y="3605213"/>
          <p14:tracePt t="344311" x="7075488" y="3605213"/>
          <p14:tracePt t="344324" x="7042150" y="3592513"/>
          <p14:tracePt t="344336" x="7015163" y="3592513"/>
          <p14:tracePt t="344346" x="6973888" y="3592513"/>
          <p14:tracePt t="344360" x="6946900" y="3578225"/>
          <p14:tracePt t="344369" x="6884988" y="3578225"/>
          <p14:tracePt t="344380" x="6831013" y="3578225"/>
          <p14:tracePt t="344392" x="6756400" y="3578225"/>
          <p14:tracePt t="344403" x="6715125" y="3578225"/>
          <p14:tracePt t="344413" x="6673850" y="3578225"/>
          <p14:tracePt t="344425" x="6626225" y="3578225"/>
          <p14:tracePt t="344436" x="6613525" y="3578225"/>
          <p14:tracePt t="344447" x="6586538" y="3592513"/>
          <p14:tracePt t="344459" x="6572250" y="3592513"/>
          <p14:tracePt t="344491" x="6557963" y="3592513"/>
          <p14:tracePt t="344694" x="6572250" y="3592513"/>
          <p14:tracePt t="344706" x="6586538" y="3592513"/>
          <p14:tracePt t="344728" x="6599238" y="3592513"/>
          <p14:tracePt t="344739" x="6613525" y="3592513"/>
          <p14:tracePt t="344751" x="6640513" y="3605213"/>
          <p14:tracePt t="344763" x="6688138" y="3605213"/>
          <p14:tracePt t="344775" x="6742113" y="3625850"/>
          <p14:tracePt t="344787" x="6783388" y="3625850"/>
          <p14:tracePt t="344797" x="6872288" y="3640138"/>
          <p14:tracePt t="344807" x="6946900" y="3640138"/>
          <p14:tracePt t="344819" x="7000875" y="3640138"/>
          <p14:tracePt t="344830" x="7089775" y="3640138"/>
          <p14:tracePt t="344842" x="7158038" y="3640138"/>
          <p14:tracePt t="344854" x="7205663" y="3640138"/>
          <p14:tracePt t="344863" x="7245350" y="3640138"/>
          <p14:tracePt t="344874" x="7272338" y="3640138"/>
          <p14:tracePt t="344887" x="7307263" y="3625850"/>
          <p14:tracePt t="344897" x="7319963" y="3625850"/>
          <p14:tracePt t="344909" x="7334250" y="3625850"/>
          <p14:tracePt t="344920" x="7361238" y="3605213"/>
          <p14:tracePt t="344931" x="7375525" y="3605213"/>
          <p14:tracePt t="344942" x="7388225" y="3605213"/>
          <p14:tracePt t="344954" x="7402513" y="3605213"/>
          <p14:tracePt t="344964" x="7415213" y="3605213"/>
          <p14:tracePt t="344975" x="7450138" y="3605213"/>
          <p14:tracePt t="344987" x="7462838" y="3605213"/>
          <p14:tracePt t="344998" x="7504113" y="3605213"/>
          <p14:tracePt t="345010" x="7531100" y="3605213"/>
          <p14:tracePt t="345021" x="7578725" y="3605213"/>
          <p14:tracePt t="345032" x="7620000" y="3605213"/>
          <p14:tracePt t="345043" x="7673975" y="3605213"/>
          <p14:tracePt t="345054" x="7708900" y="3605213"/>
          <p14:tracePt t="345065" x="7735888" y="3605213"/>
          <p14:tracePt t="345077" x="7748588" y="3605213"/>
          <p14:tracePt t="345088" x="7762875" y="3605213"/>
          <p14:tracePt t="345099" x="7777163" y="3605213"/>
          <p14:tracePt t="345245" x="7762875" y="3605213"/>
          <p14:tracePt t="345256" x="7721600" y="3605213"/>
          <p14:tracePt t="345268" x="7646988" y="3605213"/>
          <p14:tracePt t="345279" x="7593013" y="3605213"/>
          <p14:tracePt t="345290" x="7518400" y="3605213"/>
          <p14:tracePt t="345303" x="7415213" y="3605213"/>
          <p14:tracePt t="345313" x="7348538" y="3605213"/>
          <p14:tracePt t="345324" x="7272338" y="3605213"/>
          <p14:tracePt t="345337" x="7218363" y="3605213"/>
          <p14:tracePt t="345346" x="7170738" y="3605213"/>
          <p14:tracePt t="345358" x="7158038" y="3605213"/>
          <p14:tracePt t="345371" x="7143750" y="3605213"/>
          <p14:tracePt t="345380" x="7129463" y="3605213"/>
          <p14:tracePt t="345426" x="7116763" y="3605213"/>
          <p14:tracePt t="345618" x="7129463" y="3605213"/>
          <p14:tracePt t="345628" x="7143750" y="3605213"/>
          <p14:tracePt t="345639" x="7158038" y="3605213"/>
          <p14:tracePt t="345650" x="7191375" y="3625850"/>
          <p14:tracePt t="345664" x="7218363" y="3625850"/>
          <p14:tracePt t="345674" x="7259638" y="3625850"/>
          <p14:tracePt t="345686" x="7307263" y="3625850"/>
          <p14:tracePt t="345696" x="7334250" y="3625850"/>
          <p14:tracePt t="345707" x="7375525" y="3625850"/>
          <p14:tracePt t="345721" x="7402513" y="3625850"/>
          <p14:tracePt t="345730" x="7415213" y="3625850"/>
          <p14:tracePt t="345796" x="7402513" y="3625850"/>
          <p14:tracePt t="345809" x="7361238" y="3625850"/>
          <p14:tracePt t="345820" x="7307263" y="3605213"/>
          <p14:tracePt t="345831" x="7245350" y="3605213"/>
          <p14:tracePt t="345843" x="7170738" y="3605213"/>
          <p14:tracePt t="345853" x="7129463" y="3605213"/>
          <p14:tracePt t="345864" x="7089775" y="3605213"/>
          <p14:tracePt t="345876" x="7062788" y="3605213"/>
          <p14:tracePt t="345887" x="7042150" y="3605213"/>
          <p14:tracePt t="346044" x="7062788" y="3605213"/>
          <p14:tracePt t="346056" x="7089775" y="3605213"/>
          <p14:tracePt t="346066" x="7116763" y="3605213"/>
          <p14:tracePt t="346079" x="7143750" y="3605213"/>
          <p14:tracePt t="346089" x="7170738" y="3605213"/>
          <p14:tracePt t="346100" x="7205663" y="3605213"/>
          <p14:tracePt t="346112" x="7218363" y="3625850"/>
          <p14:tracePt t="346124" x="7245350" y="3625850"/>
          <p14:tracePt t="346136" x="7259638" y="3625850"/>
          <p14:tracePt t="346146" x="7272338" y="3625850"/>
          <p14:tracePt t="346158" x="7286625" y="3625850"/>
          <p14:tracePt t="346169" x="7307263" y="3625850"/>
          <p14:tracePt t="346179" x="7319963" y="3625850"/>
          <p14:tracePt t="346191" x="7334250" y="3625850"/>
          <p14:tracePt t="346203" x="7361238" y="3625850"/>
          <p14:tracePt t="346213" x="7388225" y="3625850"/>
          <p14:tracePt t="346225" x="7415213" y="3625850"/>
          <p14:tracePt t="346236" x="7435850" y="3625850"/>
          <p14:tracePt t="346247" x="7462838" y="3625850"/>
          <p14:tracePt t="346259" x="7491413" y="3625850"/>
          <p14:tracePt t="346270" x="7504113" y="3625850"/>
          <p14:tracePt t="346280" x="7531100" y="3640138"/>
          <p14:tracePt t="346294" x="7566025" y="3640138"/>
          <p14:tracePt t="346305" x="7593013" y="3640138"/>
          <p14:tracePt t="346314" x="7620000" y="3640138"/>
          <p14:tracePt t="346326" x="7661275" y="3640138"/>
          <p14:tracePt t="346337" x="7694613" y="3640138"/>
          <p14:tracePt t="346348" x="7708900" y="3640138"/>
          <p14:tracePt t="346360" x="7735888" y="3640138"/>
          <p14:tracePt t="346371" x="7762875" y="3640138"/>
          <p14:tracePt t="346382" x="7777163" y="3640138"/>
          <p14:tracePt t="346394" x="7804150" y="3640138"/>
          <p14:tracePt t="346405" x="7837488" y="3640138"/>
          <p14:tracePt t="346416" x="7864475" y="3640138"/>
          <p14:tracePt t="346427" x="7878763" y="3640138"/>
          <p14:tracePt t="346438" x="7905750" y="3640138"/>
          <p14:tracePt t="346449" x="7920038" y="3640138"/>
          <p14:tracePt t="346461" x="7932738" y="3640138"/>
          <p14:tracePt t="346472" x="7953375" y="3640138"/>
          <p14:tracePt t="346494" x="7967663" y="3640138"/>
          <p14:tracePt t="346528" x="7980363" y="3640138"/>
          <p14:tracePt t="346583" x="7994650" y="3640138"/>
          <p14:tracePt t="346618" x="7994650" y="3625850"/>
          <p14:tracePt t="346629" x="8007350" y="3625850"/>
          <p14:tracePt t="346651" x="8007350" y="3605213"/>
          <p14:tracePt t="346654" x="8007350" y="3592513"/>
          <p14:tracePt t="346664" x="8021638" y="3578225"/>
          <p14:tracePt t="346674" x="8021638" y="3565525"/>
          <p14:tracePt t="346686" x="8021638" y="3538538"/>
          <p14:tracePt t="346697" x="8034338" y="3509963"/>
          <p14:tracePt t="346708" x="8034338" y="3497263"/>
          <p14:tracePt t="346720" x="8034338" y="3462338"/>
          <p14:tracePt t="346732" x="8034338" y="3449638"/>
          <p14:tracePt t="346742" x="8034338" y="3422650"/>
          <p14:tracePt t="346755" x="8048625" y="3408363"/>
          <p14:tracePt t="346766" x="8048625" y="3395663"/>
          <p14:tracePt t="346777" x="8048625" y="3381375"/>
          <p14:tracePt t="346798" x="8048625" y="3360738"/>
          <p14:tracePt t="346921" x="8007350" y="3360738"/>
          <p14:tracePt t="346933" x="7953375" y="3360738"/>
          <p14:tracePt t="346944" x="7864475" y="3360738"/>
          <p14:tracePt t="346955" x="7804150" y="3360738"/>
          <p14:tracePt t="346967" x="7694613" y="3348038"/>
          <p14:tracePt t="346981" x="7593013" y="3348038"/>
          <p14:tracePt t="346990" x="7531100" y="3348038"/>
          <p14:tracePt t="347002" x="7462838" y="3348038"/>
          <p14:tracePt t="347013" x="7415213" y="3348038"/>
          <p14:tracePt t="347023" x="7375525" y="3348038"/>
          <p14:tracePt t="347035" x="7361238" y="3348038"/>
          <p14:tracePt t="347047" x="7334250" y="3348038"/>
          <p14:tracePt t="347057" x="7307263" y="3360738"/>
          <p14:tracePt t="347069" x="7272338" y="3360738"/>
          <p14:tracePt t="347080" x="7245350" y="3360738"/>
          <p14:tracePt t="347090" x="7218363" y="3360738"/>
          <p14:tracePt t="347102" x="7205663" y="3360738"/>
          <p14:tracePt t="347114" x="7170738" y="3360738"/>
          <p14:tracePt t="347124" x="7158038" y="3360738"/>
          <p14:tracePt t="347146" x="7143750" y="3360738"/>
          <p14:tracePt t="347225" x="7143750" y="3381375"/>
          <p14:tracePt t="347237" x="7143750" y="3395663"/>
          <p14:tracePt t="347248" x="7129463" y="3422650"/>
          <p14:tracePt t="347260" x="7116763" y="3449638"/>
          <p14:tracePt t="347273" x="7102475" y="3497263"/>
          <p14:tracePt t="347283" x="7089775" y="3538538"/>
          <p14:tracePt t="347293" x="7089775" y="3565525"/>
          <p14:tracePt t="347305" x="7089775" y="3578225"/>
          <p14:tracePt t="347316" x="7089775" y="3592513"/>
          <p14:tracePt t="347327" x="7089775" y="3605213"/>
          <p14:tracePt t="347339" x="7089775" y="3625850"/>
          <p14:tracePt t="347394" x="7102475" y="3625850"/>
          <p14:tracePt t="347406" x="7116763" y="3640138"/>
          <p14:tracePt t="347417" x="7129463" y="3640138"/>
          <p14:tracePt t="347428" x="7158038" y="3640138"/>
          <p14:tracePt t="347440" x="7191375" y="3640138"/>
          <p14:tracePt t="347451" x="7232650" y="3652838"/>
          <p14:tracePt t="347462" x="7286625" y="3652838"/>
          <p14:tracePt t="347474" x="7348538" y="3652838"/>
          <p14:tracePt t="347485" x="7402513" y="3652838"/>
          <p14:tracePt t="347495" x="7477125" y="3652838"/>
          <p14:tracePt t="347507" x="7531100" y="3652838"/>
          <p14:tracePt t="347518" x="7593013" y="3652838"/>
          <p14:tracePt t="347530" x="7634288" y="3652838"/>
          <p14:tracePt t="347541" x="7673975" y="3652838"/>
          <p14:tracePt t="347552" x="7721600" y="3652838"/>
          <p14:tracePt t="347564" x="7748588" y="3652838"/>
          <p14:tracePt t="347574" x="7789863" y="3652838"/>
          <p14:tracePt t="347585" x="7824788" y="3652838"/>
          <p14:tracePt t="347598" x="7837488" y="3652838"/>
          <p14:tracePt t="347608" x="7864475" y="3652838"/>
          <p14:tracePt t="347620" x="7891463" y="3652838"/>
          <p14:tracePt t="347631" x="7905750" y="3652838"/>
          <p14:tracePt t="347642" x="7920038" y="3652838"/>
          <p14:tracePt t="347664" x="7932738" y="3652838"/>
          <p14:tracePt t="347709" x="7953375" y="3652838"/>
          <p14:tracePt t="347732" x="7967663" y="3652838"/>
          <p14:tracePt t="347742" x="7980363" y="3652838"/>
          <p14:tracePt t="347755" x="7994650" y="3652838"/>
          <p14:tracePt t="347766" x="8007350" y="3652838"/>
          <p14:tracePt t="347777" x="8021638" y="3652838"/>
          <p14:tracePt t="347799" x="8034338" y="3652838"/>
          <p14:tracePt t="347822" x="8048625" y="3652838"/>
          <p14:tracePt t="347844" x="8069263" y="3640138"/>
          <p14:tracePt t="347855" x="8069263" y="3625850"/>
          <p14:tracePt t="347867" x="8069263" y="3605213"/>
          <p14:tracePt t="347878" x="8081963" y="3592513"/>
          <p14:tracePt t="347890" x="8081963" y="3565525"/>
          <p14:tracePt t="347900" x="8081963" y="3551238"/>
          <p14:tracePt t="347912" x="8096250" y="3524250"/>
          <p14:tracePt t="347934" x="8096250" y="3497263"/>
          <p14:tracePt t="347937" x="8096250" y="3476625"/>
          <p14:tracePt t="347948" x="8096250" y="3462338"/>
          <p14:tracePt t="347968" x="8096250" y="3449638"/>
          <p14:tracePt t="348069" x="8069263" y="3449638"/>
          <p14:tracePt t="348081" x="8034338" y="3449638"/>
          <p14:tracePt t="348092" x="7994650" y="3449638"/>
          <p14:tracePt t="348104" x="7920038" y="3449638"/>
          <p14:tracePt t="348115" x="7851775" y="3449638"/>
          <p14:tracePt t="348127" x="7762875" y="3449638"/>
          <p14:tracePt t="348137" x="7708900" y="3449638"/>
          <p14:tracePt t="348149" x="7634288" y="3435350"/>
          <p14:tracePt t="348161" x="7578725" y="3435350"/>
          <p14:tracePt t="348171" x="7531100" y="3435350"/>
          <p14:tracePt t="348183" x="7504113" y="3435350"/>
          <p14:tracePt t="348195" x="7462838" y="3435350"/>
          <p14:tracePt t="348205" x="7435850" y="3435350"/>
          <p14:tracePt t="348217" x="7415213" y="3435350"/>
          <p14:tracePt t="348228" x="7388225" y="3435350"/>
          <p14:tracePt t="348238" x="7375525" y="3435350"/>
          <p14:tracePt t="348260" x="7361238" y="3435350"/>
          <p14:tracePt t="349847" x="7307263" y="3435350"/>
          <p14:tracePt t="349858" x="7000875" y="3408363"/>
          <p14:tracePt t="349870" x="6313488" y="3333750"/>
          <p14:tracePt t="349880" x="5491163" y="3252788"/>
          <p14:tracePt t="349892" x="5021263" y="3205163"/>
          <p14:tracePt t="349904" x="4598988" y="3149600"/>
          <p14:tracePt t="349914" x="4143375" y="3101975"/>
          <p14:tracePt t="349926" x="3824288" y="3062288"/>
          <p14:tracePt t="349938" x="3681413" y="3062288"/>
          <p14:tracePt t="349949" x="3551238" y="3048000"/>
          <p14:tracePt t="349961" x="3509963" y="3033713"/>
          <p14:tracePt t="349971" x="3462338" y="3033713"/>
          <p14:tracePt t="349983" x="3449638" y="3033713"/>
          <p14:tracePt t="349994" x="3435350" y="3033713"/>
          <p14:tracePt t="350005" x="3408363" y="3033713"/>
          <p14:tracePt t="350026" x="3360738" y="3033713"/>
          <p14:tracePt t="350029" x="3265488" y="3048000"/>
          <p14:tracePt t="350038" x="3163888" y="3048000"/>
          <p14:tracePt t="350050" x="3021013" y="3048000"/>
          <p14:tracePt t="350063" x="2843213" y="3074988"/>
          <p14:tracePt t="350073" x="2646363" y="3101975"/>
          <p14:tracePt t="350085" x="2490788" y="3136900"/>
          <p14:tracePt t="350096" x="2286000" y="3176588"/>
          <p14:tracePt t="350106" x="2068513" y="3232150"/>
          <p14:tracePt t="350117" x="1836738" y="3292475"/>
          <p14:tracePt t="350128" x="1666875" y="3319463"/>
          <p14:tracePt t="350140" x="1497013" y="3360738"/>
          <p14:tracePt t="350150" x="1395413" y="3395663"/>
          <p14:tracePt t="350163" x="1381125" y="3422650"/>
          <p14:tracePt t="350174" x="1366838" y="3449638"/>
          <p14:tracePt t="350184" x="1381125" y="3476625"/>
          <p14:tracePt t="350196" x="1422400" y="3497263"/>
          <p14:tracePt t="350207" x="1524000" y="3524250"/>
          <p14:tracePt t="350218" x="1666875" y="3551238"/>
          <p14:tracePt t="350230" x="1857375" y="3565525"/>
          <p14:tracePt t="350242" x="2000250" y="3565525"/>
          <p14:tracePt t="350253" x="2184400" y="3565525"/>
          <p14:tracePt t="350263" x="2300288" y="3551238"/>
          <p14:tracePt t="350274" x="2360613" y="3524250"/>
          <p14:tracePt t="350286" x="2401888" y="3476625"/>
          <p14:tracePt t="350297" x="2401888" y="3435350"/>
          <p14:tracePt t="350308" x="2387600" y="3395663"/>
          <p14:tracePt t="350320" x="2312988" y="3319463"/>
          <p14:tracePt t="350330" x="2184400" y="3232150"/>
          <p14:tracePt t="350342" x="2000250" y="3163888"/>
          <p14:tracePt t="350354" x="1836738" y="3122613"/>
          <p14:tracePt t="350365" x="1625600" y="3089275"/>
          <p14:tracePt t="350376" x="1470025" y="3074988"/>
          <p14:tracePt t="350387" x="1366838" y="3089275"/>
          <p14:tracePt t="350398" x="1292225" y="3122613"/>
          <p14:tracePt t="350410" x="1252538" y="3163888"/>
          <p14:tracePt t="350421" x="1238250" y="3217863"/>
          <p14:tracePt t="350432" x="1238250" y="3279775"/>
          <p14:tracePt t="350443" x="1265238" y="3333750"/>
          <p14:tracePt t="350454" x="1339850" y="3408363"/>
          <p14:tracePt t="350465" x="1408113" y="3435350"/>
          <p14:tracePt t="350477" x="1524000" y="3476625"/>
          <p14:tracePt t="350488" x="1652588" y="3497263"/>
          <p14:tracePt t="350499" x="1755775" y="3497263"/>
          <p14:tracePt t="350511" x="1911350" y="3462338"/>
          <p14:tracePt t="350523" x="2068513" y="3422650"/>
          <p14:tracePt t="350533" x="2157413" y="3348038"/>
          <p14:tracePt t="350545" x="2197100" y="3292475"/>
          <p14:tracePt t="350556" x="2211388" y="3190875"/>
          <p14:tracePt t="350567" x="2197100" y="3089275"/>
          <p14:tracePt t="350579" x="2157413" y="3021013"/>
          <p14:tracePt t="350590" x="2041525" y="2932113"/>
          <p14:tracePt t="350601" x="1898650" y="2863850"/>
          <p14:tracePt t="350613" x="1741488" y="2830513"/>
          <p14:tracePt t="350624" x="1639888" y="2830513"/>
          <p14:tracePt t="350634" x="1524000" y="2830513"/>
          <p14:tracePt t="350645" x="1435100" y="2863850"/>
          <p14:tracePt t="350657" x="1381125" y="2890838"/>
          <p14:tracePt t="350668" x="1339850" y="2932113"/>
          <p14:tracePt t="350679" x="1319213" y="2973388"/>
          <p14:tracePt t="350690" x="1319213" y="3021013"/>
          <p14:tracePt t="350703" x="1339850" y="3062288"/>
          <p14:tracePt t="350713" x="1366838" y="3122613"/>
          <p14:tracePt t="350724" x="1422400" y="3163888"/>
          <p14:tracePt t="350737" x="1470025" y="3190875"/>
          <p14:tracePt t="350747" x="1538288" y="3205163"/>
          <p14:tracePt t="350758" x="1625600" y="3217863"/>
          <p14:tracePt t="350771" x="1693863" y="3217863"/>
          <p14:tracePt t="350781" x="1809750" y="3205163"/>
          <p14:tracePt t="350792" x="1911350" y="3176588"/>
          <p14:tracePt t="350804" x="1985963" y="3136900"/>
          <p14:tracePt t="350814" x="2014538" y="3089275"/>
          <p14:tracePt t="350826" x="2041525" y="3048000"/>
          <p14:tracePt t="350848" x="2041525" y="3006725"/>
          <p14:tracePt t="350851" x="2027238" y="2973388"/>
          <p14:tracePt t="350860" x="2014538" y="2919413"/>
          <p14:tracePt t="350873" x="1973263" y="2890838"/>
          <p14:tracePt t="350883" x="1938338" y="2863850"/>
          <p14:tracePt t="350895" x="1871663" y="2843213"/>
          <p14:tracePt t="350905" x="1755775" y="2830513"/>
          <p14:tracePt t="350916" x="1625600" y="2830513"/>
          <p14:tracePt t="350927" x="1524000" y="2830513"/>
          <p14:tracePt t="350939" x="1422400" y="2843213"/>
          <p14:tracePt t="350949" x="1354138" y="2878138"/>
          <p14:tracePt t="350962" x="1306513" y="2905125"/>
          <p14:tracePt t="350973" x="1279525" y="2946400"/>
          <p14:tracePt t="350983" x="1265238" y="2994025"/>
          <p14:tracePt t="350995" x="1265238" y="3033713"/>
          <p14:tracePt t="351006" x="1279525" y="3062288"/>
          <p14:tracePt t="351017" x="1319213" y="3101975"/>
          <p14:tracePt t="351028" x="1395413" y="3149600"/>
          <p14:tracePt t="351040" x="1470025" y="3176588"/>
          <p14:tracePt t="351051" x="1577975" y="3205163"/>
          <p14:tracePt t="351063" x="1708150" y="3217863"/>
          <p14:tracePt t="351074" x="1809750" y="3217863"/>
          <p14:tracePt t="351084" x="1952625" y="3217863"/>
          <p14:tracePt t="351096" x="2068513" y="3190875"/>
          <p14:tracePt t="351107" x="2157413" y="3149600"/>
          <p14:tracePt t="351118" x="2197100" y="3122613"/>
          <p14:tracePt t="351130" x="2232025" y="3062288"/>
          <p14:tracePt t="351141" x="2232025" y="3021013"/>
          <p14:tracePt t="351153" x="2232025" y="2994025"/>
          <p14:tracePt t="351163" x="2197100" y="2946400"/>
          <p14:tracePt t="351174" x="2143125" y="2905125"/>
          <p14:tracePt t="351187" x="2081213" y="2890838"/>
          <p14:tracePt t="351197" x="2000250" y="2863850"/>
          <p14:tracePt t="351208" x="1898650" y="2863850"/>
          <p14:tracePt t="351221" x="1795463" y="2863850"/>
          <p14:tracePt t="351231" x="1741488" y="2878138"/>
          <p14:tracePt t="351242" x="1666875" y="2919413"/>
          <p14:tracePt t="351254" x="1598613" y="2973388"/>
          <p14:tracePt t="351264" x="1565275" y="3006725"/>
          <p14:tracePt t="351277" x="1550988" y="3062288"/>
          <p14:tracePt t="351288" x="1550988" y="3089275"/>
          <p14:tracePt t="351298" x="1565275" y="3136900"/>
          <p14:tracePt t="351309" x="1598613" y="3163888"/>
          <p14:tracePt t="351321" x="1652588" y="3190875"/>
          <p14:tracePt t="351331" x="1728788" y="3217863"/>
          <p14:tracePt t="351343" x="1782763" y="3232150"/>
          <p14:tracePt t="351355" x="1884363" y="3252788"/>
          <p14:tracePt t="351366" x="2014538" y="3252788"/>
          <p14:tracePt t="351378" x="2116138" y="3232150"/>
          <p14:tracePt t="351389" x="2232025" y="3205163"/>
          <p14:tracePt t="351399" x="2312988" y="3163888"/>
          <p14:tracePt t="351411" x="2360613" y="3136900"/>
          <p14:tracePt t="351422" x="2374900" y="3101975"/>
          <p14:tracePt t="351433" x="2374900" y="3062288"/>
          <p14:tracePt t="351444" x="2339975" y="3021013"/>
          <p14:tracePt t="351455" x="2300288" y="2973388"/>
          <p14:tracePt t="351466" x="2197100" y="2932113"/>
          <p14:tracePt t="351478" x="2041525" y="2890838"/>
          <p14:tracePt t="351490" x="1871663" y="2878138"/>
          <p14:tracePt t="351500" x="1728788" y="2863850"/>
          <p14:tracePt t="351512" x="1565275" y="2863850"/>
          <p14:tracePt t="351523" x="1435100" y="2890838"/>
          <p14:tracePt t="351534" x="1381125" y="2919413"/>
          <p14:tracePt t="351546" x="1339850" y="2959100"/>
          <p14:tracePt t="351557" x="1339850" y="3006725"/>
          <p14:tracePt t="351568" x="1339850" y="3048000"/>
          <p14:tracePt t="351579" x="1381125" y="3101975"/>
          <p14:tracePt t="351591" x="1449388" y="3163888"/>
          <p14:tracePt t="351601" x="1565275" y="3205163"/>
          <p14:tracePt t="351613" x="1681163" y="3252788"/>
          <p14:tracePt t="351624" x="1836738" y="3279775"/>
          <p14:tracePt t="351637" x="2014538" y="3292475"/>
          <p14:tracePt t="351646" x="2128838" y="3292475"/>
          <p14:tracePt t="351658" x="2286000" y="3292475"/>
          <p14:tracePt t="351671" x="2414588" y="3265488"/>
          <p14:tracePt t="351681" x="2470150" y="3232150"/>
          <p14:tracePt t="351693" x="2490788" y="3217863"/>
          <p14:tracePt t="351704" x="2490788" y="3190875"/>
          <p14:tracePt t="351714" x="2490788" y="3163888"/>
          <p14:tracePt t="351726" x="2443163" y="3136900"/>
          <p14:tracePt t="351738" x="2339975" y="3089275"/>
          <p14:tracePt t="351750" x="2197100" y="3048000"/>
          <p14:tracePt t="351762" x="2068513" y="3021013"/>
          <p14:tracePt t="351774" x="1898650" y="3006725"/>
          <p14:tracePt t="351785" x="1741488" y="2994025"/>
          <p14:tracePt t="351796" x="1625600" y="3006725"/>
          <p14:tracePt t="351807" x="1565275" y="3021013"/>
          <p14:tracePt t="351817" x="1524000" y="3033713"/>
          <p14:tracePt t="351829" x="1524000" y="3048000"/>
          <p14:tracePt t="351839" x="1524000" y="3062288"/>
          <p14:tracePt t="351849" x="1538288" y="3074988"/>
          <p14:tracePt t="351861" x="1565275" y="3089275"/>
          <p14:tracePt t="351872" x="1598613" y="3101975"/>
          <p14:tracePt t="351894" x="1625600" y="3122613"/>
          <p14:tracePt t="351898" x="1666875" y="3122613"/>
          <p14:tracePt t="351906" x="1708150" y="3122613"/>
          <p14:tracePt t="351920" x="1741488" y="3122613"/>
          <p14:tracePt t="351929" x="1782763" y="3122613"/>
          <p14:tracePt t="351940" x="1824038" y="3122613"/>
          <p14:tracePt t="351950" x="1857375" y="3122613"/>
          <p14:tracePt t="351962" x="1898650" y="3122613"/>
          <p14:tracePt t="351973" x="1925638" y="3122613"/>
          <p14:tracePt t="351984" x="1938338" y="3122613"/>
          <p14:tracePt t="351996" x="1925638" y="3122613"/>
          <p14:tracePt t="352209" x="1938338" y="3122613"/>
          <p14:tracePt t="352220" x="2014538" y="3136900"/>
          <p14:tracePt t="352232" x="2286000" y="3149600"/>
          <p14:tracePt t="352243" x="2503488" y="3149600"/>
          <p14:tracePt t="352254" x="2789238" y="3163888"/>
          <p14:tracePt t="352265" x="2946400" y="3163888"/>
          <p14:tracePt t="352278" x="3136900" y="3163888"/>
          <p14:tracePt t="352288" x="3252788" y="3163888"/>
          <p14:tracePt t="352299" x="3395663" y="3163888"/>
          <p14:tracePt t="352311" x="3524250" y="3176588"/>
          <p14:tracePt t="352333" x="3592513" y="3176588"/>
          <p14:tracePt t="352337" x="3681413" y="3176588"/>
          <p14:tracePt t="352347" x="3756025" y="3176588"/>
          <p14:tracePt t="352357" x="3884613" y="3190875"/>
          <p14:tracePt t="352369" x="3979863" y="3205163"/>
          <p14:tracePt t="352379" x="4184650" y="3217863"/>
          <p14:tracePt t="352389" x="4327525" y="3232150"/>
          <p14:tracePt t="352401" x="4572000" y="3265488"/>
          <p14:tracePt t="352412" x="4803775" y="3265488"/>
          <p14:tracePt t="352423" x="4919663" y="3265488"/>
          <p14:tracePt t="352434" x="5021263" y="3265488"/>
          <p14:tracePt t="352446" x="5048250" y="3265488"/>
          <p14:tracePt t="352468" x="5021263" y="3252788"/>
          <p14:tracePt t="352602" x="4986338" y="3252788"/>
          <p14:tracePt t="352614" x="4959350" y="3252788"/>
          <p14:tracePt t="352625" x="4946650" y="3252788"/>
          <p14:tracePt t="352637" x="4932363" y="3265488"/>
          <p14:tracePt t="352649" x="4919663" y="3292475"/>
          <p14:tracePt t="352659" x="4905375" y="3319463"/>
          <p14:tracePt t="352671" x="4872038" y="3360738"/>
          <p14:tracePt t="352683" x="4843463" y="3408363"/>
          <p14:tracePt t="352694" x="4816475" y="3449638"/>
          <p14:tracePt t="352706" x="4789488" y="3476625"/>
          <p14:tracePt t="352718" x="4756150" y="3509963"/>
          <p14:tracePt t="352728" x="4729163" y="3524250"/>
          <p14:tracePt t="352740" x="4700588" y="3538538"/>
          <p14:tracePt t="352752" x="4687888" y="3551238"/>
          <p14:tracePt t="352762" x="4660900" y="3565525"/>
          <p14:tracePt t="352775" x="4646613" y="3578225"/>
          <p14:tracePt t="352787" x="4625975" y="3578225"/>
          <p14:tracePt t="352796" x="4613275" y="3578225"/>
          <p14:tracePt t="352806" x="4598988" y="3592513"/>
          <p14:tracePt t="352818" x="4586288" y="3592513"/>
          <p14:tracePt t="352828" x="4557713" y="3592513"/>
          <p14:tracePt t="352839" x="4530725" y="3592513"/>
          <p14:tracePt t="352851" x="4497388" y="3592513"/>
          <p14:tracePt t="352862" x="4456113" y="3578225"/>
          <p14:tracePt t="352874" x="4429125" y="3578225"/>
          <p14:tracePt t="352885" x="4402138" y="3578225"/>
          <p14:tracePt t="352896" x="4367213" y="3592513"/>
          <p14:tracePt t="352907" x="4354513" y="3592513"/>
          <p14:tracePt t="352918" x="4340225" y="3592513"/>
          <p14:tracePt t="352953" x="4327525" y="3592513"/>
          <p14:tracePt t="352966" x="4313238" y="3592513"/>
          <p14:tracePt t="352975" x="4300538" y="3592513"/>
          <p14:tracePt t="352986" x="4286250" y="3592513"/>
          <p14:tracePt t="353008" x="4259263" y="3592513"/>
          <p14:tracePt t="353019" x="4238625" y="3592513"/>
          <p14:tracePt t="353031" x="4211638" y="3605213"/>
          <p14:tracePt t="353042" x="4197350" y="3605213"/>
          <p14:tracePt t="353064" x="4184650" y="3605213"/>
          <p14:tracePt t="353075" x="4170363" y="3605213"/>
          <p14:tracePt t="353098" x="4157663" y="3605213"/>
          <p14:tracePt t="353120" x="4143375" y="3625850"/>
          <p14:tracePt t="353154" x="4122738" y="3625850"/>
          <p14:tracePt t="353311" x="4143375" y="3625850"/>
          <p14:tracePt t="353324" x="4157663" y="3625850"/>
          <p14:tracePt t="353337" x="4184650" y="3640138"/>
          <p14:tracePt t="353349" x="4211638" y="3640138"/>
          <p14:tracePt t="353358" x="4259263" y="3640138"/>
          <p14:tracePt t="353370" x="4313238" y="3640138"/>
          <p14:tracePt t="353381" x="4354513" y="3640138"/>
          <p14:tracePt t="353390" x="4414838" y="3640138"/>
          <p14:tracePt t="353402" x="4470400" y="3640138"/>
          <p14:tracePt t="353414" x="4530725" y="3640138"/>
          <p14:tracePt t="353424" x="4586288" y="3640138"/>
          <p14:tracePt t="353436" x="4660900" y="3640138"/>
          <p14:tracePt t="353448" x="4756150" y="3640138"/>
          <p14:tracePt t="353458" x="4843463" y="3640138"/>
          <p14:tracePt t="353470" x="5000625" y="3640138"/>
          <p14:tracePt t="353481" x="5205413" y="3640138"/>
          <p14:tracePt t="353492" x="5360988" y="3640138"/>
          <p14:tracePt t="353504" x="5646738" y="3640138"/>
          <p14:tracePt t="353515" x="5911850" y="3640138"/>
          <p14:tracePt t="353525" x="6149975" y="3640138"/>
          <p14:tracePt t="353538" x="6327775" y="3640138"/>
          <p14:tracePt t="353549" x="6545263" y="3640138"/>
          <p14:tracePt t="353559" x="6742113" y="3640138"/>
          <p14:tracePt t="353572" x="6872288" y="3640138"/>
          <p14:tracePt t="353582" x="7015163" y="3640138"/>
          <p14:tracePt t="353593" x="7158038" y="3640138"/>
          <p14:tracePt t="353605" x="7272338" y="3640138"/>
          <p14:tracePt t="353616" x="7348538" y="3640138"/>
          <p14:tracePt t="353626" x="7462838" y="3640138"/>
          <p14:tracePt t="353639" x="7545388" y="3640138"/>
          <p14:tracePt t="353649" x="7605713" y="3640138"/>
          <p14:tracePt t="353660" x="7661275" y="3640138"/>
          <p14:tracePt t="353673" x="7721600" y="3640138"/>
          <p14:tracePt t="353683" x="7748588" y="3640138"/>
          <p14:tracePt t="353694" x="7777163" y="3640138"/>
          <p14:tracePt t="353706" x="7824788" y="3640138"/>
          <p14:tracePt t="353717" x="7851775" y="3640138"/>
          <p14:tracePt t="353728" x="7878763" y="3640138"/>
          <p14:tracePt t="353740" x="7905750" y="3640138"/>
          <p14:tracePt t="353752" x="7953375" y="3640138"/>
          <p14:tracePt t="353762" x="7967663" y="3640138"/>
          <p14:tracePt t="353774" x="7994650" y="3640138"/>
          <p14:tracePt t="353785" x="8021638" y="3640138"/>
          <p14:tracePt t="353795" x="8034338" y="3625850"/>
          <p14:tracePt t="353818" x="8048625" y="3625850"/>
          <p14:tracePt t="353829" x="8069263" y="3625850"/>
          <p14:tracePt t="353851" x="8081963" y="3625850"/>
          <p14:tracePt t="353874" x="8096250" y="3625850"/>
          <p14:tracePt t="353897" x="8110538" y="3625850"/>
          <p14:tracePt t="353919" x="8123238" y="3625850"/>
          <p14:tracePt t="354008" x="8123238" y="3605213"/>
          <p14:tracePt t="354022" x="8137525" y="3605213"/>
          <p14:tracePt t="354043" x="8137525" y="3592513"/>
          <p14:tracePt t="354065" x="8137525" y="3578225"/>
          <p14:tracePt t="354077" x="8137525" y="3565525"/>
          <p14:tracePt t="354089" x="8150225" y="3538538"/>
          <p14:tracePt t="354101" x="8137525" y="3509963"/>
          <p14:tracePt t="354112" x="8137525" y="3497263"/>
          <p14:tracePt t="354122" x="8137525" y="3462338"/>
          <p14:tracePt t="354133" x="8137525" y="3449638"/>
          <p14:tracePt t="354145" x="8137525" y="3435350"/>
          <p14:tracePt t="354167" x="8137525" y="3422650"/>
          <p14:tracePt t="354178" x="8123238" y="3422650"/>
          <p14:tracePt t="354191" x="8123238" y="3408363"/>
          <p14:tracePt t="354223" x="8123238" y="3395663"/>
          <p14:tracePt t="354235" x="8123238" y="3381375"/>
          <p14:tracePt t="354268" x="8123238" y="3360738"/>
          <p14:tracePt t="354324" x="8110538" y="3360738"/>
          <p14:tracePt t="354335" x="8096250" y="3360738"/>
          <p14:tracePt t="354349" x="8069263" y="3360738"/>
          <p14:tracePt t="354359" x="8007350" y="3360738"/>
          <p14:tracePt t="354370" x="7953375" y="3348038"/>
          <p14:tracePt t="354383" x="7851775" y="3348038"/>
          <p14:tracePt t="354393" x="7721600" y="3333750"/>
          <p14:tracePt t="354403" x="7605713" y="3333750"/>
          <p14:tracePt t="354417" x="7518400" y="3333750"/>
          <p14:tracePt t="354428" x="7435850" y="3333750"/>
          <p14:tracePt t="354437" x="7375525" y="3319463"/>
          <p14:tracePt t="354451" x="7348538" y="3319463"/>
          <p14:tracePt t="354461" x="7334250" y="3319463"/>
          <p14:tracePt t="354898" x="7307263" y="3319463"/>
          <p14:tracePt t="354910" x="7272338" y="3319463"/>
          <p14:tracePt t="354920" x="7232650" y="3319463"/>
          <p14:tracePt t="354932" x="7191375" y="3319463"/>
          <p14:tracePt t="354944" x="7143750" y="3319463"/>
          <p14:tracePt t="354956" x="7089775" y="3319463"/>
          <p14:tracePt t="354966" x="7027863" y="3319463"/>
          <p14:tracePt t="354978" x="6973888" y="3319463"/>
          <p14:tracePt t="354990" x="6884988" y="3319463"/>
          <p14:tracePt t="354999" x="6756400" y="3319463"/>
          <p14:tracePt t="355011" x="6626225" y="3319463"/>
          <p14:tracePt t="355023" x="6524625" y="3319463"/>
          <p14:tracePt t="355044" x="6381750" y="3319463"/>
          <p14:tracePt t="355048" x="6238875" y="3333750"/>
          <p14:tracePt t="355057" x="6149975" y="3333750"/>
          <p14:tracePt t="355067" x="6042025" y="3333750"/>
          <p14:tracePt t="355079" x="5926138" y="3333750"/>
          <p14:tracePt t="355091" x="5837238" y="3319463"/>
          <p14:tracePt t="355101" x="5721350" y="3319463"/>
          <p14:tracePt t="355113" x="5619750" y="3306763"/>
          <p14:tracePt t="355124" x="5518150" y="3306763"/>
          <p14:tracePt t="355134" x="5462588" y="3292475"/>
          <p14:tracePt t="355146" x="5375275" y="3292475"/>
          <p14:tracePt t="355157" x="5307013" y="3279775"/>
          <p14:tracePt t="355168" x="5259388" y="3279775"/>
          <p14:tracePt t="355180" x="5218113" y="3279775"/>
          <p14:tracePt t="355191" x="5176838" y="3279775"/>
          <p14:tracePt t="355202" x="5129213" y="3279775"/>
          <p14:tracePt t="355214" x="5102225" y="3279775"/>
          <p14:tracePt t="355225" x="5062538" y="3279775"/>
          <p14:tracePt t="355235" x="5033963" y="3292475"/>
          <p14:tracePt t="355248" x="5000625" y="3292475"/>
          <p14:tracePt t="355259" x="4959350" y="3292475"/>
          <p14:tracePt t="355269" x="4919663" y="3306763"/>
          <p14:tracePt t="355282" x="4872038" y="3319463"/>
          <p14:tracePt t="355293" x="4816475" y="3333750"/>
          <p14:tracePt t="355303" x="4741863" y="3360738"/>
          <p14:tracePt t="355315" x="4687888" y="3395663"/>
          <p14:tracePt t="355326" x="4646613" y="3422650"/>
          <p14:tracePt t="355337" x="4613275" y="3449638"/>
          <p14:tracePt t="355348" x="4586288" y="3476625"/>
          <p14:tracePt t="355359" x="4572000" y="3497263"/>
          <p14:tracePt t="355370" x="4557713" y="3509963"/>
          <p14:tracePt t="355382" x="4557713" y="3538538"/>
          <p14:tracePt t="355393" x="4572000" y="3551238"/>
          <p14:tracePt t="355415" x="4586288" y="3565525"/>
          <p14:tracePt t="355427" x="4598988" y="3565525"/>
          <p14:tracePt t="355595" x="4613275" y="3551238"/>
          <p14:tracePt t="355607" x="4625975" y="3538538"/>
          <p14:tracePt t="355618" x="4660900" y="3524250"/>
          <p14:tracePt t="355630" x="4673600" y="3524250"/>
          <p14:tracePt t="355641" x="4687888" y="3497263"/>
          <p14:tracePt t="355653" x="4687888" y="3476625"/>
          <p14:tracePt t="355663" x="4687888" y="3462338"/>
          <p14:tracePt t="355674" x="4687888" y="3435350"/>
          <p14:tracePt t="355687" x="4687888" y="3422650"/>
          <p14:tracePt t="355697" x="4673600" y="3408363"/>
          <p14:tracePt t="355708" x="4660900" y="3395663"/>
          <p14:tracePt t="355721" x="4646613" y="3381375"/>
          <p14:tracePt t="355731" x="4625975" y="3360738"/>
          <p14:tracePt t="355743" x="4613275" y="3348038"/>
          <p14:tracePt t="355755" x="4598988" y="3333750"/>
          <p14:tracePt t="355765" x="4572000" y="3333750"/>
          <p14:tracePt t="355776" x="4518025" y="3319463"/>
          <p14:tracePt t="355788" x="4470400" y="3319463"/>
          <p14:tracePt t="355798" x="4414838" y="3319463"/>
          <p14:tracePt t="355810" x="4354513" y="3319463"/>
          <p14:tracePt t="355821" x="4286250" y="3319463"/>
          <p14:tracePt t="355832" x="4211638" y="3319463"/>
          <p14:tracePt t="355843" x="4157663" y="3319463"/>
          <p14:tracePt t="355855" x="4110038" y="3333750"/>
          <p14:tracePt t="355865" x="4054475" y="3348038"/>
          <p14:tracePt t="355878" x="4027488" y="3360738"/>
          <p14:tracePt t="355890" x="3979863" y="3395663"/>
          <p14:tracePt t="355900" x="3967163" y="3422650"/>
          <p14:tracePt t="355912" x="3952875" y="3449638"/>
          <p14:tracePt t="355923" x="3952875" y="3462338"/>
          <p14:tracePt t="355933" x="3952875" y="3497263"/>
          <p14:tracePt t="355945" x="3952875" y="3524250"/>
          <p14:tracePt t="355956" x="3952875" y="3538538"/>
          <p14:tracePt t="355967" x="3979863" y="3551238"/>
          <p14:tracePt t="355979" x="3994150" y="3578225"/>
          <p14:tracePt t="355990" x="4027488" y="3592513"/>
          <p14:tracePt t="356000" x="4068763" y="3605213"/>
          <p14:tracePt t="356012" x="4110038" y="3625850"/>
          <p14:tracePt t="356023" x="4157663" y="3640138"/>
          <p14:tracePt t="356034" x="4197350" y="3652838"/>
          <p14:tracePt t="356046" x="4259263" y="3652838"/>
          <p14:tracePt t="356057" x="4327525" y="3652838"/>
          <p14:tracePt t="356068" x="4402138" y="3652838"/>
          <p14:tracePt t="356091" x="4518025" y="3652838"/>
          <p14:tracePt t="356094" x="4625975" y="3652838"/>
          <p14:tracePt t="356106" x="4729163" y="3640138"/>
          <p14:tracePt t="356115" x="4843463" y="3625850"/>
          <p14:tracePt t="356125" x="4932363" y="3592513"/>
          <p14:tracePt t="356137" x="5000625" y="3565525"/>
          <p14:tracePt t="356147" x="5048250" y="3538538"/>
          <p14:tracePt t="356159" x="5075238" y="3509963"/>
          <p14:tracePt t="356171" x="5089525" y="3462338"/>
          <p14:tracePt t="356180" x="5075238" y="3435350"/>
          <p14:tracePt t="356192" x="5062538" y="3395663"/>
          <p14:tracePt t="356204" x="5033963" y="3360738"/>
          <p14:tracePt t="356214" x="4986338" y="3319463"/>
          <p14:tracePt t="356226" x="4932363" y="3306763"/>
          <p14:tracePt t="356237" x="4843463" y="3279775"/>
          <p14:tracePt t="356248" x="4741863" y="3265488"/>
          <p14:tracePt t="356261" x="4687888" y="3252788"/>
          <p14:tracePt t="356273" x="4598988" y="3252788"/>
          <p14:tracePt t="356283" x="4530725" y="3265488"/>
          <p14:tracePt t="356295" x="4483100" y="3279775"/>
          <p14:tracePt t="356306" x="4429125" y="3306763"/>
          <p14:tracePt t="356319" x="4387850" y="3333750"/>
          <p14:tracePt t="356329" x="4340225" y="3381375"/>
          <p14:tracePt t="356341" x="4327525" y="3408363"/>
          <p14:tracePt t="356351" x="4313238" y="3435350"/>
          <p14:tracePt t="356372" x="4300538" y="3462338"/>
          <p14:tracePt t="356376" x="4300538" y="3497263"/>
          <p14:tracePt t="356385" x="4300538" y="3524250"/>
          <p14:tracePt t="356397" x="4313238" y="3538538"/>
          <p14:tracePt t="356408" x="4313238" y="3551238"/>
          <p14:tracePt t="356417" x="4327525" y="3565525"/>
          <p14:tracePt t="356429" x="4354513" y="3578225"/>
          <p14:tracePt t="356440" x="4387850" y="3578225"/>
          <p14:tracePt t="356450" x="4414838" y="3578225"/>
          <p14:tracePt t="356462" x="4456113" y="3592513"/>
          <p14:tracePt t="356473" x="4530725" y="3592513"/>
          <p14:tracePt t="356484" x="4572000" y="3578225"/>
          <p14:tracePt t="356496" x="4625975" y="3578225"/>
          <p14:tracePt t="356507" x="4673600" y="3565525"/>
          <p14:tracePt t="356518" x="4687888" y="3551238"/>
          <p14:tracePt t="356585" x="4700588" y="3551238"/>
          <p14:tracePt t="356596" x="4700588" y="3565525"/>
          <p14:tracePt t="356608" x="4729163" y="3578225"/>
          <p14:tracePt t="356620" x="4741863" y="3578225"/>
          <p14:tracePt t="356630" x="4756150" y="3578225"/>
          <p14:tracePt t="356641" x="4741863" y="3578225"/>
          <p14:tracePt t="356821" x="4756150" y="3578225"/>
          <p14:tracePt t="356832" x="4830763" y="3592513"/>
          <p14:tracePt t="356844" x="4932363" y="3592513"/>
          <p14:tracePt t="356857" x="5102225" y="3605213"/>
          <p14:tracePt t="356867" x="5232400" y="3605213"/>
          <p14:tracePt t="356878" x="5476875" y="3625850"/>
          <p14:tracePt t="356890" x="5681663" y="3625850"/>
          <p14:tracePt t="356901" x="5980113" y="3640138"/>
          <p14:tracePt t="356912" x="6253163" y="3640138"/>
          <p14:tracePt t="356924" x="6443663" y="3652838"/>
          <p14:tracePt t="356936" x="6700838" y="3652838"/>
          <p14:tracePt t="356947" x="6872288" y="3652838"/>
          <p14:tracePt t="356958" x="7116763" y="3652838"/>
          <p14:tracePt t="356968" x="7245350" y="3652838"/>
          <p14:tracePt t="356979" x="7375525" y="3652838"/>
          <p14:tracePt t="356992" x="7477125" y="3652838"/>
          <p14:tracePt t="357002" x="7504113" y="3652838"/>
          <p14:tracePt t="357013" x="7545388" y="3640138"/>
          <p14:tracePt t="357035" x="7566025" y="3640138"/>
          <p14:tracePt t="357058" x="7566025" y="3625850"/>
          <p14:tracePt t="357102" x="7566025" y="3605213"/>
          <p14:tracePt t="357115" x="7578725" y="3605213"/>
          <p14:tracePt t="357138" x="7593013" y="3605213"/>
          <p14:tracePt t="357148" x="7605713" y="3625850"/>
          <p14:tracePt t="357160" x="7620000" y="3625850"/>
          <p14:tracePt t="357170" x="7634288" y="3625850"/>
          <p14:tracePt t="357215" x="7605713" y="3605213"/>
          <p14:tracePt t="357227" x="7578725" y="3605213"/>
          <p14:tracePt t="357238" x="7518400" y="3592513"/>
          <p14:tracePt t="357251" x="7477125" y="3578225"/>
          <p14:tracePt t="357261" x="7435850" y="3565525"/>
          <p14:tracePt t="357276" x="7402513" y="3538538"/>
          <p14:tracePt t="357283" x="7375525" y="3524250"/>
          <p14:tracePt t="357294" x="7361238" y="3509963"/>
          <p14:tracePt t="357308" x="7361238" y="3497263"/>
          <p14:tracePt t="357318" x="7348538" y="3497263"/>
          <p14:tracePt t="357329" x="7348538" y="3476625"/>
          <p14:tracePt t="357341" x="7334250" y="3476625"/>
          <p14:tracePt t="357362" x="7307263" y="3476625"/>
          <p14:tracePt t="357374" x="7286625" y="3497263"/>
          <p14:tracePt t="357384" x="7286625" y="3509963"/>
          <p14:tracePt t="357395" x="7272338" y="3524250"/>
          <p14:tracePt t="357408" x="7259638" y="3538538"/>
          <p14:tracePt t="357418" x="7259638" y="3551238"/>
          <p14:tracePt t="357441" x="7272338" y="3565525"/>
          <p14:tracePt t="357451" x="7286625" y="3565525"/>
          <p14:tracePt t="357464" x="7307263" y="3565525"/>
          <p14:tracePt t="357475" x="7319963" y="3565525"/>
          <p14:tracePt t="357485" x="7334250" y="3551238"/>
          <p14:tracePt t="357508" x="7348538" y="3538538"/>
          <p14:tracePt t="357519" x="7348538" y="3524250"/>
          <p14:tracePt t="357541" x="7334250" y="3509963"/>
          <p14:tracePt t="357553" x="7319963" y="3476625"/>
          <p14:tracePt t="357566" x="7286625" y="3462338"/>
          <p14:tracePt t="357577" x="7259638" y="3462338"/>
          <p14:tracePt t="357587" x="7218363" y="3449638"/>
          <p14:tracePt t="357599" x="7191375" y="3449638"/>
          <p14:tracePt t="357610" x="7158038" y="3449638"/>
          <p14:tracePt t="357621" x="7143750" y="3462338"/>
          <p14:tracePt t="357633" x="7129463" y="3476625"/>
          <p14:tracePt t="357644" x="7129463" y="3497263"/>
          <p14:tracePt t="357654" x="7129463" y="3524250"/>
          <p14:tracePt t="357666" x="7129463" y="3551238"/>
          <p14:tracePt t="357677" x="7143750" y="3565525"/>
          <p14:tracePt t="357688" x="7158038" y="3578225"/>
          <p14:tracePt t="357701" x="7191375" y="3592513"/>
          <p14:tracePt t="357711" x="7218363" y="3592513"/>
          <p14:tracePt t="357722" x="7245350" y="3592513"/>
          <p14:tracePt t="357734" x="7272338" y="3592513"/>
          <p14:tracePt t="357745" x="7307263" y="3592513"/>
          <p14:tracePt t="357755" x="7319963" y="3578225"/>
          <p14:tracePt t="357768" x="7348538" y="3551238"/>
          <p14:tracePt t="357779" x="7361238" y="3524250"/>
          <p14:tracePt t="357791" x="7361238" y="3497263"/>
          <p14:tracePt t="357801" x="7361238" y="3462338"/>
          <p14:tracePt t="357813" x="7361238" y="3435350"/>
          <p14:tracePt t="357824" x="7348538" y="3408363"/>
          <p14:tracePt t="357835" x="7334250" y="3408363"/>
          <p14:tracePt t="357847" x="7307263" y="3395663"/>
          <p14:tracePt t="357859" x="7272338" y="3395663"/>
          <p14:tracePt t="357868" x="7245350" y="3395663"/>
          <p14:tracePt t="357880" x="7232650" y="3408363"/>
          <p14:tracePt t="357892" x="7218363" y="3435350"/>
          <p14:tracePt t="357902" x="7205663" y="3449638"/>
          <p14:tracePt t="357914" x="7191375" y="3462338"/>
          <p14:tracePt t="357927" x="7191375" y="3497263"/>
          <p14:tracePt t="357936" x="7191375" y="3509963"/>
          <p14:tracePt t="357948" x="7205663" y="3524250"/>
          <p14:tracePt t="357960" x="7218363" y="3538538"/>
          <p14:tracePt t="357970" x="7232650" y="3538538"/>
          <p14:tracePt t="357982" x="7259638" y="3538538"/>
          <p14:tracePt t="357992" x="7272338" y="3538538"/>
          <p14:tracePt t="358003" x="7307263" y="3538538"/>
          <p14:tracePt t="358015" x="7334250" y="3524250"/>
          <p14:tracePt t="358026" x="7348538" y="3524250"/>
          <p14:tracePt t="358037" x="7361238" y="3509963"/>
          <p14:tracePt t="358049" x="7375525" y="3476625"/>
          <p14:tracePt t="358060" x="7375525" y="3462338"/>
          <p14:tracePt t="358070" x="7375525" y="3435350"/>
          <p14:tracePt t="358082" x="7361238" y="3422650"/>
          <p14:tracePt t="358093" x="7334250" y="3408363"/>
          <p14:tracePt t="358104" x="7286625" y="3395663"/>
          <p14:tracePt t="358115" x="7245350" y="3381375"/>
          <p14:tracePt t="358127" x="7191375" y="3381375"/>
          <p14:tracePt t="358138" x="7143750" y="3395663"/>
          <p14:tracePt t="358149" x="7116763" y="3408363"/>
          <p14:tracePt t="358161" x="7089775" y="3435350"/>
          <p14:tracePt t="358194" x="7075488" y="3476625"/>
          <p14:tracePt t="358197" x="7075488" y="3497263"/>
          <p14:tracePt t="358208" x="7075488" y="3538538"/>
          <p14:tracePt t="358209" x="7089775" y="3565525"/>
          <p14:tracePt t="358217" x="7116763" y="3578225"/>
          <p14:tracePt t="358228" x="7158038" y="3592513"/>
          <p14:tracePt t="358241" x="7191375" y="3605213"/>
          <p14:tracePt t="358252" x="7218363" y="3605213"/>
          <p14:tracePt t="358263" x="7259638" y="3605213"/>
          <p14:tracePt t="358275" x="7319963" y="3605213"/>
          <p14:tracePt t="358285" x="7348538" y="3592513"/>
          <p14:tracePt t="358297" x="7375525" y="3565525"/>
          <p14:tracePt t="358308" x="7388225" y="3551238"/>
          <p14:tracePt t="358318" x="7402513" y="3524250"/>
          <p14:tracePt t="358330" x="7402513" y="3497263"/>
          <p14:tracePt t="358341" x="7402513" y="3449638"/>
          <p14:tracePt t="358352" x="7375525" y="3422650"/>
          <p14:tracePt t="358363" x="7361238" y="3395663"/>
          <p14:tracePt t="358375" x="7334250" y="3381375"/>
          <p14:tracePt t="358385" x="7286625" y="3360738"/>
          <p14:tracePt t="358397" x="7245350" y="3348038"/>
          <p14:tracePt t="358408" x="7218363" y="3348038"/>
          <p14:tracePt t="358419" x="7191375" y="3348038"/>
          <p14:tracePt t="358431" x="7158038" y="3360738"/>
          <p14:tracePt t="358442" x="7143750" y="3381375"/>
          <p14:tracePt t="358453" x="7129463" y="3408363"/>
          <p14:tracePt t="358465" x="7116763" y="3435350"/>
          <p14:tracePt t="358476" x="7116763" y="3462338"/>
          <p14:tracePt t="358487" x="7116763" y="3497263"/>
          <p14:tracePt t="358498" x="7116763" y="3524250"/>
          <p14:tracePt t="358510" x="7143750" y="3538538"/>
          <p14:tracePt t="358520" x="7158038" y="3551238"/>
          <p14:tracePt t="358532" x="7191375" y="3565525"/>
          <p14:tracePt t="358543" x="7218363" y="3565525"/>
          <p14:tracePt t="358554" x="7245350" y="3565525"/>
          <p14:tracePt t="358566" x="7272338" y="3565525"/>
          <p14:tracePt t="358577" x="7307263" y="3551238"/>
          <p14:tracePt t="358588" x="7334250" y="3538538"/>
          <p14:tracePt t="358600" x="7348538" y="3524250"/>
          <p14:tracePt t="358611" x="7361238" y="3497263"/>
          <p14:tracePt t="358621" x="7361238" y="3462338"/>
          <p14:tracePt t="358633" x="7348538" y="3449638"/>
          <p14:tracePt t="358644" x="7334250" y="3422650"/>
          <p14:tracePt t="358655" x="7319963" y="3395663"/>
          <p14:tracePt t="358667" x="7272338" y="3381375"/>
          <p14:tracePt t="358679" x="7232650" y="3360738"/>
          <p14:tracePt t="358691" x="7191375" y="3360738"/>
          <p14:tracePt t="358701" x="7129463" y="3360738"/>
          <p14:tracePt t="358712" x="7102475" y="3360738"/>
          <p14:tracePt t="358724" x="7089775" y="3395663"/>
          <p14:tracePt t="358735" x="7075488" y="3435350"/>
          <p14:tracePt t="358746" x="7075488" y="3476625"/>
          <p14:tracePt t="358758" x="7075488" y="3524250"/>
          <p14:tracePt t="358768" x="7102475" y="3551238"/>
          <p14:tracePt t="358779" x="7129463" y="3578225"/>
          <p14:tracePt t="358792" x="7158038" y="3578225"/>
          <p14:tracePt t="358802" x="7205663" y="3592513"/>
          <p14:tracePt t="358814" x="7245350" y="3592513"/>
          <p14:tracePt t="358825" x="7272338" y="3592513"/>
          <p14:tracePt t="358835" x="7319963" y="3578225"/>
          <p14:tracePt t="358847" x="7348538" y="3565525"/>
          <p14:tracePt t="358859" x="7361238" y="3551238"/>
          <p14:tracePt t="358869" x="7375525" y="3538538"/>
          <p14:tracePt t="358881" x="7388225" y="3509963"/>
          <p14:tracePt t="358892" x="7388225" y="3497263"/>
          <p14:tracePt t="358903" x="7388225" y="3476625"/>
          <p14:tracePt t="358914" x="7388225" y="3462338"/>
          <p14:tracePt t="358926" x="7375525" y="3449638"/>
          <p14:tracePt t="358936" x="7361238" y="3435350"/>
          <p14:tracePt t="358948" x="7348538" y="3435350"/>
          <p14:tracePt t="358960" x="7307263" y="3435350"/>
          <p14:tracePt t="358971" x="7272338" y="3435350"/>
          <p14:tracePt t="358982" x="7245350" y="3435350"/>
          <p14:tracePt t="358993" x="7218363" y="3449638"/>
          <p14:tracePt t="359004" x="7205663" y="3462338"/>
          <p14:tracePt t="359027" x="7205663" y="3476625"/>
          <p14:tracePt t="359038" x="7205663" y="3497263"/>
          <p14:tracePt t="359050" x="7218363" y="3509963"/>
          <p14:tracePt t="359061" x="7232650" y="3509963"/>
          <p14:tracePt t="359072" x="7272338" y="3524250"/>
          <p14:tracePt t="359084" x="7307263" y="3524250"/>
          <p14:tracePt t="359095" x="7334250" y="3538538"/>
          <p14:tracePt t="359106" x="7361238" y="3538538"/>
          <p14:tracePt t="359117" x="7388225" y="3538538"/>
          <p14:tracePt t="359128" x="7402513" y="3538538"/>
          <p14:tracePt t="361717" x="7319963" y="3524250"/>
          <p14:tracePt t="361726" x="7143750" y="3509963"/>
          <p14:tracePt t="361738" x="6729413" y="3462338"/>
          <p14:tracePt t="361752" x="6137275" y="3408363"/>
          <p14:tracePt t="361761" x="5694363" y="3360738"/>
          <p14:tracePt t="361773" x="4986338" y="3292475"/>
          <p14:tracePt t="361785" x="4530725" y="3252788"/>
          <p14:tracePt t="361794" x="3952875" y="3190875"/>
          <p14:tracePt t="361807" x="3681413" y="3163888"/>
          <p14:tracePt t="361819" x="3435350" y="3149600"/>
          <p14:tracePt t="361828" x="3348038" y="3149600"/>
          <p14:tracePt t="361840" x="3292475" y="3149600"/>
          <p14:tracePt t="361853" x="3252788" y="3163888"/>
          <p14:tracePt t="361862" x="3232150" y="3176588"/>
          <p14:tracePt t="361874" x="3190875" y="3176588"/>
          <p14:tracePt t="362154" x="3176588" y="3176588"/>
          <p14:tracePt t="362166" x="3149600" y="3176588"/>
          <p14:tracePt t="362178" x="3101975" y="3190875"/>
          <p14:tracePt t="362189" x="3033713" y="3190875"/>
          <p14:tracePt t="362201" x="2959100" y="3190875"/>
          <p14:tracePt t="362211" x="2863850" y="3190875"/>
          <p14:tracePt t="362223" x="2789238" y="3205163"/>
          <p14:tracePt t="362234" x="2735263" y="3205163"/>
          <p14:tracePt t="362246" x="2673350" y="3205163"/>
          <p14:tracePt t="362257" x="2619375" y="3217863"/>
          <p14:tracePt t="362268" x="2586038" y="3217863"/>
          <p14:tracePt t="362280" x="2544763" y="3217863"/>
          <p14:tracePt t="362290" x="2517775" y="3217863"/>
          <p14:tracePt t="362301" x="2490788" y="3232150"/>
          <p14:tracePt t="362313" x="2470150" y="3232150"/>
          <p14:tracePt t="362323" x="2443163" y="3232150"/>
          <p14:tracePt t="362334" x="2414588" y="3232150"/>
          <p14:tracePt t="362346" x="2401888" y="3232150"/>
          <p14:tracePt t="362357" x="2387600" y="3232150"/>
          <p14:tracePt t="362379" x="2374900" y="3232150"/>
          <p14:tracePt t="362401" x="2387600" y="3232150"/>
          <p14:tracePt t="362413" x="2414588" y="3252788"/>
          <p14:tracePt t="362425" x="2443163" y="3252788"/>
          <p14:tracePt t="362436" x="2503488" y="3265488"/>
          <p14:tracePt t="362458" x="2557463" y="3265488"/>
          <p14:tracePt t="362462" x="2598738" y="3279775"/>
          <p14:tracePt t="362471" x="2646363" y="3279775"/>
          <p14:tracePt t="362481" x="2660650" y="3279775"/>
          <p14:tracePt t="362503" x="2646363" y="3279775"/>
          <p14:tracePt t="362514" x="2633663" y="3292475"/>
          <p14:tracePt t="362527" x="2571750" y="3292475"/>
          <p14:tracePt t="362538" x="2503488" y="3292475"/>
          <p14:tracePt t="362548" x="2414588" y="3306763"/>
          <p14:tracePt t="362561" x="2339975" y="3319463"/>
          <p14:tracePt t="362573" x="2286000" y="3333750"/>
          <p14:tracePt t="362583" x="2244725" y="3348038"/>
          <p14:tracePt t="362594" x="2232025" y="3348038"/>
          <p14:tracePt t="362606" x="2211388" y="3348038"/>
          <p14:tracePt t="362638" x="2232025" y="3348038"/>
          <p14:tracePt t="362649" x="2244725" y="3348038"/>
          <p14:tracePt t="362662" x="2259013" y="3348038"/>
          <p14:tracePt t="362673" x="2286000" y="3348038"/>
          <p14:tracePt t="362683" x="2327275" y="3348038"/>
          <p14:tracePt t="362695" x="2374900" y="3348038"/>
          <p14:tracePt t="362706" x="2428875" y="3348038"/>
          <p14:tracePt t="362716" x="2490788" y="3348038"/>
          <p14:tracePt t="362729" x="2530475" y="3348038"/>
          <p14:tracePt t="362740" x="2557463" y="3348038"/>
          <p14:tracePt t="362784" x="2544763" y="3348038"/>
          <p14:tracePt t="362796" x="2517775" y="3348038"/>
          <p14:tracePt t="362807" x="2470150" y="3348038"/>
          <p14:tracePt t="362818" x="2401888" y="3348038"/>
          <p14:tracePt t="362830" x="2312988" y="3348038"/>
          <p14:tracePt t="362841" x="2271713" y="3348038"/>
          <p14:tracePt t="362851" x="2211388" y="3348038"/>
          <p14:tracePt t="362863" x="2184400" y="3348038"/>
          <p14:tracePt t="362874" x="2170113" y="3348038"/>
          <p14:tracePt t="362930" x="2184400" y="3348038"/>
          <p14:tracePt t="362942" x="2197100" y="3348038"/>
          <p14:tracePt t="362954" x="2211388" y="3348038"/>
          <p14:tracePt t="362965" x="2232025" y="3348038"/>
          <p14:tracePt t="362977" x="2259013" y="3348038"/>
          <p14:tracePt t="362988" x="2300288" y="3348038"/>
          <p14:tracePt t="362999" x="2327275" y="3348038"/>
          <p14:tracePt t="363011" x="2374900" y="3348038"/>
          <p14:tracePt t="363022" x="2428875" y="3348038"/>
          <p14:tracePt t="363032" x="2490788" y="3348038"/>
          <p14:tracePt t="363044" x="2557463" y="3348038"/>
          <p14:tracePt t="363056" x="2633663" y="3348038"/>
          <p14:tracePt t="363066" x="2700338" y="3348038"/>
          <p14:tracePt t="363078" x="2762250" y="3348038"/>
          <p14:tracePt t="363089" x="2843213" y="3348038"/>
          <p14:tracePt t="363099" x="2932113" y="3333750"/>
          <p14:tracePt t="363112" x="2994025" y="3333750"/>
          <p14:tracePt t="363123" x="3048000" y="3333750"/>
          <p14:tracePt t="363133" x="3089275" y="3333750"/>
          <p14:tracePt t="363145" x="3122613" y="3333750"/>
          <p14:tracePt t="363156" x="3136900" y="3333750"/>
          <p14:tracePt t="363167" x="3149600" y="3333750"/>
          <p14:tracePt t="363335" x="3136900" y="3333750"/>
          <p14:tracePt t="363339" x="3101975" y="3333750"/>
          <p14:tracePt t="363347" x="3074988" y="3319463"/>
          <p14:tracePt t="363359" x="3021013" y="3319463"/>
          <p14:tracePt t="363372" x="2946400" y="3319463"/>
          <p14:tracePt t="363382" x="2878138" y="3319463"/>
          <p14:tracePt t="363393" x="2776538" y="3306763"/>
          <p14:tracePt t="363405" x="2687638" y="3306763"/>
          <p14:tracePt t="363415" x="2633663" y="3306763"/>
          <p14:tracePt t="363437" x="2598738" y="3306763"/>
          <p14:tracePt t="363438" x="2586038" y="3306763"/>
          <p14:tracePt t="363571" x="2598738" y="3306763"/>
          <p14:tracePt t="363583" x="2619375" y="3306763"/>
          <p14:tracePt t="363595" x="2633663" y="3306763"/>
          <p14:tracePt t="363606" x="2660650" y="3306763"/>
          <p14:tracePt t="363617" x="2687638" y="3306763"/>
          <p14:tracePt t="363628" x="2747963" y="3306763"/>
          <p14:tracePt t="363639" x="2789238" y="3306763"/>
          <p14:tracePt t="363651" x="2830513" y="3306763"/>
          <p14:tracePt t="363662" x="2878138" y="3306763"/>
          <p14:tracePt t="363673" x="2905125" y="3306763"/>
          <p14:tracePt t="363685" x="2919413" y="3306763"/>
          <p14:tracePt t="363695" x="2932113" y="3306763"/>
          <p14:tracePt t="363931" x="2946400" y="3306763"/>
          <p14:tracePt t="363954" x="2959100" y="3306763"/>
          <p14:tracePt t="363976" x="2973388" y="3306763"/>
          <p14:tracePt t="364280" x="2994025" y="3306763"/>
          <p14:tracePt t="364303" x="3006725" y="3306763"/>
          <p14:tracePt t="364314" x="3021013" y="3319463"/>
          <p14:tracePt t="364348" x="3033713" y="3319463"/>
          <p14:tracePt t="364449" x="3048000" y="3319463"/>
          <p14:tracePt t="364484" x="3048000" y="3306763"/>
          <p14:tracePt t="364855" x="3062288" y="3306763"/>
          <p14:tracePt t="364966" x="3062288" y="3319463"/>
          <p14:tracePt t="365090" x="3048000" y="3319463"/>
          <p14:tracePt t="365102" x="3033713" y="3319463"/>
          <p14:tracePt t="365124" x="3021013" y="3319463"/>
          <p14:tracePt t="365293" x="3033713" y="3319463"/>
          <p14:tracePt t="365305" x="3033713" y="3306763"/>
          <p14:tracePt t="365371" x="3048000" y="3306763"/>
          <p14:tracePt t="365383" x="3062288" y="3292475"/>
          <p14:tracePt t="365427" x="3048000" y="3292475"/>
          <p14:tracePt t="365450" x="3021013" y="3292475"/>
          <p14:tracePt t="365461" x="3006725" y="3292475"/>
          <p14:tracePt t="365474" x="2994025" y="3292475"/>
          <p14:tracePt t="365484" x="2973388" y="3292475"/>
          <p14:tracePt t="365496" x="2946400" y="3292475"/>
          <p14:tracePt t="365507" x="2919413" y="3306763"/>
          <p14:tracePt t="365531" x="2878138" y="3306763"/>
          <p14:tracePt t="365531" x="2816225" y="3333750"/>
          <p14:tracePt t="365541" x="2747963" y="3360738"/>
          <p14:tracePt t="365552" x="2673350" y="3408363"/>
          <p14:tracePt t="365564" x="2544763" y="3476625"/>
          <p14:tracePt t="365574" x="2414588" y="3551238"/>
          <p14:tracePt t="365586" x="2312988" y="3592513"/>
          <p14:tracePt t="365597" x="2197100" y="3667125"/>
          <p14:tracePt t="365608" x="2101850" y="3721100"/>
          <p14:tracePt t="365621" x="2014538" y="3783013"/>
          <p14:tracePt t="365631" x="1973263" y="3810000"/>
          <p14:tracePt t="365642" x="1925638" y="3836988"/>
          <p14:tracePt t="365654" x="1898650" y="3863975"/>
          <p14:tracePt t="365666" x="1898650" y="3884613"/>
          <p14:tracePt t="365677" x="1884363" y="3884613"/>
          <p14:tracePt t="365687" x="1884363" y="3898900"/>
          <p14:tracePt t="365699" x="1871663" y="3898900"/>
          <p14:tracePt t="365710" x="1871663" y="3911600"/>
          <p14:tracePt t="365720" x="1836738" y="3911600"/>
          <p14:tracePt t="365732" x="1809750" y="3898900"/>
          <p14:tracePt t="366013" x="1824038" y="3898900"/>
          <p14:tracePt t="366046" x="1824038" y="3884613"/>
          <p14:tracePt t="366058" x="1824038" y="3863975"/>
          <p14:tracePt t="366070" x="1824038" y="3851275"/>
          <p14:tracePt t="366082" x="1809750" y="3851275"/>
          <p14:tracePt t="366093" x="1809750" y="3836988"/>
          <p14:tracePt t="366114" x="1795463" y="3824288"/>
          <p14:tracePt t="366127" x="1782763" y="3824288"/>
          <p14:tracePt t="366137" x="1768475" y="3810000"/>
          <p14:tracePt t="366160" x="1755775" y="3795713"/>
          <p14:tracePt t="366171" x="1741488" y="3795713"/>
          <p14:tracePt t="366193" x="1728788" y="3783013"/>
          <p14:tracePt t="366226" x="1708150" y="3783013"/>
          <p14:tracePt t="366238" x="1708150" y="3768725"/>
          <p14:tracePt t="366260" x="1693863" y="3768725"/>
          <p14:tracePt t="366272" x="1681163" y="3768725"/>
          <p14:tracePt t="366284" x="1681163" y="3756025"/>
          <p14:tracePt t="366295" x="1666875" y="3756025"/>
          <p14:tracePt t="366306" x="1652588" y="3756025"/>
          <p14:tracePt t="366318" x="1639888" y="3756025"/>
          <p14:tracePt t="366329" x="1612900" y="3756025"/>
          <p14:tracePt t="366339" x="1598613" y="3756025"/>
          <p14:tracePt t="366352" x="1577975" y="3735388"/>
          <p14:tracePt t="366373" x="1565275" y="3735388"/>
          <p14:tracePt t="366384" x="1550988" y="3735388"/>
          <p14:tracePt t="366417" x="1538288" y="3735388"/>
          <p14:tracePt t="366429" x="1538288" y="3756025"/>
          <p14:tracePt t="366441" x="1524000" y="3756025"/>
          <p14:tracePt t="366463" x="1509713" y="3756025"/>
          <p14:tracePt t="366474" x="1497013" y="3756025"/>
          <p14:tracePt t="366497" x="1497013" y="3768725"/>
          <p14:tracePt t="366509" x="1482725" y="3768725"/>
          <p14:tracePt t="366520" x="1470025" y="3768725"/>
          <p14:tracePt t="366531" x="1470025" y="3783013"/>
          <p14:tracePt t="366544" x="1449388" y="3795713"/>
          <p14:tracePt t="366554" x="1435100" y="3810000"/>
          <p14:tracePt t="366576" x="1422400" y="3824288"/>
          <p14:tracePt t="366587" x="1408113" y="3836988"/>
          <p14:tracePt t="366598" x="1408113" y="3851275"/>
          <p14:tracePt t="366611" x="1395413" y="3863975"/>
          <p14:tracePt t="366621" x="1395413" y="3884613"/>
          <p14:tracePt t="366633" x="1395413" y="3898900"/>
          <p14:tracePt t="366645" x="1395413" y="3911600"/>
          <p14:tracePt t="366655" x="1395413" y="3925888"/>
          <p14:tracePt t="366667" x="1395413" y="3938588"/>
          <p14:tracePt t="366688" x="1408113" y="3952875"/>
          <p14:tracePt t="366710" x="1422400" y="3952875"/>
          <p14:tracePt t="366722" x="1422400" y="3967163"/>
          <p14:tracePt t="366734" x="1435100" y="3967163"/>
          <p14:tracePt t="366745" x="1449388" y="3967163"/>
          <p14:tracePt t="366755" x="1482725" y="3979863"/>
          <p14:tracePt t="366768" x="1509713" y="3979863"/>
          <p14:tracePt t="366779" x="1550988" y="3994150"/>
          <p14:tracePt t="366790" x="1565275" y="3994150"/>
          <p14:tracePt t="366802" x="1612900" y="4014788"/>
          <p14:tracePt t="366813" x="1625600" y="4014788"/>
          <p14:tracePt t="366823" x="1639888" y="4014788"/>
          <p14:tracePt t="366835" x="1652588" y="4014788"/>
          <p14:tracePt t="366847" x="1666875" y="4014788"/>
          <p14:tracePt t="366857" x="1681163" y="4014788"/>
          <p14:tracePt t="366869" x="1693863" y="4014788"/>
          <p14:tracePt t="366890" x="1708150" y="4014788"/>
          <p14:tracePt t="366913" x="1728788" y="4014788"/>
          <p14:tracePt t="366924" x="1755775" y="4014788"/>
          <p14:tracePt t="366936" x="1768475" y="4014788"/>
          <p14:tracePt t="366947" x="1795463" y="4014788"/>
          <p14:tracePt t="366959" x="1824038" y="4027488"/>
          <p14:tracePt t="366971" x="1857375" y="4027488"/>
          <p14:tracePt t="366982" x="1898650" y="4027488"/>
          <p14:tracePt t="366994" x="1925638" y="4027488"/>
          <p14:tracePt t="367003" x="1973263" y="4027488"/>
          <p14:tracePt t="367016" x="2000250" y="4027488"/>
          <p14:tracePt t="367027" x="2054225" y="4014788"/>
          <p14:tracePt t="367038" x="2101850" y="4014788"/>
          <p14:tracePt t="367050" x="2157413" y="4014788"/>
          <p14:tracePt t="367061" x="2197100" y="4014788"/>
          <p14:tracePt t="367071" x="2259013" y="4014788"/>
          <p14:tracePt t="367083" x="2312988" y="4014788"/>
          <p14:tracePt t="367094" x="2360613" y="3994150"/>
          <p14:tracePt t="367104" x="2401888" y="3994150"/>
          <p14:tracePt t="367117" x="2455863" y="3979863"/>
          <p14:tracePt t="367128" x="2503488" y="3967163"/>
          <p14:tracePt t="367139" x="2571750" y="3952875"/>
          <p14:tracePt t="367151" x="2633663" y="3938588"/>
          <p14:tracePt t="367163" x="2700338" y="3925888"/>
          <p14:tracePt t="367174" x="2747963" y="3925888"/>
          <p14:tracePt t="367185" x="2803525" y="3898900"/>
          <p14:tracePt t="367196" x="2863850" y="3884613"/>
          <p14:tracePt t="367206" x="2890838" y="3884613"/>
          <p14:tracePt t="367218" x="2919413" y="3863975"/>
          <p14:tracePt t="367229" x="2932113" y="3863975"/>
          <p14:tracePt t="367239" x="2946400" y="3851275"/>
          <p14:tracePt t="367273" x="2959100" y="3851275"/>
          <p14:tracePt t="367284" x="2959100" y="3836988"/>
          <p14:tracePt t="367317" x="2959100" y="3824288"/>
          <p14:tracePt t="367340" x="2959100" y="3810000"/>
          <p14:tracePt t="367351" x="2973388" y="3795713"/>
          <p14:tracePt t="367385" x="2973388" y="3783013"/>
          <p14:tracePt t="367419" x="2973388" y="3768725"/>
          <p14:tracePt t="367442" x="2959100" y="3756025"/>
          <p14:tracePt t="367464" x="2946400" y="3756025"/>
          <p14:tracePt t="367476" x="2932113" y="3756025"/>
          <p14:tracePt t="367498" x="2919413" y="3756025"/>
          <p14:tracePt t="367510" x="2919413" y="3735388"/>
          <p14:tracePt t="367521" x="2905125" y="3735388"/>
          <p14:tracePt t="367532" x="2890838" y="3735388"/>
          <p14:tracePt t="367545" x="2878138" y="3735388"/>
          <p14:tracePt t="367555" x="2863850" y="3756025"/>
          <p14:tracePt t="367566" x="2843213" y="3756025"/>
          <p14:tracePt t="367578" x="2830513" y="3756025"/>
          <p14:tracePt t="367588" x="2816225" y="3768725"/>
          <p14:tracePt t="367601" x="2803525" y="3768725"/>
          <p14:tracePt t="367633" x="2789238" y="3783013"/>
          <p14:tracePt t="367636" x="2776538" y="3795713"/>
          <p14:tracePt t="367645" x="2762250" y="3810000"/>
          <p14:tracePt t="367649" x="2747963" y="3824288"/>
          <p14:tracePt t="367667" x="2735263" y="3836988"/>
          <p14:tracePt t="367672" x="2735263" y="3851275"/>
          <p14:tracePt t="367679" x="2714625" y="3863975"/>
          <p14:tracePt t="367691" x="2714625" y="3884613"/>
          <p14:tracePt t="367702" x="2714625" y="3898900"/>
          <p14:tracePt t="367712" x="2714625" y="3911600"/>
          <p14:tracePt t="367724" x="2714625" y="3925888"/>
          <p14:tracePt t="367745" x="2735263" y="3938588"/>
          <p14:tracePt t="367757" x="2747963" y="3952875"/>
          <p14:tracePt t="367769" x="2762250" y="3952875"/>
          <p14:tracePt t="367780" x="2776538" y="3967163"/>
          <p14:tracePt t="367791" x="2803525" y="3979863"/>
          <p14:tracePt t="367803" x="2816225" y="3979863"/>
          <p14:tracePt t="367814" x="2843213" y="3979863"/>
          <p14:tracePt t="367824" x="2863850" y="3979863"/>
          <p14:tracePt t="367836" x="2878138" y="3994150"/>
          <p14:tracePt t="367847" x="2905125" y="3994150"/>
          <p14:tracePt t="367859" x="2919413" y="3994150"/>
          <p14:tracePt t="367869" x="2946400" y="3994150"/>
          <p14:tracePt t="367880" x="2959100" y="3994150"/>
          <p14:tracePt t="367893" x="2973388" y="3994150"/>
          <p14:tracePt t="367904" x="3006725" y="3994150"/>
          <p14:tracePt t="367916" x="3033713" y="3994150"/>
          <p14:tracePt t="367927" x="3062288" y="3994150"/>
          <p14:tracePt t="367937" x="3089275" y="3994150"/>
          <p14:tracePt t="367949" x="3122613" y="3994150"/>
          <p14:tracePt t="367961" x="3149600" y="3994150"/>
          <p14:tracePt t="367971" x="3163888" y="3994150"/>
          <p14:tracePt t="367983" x="3190875" y="3994150"/>
          <p14:tracePt t="367994" x="3205163" y="3994150"/>
          <p14:tracePt t="368004" x="3217863" y="3994150"/>
          <p14:tracePt t="368016" x="3232150" y="3994150"/>
          <p14:tracePt t="368027" x="3252788" y="3994150"/>
          <p14:tracePt t="368038" x="3265488" y="3994150"/>
          <p14:tracePt t="368050" x="3279775" y="3994150"/>
          <p14:tracePt t="368061" x="3292475" y="3979863"/>
          <p14:tracePt t="368083" x="3306763" y="3979863"/>
          <p14:tracePt t="368094" x="3319463" y="3979863"/>
          <p14:tracePt t="368105" x="3333750" y="3979863"/>
          <p14:tracePt t="368128" x="3348038" y="3979863"/>
          <p14:tracePt t="368139" x="3360738" y="3979863"/>
          <p14:tracePt t="368151" x="3381375" y="3979863"/>
          <p14:tracePt t="368162" x="3381375" y="3967163"/>
          <p14:tracePt t="368184" x="3395663" y="3967163"/>
          <p14:tracePt t="368206" x="3408363" y="3952875"/>
          <p14:tracePt t="368240" x="3408363" y="3938588"/>
          <p14:tracePt t="368252" x="3422650" y="3938588"/>
          <p14:tracePt t="368308" x="3408363" y="3952875"/>
          <p14:tracePt t="368319" x="3381375" y="3952875"/>
          <p14:tracePt t="368332" x="3333750" y="3952875"/>
          <p14:tracePt t="368555" x="3348038" y="3952875"/>
          <p14:tracePt t="368589" x="3348038" y="3938588"/>
          <p14:tracePt t="368600" x="3360738" y="3938588"/>
          <p14:tracePt t="368612" x="3381375" y="3938588"/>
          <p14:tracePt t="368624" x="3395663" y="3938588"/>
          <p14:tracePt t="368636" x="3422650" y="3952875"/>
          <p14:tracePt t="368646" x="3435350" y="3952875"/>
          <p14:tracePt t="368679" x="3449638" y="3952875"/>
          <p14:tracePt t="368682" x="3462338" y="3952875"/>
          <p14:tracePt t="368693" x="3497263" y="3952875"/>
          <p14:tracePt t="368714" x="3509963" y="3952875"/>
          <p14:tracePt t="368949" x="3524250" y="3952875"/>
          <p14:tracePt t="369500" x="3524250" y="3967163"/>
          <p14:tracePt t="369670" x="3538538" y="3967163"/>
          <p14:tracePt t="372123" x="3551238" y="3967163"/>
          <p14:tracePt t="372134" x="3592513" y="3967163"/>
          <p14:tracePt t="372144" x="3640138" y="3967163"/>
          <p14:tracePt t="372155" x="3667125" y="3967163"/>
          <p14:tracePt t="372167" x="3708400" y="3967163"/>
          <p14:tracePt t="372178" x="3735388" y="3967163"/>
          <p14:tracePt t="372191" x="3756025" y="3967163"/>
          <p14:tracePt t="372301" x="3768725" y="3967163"/>
          <p14:tracePt t="372313" x="3768725" y="3952875"/>
          <p14:tracePt t="372325" x="3783013" y="3952875"/>
          <p14:tracePt t="372335" x="3795713" y="3938588"/>
          <p14:tracePt t="372350" x="3810000" y="3925888"/>
          <p14:tracePt t="372358" x="3824288" y="3898900"/>
          <p14:tracePt t="372370" x="3836988" y="3884613"/>
          <p14:tracePt t="372383" x="3851275" y="3863975"/>
          <p14:tracePt t="372392" x="3851275" y="3836988"/>
          <p14:tracePt t="372403" x="3851275" y="3824288"/>
          <p14:tracePt t="372416" x="3851275" y="3810000"/>
          <p14:tracePt t="372427" x="3851275" y="3795713"/>
          <p14:tracePt t="372438" x="3836988" y="3768725"/>
          <p14:tracePt t="372450" x="3810000" y="3756025"/>
          <p14:tracePt t="372461" x="3783013" y="3735388"/>
          <p14:tracePt t="372471" x="3735388" y="3708400"/>
          <p14:tracePt t="372485" x="3694113" y="3694113"/>
          <p14:tracePt t="372494" x="3625850" y="3681413"/>
          <p14:tracePt t="372505" x="3565525" y="3667125"/>
          <p14:tracePt t="372518" x="3524250" y="3652838"/>
          <p14:tracePt t="372528" x="3476625" y="3652838"/>
          <p14:tracePt t="372540" x="3435350" y="3640138"/>
          <p14:tracePt t="372551" x="3395663" y="3640138"/>
          <p14:tracePt t="372561" x="3360738" y="3640138"/>
          <p14:tracePt t="372573" x="3333750" y="3640138"/>
          <p14:tracePt t="372584" x="3292475" y="3652838"/>
          <p14:tracePt t="372594" x="3265488" y="3652838"/>
          <p14:tracePt t="372606" x="3217863" y="3652838"/>
          <p14:tracePt t="372617" x="3176588" y="3667125"/>
          <p14:tracePt t="372628" x="3136900" y="3681413"/>
          <p14:tracePt t="372641" x="3122613" y="3681413"/>
          <p14:tracePt t="372651" x="3074988" y="3694113"/>
          <p14:tracePt t="372662" x="3048000" y="3708400"/>
          <p14:tracePt t="372684" x="3021013" y="3708400"/>
          <p14:tracePt t="372688" x="2994025" y="3721100"/>
          <p14:tracePt t="372696" x="2959100" y="3756025"/>
          <p14:tracePt t="372709" x="2946400" y="3768725"/>
          <p14:tracePt t="372719" x="2932113" y="3795713"/>
          <p14:tracePt t="372731" x="2919413" y="3810000"/>
          <p14:tracePt t="372741" x="2905125" y="3836988"/>
          <p14:tracePt t="372754" x="2905125" y="3863975"/>
          <p14:tracePt t="372763" x="2905125" y="3898900"/>
          <p14:tracePt t="372775" x="2905125" y="3911600"/>
          <p14:tracePt t="372797" x="2919413" y="3938588"/>
          <p14:tracePt t="372801" x="2932113" y="3952875"/>
          <p14:tracePt t="372810" x="2946400" y="3979863"/>
          <p14:tracePt t="372820" x="2973388" y="3994150"/>
          <p14:tracePt t="372833" x="2994025" y="4014788"/>
          <p14:tracePt t="372843" x="3021013" y="4027488"/>
          <p14:tracePt t="372876" x="3062288" y="4041775"/>
          <p14:tracePt t="372879" x="3089275" y="4041775"/>
          <p14:tracePt t="372890" x="3232150" y="4068763"/>
          <p14:tracePt t="372902" x="3292475" y="4068763"/>
          <p14:tracePt t="372910" x="3381375" y="4081463"/>
          <p14:tracePt t="372922" x="3476625" y="4081463"/>
          <p14:tracePt t="372933" x="3565525" y="4068763"/>
          <p14:tracePt t="372943" x="3625850" y="4068763"/>
          <p14:tracePt t="372954" x="3708400" y="4054475"/>
          <p14:tracePt t="372966" x="3783013" y="4041775"/>
          <p14:tracePt t="372977" x="3824288" y="4027488"/>
          <p14:tracePt t="372988" x="3863975" y="3994150"/>
          <p14:tracePt t="373000" x="3911600" y="3979863"/>
          <p14:tracePt t="373010" x="3938588" y="3952875"/>
          <p14:tracePt t="373023" x="3967163" y="3938588"/>
          <p14:tracePt t="373033" x="3979863" y="3911600"/>
          <p14:tracePt t="373044" x="3979863" y="3884613"/>
          <p14:tracePt t="373056" x="3979863" y="3863975"/>
          <p14:tracePt t="373067" x="3967163" y="3836988"/>
          <p14:tracePt t="373078" x="3925888" y="3810000"/>
          <p14:tracePt t="373090" x="3884613" y="3783013"/>
          <p14:tracePt t="373101" x="3768725" y="3735388"/>
          <p14:tracePt t="373112" x="3640138" y="3708400"/>
          <p14:tracePt t="373123" x="3497263" y="3681413"/>
          <p14:tracePt t="373135" x="3408363" y="3667125"/>
          <p14:tracePt t="373145" x="3265488" y="3652838"/>
          <p14:tracePt t="373157" x="3163888" y="3652838"/>
          <p14:tracePt t="373169" x="3089275" y="3652838"/>
          <p14:tracePt t="373179" x="3048000" y="3667125"/>
          <p14:tracePt t="373191" x="3021013" y="3681413"/>
          <p14:tracePt t="373202" x="3006725" y="3694113"/>
          <p14:tracePt t="373214" x="2973388" y="3721100"/>
          <p14:tracePt t="373224" x="2959100" y="3756025"/>
          <p14:tracePt t="373236" x="2959100" y="3783013"/>
          <p14:tracePt t="373258" x="2946400" y="3810000"/>
          <p14:tracePt t="373263" x="2946400" y="3836988"/>
          <p14:tracePt t="373272" x="2946400" y="3863975"/>
          <p14:tracePt t="373285" x="2959100" y="3884613"/>
          <p14:tracePt t="373294" x="2973388" y="3911600"/>
          <p14:tracePt t="373305" x="3006725" y="3925888"/>
          <p14:tracePt t="373316" x="3048000" y="3952875"/>
          <p14:tracePt t="373326" x="3089275" y="3952875"/>
          <p14:tracePt t="373337" x="3149600" y="3967163"/>
          <p14:tracePt t="373349" x="3232150" y="3979863"/>
          <p14:tracePt t="373359" x="3306763" y="3967163"/>
          <p14:tracePt t="373371" x="3408363" y="3967163"/>
          <p14:tracePt t="373383" x="3497263" y="3938588"/>
          <p14:tracePt t="373393" x="3578225" y="3911600"/>
          <p14:tracePt t="373404" x="3625850" y="3884613"/>
          <p14:tracePt t="373416" x="3667125" y="3836988"/>
          <p14:tracePt t="373427" x="3681413" y="3810000"/>
          <p14:tracePt t="373438" x="3681413" y="3783013"/>
          <p14:tracePt t="373450" x="3667125" y="3756025"/>
          <p14:tracePt t="373460" x="3605213" y="3708400"/>
          <p14:tracePt t="373472" x="3565525" y="3681413"/>
          <p14:tracePt t="373484" x="3462338" y="3652838"/>
          <p14:tracePt t="373494" x="3333750" y="3625850"/>
          <p14:tracePt t="373506" x="3190875" y="3625850"/>
          <p14:tracePt t="373517" x="3089275" y="3605213"/>
          <p14:tracePt t="373528" x="2973388" y="3605213"/>
          <p14:tracePt t="373539" x="2890838" y="3625850"/>
          <p14:tracePt t="373551" x="2863850" y="3625850"/>
          <p14:tracePt t="373562" x="2830513" y="3640138"/>
          <p14:tracePt t="373574" x="2816225" y="3640138"/>
          <p14:tracePt t="373585" x="2816225" y="3652838"/>
          <p14:tracePt t="373607" x="2816225" y="3667125"/>
          <p14:tracePt t="373618" x="2816225" y="3681413"/>
          <p14:tracePt t="373629" x="2816225" y="3694113"/>
          <p14:tracePt t="373641" x="2803525" y="3708400"/>
          <p14:tracePt t="373652" x="2803525" y="3721100"/>
          <p14:tracePt t="373663" x="2803525" y="3735388"/>
          <p14:tracePt t="373674" x="2816225" y="3756025"/>
          <p14:tracePt t="373685" x="2816225" y="3768725"/>
          <p14:tracePt t="373698" x="2830513" y="3795713"/>
          <p14:tracePt t="373708" x="2843213" y="3810000"/>
          <p14:tracePt t="373720" x="2878138" y="3824288"/>
          <p14:tracePt t="373732" x="2919413" y="3836988"/>
          <p14:tracePt t="373742" x="2973388" y="3851275"/>
          <p14:tracePt t="373753" x="3089275" y="3863975"/>
          <p14:tracePt t="373766" x="3205163" y="3884613"/>
          <p14:tracePt t="373776" x="3333750" y="3898900"/>
          <p14:tracePt t="373788" x="3422650" y="3898900"/>
          <p14:tracePt t="373799" x="3538538" y="3911600"/>
          <p14:tracePt t="373809" x="3605213" y="3911600"/>
          <p14:tracePt t="373820" x="3652838" y="3911600"/>
          <p14:tracePt t="373832" x="3681413" y="3911600"/>
          <p14:tracePt t="373854" x="3681413" y="3898900"/>
          <p14:tracePt t="374079" x="3681413" y="3911600"/>
          <p14:tracePt t="374113" x="3681413" y="3898900"/>
          <p14:tracePt t="374147" x="3694113" y="3898900"/>
          <p14:tracePt t="374169" x="3708400" y="3911600"/>
          <p14:tracePt t="374259" x="3708400" y="3898900"/>
          <p14:tracePt t="374271" x="3694113" y="3898900"/>
          <p14:tracePt t="374282" x="3681413" y="3898900"/>
          <p14:tracePt t="374293" x="3667125" y="3884613"/>
          <p14:tracePt t="374306" x="3652838" y="3884613"/>
          <p14:tracePt t="374316" x="3640138" y="3884613"/>
          <p14:tracePt t="374327" x="3625850" y="3884613"/>
          <p14:tracePt t="374349" x="3605213" y="3884613"/>
          <p14:tracePt t="374461" x="3605213" y="3898900"/>
          <p14:tracePt t="374474" x="3605213" y="3938588"/>
          <p14:tracePt t="374485" x="3625850" y="4041775"/>
          <p14:tracePt t="374496" x="3667125" y="4143375"/>
          <p14:tracePt t="374509" x="3810000" y="4367213"/>
          <p14:tracePt t="374520" x="4041775" y="4660900"/>
          <p14:tracePt t="374530" x="4327525" y="4973638"/>
          <p14:tracePt t="374542" x="4545013" y="5191125"/>
          <p14:tracePt t="374552" x="4816475" y="5462588"/>
          <p14:tracePt t="374563" x="5075238" y="5694363"/>
          <p14:tracePt t="374575" x="5259388" y="5837238"/>
          <p14:tracePt t="374586" x="5476875" y="5994400"/>
          <p14:tracePt t="374597" x="5578475" y="6110288"/>
          <p14:tracePt t="374609" x="5592763" y="6122988"/>
          <p14:tracePt t="374856" x="5605463" y="6137275"/>
          <p14:tracePt t="374867" x="5619750" y="6137275"/>
          <p14:tracePt t="374879" x="5634038" y="6149975"/>
          <p14:tracePt t="374890" x="5634038" y="6170613"/>
          <p14:tracePt t="374901" x="5646738" y="6184900"/>
          <p14:tracePt t="374913" x="5681663" y="6224588"/>
          <p14:tracePt t="374924" x="5694363" y="6253163"/>
          <p14:tracePt t="374936" x="5721350" y="6280150"/>
          <p14:tracePt t="374968" x="5735638" y="6327775"/>
          <p14:tracePt t="374971" x="5762625" y="6367463"/>
          <p14:tracePt t="374982" x="5824538" y="6456363"/>
          <p14:tracePt t="374991" x="5851525" y="6497638"/>
          <p14:tracePt t="375003" x="5864225" y="6524625"/>
          <p14:tracePt t="375016" x="5878513" y="6545263"/>
          <p14:tracePt t="375026" x="5878513" y="6557963"/>
          <p14:tracePt t="375037" x="5864225" y="6557963"/>
          <p14:tracePt t="375048" x="5864225" y="6572250"/>
          <p14:tracePt t="375069" x="5851525" y="6572250"/>
          <p14:tracePt t="375081" x="5837238" y="6557963"/>
          <p14:tracePt t="375092" x="5824538" y="6557963"/>
          <p14:tracePt t="375103" x="5795963" y="6545263"/>
          <p14:tracePt t="375115" x="5762625" y="6510338"/>
          <p14:tracePt t="375125" x="5735638" y="6483350"/>
          <p14:tracePt t="375138" x="5694363" y="6443663"/>
          <p14:tracePt t="375149" x="5634038" y="6367463"/>
          <p14:tracePt t="375160" x="5578475" y="6265863"/>
          <p14:tracePt t="375172" x="5551488" y="6170613"/>
          <p14:tracePt t="375183" x="5476875" y="6021388"/>
          <p14:tracePt t="375193" x="5422900" y="5864225"/>
          <p14:tracePt t="375205" x="5375275" y="5735638"/>
          <p14:tracePt t="375216" x="5319713" y="5565775"/>
          <p14:tracePt t="375227" x="5292725" y="5387975"/>
          <p14:tracePt t="375239" x="5280025" y="5280025"/>
          <p14:tracePt t="375251" x="5245100" y="5116513"/>
          <p14:tracePt t="375261" x="5232400" y="4986338"/>
          <p14:tracePt t="375273" x="5205413" y="4884738"/>
          <p14:tracePt t="375284" x="5191125" y="4816475"/>
          <p14:tracePt t="375294" x="5164138" y="4756150"/>
          <p14:tracePt t="375306" x="5164138" y="4729163"/>
          <p14:tracePt t="375317" x="5149850" y="4729163"/>
          <p14:tracePt t="375328" x="5149850" y="4714875"/>
          <p14:tracePt t="375339" x="5149850" y="4700588"/>
          <p14:tracePt t="375351" x="5129213" y="4700588"/>
          <p14:tracePt t="375363" x="5129213" y="4687888"/>
          <p14:tracePt t="375384" x="5116513" y="4673600"/>
          <p14:tracePt t="375388" x="5089525" y="4673600"/>
          <p14:tracePt t="375398" x="5075238" y="4673600"/>
          <p14:tracePt t="375407" x="5048250" y="4673600"/>
          <p14:tracePt t="375419" x="5033963" y="4673600"/>
          <p14:tracePt t="375431" x="5021263" y="4673600"/>
          <p14:tracePt t="375441" x="4986338" y="4660900"/>
          <p14:tracePt t="375452" x="4946650" y="4660900"/>
          <p14:tracePt t="375464" x="4905375" y="4660900"/>
          <p14:tracePt t="375474" x="4830763" y="4660900"/>
          <p14:tracePt t="375486" x="4741863" y="4660900"/>
          <p14:tracePt t="375710" x="4756150" y="4660900"/>
          <p14:tracePt t="375721" x="4776788" y="4625975"/>
          <p14:tracePt t="375733" x="4776788" y="4586288"/>
          <p14:tracePt t="375744" x="4789488" y="4530725"/>
          <p14:tracePt t="375758" x="4803775" y="4443413"/>
          <p14:tracePt t="375768" x="4816475" y="4387850"/>
          <p14:tracePt t="375780" x="4803775" y="4313238"/>
          <p14:tracePt t="375792" x="4789488" y="4238625"/>
          <p14:tracePt t="375802" x="4776788" y="4197350"/>
          <p14:tracePt t="375814" x="4756150" y="4143375"/>
          <p14:tracePt t="375825" x="4756150" y="4110038"/>
          <p14:tracePt t="375835" x="4756150" y="4095750"/>
          <p14:tracePt t="375846" x="4756150" y="4081463"/>
          <p14:tracePt t="375858" x="4741863" y="4081463"/>
          <p14:tracePt t="375868" x="4741863" y="4068763"/>
          <p14:tracePt t="375901" x="4729163" y="4068763"/>
          <p14:tracePt t="375946" x="4729163" y="4054475"/>
          <p14:tracePt t="375958" x="4714875" y="4054475"/>
          <p14:tracePt t="375980" x="4687888" y="4041775"/>
          <p14:tracePt t="375992" x="4673600" y="4027488"/>
          <p14:tracePt t="376014" x="4660900" y="4027488"/>
          <p14:tracePt t="376017" x="4646613" y="4014788"/>
          <p14:tracePt t="376027" x="4625975" y="4014788"/>
          <p14:tracePt t="376039" x="4613275" y="3994150"/>
          <p14:tracePt t="376050" x="4598988" y="3994150"/>
          <p14:tracePt t="376093" x="4586288" y="3994150"/>
          <p14:tracePt t="376115" x="4572000" y="3994150"/>
          <p14:tracePt t="376239" x="4586288" y="4014788"/>
          <p14:tracePt t="376262" x="4572000" y="4014788"/>
          <p14:tracePt t="376565" x="4586288" y="4014788"/>
          <p14:tracePt t="376587" x="4572000" y="4014788"/>
          <p14:tracePt t="376632" x="4557713" y="4014788"/>
          <p14:tracePt t="376757" x="4545013" y="4014788"/>
          <p14:tracePt t="376790" x="4530725" y="4014788"/>
          <p14:tracePt t="377217" x="4545013" y="4014788"/>
          <p14:tracePt t="377229" x="4557713" y="4014788"/>
          <p14:tracePt t="377242" x="4572000" y="4014788"/>
          <p14:tracePt t="377252" x="4586288" y="4014788"/>
          <p14:tracePt t="377263" x="4598988" y="4027488"/>
          <p14:tracePt t="377286" x="4613275" y="4027488"/>
          <p14:tracePt t="377557" x="4625975" y="4027488"/>
          <p14:tracePt t="377578" x="4646613" y="4027488"/>
          <p14:tracePt t="377591" x="4660900" y="4027488"/>
          <p14:tracePt t="377612" x="4673600" y="4027488"/>
          <p14:tracePt t="377803" x="4687888" y="4027488"/>
          <p14:tracePt t="377848" x="4700588" y="4027488"/>
          <p14:tracePt t="377870" x="4714875" y="4027488"/>
          <p14:tracePt t="377893" x="4729163" y="4014788"/>
          <p14:tracePt t="377905" x="4741863" y="4014788"/>
          <p14:tracePt t="377916" x="4756150" y="4014788"/>
          <p14:tracePt t="377928" x="4776788" y="4014788"/>
          <p14:tracePt t="377961" x="4789488" y="4014788"/>
          <p14:tracePt t="378185" x="4789488" y="4027488"/>
          <p14:tracePt t="378219" x="4776788" y="4027488"/>
          <p14:tracePt t="378230" x="4741863" y="4027488"/>
          <p14:tracePt t="378489" x="4756150" y="4027488"/>
          <p14:tracePt t="378512" x="4776788" y="4027488"/>
          <p14:tracePt t="378524" x="4789488" y="4027488"/>
          <p14:tracePt t="378545" x="4803775" y="4027488"/>
          <p14:tracePt t="378579" x="4816475" y="4027488"/>
          <p14:tracePt t="378601" x="4830763" y="4027488"/>
          <p14:tracePt t="378624" x="4843463" y="4027488"/>
          <p14:tracePt t="378647" x="4857750" y="4027488"/>
          <p14:tracePt t="378658" x="4872038" y="4027488"/>
          <p14:tracePt t="378669" x="4884738" y="4027488"/>
          <p14:tracePt t="378691" x="4905375" y="4027488"/>
          <p14:tracePt t="378815" x="4919663" y="4027488"/>
          <p14:tracePt t="379029" x="4932363" y="4027488"/>
          <p14:tracePt t="379198" x="4932363" y="4014788"/>
          <p14:tracePt t="379220" x="4946650" y="4014788"/>
          <p14:tracePt t="379377" x="4946650" y="3994150"/>
          <p14:tracePt t="379434" x="4946650" y="3979863"/>
          <p14:tracePt t="379501" x="4946650" y="3967163"/>
          <p14:tracePt t="379602" x="4946650" y="3952875"/>
          <p14:tracePt t="379659" x="4932363" y="3952875"/>
          <p14:tracePt t="379670" x="4932363" y="3938588"/>
          <p14:tracePt t="379715" x="4932363" y="3925888"/>
          <p14:tracePt t="379771" x="4932363" y="3911600"/>
          <p14:tracePt t="379783" x="4919663" y="3911600"/>
          <p14:tracePt t="379827" x="4919663" y="3898900"/>
          <p14:tracePt t="380030" x="4919663" y="3911600"/>
          <p14:tracePt t="380109" x="4919663" y="3925888"/>
          <p14:tracePt t="380132" x="4919663" y="3938588"/>
          <p14:tracePt t="380144" x="4919663" y="3952875"/>
          <p14:tracePt t="380155" x="4905375" y="3967163"/>
          <p14:tracePt t="380167" x="4905375" y="3979863"/>
          <p14:tracePt t="380177" x="4905375" y="3994150"/>
          <p14:tracePt t="380210" x="4905375" y="4014788"/>
          <p14:tracePt t="380222" x="4919663" y="4014788"/>
          <p14:tracePt t="380267" x="4932363" y="4014788"/>
          <p14:tracePt t="380300" x="4946650" y="4014788"/>
          <p14:tracePt t="380323" x="4959350" y="4014788"/>
          <p14:tracePt t="380335" x="4973638" y="3994150"/>
          <p14:tracePt t="380346" x="4973638" y="3979863"/>
          <p14:tracePt t="380357" x="4973638" y="3967163"/>
          <p14:tracePt t="380368" x="4986338" y="3952875"/>
          <p14:tracePt t="380379" x="4986338" y="3938588"/>
          <p14:tracePt t="380391" x="4986338" y="3925888"/>
          <p14:tracePt t="380414" x="4986338" y="3911600"/>
          <p14:tracePt t="380426" x="4986338" y="3898900"/>
          <p14:tracePt t="380436" x="4973638" y="3898900"/>
          <p14:tracePt t="380458" x="4959350" y="3898900"/>
          <p14:tracePt t="380470" x="4946650" y="3898900"/>
          <p14:tracePt t="380480" x="4919663" y="3911600"/>
          <p14:tracePt t="380492" x="4905375" y="3925888"/>
          <p14:tracePt t="380503" x="4884738" y="3938588"/>
          <p14:tracePt t="380517" x="4857750" y="3952875"/>
          <p14:tracePt t="380528" x="4857750" y="3979863"/>
          <p14:tracePt t="380537" x="4843463" y="3994150"/>
          <p14:tracePt t="380560" x="4857750" y="4014788"/>
          <p14:tracePt t="380582" x="4872038" y="4027488"/>
          <p14:tracePt t="380593" x="4884738" y="4027488"/>
          <p14:tracePt t="380605" x="4905375" y="4027488"/>
          <p14:tracePt t="380627" x="4919663" y="4027488"/>
          <p14:tracePt t="380639" x="4932363" y="4027488"/>
          <p14:tracePt t="380651" x="4959350" y="4014788"/>
          <p14:tracePt t="380661" x="4959350" y="3994150"/>
          <p14:tracePt t="380673" x="4973638" y="3979863"/>
          <p14:tracePt t="380685" x="4973638" y="3967163"/>
          <p14:tracePt t="380695" x="4973638" y="3952875"/>
          <p14:tracePt t="380707" x="4973638" y="3925888"/>
          <p14:tracePt t="380718" x="4973638" y="3898900"/>
          <p14:tracePt t="380728" x="4959350" y="3898900"/>
          <p14:tracePt t="380740" x="4946650" y="3863975"/>
          <p14:tracePt t="380752" x="4932363" y="3863975"/>
          <p14:tracePt t="380762" x="4919663" y="3851275"/>
          <p14:tracePt t="380785" x="4905375" y="3851275"/>
          <p14:tracePt t="380796" x="4884738" y="3863975"/>
          <p14:tracePt t="380818" x="4872038" y="3884613"/>
          <p14:tracePt t="380829" x="4857750" y="3898900"/>
          <p14:tracePt t="380842" x="4857750" y="3925888"/>
          <p14:tracePt t="380863" x="4857750" y="3938588"/>
          <p14:tracePt t="380874" x="4857750" y="3952875"/>
          <p14:tracePt t="380908" x="4872038" y="3967163"/>
          <p14:tracePt t="380930" x="4884738" y="3952875"/>
          <p14:tracePt t="380942" x="4919663" y="3952875"/>
          <p14:tracePt t="380954" x="4932363" y="3938588"/>
          <p14:tracePt t="380967" x="4946650" y="3925888"/>
          <p14:tracePt t="380976" x="4959350" y="3911600"/>
          <p14:tracePt t="380987" x="4973638" y="3898900"/>
          <p14:tracePt t="381001" x="4973638" y="3884613"/>
          <p14:tracePt t="381011" x="4973638" y="3863975"/>
          <p14:tracePt t="381021" x="4973638" y="3851275"/>
          <p14:tracePt t="381043" x="4959350" y="3851275"/>
          <p14:tracePt t="381054" x="4959350" y="3836988"/>
          <p14:tracePt t="381066" x="4946650" y="3836988"/>
          <p14:tracePt t="381077" x="4932363" y="3836988"/>
          <p14:tracePt t="381100" x="4919663" y="3851275"/>
          <p14:tracePt t="381111" x="4905375" y="3851275"/>
          <p14:tracePt t="381123" x="4905375" y="3863975"/>
          <p14:tracePt t="381134" x="4884738" y="3884613"/>
          <p14:tracePt t="381156" x="4884738" y="3898900"/>
          <p14:tracePt t="381167" x="4884738" y="3911600"/>
          <p14:tracePt t="381178" x="4884738" y="3925888"/>
          <p14:tracePt t="381200" x="4905375" y="3925888"/>
          <p14:tracePt t="381212" x="4919663" y="3938588"/>
          <p14:tracePt t="381234" x="4932363" y="3938588"/>
          <p14:tracePt t="381268" x="4946650" y="3938588"/>
          <p14:tracePt t="381290" x="4946650" y="3925888"/>
          <p14:tracePt t="381337" x="4959350" y="3925888"/>
          <p14:tracePt t="381369" x="4959350" y="3938588"/>
          <p14:tracePt t="381391" x="4946650" y="3938588"/>
          <p14:tracePt t="381583" x="4959350" y="3938588"/>
          <p14:tracePt t="381596" x="4973638" y="3938588"/>
          <p14:tracePt t="381606" x="4986338" y="3938588"/>
          <p14:tracePt t="381617" x="5021263" y="3938588"/>
          <p14:tracePt t="381629" x="5048250" y="3925888"/>
          <p14:tracePt t="381640" x="5075238" y="3925888"/>
          <p14:tracePt t="381651" x="5102225" y="3925888"/>
          <p14:tracePt t="381662" x="5129213" y="3925888"/>
          <p14:tracePt t="381673" x="5149850" y="3925888"/>
          <p14:tracePt t="381684" x="5176838" y="3925888"/>
          <p14:tracePt t="381697" x="5191125" y="3925888"/>
          <p14:tracePt t="381707" x="5205413" y="3925888"/>
          <p14:tracePt t="381720" x="5218113" y="3925888"/>
          <p14:tracePt t="381740" x="5232400" y="3925888"/>
          <p14:tracePt t="381797" x="5232400" y="3938588"/>
          <p14:tracePt t="381908" x="5232400" y="3952875"/>
          <p14:tracePt t="381954" x="5232400" y="3967163"/>
          <p14:tracePt t="382056" x="5245100" y="3952875"/>
          <p14:tracePt t="382078" x="5259388" y="3952875"/>
          <p14:tracePt t="382089" x="5280025" y="3938588"/>
          <p14:tracePt t="382100" x="5292725" y="3938588"/>
          <p14:tracePt t="382112" x="5307013" y="3925888"/>
          <p14:tracePt t="382123" x="5319713" y="3925888"/>
          <p14:tracePt t="382135" x="5334000" y="3911600"/>
          <p14:tracePt t="382146" x="5348288" y="3898900"/>
          <p14:tracePt t="382157" x="5375275" y="3898900"/>
          <p14:tracePt t="382169" x="5387975" y="3898900"/>
          <p14:tracePt t="382179" x="5422900" y="3884613"/>
          <p14:tracePt t="382191" x="5435600" y="3884613"/>
          <p14:tracePt t="382203" x="5449888" y="3884613"/>
          <p14:tracePt t="382214" x="5462588" y="3884613"/>
          <p14:tracePt t="382225" x="5476875" y="3884613"/>
          <p14:tracePt t="382247" x="5476875" y="3898900"/>
          <p14:tracePt t="382280" x="5476875" y="3911600"/>
          <p14:tracePt t="382325" x="5476875" y="3925888"/>
          <p14:tracePt t="382359" x="5476875" y="3938588"/>
          <p14:tracePt t="382382" x="5462588" y="3938588"/>
          <p14:tracePt t="382394" x="5449888" y="3938588"/>
          <p14:tracePt t="382652" x="5462588" y="3938588"/>
          <p14:tracePt t="382663" x="5476875" y="3938588"/>
          <p14:tracePt t="382675" x="5491163" y="3938588"/>
          <p14:tracePt t="382686" x="5491163" y="3952875"/>
          <p14:tracePt t="382697" x="5503863" y="3952875"/>
          <p14:tracePt t="382754" x="5518150" y="3952875"/>
          <p14:tracePt t="382933" x="5538788" y="3938588"/>
          <p14:tracePt t="382978" x="5551488" y="3938588"/>
          <p14:tracePt t="383248" x="5565775" y="3952875"/>
          <p14:tracePt t="383282" x="5578475" y="3952875"/>
          <p14:tracePt t="383293" x="5592763" y="3952875"/>
          <p14:tracePt t="383315" x="5605463" y="3952875"/>
          <p14:tracePt t="383360" x="5619750" y="3952875"/>
          <p14:tracePt t="383374" x="5634038" y="3952875"/>
          <p14:tracePt t="383506" x="5634038" y="3938588"/>
          <p14:tracePt t="383540" x="5646738" y="3938588"/>
          <p14:tracePt t="383585" x="5667375" y="3938588"/>
          <p14:tracePt t="383697" x="5681663" y="3938588"/>
          <p14:tracePt t="384013" x="5681663" y="3925888"/>
          <p14:tracePt t="384058" x="5681663" y="3938588"/>
          <p14:tracePt t="384080" x="5694363" y="3938588"/>
          <p14:tracePt t="384093" x="5694363" y="3952875"/>
          <p14:tracePt t="384104" x="5708650" y="3952875"/>
          <p14:tracePt t="384125" x="5708650" y="3967163"/>
          <p14:tracePt t="384159" x="5721350" y="3967163"/>
          <p14:tracePt t="384193" x="5735638" y="3967163"/>
          <p14:tracePt t="384215" x="5748338" y="3967163"/>
          <p14:tracePt t="384227" x="5762625" y="3967163"/>
          <p14:tracePt t="384238" x="5795963" y="3967163"/>
          <p14:tracePt t="384250" x="5810250" y="3967163"/>
          <p14:tracePt t="384261" x="5837238" y="3967163"/>
          <p14:tracePt t="384273" x="5851525" y="3967163"/>
          <p14:tracePt t="384294" x="5837238" y="3967163"/>
          <p14:tracePt t="384519" x="5851525" y="3967163"/>
          <p14:tracePt t="384530" x="5864225" y="3967163"/>
          <p14:tracePt t="384553" x="5878513" y="3967163"/>
          <p14:tracePt t="384564" x="5891213" y="3967163"/>
          <p14:tracePt t="384576" x="5926138" y="3967163"/>
          <p14:tracePt t="384588" x="5938838" y="3967163"/>
          <p14:tracePt t="384599" x="5953125" y="3967163"/>
          <p14:tracePt t="384609" x="5967413" y="3967163"/>
          <p14:tracePt t="384654" x="5980113" y="3967163"/>
          <p14:tracePt t="384688" x="5994400" y="3967163"/>
          <p14:tracePt t="384710" x="6007100" y="3967163"/>
          <p14:tracePt t="384733" x="6021388" y="3967163"/>
          <p14:tracePt t="384755" x="6042025" y="3967163"/>
          <p14:tracePt t="384767" x="6054725" y="3967163"/>
          <p14:tracePt t="384778" x="6069013" y="3967163"/>
          <p14:tracePt t="384800" x="6081713" y="3979863"/>
          <p14:tracePt t="384823" x="6096000" y="3979863"/>
          <p14:tracePt t="384946" x="6096000" y="3967163"/>
          <p14:tracePt t="384969" x="6110288" y="3967163"/>
          <p14:tracePt t="385003" x="6122988" y="3967163"/>
          <p14:tracePt t="385025" x="6122988" y="3952875"/>
          <p14:tracePt t="385059" x="6122988" y="3938588"/>
          <p14:tracePt t="385082" x="6137275" y="3925888"/>
          <p14:tracePt t="385115" x="6137275" y="3911600"/>
          <p14:tracePt t="385138" x="6122988" y="3911600"/>
          <p14:tracePt t="385160" x="6122988" y="3898900"/>
          <p14:tracePt t="385239" x="6110288" y="3898900"/>
          <p14:tracePt t="385374" x="6110288" y="3884613"/>
          <p14:tracePt t="385386" x="6110288" y="3863975"/>
          <p14:tracePt t="385408" x="6110288" y="3851275"/>
          <p14:tracePt t="385430" x="6110288" y="3836988"/>
          <p14:tracePt t="385454" x="6096000" y="3836988"/>
          <p14:tracePt t="385475" x="6081713" y="3836988"/>
          <p14:tracePt t="385488" x="6069013" y="3836988"/>
          <p14:tracePt t="385498" x="6054725" y="3836988"/>
          <p14:tracePt t="385521" x="6042025" y="3836988"/>
          <p14:tracePt t="385543" x="6021388" y="3836988"/>
          <p14:tracePt t="385555" x="6021388" y="3851275"/>
          <p14:tracePt t="385588" x="6021388" y="3863975"/>
          <p14:tracePt t="385633" x="6021388" y="3884613"/>
          <p14:tracePt t="385655" x="6042025" y="3884613"/>
          <p14:tracePt t="385678" x="6042025" y="3898900"/>
          <p14:tracePt t="385722" x="6042025" y="3911600"/>
          <p14:tracePt t="385756" x="6042025" y="3925888"/>
          <p14:tracePt t="385768" x="6054725" y="3925888"/>
          <p14:tracePt t="385779" x="6054725" y="3938588"/>
          <p14:tracePt t="385791" x="6069013" y="3952875"/>
          <p14:tracePt t="385802" x="6081713" y="3952875"/>
          <p14:tracePt t="385814" x="6081713" y="3967163"/>
          <p14:tracePt t="385825" x="6096000" y="3967163"/>
          <p14:tracePt t="385880" x="6081713" y="3979863"/>
          <p14:tracePt t="385903" x="6069013" y="3979863"/>
          <p14:tracePt t="385915" x="6054725" y="3979863"/>
          <p14:tracePt t="385926" x="6042025" y="3979863"/>
          <p14:tracePt t="385939" x="6021388" y="3994150"/>
          <p14:tracePt t="385948" x="6007100" y="3994150"/>
          <p14:tracePt t="386071" x="6021388" y="3994150"/>
          <p14:tracePt t="386094" x="6042025" y="3994150"/>
          <p14:tracePt t="386128" x="6054725" y="3994150"/>
          <p14:tracePt t="386206" x="6069013" y="3994150"/>
          <p14:tracePt t="386240" x="6081713" y="3994150"/>
          <p14:tracePt t="386274" x="6096000" y="3994150"/>
          <p14:tracePt t="386286" x="6096000" y="3979863"/>
          <p14:tracePt t="386308" x="6110288" y="3979863"/>
          <p14:tracePt t="386353" x="6122988" y="3979863"/>
          <p14:tracePt t="386465" x="6110288" y="3979863"/>
          <p14:tracePt t="386566" x="6110288" y="3994150"/>
          <p14:tracePt t="386579" x="6122988" y="3994150"/>
          <p14:tracePt t="386622" x="6096000" y="3994150"/>
          <p14:tracePt t="386803" x="6110288" y="3994150"/>
          <p14:tracePt t="386815" x="6137275" y="3994150"/>
          <p14:tracePt t="386825" x="6170613" y="3994150"/>
          <p14:tracePt t="386837" x="6184900" y="3994150"/>
          <p14:tracePt t="386848" x="6197600" y="3994150"/>
          <p14:tracePt t="386871" x="6211888" y="3994150"/>
          <p14:tracePt t="386882" x="6211888" y="3979863"/>
          <p14:tracePt t="386915" x="6224588" y="3979863"/>
          <p14:tracePt t="387005" x="6238875" y="3979863"/>
          <p14:tracePt t="387017" x="6238875" y="3967163"/>
          <p14:tracePt t="387041" x="6253163" y="3967163"/>
          <p14:tracePt t="387073" x="6265863" y="3967163"/>
          <p14:tracePt t="387095" x="6280150" y="3967163"/>
          <p14:tracePt t="387118" x="6280150" y="3979863"/>
          <p14:tracePt t="387129" x="6300788" y="3979863"/>
          <p14:tracePt t="387343" x="6313488" y="3979863"/>
          <p14:tracePt t="387377" x="6327775" y="3979863"/>
          <p14:tracePt t="387410" x="6340475" y="3979863"/>
          <p14:tracePt t="387635" x="6354763" y="3979863"/>
          <p14:tracePt t="387647" x="6367463" y="3979863"/>
          <p14:tracePt t="387658" x="6381750" y="3979863"/>
          <p14:tracePt t="387669" x="6396038" y="3979863"/>
          <p14:tracePt t="387680" x="6408738" y="3979863"/>
          <p14:tracePt t="387694" x="6429375" y="3979863"/>
          <p14:tracePt t="387714" x="6443663" y="3979863"/>
          <p14:tracePt t="387760" x="6456363" y="3979863"/>
          <p14:tracePt t="387781" x="6456363" y="3967163"/>
          <p14:tracePt t="387794" x="6470650" y="3967163"/>
          <p14:tracePt t="387815" x="6470650" y="3952875"/>
          <p14:tracePt t="387860" x="6470650" y="3938588"/>
          <p14:tracePt t="388006" x="6470650" y="3952875"/>
          <p14:tracePt t="388041" x="6470650" y="3967163"/>
          <p14:tracePt t="388063" x="6470650" y="3979863"/>
          <p14:tracePt t="388085" x="6483350" y="3979863"/>
          <p14:tracePt t="388119" x="6497638" y="3979863"/>
          <p14:tracePt t="388141" x="6510338" y="3979863"/>
          <p14:tracePt t="388164" x="6524625" y="3979863"/>
          <p14:tracePt t="388209" x="6545263" y="3979863"/>
          <p14:tracePt t="388332" x="6557963" y="3979863"/>
          <p14:tracePt t="388434" x="6545263" y="3979863"/>
          <p14:tracePt t="389165" x="6524625" y="3994150"/>
          <p14:tracePt t="389188" x="6524625" y="4041775"/>
          <p14:tracePt t="389200" x="6545263" y="4143375"/>
          <p14:tracePt t="389211" x="6557963" y="4300538"/>
          <p14:tracePt t="389222" x="6613525" y="4660900"/>
          <p14:tracePt t="389233" x="6688138" y="5129213"/>
          <p14:tracePt t="389257" x="6769100" y="5592763"/>
          <p14:tracePt t="389267" x="6843713" y="5891213"/>
          <p14:tracePt t="389271" x="6946900" y="6265863"/>
          <p14:tracePt t="389281" x="7027863" y="6545263"/>
          <p14:tracePt t="389291" x="7089775" y="6688138"/>
          <p14:tracePt t="389301" x="7143750" y="6831013"/>
          <p14:tracePt t="390131" x="0" y="0"/>
        </p14:tracePtLst>
        <p14:tracePtLst>
          <p14:tracePt t="418790" x="3348038" y="6783388"/>
          <p14:tracePt t="418800" x="2973388" y="6497638"/>
          <p14:tracePt t="418813" x="2517775" y="6170613"/>
          <p14:tracePt t="418823" x="2184400" y="5926138"/>
          <p14:tracePt t="418835" x="1755775" y="5578475"/>
          <p14:tracePt t="418847" x="1435100" y="5319713"/>
          <p14:tracePt t="418858" x="1279525" y="5176838"/>
          <p14:tracePt t="418868" x="1062038" y="4973638"/>
          <p14:tracePt t="418881" x="904875" y="4789488"/>
          <p14:tracePt t="418892" x="803275" y="4673600"/>
          <p14:tracePt t="418903" x="708025" y="4545013"/>
          <p14:tracePt t="418913" x="633413" y="4456113"/>
          <p14:tracePt t="418925" x="604838" y="4414838"/>
          <p14:tracePt t="418936" x="592138" y="4387850"/>
          <p14:tracePt t="418947" x="577850" y="4387850"/>
          <p14:tracePt t="418959" x="577850" y="4367213"/>
          <p14:tracePt t="419025" x="577850" y="4387850"/>
          <p14:tracePt t="419048" x="577850" y="4414838"/>
          <p14:tracePt t="419059" x="577850" y="4443413"/>
          <p14:tracePt t="419115" x="577850" y="4402138"/>
          <p14:tracePt t="419126" x="577850" y="4367213"/>
          <p14:tracePt t="419139" x="577850" y="4340225"/>
          <p14:tracePt t="419149" x="557213" y="4286250"/>
          <p14:tracePt t="419164" x="557213" y="4259263"/>
          <p14:tracePt t="419173" x="557213" y="4224338"/>
          <p14:tracePt t="419183" x="544513" y="4184650"/>
          <p14:tracePt t="419196" x="544513" y="4170363"/>
          <p14:tracePt t="419216" x="544513" y="4157663"/>
          <p14:tracePt t="419229" x="530225" y="4157663"/>
          <p14:tracePt t="419284" x="517525" y="4170363"/>
          <p14:tracePt t="419296" x="503238" y="4184650"/>
          <p14:tracePt t="419308" x="490538" y="4184650"/>
          <p14:tracePt t="419318" x="490538" y="4197350"/>
          <p14:tracePt t="419331" x="476250" y="4197350"/>
          <p14:tracePt t="419396" x="490538" y="4197350"/>
          <p14:tracePt t="419407" x="517525" y="4197350"/>
          <p14:tracePt t="419420" x="544513" y="4197350"/>
          <p14:tracePt t="419431" x="577850" y="4184650"/>
          <p14:tracePt t="419442" x="619125" y="4184650"/>
          <p14:tracePt t="419455" x="673100" y="4184650"/>
          <p14:tracePt t="419465" x="735013" y="4184650"/>
          <p14:tracePt t="419475" x="762000" y="4184650"/>
          <p14:tracePt t="419488" x="788988" y="4184650"/>
          <p14:tracePt t="419531" x="776288" y="4184650"/>
          <p14:tracePt t="419542" x="735013" y="4184650"/>
          <p14:tracePt t="419556" x="708025" y="4184650"/>
          <p14:tracePt t="419565" x="646113" y="4170363"/>
          <p14:tracePt t="419578" x="604838" y="4170363"/>
          <p14:tracePt t="419589" x="592138" y="4170363"/>
          <p14:tracePt t="419633" x="619125" y="4170363"/>
          <p14:tracePt t="419644" x="673100" y="4184650"/>
          <p14:tracePt t="419656" x="747713" y="4184650"/>
          <p14:tracePt t="419668" x="815975" y="4197350"/>
          <p14:tracePt t="419681" x="904875" y="4197350"/>
          <p14:tracePt t="419690" x="966788" y="4211638"/>
          <p14:tracePt t="419701" x="993775" y="4211638"/>
          <p14:tracePt t="419745" x="979488" y="4197350"/>
          <p14:tracePt t="419756" x="931863" y="4197350"/>
          <p14:tracePt t="419768" x="863600" y="4184650"/>
          <p14:tracePt t="419780" x="788988" y="4184650"/>
          <p14:tracePt t="419790" x="720725" y="4170363"/>
          <p14:tracePt t="419803" x="646113" y="4157663"/>
          <p14:tracePt t="419814" x="604838" y="4157663"/>
          <p14:tracePt t="419846" x="619125" y="4157663"/>
          <p14:tracePt t="419858" x="646113" y="4170363"/>
          <p14:tracePt t="419870" x="720725" y="4170363"/>
          <p14:tracePt t="419881" x="803275" y="4184650"/>
          <p14:tracePt t="419892" x="904875" y="4184650"/>
          <p14:tracePt t="419904" x="979488" y="4184650"/>
          <p14:tracePt t="419914" x="1062038" y="4197350"/>
          <p14:tracePt t="419925" x="1136650" y="4197350"/>
          <p14:tracePt t="419937" x="1163638" y="4197350"/>
          <p14:tracePt t="419970" x="1149350" y="4197350"/>
          <p14:tracePt t="419982" x="1122363" y="4197350"/>
          <p14:tracePt t="419992" x="1033463" y="4184650"/>
          <p14:tracePt t="420005" x="931863" y="4184650"/>
          <p14:tracePt t="420016" x="836613" y="4170363"/>
          <p14:tracePt t="420027" x="708025" y="4170363"/>
          <p14:tracePt t="420038" x="577850" y="4157663"/>
          <p14:tracePt t="420049" x="490538" y="4157663"/>
          <p14:tracePt t="420060" x="461963" y="4157663"/>
          <p14:tracePt t="420105" x="490538" y="4157663"/>
          <p14:tracePt t="420116" x="544513" y="4157663"/>
          <p14:tracePt t="420128" x="619125" y="4157663"/>
          <p14:tracePt t="420139" x="673100" y="4170363"/>
          <p14:tracePt t="420152" x="747713" y="4170363"/>
          <p14:tracePt t="420163" x="788988" y="4170363"/>
          <p14:tracePt t="420173" x="803275" y="4170363"/>
          <p14:tracePt t="420185" x="815975" y="4170363"/>
          <p14:tracePt t="420229" x="803275" y="4170363"/>
          <p14:tracePt t="420240" x="788988" y="4170363"/>
          <p14:tracePt t="420262" x="776288" y="4170363"/>
          <p14:tracePt t="420274" x="762000" y="4170363"/>
          <p14:tracePt t="420286" x="747713" y="4170363"/>
          <p14:tracePt t="420297" x="735013" y="4170363"/>
          <p14:tracePt t="420308" x="720725" y="4170363"/>
          <p14:tracePt t="420386" x="735013" y="4170363"/>
          <p14:tracePt t="420409" x="747713" y="4170363"/>
          <p14:tracePt t="420431" x="762000" y="4170363"/>
          <p14:tracePt t="423041" x="803275" y="4157663"/>
          <p14:tracePt t="423054" x="863600" y="4157663"/>
          <p14:tracePt t="423064" x="919163" y="4157663"/>
          <p14:tracePt t="423076" x="1006475" y="4157663"/>
          <p14:tracePt t="423087" x="1095375" y="4157663"/>
          <p14:tracePt t="423098" x="1176338" y="4157663"/>
          <p14:tracePt t="423109" x="1252538" y="4157663"/>
          <p14:tracePt t="423120" x="1339850" y="4157663"/>
          <p14:tracePt t="423134" x="1408113" y="4157663"/>
          <p14:tracePt t="423143" x="1435100" y="4157663"/>
          <p14:tracePt t="423155" x="1482725" y="4157663"/>
          <p14:tracePt t="423168" x="1509713" y="4157663"/>
          <p14:tracePt t="423178" x="1538288" y="4157663"/>
          <p14:tracePt t="423188" x="1565275" y="4157663"/>
          <p14:tracePt t="423201" x="1612900" y="4157663"/>
          <p14:tracePt t="423211" x="1666875" y="4157663"/>
          <p14:tracePt t="423223" x="1728788" y="4157663"/>
          <p14:tracePt t="423234" x="1836738" y="4157663"/>
          <p14:tracePt t="423244" x="1911350" y="4157663"/>
          <p14:tracePt t="423257" x="2027238" y="4170363"/>
          <p14:tracePt t="423268" x="2116138" y="4170363"/>
          <p14:tracePt t="423278" x="2211388" y="4170363"/>
          <p14:tracePt t="423290" x="2271713" y="4170363"/>
          <p14:tracePt t="423301" x="2327275" y="4170363"/>
          <p14:tracePt t="423311" x="2360613" y="4170363"/>
          <p14:tracePt t="423334" x="2374900" y="4157663"/>
          <p14:tracePt t="423356" x="2387600" y="4157663"/>
          <p14:tracePt t="423369" x="2401888" y="4143375"/>
          <p14:tracePt t="423379" x="2414588" y="4122738"/>
          <p14:tracePt t="423392" x="2428875" y="4122738"/>
          <p14:tracePt t="423413" x="2455863" y="4110038"/>
          <p14:tracePt t="423416" x="2503488" y="4095750"/>
          <p14:tracePt t="423425" x="2557463" y="4095750"/>
          <p14:tracePt t="423436" x="2598738" y="4081463"/>
          <p14:tracePt t="423450" x="2660650" y="4068763"/>
          <p14:tracePt t="423459" x="2700338" y="4054475"/>
          <p14:tracePt t="423470" x="2747963" y="4041775"/>
          <p14:tracePt t="423482" x="2776538" y="4027488"/>
          <p14:tracePt t="423492" x="2803525" y="4014788"/>
          <p14:tracePt t="423504" x="2830513" y="4014788"/>
          <p14:tracePt t="423514" x="2843213" y="3994150"/>
          <p14:tracePt t="423526" x="2863850" y="3994150"/>
          <p14:tracePt t="423537" x="2890838" y="3979863"/>
          <p14:tracePt t="423549" x="2905125" y="3967163"/>
          <p14:tracePt t="423559" x="2932113" y="3952875"/>
          <p14:tracePt t="423571" x="2959100" y="3938588"/>
          <p14:tracePt t="423582" x="2973388" y="3938588"/>
          <p14:tracePt t="423593" x="2994025" y="3925888"/>
          <p14:tracePt t="423605" x="3006725" y="3911600"/>
          <p14:tracePt t="423617" x="3021013" y="3884613"/>
          <p14:tracePt t="423627" x="3021013" y="3863975"/>
          <p14:tracePt t="423639" x="3033713" y="3851275"/>
          <p14:tracePt t="423650" x="3033713" y="3824288"/>
          <p14:tracePt t="423660" x="3048000" y="3810000"/>
          <p14:tracePt t="423673" x="3048000" y="3795713"/>
          <p14:tracePt t="423684" x="3048000" y="3783013"/>
          <p14:tracePt t="423694" x="3033713" y="3768725"/>
          <p14:tracePt t="423707" x="3006725" y="3756025"/>
          <p14:tracePt t="423718" x="2959100" y="3735388"/>
          <p14:tracePt t="423728" x="2932113" y="3721100"/>
          <p14:tracePt t="423741" x="2890838" y="3721100"/>
          <p14:tracePt t="423751" x="2878138" y="3721100"/>
          <p14:tracePt t="423762" x="2843213" y="3721100"/>
          <p14:tracePt t="423774" x="2816225" y="3735388"/>
          <p14:tracePt t="423785" x="2803525" y="3735388"/>
          <p14:tracePt t="423795" x="2789238" y="3756025"/>
          <p14:tracePt t="423808" x="2789238" y="3768725"/>
          <p14:tracePt t="423818" x="2776538" y="3795713"/>
          <p14:tracePt t="423829" x="2776538" y="3836988"/>
          <p14:tracePt t="423841" x="2776538" y="3884613"/>
          <p14:tracePt t="423852" x="2789238" y="3925888"/>
          <p14:tracePt t="423863" x="2803525" y="3952875"/>
          <p14:tracePt t="423875" x="2816225" y="3979863"/>
          <p14:tracePt t="423886" x="2843213" y="3994150"/>
          <p14:tracePt t="423896" x="2878138" y="4014788"/>
          <p14:tracePt t="423909" x="2919413" y="4014788"/>
          <p14:tracePt t="423919" x="2994025" y="4014788"/>
          <p14:tracePt t="423930" x="3062288" y="4014788"/>
          <p14:tracePt t="423942" x="3122613" y="3994150"/>
          <p14:tracePt t="423954" x="3190875" y="3967163"/>
          <p14:tracePt t="423965" x="3279775" y="3938588"/>
          <p14:tracePt t="423976" x="3333750" y="3911600"/>
          <p14:tracePt t="423988" x="3395663" y="3884613"/>
          <p14:tracePt t="424000" x="3435350" y="3851275"/>
          <p14:tracePt t="424009" x="3449638" y="3824288"/>
          <p14:tracePt t="424032" x="3449638" y="3810000"/>
          <p14:tracePt t="424033" x="3449638" y="3795713"/>
          <p14:tracePt t="424043" x="3435350" y="3768725"/>
          <p14:tracePt t="424055" x="3422650" y="3756025"/>
          <p14:tracePt t="424066" x="3381375" y="3735388"/>
          <p14:tracePt t="424077" x="3306763" y="3721100"/>
          <p14:tracePt t="424089" x="3217863" y="3708400"/>
          <p14:tracePt t="424101" x="3149600" y="3708400"/>
          <p14:tracePt t="424110" x="3062288" y="3721100"/>
          <p14:tracePt t="424122" x="2973388" y="3735388"/>
          <p14:tracePt t="424133" x="2919413" y="3756025"/>
          <p14:tracePt t="424144" x="2863850" y="3795713"/>
          <p14:tracePt t="424156" x="2816225" y="3836988"/>
          <p14:tracePt t="424167" x="2789238" y="3884613"/>
          <p14:tracePt t="424178" x="2776538" y="3911600"/>
          <p14:tracePt t="424190" x="2789238" y="3938588"/>
          <p14:tracePt t="424201" x="2789238" y="3967163"/>
          <p14:tracePt t="424211" x="2803525" y="3979863"/>
          <p14:tracePt t="424224" x="2843213" y="3994150"/>
          <p14:tracePt t="424245" x="2890838" y="4014788"/>
          <p14:tracePt t="424249" x="2932113" y="4014788"/>
          <p14:tracePt t="424257" x="2973388" y="4014788"/>
          <p14:tracePt t="424268" x="3048000" y="4014788"/>
          <p14:tracePt t="424279" x="3101975" y="3994150"/>
          <p14:tracePt t="424291" x="3136900" y="3979863"/>
          <p14:tracePt t="424302" x="3163888" y="3967163"/>
          <p14:tracePt t="424313" x="3190875" y="3952875"/>
          <p14:tracePt t="424325" x="3205163" y="3938588"/>
          <p14:tracePt t="424336" x="3205163" y="3925888"/>
          <p14:tracePt t="424358" x="3205163" y="3911600"/>
          <p14:tracePt t="424447" x="3205163" y="3925888"/>
          <p14:tracePt t="424470" x="3190875" y="3925888"/>
          <p14:tracePt t="424482" x="3176588" y="3925888"/>
          <p14:tracePt t="424853" x="3190875" y="3925888"/>
          <p14:tracePt t="424864" x="3205163" y="3925888"/>
          <p14:tracePt t="424931" x="3217863" y="3925888"/>
          <p14:tracePt t="424988" x="3232150" y="3925888"/>
          <p14:tracePt t="426045" x="3217863" y="3925888"/>
          <p14:tracePt t="426057" x="3205163" y="3925888"/>
          <p14:tracePt t="426068" x="3190875" y="3911600"/>
          <p14:tracePt t="426450" x="3205163" y="3925888"/>
          <p14:tracePt t="426483" x="3217863" y="3925888"/>
          <p14:tracePt t="426506" x="3232150" y="3938588"/>
          <p14:tracePt t="426519" x="3265488" y="3938588"/>
          <p14:tracePt t="426529" x="3279775" y="3952875"/>
          <p14:tracePt t="426542" x="3306763" y="3952875"/>
          <p14:tracePt t="426552" x="3333750" y="3952875"/>
          <p14:tracePt t="426563" x="3348038" y="3952875"/>
          <p14:tracePt t="426576" x="3381375" y="3952875"/>
          <p14:tracePt t="426587" x="3408363" y="3952875"/>
          <p14:tracePt t="426597" x="3449638" y="3967163"/>
          <p14:tracePt t="426610" x="3497263" y="3967163"/>
          <p14:tracePt t="426620" x="3538538" y="3967163"/>
          <p14:tracePt t="426632" x="3578225" y="3967163"/>
          <p14:tracePt t="426643" x="3640138" y="3967163"/>
          <p14:tracePt t="426653" x="3694113" y="3967163"/>
          <p14:tracePt t="426665" x="3721100" y="3967163"/>
          <p14:tracePt t="426676" x="3756025" y="3967163"/>
          <p14:tracePt t="426689" x="3783013" y="3967163"/>
          <p14:tracePt t="426700" x="3795713" y="3967163"/>
          <p14:tracePt t="426720" x="3810000" y="3967163"/>
          <p14:tracePt t="426754" x="3810000" y="3952875"/>
          <p14:tracePt t="426767" x="3824288" y="3952875"/>
          <p14:tracePt t="426810" x="3836988" y="3952875"/>
          <p14:tracePt t="431558" x="3824288" y="3952875"/>
          <p14:tracePt t="431561" x="3795713" y="3952875"/>
          <p14:tracePt t="431569" x="3756025" y="3952875"/>
          <p14:tracePt t="431582" x="3708400" y="3952875"/>
          <p14:tracePt t="431591" x="3681413" y="3952875"/>
          <p14:tracePt t="431603" x="3652838" y="3952875"/>
          <p14:tracePt t="431614" x="3640138" y="3952875"/>
          <p14:tracePt t="431637" x="3625850" y="3952875"/>
          <p14:tracePt t="431681" x="3605213" y="3952875"/>
          <p14:tracePt t="431862" x="3592513" y="3952875"/>
          <p14:tracePt t="431873" x="3578225" y="3952875"/>
          <p14:tracePt t="431884" x="3565525" y="3952875"/>
          <p14:tracePt t="431895" x="3551238" y="3952875"/>
          <p14:tracePt t="431907" x="3524250" y="3952875"/>
          <p14:tracePt t="431919" x="3509963" y="3952875"/>
          <p14:tracePt t="431929" x="3476625" y="3952875"/>
          <p14:tracePt t="431940" x="3462338" y="3952875"/>
          <p14:tracePt t="431955" x="3435350" y="3952875"/>
          <p14:tracePt t="431964" x="3422650" y="3952875"/>
          <p14:tracePt t="431974" x="3422650" y="3967163"/>
          <p14:tracePt t="431988" x="3408363" y="3967163"/>
          <p14:tracePt t="432030" x="3395663" y="3967163"/>
          <p14:tracePt t="432120" x="3395663" y="3979863"/>
          <p14:tracePt t="432142" x="3395663" y="3994150"/>
          <p14:tracePt t="432176" x="3395663" y="4014788"/>
          <p14:tracePt t="432199" x="3408363" y="4014788"/>
          <p14:tracePt t="432266" x="3422650" y="4014788"/>
          <p14:tracePt t="432289" x="3422650" y="3994150"/>
          <p14:tracePt t="432300" x="3435350" y="3994150"/>
          <p14:tracePt t="432312" x="3449638" y="3979863"/>
          <p14:tracePt t="432323" x="3449638" y="3967163"/>
          <p14:tracePt t="432334" x="3462338" y="3938588"/>
          <p14:tracePt t="432346" x="3462338" y="3925888"/>
          <p14:tracePt t="432357" x="3462338" y="3911600"/>
          <p14:tracePt t="432371" x="3462338" y="3898900"/>
          <p14:tracePt t="432380" x="3462338" y="3884613"/>
          <p14:tracePt t="432390" x="3462338" y="3863975"/>
          <p14:tracePt t="432424" x="3449638" y="3863975"/>
          <p14:tracePt t="432427" x="3435350" y="3851275"/>
          <p14:tracePt t="432438" x="3422650" y="3851275"/>
          <p14:tracePt t="432439" x="3395663" y="3836988"/>
          <p14:tracePt t="432447" x="3381375" y="3836988"/>
          <p14:tracePt t="432458" x="3348038" y="3836988"/>
          <p14:tracePt t="432471" x="3333750" y="3836988"/>
          <p14:tracePt t="432481" x="3319463" y="3851275"/>
          <p14:tracePt t="432504" x="3306763" y="3863975"/>
          <p14:tracePt t="432515" x="3306763" y="3884613"/>
          <p14:tracePt t="432527" x="3306763" y="3898900"/>
          <p14:tracePt t="432538" x="3319463" y="3925888"/>
          <p14:tracePt t="432549" x="3319463" y="3938588"/>
          <p14:tracePt t="432561" x="3333750" y="3952875"/>
          <p14:tracePt t="432572" x="3333750" y="3967163"/>
          <p14:tracePt t="432582" x="3348038" y="3979863"/>
          <p14:tracePt t="432594" x="3360738" y="3979863"/>
          <p14:tracePt t="432605" x="3381375" y="3979863"/>
          <p14:tracePt t="432615" x="3395663" y="3994150"/>
          <p14:tracePt t="432628" x="3408363" y="3994150"/>
          <p14:tracePt t="432638" x="3422650" y="3994150"/>
          <p14:tracePt t="432649" x="3435350" y="3979863"/>
          <p14:tracePt t="432661" x="3449638" y="3967163"/>
          <p14:tracePt t="432672" x="3462338" y="3952875"/>
          <p14:tracePt t="432683" x="3476625" y="3938588"/>
          <p14:tracePt t="432695" x="3476625" y="3911600"/>
          <p14:tracePt t="432706" x="3476625" y="3898900"/>
          <p14:tracePt t="432717" x="3476625" y="3884613"/>
          <p14:tracePt t="432728" x="3476625" y="3863975"/>
          <p14:tracePt t="432740" x="3476625" y="3851275"/>
          <p14:tracePt t="432750" x="3462338" y="3851275"/>
          <p14:tracePt t="432762" x="3449638" y="3836988"/>
          <p14:tracePt t="432773" x="3435350" y="3836988"/>
          <p14:tracePt t="432784" x="3422650" y="3836988"/>
          <p14:tracePt t="432796" x="3408363" y="3836988"/>
          <p14:tracePt t="432807" x="3395663" y="3851275"/>
          <p14:tracePt t="432818" x="3381375" y="3863975"/>
          <p14:tracePt t="432830" x="3381375" y="3884613"/>
          <p14:tracePt t="432841" x="3360738" y="3898900"/>
          <p14:tracePt t="432852" x="3360738" y="3911600"/>
          <p14:tracePt t="432874" x="3360738" y="3925888"/>
          <p14:tracePt t="432877" x="3381375" y="3938588"/>
          <p14:tracePt t="432888" x="3395663" y="3952875"/>
          <p14:tracePt t="432898" x="3422650" y="3967163"/>
          <p14:tracePt t="432908" x="3435350" y="3967163"/>
          <p14:tracePt t="432920" x="3449638" y="3967163"/>
          <p14:tracePt t="432930" x="3476625" y="3967163"/>
          <p14:tracePt t="432942" x="3497263" y="3952875"/>
          <p14:tracePt t="432954" x="3509963" y="3952875"/>
          <p14:tracePt t="432964" x="3524250" y="3925888"/>
          <p14:tracePt t="432976" x="3524250" y="3898900"/>
          <p14:tracePt t="432988" x="3524250" y="3884613"/>
          <p14:tracePt t="432998" x="3509963" y="3851275"/>
          <p14:tracePt t="433010" x="3476625" y="3836988"/>
          <p14:tracePt t="433021" x="3435350" y="3824288"/>
          <p14:tracePt t="433031" x="3408363" y="3810000"/>
          <p14:tracePt t="433044" x="3381375" y="3810000"/>
          <p14:tracePt t="433055" x="3348038" y="3810000"/>
          <p14:tracePt t="433065" x="3319463" y="3810000"/>
          <p14:tracePt t="433077" x="3306763" y="3836988"/>
          <p14:tracePt t="433088" x="3279775" y="3851275"/>
          <p14:tracePt t="433099" x="3279775" y="3884613"/>
          <p14:tracePt t="433110" x="3265488" y="3898900"/>
          <p14:tracePt t="433122" x="3265488" y="3925888"/>
          <p14:tracePt t="433133" x="3279775" y="3938588"/>
          <p14:tracePt t="433155" x="3292475" y="3952875"/>
          <p14:tracePt t="433166" x="3319463" y="3967163"/>
          <p14:tracePt t="433179" x="3348038" y="3967163"/>
          <p14:tracePt t="433189" x="3381375" y="3967163"/>
          <p14:tracePt t="433200" x="3408363" y="3967163"/>
          <p14:tracePt t="433212" x="3435350" y="3952875"/>
          <p14:tracePt t="433223" x="3462338" y="3938588"/>
          <p14:tracePt t="433234" x="3476625" y="3925888"/>
          <p14:tracePt t="433246" x="3476625" y="3898900"/>
          <p14:tracePt t="433257" x="3476625" y="3884613"/>
          <p14:tracePt t="433268" x="3476625" y="3863975"/>
          <p14:tracePt t="433279" x="3449638" y="3836988"/>
          <p14:tracePt t="433291" x="3435350" y="3824288"/>
          <p14:tracePt t="433302" x="3408363" y="3810000"/>
          <p14:tracePt t="433314" x="3395663" y="3795713"/>
          <p14:tracePt t="433326" x="3360738" y="3795713"/>
          <p14:tracePt t="433337" x="3333750" y="3810000"/>
          <p14:tracePt t="433348" x="3319463" y="3810000"/>
          <p14:tracePt t="433359" x="3306763" y="3824288"/>
          <p14:tracePt t="433371" x="3292475" y="3851275"/>
          <p14:tracePt t="433382" x="3292475" y="3863975"/>
          <p14:tracePt t="433393" x="3292475" y="3884613"/>
          <p14:tracePt t="433404" x="3292475" y="3911600"/>
          <p14:tracePt t="433414" x="3306763" y="3925888"/>
          <p14:tracePt t="433426" x="3319463" y="3938588"/>
          <p14:tracePt t="433438" x="3348038" y="3938588"/>
          <p14:tracePt t="433448" x="3395663" y="3938588"/>
          <p14:tracePt t="433470" x="3435350" y="3938588"/>
          <p14:tracePt t="433474" x="3497263" y="3938588"/>
          <p14:tracePt t="433482" x="3538538" y="3925888"/>
          <p14:tracePt t="433494" x="3565525" y="3911600"/>
          <p14:tracePt t="433507" x="3578225" y="3884613"/>
          <p14:tracePt t="433517" x="3592513" y="3863975"/>
          <p14:tracePt t="433528" x="3578225" y="3851275"/>
          <p14:tracePt t="433540" x="3565525" y="3836988"/>
          <p14:tracePt t="433550" x="3538538" y="3824288"/>
          <p14:tracePt t="433562" x="3497263" y="3810000"/>
          <p14:tracePt t="433573" x="3462338" y="3795713"/>
          <p14:tracePt t="433583" x="3422650" y="3795713"/>
          <p14:tracePt t="433595" x="3395663" y="3810000"/>
          <p14:tracePt t="433606" x="3381375" y="3810000"/>
          <p14:tracePt t="433617" x="3348038" y="3836988"/>
          <p14:tracePt t="433629" x="3348038" y="3863975"/>
          <p14:tracePt t="433640" x="3348038" y="3898900"/>
          <p14:tracePt t="433650" x="3348038" y="3911600"/>
          <p14:tracePt t="433662" x="3360738" y="3938588"/>
          <p14:tracePt t="433673" x="3381375" y="3952875"/>
          <p14:tracePt t="433684" x="3408363" y="3967163"/>
          <p14:tracePt t="433696" x="3435350" y="3979863"/>
          <p14:tracePt t="433708" x="3462338" y="3979863"/>
          <p14:tracePt t="433718" x="3509963" y="3979863"/>
          <p14:tracePt t="433730" x="3524250" y="3967163"/>
          <p14:tracePt t="433741" x="3551238" y="3952875"/>
          <p14:tracePt t="433751" x="3565525" y="3938588"/>
          <p14:tracePt t="433763" x="3565525" y="3925888"/>
          <p14:tracePt t="433774" x="3565525" y="3911600"/>
          <p14:tracePt t="433785" x="3565525" y="3898900"/>
          <p14:tracePt t="433797" x="3551238" y="3884613"/>
          <p14:tracePt t="433808" x="3538538" y="3884613"/>
          <p14:tracePt t="433820" x="3509963" y="3884613"/>
          <p14:tracePt t="433830" x="3476625" y="3884613"/>
          <p14:tracePt t="433841" x="3462338" y="3884613"/>
          <p14:tracePt t="433855" x="3449638" y="3898900"/>
          <p14:tracePt t="433865" x="3435350" y="3911600"/>
          <p14:tracePt t="433877" x="3422650" y="3925888"/>
          <p14:tracePt t="433898" x="3422650" y="3938588"/>
          <p14:tracePt t="433909" x="3422650" y="3952875"/>
          <p14:tracePt t="433922" x="3435350" y="3952875"/>
          <p14:tracePt t="433932" x="3449638" y="3952875"/>
          <p14:tracePt t="433943" x="3476625" y="3952875"/>
          <p14:tracePt t="433955" x="3509963" y="3952875"/>
          <p14:tracePt t="433965" x="3524250" y="3952875"/>
          <p14:tracePt t="433977" x="3551238" y="3938588"/>
          <p14:tracePt t="433989" x="3565525" y="3925888"/>
          <p14:tracePt t="433999" x="3565525" y="3911600"/>
          <p14:tracePt t="434011" x="3565525" y="3884613"/>
          <p14:tracePt t="434022" x="3565525" y="3863975"/>
          <p14:tracePt t="434033" x="3565525" y="3851275"/>
          <p14:tracePt t="434045" x="3538538" y="3836988"/>
          <p14:tracePt t="434056" x="3524250" y="3836988"/>
          <p14:tracePt t="434067" x="3497263" y="3836988"/>
          <p14:tracePt t="434078" x="3476625" y="3836988"/>
          <p14:tracePt t="434090" x="3435350" y="3836988"/>
          <p14:tracePt t="434100" x="3422650" y="3851275"/>
          <p14:tracePt t="434113" x="3395663" y="3863975"/>
          <p14:tracePt t="434124" x="3381375" y="3884613"/>
          <p14:tracePt t="434135" x="3360738" y="3898900"/>
          <p14:tracePt t="434146" x="3360738" y="3911600"/>
          <p14:tracePt t="434157" x="3360738" y="3925888"/>
          <p14:tracePt t="434168" x="3381375" y="3938588"/>
          <p14:tracePt t="434190" x="3395663" y="3952875"/>
          <p14:tracePt t="434201" x="3408363" y="3952875"/>
          <p14:tracePt t="434213" x="3435350" y="3938588"/>
          <p14:tracePt t="434225" x="3449638" y="3938588"/>
          <p14:tracePt t="434235" x="3462338" y="3925888"/>
          <p14:tracePt t="434246" x="3476625" y="3911600"/>
          <p14:tracePt t="434258" x="3497263" y="3898900"/>
          <p14:tracePt t="434270" x="3497263" y="3884613"/>
          <p14:tracePt t="434281" x="3497263" y="3863975"/>
          <p14:tracePt t="434292" x="3497263" y="3851275"/>
          <p14:tracePt t="434304" x="3476625" y="3851275"/>
          <p14:tracePt t="434314" x="3462338" y="3836988"/>
          <p14:tracePt t="434326" x="3449638" y="3836988"/>
          <p14:tracePt t="434338" x="3435350" y="3836988"/>
          <p14:tracePt t="434348" x="3422650" y="3836988"/>
          <p14:tracePt t="434360" x="3422650" y="3851275"/>
          <p14:tracePt t="434371" x="3408363" y="3863975"/>
          <p14:tracePt t="434382" x="3395663" y="3884613"/>
          <p14:tracePt t="434394" x="3381375" y="3911600"/>
          <p14:tracePt t="434405" x="3381375" y="3925888"/>
          <p14:tracePt t="434415" x="3395663" y="3938588"/>
          <p14:tracePt t="434427" x="3395663" y="3952875"/>
          <p14:tracePt t="434438" x="3408363" y="3967163"/>
          <p14:tracePt t="434449" x="3422650" y="3967163"/>
          <p14:tracePt t="434461" x="3435350" y="3967163"/>
          <p14:tracePt t="434472" x="3449638" y="3979863"/>
          <p14:tracePt t="434483" x="3462338" y="3979863"/>
          <p14:tracePt t="434495" x="3476625" y="3967163"/>
          <p14:tracePt t="434518" x="3497263" y="3967163"/>
          <p14:tracePt t="434528" x="3509963" y="3952875"/>
          <p14:tracePt t="434540" x="3509963" y="3938588"/>
          <p14:tracePt t="434550" x="3524250" y="3911600"/>
          <p14:tracePt t="434563" x="3524250" y="3898900"/>
          <p14:tracePt t="434573" x="3509963" y="3863975"/>
          <p14:tracePt t="434584" x="3497263" y="3851275"/>
          <p14:tracePt t="434596" x="3476625" y="3824288"/>
          <p14:tracePt t="434607" x="3449638" y="3810000"/>
          <p14:tracePt t="434618" x="3435350" y="3810000"/>
          <p14:tracePt t="434630" x="3408363" y="3810000"/>
          <p14:tracePt t="434641" x="3381375" y="3810000"/>
          <p14:tracePt t="434652" x="3360738" y="3810000"/>
          <p14:tracePt t="434663" x="3333750" y="3824288"/>
          <p14:tracePt t="434675" x="3319463" y="3851275"/>
          <p14:tracePt t="434687" x="3319463" y="3884613"/>
          <p14:tracePt t="434697" x="3319463" y="3898900"/>
          <p14:tracePt t="434708" x="3333750" y="3925888"/>
          <p14:tracePt t="434720" x="3348038" y="3938588"/>
          <p14:tracePt t="434730" x="3360738" y="3952875"/>
          <p14:tracePt t="434743" x="3381375" y="3952875"/>
          <p14:tracePt t="434755" x="3408363" y="3967163"/>
          <p14:tracePt t="434765" x="3435350" y="3952875"/>
          <p14:tracePt t="434777" x="3462338" y="3952875"/>
          <p14:tracePt t="434788" x="3497263" y="3938588"/>
          <p14:tracePt t="434798" x="3509963" y="3911600"/>
          <p14:tracePt t="434810" x="3524250" y="3898900"/>
          <p14:tracePt t="434822" x="3538538" y="3863975"/>
          <p14:tracePt t="434832" x="3538538" y="3851275"/>
          <p14:tracePt t="434845" x="3524250" y="3824288"/>
          <p14:tracePt t="434856" x="3524250" y="3810000"/>
          <p14:tracePt t="434866" x="3509963" y="3810000"/>
          <p14:tracePt t="434878" x="3476625" y="3795713"/>
          <p14:tracePt t="434889" x="3462338" y="3795713"/>
          <p14:tracePt t="434899" x="3449638" y="3795713"/>
          <p14:tracePt t="434911" x="3422650" y="3810000"/>
          <p14:tracePt t="434922" x="3408363" y="3824288"/>
          <p14:tracePt t="434933" x="3395663" y="3851275"/>
          <p14:tracePt t="434945" x="3381375" y="3863975"/>
          <p14:tracePt t="434957" x="3381375" y="3884613"/>
          <p14:tracePt t="434967" x="3381375" y="3898900"/>
          <p14:tracePt t="434978" x="3395663" y="3911600"/>
          <p14:tracePt t="435000" x="3408363" y="3911600"/>
          <p14:tracePt t="435012" x="3422650" y="3925888"/>
          <p14:tracePt t="435023" x="3449638" y="3925888"/>
          <p14:tracePt t="435034" x="3462338" y="3925888"/>
          <p14:tracePt t="435046" x="3476625" y="3925888"/>
          <p14:tracePt t="435057" x="3476625" y="3911600"/>
          <p14:tracePt t="435068" x="3497263" y="3911600"/>
          <p14:tracePt t="435101" x="3497263" y="3898900"/>
          <p14:tracePt t="435337" x="3509963" y="3884613"/>
          <p14:tracePt t="435360" x="3509963" y="3863975"/>
          <p14:tracePt t="435372" x="3509963" y="3851275"/>
          <p14:tracePt t="435394" x="3509963" y="3836988"/>
          <p14:tracePt t="445823" x="3497263" y="3836988"/>
          <p14:tracePt t="445835" x="3449638" y="3851275"/>
          <p14:tracePt t="445846" x="3435350" y="3863975"/>
          <p14:tracePt t="445857" x="3408363" y="3884613"/>
          <p14:tracePt t="445870" x="3395663" y="3898900"/>
          <p14:tracePt t="445882" x="3381375" y="3911600"/>
          <p14:tracePt t="445902" x="3381375" y="3925888"/>
          <p14:tracePt t="445915" x="3381375" y="3938588"/>
          <p14:tracePt t="445925" x="3395663" y="3938588"/>
          <p14:tracePt t="445936" x="3395663" y="3952875"/>
          <p14:tracePt t="445950" x="3408363" y="3952875"/>
          <p14:tracePt t="445959" x="3422650" y="3952875"/>
          <p14:tracePt t="445969" x="3449638" y="3952875"/>
          <p14:tracePt t="445982" x="3462338" y="3952875"/>
          <p14:tracePt t="445992" x="3497263" y="3952875"/>
          <p14:tracePt t="446004" x="3509963" y="3952875"/>
          <p14:tracePt t="446015" x="3538538" y="3938588"/>
          <p14:tracePt t="446026" x="3538538" y="3925888"/>
          <p14:tracePt t="446048" x="3551238" y="3911600"/>
          <p14:tracePt t="446049" x="3551238" y="3898900"/>
          <p14:tracePt t="446059" x="3551238" y="3884613"/>
          <p14:tracePt t="446071" x="3538538" y="3863975"/>
          <p14:tracePt t="446083" x="3524250" y="3863975"/>
          <p14:tracePt t="446093" x="3509963" y="3851275"/>
          <p14:tracePt t="446105" x="3497263" y="3851275"/>
          <p14:tracePt t="446116" x="3462338" y="3851275"/>
          <p14:tracePt t="446127" x="3449638" y="3851275"/>
          <p14:tracePt t="446139" x="3422650" y="3851275"/>
          <p14:tracePt t="446150" x="3395663" y="3863975"/>
          <p14:tracePt t="446160" x="3360738" y="3898900"/>
          <p14:tracePt t="446173" x="3348038" y="3911600"/>
          <p14:tracePt t="446183" x="3348038" y="3938588"/>
          <p14:tracePt t="446194" x="3348038" y="3967163"/>
          <p14:tracePt t="446206" x="3348038" y="3979863"/>
          <p14:tracePt t="446218" x="3360738" y="3994150"/>
          <p14:tracePt t="446229" x="3381375" y="4014788"/>
          <p14:tracePt t="446241" x="3408363" y="4027488"/>
          <p14:tracePt t="446252" x="3422650" y="4027488"/>
          <p14:tracePt t="446262" x="3449638" y="4027488"/>
          <p14:tracePt t="446274" x="3476625" y="4014788"/>
          <p14:tracePt t="446286" x="3509963" y="3994150"/>
          <p14:tracePt t="446297" x="3524250" y="3979863"/>
          <p14:tracePt t="446308" x="3524250" y="3967163"/>
          <p14:tracePt t="446318" x="3538538" y="3952875"/>
          <p14:tracePt t="446330" x="3538538" y="3938588"/>
          <p14:tracePt t="446340" x="3524250" y="3925888"/>
          <p14:tracePt t="446352" x="3524250" y="3911600"/>
          <p14:tracePt t="446374" x="3509963" y="3898900"/>
          <p14:tracePt t="446407" x="3497263" y="3898900"/>
          <p14:tracePt t="446419" x="3497263" y="3911600"/>
          <p14:tracePt t="446746" x="3476625" y="3911600"/>
          <p14:tracePt t="446747" x="3449638" y="3911600"/>
          <p14:tracePt t="446757" x="3435350" y="3911600"/>
          <p14:tracePt t="446768" x="3395663" y="3911600"/>
          <p14:tracePt t="446779" x="3348038" y="3925888"/>
          <p14:tracePt t="446791" x="3306763" y="3925888"/>
          <p14:tracePt t="446802" x="3279775" y="3925888"/>
          <p14:tracePt t="446813" x="3232150" y="3925888"/>
          <p14:tracePt t="446824" x="3217863" y="3925888"/>
          <p14:tracePt t="446836" x="3190875" y="3938588"/>
          <p14:tracePt t="446848" x="3176588" y="3938588"/>
          <p14:tracePt t="446858" x="3149600" y="3938588"/>
          <p14:tracePt t="446870" x="3136900" y="3952875"/>
          <p14:tracePt t="446891" x="3122613" y="3952875"/>
          <p14:tracePt t="446903" x="3101975" y="3952875"/>
          <p14:tracePt t="446926" x="3089275" y="3952875"/>
          <p14:tracePt t="446948" x="3074988" y="3952875"/>
          <p14:tracePt t="447026" x="3062288" y="3952875"/>
          <p14:tracePt t="447039" x="3048000" y="3938588"/>
          <p14:tracePt t="447050" x="3033713" y="3925888"/>
          <p14:tracePt t="447062" x="3021013" y="3925888"/>
          <p14:tracePt t="447074" x="3006725" y="3911600"/>
          <p14:tracePt t="447105" x="2994025" y="3898900"/>
          <p14:tracePt t="447109" x="2973388" y="3898900"/>
          <p14:tracePt t="447117" x="2959100" y="3898900"/>
          <p14:tracePt t="447128" x="2946400" y="3898900"/>
          <p14:tracePt t="447433" x="2959100" y="3898900"/>
          <p14:tracePt t="447668" x="2994025" y="3898900"/>
          <p14:tracePt t="447679" x="3006725" y="3898900"/>
          <p14:tracePt t="447691" x="3033713" y="3911600"/>
          <p14:tracePt t="447703" x="3048000" y="3911600"/>
          <p14:tracePt t="447713" x="3062288" y="3911600"/>
          <p14:tracePt t="447725" x="3074988" y="3911600"/>
          <p14:tracePt t="447736" x="3089275" y="3925888"/>
          <p14:tracePt t="447758" x="3101975" y="3925888"/>
          <p14:tracePt t="447792" x="3122613" y="3925888"/>
          <p14:tracePt t="447803" x="3136900" y="3925888"/>
          <p14:tracePt t="447816" x="3149600" y="3925888"/>
          <p14:tracePt t="447827" x="3176588" y="3925888"/>
          <p14:tracePt t="447837" x="3205163" y="3925888"/>
          <p14:tracePt t="447849" x="3232150" y="3925888"/>
          <p14:tracePt t="447861" x="3252788" y="3925888"/>
          <p14:tracePt t="447871" x="3279775" y="3925888"/>
          <p14:tracePt t="447883" x="3292475" y="3925888"/>
          <p14:tracePt t="447894" x="3306763" y="3925888"/>
          <p14:tracePt t="447915" x="3319463" y="3925888"/>
          <p14:tracePt t="448028" x="3333750" y="3925888"/>
          <p14:tracePt t="448039" x="3348038" y="3925888"/>
          <p14:tracePt t="448051" x="3360738" y="3925888"/>
          <p14:tracePt t="448062" x="3381375" y="3925888"/>
          <p14:tracePt t="448073" x="3408363" y="3925888"/>
          <p14:tracePt t="448084" x="3435350" y="3911600"/>
          <p14:tracePt t="448096" x="3462338" y="3911600"/>
          <p14:tracePt t="448107" x="3497263" y="3911600"/>
          <p14:tracePt t="448119" x="3509963" y="3911600"/>
          <p14:tracePt t="448151" x="3524250" y="3911600"/>
          <p14:tracePt t="448298" x="3538538" y="3911600"/>
          <p14:tracePt t="448309" x="3565525" y="3911600"/>
          <p14:tracePt t="448322" x="3592513" y="3925888"/>
          <p14:tracePt t="448332" x="3640138" y="3925888"/>
          <p14:tracePt t="448344" x="3681413" y="3925888"/>
          <p14:tracePt t="448356" x="3708400" y="3925888"/>
          <p14:tracePt t="448368" x="3721100" y="3925888"/>
          <p14:tracePt t="448378" x="3735388" y="3925888"/>
          <p14:tracePt t="448433" x="3721100" y="3911600"/>
          <p14:tracePt t="448444" x="3694113" y="3898900"/>
          <p14:tracePt t="448455" x="3640138" y="3863975"/>
          <p14:tracePt t="448469" x="3578225" y="3851275"/>
          <p14:tracePt t="448480" x="3538538" y="3836988"/>
          <p14:tracePt t="448489" x="3476625" y="3824288"/>
          <p14:tracePt t="448503" x="3422650" y="3810000"/>
          <p14:tracePt t="448513" x="3381375" y="3810000"/>
          <p14:tracePt t="448525" x="3348038" y="3810000"/>
          <p14:tracePt t="448536" x="3319463" y="3810000"/>
          <p14:tracePt t="448546" x="3292475" y="3824288"/>
          <p14:tracePt t="448558" x="3279775" y="3836988"/>
          <p14:tracePt t="448570" x="3252788" y="3851275"/>
          <p14:tracePt t="448580" x="3232150" y="3884613"/>
          <p14:tracePt t="448592" x="3217863" y="3898900"/>
          <p14:tracePt t="448604" x="3217863" y="3911600"/>
          <p14:tracePt t="448624" x="3205163" y="3911600"/>
          <p14:tracePt t="448636" x="3205163" y="3925888"/>
          <p14:tracePt t="448748" x="3217863" y="3911600"/>
          <p14:tracePt t="448770" x="3217863" y="3898900"/>
          <p14:tracePt t="448804" x="3217863" y="3884613"/>
          <p14:tracePt t="448838" x="3232150" y="3884613"/>
          <p14:tracePt t="449007" x="3252788" y="3898900"/>
          <p14:tracePt t="449029" x="3265488" y="3911600"/>
          <p14:tracePt t="449142" x="3265488" y="3898900"/>
          <p14:tracePt t="449155" x="3279775" y="3898900"/>
          <p14:tracePt t="449175" x="3292475" y="3898900"/>
          <p14:tracePt t="449198" x="3292475" y="3884613"/>
          <p14:tracePt t="449200" x="3319463" y="3884613"/>
          <p14:tracePt t="449220" x="3333750" y="3884613"/>
          <p14:tracePt t="449232" x="3348038" y="3884613"/>
          <p14:tracePt t="449244" x="3360738" y="3884613"/>
          <p14:tracePt t="449254" x="3381375" y="3884613"/>
          <p14:tracePt t="449277" x="3395663" y="3884613"/>
          <p14:tracePt t="449299" x="3395663" y="3898900"/>
          <p14:tracePt t="449468" x="3408363" y="3898900"/>
          <p14:tracePt t="449471" x="3422650" y="3898900"/>
          <p14:tracePt t="449480" x="3449638" y="3898900"/>
          <p14:tracePt t="449490" x="3476625" y="3898900"/>
          <p14:tracePt t="449502" x="3509963" y="3898900"/>
          <p14:tracePt t="449513" x="3538538" y="3898900"/>
          <p14:tracePt t="449524" x="3551238" y="3898900"/>
          <p14:tracePt t="449537" x="3565525" y="3898900"/>
          <p14:tracePt t="449728" x="3578225" y="3898900"/>
          <p14:tracePt t="449739" x="3592513" y="3898900"/>
          <p14:tracePt t="449750" x="3605213" y="3898900"/>
          <p14:tracePt t="449760" x="3625850" y="3898900"/>
          <p14:tracePt t="449783" x="3640138" y="3898900"/>
          <p14:tracePt t="451179" x="3625850" y="3898900"/>
          <p14:tracePt t="451189" x="3592513" y="3898900"/>
          <p14:tracePt t="451560" x="3605213" y="3898900"/>
          <p14:tracePt t="451572" x="3625850" y="3898900"/>
          <p14:tracePt t="451583" x="3640138" y="3898900"/>
          <p14:tracePt t="451594" x="3652838" y="3898900"/>
          <p14:tracePt t="451607" x="3681413" y="3911600"/>
          <p14:tracePt t="451617" x="3694113" y="3911600"/>
          <p14:tracePt t="451628" x="3735388" y="3911600"/>
          <p14:tracePt t="451641" x="3783013" y="3911600"/>
          <p14:tracePt t="451651" x="3851275" y="3911600"/>
          <p14:tracePt t="451662" x="3898900" y="3925888"/>
          <p14:tracePt t="451675" x="3952875" y="3925888"/>
          <p14:tracePt t="451685" x="3994150" y="3925888"/>
          <p14:tracePt t="451696" x="4027488" y="3911600"/>
          <p14:tracePt t="451709" x="4054475" y="3911600"/>
          <p14:tracePt t="451719" x="4095750" y="3911600"/>
          <p14:tracePt t="451731" x="4122738" y="3911600"/>
          <p14:tracePt t="451742" x="4143375" y="3911600"/>
          <p14:tracePt t="451752" x="4170363" y="3898900"/>
          <p14:tracePt t="451763" x="4197350" y="3898900"/>
          <p14:tracePt t="451776" x="4211638" y="3898900"/>
          <p14:tracePt t="451785" x="4238625" y="3898900"/>
          <p14:tracePt t="451797" x="4271963" y="3898900"/>
          <p14:tracePt t="451808" x="4300538" y="3898900"/>
          <p14:tracePt t="451819" x="4327525" y="3898900"/>
          <p14:tracePt t="451831" x="4354513" y="3898900"/>
          <p14:tracePt t="451844" x="4387850" y="3898900"/>
          <p14:tracePt t="451854" x="4414838" y="3898900"/>
          <p14:tracePt t="451866" x="4443413" y="3898900"/>
          <p14:tracePt t="451877" x="4456113" y="3884613"/>
          <p14:tracePt t="451887" x="4470400" y="3884613"/>
          <p14:tracePt t="451899" x="4483100" y="3863975"/>
          <p14:tracePt t="451931" x="4483100" y="3851275"/>
          <p14:tracePt t="451954" x="4483100" y="3836988"/>
          <p14:tracePt t="451965" x="4470400" y="3836988"/>
          <p14:tracePt t="451999" x="4470400" y="3824288"/>
          <p14:tracePt t="452011" x="4456113" y="3824288"/>
          <p14:tracePt t="452033" x="4456113" y="3836988"/>
          <p14:tracePt t="452045" x="4443413" y="3836988"/>
          <p14:tracePt t="452057" x="4429125" y="3851275"/>
          <p14:tracePt t="452067" x="4414838" y="3863975"/>
          <p14:tracePt t="452089" x="4402138" y="3898900"/>
          <p14:tracePt t="452093" x="4402138" y="3911600"/>
          <p14:tracePt t="452102" x="4402138" y="3952875"/>
          <p14:tracePt t="452112" x="4414838" y="3979863"/>
          <p14:tracePt t="452125" x="4429125" y="4014788"/>
          <p14:tracePt t="452134" x="4470400" y="4041775"/>
          <p14:tracePt t="452146" x="4518025" y="4054475"/>
          <p14:tracePt t="452158" x="4557713" y="4068763"/>
          <p14:tracePt t="452168" x="4598988" y="4068763"/>
          <p14:tracePt t="452180" x="4660900" y="4068763"/>
          <p14:tracePt t="452192" x="4687888" y="4068763"/>
          <p14:tracePt t="452202" x="4714875" y="4054475"/>
          <p14:tracePt t="452214" x="4729163" y="4041775"/>
          <p14:tracePt t="452226" x="4741863" y="4014788"/>
          <p14:tracePt t="452246" x="4741863" y="3979863"/>
          <p14:tracePt t="452250" x="4729163" y="3925888"/>
          <p14:tracePt t="452259" x="4714875" y="3884613"/>
          <p14:tracePt t="452270" x="4687888" y="3836988"/>
          <p14:tracePt t="452282" x="4660900" y="3824288"/>
          <p14:tracePt t="452294" x="4613275" y="3824288"/>
          <p14:tracePt t="452303" x="4598988" y="3824288"/>
          <p14:tracePt t="452315" x="4586288" y="3824288"/>
          <p14:tracePt t="452348" x="4572000" y="3836988"/>
          <p14:tracePt t="452351" x="4557713" y="3863975"/>
          <p14:tracePt t="452360" x="4557713" y="3898900"/>
          <p14:tracePt t="452361" x="4530725" y="3911600"/>
          <p14:tracePt t="452371" x="4518025" y="3925888"/>
          <p14:tracePt t="452652" x="4518025" y="3911600"/>
          <p14:tracePt t="452685" x="4530725" y="3911600"/>
          <p14:tracePt t="452696" x="4530725" y="3925888"/>
          <p14:tracePt t="452786" x="4530725" y="3911600"/>
          <p14:tracePt t="452809" x="4545013" y="3911600"/>
          <p14:tracePt t="452831" x="4557713" y="3911600"/>
          <p14:tracePt t="452855" x="4572000" y="3911600"/>
          <p14:tracePt t="452876" x="4586288" y="3911600"/>
          <p14:tracePt t="452888" x="4598988" y="3911600"/>
          <p14:tracePt t="452910" x="4613275" y="3911600"/>
          <p14:tracePt t="452925" x="4625975" y="3911600"/>
          <p14:tracePt t="452933" x="4646613" y="3911600"/>
          <p14:tracePt t="452956" x="4625975" y="3911600"/>
          <p14:tracePt t="453192" x="4646613" y="3911600"/>
          <p14:tracePt t="453195" x="4673600" y="3911600"/>
          <p14:tracePt t="453204" x="4700588" y="3911600"/>
          <p14:tracePt t="453214" x="4741863" y="3911600"/>
          <p14:tracePt t="453226" x="4776788" y="3911600"/>
          <p14:tracePt t="453237" x="4803775" y="3898900"/>
          <p14:tracePt t="453249" x="4843463" y="3898900"/>
          <p14:tracePt t="453261" x="4872038" y="3884613"/>
          <p14:tracePt t="453270" x="4905375" y="3884613"/>
          <p14:tracePt t="453294" x="4946650" y="3863975"/>
          <p14:tracePt t="453296" x="4973638" y="3863975"/>
          <p14:tracePt t="453305" x="5000625" y="3851275"/>
          <p14:tracePt t="453316" x="5021263" y="3836988"/>
          <p14:tracePt t="453330" x="5048250" y="3836988"/>
          <p14:tracePt t="453340" x="5062538" y="3836988"/>
          <p14:tracePt t="453361" x="5075238" y="3824288"/>
          <p14:tracePt t="453407" x="5089525" y="3810000"/>
          <p14:tracePt t="453450" x="5089525" y="3795713"/>
          <p14:tracePt t="453620" x="5062538" y="3795713"/>
          <p14:tracePt t="453632" x="5033963" y="3795713"/>
          <p14:tracePt t="453644" x="5021263" y="3783013"/>
          <p14:tracePt t="453653" x="5000625" y="3783013"/>
          <p14:tracePt t="453666" x="4986338" y="3783013"/>
          <p14:tracePt t="453688" x="4973638" y="3783013"/>
          <p14:tracePt t="454025" x="4959350" y="3810000"/>
          <p14:tracePt t="454028" x="4946650" y="3824288"/>
          <p14:tracePt t="454036" x="4946650" y="3851275"/>
          <p14:tracePt t="454047" x="4932363" y="3863975"/>
          <p14:tracePt t="454060" x="4932363" y="3884613"/>
          <p14:tracePt t="454070" x="4932363" y="3898900"/>
          <p14:tracePt t="454093" x="4932363" y="3911600"/>
          <p14:tracePt t="454204" x="4932363" y="3898900"/>
          <p14:tracePt t="454217" x="4932363" y="3884613"/>
          <p14:tracePt t="454238" x="4932363" y="3863975"/>
          <p14:tracePt t="454249" x="4932363" y="3851275"/>
          <p14:tracePt t="454262" x="4932363" y="3836988"/>
          <p14:tracePt t="454294" x="4932363" y="3824288"/>
          <p14:tracePt t="454509" x="4932363" y="3836988"/>
          <p14:tracePt t="454520" x="4919663" y="3851275"/>
          <p14:tracePt t="454531" x="4919663" y="3863975"/>
          <p14:tracePt t="454543" x="4919663" y="3884613"/>
          <p14:tracePt t="454564" x="4919663" y="3898900"/>
          <p14:tracePt t="454575" x="4932363" y="3898900"/>
          <p14:tracePt t="454586" x="4932363" y="3911600"/>
          <p14:tracePt t="454599" x="4946650" y="3911600"/>
          <p14:tracePt t="454609" x="4959350" y="3911600"/>
          <p14:tracePt t="454632" x="4973638" y="3911600"/>
          <p14:tracePt t="454654" x="4986338" y="3911600"/>
          <p14:tracePt t="454688" x="4986338" y="3898900"/>
          <p14:tracePt t="454699" x="4986338" y="3884613"/>
          <p14:tracePt t="454722" x="4986338" y="3863975"/>
          <p14:tracePt t="454755" x="4986338" y="3851275"/>
          <p14:tracePt t="454856" x="4986338" y="3863975"/>
          <p14:tracePt t="454868" x="5000625" y="3884613"/>
          <p14:tracePt t="454880" x="5021263" y="3884613"/>
          <p14:tracePt t="454891" x="5033963" y="3898900"/>
          <p14:tracePt t="454902" x="5048250" y="3898900"/>
          <p14:tracePt t="454915" x="5075238" y="3911600"/>
          <p14:tracePt t="454924" x="5102225" y="3911600"/>
          <p14:tracePt t="454936" x="5129213" y="3925888"/>
          <p14:tracePt t="454949" x="5164138" y="3925888"/>
          <p14:tracePt t="454958" x="5191125" y="3925888"/>
          <p14:tracePt t="454970" x="5218113" y="3938588"/>
          <p14:tracePt t="454983" x="5232400" y="3938588"/>
          <p14:tracePt t="454992" x="5259388" y="3938588"/>
          <p14:tracePt t="455015" x="5280025" y="3938588"/>
          <p14:tracePt t="455160" x="5259388" y="3938588"/>
          <p14:tracePt t="455172" x="5245100" y="3925888"/>
          <p14:tracePt t="455185" x="5218113" y="3925888"/>
          <p14:tracePt t="455194" x="5205413" y="3925888"/>
          <p14:tracePt t="455206" x="5176838" y="3925888"/>
          <p14:tracePt t="455219" x="5149850" y="3938588"/>
          <p14:tracePt t="455229" x="5102225" y="3938588"/>
          <p14:tracePt t="455239" x="5102225" y="3952875"/>
          <p14:tracePt t="455252" x="5089525" y="3952875"/>
          <p14:tracePt t="455273" x="5089525" y="3967163"/>
          <p14:tracePt t="455295" x="5116513" y="3967163"/>
          <p14:tracePt t="455308" x="5129213" y="3967163"/>
          <p14:tracePt t="455319" x="5164138" y="3967163"/>
          <p14:tracePt t="455329" x="5176838" y="3967163"/>
          <p14:tracePt t="455342" x="5205413" y="3967163"/>
          <p14:tracePt t="455363" x="5218113" y="3967163"/>
          <p14:tracePt t="455453" x="5232400" y="3979863"/>
          <p14:tracePt t="455488" x="5205413" y="3979863"/>
          <p14:tracePt t="455734" x="5232400" y="3994150"/>
          <p14:tracePt t="455747" x="5259388" y="3994150"/>
          <p14:tracePt t="455757" x="5319713" y="3994150"/>
          <p14:tracePt t="455768" x="5375275" y="4014788"/>
          <p14:tracePt t="455780" x="5408613" y="4014788"/>
          <p14:tracePt t="455813" x="5422900" y="4014788"/>
          <p14:tracePt t="455824" x="5435600" y="4014788"/>
          <p14:tracePt t="455836" x="5449888" y="4014788"/>
          <p14:tracePt t="455849" x="5462588" y="4014788"/>
          <p14:tracePt t="455859" x="5476875" y="4014788"/>
          <p14:tracePt t="455869" x="5503863" y="4014788"/>
          <p14:tracePt t="455882" x="5538788" y="4014788"/>
          <p14:tracePt t="455892" x="5592763" y="4014788"/>
          <p14:tracePt t="455905" x="5667375" y="4014788"/>
          <p14:tracePt t="455916" x="5721350" y="3994150"/>
          <p14:tracePt t="455927" x="5810250" y="3994150"/>
          <p14:tracePt t="455938" x="5864225" y="3994150"/>
          <p14:tracePt t="455950" x="5911850" y="3994150"/>
          <p14:tracePt t="455960" x="5953125" y="3994150"/>
          <p14:tracePt t="455972" x="5994400" y="3979863"/>
          <p14:tracePt t="455983" x="6007100" y="3979863"/>
          <p14:tracePt t="455993" x="6021388" y="3979863"/>
          <p14:tracePt t="456026" x="6042025" y="3979863"/>
          <p14:tracePt t="456071" x="6054725" y="3979863"/>
          <p14:tracePt t="456241" x="6069013" y="3979863"/>
          <p14:tracePt t="456263" x="6081713" y="3979863"/>
          <p14:tracePt t="456274" x="6096000" y="3979863"/>
          <p14:tracePt t="456296" x="6110288" y="3979863"/>
          <p14:tracePt t="456398" x="6122988" y="3979863"/>
          <p14:tracePt t="456420" x="6137275" y="3967163"/>
          <p14:tracePt t="456443" x="6149975" y="3967163"/>
          <p14:tracePt t="456456" x="6170613" y="3967163"/>
          <p14:tracePt t="456465" x="6170613" y="3952875"/>
          <p14:tracePt t="456477" x="6184900" y="3952875"/>
          <p14:tracePt t="456489" x="6184900" y="3938588"/>
          <p14:tracePt t="456500" x="6197600" y="3938588"/>
          <p14:tracePt t="456511" x="6197600" y="3925888"/>
          <p14:tracePt t="456544" x="6197600" y="3911600"/>
          <p14:tracePt t="456557" x="6197600" y="3898900"/>
          <p14:tracePt t="456634" x="6184900" y="3884613"/>
          <p14:tracePt t="456656" x="6170613" y="3898900"/>
          <p14:tracePt t="456690" x="6149975" y="3898900"/>
          <p14:tracePt t="456702" x="6149975" y="3911600"/>
          <p14:tracePt t="456713" x="6137275" y="3925888"/>
          <p14:tracePt t="456735" x="6137275" y="3938588"/>
          <p14:tracePt t="456747" x="6137275" y="3952875"/>
          <p14:tracePt t="456758" x="6137275" y="3967163"/>
          <p14:tracePt t="456769" x="6149975" y="3979863"/>
          <p14:tracePt t="456803" x="6149975" y="3994150"/>
          <p14:tracePt t="456870" x="6137275" y="3994150"/>
          <p14:tracePt t="456893" x="6122988" y="3994150"/>
          <p14:tracePt t="456994" x="6137275" y="3994150"/>
          <p14:tracePt t="457006" x="6149975" y="3994150"/>
          <p14:tracePt t="457017" x="6184900" y="3994150"/>
          <p14:tracePt t="457028" x="6197600" y="3994150"/>
          <p14:tracePt t="457039" x="6211888" y="3994150"/>
          <p14:tracePt t="457052" x="6224588" y="3994150"/>
          <p14:tracePt t="457062" x="6238875" y="3994150"/>
          <p14:tracePt t="457411" x="6253163" y="3994150"/>
          <p14:tracePt t="457501" x="6265863" y="3994150"/>
          <p14:tracePt t="457514" x="6280150" y="3994150"/>
          <p14:tracePt t="457523" x="6313488" y="3994150"/>
          <p14:tracePt t="457534" x="6340475" y="3994150"/>
          <p14:tracePt t="457546" x="6367463" y="3994150"/>
          <p14:tracePt t="457557" x="6408738" y="3979863"/>
          <p14:tracePt t="457590" x="6443663" y="3979863"/>
          <p14:tracePt t="457603" x="6470650" y="3979863"/>
          <p14:tracePt t="457604" x="6497638" y="3979863"/>
          <p14:tracePt t="457615" x="6510338" y="3979863"/>
          <p14:tracePt t="457624" x="6524625" y="3979863"/>
          <p14:tracePt t="457638" x="6524625" y="3967163"/>
          <p14:tracePt t="457680" x="6545263" y="3967163"/>
          <p14:tracePt t="457703" x="6572250" y="3967163"/>
          <p14:tracePt t="457714" x="6599238" y="3967163"/>
          <p14:tracePt t="457727" x="6626225" y="3967163"/>
          <p14:tracePt t="457739" x="6673850" y="3979863"/>
          <p14:tracePt t="458287" x="6673850" y="3967163"/>
          <p14:tracePt t="458400" x="6688138" y="3967163"/>
          <p14:tracePt t="458456" x="6700838" y="3967163"/>
          <p14:tracePt t="458490" x="6715125" y="3967163"/>
          <p14:tracePt t="458513" x="6729413" y="3967163"/>
          <p14:tracePt t="458526" x="6756400" y="3967163"/>
          <p14:tracePt t="458536" x="6804025" y="3967163"/>
          <p14:tracePt t="458547" x="6884988" y="3979863"/>
          <p14:tracePt t="458560" x="6986588" y="3994150"/>
          <p14:tracePt t="458570" x="7089775" y="3994150"/>
          <p14:tracePt t="458581" x="7158038" y="3994150"/>
          <p14:tracePt t="458595" x="7245350" y="3994150"/>
          <p14:tracePt t="458603" x="7334250" y="4014788"/>
          <p14:tracePt t="458636" x="7375525" y="4014788"/>
          <p14:tracePt t="458639" x="7402513" y="4014788"/>
          <p14:tracePt t="458649" x="7402513" y="3994150"/>
          <p14:tracePt t="458650" x="7402513" y="4014788"/>
          <p14:tracePt t="459064" x="7388225" y="4014788"/>
          <p14:tracePt t="459076" x="7375525" y="4014788"/>
          <p14:tracePt t="459086" x="7361238" y="4014788"/>
          <p14:tracePt t="459098" x="7348538" y="4014788"/>
          <p14:tracePt t="459109" x="7334250" y="4014788"/>
          <p14:tracePt t="459121" x="7319963" y="4014788"/>
          <p14:tracePt t="459132" x="7307263" y="4014788"/>
          <p14:tracePt t="459154" x="7286625" y="3994150"/>
          <p14:tracePt t="459199" x="7286625" y="3979863"/>
          <p14:tracePt t="459210" x="7286625" y="3967163"/>
          <p14:tracePt t="459222" x="7286625" y="3938588"/>
          <p14:tracePt t="459234" x="7286625" y="3925888"/>
          <p14:tracePt t="459245" x="7286625" y="3898900"/>
          <p14:tracePt t="459267" x="7286625" y="3884613"/>
          <p14:tracePt t="459527" x="7307263" y="3884613"/>
          <p14:tracePt t="459559" x="7319963" y="3898900"/>
          <p14:tracePt t="459571" x="7334250" y="3898900"/>
          <p14:tracePt t="459593" x="7348538" y="3911600"/>
          <p14:tracePt t="459605" x="7348538" y="3925888"/>
          <p14:tracePt t="459616" x="7361238" y="3925888"/>
          <p14:tracePt t="459628" x="7375525" y="3938588"/>
          <p14:tracePt t="459649" x="7388225" y="3938588"/>
          <p14:tracePt t="459662" x="7415213" y="3938588"/>
          <p14:tracePt t="459683" x="7450138" y="3952875"/>
          <p14:tracePt t="459686" x="7477125" y="3952875"/>
          <p14:tracePt t="459696" x="7518400" y="3952875"/>
          <p14:tracePt t="459707" x="7566025" y="3952875"/>
          <p14:tracePt t="459717" x="7620000" y="3952875"/>
          <p14:tracePt t="459730" x="7673975" y="3952875"/>
          <p14:tracePt t="459740" x="7735888" y="3952875"/>
          <p14:tracePt t="459751" x="7789863" y="3952875"/>
          <p14:tracePt t="459762" x="7824788" y="3952875"/>
          <p14:tracePt t="459773" x="7864475" y="3938588"/>
          <p14:tracePt t="459785" x="7878763" y="3938588"/>
          <p14:tracePt t="459796" x="7891463" y="3938588"/>
          <p14:tracePt t="459808" x="7891463" y="3925888"/>
          <p14:tracePt t="459829" x="7891463" y="3911600"/>
          <p14:tracePt t="459852" x="7878763" y="3898900"/>
          <p14:tracePt t="459863" x="7864475" y="3863975"/>
          <p14:tracePt t="459875" x="7851775" y="3851275"/>
          <p14:tracePt t="459887" x="7824788" y="3836988"/>
          <p14:tracePt t="459897" x="7804150" y="3824288"/>
          <p14:tracePt t="459909" x="7777163" y="3810000"/>
          <p14:tracePt t="459920" x="7777163" y="3795713"/>
          <p14:tracePt t="459932" x="7762875" y="3795713"/>
          <p14:tracePt t="459942" x="7748588" y="3795713"/>
          <p14:tracePt t="459955" x="7735888" y="3795713"/>
          <p14:tracePt t="459965" x="7708900" y="3795713"/>
          <p14:tracePt t="459975" x="7673975" y="3795713"/>
          <p14:tracePt t="459987" x="7646988" y="3810000"/>
          <p14:tracePt t="460000" x="7620000" y="3824288"/>
          <p14:tracePt t="460011" x="7578725" y="3836988"/>
          <p14:tracePt t="460022" x="7531100" y="3851275"/>
          <p14:tracePt t="460033" x="7491413" y="3863975"/>
          <p14:tracePt t="460045" x="7450138" y="3884613"/>
          <p14:tracePt t="460055" x="7402513" y="3911600"/>
          <p14:tracePt t="460067" x="7388225" y="3925888"/>
          <p14:tracePt t="460078" x="7375525" y="3925888"/>
          <p14:tracePt t="460088" x="7361238" y="3938588"/>
          <p14:tracePt t="460099" x="7361238" y="3952875"/>
          <p14:tracePt t="460112" x="7361238" y="3967163"/>
          <p14:tracePt t="460122" x="7361238" y="3979863"/>
          <p14:tracePt t="460133" x="7375525" y="3994150"/>
          <p14:tracePt t="460145" x="7388225" y="3994150"/>
          <p14:tracePt t="460156" x="7415213" y="4014788"/>
          <p14:tracePt t="460167" x="7462838" y="4027488"/>
          <p14:tracePt t="460179" x="7504113" y="4027488"/>
          <p14:tracePt t="460189" x="7531100" y="4027488"/>
          <p14:tracePt t="460200" x="7605713" y="4041775"/>
          <p14:tracePt t="460212" x="7673975" y="4041775"/>
          <p14:tracePt t="460223" x="7735888" y="4027488"/>
          <p14:tracePt t="460235" x="7804150" y="4027488"/>
          <p14:tracePt t="460246" x="7864475" y="3994150"/>
          <p14:tracePt t="460257" x="7878763" y="3979863"/>
          <p14:tracePt t="460269" x="7905750" y="3967163"/>
          <p14:tracePt t="460280" x="7920038" y="3938588"/>
          <p14:tracePt t="460291" x="7905750" y="3925888"/>
          <p14:tracePt t="460303" x="7905750" y="3911600"/>
          <p14:tracePt t="460313" x="7878763" y="3884613"/>
          <p14:tracePt t="460324" x="7837488" y="3851275"/>
          <p14:tracePt t="460336" x="7789863" y="3836988"/>
          <p14:tracePt t="460347" x="7721600" y="3810000"/>
          <p14:tracePt t="460358" x="7646988" y="3795713"/>
          <p14:tracePt t="460369" x="7578725" y="3795713"/>
          <p14:tracePt t="460381" x="7504113" y="3783013"/>
          <p14:tracePt t="460392" x="7435850" y="3795713"/>
          <p14:tracePt t="460403" x="7361238" y="3810000"/>
          <p14:tracePt t="460414" x="7334250" y="3824288"/>
          <p14:tracePt t="460425" x="7286625" y="3836988"/>
          <p14:tracePt t="460438" x="7272338" y="3863975"/>
          <p14:tracePt t="460449" x="7259638" y="3884613"/>
          <p14:tracePt t="460459" x="7259638" y="3911600"/>
          <p14:tracePt t="460471" x="7259638" y="3925888"/>
          <p14:tracePt t="460482" x="7272338" y="3938588"/>
          <p14:tracePt t="460494" x="7286625" y="3967163"/>
          <p14:tracePt t="460505" x="7319963" y="3967163"/>
          <p14:tracePt t="460516" x="7348538" y="3979863"/>
          <p14:tracePt t="460528" x="7375525" y="3994150"/>
          <p14:tracePt t="460538" x="7435850" y="3994150"/>
          <p14:tracePt t="460549" x="7504113" y="3994150"/>
          <p14:tracePt t="460561" x="7578725" y="3994150"/>
          <p14:tracePt t="460572" x="7634288" y="3994150"/>
          <p14:tracePt t="460583" x="7673975" y="3979863"/>
          <p14:tracePt t="460595" x="7721600" y="3967163"/>
          <p14:tracePt t="460605" x="7735888" y="3952875"/>
          <p14:tracePt t="460617" x="7748588" y="3938588"/>
          <p14:tracePt t="460629" x="7748588" y="3925888"/>
          <p14:tracePt t="460639" x="7735888" y="3911600"/>
          <p14:tracePt t="460651" x="7735888" y="3898900"/>
          <p14:tracePt t="460662" x="7721600" y="3898900"/>
          <p14:tracePt t="460673" x="7708900" y="3898900"/>
          <p14:tracePt t="460685" x="7694613" y="3898900"/>
          <p14:tracePt t="460707" x="7673975" y="3898900"/>
          <p14:tracePt t="460751" x="7673975" y="3911600"/>
          <p14:tracePt t="460943" x="7694613" y="3911600"/>
          <p14:tracePt t="460956" x="7708900" y="3911600"/>
          <p14:tracePt t="460967" x="7721600" y="3911600"/>
          <p14:tracePt t="460977" x="7748588" y="3911600"/>
          <p14:tracePt t="460988" x="7777163" y="3925888"/>
          <p14:tracePt t="461000" x="7824788" y="3925888"/>
          <p14:tracePt t="461011" x="7878763" y="3925888"/>
          <p14:tracePt t="461022" x="7905750" y="3925888"/>
          <p14:tracePt t="461034" x="7932738" y="3925888"/>
          <p14:tracePt t="461044" x="7980363" y="3925888"/>
          <p14:tracePt t="461056" x="8007350" y="3911600"/>
          <p14:tracePt t="461068" x="8021638" y="3911600"/>
          <p14:tracePt t="461078" x="8034338" y="3911600"/>
          <p14:tracePt t="461089" x="8048625" y="3911600"/>
          <p14:tracePt t="461112" x="8069263" y="3911600"/>
          <p14:tracePt t="461134" x="8081963" y="3911600"/>
          <p14:tracePt t="461145" x="8096250" y="3911600"/>
          <p14:tracePt t="461158" x="8123238" y="3911600"/>
          <p14:tracePt t="461168" x="8164513" y="3911600"/>
          <p14:tracePt t="461179" x="8197850" y="3898900"/>
          <p14:tracePt t="461192" x="8224838" y="3898900"/>
          <p14:tracePt t="461203" x="8266113" y="3898900"/>
          <p14:tracePt t="461213" x="8293100" y="3898900"/>
          <p14:tracePt t="461225" x="8328025" y="3898900"/>
          <p14:tracePt t="461236" x="8355013" y="3884613"/>
          <p14:tracePt t="461247" x="8382000" y="3863975"/>
          <p14:tracePt t="461259" x="8396288" y="3851275"/>
          <p14:tracePt t="461271" x="8423275" y="3836988"/>
          <p14:tracePt t="461281" x="8423275" y="3824288"/>
          <p14:tracePt t="461304" x="8423275" y="3810000"/>
          <p14:tracePt t="461314" x="8423275" y="3795713"/>
          <p14:tracePt t="461337" x="8423275" y="3783013"/>
          <p14:tracePt t="461348" x="8408988" y="3783013"/>
          <p14:tracePt t="461360" x="8396288" y="3783013"/>
          <p14:tracePt t="461371" x="8382000" y="3768725"/>
          <p14:tracePt t="461382" x="8367713" y="3768725"/>
          <p14:tracePt t="461394" x="8340725" y="3768725"/>
          <p14:tracePt t="461405" x="8328025" y="3768725"/>
          <p14:tracePt t="461415" x="8293100" y="3783013"/>
          <p14:tracePt t="461428" x="8253413" y="3795713"/>
          <p14:tracePt t="461439" x="8212138" y="3810000"/>
          <p14:tracePt t="461451" x="8177213" y="3810000"/>
          <p14:tracePt t="461461" x="8150225" y="3836988"/>
          <p14:tracePt t="461474" x="8137525" y="3851275"/>
          <p14:tracePt t="461485" x="8123238" y="3863975"/>
          <p14:tracePt t="461505" x="8123238" y="3884613"/>
          <p14:tracePt t="461518" x="8137525" y="3898900"/>
          <p14:tracePt t="461539" x="8137525" y="3911600"/>
          <p14:tracePt t="461552" x="8150225" y="3925888"/>
          <p14:tracePt t="461562" x="8164513" y="3925888"/>
          <p14:tracePt t="461574" x="8197850" y="3925888"/>
          <p14:tracePt t="461585" x="8224838" y="3925888"/>
          <p14:tracePt t="461595" x="8266113" y="3925888"/>
          <p14:tracePt t="461607" x="8307388" y="3925888"/>
          <p14:tracePt t="461618" x="8355013" y="3925888"/>
          <p14:tracePt t="461629" x="8408988" y="3911600"/>
          <p14:tracePt t="461642" x="8435975" y="3898900"/>
          <p14:tracePt t="461654" x="8470900" y="3884613"/>
          <p14:tracePt t="461665" x="8497888" y="3884613"/>
          <p14:tracePt t="461676" x="8510588" y="3863975"/>
          <p14:tracePt t="461687" x="8510588" y="3851275"/>
          <p14:tracePt t="461708" x="8510588" y="3836988"/>
          <p14:tracePt t="461720" x="8510588" y="3824288"/>
          <p14:tracePt t="461741" x="8497888" y="3810000"/>
          <p14:tracePt t="461787" x="8483600" y="3795713"/>
          <p14:tracePt t="461789" x="8470900" y="3795713"/>
          <p14:tracePt t="461799" x="8435975" y="3795713"/>
          <p14:tracePt t="461802" x="8408988" y="3795713"/>
          <p14:tracePt t="461810" x="8396288" y="3795713"/>
          <p14:tracePt t="461821" x="8382000" y="3795713"/>
          <p14:tracePt t="461832" x="8367713" y="3810000"/>
          <p14:tracePt t="461844" x="8355013" y="3824288"/>
          <p14:tracePt t="461858" x="8340725" y="3836988"/>
          <p14:tracePt t="461871" x="8328025" y="3851275"/>
          <p14:tracePt t="461878" x="8307388" y="3863975"/>
          <p14:tracePt t="461889" x="8307388" y="3884613"/>
          <p14:tracePt t="461910" x="8307388" y="3898900"/>
          <p14:tracePt t="461922" x="8328025" y="3911600"/>
          <p14:tracePt t="461934" x="8328025" y="3925888"/>
          <p14:tracePt t="461945" x="8340725" y="3925888"/>
          <p14:tracePt t="461957" x="8355013" y="3925888"/>
          <p14:tracePt t="461968" x="8367713" y="3925888"/>
          <p14:tracePt t="461978" x="8382000" y="3938588"/>
          <p14:tracePt t="461991" x="8396288" y="3938588"/>
          <p14:tracePt t="462003" x="8423275" y="3938588"/>
          <p14:tracePt t="462013" x="8456613" y="3925888"/>
          <p14:tracePt t="462025" x="8470900" y="3925888"/>
          <p14:tracePt t="462037" x="8497888" y="3911600"/>
          <p14:tracePt t="462047" x="8510588" y="3911600"/>
          <p14:tracePt t="462059" x="8539163" y="3898900"/>
          <p14:tracePt t="462070" x="8539163" y="3884613"/>
          <p14:tracePt t="462080" x="8551863" y="3884613"/>
          <p14:tracePt t="462092" x="8566150" y="3863975"/>
          <p14:tracePt t="462113" x="8586788" y="3851275"/>
          <p14:tracePt t="462135" x="8599488" y="3851275"/>
          <p14:tracePt t="462214" x="8599488" y="3836988"/>
          <p14:tracePt t="462226" x="8586788" y="3824288"/>
          <p14:tracePt t="462237" x="8551863" y="3810000"/>
          <p14:tracePt t="462248" x="8510588" y="3795713"/>
          <p14:tracePt t="462260" x="8483600" y="3783013"/>
          <p14:tracePt t="462272" x="8423275" y="3756025"/>
          <p14:tracePt t="462282" x="8396288" y="3756025"/>
          <p14:tracePt t="462294" x="8355013" y="3735388"/>
          <p14:tracePt t="462307" x="8328025" y="3735388"/>
          <p14:tracePt t="462317" x="8307388" y="3756025"/>
          <p14:tracePt t="462328" x="8280400" y="3756025"/>
          <p14:tracePt t="462339" x="8266113" y="3768725"/>
          <p14:tracePt t="462349" x="8239125" y="3795713"/>
          <p14:tracePt t="462361" x="8212138" y="3810000"/>
          <p14:tracePt t="462372" x="8197850" y="3836988"/>
          <p14:tracePt t="462383" x="8197850" y="3851275"/>
          <p14:tracePt t="462395" x="8197850" y="3863975"/>
          <p14:tracePt t="462406" x="8197850" y="3884613"/>
          <p14:tracePt t="462428" x="8197850" y="3898900"/>
          <p14:tracePt t="462439" x="8212138" y="3898900"/>
          <p14:tracePt t="462462" x="8224838" y="3898900"/>
          <p14:tracePt t="462473" x="8239125" y="3898900"/>
          <p14:tracePt t="462485" x="8253413" y="3898900"/>
          <p14:tracePt t="462496" x="8293100" y="3911600"/>
          <p14:tracePt t="462508" x="8328025" y="3911600"/>
          <p14:tracePt t="462519" x="8355013" y="3898900"/>
          <p14:tracePt t="462530" x="8382000" y="3898900"/>
          <p14:tracePt t="462542" x="8408988" y="3898900"/>
          <p14:tracePt t="462553" x="8435975" y="3898900"/>
          <p14:tracePt t="462563" x="8435975" y="3884613"/>
          <p14:tracePt t="462575" x="8456613" y="3884613"/>
          <p14:tracePt t="462586" x="8470900" y="3884613"/>
          <p14:tracePt t="464769" x="8396288" y="3863975"/>
          <p14:tracePt t="464780" x="8177213" y="3851275"/>
          <p14:tracePt t="464790" x="7980363" y="3824288"/>
          <p14:tracePt t="464802" x="7545388" y="3810000"/>
          <p14:tracePt t="464813" x="7245350" y="3783013"/>
          <p14:tracePt t="464825" x="6769100" y="3783013"/>
          <p14:tracePt t="464838" x="6456363" y="3783013"/>
          <p14:tracePt t="464847" x="6069013" y="3795713"/>
          <p14:tracePt t="464859" x="5851525" y="3810000"/>
          <p14:tracePt t="464872" x="5592763" y="3824288"/>
          <p14:tracePt t="464881" x="5375275" y="3851275"/>
          <p14:tracePt t="464892" x="5245100" y="3863975"/>
          <p14:tracePt t="465364" x="5259388" y="3863975"/>
          <p14:tracePt t="465367" x="5245100" y="3863975"/>
          <p14:tracePt t="465375" x="5232400" y="3863975"/>
          <p14:tracePt t="465389" x="5191125" y="3863975"/>
          <p14:tracePt t="465401" x="5089525" y="3884613"/>
          <p14:tracePt t="465411" x="5021263" y="3898900"/>
          <p14:tracePt t="465421" x="4857750" y="3938588"/>
          <p14:tracePt t="465433" x="4646613" y="3967163"/>
          <p14:tracePt t="465443" x="4483100" y="4014788"/>
          <p14:tracePt t="465455" x="4238625" y="4068763"/>
          <p14:tracePt t="465469" x="4081463" y="4095750"/>
          <p14:tracePt t="465478" x="3898900" y="4122738"/>
          <p14:tracePt t="465489" x="3768725" y="4157663"/>
          <p14:tracePt t="465502" x="3605213" y="4170363"/>
          <p14:tracePt t="465512" x="3462338" y="4184650"/>
          <p14:tracePt t="465523" x="3381375" y="4197350"/>
          <p14:tracePt t="465535" x="3333750" y="4197350"/>
          <p14:tracePt t="465825" x="3333750" y="4184650"/>
          <p14:tracePt t="465847" x="3333750" y="4197350"/>
          <p14:tracePt t="465870" x="3319463" y="4197350"/>
          <p14:tracePt t="465893" x="3292475" y="4197350"/>
          <p14:tracePt t="465904" x="3279775" y="4197350"/>
          <p14:tracePt t="465915" x="3265488" y="4197350"/>
          <p14:tracePt t="465928" x="3252788" y="4197350"/>
          <p14:tracePt t="465938" x="3232150" y="4197350"/>
          <p14:tracePt t="465950" x="3217863" y="4197350"/>
          <p14:tracePt t="465983" x="3205163" y="4211638"/>
          <p14:tracePt t="465986" x="3176588" y="4211638"/>
          <p14:tracePt t="465995" x="3149600" y="4211638"/>
          <p14:tracePt t="466002" x="3122613" y="4211638"/>
          <p14:tracePt t="466007" x="3074988" y="4224338"/>
          <p14:tracePt t="466021" x="3033713" y="4238625"/>
          <p14:tracePt t="466030" x="2994025" y="4238625"/>
          <p14:tracePt t="466040" x="2932113" y="4259263"/>
          <p14:tracePt t="466053" x="2863850" y="4271963"/>
          <p14:tracePt t="466062" x="2816225" y="4286250"/>
          <p14:tracePt t="466073" x="2762250" y="4300538"/>
          <p14:tracePt t="466086" x="2687638" y="4313238"/>
          <p14:tracePt t="466097" x="2619375" y="4327525"/>
          <p14:tracePt t="466109" x="2571750" y="4340225"/>
          <p14:tracePt t="466120" x="2503488" y="4340225"/>
          <p14:tracePt t="466129" x="2443163" y="4354513"/>
          <p14:tracePt t="466141" x="2414588" y="4367213"/>
          <p14:tracePt t="466153" x="2387600" y="4367213"/>
          <p14:tracePt t="466163" x="2360613" y="4387850"/>
          <p14:tracePt t="466175" x="2339975" y="4387850"/>
          <p14:tracePt t="466186" x="2327275" y="4387850"/>
          <p14:tracePt t="466197" x="2312988" y="4402138"/>
          <p14:tracePt t="466209" x="2300288" y="4402138"/>
          <p14:tracePt t="466220" x="2286000" y="4402138"/>
          <p14:tracePt t="466230" x="2271713" y="4402138"/>
          <p14:tracePt t="466242" x="2232025" y="4402138"/>
          <p14:tracePt t="466253" x="2211388" y="4402138"/>
          <p14:tracePt t="466500" x="2211388" y="4414838"/>
          <p14:tracePt t="466523" x="2232025" y="4402138"/>
          <p14:tracePt t="466545" x="2244725" y="4402138"/>
          <p14:tracePt t="466557" x="2259013" y="4414838"/>
          <p14:tracePt t="466569" x="2271713" y="4414838"/>
          <p14:tracePt t="466580" x="2286000" y="4414838"/>
          <p14:tracePt t="466592" x="2300288" y="4414838"/>
          <p14:tracePt t="466613" x="2312988" y="4414838"/>
          <p14:tracePt t="466636" x="2327275" y="4414838"/>
          <p14:tracePt t="466669" x="2339975" y="4414838"/>
          <p14:tracePt t="466703" x="2360613" y="4414838"/>
          <p14:tracePt t="466714" x="2374900" y="4414838"/>
          <p14:tracePt t="466726" x="2387600" y="4414838"/>
          <p14:tracePt t="466748" x="2414588" y="4402138"/>
          <p14:tracePt t="466759" x="2428875" y="4402138"/>
          <p14:tracePt t="466772" x="2443163" y="4402138"/>
          <p14:tracePt t="466783" x="2455863" y="4402138"/>
          <p14:tracePt t="466805" x="2470150" y="4402138"/>
          <p14:tracePt t="466817" x="2490788" y="4387850"/>
          <p14:tracePt t="466827" x="2503488" y="4387850"/>
          <p14:tracePt t="466849" x="2517775" y="4387850"/>
          <p14:tracePt t="466862" x="2530475" y="4387850"/>
          <p14:tracePt t="466873" x="2544763" y="4387850"/>
          <p14:tracePt t="466883" x="2571750" y="4387850"/>
          <p14:tracePt t="466894" x="2598738" y="4387850"/>
          <p14:tracePt t="466906" x="2633663" y="4387850"/>
          <p14:tracePt t="466917" x="2673350" y="4387850"/>
          <p14:tracePt t="466929" x="2700338" y="4387850"/>
          <p14:tracePt t="466940" x="2735263" y="4387850"/>
          <p14:tracePt t="466950" x="2762250" y="4387850"/>
          <p14:tracePt t="466963" x="2776538" y="4387850"/>
          <p14:tracePt t="466974" x="2789238" y="4402138"/>
          <p14:tracePt t="466995" x="2776538" y="4402138"/>
          <p14:tracePt t="467029" x="2747963" y="4387850"/>
          <p14:tracePt t="467243" x="2776538" y="4387850"/>
          <p14:tracePt t="467256" x="2803525" y="4387850"/>
          <p14:tracePt t="467267" x="2830513" y="4387850"/>
          <p14:tracePt t="467279" x="2863850" y="4387850"/>
          <p14:tracePt t="467289" x="2905125" y="4387850"/>
          <p14:tracePt t="467299" x="2932113" y="4387850"/>
          <p14:tracePt t="467312" x="2973388" y="4387850"/>
          <p14:tracePt t="467323" x="2994025" y="4387850"/>
          <p14:tracePt t="467334" x="3021013" y="4387850"/>
          <p14:tracePt t="467345" x="3033713" y="4387850"/>
          <p14:tracePt t="467356" x="3048000" y="4387850"/>
          <p14:tracePt t="467369" x="3062288" y="4387850"/>
          <p14:tracePt t="467389" x="3074988" y="4387850"/>
          <p14:tracePt t="467637" x="3062288" y="4387850"/>
          <p14:tracePt t="467649" x="3048000" y="4387850"/>
          <p14:tracePt t="467659" x="3033713" y="4387850"/>
          <p14:tracePt t="467672" x="3021013" y="4387850"/>
          <p14:tracePt t="467683" x="2973388" y="4387850"/>
          <p14:tracePt t="467694" x="2946400" y="4387850"/>
          <p14:tracePt t="467705" x="2932113" y="4367213"/>
          <p14:tracePt t="467717" x="2905125" y="4367213"/>
          <p14:tracePt t="467828" x="2919413" y="4367213"/>
          <p14:tracePt t="467839" x="2932113" y="4367213"/>
          <p14:tracePt t="467852" x="2946400" y="4367213"/>
          <p14:tracePt t="467864" x="2959100" y="4387850"/>
          <p14:tracePt t="467874" x="2994025" y="4387850"/>
          <p14:tracePt t="467885" x="3021013" y="4387850"/>
          <p14:tracePt t="467897" x="3048000" y="4387850"/>
          <p14:tracePt t="467907" x="3089275" y="4387850"/>
          <p14:tracePt t="467919" x="3136900" y="4387850"/>
          <p14:tracePt t="467931" x="3163888" y="4387850"/>
          <p14:tracePt t="467941" x="3205163" y="4387850"/>
          <p14:tracePt t="467953" x="3252788" y="4402138"/>
          <p14:tracePt t="467965" x="3292475" y="4402138"/>
          <p14:tracePt t="467975" x="3319463" y="4402138"/>
          <p14:tracePt t="467987" x="3348038" y="4402138"/>
          <p14:tracePt t="467998" x="3381375" y="4402138"/>
          <p14:tracePt t="468008" x="3395663" y="4402138"/>
          <p14:tracePt t="468020" x="3408363" y="4402138"/>
          <p14:tracePt t="468086" x="3395663" y="4402138"/>
          <p14:tracePt t="468098" x="3348038" y="4402138"/>
          <p14:tracePt t="468109" x="3306763" y="4402138"/>
          <p14:tracePt t="468121" x="3252788" y="4402138"/>
          <p14:tracePt t="468132" x="3163888" y="4402138"/>
          <p14:tracePt t="468143" x="3074988" y="4387850"/>
          <p14:tracePt t="468156" x="3006725" y="4387850"/>
          <p14:tracePt t="468166" x="2959100" y="4387850"/>
          <p14:tracePt t="468177" x="2919413" y="4367213"/>
          <p14:tracePt t="468189" x="2890838" y="4367213"/>
          <p14:tracePt t="468200" x="2878138" y="4367213"/>
          <p14:tracePt t="468278" x="2890838" y="4367213"/>
          <p14:tracePt t="468289" x="2905125" y="4367213"/>
          <p14:tracePt t="468301" x="2919413" y="4367213"/>
          <p14:tracePt t="468313" x="2959100" y="4387850"/>
          <p14:tracePt t="468323" x="2994025" y="4387850"/>
          <p14:tracePt t="468334" x="3062288" y="4387850"/>
          <p14:tracePt t="468347" x="3136900" y="4387850"/>
          <p14:tracePt t="468357" x="3190875" y="4387850"/>
          <p14:tracePt t="468369" x="3292475" y="4402138"/>
          <p14:tracePt t="468380" x="3381375" y="4402138"/>
          <p14:tracePt t="468390" x="3435350" y="4402138"/>
          <p14:tracePt t="468402" x="3476625" y="4402138"/>
          <p14:tracePt t="468414" x="3509963" y="4402138"/>
          <p14:tracePt t="468424" x="3524250" y="4402138"/>
          <p14:tracePt t="468436" x="3538538" y="4402138"/>
          <p14:tracePt t="468514" x="3524250" y="4402138"/>
          <p14:tracePt t="468525" x="3509963" y="4402138"/>
          <p14:tracePt t="468537" x="3462338" y="4402138"/>
          <p14:tracePt t="468548" x="3435350" y="4402138"/>
          <p14:tracePt t="468559" x="3381375" y="4402138"/>
          <p14:tracePt t="468570" x="3306763" y="4402138"/>
          <p14:tracePt t="468583" x="3252788" y="4387850"/>
          <p14:tracePt t="468593" x="3205163" y="4387850"/>
          <p14:tracePt t="468604" x="3163888" y="4387850"/>
          <p14:tracePt t="468617" x="3136900" y="4387850"/>
          <p14:tracePt t="468627" x="3122613" y="4387850"/>
          <p14:tracePt t="468739" x="3136900" y="4367213"/>
          <p14:tracePt t="468761" x="3149600" y="4367213"/>
          <p14:tracePt t="468784" x="3176588" y="4367213"/>
          <p14:tracePt t="468797" x="3190875" y="4367213"/>
          <p14:tracePt t="468808" x="3217863" y="4367213"/>
          <p14:tracePt t="468819" x="3232150" y="4367213"/>
          <p14:tracePt t="468832" x="3265488" y="4387850"/>
          <p14:tracePt t="468843" x="3306763" y="4387850"/>
          <p14:tracePt t="468852" x="3333750" y="4387850"/>
          <p14:tracePt t="468866" x="3360738" y="4387850"/>
          <p14:tracePt t="468876" x="3408363" y="4387850"/>
          <p14:tracePt t="468887" x="3449638" y="4387850"/>
          <p14:tracePt t="468900" x="3476625" y="4387850"/>
          <p14:tracePt t="468909" x="3509963" y="4387850"/>
          <p14:tracePt t="468921" x="3524250" y="4387850"/>
          <p14:tracePt t="468942" x="3538538" y="4387850"/>
          <p14:tracePt t="468997" x="3524250" y="4387850"/>
          <p14:tracePt t="469009" x="3497263" y="4387850"/>
          <p14:tracePt t="469021" x="3462338" y="4387850"/>
          <p14:tracePt t="469032" x="3435350" y="4387850"/>
          <p14:tracePt t="469043" x="3408363" y="4387850"/>
          <p14:tracePt t="469055" x="3360738" y="4387850"/>
          <p14:tracePt t="469066" x="3333750" y="4387850"/>
          <p14:tracePt t="469077" x="3292475" y="4387850"/>
          <p14:tracePt t="469089" x="3279775" y="4387850"/>
          <p14:tracePt t="469177" x="3306763" y="4387850"/>
          <p14:tracePt t="469189" x="3333750" y="4387850"/>
          <p14:tracePt t="469201" x="3360738" y="4387850"/>
          <p14:tracePt t="469212" x="3408363" y="4387850"/>
          <p14:tracePt t="469224" x="3462338" y="4387850"/>
          <p14:tracePt t="469236" x="3524250" y="4387850"/>
          <p14:tracePt t="469246" x="3592513" y="4402138"/>
          <p14:tracePt t="469257" x="3652838" y="4402138"/>
          <p14:tracePt t="469270" x="3694113" y="4402138"/>
          <p14:tracePt t="469281" x="3721100" y="4402138"/>
          <p14:tracePt t="469292" x="3756025" y="4402138"/>
          <p14:tracePt t="469403" x="3694113" y="4402138"/>
          <p14:tracePt t="469414" x="3667125" y="4387850"/>
          <p14:tracePt t="469426" x="3640138" y="4387850"/>
          <p14:tracePt t="469437" x="3578225" y="4387850"/>
          <p14:tracePt t="469448" x="3524250" y="4387850"/>
          <p14:tracePt t="469459" x="3462338" y="4367213"/>
          <p14:tracePt t="469472" x="3422650" y="4367213"/>
          <p14:tracePt t="469482" x="3395663" y="4367213"/>
          <p14:tracePt t="469504" x="3381375" y="4367213"/>
          <p14:tracePt t="469572" x="3395663" y="4367213"/>
          <p14:tracePt t="469594" x="3408363" y="4367213"/>
          <p14:tracePt t="469606" x="3422650" y="4367213"/>
          <p14:tracePt t="469617" x="3435350" y="4367213"/>
          <p14:tracePt t="469629" x="3462338" y="4367213"/>
          <p14:tracePt t="469640" x="3497263" y="4367213"/>
          <p14:tracePt t="469650" x="3524250" y="4367213"/>
          <p14:tracePt t="469663" x="3551238" y="4367213"/>
          <p14:tracePt t="469673" x="3578225" y="4367213"/>
          <p14:tracePt t="469684" x="3592513" y="4367213"/>
          <p14:tracePt t="469697" x="3605213" y="4367213"/>
          <p14:tracePt t="469708" x="3625850" y="4367213"/>
          <p14:tracePt t="469718" x="3640138" y="4387850"/>
          <p14:tracePt t="469740" x="3652838" y="4387850"/>
          <p14:tracePt t="469853" x="3667125" y="4387850"/>
          <p14:tracePt t="469864" x="3681413" y="4387850"/>
          <p14:tracePt t="469875" x="3694113" y="4387850"/>
          <p14:tracePt t="469887" x="3708400" y="4387850"/>
          <p14:tracePt t="469899" x="3721100" y="4387850"/>
          <p14:tracePt t="469910" x="3735388" y="4387850"/>
          <p14:tracePt t="469921" x="3756025" y="4387850"/>
          <p14:tracePt t="469933" x="3768725" y="4387850"/>
          <p14:tracePt t="469954" x="3783013" y="4387850"/>
          <p14:tracePt t="470314" x="3768725" y="4387850"/>
          <p14:tracePt t="470315" x="3756025" y="4387850"/>
          <p14:tracePt t="470326" x="3735388" y="4387850"/>
          <p14:tracePt t="470337" x="3721100" y="4387850"/>
          <p14:tracePt t="470348" x="3708400" y="4387850"/>
          <p14:tracePt t="470360" x="3681413" y="4387850"/>
          <p14:tracePt t="470371" x="3667125" y="4387850"/>
          <p14:tracePt t="470393" x="3667125" y="4367213"/>
          <p14:tracePt t="470396" x="3652838" y="4367213"/>
          <p14:tracePt t="470483" x="3640138" y="4387850"/>
          <p14:tracePt t="472284" x="3667125" y="4387850"/>
          <p14:tracePt t="472295" x="3694113" y="4387850"/>
          <p14:tracePt t="472298" x="3721100" y="4387850"/>
          <p14:tracePt t="472655" x="3735388" y="4387850"/>
          <p14:tracePt t="472666" x="3756025" y="4387850"/>
          <p14:tracePt t="472677" x="3768725" y="4387850"/>
          <p14:tracePt t="472689" x="3783013" y="4387850"/>
          <p14:tracePt t="472700" x="3810000" y="4387850"/>
          <p14:tracePt t="472711" x="3824288" y="4387850"/>
          <p14:tracePt t="472723" x="3836988" y="4387850"/>
          <p14:tracePt t="472733" x="3863975" y="4387850"/>
          <p14:tracePt t="472744" x="3898900" y="4387850"/>
          <p14:tracePt t="472759" x="3925888" y="4387850"/>
          <p14:tracePt t="472769" x="3938588" y="4387850"/>
          <p14:tracePt t="472779" x="3967163" y="4387850"/>
          <p14:tracePt t="472791" x="4014788" y="4367213"/>
          <p14:tracePt t="472802" x="4027488" y="4367213"/>
          <p14:tracePt t="472812" x="4054475" y="4367213"/>
          <p14:tracePt t="472825" x="4081463" y="4367213"/>
          <p14:tracePt t="472835" x="4095750" y="4367213"/>
          <p14:tracePt t="472847" x="4122738" y="4367213"/>
          <p14:tracePt t="472890" x="4095750" y="4367213"/>
          <p14:tracePt t="472902" x="4068763" y="4367213"/>
          <p14:tracePt t="473104" x="4081463" y="4367213"/>
          <p14:tracePt t="473115" x="4095750" y="4367213"/>
          <p14:tracePt t="473128" x="4122738" y="4367213"/>
          <p14:tracePt t="473140" x="4157663" y="4367213"/>
          <p14:tracePt t="473150" x="4184650" y="4367213"/>
          <p14:tracePt t="473161" x="4211638" y="4367213"/>
          <p14:tracePt t="473173" x="4238625" y="4367213"/>
          <p14:tracePt t="473183" x="4286250" y="4367213"/>
          <p14:tracePt t="473195" x="4313238" y="4367213"/>
          <p14:tracePt t="473207" x="4340225" y="4367213"/>
          <p14:tracePt t="473217" x="4367213" y="4367213"/>
          <p14:tracePt t="473229" x="4402138" y="4367213"/>
          <p14:tracePt t="473241" x="4429125" y="4367213"/>
          <p14:tracePt t="473250" x="4456113" y="4367213"/>
          <p14:tracePt t="473262" x="4470400" y="4367213"/>
          <p14:tracePt t="473274" x="4483100" y="4367213"/>
          <p14:tracePt t="473285" x="4497388" y="4367213"/>
          <p14:tracePt t="473296" x="4518025" y="4354513"/>
          <p14:tracePt t="473318" x="4530725" y="4354513"/>
          <p14:tracePt t="473331" x="4545013" y="4354513"/>
          <p14:tracePt t="473374" x="4557713" y="4354513"/>
          <p14:tracePt t="473397" x="4572000" y="4354513"/>
          <p14:tracePt t="473419" x="4586288" y="4354513"/>
          <p14:tracePt t="473442" x="4598988" y="4354513"/>
          <p14:tracePt t="473453" x="4613275" y="4354513"/>
          <p14:tracePt t="473465" x="4625975" y="4354513"/>
          <p14:tracePt t="473476" x="4646613" y="4354513"/>
          <p14:tracePt t="473487" x="4660900" y="4354513"/>
          <p14:tracePt t="473498" x="4673600" y="4354513"/>
          <p14:tracePt t="473510" x="4687888" y="4354513"/>
          <p14:tracePt t="473523" x="4714875" y="4354513"/>
          <p14:tracePt t="473533" x="4729163" y="4354513"/>
          <p14:tracePt t="473543" x="4741863" y="4354513"/>
          <p14:tracePt t="473555" x="4756150" y="4354513"/>
          <p14:tracePt t="473577" x="4776788" y="4354513"/>
          <p14:tracePt t="473599" x="4789488" y="4354513"/>
          <p14:tracePt t="473622" x="4803775" y="4354513"/>
          <p14:tracePt t="473633" x="4830763" y="4367213"/>
          <p14:tracePt t="473645" x="4872038" y="4367213"/>
          <p14:tracePt t="473658" x="4905375" y="4367213"/>
          <p14:tracePt t="473668" x="4959350" y="4367213"/>
          <p14:tracePt t="473680" x="5000625" y="4367213"/>
          <p14:tracePt t="473691" x="5033963" y="4367213"/>
          <p14:tracePt t="473701" x="5075238" y="4354513"/>
          <p14:tracePt t="473713" x="5116513" y="4354513"/>
          <p14:tracePt t="473725" x="5129213" y="4340225"/>
          <p14:tracePt t="473735" x="5149850" y="4327525"/>
          <p14:tracePt t="473747" x="5164138" y="4313238"/>
          <p14:tracePt t="473758" x="5176838" y="4313238"/>
          <p14:tracePt t="473768" x="5176838" y="4300538"/>
          <p14:tracePt t="473780" x="5176838" y="4286250"/>
          <p14:tracePt t="473791" x="5176838" y="4271963"/>
          <p14:tracePt t="473802" x="5164138" y="4259263"/>
          <p14:tracePt t="473824" x="5149850" y="4238625"/>
          <p14:tracePt t="473835" x="5129213" y="4224338"/>
          <p14:tracePt t="473848" x="5116513" y="4224338"/>
          <p14:tracePt t="473859" x="5102225" y="4211638"/>
          <p14:tracePt t="473870" x="5075238" y="4211638"/>
          <p14:tracePt t="473882" x="5048250" y="4197350"/>
          <p14:tracePt t="473893" x="5021263" y="4197350"/>
          <p14:tracePt t="473903" x="4986338" y="4184650"/>
          <p14:tracePt t="473917" x="4946650" y="4184650"/>
          <p14:tracePt t="473927" x="4932363" y="4184650"/>
          <p14:tracePt t="473937" x="4905375" y="4184650"/>
          <p14:tracePt t="473949" x="4872038" y="4184650"/>
          <p14:tracePt t="473960" x="4857750" y="4184650"/>
          <p14:tracePt t="473982" x="4830763" y="4184650"/>
          <p14:tracePt t="473985" x="4803775" y="4184650"/>
          <p14:tracePt t="473994" x="4789488" y="4184650"/>
          <p14:tracePt t="474007" x="4756150" y="4197350"/>
          <p14:tracePt t="474018" x="4741863" y="4197350"/>
          <p14:tracePt t="474028" x="4714875" y="4211638"/>
          <p14:tracePt t="474040" x="4700588" y="4211638"/>
          <p14:tracePt t="474050" x="4687888" y="4224338"/>
          <p14:tracePt t="474062" x="4687888" y="4238625"/>
          <p14:tracePt t="474073" x="4673600" y="4238625"/>
          <p14:tracePt t="474083" x="4673600" y="4259263"/>
          <p14:tracePt t="474094" x="4660900" y="4259263"/>
          <p14:tracePt t="474107" x="4660900" y="4271963"/>
          <p14:tracePt t="474117" x="4660900" y="4286250"/>
          <p14:tracePt t="474140" x="4660900" y="4300538"/>
          <p14:tracePt t="474151" x="4660900" y="4313238"/>
          <p14:tracePt t="474173" x="4660900" y="4327525"/>
          <p14:tracePt t="474184" x="4673600" y="4327525"/>
          <p14:tracePt t="474196" x="4687888" y="4340225"/>
          <p14:tracePt t="474208" x="4700588" y="4340225"/>
          <p14:tracePt t="474218" x="4714875" y="4354513"/>
          <p14:tracePt t="474231" x="4729163" y="4354513"/>
          <p14:tracePt t="474242" x="4756150" y="4367213"/>
          <p14:tracePt t="474252" x="4789488" y="4367213"/>
          <p14:tracePt t="474265" x="4816475" y="4367213"/>
          <p14:tracePt t="474275" x="4843463" y="4367213"/>
          <p14:tracePt t="474286" x="4884738" y="4367213"/>
          <p14:tracePt t="474297" x="4932363" y="4387850"/>
          <p14:tracePt t="474308" x="4959350" y="4387850"/>
          <p14:tracePt t="474319" x="4986338" y="4367213"/>
          <p14:tracePt t="474332" x="5033963" y="4367213"/>
          <p14:tracePt t="474342" x="5062538" y="4367213"/>
          <p14:tracePt t="474364" x="5089525" y="4367213"/>
          <p14:tracePt t="474368" x="5129213" y="4367213"/>
          <p14:tracePt t="474377" x="5164138" y="4367213"/>
          <p14:tracePt t="474388" x="5191125" y="4354513"/>
          <p14:tracePt t="474399" x="5218113" y="4354513"/>
          <p14:tracePt t="474410" x="5232400" y="4340225"/>
          <p14:tracePt t="474421" x="5245100" y="4340225"/>
          <p14:tracePt t="474433" x="5259388" y="4327525"/>
          <p14:tracePt t="474444" x="5280025" y="4327525"/>
          <p14:tracePt t="474457" x="5292725" y="4313238"/>
          <p14:tracePt t="474467" x="5292725" y="4300538"/>
          <p14:tracePt t="474478" x="5307013" y="4286250"/>
          <p14:tracePt t="474490" x="5307013" y="4271963"/>
          <p14:tracePt t="474500" x="5307013" y="4259263"/>
          <p14:tracePt t="474511" x="5307013" y="4238625"/>
          <p14:tracePt t="474523" x="5307013" y="4224338"/>
          <p14:tracePt t="474533" x="5292725" y="4224338"/>
          <p14:tracePt t="474545" x="5280025" y="4211638"/>
          <p14:tracePt t="474557" x="5259388" y="4197350"/>
          <p14:tracePt t="474568" x="5245100" y="4184650"/>
          <p14:tracePt t="474579" x="5218113" y="4170363"/>
          <p14:tracePt t="474592" x="5191125" y="4170363"/>
          <p14:tracePt t="474602" x="5164138" y="4157663"/>
          <p14:tracePt t="474614" x="5149850" y="4157663"/>
          <p14:tracePt t="474624" x="5116513" y="4157663"/>
          <p14:tracePt t="474634" x="5102225" y="4143375"/>
          <p14:tracePt t="474647" x="5075238" y="4143375"/>
          <p14:tracePt t="474658" x="5062538" y="4143375"/>
          <p14:tracePt t="474668" x="5048250" y="4143375"/>
          <p14:tracePt t="474681" x="5021263" y="4143375"/>
          <p14:tracePt t="474702" x="5000625" y="4143375"/>
          <p14:tracePt t="474713" x="4986338" y="4157663"/>
          <p14:tracePt t="474725" x="4973638" y="4157663"/>
          <p14:tracePt t="474736" x="4946650" y="4170363"/>
          <p14:tracePt t="474748" x="4932363" y="4170363"/>
          <p14:tracePt t="474758" x="4919663" y="4184650"/>
          <p14:tracePt t="474769" x="4905375" y="4197350"/>
          <p14:tracePt t="474782" x="4884738" y="4211638"/>
          <p14:tracePt t="474803" x="4872038" y="4224338"/>
          <p14:tracePt t="474814" x="4872038" y="4238625"/>
          <p14:tracePt t="474837" x="4857750" y="4259263"/>
          <p14:tracePt t="474870" x="4857750" y="4271963"/>
          <p14:tracePt t="474893" x="4872038" y="4271963"/>
          <p14:tracePt t="474904" x="4872038" y="4286250"/>
          <p14:tracePt t="474927" x="4884738" y="4286250"/>
          <p14:tracePt t="474939" x="4905375" y="4300538"/>
          <p14:tracePt t="474951" x="4932363" y="4300538"/>
          <p14:tracePt t="474961" x="4946650" y="4313238"/>
          <p14:tracePt t="474974" x="4959350" y="4313238"/>
          <p14:tracePt t="474984" x="4973638" y="4313238"/>
          <p14:tracePt t="475006" x="4986338" y="4313238"/>
          <p14:tracePt t="475017" x="5000625" y="4313238"/>
          <p14:tracePt t="475040" x="5021263" y="4313238"/>
          <p14:tracePt t="475050" x="5033963" y="4313238"/>
          <p14:tracePt t="475063" x="5048250" y="4313238"/>
          <p14:tracePt t="475075" x="5062538" y="4313238"/>
          <p14:tracePt t="475085" x="5075238" y="4313238"/>
          <p14:tracePt t="475097" x="5102225" y="4313238"/>
          <p14:tracePt t="475108" x="5116513" y="4313238"/>
          <p14:tracePt t="475118" x="5129213" y="4313238"/>
          <p14:tracePt t="475131" x="5164138" y="4313238"/>
          <p14:tracePt t="475142" x="5176838" y="4313238"/>
          <p14:tracePt t="475152" x="5191125" y="4313238"/>
          <p14:tracePt t="475164" x="5218113" y="4313238"/>
          <p14:tracePt t="475185" x="5232400" y="4313238"/>
          <p14:tracePt t="475275" x="5232400" y="4327525"/>
          <p14:tracePt t="475286" x="5232400" y="4340225"/>
          <p14:tracePt t="475309" x="5245100" y="4354513"/>
          <p14:tracePt t="475320" x="5245100" y="4367213"/>
          <p14:tracePt t="475333" x="5259388" y="4367213"/>
          <p14:tracePt t="475354" x="5280025" y="4387850"/>
          <p14:tracePt t="475489" x="5259388" y="4387850"/>
          <p14:tracePt t="475511" x="5245100" y="4387850"/>
          <p14:tracePt t="475590" x="5259388" y="4387850"/>
          <p14:tracePt t="475602" x="5280025" y="4387850"/>
          <p14:tracePt t="475615" x="5292725" y="4387850"/>
          <p14:tracePt t="475625" x="5307013" y="4387850"/>
          <p14:tracePt t="475635" x="5334000" y="4387850"/>
          <p14:tracePt t="475649" x="5348288" y="4387850"/>
          <p14:tracePt t="475659" x="5360988" y="4387850"/>
          <p14:tracePt t="475703" x="5348288" y="4387850"/>
          <p14:tracePt t="475715" x="5334000" y="4387850"/>
          <p14:tracePt t="475727" x="5307013" y="4387850"/>
          <p14:tracePt t="475737" x="5280025" y="4387850"/>
          <p14:tracePt t="475750" x="5259388" y="4387850"/>
          <p14:tracePt t="475761" x="5232400" y="4387850"/>
          <p14:tracePt t="475770" x="5218113" y="4387850"/>
          <p14:tracePt t="475784" x="5205413" y="4387850"/>
          <p14:tracePt t="475849" x="5232400" y="4387850"/>
          <p14:tracePt t="475860" x="5245100" y="4387850"/>
          <p14:tracePt t="475873" x="5259388" y="4387850"/>
          <p14:tracePt t="475884" x="5280025" y="4387850"/>
          <p14:tracePt t="475894" x="5292725" y="4387850"/>
          <p14:tracePt t="475961" x="5280025" y="4387850"/>
          <p14:tracePt t="475974" x="5259388" y="4387850"/>
          <p14:tracePt t="475984" x="5232400" y="4387850"/>
          <p14:tracePt t="476007" x="5218113" y="4387850"/>
          <p14:tracePt t="476018" x="5205413" y="4387850"/>
          <p14:tracePt t="476074" x="5218113" y="4387850"/>
          <p14:tracePt t="476086" x="5232400" y="4387850"/>
          <p14:tracePt t="476097" x="5259388" y="4387850"/>
          <p14:tracePt t="476119" x="5280025" y="4387850"/>
          <p14:tracePt t="476130" x="5292725" y="4387850"/>
          <p14:tracePt t="476186" x="5280025" y="4387850"/>
          <p14:tracePt t="476198" x="5259388" y="4387850"/>
          <p14:tracePt t="476210" x="5245100" y="4387850"/>
          <p14:tracePt t="476220" x="5232400" y="4387850"/>
          <p14:tracePt t="476234" x="5218113" y="4387850"/>
          <p14:tracePt t="476288" x="5232400" y="4387850"/>
          <p14:tracePt t="476300" x="5245100" y="4387850"/>
          <p14:tracePt t="476311" x="5259388" y="4387850"/>
          <p14:tracePt t="476322" x="5280025" y="4387850"/>
          <p14:tracePt t="476344" x="5292725" y="4387850"/>
          <p14:tracePt t="476423" x="5280025" y="4387850"/>
          <p14:tracePt t="476435" x="5259388" y="4387850"/>
          <p14:tracePt t="476501" x="5245100" y="4387850"/>
          <p14:tracePt t="476513" x="5259388" y="4387850"/>
          <p14:tracePt t="476524" x="5280025" y="4387850"/>
          <p14:tracePt t="476536" x="5292725" y="4387850"/>
          <p14:tracePt t="476548" x="5307013" y="4387850"/>
          <p14:tracePt t="476569" x="5319713" y="4387850"/>
          <p14:tracePt t="476625" x="5307013" y="4387850"/>
          <p14:tracePt t="476637" x="5292725" y="4387850"/>
          <p14:tracePt t="476649" x="5280025" y="4387850"/>
          <p14:tracePt t="476660" x="5245100" y="4387850"/>
          <p14:tracePt t="476672" x="5232400" y="4387850"/>
          <p14:tracePt t="476737" x="5259388" y="4387850"/>
          <p14:tracePt t="476749" x="5292725" y="4387850"/>
          <p14:tracePt t="476760" x="5319713" y="4387850"/>
          <p14:tracePt t="476772" x="5348288" y="4387850"/>
          <p14:tracePt t="476785" x="5360988" y="4387850"/>
          <p14:tracePt t="476796" x="5375275" y="4387850"/>
          <p14:tracePt t="476884" x="5387975" y="4387850"/>
          <p14:tracePt t="476896" x="5408613" y="4387850"/>
          <p14:tracePt t="476907" x="5422900" y="4387850"/>
          <p14:tracePt t="476921" x="5435600" y="4387850"/>
          <p14:tracePt t="476930" x="5462588" y="4387850"/>
          <p14:tracePt t="476941" x="5476875" y="4387850"/>
          <p14:tracePt t="476954" x="5491163" y="4387850"/>
          <p14:tracePt t="476964" x="5518150" y="4387850"/>
          <p14:tracePt t="476974" x="5538788" y="4387850"/>
          <p14:tracePt t="476986" x="5551488" y="4387850"/>
          <p14:tracePt t="477008" x="5565775" y="4387850"/>
          <p14:tracePt t="477020" x="5578475" y="4387850"/>
          <p14:tracePt t="477042" x="5592763" y="4387850"/>
          <p14:tracePt t="477064" x="5605463" y="4387850"/>
          <p14:tracePt t="477077" x="5619750" y="4387850"/>
          <p14:tracePt t="477188" x="5619750" y="4367213"/>
          <p14:tracePt t="477199" x="5578475" y="4367213"/>
          <p14:tracePt t="477212" x="5551488" y="4367213"/>
          <p14:tracePt t="477222" x="5518150" y="4367213"/>
          <p14:tracePt t="477233" x="5503863" y="4367213"/>
          <p14:tracePt t="477245" x="5491163" y="4367213"/>
          <p14:tracePt t="477257" x="5476875" y="4367213"/>
          <p14:tracePt t="477300" x="5491163" y="4367213"/>
          <p14:tracePt t="477313" x="5518150" y="4367213"/>
          <p14:tracePt t="477325" x="5551488" y="4367213"/>
          <p14:tracePt t="477335" x="5578475" y="4367213"/>
          <p14:tracePt t="477346" x="5605463" y="4367213"/>
          <p14:tracePt t="477359" x="5634038" y="4367213"/>
          <p14:tracePt t="477369" x="5646738" y="4354513"/>
          <p14:tracePt t="477379" x="5667375" y="4354513"/>
          <p14:tracePt t="477469" x="5646738" y="4354513"/>
          <p14:tracePt t="477492" x="5634038" y="4354513"/>
          <p14:tracePt t="477514" x="5634038" y="4367213"/>
          <p14:tracePt t="477570" x="5646738" y="4367213"/>
          <p14:tracePt t="477573" x="5667375" y="4367213"/>
          <p14:tracePt t="477582" x="5694363" y="4367213"/>
          <p14:tracePt t="477595" x="5708650" y="4367213"/>
          <p14:tracePt t="477605" x="5721350" y="4367213"/>
          <p14:tracePt t="477616" x="5735638" y="4367213"/>
          <p14:tracePt t="477629" x="5748338" y="4367213"/>
          <p14:tracePt t="477705" x="5735638" y="4367213"/>
          <p14:tracePt t="477718" x="5721350" y="4367213"/>
          <p14:tracePt t="477729" x="5681663" y="4367213"/>
          <p14:tracePt t="477740" x="5634038" y="4367213"/>
          <p14:tracePt t="477752" x="5619750" y="4367213"/>
          <p14:tracePt t="477763" x="5592763" y="4387850"/>
          <p14:tracePt t="477774" x="5565775" y="4387850"/>
          <p14:tracePt t="477885" x="5578475" y="4387850"/>
          <p14:tracePt t="477897" x="5592763" y="4387850"/>
          <p14:tracePt t="477909" x="5605463" y="4387850"/>
          <p14:tracePt t="477919" x="5619750" y="4387850"/>
          <p14:tracePt t="477931" x="5646738" y="4387850"/>
          <p14:tracePt t="477953" x="5667375" y="4387850"/>
          <p14:tracePt t="478066" x="5646738" y="4387850"/>
          <p14:tracePt t="478077" x="5634038" y="4387850"/>
          <p14:tracePt t="478088" x="5619750" y="4387850"/>
          <p14:tracePt t="478100" x="5605463" y="4387850"/>
          <p14:tracePt t="478111" x="5578475" y="4387850"/>
          <p14:tracePt t="478123" x="5565775" y="4387850"/>
          <p14:tracePt t="478134" x="5551488" y="4387850"/>
          <p14:tracePt t="478145" x="5538788" y="4387850"/>
          <p14:tracePt t="480193" x="5503863" y="4387850"/>
          <p14:tracePt t="480193" x="5491163" y="4387850"/>
          <p14:tracePt t="480203" x="5462588" y="4387850"/>
          <p14:tracePt t="480214" x="5435600" y="4387850"/>
          <p14:tracePt t="480226" x="5375275" y="4387850"/>
          <p14:tracePt t="480237" x="5319713" y="4387850"/>
          <p14:tracePt t="480249" x="5245100" y="4387850"/>
          <p14:tracePt t="480260" x="5164138" y="4387850"/>
          <p14:tracePt t="480271" x="5102225" y="4387850"/>
          <p14:tracePt t="480282" x="5000625" y="4387850"/>
          <p14:tracePt t="480294" x="4919663" y="4387850"/>
          <p14:tracePt t="480306" x="4816475" y="4387850"/>
          <p14:tracePt t="480316" x="4741863" y="4387850"/>
          <p14:tracePt t="480327" x="4625975" y="4367213"/>
          <p14:tracePt t="480339" x="4572000" y="4367213"/>
          <p14:tracePt t="480352" x="4497388" y="4367213"/>
          <p14:tracePt t="480362" x="4456113" y="4367213"/>
          <p14:tracePt t="480374" x="4429125" y="4367213"/>
          <p14:tracePt t="480384" x="4402138" y="4367213"/>
          <p14:tracePt t="480406" x="4387850" y="4367213"/>
          <p14:tracePt t="480418" x="4367213" y="4367213"/>
          <p14:tracePt t="480428" x="4354513" y="4367213"/>
          <p14:tracePt t="480439" x="4340225" y="4367213"/>
          <p14:tracePt t="480452" x="4327525" y="4367213"/>
          <p14:tracePt t="480462" x="4313238" y="4367213"/>
          <p14:tracePt t="480473" x="4286250" y="4367213"/>
          <p14:tracePt t="480486" x="4271963" y="4367213"/>
          <p14:tracePt t="480496" x="4211638" y="4367213"/>
          <p14:tracePt t="480507" x="4157663" y="4367213"/>
          <p14:tracePt t="480520" x="4095750" y="4367213"/>
          <p14:tracePt t="480530" x="4014788" y="4367213"/>
          <p14:tracePt t="480542" x="3911600" y="4367213"/>
          <p14:tracePt t="480553" x="3795713" y="4387850"/>
          <p14:tracePt t="480563" x="3694113" y="4402138"/>
          <p14:tracePt t="480575" x="3524250" y="4402138"/>
          <p14:tracePt t="480586" x="3348038" y="4402138"/>
          <p14:tracePt t="480855" x="3360738" y="4402138"/>
          <p14:tracePt t="480867" x="3381375" y="4402138"/>
          <p14:tracePt t="480923" x="3348038" y="4402138"/>
          <p14:tracePt t="480934" x="3319463" y="4387850"/>
          <p14:tracePt t="480947" x="3279775" y="4387850"/>
          <p14:tracePt t="480958" x="3252788" y="4387850"/>
          <p14:tracePt t="480968" x="3190875" y="4387850"/>
          <p14:tracePt t="480980" x="3149600" y="4367213"/>
          <p14:tracePt t="480992" x="3122613" y="4367213"/>
          <p14:tracePt t="481002" x="3089275" y="4367213"/>
          <p14:tracePt t="481014" x="3062288" y="4367213"/>
          <p14:tracePt t="481025" x="3033713" y="4367213"/>
          <p14:tracePt t="481047" x="3021013" y="4367213"/>
          <p14:tracePt t="481249" x="3033713" y="4367213"/>
          <p14:tracePt t="481252" x="3048000" y="4367213"/>
          <p14:tracePt t="481272" x="3048000" y="4354513"/>
          <p14:tracePt t="481328" x="3033713" y="4340225"/>
          <p14:tracePt t="481339" x="3033713" y="4327525"/>
          <p14:tracePt t="481353" x="3021013" y="4300538"/>
          <p14:tracePt t="481363" x="3006725" y="4286250"/>
          <p14:tracePt t="481373" x="2994025" y="4271963"/>
          <p14:tracePt t="481387" x="2973388" y="4259263"/>
          <p14:tracePt t="481451" x="2973388" y="4271963"/>
          <p14:tracePt t="481463" x="2994025" y="4286250"/>
          <p14:tracePt t="481475" x="3006725" y="4300538"/>
          <p14:tracePt t="481487" x="3021013" y="4313238"/>
          <p14:tracePt t="481498" x="3033713" y="4313238"/>
          <p14:tracePt t="481510" x="3033713" y="4327525"/>
          <p14:tracePt t="481531" x="3048000" y="4327525"/>
          <p14:tracePt t="481609" x="3062288" y="4327525"/>
          <p14:tracePt t="481632" x="3074988" y="4327525"/>
          <p14:tracePt t="481766" x="3089275" y="4327525"/>
          <p14:tracePt t="481800" x="3101975" y="4327525"/>
          <p14:tracePt t="481811" x="3122613" y="4327525"/>
          <p14:tracePt t="481825" x="3149600" y="4327525"/>
          <p14:tracePt t="481836" x="3163888" y="4327525"/>
          <p14:tracePt t="481846" x="3190875" y="4327525"/>
          <p14:tracePt t="481859" x="3232150" y="4327525"/>
          <p14:tracePt t="481869" x="3265488" y="4327525"/>
          <p14:tracePt t="481880" x="3306763" y="4340225"/>
          <p14:tracePt t="481891" x="3381375" y="4340225"/>
          <p14:tracePt t="481903" x="3449638" y="4354513"/>
          <p14:tracePt t="481914" x="3509963" y="4354513"/>
          <p14:tracePt t="481926" x="3538538" y="4354513"/>
          <p14:tracePt t="482149" x="3551238" y="4354513"/>
          <p14:tracePt t="482161" x="3565525" y="4354513"/>
          <p14:tracePt t="482174" x="3578225" y="4354513"/>
          <p14:tracePt t="482194" x="3592513" y="4354513"/>
          <p14:tracePt t="482306" x="3578225" y="4340225"/>
          <p14:tracePt t="482329" x="3565525" y="4327525"/>
          <p14:tracePt t="482342" x="3565525" y="4313238"/>
          <p14:tracePt t="482354" x="3551238" y="4313238"/>
          <p14:tracePt t="482364" x="3551238" y="4300538"/>
          <p14:tracePt t="482375" x="3551238" y="4286250"/>
          <p14:tracePt t="482397" x="3551238" y="4271963"/>
          <p14:tracePt t="482599" x="3551238" y="4286250"/>
          <p14:tracePt t="482612" x="3538538" y="4286250"/>
          <p14:tracePt t="482623" x="3538538" y="4300538"/>
          <p14:tracePt t="482655" x="3538538" y="4313238"/>
          <p14:tracePt t="482758" x="3551238" y="4313238"/>
          <p14:tracePt t="482768" x="3565525" y="4300538"/>
          <p14:tracePt t="482773" x="3578225" y="4300538"/>
          <p14:tracePt t="482791" x="3592513" y="4286250"/>
          <p14:tracePt t="482803" x="3605213" y="4286250"/>
          <p14:tracePt t="482814" x="3625850" y="4286250"/>
          <p14:tracePt t="482836" x="3640138" y="4286250"/>
          <p14:tracePt t="482869" x="3652838" y="4286250"/>
          <p14:tracePt t="482892" x="3667125" y="4300538"/>
          <p14:tracePt t="482903" x="3667125" y="4313238"/>
          <p14:tracePt t="482926" x="3667125" y="4327525"/>
          <p14:tracePt t="482937" x="3667125" y="4340225"/>
          <p14:tracePt t="482948" x="3681413" y="4354513"/>
          <p14:tracePt t="482971" x="3694113" y="4367213"/>
          <p14:tracePt t="482982" x="3708400" y="4367213"/>
          <p14:tracePt t="482995" x="3721100" y="4387850"/>
          <p14:tracePt t="483015" x="3735388" y="4367213"/>
          <p14:tracePt t="483027" x="3756025" y="4367213"/>
          <p14:tracePt t="483038" x="3768725" y="4367213"/>
          <p14:tracePt t="483051" x="3783013" y="4354513"/>
          <p14:tracePt t="483062" x="3795713" y="4340225"/>
          <p14:tracePt t="483073" x="3824288" y="4327525"/>
          <p14:tracePt t="483085" x="3836988" y="4300538"/>
          <p14:tracePt t="483096" x="3851275" y="4286250"/>
          <p14:tracePt t="483106" x="3863975" y="4259263"/>
          <p14:tracePt t="483118" x="3884613" y="4224338"/>
          <p14:tracePt t="483129" x="3884613" y="4211638"/>
          <p14:tracePt t="483139" x="3863975" y="4211638"/>
          <p14:tracePt t="483151" x="3851275" y="4197350"/>
          <p14:tracePt t="483162" x="3836988" y="4184650"/>
          <p14:tracePt t="483173" x="3824288" y="4184650"/>
          <p14:tracePt t="483184" x="3795713" y="4184650"/>
          <p14:tracePt t="483196" x="3783013" y="4184650"/>
          <p14:tracePt t="483207" x="3756025" y="4184650"/>
          <p14:tracePt t="483218" x="3721100" y="4197350"/>
          <p14:tracePt t="483230" x="3708400" y="4211638"/>
          <p14:tracePt t="483241" x="3694113" y="4238625"/>
          <p14:tracePt t="483252" x="3681413" y="4259263"/>
          <p14:tracePt t="483264" x="3681413" y="4286250"/>
          <p14:tracePt t="483285" x="3681413" y="4300538"/>
          <p14:tracePt t="483297" x="3694113" y="4313238"/>
          <p14:tracePt t="483309" x="3708400" y="4313238"/>
          <p14:tracePt t="483319" x="3735388" y="4327525"/>
          <p14:tracePt t="483331" x="3768725" y="4327525"/>
          <p14:tracePt t="483343" x="3810000" y="4327525"/>
          <p14:tracePt t="483353" x="3836988" y="4327525"/>
          <p14:tracePt t="483365" x="3863975" y="4313238"/>
          <p14:tracePt t="483377" x="3898900" y="4300538"/>
          <p14:tracePt t="483387" x="3898900" y="4286250"/>
          <p14:tracePt t="483399" x="3911600" y="4271963"/>
          <p14:tracePt t="483411" x="3911600" y="4238625"/>
          <p14:tracePt t="483421" x="3898900" y="4224338"/>
          <p14:tracePt t="483433" x="3884613" y="4224338"/>
          <p14:tracePt t="483444" x="3863975" y="4224338"/>
          <p14:tracePt t="483454" x="3836988" y="4211638"/>
          <p14:tracePt t="483467" x="3824288" y="4211638"/>
          <p14:tracePt t="483478" x="3810000" y="4211638"/>
          <p14:tracePt t="483488" x="3783013" y="4211638"/>
          <p14:tracePt t="483500" x="3768725" y="4211638"/>
          <p14:tracePt t="483511" x="3756025" y="4224338"/>
          <p14:tracePt t="483522" x="3735388" y="4238625"/>
          <p14:tracePt t="483534" x="3735388" y="4259263"/>
          <p14:tracePt t="483545" x="3721100" y="4271963"/>
          <p14:tracePt t="483556" x="3721100" y="4286250"/>
          <p14:tracePt t="483568" x="3721100" y="4300538"/>
          <p14:tracePt t="483578" x="3735388" y="4313238"/>
          <p14:tracePt t="483589" x="3756025" y="4313238"/>
          <p14:tracePt t="483601" x="3768725" y="4327525"/>
          <p14:tracePt t="483613" x="3795713" y="4327525"/>
          <p14:tracePt t="483623" x="3810000" y="4327525"/>
          <p14:tracePt t="483635" x="3836988" y="4327525"/>
          <p14:tracePt t="483646" x="3863975" y="4327525"/>
          <p14:tracePt t="483657" x="3884613" y="4313238"/>
          <p14:tracePt t="483669" x="3898900" y="4300538"/>
          <p14:tracePt t="483680" x="3898900" y="4286250"/>
          <p14:tracePt t="483691" x="3898900" y="4271963"/>
          <p14:tracePt t="483702" x="3898900" y="4259263"/>
          <p14:tracePt t="483713" x="3884613" y="4238625"/>
          <p14:tracePt t="483726" x="3863975" y="4238625"/>
          <p14:tracePt t="483736" x="3836988" y="4238625"/>
          <p14:tracePt t="483747" x="3824288" y="4238625"/>
          <p14:tracePt t="483759" x="3810000" y="4238625"/>
          <p14:tracePt t="483770" x="3783013" y="4259263"/>
          <p14:tracePt t="483782" x="3768725" y="4286250"/>
          <p14:tracePt t="483803" x="3756025" y="4300538"/>
          <p14:tracePt t="483807" x="3756025" y="4327525"/>
          <p14:tracePt t="483816" x="3756025" y="4340225"/>
          <p14:tracePt t="483837" x="3768725" y="4354513"/>
          <p14:tracePt t="483860" x="3795713" y="4354513"/>
          <p14:tracePt t="483871" x="3810000" y="4354513"/>
          <p14:tracePt t="483893" x="3824288" y="4340225"/>
          <p14:tracePt t="483904" x="3836988" y="4327525"/>
          <p14:tracePt t="483917" x="3836988" y="4313238"/>
          <p14:tracePt t="483928" x="3836988" y="4300538"/>
          <p14:tracePt t="483938" x="3836988" y="4271963"/>
          <p14:tracePt t="483950" x="3824288" y="4259263"/>
          <p14:tracePt t="483961" x="3824288" y="4238625"/>
          <p14:tracePt t="483972" x="3810000" y="4238625"/>
          <p14:tracePt t="484005" x="3795713" y="4238625"/>
          <p14:tracePt t="484018" x="3783013" y="4238625"/>
          <p14:tracePt t="484028" x="3768725" y="4259263"/>
          <p14:tracePt t="484039" x="3756025" y="4259263"/>
          <p14:tracePt t="484051" x="3735388" y="4271963"/>
          <p14:tracePt t="484063" x="3735388" y="4286250"/>
          <p14:tracePt t="484073" x="3735388" y="4300538"/>
          <p14:tracePt t="484084" x="3735388" y="4313238"/>
          <p14:tracePt t="484096" x="3768725" y="4327525"/>
          <p14:tracePt t="484107" x="3795713" y="4327525"/>
          <p14:tracePt t="484119" x="3824288" y="4340225"/>
          <p14:tracePt t="484130" x="3851275" y="4340225"/>
          <p14:tracePt t="484141" x="3898900" y="4327525"/>
          <p14:tracePt t="484153" x="3911600" y="4327525"/>
          <p14:tracePt t="484163" x="3938588" y="4313238"/>
          <p14:tracePt t="484176" x="3938588" y="4300538"/>
          <p14:tracePt t="484186" x="3938588" y="4286250"/>
          <p14:tracePt t="484197" x="3938588" y="4259263"/>
          <p14:tracePt t="484209" x="3925888" y="4238625"/>
          <p14:tracePt t="484220" x="3911600" y="4211638"/>
          <p14:tracePt t="484232" x="3884613" y="4211638"/>
          <p14:tracePt t="484243" x="3851275" y="4197350"/>
          <p14:tracePt t="484254" x="3810000" y="4197350"/>
          <p14:tracePt t="484266" x="3795713" y="4197350"/>
          <p14:tracePt t="484277" x="3768725" y="4197350"/>
          <p14:tracePt t="484287" x="3735388" y="4211638"/>
          <p14:tracePt t="484299" x="3708400" y="4238625"/>
          <p14:tracePt t="484310" x="3708400" y="4259263"/>
          <p14:tracePt t="484321" x="3708400" y="4286250"/>
          <p14:tracePt t="484332" x="3708400" y="4313238"/>
          <p14:tracePt t="484343" x="3708400" y="4327525"/>
          <p14:tracePt t="484354" x="3721100" y="4340225"/>
          <p14:tracePt t="484367" x="3756025" y="4354513"/>
          <p14:tracePt t="484378" x="3768725" y="4354513"/>
          <p14:tracePt t="484388" x="3810000" y="4367213"/>
          <p14:tracePt t="484400" x="3836988" y="4367213"/>
          <p14:tracePt t="484411" x="3863975" y="4354513"/>
          <p14:tracePt t="484422" x="3898900" y="4354513"/>
          <p14:tracePt t="484433" x="3911600" y="4327525"/>
          <p14:tracePt t="484445" x="3925888" y="4313238"/>
          <p14:tracePt t="484456" x="3925888" y="4286250"/>
          <p14:tracePt t="484468" x="3925888" y="4259263"/>
          <p14:tracePt t="484479" x="3925888" y="4224338"/>
          <p14:tracePt t="484489" x="3898900" y="4211638"/>
          <p14:tracePt t="484502" x="3863975" y="4197350"/>
          <p14:tracePt t="484513" x="3836988" y="4197350"/>
          <p14:tracePt t="484523" x="3795713" y="4184650"/>
          <p14:tracePt t="484535" x="3768725" y="4197350"/>
          <p14:tracePt t="484546" x="3735388" y="4197350"/>
          <p14:tracePt t="484557" x="3708400" y="4224338"/>
          <p14:tracePt t="484568" x="3681413" y="4259263"/>
          <p14:tracePt t="484580" x="3667125" y="4286250"/>
          <p14:tracePt t="484591" x="3667125" y="4313238"/>
          <p14:tracePt t="484602" x="3667125" y="4340225"/>
          <p14:tracePt t="484614" x="3667125" y="4354513"/>
          <p14:tracePt t="484626" x="3694113" y="4367213"/>
          <p14:tracePt t="484636" x="3708400" y="4367213"/>
          <p14:tracePt t="484647" x="3735388" y="4367213"/>
          <p14:tracePt t="484659" x="3783013" y="4387850"/>
          <p14:tracePt t="484670" x="3810000" y="4367213"/>
          <p14:tracePt t="484682" x="3824288" y="4367213"/>
          <p14:tracePt t="484693" x="3851275" y="4340225"/>
          <p14:tracePt t="484703" x="3863975" y="4327525"/>
          <p14:tracePt t="484715" x="3863975" y="4300538"/>
          <p14:tracePt t="484727" x="3863975" y="4271963"/>
          <p14:tracePt t="484748" x="3863975" y="4259263"/>
          <p14:tracePt t="484751" x="3851275" y="4224338"/>
          <p14:tracePt t="484761" x="3836988" y="4224338"/>
          <p14:tracePt t="484772" x="3824288" y="4224338"/>
          <p14:tracePt t="484784" x="3810000" y="4224338"/>
          <p14:tracePt t="484794" x="3783013" y="4224338"/>
          <p14:tracePt t="484805" x="3768725" y="4224338"/>
          <p14:tracePt t="484816" x="3735388" y="4259263"/>
          <p14:tracePt t="484828" x="3721100" y="4271963"/>
          <p14:tracePt t="484849" x="3708400" y="4286250"/>
          <p14:tracePt t="484853" x="3708400" y="4300538"/>
          <p14:tracePt t="484862" x="3708400" y="4313238"/>
          <p14:tracePt t="484873" x="3708400" y="4327525"/>
          <p14:tracePt t="484885" x="3721100" y="4327525"/>
          <p14:tracePt t="484895" x="3756025" y="4340225"/>
          <p14:tracePt t="484906" x="3783013" y="4340225"/>
          <p14:tracePt t="484917" x="3810000" y="4340225"/>
          <p14:tracePt t="484929" x="3836988" y="4340225"/>
          <p14:tracePt t="484939" x="3863975" y="4327525"/>
          <p14:tracePt t="484951" x="3898900" y="4327525"/>
          <p14:tracePt t="484963" x="3911600" y="4300538"/>
          <p14:tracePt t="484973" x="3925888" y="4286250"/>
          <p14:tracePt t="484985" x="3925888" y="4259263"/>
          <p14:tracePt t="485007" x="3925888" y="4238625"/>
          <p14:tracePt t="485018" x="3925888" y="4224338"/>
          <p14:tracePt t="485029" x="3911600" y="4224338"/>
          <p14:tracePt t="485119" x="3911600" y="4238625"/>
          <p14:tracePt t="485164" x="3863975" y="4238625"/>
          <p14:tracePt t="485176" x="3783013" y="4238625"/>
          <p14:tracePt t="485187" x="3667125" y="4238625"/>
          <p14:tracePt t="485200" x="3422650" y="4238625"/>
          <p14:tracePt t="485211" x="3033713" y="4238625"/>
          <p14:tracePt t="485221" x="2687638" y="4238625"/>
          <p14:tracePt t="485233" x="2170113" y="4224338"/>
          <p14:tracePt t="485245" x="1666875" y="4211638"/>
          <p14:tracePt t="485255" x="1354138" y="4197350"/>
          <p14:tracePt t="485268" x="993775" y="4157663"/>
          <p14:tracePt t="485278" x="708025" y="4122738"/>
          <p14:tracePt t="485288" x="530225" y="4095750"/>
          <p14:tracePt t="485300" x="449263" y="4081463"/>
          <p14:tracePt t="485312" x="387350" y="4068763"/>
          <p14:tracePt t="485322" x="374650" y="4068763"/>
          <p14:tracePt t="485334" x="360363" y="4068763"/>
          <p14:tracePt t="485356" x="360363" y="4054475"/>
          <p14:tracePt t="485434" x="347663" y="4054475"/>
          <p14:tracePt t="485468" x="333375" y="4054475"/>
          <p14:tracePt t="485480" x="312738" y="4054475"/>
          <p14:tracePt t="485490" x="300038" y="4054475"/>
          <p14:tracePt t="485503" x="271463" y="4054475"/>
          <p14:tracePt t="485514" x="244475" y="4068763"/>
          <p14:tracePt t="485524" x="217488" y="4068763"/>
          <p14:tracePt t="485537" x="204788" y="4081463"/>
          <p14:tracePt t="485548" x="184150" y="4081463"/>
          <p14:tracePt t="485591" x="217488" y="4081463"/>
          <p14:tracePt t="485604" x="244475" y="4095750"/>
          <p14:tracePt t="485615" x="300038" y="4095750"/>
          <p14:tracePt t="485626" x="360363" y="4095750"/>
          <p14:tracePt t="485638" x="401638" y="4095750"/>
          <p14:tracePt t="485648" x="461963" y="4095750"/>
          <p14:tracePt t="485659" x="490538" y="4095750"/>
          <p14:tracePt t="485671" x="517525" y="4095750"/>
          <p14:tracePt t="485693" x="530225" y="4095750"/>
          <p14:tracePt t="485816" x="544513" y="4095750"/>
          <p14:tracePt t="485829" x="557213" y="4095750"/>
          <p14:tracePt t="485839" x="592138" y="4110038"/>
          <p14:tracePt t="485852" x="633413" y="4110038"/>
          <p14:tracePt t="485863" x="660400" y="4110038"/>
          <p14:tracePt t="485874" x="687388" y="4110038"/>
          <p14:tracePt t="485940" x="673100" y="4110038"/>
          <p14:tracePt t="485944" x="646113" y="4110038"/>
          <p14:tracePt t="485954" x="619125" y="4110038"/>
          <p14:tracePt t="485954" x="577850" y="4110038"/>
          <p14:tracePt t="485965" x="530225" y="4110038"/>
          <p14:tracePt t="485975" x="503238" y="4110038"/>
          <p14:tracePt t="485986" x="490538" y="4110038"/>
          <p14:tracePt t="486031" x="503238" y="4110038"/>
          <p14:tracePt t="486042" x="530225" y="4110038"/>
          <p14:tracePt t="486055" x="557213" y="4110038"/>
          <p14:tracePt t="486067" x="604838" y="4110038"/>
          <p14:tracePt t="486077" x="646113" y="4110038"/>
          <p14:tracePt t="486088" x="687388" y="4110038"/>
          <p14:tracePt t="486099" x="720725" y="4110038"/>
          <p14:tracePt t="486143" x="708025" y="4110038"/>
          <p14:tracePt t="486156" x="660400" y="4110038"/>
          <p14:tracePt t="486167" x="633413" y="4110038"/>
          <p14:tracePt t="486178" x="604838" y="4110038"/>
          <p14:tracePt t="486190" x="557213" y="4110038"/>
          <p14:tracePt t="486200" x="530225" y="4110038"/>
          <p14:tracePt t="486255" x="544513" y="4110038"/>
          <p14:tracePt t="486267" x="557213" y="4110038"/>
          <p14:tracePt t="486278" x="592138" y="4110038"/>
          <p14:tracePt t="486291" x="619125" y="4110038"/>
          <p14:tracePt t="486301" x="633413" y="4110038"/>
          <p14:tracePt t="486312" x="646113" y="4110038"/>
          <p14:tracePt t="486346" x="633413" y="4110038"/>
          <p14:tracePt t="486357" x="604838" y="4110038"/>
          <p14:tracePt t="486369" x="592138" y="4110038"/>
          <p14:tracePt t="486379" x="557213" y="4110038"/>
          <p14:tracePt t="486392" x="530225" y="4110038"/>
          <p14:tracePt t="486403" x="517525" y="4110038"/>
          <p14:tracePt t="486436" x="530225" y="4110038"/>
          <p14:tracePt t="486448" x="544513" y="4110038"/>
          <p14:tracePt t="486459" x="592138" y="4110038"/>
          <p14:tracePt t="486471" x="619125" y="4110038"/>
          <p14:tracePt t="486482" x="646113" y="4110038"/>
          <p14:tracePt t="486492" x="673100" y="4110038"/>
          <p14:tracePt t="486536" x="646113" y="4110038"/>
          <p14:tracePt t="486548" x="633413" y="4110038"/>
          <p14:tracePt t="486559" x="619125" y="4110038"/>
          <p14:tracePt t="486572" x="592138" y="4110038"/>
          <p14:tracePt t="486583" x="577850" y="4110038"/>
          <p14:tracePt t="486638" x="592138" y="4110038"/>
          <p14:tracePt t="486649" x="619125" y="4110038"/>
          <p14:tracePt t="486661" x="633413" y="4110038"/>
          <p14:tracePt t="486673" x="646113" y="4110038"/>
          <p14:tracePt t="486684" x="660400" y="4110038"/>
          <p14:tracePt t="486728" x="646113" y="4110038"/>
          <p14:tracePt t="486739" x="633413" y="4110038"/>
          <p14:tracePt t="486751" x="619125" y="4110038"/>
          <p14:tracePt t="486762" x="577850" y="4110038"/>
          <p14:tracePt t="486775" x="544513" y="4095750"/>
          <p14:tracePt t="486784" x="530225" y="4095750"/>
          <p14:tracePt t="486797" x="517525" y="4095750"/>
          <p14:tracePt t="486808" x="503238" y="4095750"/>
          <p14:tracePt t="486829" x="517525" y="4095750"/>
          <p14:tracePt t="486840" x="530225" y="4095750"/>
          <p14:tracePt t="486852" x="557213" y="4095750"/>
          <p14:tracePt t="486864" x="577850" y="4110038"/>
          <p14:tracePt t="486876" x="619125" y="4110038"/>
          <p14:tracePt t="486887" x="646113" y="4110038"/>
          <p14:tracePt t="486899" x="673100" y="4110038"/>
          <p14:tracePt t="486953" x="660400" y="4110038"/>
          <p14:tracePt t="486956" x="633413" y="4110038"/>
          <p14:tracePt t="486966" x="604838" y="4110038"/>
          <p14:tracePt t="486976" x="577850" y="4095750"/>
          <p14:tracePt t="486988" x="544513" y="4095750"/>
          <p14:tracePt t="487001" x="530225" y="4095750"/>
          <p14:tracePt t="487054" x="557213" y="4110038"/>
          <p14:tracePt t="487066" x="592138" y="4110038"/>
          <p14:tracePt t="487077" x="633413" y="4110038"/>
          <p14:tracePt t="487089" x="660400" y="4110038"/>
          <p14:tracePt t="487100" x="673100" y="4110038"/>
          <p14:tracePt t="487111" x="687388" y="4110038"/>
          <p14:tracePt t="487144" x="687388" y="4122738"/>
          <p14:tracePt t="487157" x="660400" y="4122738"/>
          <p14:tracePt t="487168" x="646113" y="4122738"/>
          <p14:tracePt t="487178" x="633413" y="4122738"/>
          <p14:tracePt t="487191" x="604838" y="4122738"/>
          <p14:tracePt t="487201" x="592138" y="4122738"/>
          <p14:tracePt t="487212" x="577850" y="4122738"/>
          <p14:tracePt t="487256" x="592138" y="4110038"/>
          <p14:tracePt t="487268" x="619125" y="4110038"/>
          <p14:tracePt t="487279" x="633413" y="4110038"/>
          <p14:tracePt t="487292" x="660400" y="4110038"/>
          <p14:tracePt t="487303" x="687388" y="4110038"/>
          <p14:tracePt t="487315" x="708025" y="4110038"/>
          <p14:tracePt t="487347" x="687388" y="4110038"/>
          <p14:tracePt t="487358" x="673100" y="4110038"/>
          <p14:tracePt t="487371" x="633413" y="4110038"/>
          <p14:tracePt t="487382" x="604838" y="4110038"/>
          <p14:tracePt t="487393" x="577850" y="4110038"/>
          <p14:tracePt t="487404" x="544513" y="4110038"/>
          <p14:tracePt t="487416" x="530225" y="4110038"/>
          <p14:tracePt t="487459" x="544513" y="4110038"/>
          <p14:tracePt t="487471" x="557213" y="4110038"/>
          <p14:tracePt t="487483" x="592138" y="4122738"/>
          <p14:tracePt t="487493" x="619125" y="4122738"/>
          <p14:tracePt t="487506" x="633413" y="4122738"/>
          <p14:tracePt t="487517" x="646113" y="4122738"/>
          <p14:tracePt t="487560" x="633413" y="4122738"/>
          <p14:tracePt t="487573" x="592138" y="4122738"/>
          <p14:tracePt t="487584" x="557213" y="4122738"/>
          <p14:tracePt t="487595" x="517525" y="4110038"/>
          <p14:tracePt t="487608" x="461963" y="4110038"/>
          <p14:tracePt t="487618" x="414338" y="4095750"/>
          <p14:tracePt t="487629" x="360363" y="4081463"/>
          <p14:tracePt t="487641" x="333375" y="4081463"/>
          <p14:tracePt t="487651" x="300038" y="4081463"/>
          <p14:tracePt t="487662" x="285750" y="4081463"/>
          <p14:tracePt t="487674" x="271463" y="4081463"/>
          <p14:tracePt t="487707" x="258763" y="4081463"/>
          <p14:tracePt t="487751" x="244475" y="4081463"/>
          <p14:tracePt t="487808" x="258763" y="4081463"/>
          <p14:tracePt t="487821" x="271463" y="4081463"/>
          <p14:tracePt t="487832" x="285750" y="4081463"/>
          <p14:tracePt t="487844" x="300038" y="4081463"/>
          <p14:tracePt t="487854" x="312738" y="4081463"/>
          <p14:tracePt t="487866" x="333375" y="4081463"/>
          <p14:tracePt t="487965" x="347663" y="4095750"/>
          <p14:tracePt t="487999" x="360363" y="4095750"/>
          <p14:tracePt t="488002" x="374650" y="4095750"/>
          <p14:tracePt t="488012" x="401638" y="4095750"/>
          <p14:tracePt t="488013" x="449263" y="4110038"/>
          <p14:tracePt t="488022" x="503238" y="4110038"/>
          <p14:tracePt t="488036" x="544513" y="4110038"/>
          <p14:tracePt t="488046" x="604838" y="4110038"/>
          <p14:tracePt t="488056" x="646113" y="4122738"/>
          <p14:tracePt t="488069" x="660400" y="4122738"/>
          <p14:tracePt t="488079" x="673100" y="4122738"/>
          <p14:tracePt t="488315" x="660400" y="4122738"/>
          <p14:tracePt t="488337" x="646113" y="4122738"/>
          <p14:tracePt t="488349" x="633413" y="4122738"/>
          <p14:tracePt t="488360" x="619125" y="4122738"/>
          <p14:tracePt t="488371" x="604838" y="4122738"/>
          <p14:tracePt t="488539" x="619125" y="4122738"/>
          <p14:tracePt t="488551" x="633413" y="4122738"/>
          <p14:tracePt t="488562" x="646113" y="4122738"/>
          <p14:tracePt t="488574" x="660400" y="4122738"/>
          <p14:tracePt t="488585" x="687388" y="4143375"/>
          <p14:tracePt t="488597" x="720725" y="4143375"/>
          <p14:tracePt t="488607" x="735013" y="4143375"/>
          <p14:tracePt t="488674" x="720725" y="4143375"/>
          <p14:tracePt t="488697" x="708025" y="4143375"/>
          <p14:tracePt t="488753" x="720725" y="4143375"/>
          <p14:tracePt t="488775" x="735013" y="4143375"/>
          <p14:tracePt t="488788" x="747713" y="4143375"/>
          <p14:tracePt t="488809" x="762000" y="4143375"/>
          <p14:tracePt t="488822" x="776288" y="4143375"/>
          <p14:tracePt t="488944" x="776288" y="4157663"/>
          <p14:tracePt t="488956" x="788988" y="4157663"/>
          <p14:tracePt t="488967" x="803275" y="4157663"/>
          <p14:tracePt t="488979" x="815975" y="4157663"/>
          <p14:tracePt t="488990" x="850900" y="4157663"/>
          <p14:tracePt t="489001" x="863600" y="4170363"/>
          <p14:tracePt t="489023" x="877888" y="4170363"/>
          <p14:tracePt t="489980" x="877888" y="4157663"/>
          <p14:tracePt t="490093" x="890588" y="4157663"/>
          <p14:tracePt t="490136" x="904875" y="4157663"/>
          <p14:tracePt t="490159" x="890588" y="4157663"/>
          <p14:tracePt t="490182" x="877888" y="4157663"/>
          <p14:tracePt t="490710" x="890588" y="4157663"/>
          <p14:tracePt t="490891" x="904875" y="4157663"/>
          <p14:tracePt t="490904" x="904875" y="4170363"/>
          <p14:tracePt t="491036" x="919163" y="4157663"/>
          <p14:tracePt t="491093" x="931863" y="4157663"/>
          <p14:tracePt t="491115" x="966788" y="4157663"/>
          <p14:tracePt t="491138" x="979488" y="4143375"/>
          <p14:tracePt t="491141" x="1006475" y="4122738"/>
          <p14:tracePt t="491150" x="1047750" y="4122738"/>
          <p14:tracePt t="491161" x="1074738" y="4122738"/>
          <p14:tracePt t="491174" x="1136650" y="4110038"/>
          <p14:tracePt t="491183" x="1223963" y="4110038"/>
          <p14:tracePt t="491195" x="1319213" y="4110038"/>
          <p14:tracePt t="491207" x="1408113" y="4110038"/>
          <p14:tracePt t="491217" x="1538288" y="4110038"/>
          <p14:tracePt t="491229" x="1666875" y="4110038"/>
          <p14:tracePt t="491240" x="1768475" y="4110038"/>
          <p14:tracePt t="491251" x="1884363" y="4110038"/>
          <p14:tracePt t="491263" x="1973263" y="4122738"/>
          <p14:tracePt t="491275" x="2014538" y="4122738"/>
          <p14:tracePt t="491285" x="2041525" y="4122738"/>
          <p14:tracePt t="491297" x="2041525" y="4143375"/>
          <p14:tracePt t="491667" x="2041525" y="4122738"/>
          <p14:tracePt t="491680" x="2054225" y="4122738"/>
          <p14:tracePt t="491701" x="2068513" y="4122738"/>
          <p14:tracePt t="491713" x="2081213" y="4122738"/>
          <p14:tracePt t="491724" x="2101850" y="4122738"/>
          <p14:tracePt t="491735" x="2116138" y="4122738"/>
          <p14:tracePt t="491747" x="2143125" y="4122738"/>
          <p14:tracePt t="491758" x="2184400" y="4122738"/>
          <p14:tracePt t="491770" x="2211388" y="4122738"/>
          <p14:tracePt t="491782" x="2244725" y="4122738"/>
          <p14:tracePt t="491792" x="2259013" y="4122738"/>
          <p14:tracePt t="491803" x="2271713" y="4122738"/>
          <p14:tracePt t="491815" x="2271713" y="4143375"/>
          <p14:tracePt t="491847" x="2286000" y="4143375"/>
          <p14:tracePt t="491903" x="2300288" y="4143375"/>
          <p14:tracePt t="491927" x="2327275" y="4143375"/>
          <p14:tracePt t="491937" x="2339975" y="4143375"/>
          <p14:tracePt t="491949" x="2374900" y="4157663"/>
          <p14:tracePt t="491960" x="2401888" y="4157663"/>
          <p14:tracePt t="491971" x="2443163" y="4170363"/>
          <p14:tracePt t="491982" x="2490788" y="4184650"/>
          <p14:tracePt t="491995" x="2530475" y="4197350"/>
          <p14:tracePt t="492005" x="2619375" y="4211638"/>
          <p14:tracePt t="492016" x="2687638" y="4224338"/>
          <p14:tracePt t="492030" x="2762250" y="4238625"/>
          <p14:tracePt t="492039" x="2843213" y="4271963"/>
          <p14:tracePt t="492050" x="2905125" y="4286250"/>
          <p14:tracePt t="492062" x="2946400" y="4286250"/>
          <p14:tracePt t="492073" x="2959100" y="4300538"/>
          <p14:tracePt t="492084" x="2959100" y="4286250"/>
          <p14:tracePt t="492094" x="2946400" y="4286250"/>
          <p14:tracePt t="492364" x="2946400" y="4300538"/>
          <p14:tracePt t="492376" x="2959100" y="4300538"/>
          <p14:tracePt t="492398" x="2973388" y="4300538"/>
          <p14:tracePt t="492488" x="2994025" y="4300538"/>
          <p14:tracePt t="494615" x="3062288" y="4313238"/>
          <p14:tracePt t="494626" x="3074988" y="4313238"/>
          <p14:tracePt t="494637" x="3122613" y="4313238"/>
          <p14:tracePt t="494648" x="3149600" y="4327525"/>
          <p14:tracePt t="494659" x="3190875" y="4327525"/>
          <p14:tracePt t="494671" x="3205163" y="4327525"/>
          <p14:tracePt t="494684" x="3217863" y="4327525"/>
          <p14:tracePt t="494693" x="3232150" y="4327525"/>
          <p14:tracePt t="494704" x="3252788" y="4327525"/>
          <p14:tracePt t="494717" x="3265488" y="4327525"/>
          <p14:tracePt t="494727" x="3292475" y="4327525"/>
          <p14:tracePt t="494750" x="3306763" y="4327525"/>
          <p14:tracePt t="494760" x="3319463" y="4327525"/>
          <p14:tracePt t="494783" x="3333750" y="4327525"/>
          <p14:tracePt t="494816" x="3348038" y="4327525"/>
          <p14:tracePt t="494839" x="3348038" y="4340225"/>
          <p14:tracePt t="494851" x="3360738" y="4340225"/>
          <p14:tracePt t="494863" x="3381375" y="4340225"/>
          <p14:tracePt t="494873" x="3395663" y="4340225"/>
          <p14:tracePt t="494886" x="3422650" y="4340225"/>
          <p14:tracePt t="494897" x="3435350" y="4340225"/>
          <p14:tracePt t="494907" x="3462338" y="4340225"/>
          <p14:tracePt t="494919" x="3497263" y="4354513"/>
          <p14:tracePt t="494931" x="3524250" y="4354513"/>
          <p14:tracePt t="494941" x="3538538" y="4354513"/>
          <p14:tracePt t="494952" x="3551238" y="4354513"/>
          <p14:tracePt t="494997" x="3538538" y="4354513"/>
          <p14:tracePt t="495019" x="3524250" y="4340225"/>
          <p14:tracePt t="495537" x="3538538" y="4340225"/>
          <p14:tracePt t="495582" x="3551238" y="4340225"/>
          <p14:tracePt t="495627" x="3565525" y="4340225"/>
          <p14:tracePt t="495660" x="3578225" y="4340225"/>
          <p14:tracePt t="495694" x="3592513" y="4340225"/>
          <p14:tracePt t="496336" x="3605213" y="4340225"/>
          <p14:tracePt t="496348" x="3625850" y="4340225"/>
          <p14:tracePt t="496391" x="3640138" y="4340225"/>
          <p14:tracePt t="496403" x="3640138" y="4354513"/>
          <p14:tracePt t="497214" x="3652838" y="4354513"/>
          <p14:tracePt t="497225" x="3667125" y="4354513"/>
          <p14:tracePt t="497235" x="3694113" y="4354513"/>
          <p14:tracePt t="497247" x="3735388" y="4354513"/>
          <p14:tracePt t="497259" x="3783013" y="4354513"/>
          <p14:tracePt t="497270" x="3836988" y="4354513"/>
          <p14:tracePt t="497282" x="3863975" y="4354513"/>
          <p14:tracePt t="497292" x="3898900" y="4354513"/>
          <p14:tracePt t="497663" x="3911600" y="4354513"/>
          <p14:tracePt t="497676" x="3925888" y="4354513"/>
          <p14:tracePt t="497703" x="3938588" y="4354513"/>
          <p14:tracePt t="497723" x="3952875" y="4354513"/>
          <p14:tracePt t="497745" x="3967163" y="4354513"/>
          <p14:tracePt t="497767" x="3994150" y="4354513"/>
          <p14:tracePt t="497768" x="4014788" y="4354513"/>
          <p14:tracePt t="497794" x="4041775" y="4354513"/>
          <p14:tracePt t="497796" x="4068763" y="4354513"/>
          <p14:tracePt t="497814" x="4081463" y="4354513"/>
          <p14:tracePt t="497816" x="4110038" y="4354513"/>
          <p14:tracePt t="497832" x="4170363" y="4354513"/>
          <p14:tracePt t="497858" x="4197350" y="4340225"/>
          <p14:tracePt t="497860" x="4224338" y="4340225"/>
          <p14:tracePt t="497888" x="4259263" y="4340225"/>
          <p14:tracePt t="497890" x="4300538" y="4340225"/>
          <p14:tracePt t="497900" x="4313238" y="4354513"/>
          <p14:tracePt t="497923" x="4327525" y="4354513"/>
          <p14:tracePt t="497933" x="4340225" y="4354513"/>
          <p14:tracePt t="497945" x="4354513" y="4354513"/>
          <p14:tracePt t="497968" x="4387850" y="4354513"/>
          <p14:tracePt t="497979" x="4414838" y="4354513"/>
          <p14:tracePt t="497990" x="4443413" y="4354513"/>
          <p14:tracePt t="498002" x="4470400" y="4354513"/>
          <p14:tracePt t="498013" x="4518025" y="4354513"/>
          <p14:tracePt t="498028" x="4545013" y="4354513"/>
          <p14:tracePt t="498038" x="4572000" y="4367213"/>
          <p14:tracePt t="498069" x="4572000" y="4354513"/>
          <p14:tracePt t="498293" x="4586288" y="4354513"/>
          <p14:tracePt t="498315" x="4598988" y="4354513"/>
          <p14:tracePt t="498338" x="4613275" y="4354513"/>
          <p14:tracePt t="498351" x="4625975" y="4354513"/>
          <p14:tracePt t="498361" x="4646613" y="4354513"/>
          <p14:tracePt t="498372" x="4660900" y="4367213"/>
          <p14:tracePt t="498386" x="4673600" y="4367213"/>
          <p14:tracePt t="498406" x="4687888" y="4367213"/>
          <p14:tracePt t="498484" x="4700588" y="4367213"/>
          <p14:tracePt t="498529" x="4714875" y="4367213"/>
          <p14:tracePt t="498552" x="4729163" y="4367213"/>
          <p14:tracePt t="498564" x="4741863" y="4367213"/>
          <p14:tracePt t="498585" x="4756150" y="4367213"/>
          <p14:tracePt t="498597" x="4776788" y="4367213"/>
          <p14:tracePt t="498619" x="4789488" y="4367213"/>
          <p14:tracePt t="498642" x="4803775" y="4367213"/>
          <p14:tracePt t="498654" x="4816475" y="4367213"/>
          <p14:tracePt t="498675" x="4830763" y="4367213"/>
          <p14:tracePt t="498699" x="4843463" y="4367213"/>
          <p14:tracePt t="498710" x="4857750" y="4367213"/>
          <p14:tracePt t="498721" x="4872038" y="4367213"/>
          <p14:tracePt t="498733" x="4884738" y="4367213"/>
          <p14:tracePt t="498744" x="4905375" y="4367213"/>
          <p14:tracePt t="498754" x="4932363" y="4367213"/>
          <p14:tracePt t="498767" x="4959350" y="4367213"/>
          <p14:tracePt t="498778" x="4986338" y="4367213"/>
          <p14:tracePt t="498788" x="5021263" y="4367213"/>
          <p14:tracePt t="498800" x="5048250" y="4367213"/>
          <p14:tracePt t="498812" x="5075238" y="4367213"/>
          <p14:tracePt t="498823" x="5102225" y="4367213"/>
          <p14:tracePt t="498835" x="5129213" y="4367213"/>
          <p14:tracePt t="498846" x="5149850" y="4367213"/>
          <p14:tracePt t="498878" x="5129213" y="4367213"/>
          <p14:tracePt t="498890" x="5116513" y="4367213"/>
          <p14:tracePt t="499103" x="5129213" y="4367213"/>
          <p14:tracePt t="499159" x="5149850" y="4367213"/>
          <p14:tracePt t="499172" x="5164138" y="4367213"/>
          <p14:tracePt t="499193" x="5164138" y="4354513"/>
          <p14:tracePt t="499205" x="5176838" y="4354513"/>
          <p14:tracePt t="499227" x="5176838" y="4340225"/>
          <p14:tracePt t="499328" x="5191125" y="4340225"/>
          <p14:tracePt t="499406" x="5205413" y="4340225"/>
          <p14:tracePt t="499554" x="5218113" y="4340225"/>
          <p14:tracePt t="499699" x="5232400" y="4340225"/>
          <p14:tracePt t="499733" x="5245100" y="4354513"/>
          <p14:tracePt t="499745" x="5259388" y="4354513"/>
          <p14:tracePt t="499767" x="5280025" y="4354513"/>
          <p14:tracePt t="499790" x="5292725" y="4354513"/>
          <p14:tracePt t="499812" x="5307013" y="4354513"/>
          <p14:tracePt t="499890" x="5319713" y="4340225"/>
          <p14:tracePt t="499924" x="5334000" y="4340225"/>
          <p14:tracePt t="500014" x="5348288" y="4340225"/>
          <p14:tracePt t="500037" x="5360988" y="4340225"/>
          <p14:tracePt t="500048" x="5387975" y="4340225"/>
          <p14:tracePt t="500060" x="5422900" y="4340225"/>
          <p14:tracePt t="500071" x="5449888" y="4340225"/>
          <p14:tracePt t="500082" x="5476875" y="4340225"/>
          <p14:tracePt t="500094" x="5503863" y="4327525"/>
          <p14:tracePt t="500105" x="5538788" y="4327525"/>
          <p14:tracePt t="500117" x="5551488" y="4313238"/>
          <p14:tracePt t="500127" x="5565775" y="4313238"/>
          <p14:tracePt t="500160" x="5565775" y="4300538"/>
          <p14:tracePt t="500172" x="5578475" y="4300538"/>
          <p14:tracePt t="500318" x="5592763" y="4300538"/>
          <p14:tracePt t="500341" x="5605463" y="4286250"/>
          <p14:tracePt t="500353" x="5619750" y="4286250"/>
          <p14:tracePt t="500363" x="5634038" y="4286250"/>
          <p14:tracePt t="500386" x="5667375" y="4271963"/>
          <p14:tracePt t="500397" x="5681663" y="4271963"/>
          <p14:tracePt t="500410" x="5681663" y="4259263"/>
          <p14:tracePt t="500421" x="5694363" y="4238625"/>
          <p14:tracePt t="500442" x="5708650" y="4224338"/>
          <p14:tracePt t="500464" x="5708650" y="4211638"/>
          <p14:tracePt t="500476" x="5694363" y="4197350"/>
          <p14:tracePt t="500498" x="5681663" y="4184650"/>
          <p14:tracePt t="500510" x="5667375" y="4184650"/>
          <p14:tracePt t="500521" x="5646738" y="4170363"/>
          <p14:tracePt t="500543" x="5634038" y="4170363"/>
          <p14:tracePt t="500555" x="5619750" y="4170363"/>
          <p14:tracePt t="500577" x="5605463" y="4184650"/>
          <p14:tracePt t="500578" x="5592763" y="4184650"/>
          <p14:tracePt t="500589" x="5565775" y="4197350"/>
          <p14:tracePt t="500600" x="5551488" y="4211638"/>
          <p14:tracePt t="500611" x="5538788" y="4238625"/>
          <p14:tracePt t="500622" x="5518150" y="4259263"/>
          <p14:tracePt t="500634" x="5518150" y="4286250"/>
          <p14:tracePt t="500656" x="5518150" y="4300538"/>
          <p14:tracePt t="500667" x="5538788" y="4313238"/>
          <p14:tracePt t="500679" x="5551488" y="4327525"/>
          <p14:tracePt t="500690" x="5565775" y="4327525"/>
          <p14:tracePt t="500702" x="5592763" y="4340225"/>
          <p14:tracePt t="500712" x="5619750" y="4340225"/>
          <p14:tracePt t="500725" x="5646738" y="4340225"/>
          <p14:tracePt t="500736" x="5681663" y="4327525"/>
          <p14:tracePt t="500747" x="5694363" y="4327525"/>
          <p14:tracePt t="500759" x="5708650" y="4313238"/>
          <p14:tracePt t="500770" x="5721350" y="4300538"/>
          <p14:tracePt t="500781" x="5735638" y="4271963"/>
          <p14:tracePt t="500793" x="5735638" y="4259263"/>
          <p14:tracePt t="500803" x="5735638" y="4224338"/>
          <p14:tracePt t="500814" x="5735638" y="4197350"/>
          <p14:tracePt t="500825" x="5735638" y="4184650"/>
          <p14:tracePt t="500836" x="5721350" y="4170363"/>
          <p14:tracePt t="500848" x="5708650" y="4170363"/>
          <p14:tracePt t="500860" x="5694363" y="4170363"/>
          <p14:tracePt t="500870" x="5681663" y="4170363"/>
          <p14:tracePt t="500882" x="5646738" y="4170363"/>
          <p14:tracePt t="500893" x="5619750" y="4184650"/>
          <p14:tracePt t="500904" x="5605463" y="4197350"/>
          <p14:tracePt t="500915" x="5592763" y="4211638"/>
          <p14:tracePt t="500928" x="5578475" y="4238625"/>
          <p14:tracePt t="500938" x="5565775" y="4259263"/>
          <p14:tracePt t="500950" x="5565775" y="4286250"/>
          <p14:tracePt t="500960" x="5578475" y="4300538"/>
          <p14:tracePt t="500971" x="5592763" y="4313238"/>
          <p14:tracePt t="500983" x="5605463" y="4327525"/>
          <p14:tracePt t="500994" x="5619750" y="4340225"/>
          <p14:tracePt t="501004" x="5646738" y="4340225"/>
          <p14:tracePt t="501016" x="5667375" y="4340225"/>
          <p14:tracePt t="501027" x="5694363" y="4340225"/>
          <p14:tracePt t="501038" x="5721350" y="4327525"/>
          <p14:tracePt t="501050" x="5735638" y="4313238"/>
          <p14:tracePt t="501061" x="5748338" y="4313238"/>
          <p14:tracePt t="501072" x="5762625" y="4286250"/>
          <p14:tracePt t="501084" x="5762625" y="4259263"/>
          <p14:tracePt t="501095" x="5762625" y="4238625"/>
          <p14:tracePt t="501106" x="5762625" y="4211638"/>
          <p14:tracePt t="501117" x="5762625" y="4197350"/>
          <p14:tracePt t="501129" x="5748338" y="4184650"/>
          <p14:tracePt t="501150" x="5735638" y="4184650"/>
          <p14:tracePt t="501162" x="5721350" y="4184650"/>
          <p14:tracePt t="501173" x="5694363" y="4197350"/>
          <p14:tracePt t="501186" x="5681663" y="4197350"/>
          <p14:tracePt t="501197" x="5646738" y="4224338"/>
          <p14:tracePt t="501209" x="5634038" y="4238625"/>
          <p14:tracePt t="501219" x="5605463" y="4259263"/>
          <p14:tracePt t="501231" x="5605463" y="4286250"/>
          <p14:tracePt t="501242" x="5605463" y="4300538"/>
          <p14:tracePt t="501252" x="5605463" y="4313238"/>
          <p14:tracePt t="501263" x="5619750" y="4327525"/>
          <p14:tracePt t="501275" x="5634038" y="4327525"/>
          <p14:tracePt t="501286" x="5646738" y="4327525"/>
          <p14:tracePt t="501297" x="5667375" y="4327525"/>
          <p14:tracePt t="501310" x="5708650" y="4327525"/>
          <p14:tracePt t="501319" x="5721350" y="4313238"/>
          <p14:tracePt t="501331" x="5748338" y="4313238"/>
          <p14:tracePt t="501343" x="5762625" y="4286250"/>
          <p14:tracePt t="501353" x="5783263" y="4259263"/>
          <p14:tracePt t="501366" x="5783263" y="4238625"/>
          <p14:tracePt t="501377" x="5783263" y="4211638"/>
          <p14:tracePt t="501387" x="5783263" y="4197350"/>
          <p14:tracePt t="501399" x="5748338" y="4184650"/>
          <p14:tracePt t="501411" x="5721350" y="4184650"/>
          <p14:tracePt t="501421" x="5694363" y="4170363"/>
          <p14:tracePt t="501433" x="5667375" y="4170363"/>
          <p14:tracePt t="501444" x="5634038" y="4170363"/>
          <p14:tracePt t="501454" x="5592763" y="4184650"/>
          <p14:tracePt t="501467" x="5551488" y="4197350"/>
          <p14:tracePt t="501477" x="5538788" y="4224338"/>
          <p14:tracePt t="501488" x="5503863" y="4238625"/>
          <p14:tracePt t="501501" x="5491163" y="4271963"/>
          <p14:tracePt t="501512" x="5491163" y="4286250"/>
          <p14:tracePt t="501533" x="5503863" y="4300538"/>
          <p14:tracePt t="501545" x="5538788" y="4327525"/>
          <p14:tracePt t="501556" x="5551488" y="4327525"/>
          <p14:tracePt t="501567" x="5592763" y="4340225"/>
          <p14:tracePt t="501579" x="5619750" y="4340225"/>
          <p14:tracePt t="501589" x="5667375" y="4340225"/>
          <p14:tracePt t="501601" x="5694363" y="4327525"/>
          <p14:tracePt t="501634" x="5735638" y="4327525"/>
          <p14:tracePt t="501637" x="5748338" y="4313238"/>
          <p14:tracePt t="501646" x="5748338" y="4300538"/>
          <p14:tracePt t="501650" x="5762625" y="4286250"/>
          <p14:tracePt t="501661" x="5762625" y="4271963"/>
          <p14:tracePt t="501670" x="5762625" y="4259263"/>
          <p14:tracePt t="501680" x="5748338" y="4238625"/>
          <p14:tracePt t="501694" x="5735638" y="4211638"/>
          <p14:tracePt t="501704" x="5708650" y="4211638"/>
          <p14:tracePt t="501715" x="5681663" y="4197350"/>
          <p14:tracePt t="501726" x="5646738" y="4197350"/>
          <p14:tracePt t="501736" x="5619750" y="4197350"/>
          <p14:tracePt t="501747" x="5605463" y="4211638"/>
          <p14:tracePt t="501760" x="5565775" y="4224338"/>
          <p14:tracePt t="501770" x="5538788" y="4238625"/>
          <p14:tracePt t="501782" x="5518150" y="4259263"/>
          <p14:tracePt t="501793" x="5503863" y="4286250"/>
          <p14:tracePt t="501803" x="5503863" y="4300538"/>
          <p14:tracePt t="501815" x="5503863" y="4313238"/>
          <p14:tracePt t="501837" x="5518150" y="4327525"/>
          <p14:tracePt t="501859" x="5538788" y="4327525"/>
          <p14:tracePt t="501870" x="5551488" y="4327525"/>
          <p14:tracePt t="502726" x="5449888" y="4313238"/>
          <p14:tracePt t="502731" x="5375275" y="4300538"/>
          <p14:tracePt t="502739" x="5259388" y="4286250"/>
          <p14:tracePt t="502740" x="5089525" y="4259263"/>
          <p14:tracePt t="502749" x="4932363" y="4224338"/>
          <p14:tracePt t="502750" x="4673600" y="4184650"/>
          <p14:tracePt t="502760" x="4387850" y="4122738"/>
          <p14:tracePt t="502763" x="4095750" y="4081463"/>
          <p14:tracePt t="502771" x="3925888" y="4068763"/>
          <p14:tracePt t="502782" x="3735388" y="4054475"/>
          <p14:tracePt t="502796" x="3578225" y="4041775"/>
          <p14:tracePt t="502806" x="3509963" y="4041775"/>
          <p14:tracePt t="502817" x="3449638" y="4041775"/>
          <p14:tracePt t="502828" x="3408363" y="4041775"/>
          <p14:tracePt t="502838" x="3381375" y="4041775"/>
          <p14:tracePt t="502849" x="3360738" y="4041775"/>
          <p14:tracePt t="502862" x="3333750" y="4054475"/>
          <p14:tracePt t="502872" x="3319463" y="4054475"/>
          <p14:tracePt t="502883" x="3292475" y="4054475"/>
          <p14:tracePt t="502895" x="3265488" y="4054475"/>
          <p14:tracePt t="502906" x="3232150" y="4068763"/>
          <p14:tracePt t="502918" x="3190875" y="4068763"/>
          <p14:tracePt t="502929" x="3149600" y="4081463"/>
          <p14:tracePt t="502940" x="3122613" y="4081463"/>
          <p14:tracePt t="502951" x="3089275" y="4095750"/>
          <p14:tracePt t="502962" x="3074988" y="4095750"/>
          <p14:tracePt t="502973" x="3048000" y="4110038"/>
          <p14:tracePt t="503018" x="3048000" y="4122738"/>
          <p14:tracePt t="503051" x="3048000" y="4143375"/>
          <p14:tracePt t="503074" x="3048000" y="4157663"/>
          <p14:tracePt t="503097" x="3048000" y="4170363"/>
          <p14:tracePt t="503108" x="3048000" y="4184650"/>
          <p14:tracePt t="503131" x="3062288" y="4197350"/>
          <p14:tracePt t="503153" x="3074988" y="4197350"/>
          <p14:tracePt t="503165" x="3089275" y="4197350"/>
          <p14:tracePt t="503176" x="3101975" y="4197350"/>
          <p14:tracePt t="503188" x="3122613" y="4197350"/>
          <p14:tracePt t="503209" x="3136900" y="4184650"/>
          <p14:tracePt t="503243" x="3149600" y="4170363"/>
          <p14:tracePt t="503254" x="3136900" y="4157663"/>
          <p14:tracePt t="503277" x="3122613" y="4157663"/>
          <p14:tracePt t="503288" x="3101975" y="4157663"/>
          <p14:tracePt t="503300" x="3089275" y="4157663"/>
          <p14:tracePt t="503313" x="3074988" y="4157663"/>
          <p14:tracePt t="503323" x="3048000" y="4157663"/>
          <p14:tracePt t="503334" x="3021013" y="4170363"/>
          <p14:tracePt t="503347" x="2994025" y="4184650"/>
          <p14:tracePt t="503357" x="2973388" y="4197350"/>
          <p14:tracePt t="503368" x="2959100" y="4224338"/>
          <p14:tracePt t="503381" x="2959100" y="4238625"/>
          <p14:tracePt t="503390" x="2959100" y="4271963"/>
          <p14:tracePt t="503402" x="2959100" y="4286250"/>
          <p14:tracePt t="503413" x="2973388" y="4300538"/>
          <p14:tracePt t="503423" x="3006725" y="4313238"/>
          <p14:tracePt t="503436" x="3033713" y="4313238"/>
          <p14:tracePt t="503447" x="3048000" y="4327525"/>
          <p14:tracePt t="503457" x="3089275" y="4327525"/>
          <p14:tracePt t="503469" x="3122613" y="4327525"/>
          <p14:tracePt t="503480" x="3149600" y="4327525"/>
          <p14:tracePt t="503491" x="3176588" y="4313238"/>
          <p14:tracePt t="503503" x="3205163" y="4300538"/>
          <p14:tracePt t="503514" x="3217863" y="4286250"/>
          <p14:tracePt t="503525" x="3232150" y="4271963"/>
          <p14:tracePt t="503537" x="3232150" y="4259263"/>
          <p14:tracePt t="503547" x="3232150" y="4238625"/>
          <p14:tracePt t="503558" x="3232150" y="4211638"/>
          <p14:tracePt t="503581" x="3217863" y="4197350"/>
          <p14:tracePt t="503592" x="3205163" y="4197350"/>
          <p14:tracePt t="503604" x="3190875" y="4184650"/>
          <p14:tracePt t="503615" x="3163888" y="4184650"/>
          <p14:tracePt t="503626" x="3136900" y="4184650"/>
          <p14:tracePt t="503638" x="3101975" y="4197350"/>
          <p14:tracePt t="503649" x="3089275" y="4211638"/>
          <p14:tracePt t="503660" x="3062288" y="4224338"/>
          <p14:tracePt t="503672" x="3048000" y="4238625"/>
          <p14:tracePt t="503684" x="3033713" y="4259263"/>
          <p14:tracePt t="503695" x="3021013" y="4271963"/>
          <p14:tracePt t="503705" x="3021013" y="4286250"/>
          <p14:tracePt t="503727" x="3021013" y="4300538"/>
          <p14:tracePt t="503730" x="3021013" y="4313238"/>
          <p14:tracePt t="503739" x="3033713" y="4313238"/>
          <p14:tracePt t="503750" x="3048000" y="4327525"/>
          <p14:tracePt t="503763" x="3074988" y="4327525"/>
          <p14:tracePt t="503773" x="3089275" y="4327525"/>
          <p14:tracePt t="503784" x="3122613" y="4327525"/>
          <p14:tracePt t="503796" x="3149600" y="4313238"/>
          <p14:tracePt t="503806" x="3163888" y="4313238"/>
          <p14:tracePt t="503817" x="3176588" y="4300538"/>
          <p14:tracePt t="503829" x="3190875" y="4286250"/>
          <p14:tracePt t="503850" x="3190875" y="4271963"/>
          <p14:tracePt t="503863" x="3190875" y="4259263"/>
          <p14:tracePt t="503873" x="3190875" y="4238625"/>
          <p14:tracePt t="503884" x="3176588" y="4224338"/>
          <p14:tracePt t="503896" x="3149600" y="4224338"/>
          <p14:tracePt t="503907" x="3122613" y="4211638"/>
          <p14:tracePt t="503919" x="3089275" y="4211638"/>
          <p14:tracePt t="503930" x="3062288" y="4211638"/>
          <p14:tracePt t="503941" x="3033713" y="4211638"/>
          <p14:tracePt t="503952" x="3021013" y="4224338"/>
          <p14:tracePt t="503964" x="2994025" y="4238625"/>
          <p14:tracePt t="503974" x="2973388" y="4259263"/>
          <p14:tracePt t="503986" x="2959100" y="4271963"/>
          <p14:tracePt t="503997" x="2959100" y="4286250"/>
          <p14:tracePt t="504020" x="2959100" y="4300538"/>
          <p14:tracePt t="504053" x="2959100" y="4313238"/>
          <p14:tracePt t="504064" x="2973388" y="4313238"/>
          <p14:tracePt t="504076" x="2994025" y="4313238"/>
          <p14:tracePt t="504088" x="3006725" y="4313238"/>
          <p14:tracePt t="504109" x="3021013" y="4313238"/>
          <p14:tracePt t="504121" x="3033713" y="4313238"/>
          <p14:tracePt t="504144" x="3048000" y="4313238"/>
          <p14:tracePt t="504177" x="3062288" y="4300538"/>
          <p14:tracePt t="504233" x="3062288" y="4313238"/>
          <p14:tracePt t="504255" x="3048000" y="4313238"/>
          <p14:tracePt t="504268" x="3033713" y="4313238"/>
          <p14:tracePt t="504548" x="3033713" y="4300538"/>
          <p14:tracePt t="504561" x="3048000" y="4300538"/>
          <p14:tracePt t="504571" x="3033713" y="4300538"/>
          <p14:tracePt t="504593" x="3048000" y="4300538"/>
          <p14:tracePt t="504649" x="3062288" y="4300538"/>
          <p14:tracePt t="504694" x="3074988" y="4300538"/>
          <p14:tracePt t="504886" x="3089275" y="4300538"/>
          <p14:tracePt t="504964" x="3101975" y="4300538"/>
          <p14:tracePt t="505066" x="3122613" y="4300538"/>
          <p14:tracePt t="505088" x="3136900" y="4300538"/>
          <p14:tracePt t="505111" x="3149600" y="4300538"/>
          <p14:tracePt t="505155" x="3163888" y="4300538"/>
          <p14:tracePt t="507383" x="3252788" y="4300538"/>
          <p14:tracePt t="507394" x="3319463" y="4300538"/>
          <p14:tracePt t="507406" x="3395663" y="4300538"/>
          <p14:tracePt t="507417" x="3497263" y="4300538"/>
          <p14:tracePt t="507428" x="3565525" y="4313238"/>
          <p14:tracePt t="507440" x="3667125" y="4313238"/>
          <p14:tracePt t="507453" x="3721100" y="4313238"/>
          <p14:tracePt t="507463" x="3810000" y="4313238"/>
          <p14:tracePt t="507474" x="3851275" y="4313238"/>
          <p14:tracePt t="507487" x="3911600" y="4313238"/>
          <p14:tracePt t="507496" x="3967163" y="4313238"/>
          <p14:tracePt t="507508" x="3994150" y="4313238"/>
          <p14:tracePt t="507522" x="4041775" y="4313238"/>
          <p14:tracePt t="507531" x="4054475" y="4313238"/>
          <p14:tracePt t="507541" x="4095750" y="4313238"/>
          <p14:tracePt t="507554" x="4122738" y="4313238"/>
          <p14:tracePt t="507564" x="4143375" y="4313238"/>
          <p14:tracePt t="507576" x="4170363" y="4313238"/>
          <p14:tracePt t="507587" x="4184650" y="4313238"/>
          <p14:tracePt t="507597" x="4197350" y="4313238"/>
          <p14:tracePt t="507609" x="4211638" y="4313238"/>
          <p14:tracePt t="507631" x="4224338" y="4313238"/>
          <p14:tracePt t="507643" x="4238625" y="4313238"/>
          <p14:tracePt t="507654" x="4271963" y="4313238"/>
          <p14:tracePt t="507665" x="4286250" y="4313238"/>
          <p14:tracePt t="507676" x="4327525" y="4313238"/>
          <p14:tracePt t="507688" x="4367213" y="4313238"/>
          <p14:tracePt t="507698" x="4443413" y="4313238"/>
          <p14:tracePt t="507710" x="4518025" y="4313238"/>
          <p14:tracePt t="507721" x="4598988" y="4327525"/>
          <p14:tracePt t="507732" x="4673600" y="4327525"/>
          <p14:tracePt t="507744" x="4776788" y="4313238"/>
          <p14:tracePt t="507755" x="4857750" y="4313238"/>
          <p14:tracePt t="507766" x="4932363" y="4313238"/>
          <p14:tracePt t="507778" x="4986338" y="4313238"/>
          <p14:tracePt t="507789" x="5048250" y="4300538"/>
          <p14:tracePt t="507799" x="5102225" y="4300538"/>
          <p14:tracePt t="507812" x="5116513" y="4300538"/>
          <p14:tracePt t="507822" x="5149850" y="4300538"/>
          <p14:tracePt t="507833" x="5176838" y="4300538"/>
          <p14:tracePt t="507846" x="5191125" y="4300538"/>
          <p14:tracePt t="507857" x="5205413" y="4300538"/>
          <p14:tracePt t="507867" x="5218113" y="4286250"/>
          <p14:tracePt t="507889" x="5232400" y="4286250"/>
          <p14:tracePt t="507923" x="5259388" y="4286250"/>
          <p14:tracePt t="507926" x="5280025" y="4286250"/>
          <p14:tracePt t="507937" x="5292725" y="4271963"/>
          <p14:tracePt t="507938" x="5319713" y="4271963"/>
          <p14:tracePt t="507946" x="5348288" y="4271963"/>
          <p14:tracePt t="507957" x="5360988" y="4259263"/>
          <p14:tracePt t="507970" x="5387975" y="4259263"/>
          <p14:tracePt t="507981" x="5422900" y="4259263"/>
          <p14:tracePt t="507992" x="5435600" y="4238625"/>
          <p14:tracePt t="508004" x="5449888" y="4238625"/>
          <p14:tracePt t="508013" x="5462588" y="4238625"/>
          <p14:tracePt t="508035" x="5476875" y="4224338"/>
          <p14:tracePt t="508080" x="5476875" y="4211638"/>
          <p14:tracePt t="508092" x="5462588" y="4211638"/>
          <p14:tracePt t="508125" x="5462588" y="4197350"/>
          <p14:tracePt t="508137" x="5449888" y="4197350"/>
          <p14:tracePt t="508159" x="5435600" y="4197350"/>
          <p14:tracePt t="508171" x="5422900" y="4197350"/>
          <p14:tracePt t="508182" x="5408613" y="4197350"/>
          <p14:tracePt t="508204" x="5387975" y="4197350"/>
          <p14:tracePt t="508216" x="5375275" y="4211638"/>
          <p14:tracePt t="508227" x="5360988" y="4211638"/>
          <p14:tracePt t="508238" x="5334000" y="4224338"/>
          <p14:tracePt t="508252" x="5319713" y="4238625"/>
          <p14:tracePt t="508262" x="5292725" y="4259263"/>
          <p14:tracePt t="508273" x="5280025" y="4271963"/>
          <p14:tracePt t="508286" x="5259388" y="4286250"/>
          <p14:tracePt t="508296" x="5259388" y="4300538"/>
          <p14:tracePt t="508328" x="5259388" y="4313238"/>
          <p14:tracePt t="508340" x="5280025" y="4313238"/>
          <p14:tracePt t="508352" x="5292725" y="4313238"/>
          <p14:tracePt t="508363" x="5307013" y="4313238"/>
          <p14:tracePt t="508374" x="5334000" y="4313238"/>
          <p14:tracePt t="508386" x="5360988" y="4313238"/>
          <p14:tracePt t="508396" x="5408613" y="4313238"/>
          <p14:tracePt t="508408" x="5422900" y="4313238"/>
          <p14:tracePt t="508420" x="5449888" y="4300538"/>
          <p14:tracePt t="508441" x="5462588" y="4286250"/>
          <p14:tracePt t="508453" x="5462588" y="4271963"/>
          <p14:tracePt t="508463" x="5462588" y="4259263"/>
          <p14:tracePt t="508476" x="5449888" y="4238625"/>
          <p14:tracePt t="508487" x="5435600" y="4224338"/>
          <p14:tracePt t="508498" x="5422900" y="4211638"/>
          <p14:tracePt t="508509" x="5408613" y="4211638"/>
          <p14:tracePt t="508521" x="5387975" y="4211638"/>
          <p14:tracePt t="508531" x="5375275" y="4211638"/>
          <p14:tracePt t="508544" x="5360988" y="4211638"/>
          <p14:tracePt t="508555" x="5348288" y="4211638"/>
          <p14:tracePt t="508587" x="5334000" y="4224338"/>
          <p14:tracePt t="508590" x="5319713" y="4238625"/>
          <p14:tracePt t="508599" x="5319713" y="4259263"/>
          <p14:tracePt t="508610" x="5319713" y="4286250"/>
          <p14:tracePt t="508621" x="5319713" y="4300538"/>
          <p14:tracePt t="508632" x="5319713" y="4313238"/>
          <p14:tracePt t="508645" x="5334000" y="4327525"/>
          <p14:tracePt t="508655" x="5348288" y="4340225"/>
          <p14:tracePt t="508666" x="5375275" y="4340225"/>
          <p14:tracePt t="508678" x="5387975" y="4340225"/>
          <p14:tracePt t="508688" x="5422900" y="4340225"/>
          <p14:tracePt t="508700" x="5435600" y="4340225"/>
          <p14:tracePt t="508712" x="5462588" y="4327525"/>
          <p14:tracePt t="508723" x="5462588" y="4313238"/>
          <p14:tracePt t="508733" x="5476875" y="4300538"/>
          <p14:tracePt t="508746" x="5476875" y="4286250"/>
          <p14:tracePt t="508757" x="5476875" y="4271963"/>
          <p14:tracePt t="508767" x="5476875" y="4259263"/>
          <p14:tracePt t="508779" x="5462588" y="4259263"/>
          <p14:tracePt t="508801" x="5449888" y="4259263"/>
          <p14:tracePt t="508812" x="5435600" y="4259263"/>
          <p14:tracePt t="508823" x="5422900" y="4259263"/>
          <p14:tracePt t="508857" x="5408613" y="4259263"/>
          <p14:tracePt t="508924" x="5408613" y="4271963"/>
          <p14:tracePt t="508970" x="5375275" y="4271963"/>
          <p14:tracePt t="508981" x="5360988" y="4286250"/>
          <p14:tracePt t="509419" x="5375275" y="4286250"/>
          <p14:tracePt t="509476" x="5387975" y="4286250"/>
          <p14:tracePt t="509520" x="5408613" y="4286250"/>
          <p14:tracePt t="509870" x="5408613" y="4271963"/>
          <p14:tracePt t="509881" x="5387975" y="4271963"/>
          <p14:tracePt t="509894" x="5387975" y="4259263"/>
          <p14:tracePt t="509915" x="5387975" y="4238625"/>
          <p14:tracePt t="509927" x="5387975" y="4224338"/>
          <p14:tracePt t="509948" x="5375275" y="4211638"/>
          <p14:tracePt t="509982" x="5360988" y="4197350"/>
          <p14:tracePt t="510026" x="5348288" y="4197350"/>
          <p14:tracePt t="510038" x="5348288" y="4211638"/>
          <p14:tracePt t="510050" x="5334000" y="4211638"/>
          <p14:tracePt t="510061" x="5307013" y="4224338"/>
          <p14:tracePt t="510072" x="5292725" y="4238625"/>
          <p14:tracePt t="510084" x="5280025" y="4259263"/>
          <p14:tracePt t="510095" x="5280025" y="4271963"/>
          <p14:tracePt t="510106" x="5259388" y="4271963"/>
          <p14:tracePt t="510118" x="5259388" y="4286250"/>
          <p14:tracePt t="510129" x="5259388" y="4300538"/>
          <p14:tracePt t="510140" x="5280025" y="4300538"/>
          <p14:tracePt t="510151" x="5280025" y="4313238"/>
          <p14:tracePt t="510163" x="5292725" y="4313238"/>
          <p14:tracePt t="510184" x="5307013" y="4313238"/>
          <p14:tracePt t="510196" x="5319713" y="4313238"/>
          <p14:tracePt t="510207" x="5334000" y="4313238"/>
          <p14:tracePt t="510230" x="5348288" y="4300538"/>
          <p14:tracePt t="510241" x="5348288" y="4286250"/>
          <p14:tracePt t="510253" x="5348288" y="4271963"/>
          <p14:tracePt t="510264" x="5360988" y="4259263"/>
          <p14:tracePt t="510275" x="5348288" y="4224338"/>
          <p14:tracePt t="510287" x="5348288" y="4211638"/>
          <p14:tracePt t="510297" x="5334000" y="4197350"/>
          <p14:tracePt t="510310" x="5319713" y="4197350"/>
          <p14:tracePt t="510320" x="5307013" y="4197350"/>
          <p14:tracePt t="510332" x="5292725" y="4197350"/>
          <p14:tracePt t="510343" x="5280025" y="4211638"/>
          <p14:tracePt t="510355" x="5259388" y="4224338"/>
          <p14:tracePt t="510364" x="5245100" y="4238625"/>
          <p14:tracePt t="510379" x="5245100" y="4259263"/>
          <p14:tracePt t="510388" x="5245100" y="4286250"/>
          <p14:tracePt t="510400" x="5245100" y="4313238"/>
          <p14:tracePt t="510411" x="5259388" y="4327525"/>
          <p14:tracePt t="510432" x="5280025" y="4340225"/>
          <p14:tracePt t="510435" x="5292725" y="4354513"/>
          <p14:tracePt t="510446" x="5307013" y="4354513"/>
          <p14:tracePt t="510455" x="5334000" y="4354513"/>
          <p14:tracePt t="510468" x="5348288" y="4354513"/>
          <p14:tracePt t="510479" x="5375275" y="4354513"/>
          <p14:tracePt t="510488" x="5375275" y="4340225"/>
          <p14:tracePt t="510500" x="5375275" y="4327525"/>
          <p14:tracePt t="510511" x="5375275" y="4313238"/>
          <p14:tracePt t="510522" x="5375275" y="4286250"/>
          <p14:tracePt t="510534" x="5375275" y="4259263"/>
          <p14:tracePt t="510545" x="5360988" y="4224338"/>
          <p14:tracePt t="510556" x="5334000" y="4197350"/>
          <p14:tracePt t="510568" x="5319713" y="4184650"/>
          <p14:tracePt t="510579" x="5292725" y="4184650"/>
          <p14:tracePt t="510590" x="5259388" y="4184650"/>
          <p14:tracePt t="510601" x="5245100" y="4184650"/>
          <p14:tracePt t="510612" x="5232400" y="4197350"/>
          <p14:tracePt t="510623" x="5218113" y="4211638"/>
          <p14:tracePt t="510635" x="5218113" y="4224338"/>
          <p14:tracePt t="510646" x="5218113" y="4259263"/>
          <p14:tracePt t="510657" x="5218113" y="4271963"/>
          <p14:tracePt t="510669" x="5218113" y="4286250"/>
          <p14:tracePt t="510680" x="5245100" y="4313238"/>
          <p14:tracePt t="510691" x="5259388" y="4313238"/>
          <p14:tracePt t="510703" x="5292725" y="4313238"/>
          <p14:tracePt t="510714" x="5319713" y="4327525"/>
          <p14:tracePt t="510725" x="5334000" y="4313238"/>
          <p14:tracePt t="510737" x="5360988" y="4313238"/>
          <p14:tracePt t="510748" x="5375275" y="4300538"/>
          <p14:tracePt t="510758" x="5387975" y="4286250"/>
          <p14:tracePt t="510770" x="5408613" y="4259263"/>
          <p14:tracePt t="510782" x="5408613" y="4224338"/>
          <p14:tracePt t="510792" x="5387975" y="4211638"/>
          <p14:tracePt t="510804" x="5375275" y="4197350"/>
          <p14:tracePt t="510816" x="5360988" y="4184650"/>
          <p14:tracePt t="510827" x="5348288" y="4184650"/>
          <p14:tracePt t="510837" x="5334000" y="4184650"/>
          <p14:tracePt t="510848" x="5319713" y="4197350"/>
          <p14:tracePt t="510861" x="5307013" y="4197350"/>
          <p14:tracePt t="510871" x="5292725" y="4224338"/>
          <p14:tracePt t="510883" x="5280025" y="4238625"/>
          <p14:tracePt t="510895" x="5280025" y="4271963"/>
          <p14:tracePt t="510905" x="5280025" y="4286250"/>
          <p14:tracePt t="510917" x="5280025" y="4313238"/>
          <p14:tracePt t="510928" x="5292725" y="4327525"/>
          <p14:tracePt t="510939" x="5307013" y="4327525"/>
          <p14:tracePt t="510950" x="5319713" y="4340225"/>
          <p14:tracePt t="510961" x="5334000" y="4340225"/>
          <p14:tracePt t="510972" x="5348288" y="4340225"/>
          <p14:tracePt t="510983" x="5360988" y="4327525"/>
          <p14:tracePt t="510995" x="5375275" y="4327525"/>
          <p14:tracePt t="511006" x="5375275" y="4300538"/>
          <p14:tracePt t="511017" x="5375275" y="4286250"/>
          <p14:tracePt t="511029" x="5387975" y="4271963"/>
          <p14:tracePt t="511039" x="5387975" y="4238625"/>
          <p14:tracePt t="511062" x="5375275" y="4224338"/>
          <p14:tracePt t="511065" x="5360988" y="4211638"/>
          <p14:tracePt t="511074" x="5348288" y="4197350"/>
          <p14:tracePt t="511085" x="5334000" y="4197350"/>
          <p14:tracePt t="511097" x="5319713" y="4197350"/>
          <p14:tracePt t="511107" x="5292725" y="4197350"/>
          <p14:tracePt t="511119" x="5280025" y="4211638"/>
          <p14:tracePt t="511130" x="5259388" y="4224338"/>
          <p14:tracePt t="511141" x="5232400" y="4238625"/>
          <p14:tracePt t="511154" x="5232400" y="4271963"/>
          <p14:tracePt t="511164" x="5232400" y="4286250"/>
          <p14:tracePt t="511174" x="5232400" y="4300538"/>
          <p14:tracePt t="511186" x="5245100" y="4313238"/>
          <p14:tracePt t="511197" x="5280025" y="4327525"/>
          <p14:tracePt t="511208" x="5292725" y="4340225"/>
          <p14:tracePt t="511220" x="5319713" y="4340225"/>
          <p14:tracePt t="511231" x="5334000" y="4340225"/>
          <p14:tracePt t="511242" x="5360988" y="4340225"/>
          <p14:tracePt t="511253" x="5375275" y="4327525"/>
          <p14:tracePt t="511265" x="5387975" y="4313238"/>
          <p14:tracePt t="511277" x="5387975" y="4300538"/>
          <p14:tracePt t="511287" x="5387975" y="4286250"/>
          <p14:tracePt t="511298" x="5387975" y="4259263"/>
          <p14:tracePt t="511311" x="5375275" y="4238625"/>
          <p14:tracePt t="511321" x="5375275" y="4224338"/>
          <p14:tracePt t="511332" x="5360988" y="4224338"/>
          <p14:tracePt t="511345" x="5348288" y="4224338"/>
          <p14:tracePt t="511354" x="5334000" y="4224338"/>
          <p14:tracePt t="511366" x="5319713" y="4224338"/>
          <p14:tracePt t="511378" x="5307013" y="4224338"/>
          <p14:tracePt t="511388" x="5292725" y="4238625"/>
          <p14:tracePt t="511400" x="5280025" y="4259263"/>
          <p14:tracePt t="511412" x="5280025" y="4286250"/>
          <p14:tracePt t="511422" x="5280025" y="4313238"/>
          <p14:tracePt t="511434" x="5280025" y="4340225"/>
          <p14:tracePt t="511445" x="5292725" y="4354513"/>
          <p14:tracePt t="511456" x="5307013" y="4367213"/>
          <p14:tracePt t="511468" x="5307013" y="4387850"/>
          <p14:tracePt t="511479" x="5334000" y="4387850"/>
          <p14:tracePt t="511490" x="5348288" y="4387850"/>
          <p14:tracePt t="511501" x="5360988" y="4387850"/>
          <p14:tracePt t="511512" x="5360988" y="4367213"/>
          <p14:tracePt t="511523" x="5375275" y="4367213"/>
          <p14:tracePt t="511535" x="5387975" y="4354513"/>
          <p14:tracePt t="511546" x="5387975" y="4340225"/>
          <p14:tracePt t="511557" x="5387975" y="4313238"/>
          <p14:tracePt t="511569" x="5387975" y="4286250"/>
          <p14:tracePt t="511580" x="5387975" y="4271963"/>
          <p14:tracePt t="511591" x="5375275" y="4238625"/>
          <p14:tracePt t="511603" x="5360988" y="4224338"/>
          <p14:tracePt t="511614" x="5348288" y="4224338"/>
          <p14:tracePt t="511636" x="5334000" y="4224338"/>
          <p14:tracePt t="511647" x="5319713" y="4224338"/>
          <p14:tracePt t="511670" x="5292725" y="4238625"/>
          <p14:tracePt t="511681" x="5280025" y="4259263"/>
          <p14:tracePt t="511693" x="5259388" y="4286250"/>
          <p14:tracePt t="511704" x="5245100" y="4300538"/>
          <p14:tracePt t="511726" x="5245100" y="4313238"/>
          <p14:tracePt t="511737" x="5245100" y="4327525"/>
          <p14:tracePt t="511760" x="5259388" y="4327525"/>
          <p14:tracePt t="511770" x="5280025" y="4327525"/>
          <p14:tracePt t="511783" x="5307013" y="4340225"/>
          <p14:tracePt t="511795" x="5319713" y="4340225"/>
          <p14:tracePt t="511806" x="5348288" y="4327525"/>
          <p14:tracePt t="511817" x="5360988" y="4327525"/>
          <p14:tracePt t="511828" x="5375275" y="4327525"/>
          <p14:tracePt t="511838" x="5387975" y="4313238"/>
          <p14:tracePt t="511851" x="5387975" y="4300538"/>
          <p14:tracePt t="511862" x="5387975" y="4286250"/>
          <p14:tracePt t="511872" x="5387975" y="4271963"/>
          <p14:tracePt t="511894" x="5375275" y="4259263"/>
          <p14:tracePt t="511906" x="5360988" y="4238625"/>
          <p14:tracePt t="511918" x="5348288" y="4224338"/>
          <p14:tracePt t="511929" x="5334000" y="4224338"/>
          <p14:tracePt t="511940" x="5319713" y="4224338"/>
          <p14:tracePt t="511952" x="5307013" y="4224338"/>
          <p14:tracePt t="511962" x="5292725" y="4224338"/>
          <p14:tracePt t="511973" x="5259388" y="4238625"/>
          <p14:tracePt t="511987" x="5232400" y="4259263"/>
          <p14:tracePt t="511996" x="5218113" y="4271963"/>
          <p14:tracePt t="512008" x="5205413" y="4300538"/>
          <p14:tracePt t="512021" x="5191125" y="4313238"/>
          <p14:tracePt t="512030" x="5191125" y="4327525"/>
          <p14:tracePt t="512041" x="5191125" y="4340225"/>
          <p14:tracePt t="512063" x="5205413" y="4354513"/>
          <p14:tracePt t="512074" x="5218113" y="4354513"/>
          <p14:tracePt t="512086" x="5245100" y="4354513"/>
          <p14:tracePt t="512119" x="5280025" y="4354513"/>
          <p14:tracePt t="512122" x="5292725" y="4354513"/>
          <p14:tracePt t="512132" x="5319713" y="4354513"/>
          <p14:tracePt t="512133" x="5334000" y="4340225"/>
          <p14:tracePt t="512146" x="5348288" y="4327525"/>
          <p14:tracePt t="512156" x="5348288" y="4313238"/>
          <p14:tracePt t="512166" x="5348288" y="4300538"/>
          <p14:tracePt t="512177" x="5348288" y="4286250"/>
          <p14:tracePt t="512198" x="5334000" y="4271963"/>
          <p14:tracePt t="512220" x="5319713" y="4271963"/>
          <p14:tracePt t="512232" x="5307013" y="4271963"/>
          <p14:tracePt t="512244" x="5292725" y="4271963"/>
          <p14:tracePt t="512255" x="5280025" y="4271963"/>
          <p14:tracePt t="512267" x="5259388" y="4286250"/>
          <p14:tracePt t="512278" x="5245100" y="4313238"/>
          <p14:tracePt t="512288" x="5232400" y="4327525"/>
          <p14:tracePt t="512301" x="5232400" y="4340225"/>
          <p14:tracePt t="512312" x="5232400" y="4354513"/>
          <p14:tracePt t="512322" x="5232400" y="4367213"/>
          <p14:tracePt t="512334" x="5245100" y="4367213"/>
          <p14:tracePt t="512356" x="5259388" y="4367213"/>
          <p14:tracePt t="512378" x="5280025" y="4367213"/>
          <p14:tracePt t="512401" x="5292725" y="4367213"/>
          <p14:tracePt t="512434" x="5292725" y="4354513"/>
          <p14:tracePt t="512446" x="5307013" y="4354513"/>
          <p14:tracePt t="512795" x="5259388" y="4354513"/>
          <p14:tracePt t="512796" x="5205413" y="4340225"/>
          <p14:tracePt t="512807" x="5116513" y="4327525"/>
          <p14:tracePt t="512817" x="4959350" y="4313238"/>
          <p14:tracePt t="512829" x="4789488" y="4300538"/>
          <p14:tracePt t="512841" x="4483100" y="4271963"/>
          <p14:tracePt t="512851" x="4184650" y="4259263"/>
          <p14:tracePt t="512864" x="3898900" y="4259263"/>
          <p14:tracePt t="512875" x="3721100" y="4259263"/>
          <p14:tracePt t="512896" x="3551238" y="4259263"/>
          <p14:tracePt t="512897" x="3449638" y="4271963"/>
          <p14:tracePt t="512908" x="3408363" y="4271963"/>
          <p14:tracePt t="512919" x="3395663" y="4286250"/>
          <p14:tracePt t="512931" x="3381375" y="4286250"/>
          <p14:tracePt t="512986" x="3360738" y="4286250"/>
          <p14:tracePt t="513244" x="3348038" y="4286250"/>
          <p14:tracePt t="513267" x="3333750" y="4286250"/>
          <p14:tracePt t="513278" x="3319463" y="4286250"/>
          <p14:tracePt t="513290" x="3292475" y="4286250"/>
          <p14:tracePt t="513302" x="3265488" y="4286250"/>
          <p14:tracePt t="513313" x="3232150" y="4286250"/>
          <p14:tracePt t="513323" x="3217863" y="4286250"/>
          <p14:tracePt t="513336" x="3205163" y="4286250"/>
          <p14:tracePt t="513347" x="3190875" y="4286250"/>
          <p14:tracePt t="513358" x="3176588" y="4286250"/>
          <p14:tracePt t="513379" x="3163888" y="4286250"/>
          <p14:tracePt t="513392" x="3163888" y="4300538"/>
          <p14:tracePt t="513413" x="3163888" y="4313238"/>
          <p14:tracePt t="513436" x="3176588" y="4313238"/>
          <p14:tracePt t="513447" x="3190875" y="4327525"/>
          <p14:tracePt t="513459" x="3205163" y="4327525"/>
          <p14:tracePt t="513481" x="3217863" y="4327525"/>
          <p14:tracePt t="513494" x="3232150" y="4327525"/>
          <p14:tracePt t="513505" x="3252788" y="4327525"/>
          <p14:tracePt t="513515" x="3252788" y="4313238"/>
          <p14:tracePt t="513537" x="3232150" y="4300538"/>
          <p14:tracePt t="513548" x="3232150" y="4286250"/>
          <p14:tracePt t="513561" x="3217863" y="4286250"/>
          <p14:tracePt t="513571" x="3205163" y="4271963"/>
          <p14:tracePt t="513593" x="3190875" y="4271963"/>
          <p14:tracePt t="513672" x="3205163" y="4286250"/>
          <p14:tracePt t="513694" x="3217863" y="4286250"/>
          <p14:tracePt t="513728" x="3232150" y="4286250"/>
          <p14:tracePt t="513773" x="3252788" y="4286250"/>
          <p14:tracePt t="513796" x="3265488" y="4286250"/>
          <p14:tracePt t="513807" x="3279775" y="4286250"/>
          <p14:tracePt t="513820" x="3306763" y="4286250"/>
          <p14:tracePt t="513831" x="3333750" y="4271963"/>
          <p14:tracePt t="513841" x="3360738" y="4271963"/>
          <p14:tracePt t="513853" x="3395663" y="4271963"/>
          <p14:tracePt t="513864" x="3435350" y="4271963"/>
          <p14:tracePt t="513875" x="3462338" y="4271963"/>
          <p14:tracePt t="513888" x="3509963" y="4271963"/>
          <p14:tracePt t="513899" x="3551238" y="4271963"/>
          <p14:tracePt t="513908" x="3592513" y="4271963"/>
          <p14:tracePt t="513921" x="3640138" y="4271963"/>
          <p14:tracePt t="513931" x="3681413" y="4259263"/>
          <p14:tracePt t="513943" x="3708400" y="4259263"/>
          <p14:tracePt t="513955" x="3735388" y="4238625"/>
          <p14:tracePt t="513965" x="3756025" y="4238625"/>
          <p14:tracePt t="513977" x="3768725" y="4238625"/>
          <p14:tracePt t="513998" x="3768725" y="4224338"/>
          <p14:tracePt t="514032" x="3756025" y="4224338"/>
          <p14:tracePt t="514044" x="3735388" y="4224338"/>
          <p14:tracePt t="514055" x="3721100" y="4224338"/>
          <p14:tracePt t="514066" x="3694113" y="4211638"/>
          <p14:tracePt t="514079" x="3681413" y="4211638"/>
          <p14:tracePt t="514089" x="3667125" y="4211638"/>
          <p14:tracePt t="514099" x="3640138" y="4224338"/>
          <p14:tracePt t="514113" x="3625850" y="4224338"/>
          <p14:tracePt t="514124" x="3605213" y="4238625"/>
          <p14:tracePt t="514145" x="3592513" y="4259263"/>
          <p14:tracePt t="514156" x="3592513" y="4271963"/>
          <p14:tracePt t="514167" x="3592513" y="4286250"/>
          <p14:tracePt t="514179" x="3605213" y="4300538"/>
          <p14:tracePt t="514190" x="3625850" y="4300538"/>
          <p14:tracePt t="514212" x="3652838" y="4300538"/>
          <p14:tracePt t="514215" x="3694113" y="4313238"/>
          <p14:tracePt t="514223" x="3721100" y="4313238"/>
          <p14:tracePt t="514238" x="3768725" y="4313238"/>
          <p14:tracePt t="514248" x="3795713" y="4313238"/>
          <p14:tracePt t="514257" x="3836988" y="4313238"/>
          <p14:tracePt t="514270" x="3851275" y="4300538"/>
          <p14:tracePt t="514280" x="3863975" y="4300538"/>
          <p14:tracePt t="514291" x="3884613" y="4286250"/>
          <p14:tracePt t="514303" x="3884613" y="4271963"/>
          <p14:tracePt t="514313" x="3884613" y="4259263"/>
          <p14:tracePt t="514325" x="3863975" y="4238625"/>
          <p14:tracePt t="514337" x="3851275" y="4224338"/>
          <p14:tracePt t="514347" x="3810000" y="4211638"/>
          <p14:tracePt t="514359" x="3783013" y="4211638"/>
          <p14:tracePt t="514371" x="3735388" y="4211638"/>
          <p14:tracePt t="514381" x="3708400" y="4211638"/>
          <p14:tracePt t="514392" x="3667125" y="4211638"/>
          <p14:tracePt t="514404" x="3605213" y="4211638"/>
          <p14:tracePt t="514415" x="3578225" y="4224338"/>
          <p14:tracePt t="514427" x="3551238" y="4238625"/>
          <p14:tracePt t="514438" x="3538538" y="4259263"/>
          <p14:tracePt t="514448" x="3538538" y="4271963"/>
          <p14:tracePt t="514460" x="3538538" y="4286250"/>
          <p14:tracePt t="514482" x="3551238" y="4300538"/>
          <p14:tracePt t="514486" x="3565525" y="4313238"/>
          <p14:tracePt t="514494" x="3592513" y="4313238"/>
          <p14:tracePt t="514506" x="3625850" y="4327525"/>
          <p14:tracePt t="514517" x="3667125" y="4327525"/>
          <p14:tracePt t="514528" x="3694113" y="4327525"/>
          <p14:tracePt t="514539" x="3721100" y="4327525"/>
          <p14:tracePt t="514550" x="3768725" y="4327525"/>
          <p14:tracePt t="514561" x="3795713" y="4313238"/>
          <p14:tracePt t="514573" x="3810000" y="4300538"/>
          <p14:tracePt t="514583" x="3810000" y="4286250"/>
          <p14:tracePt t="514606" x="3810000" y="4271963"/>
          <p14:tracePt t="514617" x="3795713" y="4259263"/>
          <p14:tracePt t="514628" x="3768725" y="4224338"/>
          <p14:tracePt t="514640" x="3721100" y="4211638"/>
          <p14:tracePt t="514652" x="3681413" y="4197350"/>
          <p14:tracePt t="514662" x="3640138" y="4197350"/>
          <p14:tracePt t="514674" x="3578225" y="4197350"/>
          <p14:tracePt t="514686" x="3538538" y="4197350"/>
          <p14:tracePt t="514696" x="3509963" y="4211638"/>
          <p14:tracePt t="514709" x="3476625" y="4211638"/>
          <p14:tracePt t="514720" x="3476625" y="4224338"/>
          <p14:tracePt t="514730" x="3462338" y="4238625"/>
          <p14:tracePt t="514742" x="3476625" y="4259263"/>
          <p14:tracePt t="514763" x="3497263" y="4271963"/>
          <p14:tracePt t="514776" x="3509963" y="4271963"/>
          <p14:tracePt t="514787" x="3524250" y="4271963"/>
          <p14:tracePt t="514797" x="3538538" y="4271963"/>
          <p14:tracePt t="514809" x="3551238" y="4271963"/>
          <p14:tracePt t="514820" x="3565525" y="4271963"/>
          <p14:tracePt t="514831" x="3578225" y="4271963"/>
          <p14:tracePt t="514842" x="3578225" y="4259263"/>
          <p14:tracePt t="514864" x="3592513" y="4238625"/>
          <p14:tracePt t="514877" x="3592513" y="4224338"/>
          <p14:tracePt t="514888" x="3578225" y="4224338"/>
          <p14:tracePt t="514898" x="3565525" y="4211638"/>
          <p14:tracePt t="514921" x="3551238" y="4197350"/>
          <p14:tracePt t="514932" x="3538538" y="4197350"/>
          <p14:tracePt t="514944" x="3524250" y="4197350"/>
          <p14:tracePt t="514955" x="3509963" y="4211638"/>
          <p14:tracePt t="514966" x="3497263" y="4211638"/>
          <p14:tracePt t="514978" x="3476625" y="4238625"/>
          <p14:tracePt t="514999" x="3476625" y="4271963"/>
          <p14:tracePt t="515011" x="3476625" y="4286250"/>
          <p14:tracePt t="515033" x="3497263" y="4300538"/>
          <p14:tracePt t="515045" x="3509963" y="4300538"/>
          <p14:tracePt t="515056" x="3524250" y="4300538"/>
          <p14:tracePt t="515067" x="3538538" y="4300538"/>
          <p14:tracePt t="515079" x="3551238" y="4300538"/>
          <p14:tracePt t="515090" x="3565525" y="4286250"/>
          <p14:tracePt t="515112" x="3565525" y="4271963"/>
          <p14:tracePt t="515124" x="3565525" y="4259263"/>
          <p14:tracePt t="515135" x="3565525" y="4238625"/>
          <p14:tracePt t="515146" x="3551238" y="4224338"/>
          <p14:tracePt t="515159" x="3524250" y="4211638"/>
          <p14:tracePt t="515171" x="3509963" y="4211638"/>
          <p14:tracePt t="515181" x="3476625" y="4211638"/>
          <p14:tracePt t="515192" x="3449638" y="4224338"/>
          <p14:tracePt t="515204" x="3422650" y="4238625"/>
          <p14:tracePt t="515214" x="3408363" y="4259263"/>
          <p14:tracePt t="515226" x="3395663" y="4271963"/>
          <p14:tracePt t="515237" x="3395663" y="4286250"/>
          <p14:tracePt t="515259" x="3408363" y="4300538"/>
          <p14:tracePt t="515259" x="3422650" y="4313238"/>
          <p14:tracePt t="515271" x="3435350" y="4327525"/>
          <p14:tracePt t="515281" x="3462338" y="4327525"/>
          <p14:tracePt t="515293" x="3509963" y="4327525"/>
          <p14:tracePt t="515304" x="3538538" y="4327525"/>
          <p14:tracePt t="515315" x="3565525" y="4327525"/>
          <p14:tracePt t="515327" x="3592513" y="4313238"/>
          <p14:tracePt t="515338" x="3605213" y="4300538"/>
          <p14:tracePt t="515348" x="3605213" y="4286250"/>
          <p14:tracePt t="515360" x="3605213" y="4271963"/>
          <p14:tracePt t="515371" x="3605213" y="4238625"/>
          <p14:tracePt t="515382" x="3592513" y="4224338"/>
          <p14:tracePt t="515394" x="3565525" y="4211638"/>
          <p14:tracePt t="515405" x="3538538" y="4197350"/>
          <p14:tracePt t="515416" x="3509963" y="4197350"/>
          <p14:tracePt t="515428" x="3476625" y="4197350"/>
          <p14:tracePt t="515439" x="3449638" y="4197350"/>
          <p14:tracePt t="515449" x="3435350" y="4211638"/>
          <p14:tracePt t="515461" x="3422650" y="4224338"/>
          <p14:tracePt t="515473" x="3408363" y="4259263"/>
          <p14:tracePt t="515483" x="3408363" y="4271963"/>
          <p14:tracePt t="515495" x="3422650" y="4300538"/>
          <p14:tracePt t="515506" x="3449638" y="4313238"/>
          <p14:tracePt t="515528" x="3462338" y="4327525"/>
          <p14:tracePt t="515532" x="3497263" y="4327525"/>
          <p14:tracePt t="515541" x="3524250" y="4340225"/>
          <p14:tracePt t="515555" x="3551238" y="4340225"/>
          <p14:tracePt t="515564" x="3578225" y="4327525"/>
          <p14:tracePt t="515575" x="3592513" y="4327525"/>
          <p14:tracePt t="515587" x="3605213" y="4313238"/>
          <p14:tracePt t="515607" x="3605213" y="4286250"/>
          <p14:tracePt t="515629" x="3592513" y="4271963"/>
          <p14:tracePt t="515652" x="3578225" y="4271963"/>
          <p14:tracePt t="515685" x="3578225" y="4286250"/>
          <p14:tracePt t="515708" x="3592513" y="4286250"/>
          <p14:tracePt t="515719" x="3592513" y="4300538"/>
          <p14:tracePt t="515731" x="3605213" y="4300538"/>
          <p14:tracePt t="515753" x="3625850" y="4300538"/>
          <p14:tracePt t="515764" x="3640138" y="4300538"/>
          <p14:tracePt t="515777" x="3652838" y="4300538"/>
          <p14:tracePt t="515798" x="3667125" y="4300538"/>
          <p14:tracePt t="515821" x="3681413" y="4300538"/>
          <p14:tracePt t="515844" x="3694113" y="4300538"/>
          <p14:tracePt t="515888" x="3708400" y="4286250"/>
          <p14:tracePt t="515900" x="3721100" y="4286250"/>
          <p14:tracePt t="515911" x="3735388" y="4286250"/>
          <p14:tracePt t="515922" x="3756025" y="4286250"/>
          <p14:tracePt t="515944" x="3768725" y="4286250"/>
          <p14:tracePt t="515956" x="3783013" y="4286250"/>
          <p14:tracePt t="515967" x="3783013" y="4271963"/>
          <p14:tracePt t="515980" x="3795713" y="4271963"/>
          <p14:tracePt t="515990" x="3810000" y="4271963"/>
          <p14:tracePt t="516012" x="3810000" y="4259263"/>
          <p14:tracePt t="516192" x="3810000" y="4238625"/>
          <p14:tracePt t="516214" x="3810000" y="4224338"/>
          <p14:tracePt t="516237" x="3810000" y="4211638"/>
          <p14:tracePt t="516282" x="3795713" y="4211638"/>
          <p14:tracePt t="516316" x="3783013" y="4211638"/>
          <p14:tracePt t="516328" x="3756025" y="4238625"/>
          <p14:tracePt t="516338" x="3735388" y="4259263"/>
          <p14:tracePt t="516351" x="3708400" y="4286250"/>
          <p14:tracePt t="516361" x="3708400" y="4313238"/>
          <p14:tracePt t="516373" x="3708400" y="4340225"/>
          <p14:tracePt t="516385" x="3708400" y="4354513"/>
          <p14:tracePt t="516396" x="3721100" y="4367213"/>
          <p14:tracePt t="516406" x="3756025" y="4387850"/>
          <p14:tracePt t="516419" x="3783013" y="4402138"/>
          <p14:tracePt t="516429" x="3824288" y="4402138"/>
          <p14:tracePt t="516440" x="3851275" y="4402138"/>
          <p14:tracePt t="516453" x="3863975" y="4402138"/>
          <p14:tracePt t="516463" x="3884613" y="4387850"/>
          <p14:tracePt t="516475" x="3898900" y="4367213"/>
          <p14:tracePt t="516486" x="3898900" y="4340225"/>
          <p14:tracePt t="516497" x="3898900" y="4327525"/>
          <p14:tracePt t="516508" x="3898900" y="4300538"/>
          <p14:tracePt t="516521" x="3898900" y="4271963"/>
          <p14:tracePt t="516531" x="3898900" y="4238625"/>
          <p14:tracePt t="516543" x="3884613" y="4211638"/>
          <p14:tracePt t="516554" x="3863975" y="4197350"/>
          <p14:tracePt t="516565" x="3851275" y="4184650"/>
          <p14:tracePt t="516577" x="3836988" y="4184650"/>
          <p14:tracePt t="516587" x="3824288" y="4184650"/>
          <p14:tracePt t="516597" x="3810000" y="4184650"/>
          <p14:tracePt t="516610" x="3795713" y="4184650"/>
          <p14:tracePt t="516620" x="3783013" y="4197350"/>
          <p14:tracePt t="516631" x="3768725" y="4211638"/>
          <p14:tracePt t="516643" x="3735388" y="4238625"/>
          <p14:tracePt t="516654" x="3721100" y="4259263"/>
          <p14:tracePt t="516665" x="3708400" y="4286250"/>
          <p14:tracePt t="516677" x="3708400" y="4300538"/>
          <p14:tracePt t="516688" x="3708400" y="4313238"/>
          <p14:tracePt t="516698" x="3708400" y="4327525"/>
          <p14:tracePt t="516709" x="3721100" y="4327525"/>
          <p14:tracePt t="516721" x="3735388" y="4340225"/>
          <p14:tracePt t="516732" x="3756025" y="4340225"/>
          <p14:tracePt t="516744" x="3768725" y="4340225"/>
          <p14:tracePt t="516755" x="3783013" y="4340225"/>
          <p14:tracePt t="516766" x="3810000" y="4327525"/>
          <p14:tracePt t="516777" x="3824288" y="4327525"/>
          <p14:tracePt t="516789" x="3836988" y="4313238"/>
          <p14:tracePt t="516800" x="3851275" y="4313238"/>
          <p14:tracePt t="516811" x="3863975" y="4300538"/>
          <p14:tracePt t="516822" x="3863975" y="4271963"/>
          <p14:tracePt t="516836" x="3884613" y="4259263"/>
          <p14:tracePt t="516846" x="3884613" y="4238625"/>
          <p14:tracePt t="516857" x="3863975" y="4224338"/>
          <p14:tracePt t="516870" x="3851275" y="4224338"/>
          <p14:tracePt t="516879" x="3836988" y="4197350"/>
          <p14:tracePt t="516891" x="3810000" y="4197350"/>
          <p14:tracePt t="516902" x="3783013" y="4197350"/>
          <p14:tracePt t="516912" x="3768725" y="4197350"/>
          <p14:tracePt t="516924" x="3735388" y="4211638"/>
          <p14:tracePt t="516935" x="3721100" y="4211638"/>
          <p14:tracePt t="516946" x="3708400" y="4224338"/>
          <p14:tracePt t="516958" x="3694113" y="4238625"/>
          <p14:tracePt t="516969" x="3681413" y="4259263"/>
          <p14:tracePt t="516980" x="3681413" y="4271963"/>
          <p14:tracePt t="516991" x="3681413" y="4286250"/>
          <p14:tracePt t="517003" x="3694113" y="4286250"/>
          <p14:tracePt t="517013" x="3694113" y="4300538"/>
          <p14:tracePt t="517025" x="3708400" y="4300538"/>
          <p14:tracePt t="517036" x="3721100" y="4300538"/>
          <p14:tracePt t="517048" x="3735388" y="4300538"/>
          <p14:tracePt t="517059" x="3756025" y="4300538"/>
          <p14:tracePt t="517070" x="3768725" y="4300538"/>
          <p14:tracePt t="517081" x="3783013" y="4300538"/>
          <p14:tracePt t="517093" x="3795713" y="4300538"/>
          <p14:tracePt t="517104" x="3810000" y="4300538"/>
          <p14:tracePt t="517114" x="3810000" y="4286250"/>
          <p14:tracePt t="517306" x="3810000" y="4300538"/>
          <p14:tracePt t="517307" x="3824288" y="4300538"/>
          <p14:tracePt t="517319" x="3810000" y="4300538"/>
          <p14:tracePt t="517632" x="3824288" y="4313238"/>
          <p14:tracePt t="517644" x="3836988" y="4313238"/>
          <p14:tracePt t="517655" x="3863975" y="4313238"/>
          <p14:tracePt t="517667" x="3898900" y="4313238"/>
          <p14:tracePt t="517677" x="3938588" y="4313238"/>
          <p14:tracePt t="517689" x="3967163" y="4313238"/>
          <p14:tracePt t="517700" x="4014788" y="4313238"/>
          <p14:tracePt t="517712" x="4054475" y="4313238"/>
          <p14:tracePt t="517722" x="4110038" y="4313238"/>
          <p14:tracePt t="517734" x="4170363" y="4313238"/>
          <p14:tracePt t="517746" x="4211638" y="4313238"/>
          <p14:tracePt t="517756" x="4271963" y="4313238"/>
          <p14:tracePt t="517768" x="4313238" y="4327525"/>
          <p14:tracePt t="517780" x="4354513" y="4327525"/>
          <p14:tracePt t="517790" x="4414838" y="4327525"/>
          <p14:tracePt t="517802" x="4470400" y="4327525"/>
          <p14:tracePt t="517813" x="4545013" y="4327525"/>
          <p14:tracePt t="517824" x="4613275" y="4327525"/>
          <p14:tracePt t="517836" x="4729163" y="4327525"/>
          <p14:tracePt t="517847" x="4843463" y="4327525"/>
          <p14:tracePt t="517857" x="4932363" y="4327525"/>
          <p14:tracePt t="517870" x="5048250" y="4327525"/>
          <p14:tracePt t="517881" x="5129213" y="4327525"/>
          <p14:tracePt t="517891" x="5191125" y="4327525"/>
          <p14:tracePt t="517903" x="5232400" y="4327525"/>
          <p14:tracePt t="517914" x="5259388" y="4327525"/>
          <p14:tracePt t="517925" x="5280025" y="4327525"/>
          <p14:tracePt t="517936" x="5280025" y="4313238"/>
          <p14:tracePt t="518026" x="5259388" y="4313238"/>
          <p14:tracePt t="518037" x="5245100" y="4313238"/>
          <p14:tracePt t="518048" x="5232400" y="4313238"/>
          <p14:tracePt t="518059" x="5191125" y="4313238"/>
          <p14:tracePt t="518071" x="5149850" y="4313238"/>
          <p14:tracePt t="518083" x="5102225" y="4313238"/>
          <p14:tracePt t="518093" x="5062538" y="4313238"/>
          <p14:tracePt t="518105" x="5021263" y="4313238"/>
          <p14:tracePt t="518116" x="5000625" y="4313238"/>
          <p14:tracePt t="518138" x="4986338" y="4313238"/>
          <p14:tracePt t="518172" x="5000625" y="4313238"/>
          <p14:tracePt t="518194" x="5021263" y="4313238"/>
          <p14:tracePt t="518217" x="5033963" y="4313238"/>
          <p14:tracePt t="518229" x="5062538" y="4313238"/>
          <p14:tracePt t="518241" x="5075238" y="4313238"/>
          <p14:tracePt t="518252" x="5102225" y="4313238"/>
          <p14:tracePt t="518264" x="5129213" y="4313238"/>
          <p14:tracePt t="518274" x="5149850" y="4313238"/>
          <p14:tracePt t="518330" x="5129213" y="4313238"/>
          <p14:tracePt t="518341" x="5116513" y="4313238"/>
          <p14:tracePt t="518353" x="5102225" y="4313238"/>
          <p14:tracePt t="518374" x="5089525" y="4313238"/>
          <p14:tracePt t="518419" x="5102225" y="4327525"/>
          <p14:tracePt t="518431" x="5116513" y="4327525"/>
          <p14:tracePt t="518442" x="5164138" y="4327525"/>
          <p14:tracePt t="518454" x="5205413" y="4327525"/>
          <p14:tracePt t="518466" x="5232400" y="4327525"/>
          <p14:tracePt t="518476" x="5292725" y="4327525"/>
          <p14:tracePt t="518489" x="5334000" y="4327525"/>
          <p14:tracePt t="518499" x="5360988" y="4327525"/>
          <p14:tracePt t="518509" x="5375275" y="4327525"/>
          <p14:tracePt t="518565" x="5360988" y="4327525"/>
          <p14:tracePt t="518577" x="5348288" y="4327525"/>
          <p14:tracePt t="518590" x="5334000" y="4327525"/>
          <p14:tracePt t="518599" x="5292725" y="4327525"/>
          <p14:tracePt t="518611" x="5259388" y="4327525"/>
          <p14:tracePt t="518623" x="5218113" y="4327525"/>
          <p14:tracePt t="518634" x="5191125" y="4327525"/>
          <p14:tracePt t="518645" x="5164138" y="4327525"/>
          <p14:tracePt t="518657" x="5149850" y="4327525"/>
          <p14:tracePt t="518669" x="5129213" y="4327525"/>
          <p14:tracePt t="518768" x="5149850" y="4327525"/>
          <p14:tracePt t="519028" x="5129213" y="4327525"/>
          <p14:tracePt t="519049" x="5116513" y="4327525"/>
          <p14:tracePt t="519061" x="5102225" y="4327525"/>
          <p14:tracePt t="519083" x="5089525" y="4327525"/>
          <p14:tracePt t="519105" x="5075238" y="4327525"/>
          <p14:tracePt t="519308" x="5062538" y="4327525"/>
          <p14:tracePt t="520625" x="5075238" y="4327525"/>
          <p14:tracePt t="520635" x="5089525" y="4327525"/>
          <p14:tracePt t="520648" x="5102225" y="4327525"/>
          <p14:tracePt t="520703" x="5116513" y="4327525"/>
          <p14:tracePt t="520748" x="5129213" y="4327525"/>
          <p14:tracePt t="520849" x="5149850" y="4327525"/>
          <p14:tracePt t="520862" x="5164138" y="4327525"/>
          <p14:tracePt t="520872" x="5176838" y="4327525"/>
          <p14:tracePt t="520883" x="5205413" y="4327525"/>
          <p14:tracePt t="520895" x="5232400" y="4327525"/>
          <p14:tracePt t="520906" x="5259388" y="4327525"/>
          <p14:tracePt t="520917" x="5292725" y="4327525"/>
          <p14:tracePt t="520931" x="5334000" y="4313238"/>
          <p14:tracePt t="520940" x="5360988" y="4313238"/>
          <p14:tracePt t="520951" x="5408613" y="4313238"/>
          <p14:tracePt t="520964" x="5435600" y="4313238"/>
          <p14:tracePt t="520975" x="5462588" y="4313238"/>
          <p14:tracePt t="520985" x="5476875" y="4313238"/>
          <p14:tracePt t="520997" x="5491163" y="4313238"/>
          <p14:tracePt t="521007" x="5503863" y="4313238"/>
          <p14:tracePt t="521029" x="5518150" y="4313238"/>
          <p14:tracePt t="521052" x="5538788" y="4313238"/>
          <p14:tracePt t="521074" x="5551488" y="4313238"/>
          <p14:tracePt t="521087" x="5565775" y="4313238"/>
          <p14:tracePt t="521098" x="5578475" y="4300538"/>
          <p14:tracePt t="521120" x="5592763" y="4286250"/>
          <p14:tracePt t="521131" x="5605463" y="4286250"/>
          <p14:tracePt t="521142" x="5605463" y="4271963"/>
          <p14:tracePt t="521165" x="5605463" y="4259263"/>
          <p14:tracePt t="521176" x="5605463" y="4238625"/>
          <p14:tracePt t="521198" x="5605463" y="4224338"/>
          <p14:tracePt t="521209" x="5592763" y="4211638"/>
          <p14:tracePt t="521232" x="5578475" y="4197350"/>
          <p14:tracePt t="521243" x="5565775" y="4197350"/>
          <p14:tracePt t="521255" x="5551488" y="4197350"/>
          <p14:tracePt t="521277" x="5538788" y="4197350"/>
          <p14:tracePt t="521288" x="5518150" y="4211638"/>
          <p14:tracePt t="521300" x="5503863" y="4211638"/>
          <p14:tracePt t="521312" x="5491163" y="4224338"/>
          <p14:tracePt t="521323" x="5476875" y="4238625"/>
          <p14:tracePt t="521334" x="5462588" y="4259263"/>
          <p14:tracePt t="521348" x="5462588" y="4271963"/>
          <p14:tracePt t="521367" x="5462588" y="4286250"/>
          <p14:tracePt t="521390" x="5476875" y="4300538"/>
          <p14:tracePt t="521402" x="5503863" y="4300538"/>
          <p14:tracePt t="521414" x="5518150" y="4300538"/>
          <p14:tracePt t="521424" x="5551488" y="4300538"/>
          <p14:tracePt t="521436" x="5578475" y="4300538"/>
          <p14:tracePt t="521447" x="5592763" y="4300538"/>
          <p14:tracePt t="521468" x="5605463" y="4300538"/>
          <p14:tracePt t="521659" x="5605463" y="4313238"/>
          <p14:tracePt t="521682" x="5592763" y="4313238"/>
          <p14:tracePt t="521694" x="5578475" y="4313238"/>
          <p14:tracePt t="521705" x="5551488" y="4313238"/>
          <p14:tracePt t="522369" x="5565775" y="4313238"/>
          <p14:tracePt t="522390" x="5578475" y="4313238"/>
          <p14:tracePt t="522469" x="5592763" y="4313238"/>
          <p14:tracePt t="522526" x="5605463" y="4313238"/>
          <p14:tracePt t="522548" x="5619750" y="4327525"/>
          <p14:tracePt t="522615" x="5605463" y="4327525"/>
          <p14:tracePt t="522618" x="5592763" y="4313238"/>
          <p14:tracePt t="522908" x="5605463" y="4313238"/>
          <p14:tracePt t="523020" x="5605463" y="4300538"/>
          <p14:tracePt t="523033" x="5592763" y="4300538"/>
          <p14:tracePt t="523054" x="5578475" y="4300538"/>
          <p14:tracePt t="523067" x="5565775" y="4300538"/>
          <p14:tracePt t="523077" x="5538788" y="4286250"/>
          <p14:tracePt t="523089" x="5491163" y="4271963"/>
          <p14:tracePt t="523102" x="5462588" y="4271963"/>
          <p14:tracePt t="523111" x="5422900" y="4271963"/>
          <p14:tracePt t="523122" x="5387975" y="4259263"/>
          <p14:tracePt t="523136" x="5360988" y="4259263"/>
          <p14:tracePt t="523146" x="5348288" y="4259263"/>
          <p14:tracePt t="523156" x="5319713" y="4259263"/>
          <p14:tracePt t="523169" x="5292725" y="4259263"/>
          <p14:tracePt t="523179" x="5259388" y="4238625"/>
          <p14:tracePt t="523190" x="5232400" y="4238625"/>
          <p14:tracePt t="523202" x="5191125" y="4238625"/>
          <p14:tracePt t="523212" x="5149850" y="4238625"/>
          <p14:tracePt t="523225" x="5116513" y="4224338"/>
          <p14:tracePt t="523236" x="5075238" y="4224338"/>
          <p14:tracePt t="523247" x="5048250" y="4224338"/>
          <p14:tracePt t="523259" x="5021263" y="4224338"/>
          <p14:tracePt t="523270" x="4986338" y="4211638"/>
          <p14:tracePt t="523280" x="4973638" y="4211638"/>
          <p14:tracePt t="523403" x="4959350" y="4211638"/>
          <p14:tracePt t="523448" x="4946650" y="4211638"/>
          <p14:tracePt t="523460" x="4919663" y="4211638"/>
          <p14:tracePt t="523696" x="4932363" y="4211638"/>
          <p14:tracePt t="523763" x="4932363" y="4224338"/>
          <p14:tracePt t="523785" x="4919663" y="4224338"/>
          <p14:tracePt t="523819" x="4905375" y="4224338"/>
          <p14:tracePt t="523832" x="4884738" y="4224338"/>
          <p14:tracePt t="523843" x="4884738" y="4238625"/>
          <p14:tracePt t="523864" x="4872038" y="4259263"/>
          <p14:tracePt t="523877" x="4857750" y="4259263"/>
          <p14:tracePt t="523888" x="4857750" y="4271963"/>
          <p14:tracePt t="523900" x="4843463" y="4271963"/>
          <p14:tracePt t="523910" x="4843463" y="4286250"/>
          <p14:tracePt t="523943" x="4843463" y="4300538"/>
          <p14:tracePt t="524044" x="4843463" y="4286250"/>
          <p14:tracePt t="524112" x="4857750" y="4300538"/>
          <p14:tracePt t="524124" x="4872038" y="4300538"/>
          <p14:tracePt t="524134" x="4884738" y="4300538"/>
          <p14:tracePt t="524146" x="4919663" y="4300538"/>
          <p14:tracePt t="524158" x="4959350" y="4313238"/>
          <p14:tracePt t="524168" x="4986338" y="4313238"/>
          <p14:tracePt t="524180" x="5033963" y="4313238"/>
          <p14:tracePt t="524192" x="5048250" y="4327525"/>
          <p14:tracePt t="524202" x="5075238" y="4327525"/>
          <p14:tracePt t="524216" x="5089525" y="4327525"/>
          <p14:tracePt t="524258" x="5102225" y="4327525"/>
          <p14:tracePt t="524360" x="5075238" y="4327525"/>
          <p14:tracePt t="524371" x="5062538" y="4327525"/>
          <p14:tracePt t="524385" x="5033963" y="4327525"/>
          <p14:tracePt t="524396" x="5021263" y="4327525"/>
          <p14:tracePt t="524406" x="4986338" y="4327525"/>
          <p14:tracePt t="524416" x="4973638" y="4327525"/>
          <p14:tracePt t="524429" x="4959350" y="4327525"/>
          <p14:tracePt t="524439" x="4946650" y="4327525"/>
          <p14:tracePt t="524516" x="4959350" y="4327525"/>
          <p14:tracePt t="524539" x="4973638" y="4327525"/>
          <p14:tracePt t="524552" x="4986338" y="4327525"/>
          <p14:tracePt t="524563" x="5000625" y="4327525"/>
          <p14:tracePt t="524574" x="5021263" y="4327525"/>
          <p14:tracePt t="524586" x="5033963" y="4327525"/>
          <p14:tracePt t="524598" x="5048250" y="4327525"/>
          <p14:tracePt t="524607" x="5062538" y="4327525"/>
          <p14:tracePt t="524696" x="5048250" y="4327525"/>
          <p14:tracePt t="524701" x="5033963" y="4327525"/>
          <p14:tracePt t="524709" x="5021263" y="4327525"/>
          <p14:tracePt t="524715" x="4986338" y="4327525"/>
          <p14:tracePt t="524720" x="4973638" y="4327525"/>
          <p14:tracePt t="524731" x="4959350" y="4340225"/>
          <p14:tracePt t="524743" x="4946650" y="4340225"/>
          <p14:tracePt t="524756" x="4932363" y="4340225"/>
          <p14:tracePt t="524832" x="4946650" y="4340225"/>
          <p14:tracePt t="524844" x="4959350" y="4340225"/>
          <p14:tracePt t="524855" x="4973638" y="4340225"/>
          <p14:tracePt t="524868" x="4986338" y="4340225"/>
          <p14:tracePt t="524877" x="5021263" y="4340225"/>
          <p14:tracePt t="524889" x="5033963" y="4340225"/>
          <p14:tracePt t="524900" x="5048250" y="4340225"/>
          <p14:tracePt t="524911" x="5062538" y="4340225"/>
          <p14:tracePt t="525000" x="5048250" y="4340225"/>
          <p14:tracePt t="525023" x="5033963" y="4340225"/>
          <p14:tracePt t="525035" x="5021263" y="4340225"/>
          <p14:tracePt t="525046" x="5000625" y="4340225"/>
          <p14:tracePt t="525146" x="5021263" y="4340225"/>
          <p14:tracePt t="525462" x="5033963" y="4340225"/>
          <p14:tracePt t="525484" x="5048250" y="4340225"/>
          <p14:tracePt t="525496" x="5062538" y="4340225"/>
          <p14:tracePt t="525619" x="5075238" y="4340225"/>
          <p14:tracePt t="525664" x="5089525" y="4340225"/>
          <p14:tracePt t="525856" x="5102225" y="4340225"/>
          <p14:tracePt t="525868" x="5116513" y="4340225"/>
          <p14:tracePt t="525878" x="5129213" y="4340225"/>
          <p14:tracePt t="525890" x="5164138" y="4340225"/>
          <p14:tracePt t="525901" x="5191125" y="4340225"/>
          <p14:tracePt t="525912" x="5218113" y="4354513"/>
          <p14:tracePt t="525923" x="5232400" y="4354513"/>
          <p14:tracePt t="525937" x="5245100" y="4354513"/>
          <p14:tracePt t="526115" x="5259388" y="4354513"/>
          <p14:tracePt t="526127" x="5280025" y="4354513"/>
          <p14:tracePt t="526137" x="5292725" y="4354513"/>
          <p14:tracePt t="526150" x="5319713" y="4354513"/>
          <p14:tracePt t="526161" x="5348288" y="4354513"/>
          <p14:tracePt t="526171" x="5387975" y="4354513"/>
          <p14:tracePt t="526184" x="5422900" y="4354513"/>
          <p14:tracePt t="526194" x="5449888" y="4354513"/>
          <p14:tracePt t="526206" x="5462588" y="4354513"/>
          <p14:tracePt t="526218" x="5476875" y="4340225"/>
          <p14:tracePt t="526228" x="5491163" y="4340225"/>
          <p14:tracePt t="526396" x="5503863" y="4340225"/>
          <p14:tracePt t="526408" x="5518150" y="4340225"/>
          <p14:tracePt t="526429" x="5538788" y="4340225"/>
          <p14:tracePt t="526441" x="5551488" y="4340225"/>
          <p14:tracePt t="526452" x="5565775" y="4340225"/>
          <p14:tracePt t="526464" x="5578475" y="4340225"/>
          <p14:tracePt t="526476" x="5592763" y="4354513"/>
          <p14:tracePt t="526488" x="5605463" y="4354513"/>
          <p14:tracePt t="526508" x="5619750" y="4354513"/>
          <p14:tracePt t="526598" x="5605463" y="4354513"/>
          <p14:tracePt t="526611" x="5592763" y="4354513"/>
          <p14:tracePt t="526622" x="5551488" y="4340225"/>
          <p14:tracePt t="526633" x="5538788" y="4340225"/>
          <p14:tracePt t="526880" x="5551488" y="4340225"/>
          <p14:tracePt t="526913" x="5578475" y="4354513"/>
          <p14:tracePt t="526926" x="5619750" y="4354513"/>
          <p14:tracePt t="526936" x="5646738" y="4354513"/>
          <p14:tracePt t="526947" x="5681663" y="4354513"/>
          <p14:tracePt t="526960" x="5708650" y="4354513"/>
          <p14:tracePt t="526971" x="5721350" y="4354513"/>
          <p14:tracePt t="526981" x="5735638" y="4354513"/>
          <p14:tracePt t="527003" x="5748338" y="4354513"/>
          <p14:tracePt t="527006" x="5783263" y="4354513"/>
          <p14:tracePt t="527016" x="5795963" y="4354513"/>
          <p14:tracePt t="527027" x="5810250" y="4354513"/>
          <p14:tracePt t="527038" x="5837238" y="4354513"/>
          <p14:tracePt t="527048" x="5851525" y="4354513"/>
          <p14:tracePt t="527061" x="5864225" y="4354513"/>
          <p14:tracePt t="527082" x="5878513" y="4354513"/>
          <p14:tracePt t="527444" x="5891213" y="4354513"/>
          <p14:tracePt t="527454" x="5911850" y="4354513"/>
          <p14:tracePt t="527465" x="5926138" y="4354513"/>
          <p14:tracePt t="527477" x="5953125" y="4354513"/>
          <p14:tracePt t="527487" x="6007100" y="4340225"/>
          <p14:tracePt t="527499" x="6069013" y="4340225"/>
          <p14:tracePt t="527512" x="6110288" y="4340225"/>
          <p14:tracePt t="527522" x="6170613" y="4327525"/>
          <p14:tracePt t="527534" x="6224588" y="4313238"/>
          <p14:tracePt t="527546" x="6265863" y="4313238"/>
          <p14:tracePt t="527555" x="6300788" y="4313238"/>
          <p14:tracePt t="527567" x="6313488" y="4300538"/>
          <p14:tracePt t="527579" x="6327775" y="4300538"/>
          <p14:tracePt t="527589" x="6340475" y="4300538"/>
          <p14:tracePt t="527622" x="6354763" y="4300538"/>
          <p14:tracePt t="527667" x="6327775" y="4300538"/>
          <p14:tracePt t="527679" x="6300788" y="4300538"/>
          <p14:tracePt t="527984" x="6313488" y="4300538"/>
          <p14:tracePt t="527997" x="6327775" y="4313238"/>
          <p14:tracePt t="528005" x="6354763" y="4313238"/>
          <p14:tracePt t="528016" x="6381750" y="4313238"/>
          <p14:tracePt t="528029" x="6408738" y="4327525"/>
          <p14:tracePt t="528038" x="6443663" y="4327525"/>
          <p14:tracePt t="528050" x="6470650" y="4327525"/>
          <p14:tracePt t="528062" x="6497638" y="4327525"/>
          <p14:tracePt t="528073" x="6510338" y="4327525"/>
          <p14:tracePt t="528083" x="6524625" y="4327525"/>
          <p14:tracePt t="528096" x="6545263" y="4340225"/>
          <p14:tracePt t="528107" x="6557963" y="4340225"/>
          <p14:tracePt t="528184" x="6572250" y="4340225"/>
          <p14:tracePt t="528207" x="6586538" y="4340225"/>
          <p14:tracePt t="528229" x="6599238" y="4340225"/>
          <p14:tracePt t="528242" x="6613525" y="4340225"/>
          <p14:tracePt t="528254" x="6626225" y="4340225"/>
          <p14:tracePt t="528264" x="6640513" y="4340225"/>
          <p14:tracePt t="528276" x="6653213" y="4340225"/>
          <p14:tracePt t="528297" x="6673850" y="4340225"/>
          <p14:tracePt t="528319" x="6688138" y="4340225"/>
          <p14:tracePt t="528364" x="6700838" y="4340225"/>
          <p14:tracePt t="528387" x="6715125" y="4340225"/>
          <p14:tracePt t="528409" x="6729413" y="4340225"/>
          <p14:tracePt t="528488" x="6715125" y="4340225"/>
          <p14:tracePt t="528499" x="6700838" y="4340225"/>
          <p14:tracePt t="528511" x="6673850" y="4327525"/>
          <p14:tracePt t="528893" x="6673850" y="4340225"/>
          <p14:tracePt t="528949" x="6688138" y="4340225"/>
          <p14:tracePt t="528972" x="6700838" y="4340225"/>
          <p14:tracePt t="529085" x="6688138" y="4340225"/>
          <p14:tracePt t="529141" x="6700838" y="4340225"/>
          <p14:tracePt t="529174" x="6700838" y="4354513"/>
          <p14:tracePt t="529186" x="6715125" y="4354513"/>
          <p14:tracePt t="529208" x="6729413" y="4354513"/>
          <p14:tracePt t="529220" x="6742113" y="4354513"/>
          <p14:tracePt t="529231" x="6756400" y="4354513"/>
          <p14:tracePt t="529242" x="6769100" y="4354513"/>
          <p14:tracePt t="529253" x="6783388" y="4354513"/>
          <p14:tracePt t="529265" x="6816725" y="4354513"/>
          <p14:tracePt t="529287" x="6831013" y="4354513"/>
          <p14:tracePt t="529298" x="6843713" y="4354513"/>
          <p14:tracePt t="529321" x="6858000" y="4354513"/>
          <p14:tracePt t="529376" x="6872288" y="4354513"/>
          <p14:tracePt t="529388" x="6884988" y="4354513"/>
          <p14:tracePt t="529399" x="6899275" y="4354513"/>
          <p14:tracePt t="529411" x="6911975" y="4354513"/>
          <p14:tracePt t="529422" x="6932613" y="4354513"/>
          <p14:tracePt t="529433" x="6959600" y="4354513"/>
          <p14:tracePt t="529445" x="7000875" y="4354513"/>
          <p14:tracePt t="529458" x="7042150" y="4354513"/>
          <p14:tracePt t="529467" x="7075488" y="4354513"/>
          <p14:tracePt t="529479" x="7116763" y="4354513"/>
          <p14:tracePt t="529493" x="7158038" y="4367213"/>
          <p14:tracePt t="529502" x="7191375" y="4367213"/>
          <p14:tracePt t="529513" x="7245350" y="4367213"/>
          <p14:tracePt t="529525" x="7272338" y="4367213"/>
          <p14:tracePt t="529535" x="7307263" y="4367213"/>
          <p14:tracePt t="529547" x="7348538" y="4367213"/>
          <p14:tracePt t="529559" x="7375525" y="4367213"/>
          <p14:tracePt t="529569" x="7388225" y="4387850"/>
          <p14:tracePt t="529580" x="7402513" y="4387850"/>
          <p14:tracePt t="529593" x="7435850" y="4387850"/>
          <p14:tracePt t="529603" x="7450138" y="4387850"/>
          <p14:tracePt t="529615" x="7462838" y="4387850"/>
          <p14:tracePt t="529626" x="7491413" y="4387850"/>
          <p14:tracePt t="529636" x="7518400" y="4387850"/>
          <p14:tracePt t="529648" x="7531100" y="4387850"/>
          <p14:tracePt t="529659" x="7566025" y="4387850"/>
          <p14:tracePt t="529670" x="7593013" y="4387850"/>
          <p14:tracePt t="529682" x="7634288" y="4387850"/>
          <p14:tracePt t="529694" x="7646988" y="4387850"/>
          <p14:tracePt t="529703" x="7673975" y="4387850"/>
          <p14:tracePt t="529715" x="7694613" y="4387850"/>
          <p14:tracePt t="529727" x="7708900" y="4387850"/>
          <p14:tracePt t="529770" x="7694613" y="4387850"/>
          <p14:tracePt t="529782" x="7661275" y="4387850"/>
          <p14:tracePt t="529793" x="7593013" y="4367213"/>
          <p14:tracePt t="529804" x="7531100" y="4354513"/>
          <p14:tracePt t="529817" x="7415213" y="4354513"/>
          <p14:tracePt t="529828" x="7272338" y="4354513"/>
          <p14:tracePt t="529838" x="7158038" y="4354513"/>
          <p14:tracePt t="529850" x="7000875" y="4354513"/>
          <p14:tracePt t="529861" x="6858000" y="4354513"/>
          <p14:tracePt t="529872" x="6756400" y="4340225"/>
          <p14:tracePt t="529885" x="6653213" y="4340225"/>
          <p14:tracePt t="529896" x="6586538" y="4340225"/>
          <p14:tracePt t="529907" x="6510338" y="4340225"/>
          <p14:tracePt t="529918" x="6470650" y="4340225"/>
          <p14:tracePt t="529940" x="6443663" y="4340225"/>
          <p14:tracePt t="529943" x="6408738" y="4340225"/>
          <p14:tracePt t="529962" x="6396038" y="4340225"/>
          <p14:tracePt t="529974" x="6381750" y="4327525"/>
          <p14:tracePt t="530074" x="6408738" y="4327525"/>
          <p14:tracePt t="530086" x="6429375" y="4327525"/>
          <p14:tracePt t="530098" x="6456363" y="4327525"/>
          <p14:tracePt t="530108" x="6497638" y="4327525"/>
          <p14:tracePt t="530120" x="6557963" y="4340225"/>
          <p14:tracePt t="530132" x="6626225" y="4340225"/>
          <p14:tracePt t="530142" x="6688138" y="4354513"/>
          <p14:tracePt t="530156" x="6756400" y="4354513"/>
          <p14:tracePt t="530167" x="6843713" y="4367213"/>
          <p14:tracePt t="530177" x="6911975" y="4367213"/>
          <p14:tracePt t="530187" x="7000875" y="4367213"/>
          <p14:tracePt t="530201" x="7075488" y="4367213"/>
          <p14:tracePt t="530210" x="7158038" y="4387850"/>
          <p14:tracePt t="530222" x="7205663" y="4387850"/>
          <p14:tracePt t="530234" x="7259638" y="4387850"/>
          <p14:tracePt t="530243" x="7319963" y="4387850"/>
          <p14:tracePt t="530255" x="7348538" y="4387850"/>
          <p14:tracePt t="530269" x="7375525" y="4387850"/>
          <p14:tracePt t="530278" x="7402513" y="4387850"/>
          <p14:tracePt t="530290" x="7415213" y="4387850"/>
          <p14:tracePt t="530367" x="7388225" y="4387850"/>
          <p14:tracePt t="530378" x="7348538" y="4387850"/>
          <p14:tracePt t="530391" x="7272338" y="4387850"/>
          <p14:tracePt t="530402" x="7218363" y="4387850"/>
          <p14:tracePt t="530412" x="7116763" y="4367213"/>
          <p14:tracePt t="530424" x="7000875" y="4367213"/>
          <p14:tracePt t="530436" x="6884988" y="4354513"/>
          <p14:tracePt t="530446" x="6816725" y="4354513"/>
          <p14:tracePt t="530458" x="6729413" y="4340225"/>
          <p14:tracePt t="530469" x="6653213" y="4340225"/>
          <p14:tracePt t="530479" x="6613525" y="4327525"/>
          <p14:tracePt t="530492" x="6586538" y="4327525"/>
          <p14:tracePt t="530503" x="6572250" y="4327525"/>
          <p14:tracePt t="530580" x="6586538" y="4327525"/>
          <p14:tracePt t="530592" x="6613525" y="4327525"/>
          <p14:tracePt t="530603" x="6653213" y="4327525"/>
          <p14:tracePt t="530614" x="6729413" y="4327525"/>
          <p14:tracePt t="530626" x="6804025" y="4327525"/>
          <p14:tracePt t="530638" x="6932613" y="4340225"/>
          <p14:tracePt t="530649" x="7062788" y="4340225"/>
          <p14:tracePt t="530660" x="7205663" y="4340225"/>
          <p14:tracePt t="530671" x="7307263" y="4340225"/>
          <p14:tracePt t="530683" x="7415213" y="4340225"/>
          <p14:tracePt t="530694" x="7491413" y="4354513"/>
          <p14:tracePt t="530706" x="7531100" y="4354513"/>
          <p14:tracePt t="530718" x="7578725" y="4367213"/>
          <p14:tracePt t="530728" x="7593013" y="4367213"/>
          <p14:tracePt t="530740" x="7605713" y="4367213"/>
          <p14:tracePt t="530751" x="7593013" y="4367213"/>
          <p14:tracePt t="530761" x="7531100" y="4367213"/>
          <p14:tracePt t="530986" x="7566025" y="4387850"/>
          <p14:tracePt t="530998" x="7646988" y="4414838"/>
          <p14:tracePt t="531008" x="7708900" y="4414838"/>
          <p14:tracePt t="531021" x="7762875" y="4414838"/>
          <p14:tracePt t="531032" x="7824788" y="4414838"/>
          <p14:tracePt t="531044" x="7953375" y="4414838"/>
          <p14:tracePt t="531056" x="8110538" y="4414838"/>
          <p14:tracePt t="531066" x="8239125" y="4414838"/>
          <p14:tracePt t="531077" x="8470900" y="4402138"/>
          <p14:tracePt t="531089" x="8640763" y="4387850"/>
          <p14:tracePt t="531100" x="8926513" y="4354513"/>
          <p14:tracePt t="531110" x="9129713" y="4327525"/>
          <p14:tracePt t="531123" x="9402763" y="4286250"/>
          <p14:tracePt t="531133" x="9647238" y="4238625"/>
          <p14:tracePt t="531145" x="9777413" y="4224338"/>
          <p14:tracePt t="531157" x="9947275" y="4184650"/>
          <p14:tracePt t="531168" x="10048875" y="4170363"/>
          <p14:tracePt t="531178" x="10164763" y="4122738"/>
          <p14:tracePt t="531191" x="10239375" y="4095750"/>
          <p14:tracePt t="531201" x="10307638" y="4068763"/>
          <p14:tracePt t="531212" x="10334625" y="4041775"/>
          <p14:tracePt t="531225" x="10367963" y="4014788"/>
          <p14:tracePt t="531235" x="10382250" y="3979863"/>
          <p14:tracePt t="531247" x="10382250" y="3967163"/>
          <p14:tracePt t="531257" x="10367963" y="3952875"/>
          <p14:tracePt t="531268" x="10355263" y="3925888"/>
          <p14:tracePt t="531280" x="10293350" y="3898900"/>
          <p14:tracePt t="531291" x="10239375" y="3863975"/>
          <p14:tracePt t="531301" x="10150475" y="3851275"/>
          <p14:tracePt t="531313" x="10063163" y="3824288"/>
          <p14:tracePt t="531324" x="10007600" y="3824288"/>
          <p14:tracePt t="531335" x="9947275" y="3824288"/>
          <p14:tracePt t="531347" x="9920288" y="3836988"/>
          <p14:tracePt t="531359" x="9879013" y="3851275"/>
          <p14:tracePt t="531369" x="9864725" y="3851275"/>
          <p14:tracePt t="531381" x="9864725" y="3884613"/>
          <p14:tracePt t="531391" x="9864725" y="3898900"/>
          <p14:tracePt t="531402" x="9879013" y="3911600"/>
          <p14:tracePt t="531414" x="9906000" y="3938588"/>
          <p14:tracePt t="531425" x="9947275" y="3952875"/>
          <p14:tracePt t="531436" x="10034588" y="3952875"/>
          <p14:tracePt t="531447" x="10123488" y="3952875"/>
          <p14:tracePt t="531459" x="10253663" y="3938588"/>
          <p14:tracePt t="531470" x="10355263" y="3911600"/>
          <p14:tracePt t="531481" x="10483850" y="3851275"/>
          <p14:tracePt t="531493" x="10566400" y="3783013"/>
          <p14:tracePt t="531505" x="10614025" y="3735388"/>
          <p14:tracePt t="531515" x="10641013" y="3681413"/>
          <p14:tracePt t="531527" x="10641013" y="3640138"/>
          <p14:tracePt t="531538" x="10626725" y="3592513"/>
          <p14:tracePt t="531549" x="10593388" y="3565525"/>
          <p14:tracePt t="531561" x="10539413" y="3538538"/>
          <p14:tracePt t="531572" x="10483850" y="3524250"/>
          <p14:tracePt t="531583" x="10382250" y="3497263"/>
          <p14:tracePt t="531595" x="10253663" y="3497263"/>
          <p14:tracePt t="531606" x="10150475" y="3509963"/>
          <p14:tracePt t="531616" x="10048875" y="3524250"/>
          <p14:tracePt t="531628" x="9994900" y="3551238"/>
          <p14:tracePt t="531640" x="9959975" y="3592513"/>
          <p14:tracePt t="531650" x="9947275" y="3605213"/>
          <p14:tracePt t="531662" x="9959975" y="3652838"/>
          <p14:tracePt t="531673" x="9980613" y="3667125"/>
          <p14:tracePt t="531684" x="10034588" y="3708400"/>
          <p14:tracePt t="531695" x="10123488" y="3721100"/>
          <p14:tracePt t="531707" x="10191750" y="3735388"/>
          <p14:tracePt t="531717" x="10307638" y="3735388"/>
          <p14:tracePt t="531729" x="10396538" y="3721100"/>
          <p14:tracePt t="531740" x="10525125" y="3708400"/>
          <p14:tracePt t="531751" x="10579100" y="3681413"/>
          <p14:tracePt t="531763" x="10641013" y="3652838"/>
          <p14:tracePt t="531774" x="10668000" y="3605213"/>
          <p14:tracePt t="531785" x="10682288" y="3565525"/>
          <p14:tracePt t="531797" x="10668000" y="3524250"/>
          <p14:tracePt t="531808" x="10641013" y="3476625"/>
          <p14:tracePt t="531819" x="10552113" y="3408363"/>
          <p14:tracePt t="531831" x="10483850" y="3381375"/>
          <p14:tracePt t="531842" x="10320338" y="3333750"/>
          <p14:tracePt t="531853" x="10206038" y="3319463"/>
          <p14:tracePt t="531865" x="10075863" y="3319463"/>
          <p14:tracePt t="531875" x="9947275" y="3333750"/>
          <p14:tracePt t="531886" x="9879013" y="3360738"/>
          <p14:tracePt t="531898" x="9804400" y="3422650"/>
          <p14:tracePt t="531909" x="9763125" y="3462338"/>
          <p14:tracePt t="531920" x="9748838" y="3538538"/>
          <p14:tracePt t="531931" x="9748838" y="3578225"/>
          <p14:tracePt t="531942" x="9790113" y="3652838"/>
          <p14:tracePt t="531954" x="9852025" y="3694113"/>
          <p14:tracePt t="531965" x="9932988" y="3721100"/>
          <p14:tracePt t="531976" x="10063163" y="3756025"/>
          <p14:tracePt t="531989" x="10177463" y="3756025"/>
          <p14:tracePt t="531998" x="10334625" y="3735388"/>
          <p14:tracePt t="532010" x="10423525" y="3708400"/>
          <p14:tracePt t="532043" x="10510838" y="3667125"/>
          <p14:tracePt t="532047" x="10552113" y="3640138"/>
          <p14:tracePt t="532058" x="10566400" y="3551238"/>
          <p14:tracePt t="532068" x="10566400" y="3538538"/>
          <p14:tracePt t="532079" x="10552113" y="3524250"/>
          <p14:tracePt t="532091" x="10539413" y="3524250"/>
          <p14:tracePt t="532100" x="10510838" y="3524250"/>
          <p14:tracePt t="532111" x="10498138" y="3524250"/>
          <p14:tracePt t="532122" x="10483850" y="3524250"/>
          <p14:tracePt t="532189" x="10483850" y="3538538"/>
          <p14:tracePt t="532212" x="10463213" y="3538538"/>
          <p14:tracePt t="532223" x="10463213" y="3551238"/>
          <p14:tracePt t="532234" x="10436225" y="3578225"/>
          <p14:tracePt t="532247" x="10409238" y="3592513"/>
          <p14:tracePt t="532258" x="10355263" y="3640138"/>
          <p14:tracePt t="532269" x="10218738" y="3708400"/>
          <p14:tracePt t="532281" x="9994900" y="3836988"/>
          <p14:tracePt t="532292" x="9790113" y="3938588"/>
          <p14:tracePt t="532302" x="9477375" y="4095750"/>
          <p14:tracePt t="532314" x="9158288" y="4224338"/>
          <p14:tracePt t="532325" x="8939213" y="4313238"/>
          <p14:tracePt t="532336" x="8640763" y="4402138"/>
          <p14:tracePt t="532348" x="8367713" y="4456113"/>
          <p14:tracePt t="532359" x="8150225" y="4483100"/>
          <p14:tracePt t="532370" x="8034338" y="4518025"/>
          <p14:tracePt t="532381" x="7878763" y="4530725"/>
          <p14:tracePt t="532392" x="7762875" y="4530725"/>
          <p14:tracePt t="532404" x="7694613" y="4530725"/>
          <p14:tracePt t="532414" x="7605713" y="4518025"/>
          <p14:tracePt t="532426" x="7531100" y="4497388"/>
          <p14:tracePt t="532438" x="7477125" y="4483100"/>
          <p14:tracePt t="532449" x="7402513" y="4470400"/>
          <p14:tracePt t="532461" x="7334250" y="4456113"/>
          <p14:tracePt t="532472" x="7286625" y="4443413"/>
          <p14:tracePt t="532493" x="7259638" y="4443413"/>
          <p14:tracePt t="532496" x="7218363" y="4429125"/>
          <p14:tracePt t="532507" x="7191375" y="4414838"/>
          <p14:tracePt t="532518" x="7170738" y="4414838"/>
          <p14:tracePt t="532529" x="7158038" y="4402138"/>
          <p14:tracePt t="532540" x="7129463" y="4402138"/>
          <p14:tracePt t="532550" x="7102475" y="4387850"/>
          <p14:tracePt t="532562" x="7075488" y="4387850"/>
          <p14:tracePt t="532573" x="7062788" y="4387850"/>
          <p14:tracePt t="532583" x="7042150" y="4402138"/>
          <p14:tracePt t="532606" x="7027863" y="4402138"/>
          <p14:tracePt t="532650" x="7015163" y="4402138"/>
          <p14:tracePt t="532673" x="7000875" y="4402138"/>
          <p14:tracePt t="532685" x="6986588" y="4402138"/>
          <p14:tracePt t="532696" x="6959600" y="4387850"/>
          <p14:tracePt t="532707" x="6946900" y="4387850"/>
          <p14:tracePt t="532718" x="6932613" y="4387850"/>
          <p14:tracePt t="532730" x="6911975" y="4387850"/>
          <p14:tracePt t="532921" x="6932613" y="4387850"/>
          <p14:tracePt t="532943" x="6946900" y="4387850"/>
          <p14:tracePt t="532955" x="6959600" y="4387850"/>
          <p14:tracePt t="532977" x="6973888" y="4387850"/>
          <p14:tracePt t="532988" x="6986588" y="4387850"/>
          <p14:tracePt t="533001" x="6986588" y="4402138"/>
          <p14:tracePt t="533044" x="6973888" y="4402138"/>
          <p14:tracePt t="533438" x="6986588" y="4402138"/>
          <p14:tracePt t="533483" x="7000875" y="4402138"/>
          <p14:tracePt t="533562" x="6986588" y="4402138"/>
          <p14:tracePt t="533573" x="6973888" y="4402138"/>
          <p14:tracePt t="533584" x="6946900" y="4402138"/>
          <p14:tracePt t="533596" x="6899275" y="4402138"/>
          <p14:tracePt t="533607" x="6831013" y="4387850"/>
          <p14:tracePt t="533619" x="6715125" y="4367213"/>
          <p14:tracePt t="533630" x="6599238" y="4367213"/>
          <p14:tracePt t="533641" x="6470650" y="4354513"/>
          <p14:tracePt t="533652" x="6367463" y="4354513"/>
          <p14:tracePt t="533664" x="6238875" y="4340225"/>
          <p14:tracePt t="533675" x="6110288" y="4340225"/>
          <p14:tracePt t="533686" x="6007100" y="4340225"/>
          <p14:tracePt t="533699" x="5891213" y="4327525"/>
          <p14:tracePt t="533710" x="5795963" y="4327525"/>
          <p14:tracePt t="533721" x="5735638" y="4327525"/>
          <p14:tracePt t="533732" x="5667375" y="4327525"/>
          <p14:tracePt t="533742" x="5605463" y="4327525"/>
          <p14:tracePt t="533755" x="5565775" y="4327525"/>
          <p14:tracePt t="533765" x="5518150" y="4327525"/>
          <p14:tracePt t="533776" x="5491163" y="4313238"/>
          <p14:tracePt t="533787" x="5462588" y="4313238"/>
          <p14:tracePt t="533800" x="5449888" y="4313238"/>
          <p14:tracePt t="533821" x="5435600" y="4313238"/>
          <p14:tracePt t="533843" x="5422900" y="4313238"/>
          <p14:tracePt t="533866" x="5408613" y="4313238"/>
          <p14:tracePt t="533888" x="5387975" y="4313238"/>
          <p14:tracePt t="533900" x="5375275" y="4313238"/>
          <p14:tracePt t="533912" x="5360988" y="4313238"/>
          <p14:tracePt t="533923" x="5334000" y="4313238"/>
          <p14:tracePt t="533935" x="5307013" y="4313238"/>
          <p14:tracePt t="533946" x="5280025" y="4327525"/>
          <p14:tracePt t="533957" x="5259388" y="4327525"/>
          <p14:tracePt t="533969" x="5232400" y="4327525"/>
          <p14:tracePt t="533981" x="5218113" y="4327525"/>
          <p14:tracePt t="534057" x="5205413" y="4327525"/>
          <p14:tracePt t="534090" x="5191125" y="4327525"/>
          <p14:tracePt t="534103" x="5176838" y="4327525"/>
          <p14:tracePt t="534114" x="5164138" y="4327525"/>
          <p14:tracePt t="534136" x="5149850" y="4327525"/>
          <p14:tracePt t="534148" x="5129213" y="4327525"/>
          <p14:tracePt t="534169" x="5129213" y="4340225"/>
          <p14:tracePt t="534259" x="5129213" y="4327525"/>
          <p14:tracePt t="534282" x="5116513" y="4327525"/>
          <p14:tracePt t="534293" x="5116513" y="4313238"/>
          <p14:tracePt t="534541" x="5116513" y="4300538"/>
          <p14:tracePt t="534575" x="5102225" y="4286250"/>
          <p14:tracePt t="534608" x="5102225" y="4271963"/>
          <p14:tracePt t="534754" x="5116513" y="4286250"/>
          <p14:tracePt t="534788" x="5129213" y="4300538"/>
          <p14:tracePt t="534810" x="5129213" y="4313238"/>
          <p14:tracePt t="534822" x="5149850" y="4313238"/>
          <p14:tracePt t="534912" x="5149850" y="4300538"/>
          <p14:tracePt t="534934" x="5164138" y="4300538"/>
          <p14:tracePt t="534957" x="5164138" y="4286250"/>
          <p14:tracePt t="534979" x="5176838" y="4286250"/>
          <p14:tracePt t="535013" x="5191125" y="4286250"/>
          <p14:tracePt t="535024" x="5205413" y="4300538"/>
          <p14:tracePt t="535036" x="5232400" y="4300538"/>
          <p14:tracePt t="535047" x="5245100" y="4300538"/>
          <p14:tracePt t="535058" x="5280025" y="4313238"/>
          <p14:tracePt t="535070" x="5307013" y="4313238"/>
          <p14:tracePt t="535093" x="5319713" y="4327525"/>
          <p14:tracePt t="535148" x="5334000" y="4327525"/>
          <p14:tracePt t="535182" x="5334000" y="4313238"/>
          <p14:tracePt t="535185" x="5348288" y="4313238"/>
          <p14:tracePt t="535205" x="5360988" y="4313238"/>
          <p14:tracePt t="535294" x="5375275" y="4327525"/>
          <p14:tracePt t="535306" x="5387975" y="4327525"/>
          <p14:tracePt t="535328" x="5422900" y="4340225"/>
          <p14:tracePt t="535339" x="5435600" y="4340225"/>
          <p14:tracePt t="535353" x="5462588" y="4340225"/>
          <p14:tracePt t="535363" x="5491163" y="4340225"/>
          <p14:tracePt t="535374" x="5503863" y="4354513"/>
          <p14:tracePt t="535386" x="5538788" y="4354513"/>
          <p14:tracePt t="535397" x="5551488" y="4354513"/>
          <p14:tracePt t="535407" x="5565775" y="4354513"/>
          <p14:tracePt t="535420" x="5578475" y="4340225"/>
          <p14:tracePt t="535431" x="5592763" y="4340225"/>
          <p14:tracePt t="535442" x="5605463" y="4340225"/>
          <p14:tracePt t="535508" x="5619750" y="4340225"/>
          <p14:tracePt t="535542" x="5634038" y="4340225"/>
          <p14:tracePt t="535554" x="5667375" y="4340225"/>
          <p14:tracePt t="535565" x="5681663" y="4340225"/>
          <p14:tracePt t="535577" x="5735638" y="4340225"/>
          <p14:tracePt t="535588" x="5810250" y="4340225"/>
          <p14:tracePt t="535598" x="5891213" y="4340225"/>
          <p14:tracePt t="535611" x="5967413" y="4340225"/>
          <p14:tracePt t="535622" x="6069013" y="4340225"/>
          <p14:tracePt t="535632" x="6137275" y="4340225"/>
          <p14:tracePt t="535644" x="6184900" y="4327525"/>
          <p14:tracePt t="535655" x="6197600" y="4327525"/>
          <p14:tracePt t="535666" x="6184900" y="4313238"/>
          <p14:tracePt t="535970" x="6197600" y="4313238"/>
          <p14:tracePt t="535992" x="6211888" y="4313238"/>
          <p14:tracePt t="536005" x="6224588" y="4313238"/>
          <p14:tracePt t="536016" x="6238875" y="4313238"/>
          <p14:tracePt t="536048" x="6253163" y="4313238"/>
          <p14:tracePt t="536071" x="6265863" y="4327525"/>
          <p14:tracePt t="536083" x="6280150" y="4327525"/>
          <p14:tracePt t="536093" x="6300788" y="4327525"/>
          <p14:tracePt t="536116" x="6313488" y="4327525"/>
          <p14:tracePt t="536127" x="6327775" y="4327525"/>
          <p14:tracePt t="536149" x="6340475" y="4327525"/>
          <p14:tracePt t="536273" x="6354763" y="4327525"/>
          <p14:tracePt t="536329" x="6367463" y="4327525"/>
          <p14:tracePt t="536430" x="6381750" y="4327525"/>
          <p14:tracePt t="536464" x="6396038" y="4327525"/>
          <p14:tracePt t="536487" x="6408738" y="4327525"/>
          <p14:tracePt t="536499" x="6443663" y="4327525"/>
          <p14:tracePt t="536510" x="6456363" y="4327525"/>
          <p14:tracePt t="536521" x="6483350" y="4327525"/>
          <p14:tracePt t="536532" x="6510338" y="4327525"/>
          <p14:tracePt t="536544" x="6524625" y="4327525"/>
          <p14:tracePt t="536557" x="6557963" y="4327525"/>
          <p14:tracePt t="536566" x="6572250" y="4327525"/>
          <p14:tracePt t="536589" x="6586538" y="4327525"/>
          <p14:tracePt t="536622" x="6572250" y="4327525"/>
          <p14:tracePt t="536667" x="6557963" y="4327525"/>
          <p14:tracePt t="536678" x="6557963" y="4340225"/>
          <p14:tracePt t="536734" x="6545263" y="4340225"/>
          <p14:tracePt t="536757" x="6524625" y="4340225"/>
          <p14:tracePt t="536779" x="6510338" y="4340225"/>
          <p14:tracePt t="536791" x="6497638" y="4340225"/>
          <p14:tracePt t="536803" x="6497638" y="4327525"/>
          <p14:tracePt t="536813" x="6483350" y="4327525"/>
          <p14:tracePt t="536836" x="6470650" y="4327525"/>
          <p14:tracePt t="536848" x="6470650" y="4313238"/>
          <p14:tracePt t="536959" x="6456363" y="4300538"/>
          <p14:tracePt t="537060" x="6456363" y="4286250"/>
          <p14:tracePt t="537128" x="6456363" y="4271963"/>
          <p14:tracePt t="537500" x="6443663" y="4286250"/>
          <p14:tracePt t="537534" x="6443663" y="4300538"/>
          <p14:tracePt t="537590" x="6443663" y="4313238"/>
          <p14:tracePt t="537623" x="6456363" y="4313238"/>
          <p14:tracePt t="537635" x="6470650" y="4313238"/>
          <p14:tracePt t="537657" x="6483350" y="4313238"/>
          <p14:tracePt t="537669" x="6497638" y="4313238"/>
          <p14:tracePt t="537680" x="6510338" y="4313238"/>
          <p14:tracePt t="537758" x="6497638" y="4313238"/>
          <p14:tracePt t="537770" x="6483350" y="4327525"/>
          <p14:tracePt t="537781" x="6470650" y="4327525"/>
          <p14:tracePt t="537792" x="6456363" y="4327525"/>
          <p14:tracePt t="537804" x="6443663" y="4327525"/>
          <p14:tracePt t="537815" x="6429375" y="4327525"/>
          <p14:tracePt t="537826" x="6408738" y="4340225"/>
          <p14:tracePt t="537893" x="6429375" y="4340225"/>
          <p14:tracePt t="537904" x="6443663" y="4340225"/>
          <p14:tracePt t="537916" x="6456363" y="4340225"/>
          <p14:tracePt t="537928" x="6470650" y="4340225"/>
          <p14:tracePt t="537940" x="6483350" y="4340225"/>
          <p14:tracePt t="537950" x="6497638" y="4340225"/>
          <p14:tracePt t="538039" x="6483350" y="4340225"/>
          <p14:tracePt t="538051" x="6470650" y="4340225"/>
          <p14:tracePt t="538174" x="6470650" y="4327525"/>
          <p14:tracePt t="538186" x="6483350" y="4327525"/>
          <p14:tracePt t="538197" x="6497638" y="4327525"/>
          <p14:tracePt t="538210" x="6510338" y="4313238"/>
          <p14:tracePt t="538222" x="6524625" y="4313238"/>
          <p14:tracePt t="538232" x="6545263" y="4300538"/>
          <p14:tracePt t="538242" x="6557963" y="4300538"/>
          <p14:tracePt t="538256" x="6557963" y="4286250"/>
          <p14:tracePt t="538266" x="6572250" y="4286250"/>
          <p14:tracePt t="538287" x="6572250" y="4271963"/>
          <p14:tracePt t="538513" x="6586538" y="4271963"/>
          <p14:tracePt t="538524" x="6599238" y="4271963"/>
          <p14:tracePt t="538546" x="6613525" y="4271963"/>
          <p14:tracePt t="538557" x="6613525" y="4286250"/>
          <p14:tracePt t="538602" x="6599238" y="4286250"/>
          <p14:tracePt t="538850" x="6613525" y="4286250"/>
          <p14:tracePt t="538961" x="6626225" y="4286250"/>
          <p14:tracePt t="539029" x="6626225" y="4271963"/>
          <p14:tracePt t="539052" x="6613525" y="4286250"/>
          <p14:tracePt t="539310" x="6626225" y="4286250"/>
          <p14:tracePt t="539378" x="6640513" y="4286250"/>
          <p14:tracePt t="539392" x="6653213" y="4286250"/>
          <p14:tracePt t="539434" x="6673850" y="4286250"/>
          <p14:tracePt t="539446" x="6673850" y="4271963"/>
          <p14:tracePt t="539457" x="6688138" y="4271963"/>
          <p14:tracePt t="539479" x="6700838" y="4271963"/>
          <p14:tracePt t="539492" x="6715125" y="4271963"/>
          <p14:tracePt t="539504" x="6729413" y="4271963"/>
          <p14:tracePt t="539515" x="6742113" y="4271963"/>
          <p14:tracePt t="539524" x="6756400" y="4271963"/>
          <p14:tracePt t="539547" x="6769100" y="4271963"/>
          <p14:tracePt t="539862" x="6783388" y="4271963"/>
          <p14:tracePt t="539865" x="6804025" y="4271963"/>
          <p14:tracePt t="539896" x="6816725" y="4271963"/>
          <p14:tracePt t="539918" x="6831013" y="4271963"/>
          <p14:tracePt t="539974" x="6843713" y="4271963"/>
          <p14:tracePt t="540087" x="6831013" y="4271963"/>
          <p14:tracePt t="540099" x="6816725" y="4271963"/>
          <p14:tracePt t="540110" x="6804025" y="4271963"/>
          <p14:tracePt t="540121" x="6783388" y="4271963"/>
          <p14:tracePt t="540132" x="6769100" y="4271963"/>
          <p14:tracePt t="540146" x="6756400" y="4271963"/>
          <p14:tracePt t="540199" x="6769100" y="4271963"/>
          <p14:tracePt t="540222" x="6783388" y="4271963"/>
          <p14:tracePt t="540245" x="6804025" y="4271963"/>
          <p14:tracePt t="540301" x="6783388" y="4271963"/>
          <p14:tracePt t="540313" x="6756400" y="4271963"/>
          <p14:tracePt t="540323" x="6729413" y="4271963"/>
          <p14:tracePt t="540335" x="6688138" y="4271963"/>
          <p14:tracePt t="540347" x="6653213" y="4271963"/>
          <p14:tracePt t="540357" x="6640513" y="4271963"/>
          <p14:tracePt t="540369" x="6626225" y="4271963"/>
          <p14:tracePt t="540424" x="6640513" y="4271963"/>
          <p14:tracePt t="540428" x="6688138" y="4286250"/>
          <p14:tracePt t="540436" x="6715125" y="4286250"/>
          <p14:tracePt t="540448" x="6742113" y="4286250"/>
          <p14:tracePt t="540459" x="6783388" y="4286250"/>
          <p14:tracePt t="540470" x="6804025" y="4286250"/>
          <p14:tracePt t="540525" x="6783388" y="4286250"/>
          <p14:tracePt t="540537" x="6769100" y="4286250"/>
          <p14:tracePt t="540549" x="6756400" y="4286250"/>
          <p14:tracePt t="540559" x="6742113" y="4286250"/>
          <p14:tracePt t="540572" x="6729413" y="4286250"/>
          <p14:tracePt t="540976" x="6742113" y="4286250"/>
          <p14:tracePt t="540987" x="6756400" y="4286250"/>
          <p14:tracePt t="540998" x="6769100" y="4286250"/>
          <p14:tracePt t="541010" x="6783388" y="4286250"/>
          <p14:tracePt t="541021" x="6804025" y="4286250"/>
          <p14:tracePt t="541032" x="6831013" y="4286250"/>
          <p14:tracePt t="541046" x="6858000" y="4286250"/>
          <p14:tracePt t="541056" x="6899275" y="4286250"/>
          <p14:tracePt t="541066" x="6959600" y="4286250"/>
          <p14:tracePt t="541079" x="6986588" y="4286250"/>
          <p14:tracePt t="541089" x="7042150" y="4286250"/>
          <p14:tracePt t="541101" x="7089775" y="4286250"/>
          <p14:tracePt t="541113" x="7129463" y="4286250"/>
          <p14:tracePt t="541123" x="7158038" y="4286250"/>
          <p14:tracePt t="541135" x="7191375" y="4286250"/>
          <p14:tracePt t="541146" x="7218363" y="4286250"/>
          <p14:tracePt t="541156" x="7232650" y="4286250"/>
          <p14:tracePt t="541178" x="7245350" y="4286250"/>
          <p14:tracePt t="541223" x="7232650" y="4286250"/>
          <p14:tracePt t="541236" x="7205663" y="4286250"/>
          <p14:tracePt t="541247" x="7158038" y="4286250"/>
          <p14:tracePt t="541257" x="7129463" y="4286250"/>
          <p14:tracePt t="541270" x="7102475" y="4286250"/>
          <p14:tracePt t="541280" x="7062788" y="4286250"/>
          <p14:tracePt t="541291" x="7042150" y="4300538"/>
          <p14:tracePt t="541303" x="7027863" y="4300538"/>
          <p14:tracePt t="541347" x="7042150" y="4300538"/>
          <p14:tracePt t="541358" x="7062788" y="4313238"/>
          <p14:tracePt t="541371" x="7089775" y="4313238"/>
          <p14:tracePt t="541381" x="7102475" y="4313238"/>
          <p14:tracePt t="541392" x="7143750" y="4313238"/>
          <p14:tracePt t="541404" x="7170738" y="4313238"/>
          <p14:tracePt t="541426" x="7191375" y="4313238"/>
          <p14:tracePt t="541472" x="7170738" y="4313238"/>
          <p14:tracePt t="541482" x="7158038" y="4313238"/>
          <p14:tracePt t="541495" x="7143750" y="4313238"/>
          <p14:tracePt t="541506" x="7129463" y="4313238"/>
          <p14:tracePt t="541528" x="7129463" y="4327525"/>
          <p14:tracePt t="541572" x="7143750" y="4327525"/>
          <p14:tracePt t="541584" x="7158038" y="4327525"/>
          <p14:tracePt t="541596" x="7170738" y="4327525"/>
          <p14:tracePt t="541607" x="7191375" y="4327525"/>
          <p14:tracePt t="541617" x="7205663" y="4327525"/>
          <p14:tracePt t="541630" x="7218363" y="4327525"/>
          <p14:tracePt t="541640" x="7232650" y="4327525"/>
          <p14:tracePt t="541662" x="7245350" y="4327525"/>
          <p14:tracePt t="541763" x="7259638" y="4327525"/>
          <p14:tracePt t="541785" x="7272338" y="4327525"/>
          <p14:tracePt t="541797" x="7286625" y="4327525"/>
          <p14:tracePt t="541819" x="7319963" y="4327525"/>
          <p14:tracePt t="541842" x="7334250" y="4327525"/>
          <p14:tracePt t="541988" x="7334250" y="4340225"/>
          <p14:tracePt t="542000" x="7319963" y="4340225"/>
          <p14:tracePt t="542012" x="7286625" y="4340225"/>
          <p14:tracePt t="542022" x="7259638" y="4340225"/>
          <p14:tracePt t="542249" x="7286625" y="4340225"/>
          <p14:tracePt t="542259" x="7307263" y="4340225"/>
          <p14:tracePt t="542270" x="7319963" y="4354513"/>
          <p14:tracePt t="542292" x="7334250" y="4354513"/>
          <p14:tracePt t="542304" x="7361238" y="4354513"/>
          <p14:tracePt t="542317" x="7388225" y="4354513"/>
          <p14:tracePt t="542327" x="7402513" y="4354513"/>
          <p14:tracePt t="542337" x="7435850" y="4354513"/>
          <p14:tracePt t="542351" x="7462838" y="4354513"/>
          <p14:tracePt t="542361" x="7491413" y="4367213"/>
          <p14:tracePt t="542371" x="7518400" y="4367213"/>
          <p14:tracePt t="542384" x="7545388" y="4367213"/>
          <p14:tracePt t="542405" x="7566025" y="4367213"/>
          <p14:tracePt t="542528" x="7578725" y="4367213"/>
          <p14:tracePt t="542595" x="7593013" y="4367213"/>
          <p14:tracePt t="542676" x="7605713" y="4367213"/>
          <p14:tracePt t="542697" x="7620000" y="4367213"/>
          <p14:tracePt t="542709" x="7646988" y="4367213"/>
          <p14:tracePt t="542720" x="7661275" y="4367213"/>
          <p14:tracePt t="542732" x="7694613" y="4367213"/>
          <p14:tracePt t="542742" x="7721600" y="4367213"/>
          <p14:tracePt t="542753" x="7762875" y="4367213"/>
          <p14:tracePt t="542765" x="7789863" y="4367213"/>
          <p14:tracePt t="542776" x="7824788" y="4367213"/>
          <p14:tracePt t="542787" x="7864475" y="4354513"/>
          <p14:tracePt t="542799" x="7878763" y="4354513"/>
          <p14:tracePt t="542810" x="7905750" y="4340225"/>
          <p14:tracePt t="542821" x="7932738" y="4340225"/>
          <p14:tracePt t="542833" x="7967663" y="4340225"/>
          <p14:tracePt t="542848" x="7994650" y="4340225"/>
          <p14:tracePt t="542857" x="8021638" y="4340225"/>
          <p14:tracePt t="542867" x="8048625" y="4340225"/>
          <p14:tracePt t="542879" x="8081963" y="4327525"/>
          <p14:tracePt t="542891" x="8110538" y="4327525"/>
          <p14:tracePt t="542900" x="8123238" y="4327525"/>
          <p14:tracePt t="542912" x="8137525" y="4327525"/>
          <p14:tracePt t="542924" x="8150225" y="4313238"/>
          <p14:tracePt t="542944" x="8150225" y="4300538"/>
          <p14:tracePt t="542956" x="8164513" y="4300538"/>
          <p14:tracePt t="542967" x="8164513" y="4286250"/>
          <p14:tracePt t="542978" x="8150225" y="4271963"/>
          <p14:tracePt t="543001" x="8150225" y="4259263"/>
          <p14:tracePt t="543012" x="8137525" y="4259263"/>
          <p14:tracePt t="543024" x="8123238" y="4238625"/>
          <p14:tracePt t="543036" x="8110538" y="4238625"/>
          <p14:tracePt t="543047" x="8081963" y="4224338"/>
          <p14:tracePt t="543058" x="8048625" y="4224338"/>
          <p14:tracePt t="543070" x="8021638" y="4224338"/>
          <p14:tracePt t="543081" x="7953375" y="4224338"/>
          <p14:tracePt t="543092" x="7864475" y="4224338"/>
          <p14:tracePt t="543104" x="7804150" y="4224338"/>
          <p14:tracePt t="543115" x="7721600" y="4224338"/>
          <p14:tracePt t="543126" x="7634288" y="4238625"/>
          <p14:tracePt t="543137" x="7593013" y="4259263"/>
          <p14:tracePt t="543150" x="7518400" y="4271963"/>
          <p14:tracePt t="543160" x="7477125" y="4286250"/>
          <p14:tracePt t="543171" x="7462838" y="4286250"/>
          <p14:tracePt t="543183" x="7450138" y="4300538"/>
          <p14:tracePt t="543193" x="7435850" y="4300538"/>
          <p14:tracePt t="543575" x="7450138" y="4313238"/>
          <p14:tracePt t="543578" x="7462838" y="4313238"/>
          <p14:tracePt t="543587" x="7477125" y="4327525"/>
          <p14:tracePt t="543593" x="7491413" y="4327525"/>
          <p14:tracePt t="543599" x="7504113" y="4327525"/>
          <p14:tracePt t="543612" x="7518400" y="4327525"/>
          <p14:tracePt t="543631" x="7531100" y="4327525"/>
          <p14:tracePt t="543913" x="7545388" y="4327525"/>
          <p14:tracePt t="543913" x="7545388" y="4340225"/>
          <p14:tracePt t="543923" x="7566025" y="4340225"/>
          <p14:tracePt t="545679" x="7504113" y="4340225"/>
          <p14:tracePt t="545682" x="7462838" y="4340225"/>
          <p14:tracePt t="545690" x="7402513" y="4340225"/>
          <p14:tracePt t="545695" x="7375525" y="4340225"/>
          <p14:tracePt t="545701" x="7334250" y="4340225"/>
          <p14:tracePt t="545712" x="7286625" y="4340225"/>
          <p14:tracePt t="545723" x="7259638" y="4340225"/>
          <p14:tracePt t="545748" x="7245350" y="4340225"/>
          <p14:tracePt t="546838" x="7232650" y="4340225"/>
          <p14:tracePt t="546839" x="7218363" y="4340225"/>
          <p14:tracePt t="546849" x="7205663" y="4340225"/>
          <p14:tracePt t="547152" x="7205663" y="4327525"/>
          <p14:tracePt t="547175" x="7205663" y="4340225"/>
          <p14:tracePt t="547197" x="7218363" y="4340225"/>
          <p14:tracePt t="547231" x="7205663" y="4340225"/>
          <p14:tracePt t="547264" x="7191375" y="4340225"/>
          <p14:tracePt t="547276" x="7170738" y="4340225"/>
          <p14:tracePt t="547289" x="7158038" y="4340225"/>
          <p14:tracePt t="547299" x="7143750" y="4340225"/>
          <p14:tracePt t="547310" x="7116763" y="4340225"/>
          <p14:tracePt t="547322" x="7089775" y="4340225"/>
          <p14:tracePt t="547332" x="7042150" y="4340225"/>
          <p14:tracePt t="547343" x="7015163" y="4340225"/>
          <p14:tracePt t="547356" x="6986588" y="4340225"/>
          <p14:tracePt t="547366" x="6946900" y="4340225"/>
          <p14:tracePt t="547377" x="6911975" y="4340225"/>
          <p14:tracePt t="547389" x="6899275" y="4327525"/>
          <p14:tracePt t="547400" x="6872288" y="4327525"/>
          <p14:tracePt t="547412" x="6843713" y="4327525"/>
          <p14:tracePt t="547424" x="6831013" y="4327525"/>
          <p14:tracePt t="547434" x="6804025" y="4327525"/>
          <p14:tracePt t="547447" x="6769100" y="4327525"/>
          <p14:tracePt t="547458" x="6756400" y="4327525"/>
          <p14:tracePt t="547468" x="6742113" y="4327525"/>
          <p14:tracePt t="547478" x="6729413" y="4327525"/>
          <p14:tracePt t="547490" x="6700838" y="4327525"/>
          <p14:tracePt t="547512" x="6688138" y="4327525"/>
          <p14:tracePt t="548335" x="6700838" y="4327525"/>
          <p14:tracePt t="548346" x="6715125" y="4327525"/>
          <p14:tracePt t="548357" x="6729413" y="4327525"/>
          <p14:tracePt t="548378" x="6742113" y="4327525"/>
          <p14:tracePt t="548660" x="6756400" y="4327525"/>
          <p14:tracePt t="548829" x="6769100" y="4327525"/>
          <p14:tracePt t="548873" x="6783388" y="4327525"/>
          <p14:tracePt t="549121" x="6783388" y="4340225"/>
          <p14:tracePt t="549133" x="6769100" y="4340225"/>
          <p14:tracePt t="549143" x="6756400" y="4340225"/>
          <p14:tracePt t="549594" x="6769100" y="4340225"/>
          <p14:tracePt t="549627" x="6742113" y="4340225"/>
          <p14:tracePt t="549639" x="6729413" y="4340225"/>
          <p14:tracePt t="549650" x="6688138" y="4354513"/>
          <p14:tracePt t="549662" x="6626225" y="4354513"/>
          <p14:tracePt t="549672" x="6545263" y="4354513"/>
          <p14:tracePt t="549683" x="6470650" y="4354513"/>
          <p14:tracePt t="549696" x="6408738" y="4354513"/>
          <p14:tracePt t="549706" x="6327775" y="4354513"/>
          <p14:tracePt t="549717" x="6238875" y="4354513"/>
          <p14:tracePt t="549731" x="6170613" y="4367213"/>
          <p14:tracePt t="549740" x="6096000" y="4387850"/>
          <p14:tracePt t="549751" x="6007100" y="4402138"/>
          <p14:tracePt t="549765" x="5911850" y="4414838"/>
          <p14:tracePt t="549775" x="5837238" y="4429125"/>
          <p14:tracePt t="549785" x="5721350" y="4443413"/>
          <p14:tracePt t="549799" x="5592763" y="4456113"/>
          <p14:tracePt t="549808" x="5503863" y="4456113"/>
          <p14:tracePt t="550280" x="5518150" y="4456113"/>
          <p14:tracePt t="550448" x="5503863" y="4456113"/>
          <p14:tracePt t="550471" x="5491163" y="4456113"/>
          <p14:tracePt t="550484" x="5476875" y="4456113"/>
          <p14:tracePt t="550495" x="5462588" y="4456113"/>
          <p14:tracePt t="550505" x="5449888" y="4456113"/>
          <p14:tracePt t="550518" x="5435600" y="4456113"/>
          <p14:tracePt t="550528" x="5387975" y="4456113"/>
          <p14:tracePt t="550539" x="5348288" y="4456113"/>
          <p14:tracePt t="550552" x="5307013" y="4456113"/>
          <p14:tracePt t="550562" x="5232400" y="4470400"/>
          <p14:tracePt t="550572" x="5149850" y="4470400"/>
          <p14:tracePt t="550585" x="5089525" y="4470400"/>
          <p14:tracePt t="550595" x="5021263" y="4470400"/>
          <p14:tracePt t="550607" x="4959350" y="4483100"/>
          <p14:tracePt t="550619" x="4905375" y="4497388"/>
          <p14:tracePt t="550629" x="4816475" y="4497388"/>
          <p14:tracePt t="550641" x="4700588" y="4530725"/>
          <p14:tracePt t="550653" x="4557713" y="4545013"/>
          <p14:tracePt t="550663" x="4456113" y="4557713"/>
          <p14:tracePt t="550675" x="4313238" y="4572000"/>
          <p14:tracePt t="550686" x="4170363" y="4586288"/>
          <p14:tracePt t="550697" x="4068763" y="4598988"/>
          <p14:tracePt t="550708" x="3938588" y="4598988"/>
          <p14:tracePt t="550719" x="3824288" y="4598988"/>
          <p14:tracePt t="550730" x="3756025" y="4598988"/>
          <p14:tracePt t="550742" x="3681413" y="4598988"/>
          <p14:tracePt t="550763" x="3640138" y="4586288"/>
          <p14:tracePt t="550767" x="3605213" y="4586288"/>
          <p14:tracePt t="550786" x="3592513" y="4586288"/>
          <p14:tracePt t="550842" x="3578225" y="4586288"/>
          <p14:tracePt t="550876" x="3565525" y="4586288"/>
          <p14:tracePt t="550878" x="3538538" y="4586288"/>
          <p14:tracePt t="550888" x="3524250" y="4586288"/>
          <p14:tracePt t="550909" x="3497263" y="4598988"/>
          <p14:tracePt t="550913" x="3449638" y="4598988"/>
          <p14:tracePt t="550921" x="3422650" y="4598988"/>
          <p14:tracePt t="550936" x="3395663" y="4613275"/>
          <p14:tracePt t="550945" x="3360738" y="4613275"/>
          <p14:tracePt t="550956" x="3348038" y="4613275"/>
          <p14:tracePt t="550968" x="3333750" y="4625975"/>
          <p14:tracePt t="550978" x="3306763" y="4625975"/>
          <p14:tracePt t="550989" x="3292475" y="4625975"/>
          <p14:tracePt t="551011" x="3279775" y="4625975"/>
          <p14:tracePt t="551044" x="3265488" y="4625975"/>
          <p14:tracePt t="551067" x="3265488" y="4646613"/>
          <p14:tracePt t="551101" x="3265488" y="4660900"/>
          <p14:tracePt t="551123" x="3265488" y="4673600"/>
          <p14:tracePt t="551135" x="3279775" y="4687888"/>
          <p14:tracePt t="551146" x="3292475" y="4700588"/>
          <p14:tracePt t="551159" x="3319463" y="4714875"/>
          <p14:tracePt t="551170" x="3348038" y="4714875"/>
          <p14:tracePt t="551180" x="3360738" y="4729163"/>
          <p14:tracePt t="551193" x="3395663" y="4729163"/>
          <p14:tracePt t="551203" x="3422650" y="4729163"/>
          <p14:tracePt t="551213" x="3435350" y="4729163"/>
          <p14:tracePt t="551226" x="3462338" y="4729163"/>
          <p14:tracePt t="551237" x="3476625" y="4729163"/>
          <p14:tracePt t="551247" x="3509963" y="4729163"/>
          <p14:tracePt t="551259" x="3524250" y="4729163"/>
          <p14:tracePt t="551270" x="3538538" y="4729163"/>
          <p14:tracePt t="551281" x="3565525" y="4729163"/>
          <p14:tracePt t="551293" x="3578225" y="4714875"/>
          <p14:tracePt t="551304" x="3605213" y="4714875"/>
          <p14:tracePt t="551316" x="3640138" y="4700588"/>
          <p14:tracePt t="551327" x="3652838" y="4700588"/>
          <p14:tracePt t="551338" x="3667125" y="4687888"/>
          <p14:tracePt t="551350" x="3694113" y="4673600"/>
          <p14:tracePt t="551360" x="3721100" y="4660900"/>
          <p14:tracePt t="551372" x="3756025" y="4646613"/>
          <p14:tracePt t="551384" x="3795713" y="4625975"/>
          <p14:tracePt t="551395" x="3824288" y="4613275"/>
          <p14:tracePt t="551406" x="3836988" y="4598988"/>
          <p14:tracePt t="551418" x="3863975" y="4598988"/>
          <p14:tracePt t="551427" x="3884613" y="4586288"/>
          <p14:tracePt t="551439" x="3898900" y="4572000"/>
          <p14:tracePt t="551451" x="3911600" y="4557713"/>
          <p14:tracePt t="551461" x="3925888" y="4557713"/>
          <p14:tracePt t="551473" x="3925888" y="4545013"/>
          <p14:tracePt t="551484" x="3925888" y="4530725"/>
          <p14:tracePt t="551495" x="3925888" y="4518025"/>
          <p14:tracePt t="551506" x="3925888" y="4483100"/>
          <p14:tracePt t="551528" x="3925888" y="4470400"/>
          <p14:tracePt t="551540" x="3925888" y="4456113"/>
          <p14:tracePt t="551551" x="3898900" y="4443413"/>
          <p14:tracePt t="551562" x="3884613" y="4429125"/>
          <p14:tracePt t="551574" x="3824288" y="4414838"/>
          <p14:tracePt t="551585" x="3768725" y="4402138"/>
          <p14:tracePt t="551596" x="3721100" y="4402138"/>
          <p14:tracePt t="551608" x="3652838" y="4387850"/>
          <p14:tracePt t="551619" x="3565525" y="4387850"/>
          <p14:tracePt t="551630" x="3509963" y="4367213"/>
          <p14:tracePt t="551642" x="3449638" y="4367213"/>
          <p14:tracePt t="551653" x="3381375" y="4367213"/>
          <p14:tracePt t="551663" x="3319463" y="4367213"/>
          <p14:tracePt t="551675" x="3292475" y="4367213"/>
          <p14:tracePt t="551688" x="3252788" y="4367213"/>
          <p14:tracePt t="551697" x="3205163" y="4367213"/>
          <p14:tracePt t="551709" x="3176588" y="4387850"/>
          <p14:tracePt t="551720" x="3136900" y="4387850"/>
          <p14:tracePt t="551731" x="3089275" y="4402138"/>
          <p14:tracePt t="551743" x="3062288" y="4414838"/>
          <p14:tracePt t="551755" x="3021013" y="4429125"/>
          <p14:tracePt t="551766" x="2994025" y="4443413"/>
          <p14:tracePt t="551778" x="2959100" y="4456113"/>
          <p14:tracePt t="551789" x="2946400" y="4470400"/>
          <p14:tracePt t="551801" x="2932113" y="4483100"/>
          <p14:tracePt t="551811" x="2919413" y="4497388"/>
          <p14:tracePt t="551822" x="2905125" y="4518025"/>
          <p14:tracePt t="551834" x="2905125" y="4530725"/>
          <p14:tracePt t="551845" x="2890838" y="4545013"/>
          <p14:tracePt t="551867" x="2890838" y="4557713"/>
          <p14:tracePt t="551877" x="2890838" y="4572000"/>
          <p14:tracePt t="551889" x="2890838" y="4586288"/>
          <p14:tracePt t="551911" x="2890838" y="4598988"/>
          <p14:tracePt t="551923" x="2905125" y="4613275"/>
          <p14:tracePt t="551934" x="2905125" y="4625975"/>
          <p14:tracePt t="551956" x="2905125" y="4646613"/>
          <p14:tracePt t="551959" x="2919413" y="4646613"/>
          <p14:tracePt t="551969" x="2919413" y="4660900"/>
          <p14:tracePt t="551980" x="2932113" y="4673600"/>
          <p14:tracePt t="551992" x="2946400" y="4687888"/>
          <p14:tracePt t="552003" x="2959100" y="4700588"/>
          <p14:tracePt t="552013" x="2973388" y="4700588"/>
          <p14:tracePt t="552024" x="2994025" y="4714875"/>
          <p14:tracePt t="552035" x="3006725" y="4729163"/>
          <p14:tracePt t="552057" x="3033713" y="4729163"/>
          <p14:tracePt t="552068" x="3048000" y="4741863"/>
          <p14:tracePt t="552080" x="3062288" y="4741863"/>
          <p14:tracePt t="552091" x="3089275" y="4741863"/>
          <p14:tracePt t="552102" x="3122613" y="4741863"/>
          <p14:tracePt t="552113" x="3163888" y="4741863"/>
          <p14:tracePt t="552125" x="3190875" y="4741863"/>
          <p14:tracePt t="552136" x="3232150" y="4756150"/>
          <p14:tracePt t="552147" x="3279775" y="4756150"/>
          <p14:tracePt t="552159" x="3306763" y="4741863"/>
          <p14:tracePt t="552170" x="3333750" y="4741863"/>
          <p14:tracePt t="552181" x="3381375" y="4741863"/>
          <p14:tracePt t="552192" x="3408363" y="4729163"/>
          <p14:tracePt t="552204" x="3422650" y="4729163"/>
          <p14:tracePt t="552215" x="3462338" y="4714875"/>
          <p14:tracePt t="552226" x="3509963" y="4700588"/>
          <p14:tracePt t="552237" x="3538538" y="4687888"/>
          <p14:tracePt t="552249" x="3565525" y="4660900"/>
          <p14:tracePt t="552260" x="3605213" y="4646613"/>
          <p14:tracePt t="552271" x="3640138" y="4625975"/>
          <p14:tracePt t="552283" x="3667125" y="4598988"/>
          <p14:tracePt t="552294" x="3694113" y="4572000"/>
          <p14:tracePt t="552305" x="3708400" y="4557713"/>
          <p14:tracePt t="552317" x="3708400" y="4530725"/>
          <p14:tracePt t="552327" x="3708400" y="4518025"/>
          <p14:tracePt t="552339" x="3708400" y="4483100"/>
          <p14:tracePt t="552351" x="3708400" y="4470400"/>
          <p14:tracePt t="552361" x="3681413" y="4443413"/>
          <p14:tracePt t="552373" x="3652838" y="4429125"/>
          <p14:tracePt t="552384" x="3625850" y="4414838"/>
          <p14:tracePt t="552395" x="3565525" y="4402138"/>
          <p14:tracePt t="552407" x="3524250" y="4387850"/>
          <p14:tracePt t="552418" x="3476625" y="4387850"/>
          <p14:tracePt t="552429" x="3422650" y="4387850"/>
          <p14:tracePt t="552440" x="3360738" y="4402138"/>
          <p14:tracePt t="552451" x="3306763" y="4414838"/>
          <p14:tracePt t="552462" x="3279775" y="4414838"/>
          <p14:tracePt t="552474" x="3217863" y="4443413"/>
          <p14:tracePt t="552485" x="3163888" y="4456113"/>
          <p14:tracePt t="552496" x="3136900" y="4470400"/>
          <p14:tracePt t="552509" x="3089275" y="4497388"/>
          <p14:tracePt t="552519" x="3048000" y="4530725"/>
          <p14:tracePt t="552530" x="3021013" y="4557713"/>
          <p14:tracePt t="552542" x="2994025" y="4572000"/>
          <p14:tracePt t="552553" x="2973388" y="4598988"/>
          <p14:tracePt t="552564" x="2959100" y="4613275"/>
          <p14:tracePt t="552575" x="2959100" y="4625975"/>
          <p14:tracePt t="552586" x="2959100" y="4646613"/>
          <p14:tracePt t="552599" x="2959100" y="4660900"/>
          <p14:tracePt t="552609" x="2959100" y="4673600"/>
          <p14:tracePt t="552620" x="2973388" y="4687888"/>
          <p14:tracePt t="552631" x="2994025" y="4700588"/>
          <p14:tracePt t="552643" x="3006725" y="4714875"/>
          <p14:tracePt t="552655" x="3021013" y="4729163"/>
          <p14:tracePt t="552666" x="3048000" y="4741863"/>
          <p14:tracePt t="552676" x="3089275" y="4741863"/>
          <p14:tracePt t="552687" x="3122613" y="4756150"/>
          <p14:tracePt t="552699" x="3163888" y="4756150"/>
          <p14:tracePt t="552710" x="3205163" y="4756150"/>
          <p14:tracePt t="552721" x="3252788" y="4756150"/>
          <p14:tracePt t="552734" x="3292475" y="4756150"/>
          <p14:tracePt t="552744" x="3333750" y="4756150"/>
          <p14:tracePt t="552755" x="3360738" y="4756150"/>
          <p14:tracePt t="552768" x="3395663" y="4756150"/>
          <p14:tracePt t="552778" x="3435350" y="4741863"/>
          <p14:tracePt t="552790" x="3462338" y="4741863"/>
          <p14:tracePt t="552801" x="3497263" y="4729163"/>
          <p14:tracePt t="552811" x="3524250" y="4729163"/>
          <p14:tracePt t="552823" x="3551238" y="4714875"/>
          <p14:tracePt t="552834" x="3578225" y="4700588"/>
          <p14:tracePt t="552845" x="3605213" y="4700588"/>
          <p14:tracePt t="552856" x="3640138" y="4687888"/>
          <p14:tracePt t="552869" x="3681413" y="4673600"/>
          <p14:tracePt t="552879" x="3708400" y="4673600"/>
          <p14:tracePt t="552891" x="3721100" y="4660900"/>
          <p14:tracePt t="552901" x="3756025" y="4646613"/>
          <p14:tracePt t="552912" x="3756025" y="4625975"/>
          <p14:tracePt t="552924" x="3768725" y="4613275"/>
          <p14:tracePt t="552935" x="3768725" y="4598988"/>
          <p14:tracePt t="552946" x="3768725" y="4586288"/>
          <p14:tracePt t="552957" x="3756025" y="4572000"/>
          <p14:tracePt t="552969" x="3735388" y="4545013"/>
          <p14:tracePt t="552980" x="3708400" y="4518025"/>
          <p14:tracePt t="553013" x="3694113" y="4497388"/>
          <p14:tracePt t="553017" x="3652838" y="4483100"/>
          <p14:tracePt t="553026" x="3605213" y="4456113"/>
          <p14:tracePt t="553027" x="3565525" y="4443413"/>
          <p14:tracePt t="553036" x="3509963" y="4443413"/>
          <p14:tracePt t="553050" x="3449638" y="4429125"/>
          <p14:tracePt t="553060" x="3395663" y="4429125"/>
          <p14:tracePt t="553070" x="3319463" y="4429125"/>
          <p14:tracePt t="553081" x="3265488" y="4443413"/>
          <p14:tracePt t="553093" x="3190875" y="4456113"/>
          <p14:tracePt t="553104" x="3149600" y="4470400"/>
          <p14:tracePt t="553115" x="3089275" y="4497388"/>
          <p14:tracePt t="553126" x="3048000" y="4545013"/>
          <p14:tracePt t="553137" x="3021013" y="4572000"/>
          <p14:tracePt t="553150" x="2994025" y="4613275"/>
          <p14:tracePt t="553160" x="2973388" y="4646613"/>
          <p14:tracePt t="553182" x="2973388" y="4660900"/>
          <p14:tracePt t="553186" x="2973388" y="4687888"/>
          <p14:tracePt t="553195" x="2994025" y="4700588"/>
          <p14:tracePt t="553208" x="3033713" y="4729163"/>
          <p14:tracePt t="553219" x="3062288" y="4741863"/>
          <p14:tracePt t="553229" x="3122613" y="4776788"/>
          <p14:tracePt t="553241" x="3176588" y="4789488"/>
          <p14:tracePt t="553252" x="3252788" y="4789488"/>
          <p14:tracePt t="553261" x="3333750" y="4803775"/>
          <p14:tracePt t="553272" x="3435350" y="4803775"/>
          <p14:tracePt t="553284" x="3509963" y="4803775"/>
          <p14:tracePt t="553295" x="3578225" y="4789488"/>
          <p14:tracePt t="553306" x="3640138" y="4776788"/>
          <p14:tracePt t="553317" x="3667125" y="4776788"/>
          <p14:tracePt t="553328" x="3694113" y="4756150"/>
          <p14:tracePt t="553340" x="3721100" y="4729163"/>
          <p14:tracePt t="553351" x="3735388" y="4700588"/>
          <p14:tracePt t="553362" x="3756025" y="4673600"/>
          <p14:tracePt t="553374" x="3768725" y="4625975"/>
          <p14:tracePt t="553385" x="3768725" y="4572000"/>
          <p14:tracePt t="553396" x="3768725" y="4545013"/>
          <p14:tracePt t="553407" x="3756025" y="4518025"/>
          <p14:tracePt t="553419" x="3735388" y="4483100"/>
          <p14:tracePt t="553430" x="3708400" y="4456113"/>
          <p14:tracePt t="553442" x="3681413" y="4443413"/>
          <p14:tracePt t="553453" x="3625850" y="4414838"/>
          <p14:tracePt t="553464" x="3538538" y="4402138"/>
          <p14:tracePt t="553475" x="3476625" y="4402138"/>
          <p14:tracePt t="553486" x="3381375" y="4402138"/>
          <p14:tracePt t="553497" x="3279775" y="4402138"/>
          <p14:tracePt t="553508" x="3217863" y="4429125"/>
          <p14:tracePt t="553520" x="3136900" y="4456113"/>
          <p14:tracePt t="553531" x="3062288" y="4483100"/>
          <p14:tracePt t="553543" x="3006725" y="4518025"/>
          <p14:tracePt t="553554" x="2973388" y="4530725"/>
          <p14:tracePt t="553565" x="2959100" y="4557713"/>
          <p14:tracePt t="553576" x="2946400" y="4586288"/>
          <p14:tracePt t="553587" x="2932113" y="4598988"/>
          <p14:tracePt t="553600" x="2932113" y="4613275"/>
          <p14:tracePt t="553610" x="2946400" y="4646613"/>
          <p14:tracePt t="553622" x="2959100" y="4660900"/>
          <p14:tracePt t="553634" x="2994025" y="4673600"/>
          <p14:tracePt t="553644" x="3033713" y="4687888"/>
          <p14:tracePt t="553655" x="3089275" y="4714875"/>
          <p14:tracePt t="553667" x="3149600" y="4714875"/>
          <p14:tracePt t="553677" x="3232150" y="4729163"/>
          <p14:tracePt t="553689" x="3333750" y="4741863"/>
          <p14:tracePt t="553701" x="3422650" y="4741863"/>
          <p14:tracePt t="553711" x="3565525" y="4741863"/>
          <p14:tracePt t="553722" x="3694113" y="4741863"/>
          <p14:tracePt t="553734" x="3768725" y="4741863"/>
          <p14:tracePt t="553745" x="3836988" y="4729163"/>
          <p14:tracePt t="553756" x="3884613" y="4700588"/>
          <p14:tracePt t="553768" x="3911600" y="4673600"/>
          <p14:tracePt t="553779" x="3925888" y="4660900"/>
          <p14:tracePt t="553790" x="3938588" y="4625975"/>
          <p14:tracePt t="553802" x="3938588" y="4586288"/>
          <p14:tracePt t="553812" x="3925888" y="4545013"/>
          <p14:tracePt t="553824" x="3898900" y="4497388"/>
          <p14:tracePt t="553836" x="3851275" y="4456113"/>
          <p14:tracePt t="553846" x="3810000" y="4429125"/>
          <p14:tracePt t="553858" x="3735388" y="4387850"/>
          <p14:tracePt t="553870" x="3652838" y="4354513"/>
          <p14:tracePt t="553880" x="3565525" y="4327525"/>
          <p14:tracePt t="553891" x="3497263" y="4327525"/>
          <p14:tracePt t="553903" x="3408363" y="4327525"/>
          <p14:tracePt t="553913" x="3306763" y="4354513"/>
          <p14:tracePt t="553925" x="3252788" y="4367213"/>
          <p14:tracePt t="553936" x="3176588" y="4414838"/>
          <p14:tracePt t="553947" x="3122613" y="4456113"/>
          <p14:tracePt t="553959" x="3074988" y="4497388"/>
          <p14:tracePt t="553970" x="3048000" y="4545013"/>
          <p14:tracePt t="553981" x="3033713" y="4572000"/>
          <p14:tracePt t="553992" x="3033713" y="4613275"/>
          <p14:tracePt t="554003" x="3033713" y="4625975"/>
          <p14:tracePt t="554015" x="3062288" y="4660900"/>
          <p14:tracePt t="554026" x="3089275" y="4687888"/>
          <p14:tracePt t="554059" x="3149600" y="4700588"/>
          <p14:tracePt t="554063" x="3232150" y="4714875"/>
          <p14:tracePt t="554071" x="3333750" y="4729163"/>
          <p14:tracePt t="554078" x="3435350" y="4729163"/>
          <p14:tracePt t="554087" x="3605213" y="4729163"/>
          <p14:tracePt t="554095" x="3810000" y="4729163"/>
          <p14:tracePt t="554105" x="3979863" y="4700588"/>
          <p14:tracePt t="554119" x="4054475" y="4687888"/>
          <p14:tracePt t="554129" x="4110038" y="4660900"/>
          <p14:tracePt t="554140" x="4143375" y="4625975"/>
          <p14:tracePt t="554151" x="4143375" y="4613275"/>
          <p14:tracePt t="554161" x="4122738" y="4572000"/>
          <p14:tracePt t="554173" x="4081463" y="4518025"/>
          <p14:tracePt t="554184" x="4014788" y="4470400"/>
          <p14:tracePt t="554195" x="3863975" y="4402138"/>
          <p14:tracePt t="554207" x="3681413" y="4340225"/>
          <p14:tracePt t="554218" x="3462338" y="4313238"/>
          <p14:tracePt t="554229" x="3319463" y="4300538"/>
          <p14:tracePt t="554240" x="3163888" y="4313238"/>
          <p14:tracePt t="554252" x="3021013" y="4327525"/>
          <p14:tracePt t="554262" x="2959100" y="4354513"/>
          <p14:tracePt t="554274" x="2905125" y="4402138"/>
          <p14:tracePt t="554285" x="2878138" y="4443413"/>
          <p14:tracePt t="554296" x="2878138" y="4470400"/>
          <p14:tracePt t="554307" x="2878138" y="4518025"/>
          <p14:tracePt t="554319" x="2890838" y="4545013"/>
          <p14:tracePt t="554330" x="2905125" y="4572000"/>
          <p14:tracePt t="554341" x="2932113" y="4598988"/>
          <p14:tracePt t="554353" x="2959100" y="4613275"/>
          <p14:tracePt t="554363" x="3033713" y="4625975"/>
          <p14:tracePt t="554375" x="3089275" y="4646613"/>
          <p14:tracePt t="554387" x="3217863" y="4646613"/>
          <p14:tracePt t="554397" x="3408363" y="4646613"/>
          <p14:tracePt t="554408" x="3625850" y="4625975"/>
          <p14:tracePt t="554420" x="3768725" y="4598988"/>
          <p14:tracePt t="554431" x="3952875" y="4572000"/>
          <p14:tracePt t="554442" x="4054475" y="4545013"/>
          <p14:tracePt t="554454" x="4095750" y="4518025"/>
          <p14:tracePt t="554466" x="4110038" y="4483100"/>
          <p14:tracePt t="554476" x="4110038" y="4456113"/>
          <p14:tracePt t="554487" x="4095750" y="4443413"/>
          <p14:tracePt t="554499" x="4027488" y="4402138"/>
          <p14:tracePt t="554510" x="3911600" y="4340225"/>
          <p14:tracePt t="554521" x="3795713" y="4313238"/>
          <p14:tracePt t="554533" x="3565525" y="4259263"/>
          <p14:tracePt t="554543" x="3265488" y="4224338"/>
          <p14:tracePt t="554555" x="3006725" y="4224338"/>
          <p14:tracePt t="554567" x="2843213" y="4224338"/>
          <p14:tracePt t="554577" x="2687638" y="4271963"/>
          <p14:tracePt t="554588" x="2571750" y="4313238"/>
          <p14:tracePt t="554601" x="2530475" y="4354513"/>
          <p14:tracePt t="554611" x="2503488" y="4402138"/>
          <p14:tracePt t="554622" x="2503488" y="4456113"/>
          <p14:tracePt t="554634" x="2517775" y="4497388"/>
          <p14:tracePt t="554646" x="2557463" y="4557713"/>
          <p14:tracePt t="554658" x="2646363" y="4613275"/>
          <p14:tracePt t="554669" x="2735263" y="4660900"/>
          <p14:tracePt t="554679" x="2816225" y="4687888"/>
          <p14:tracePt t="554691" x="2946400" y="4714875"/>
          <p14:tracePt t="554701" x="3074988" y="4729163"/>
          <p14:tracePt t="554712" x="3176588" y="4729163"/>
          <p14:tracePt t="554724" x="3319463" y="4729163"/>
          <p14:tracePt t="554746" x="3435350" y="4714875"/>
          <p14:tracePt t="554751" x="3476625" y="4700588"/>
          <p14:tracePt t="554758" x="3524250" y="4687888"/>
          <p14:tracePt t="554770" x="3524250" y="4660900"/>
          <p14:tracePt t="554781" x="3524250" y="4625975"/>
          <p14:tracePt t="554792" x="3509963" y="4598988"/>
          <p14:tracePt t="554803" x="3449638" y="4545013"/>
          <p14:tracePt t="554814" x="3360738" y="4497388"/>
          <p14:tracePt t="554825" x="3292475" y="4470400"/>
          <p14:tracePt t="554836" x="3163888" y="4443413"/>
          <p14:tracePt t="554847" x="3033713" y="4429125"/>
          <p14:tracePt t="554859" x="2905125" y="4429125"/>
          <p14:tracePt t="554871" x="2816225" y="4443413"/>
          <p14:tracePt t="554881" x="2735263" y="4470400"/>
          <p14:tracePt t="554893" x="2687638" y="4518025"/>
          <p14:tracePt t="554904" x="2660650" y="4545013"/>
          <p14:tracePt t="554915" x="2660650" y="4572000"/>
          <p14:tracePt t="554926" x="2660650" y="4598988"/>
          <p14:tracePt t="554937" x="2687638" y="4625975"/>
          <p14:tracePt t="554949" x="2735263" y="4660900"/>
          <p14:tracePt t="554960" x="2789238" y="4687888"/>
          <p14:tracePt t="554971" x="2878138" y="4700588"/>
          <p14:tracePt t="554983" x="2932113" y="4700588"/>
          <p14:tracePt t="554994" x="3021013" y="4714875"/>
          <p14:tracePt t="555005" x="3101975" y="4714875"/>
          <p14:tracePt t="555017" x="3149600" y="4700588"/>
          <p14:tracePt t="555027" x="3176588" y="4700588"/>
          <p14:tracePt t="555038" x="3190875" y="4687888"/>
          <p14:tracePt t="555051" x="3190875" y="4673600"/>
          <p14:tracePt t="555072" x="3190875" y="4660900"/>
          <p14:tracePt t="555108" x="3190875" y="4646613"/>
          <p14:tracePt t="555118" x="3205163" y="4625975"/>
          <p14:tracePt t="555129" x="3217863" y="4625975"/>
          <p14:tracePt t="555140" x="3279775" y="4598988"/>
          <p14:tracePt t="555151" x="3395663" y="4572000"/>
          <p14:tracePt t="555162" x="3509963" y="4530725"/>
          <p14:tracePt t="555174" x="3783013" y="4443413"/>
          <p14:tracePt t="555185" x="4122738" y="4340225"/>
          <p14:tracePt t="555196" x="4545013" y="4211638"/>
          <p14:tracePt t="555208" x="4830763" y="4095750"/>
          <p14:tracePt t="555219" x="5191125" y="3967163"/>
          <p14:tracePt t="555230" x="5491163" y="3836988"/>
          <p14:tracePt t="555243" x="5646738" y="3756025"/>
          <p14:tracePt t="555253" x="5795963" y="3681413"/>
          <p14:tracePt t="555263" x="5878513" y="3625850"/>
          <p14:tracePt t="555276" x="5911850" y="3592513"/>
          <p14:tracePt t="555287" x="5926138" y="3578225"/>
          <p14:tracePt t="555297" x="5926138" y="3565525"/>
          <p14:tracePt t="555309" x="5926138" y="3551238"/>
          <p14:tracePt t="555364" x="5938838" y="3538538"/>
          <p14:tracePt t="555376" x="5967413" y="3538538"/>
          <p14:tracePt t="555387" x="5967413" y="3524250"/>
          <p14:tracePt t="555400" x="5980113" y="3524250"/>
          <p14:tracePt t="555410" x="5980113" y="3509963"/>
          <p14:tracePt t="555421" x="5980113" y="3497263"/>
          <p14:tracePt t="555433" x="5980113" y="3476625"/>
          <p14:tracePt t="555455" x="5980113" y="3462338"/>
          <p14:tracePt t="555467" x="5967413" y="3449638"/>
          <p14:tracePt t="555478" x="5953125" y="3435350"/>
          <p14:tracePt t="555489" x="5926138" y="3435350"/>
          <p14:tracePt t="555501" x="5891213" y="3422650"/>
          <p14:tracePt t="555511" x="5864225" y="3422650"/>
          <p14:tracePt t="555523" x="5824538" y="3422650"/>
          <p14:tracePt t="555534" x="5783263" y="3422650"/>
          <p14:tracePt t="555545" x="5735638" y="3435350"/>
          <p14:tracePt t="555557" x="5694363" y="3449638"/>
          <p14:tracePt t="555569" x="5634038" y="3476625"/>
          <p14:tracePt t="555579" x="5592763" y="3497263"/>
          <p14:tracePt t="555592" x="5538788" y="3524250"/>
          <p14:tracePt t="555603" x="5491163" y="3551238"/>
          <p14:tracePt t="555613" x="5476875" y="3565525"/>
          <p14:tracePt t="555625" x="5462588" y="3578225"/>
          <p14:tracePt t="555636" x="5462588" y="3592513"/>
          <p14:tracePt t="555646" x="5462588" y="3605213"/>
          <p14:tracePt t="555658" x="5476875" y="3625850"/>
          <p14:tracePt t="555669" x="5503863" y="3640138"/>
          <p14:tracePt t="555680" x="5551488" y="3652838"/>
          <p14:tracePt t="555692" x="5592763" y="3652838"/>
          <p14:tracePt t="555703" x="5646738" y="3652838"/>
          <p14:tracePt t="555714" x="5708650" y="3640138"/>
          <p14:tracePt t="555725" x="5748338" y="3625850"/>
          <p14:tracePt t="555737" x="5795963" y="3605213"/>
          <p14:tracePt t="555747" x="5810250" y="3578225"/>
          <p14:tracePt t="555760" x="5810250" y="3551238"/>
          <p14:tracePt t="555771" x="5810250" y="3538538"/>
          <p14:tracePt t="555781" x="5783263" y="3497263"/>
          <p14:tracePt t="555793" x="5735638" y="3449638"/>
          <p14:tracePt t="555804" x="5681663" y="3422650"/>
          <p14:tracePt t="555815" x="5605463" y="3408363"/>
          <p14:tracePt t="555827" x="5538788" y="3408363"/>
          <p14:tracePt t="555838" x="5476875" y="3408363"/>
          <p14:tracePt t="555850" x="5422900" y="3422650"/>
          <p14:tracePt t="555860" x="5360988" y="3449638"/>
          <p14:tracePt t="555873" x="5334000" y="3497263"/>
          <p14:tracePt t="555884" x="5319713" y="3524250"/>
          <p14:tracePt t="555895" x="5319713" y="3565525"/>
          <p14:tracePt t="555906" x="5334000" y="3592513"/>
          <p14:tracePt t="555918" x="5360988" y="3625850"/>
          <p14:tracePt t="555928" x="5422900" y="3652838"/>
          <p14:tracePt t="555939" x="5491163" y="3667125"/>
          <p14:tracePt t="555951" x="5578475" y="3667125"/>
          <p14:tracePt t="555961" x="5694363" y="3667125"/>
          <p14:tracePt t="555973" x="5824538" y="3640138"/>
          <p14:tracePt t="555984" x="5938838" y="3605213"/>
          <p14:tracePt t="555995" x="5994400" y="3578225"/>
          <p14:tracePt t="556007" x="6021388" y="3538538"/>
          <p14:tracePt t="556018" x="6042025" y="3497263"/>
          <p14:tracePt t="556028" x="6021388" y="3462338"/>
          <p14:tracePt t="556040" x="5994400" y="3422650"/>
          <p14:tracePt t="556052" x="5926138" y="3381375"/>
          <p14:tracePt t="556062" x="5851525" y="3360738"/>
          <p14:tracePt t="556074" x="5748338" y="3360738"/>
          <p14:tracePt t="556085" x="5634038" y="3360738"/>
          <p14:tracePt t="556096" x="5551488" y="3381375"/>
          <p14:tracePt t="556108" x="5491163" y="3408363"/>
          <p14:tracePt t="556119" x="5435600" y="3435350"/>
          <p14:tracePt t="556130" x="5422900" y="3462338"/>
          <p14:tracePt t="556152" x="5422900" y="3497263"/>
          <p14:tracePt t="556153" x="5422900" y="3524250"/>
          <p14:tracePt t="556163" x="5435600" y="3538538"/>
          <p14:tracePt t="556175" x="5462588" y="3565525"/>
          <p14:tracePt t="556187" x="5538788" y="3578225"/>
          <p14:tracePt t="556198" x="5605463" y="3592513"/>
          <p14:tracePt t="556210" x="5708650" y="3592513"/>
          <p14:tracePt t="556220" x="5783263" y="3592513"/>
          <p14:tracePt t="556231" x="5891213" y="3578225"/>
          <p14:tracePt t="556243" x="5967413" y="3551238"/>
          <p14:tracePt t="556254" x="6007100" y="3524250"/>
          <p14:tracePt t="556265" x="6042025" y="3497263"/>
          <p14:tracePt t="556277" x="6042025" y="3449638"/>
          <p14:tracePt t="556288" x="6021388" y="3422650"/>
          <p14:tracePt t="556300" x="5980113" y="3395663"/>
          <p14:tracePt t="556310" x="5911850" y="3348038"/>
          <p14:tracePt t="556322" x="5810250" y="3333750"/>
          <p14:tracePt t="556333" x="5735638" y="3333750"/>
          <p14:tracePt t="556344" x="5634038" y="3348038"/>
          <p14:tracePt t="556356" x="5551488" y="3360738"/>
          <p14:tracePt t="556367" x="5491163" y="3395663"/>
          <p14:tracePt t="556377" x="5449888" y="3435350"/>
          <p14:tracePt t="556390" x="5435600" y="3462338"/>
          <p14:tracePt t="556401" x="5422900" y="3497263"/>
          <p14:tracePt t="556411" x="5435600" y="3524250"/>
          <p14:tracePt t="556424" x="5462588" y="3538538"/>
          <p14:tracePt t="556435" x="5503863" y="3565525"/>
          <p14:tracePt t="556445" x="5538788" y="3565525"/>
          <p14:tracePt t="556457" x="5605463" y="3578225"/>
          <p14:tracePt t="556468" x="5681663" y="3565525"/>
          <p14:tracePt t="556478" x="5748338" y="3565525"/>
          <p14:tracePt t="556490" x="5824538" y="3538538"/>
          <p14:tracePt t="556502" x="5878513" y="3509963"/>
          <p14:tracePt t="556513" x="5891213" y="3497263"/>
          <p14:tracePt t="556525" x="5891213" y="3462338"/>
          <p14:tracePt t="556536" x="5891213" y="3435350"/>
          <p14:tracePt t="556546" x="5864225" y="3408363"/>
          <p14:tracePt t="556558" x="5837238" y="3395663"/>
          <p14:tracePt t="556569" x="5762625" y="3381375"/>
          <p14:tracePt t="556580" x="5681663" y="3381375"/>
          <p14:tracePt t="556591" x="5619750" y="3395663"/>
          <p14:tracePt t="556603" x="5538788" y="3422650"/>
          <p14:tracePt t="556613" x="5449888" y="3462338"/>
          <p14:tracePt t="556625" x="5408613" y="3497263"/>
          <p14:tracePt t="556637" x="5360988" y="3538538"/>
          <p14:tracePt t="556647" x="5334000" y="3565525"/>
          <p14:tracePt t="556659" x="5292725" y="3605213"/>
          <p14:tracePt t="556670" x="5259388" y="3667125"/>
          <p14:tracePt t="556681" x="5191125" y="3735388"/>
          <p14:tracePt t="556693" x="5075238" y="3824288"/>
          <p14:tracePt t="556704" x="4986338" y="3884613"/>
          <p14:tracePt t="556716" x="4816475" y="3967163"/>
          <p14:tracePt t="556726" x="4598988" y="4068763"/>
          <p14:tracePt t="556737" x="4443413" y="4122738"/>
          <p14:tracePt t="556749" x="4197350" y="4211638"/>
          <p14:tracePt t="556760" x="3979863" y="4300538"/>
          <p14:tracePt t="556771" x="3810000" y="4367213"/>
          <p14:tracePt t="556783" x="3694113" y="4414838"/>
          <p14:tracePt t="556793" x="3578225" y="4456113"/>
          <p14:tracePt t="556805" x="3509963" y="4483100"/>
          <p14:tracePt t="556818" x="3462338" y="4497388"/>
          <p14:tracePt t="556828" x="3435350" y="4497388"/>
          <p14:tracePt t="556839" x="3435350" y="4518025"/>
          <p14:tracePt t="556851" x="3422650" y="4518025"/>
          <p14:tracePt t="556872" x="3408363" y="4518025"/>
          <p14:tracePt t="556884" x="3395663" y="4518025"/>
          <p14:tracePt t="556895" x="3395663" y="4530725"/>
          <p14:tracePt t="556906" x="3360738" y="4530725"/>
          <p14:tracePt t="556918" x="3333750" y="4530725"/>
          <p14:tracePt t="556929" x="3306763" y="4530725"/>
          <p14:tracePt t="556940" x="3279775" y="4530725"/>
          <p14:tracePt t="556951" x="3232150" y="4530725"/>
          <p14:tracePt t="556962" x="3205163" y="4545013"/>
          <p14:tracePt t="556974" x="3163888" y="4572000"/>
          <p14:tracePt t="556985" x="3122613" y="4586288"/>
          <p14:tracePt t="556996" x="3089275" y="4625975"/>
          <p14:tracePt t="557008" x="3062288" y="4646613"/>
          <p14:tracePt t="557019" x="3033713" y="4687888"/>
          <p14:tracePt t="557030" x="3021013" y="4714875"/>
          <p14:tracePt t="557042" x="3006725" y="4741863"/>
          <p14:tracePt t="557053" x="3006725" y="4776788"/>
          <p14:tracePt t="557063" x="3021013" y="4789488"/>
          <p14:tracePt t="557076" x="3021013" y="4803775"/>
          <p14:tracePt t="557086" x="3033713" y="4816475"/>
          <p14:tracePt t="557097" x="3048000" y="4816475"/>
          <p14:tracePt t="557109" x="3033713" y="4816475"/>
          <p14:tracePt t="557278" x="3048000" y="4816475"/>
          <p14:tracePt t="557289" x="3062288" y="4803775"/>
          <p14:tracePt t="557301" x="3101975" y="4803775"/>
          <p14:tracePt t="557312" x="3136900" y="4789488"/>
          <p14:tracePt t="557323" x="3149600" y="4789488"/>
          <p14:tracePt t="557334" x="3163888" y="4789488"/>
          <p14:tracePt t="557346" x="3176588" y="4789488"/>
          <p14:tracePt t="557356" x="3176588" y="4776788"/>
          <p14:tracePt t="557367" x="3190875" y="4756150"/>
          <p14:tracePt t="557380" x="3205163" y="4756150"/>
          <p14:tracePt t="557390" x="3217863" y="4741863"/>
          <p14:tracePt t="557401" x="3232150" y="4729163"/>
          <p14:tracePt t="557413" x="3265488" y="4714875"/>
          <p14:tracePt t="557424" x="3292475" y="4687888"/>
          <p14:tracePt t="557435" x="3306763" y="4673600"/>
          <p14:tracePt t="557447" x="3319463" y="4646613"/>
          <p14:tracePt t="557458" x="3319463" y="4625975"/>
          <p14:tracePt t="557469" x="3333750" y="4598988"/>
          <p14:tracePt t="557481" x="3348038" y="4572000"/>
          <p14:tracePt t="557491" x="3348038" y="4557713"/>
          <p14:tracePt t="557503" x="3348038" y="4545013"/>
          <p14:tracePt t="557515" x="3348038" y="4530725"/>
          <p14:tracePt t="557525" x="3333750" y="4518025"/>
          <p14:tracePt t="557538" x="3333750" y="4497388"/>
          <p14:tracePt t="557549" x="3319463" y="4483100"/>
          <p14:tracePt t="557625" x="3319463" y="4497388"/>
          <p14:tracePt t="557670" x="3333750" y="4497388"/>
          <p14:tracePt t="557738" x="3348038" y="4483100"/>
          <p14:tracePt t="557761" x="3360738" y="4470400"/>
          <p14:tracePt t="557829" x="3381375" y="4470400"/>
          <p14:tracePt t="557851" x="3395663" y="4483100"/>
          <p14:tracePt t="557864" x="3395663" y="4497388"/>
          <p14:tracePt t="557875" x="3408363" y="4497388"/>
          <p14:tracePt t="557885" x="3422650" y="4518025"/>
          <p14:tracePt t="557898" x="3435350" y="4518025"/>
          <p14:tracePt t="557930" x="3449638" y="4518025"/>
          <p14:tracePt t="557985" x="3462338" y="4518025"/>
          <p14:tracePt t="558020" x="3476625" y="4518025"/>
          <p14:tracePt t="558042" x="3497263" y="4518025"/>
          <p14:tracePt t="558053" x="3509963" y="4518025"/>
          <p14:tracePt t="558065" x="3524250" y="4518025"/>
          <p14:tracePt t="558076" x="3538538" y="4518025"/>
          <p14:tracePt t="558087" x="3551238" y="4518025"/>
          <p14:tracePt t="558099" x="3565525" y="4530725"/>
          <p14:tracePt t="558122" x="3578225" y="4530725"/>
          <p14:tracePt t="558155" x="3592513" y="4530725"/>
          <p14:tracePt t="558289" x="3592513" y="4518025"/>
          <p14:tracePt t="558413" x="3592513" y="4497388"/>
          <p14:tracePt t="558514" x="3605213" y="4497388"/>
          <p14:tracePt t="558559" x="3605213" y="4483100"/>
          <p14:tracePt t="558604" x="3625850" y="4483100"/>
          <p14:tracePt t="558638" x="3640138" y="4483100"/>
          <p14:tracePt t="558650" x="3640138" y="4470400"/>
          <p14:tracePt t="558694" x="3652838" y="4470400"/>
          <p14:tracePt t="558717" x="3667125" y="4483100"/>
          <p14:tracePt t="558739" x="3681413" y="4483100"/>
          <p14:tracePt t="558751" x="3694113" y="4497388"/>
          <p14:tracePt t="558763" x="3708400" y="4497388"/>
          <p14:tracePt t="558774" x="3708400" y="4518025"/>
          <p14:tracePt t="558785" x="3721100" y="4518025"/>
          <p14:tracePt t="558807" x="3721100" y="4530725"/>
          <p14:tracePt t="558875" x="3735388" y="4518025"/>
          <p14:tracePt t="558897" x="3735388" y="4497388"/>
          <p14:tracePt t="558909" x="3756025" y="4497388"/>
          <p14:tracePt t="558920" x="3756025" y="4483100"/>
          <p14:tracePt t="558934" x="3768725" y="4470400"/>
          <p14:tracePt t="558965" x="3768725" y="4456113"/>
          <p14:tracePt t="559043" x="3768725" y="4470400"/>
          <p14:tracePt t="559077" x="3768725" y="4483100"/>
          <p14:tracePt t="559110" x="3768725" y="4497388"/>
          <p14:tracePt t="559302" x="3783013" y="4497388"/>
          <p14:tracePt t="559305" x="3783013" y="4518025"/>
          <p14:tracePt t="559314" x="3795713" y="4518025"/>
          <p14:tracePt t="559318" x="3810000" y="4530725"/>
          <p14:tracePt t="559325" x="3824288" y="4530725"/>
          <p14:tracePt t="559337" x="3836988" y="4545013"/>
          <p14:tracePt t="559348" x="3836988" y="4557713"/>
          <p14:tracePt t="559359" x="3824288" y="4572000"/>
          <p14:tracePt t="559684" x="3836988" y="4572000"/>
          <p14:tracePt t="559741" x="3851275" y="4586288"/>
          <p14:tracePt t="559752" x="3863975" y="4586288"/>
          <p14:tracePt t="559765" x="3884613" y="4586288"/>
          <p14:tracePt t="559864" x="3898900" y="4586288"/>
          <p14:tracePt t="560292" x="3884613" y="4572000"/>
          <p14:tracePt t="560304" x="3863975" y="4572000"/>
          <p14:tracePt t="560551" x="3884613" y="4586288"/>
          <p14:tracePt t="560562" x="3911600" y="4586288"/>
          <p14:tracePt t="560573" x="3938588" y="4586288"/>
          <p14:tracePt t="560585" x="3952875" y="4586288"/>
          <p14:tracePt t="560607" x="3967163" y="4586288"/>
          <p14:tracePt t="560619" x="3979863" y="4586288"/>
          <p14:tracePt t="560630" x="4014788" y="4586288"/>
          <p14:tracePt t="560643" x="4027488" y="4586288"/>
          <p14:tracePt t="560653" x="4054475" y="4586288"/>
          <p14:tracePt t="560663" x="4081463" y="4586288"/>
          <p14:tracePt t="560677" x="4095750" y="4586288"/>
          <p14:tracePt t="560687" x="4110038" y="4586288"/>
          <p14:tracePt t="560698" x="4122738" y="4586288"/>
          <p14:tracePt t="560710" x="4143375" y="4572000"/>
          <p14:tracePt t="560731" x="4157663" y="4572000"/>
          <p14:tracePt t="560776" x="4143375" y="4572000"/>
          <p14:tracePt t="560787" x="4122738" y="4572000"/>
          <p14:tracePt t="560799" x="4095750" y="4572000"/>
          <p14:tracePt t="560811" x="4068763" y="4572000"/>
          <p14:tracePt t="560821" x="4014788" y="4572000"/>
          <p14:tracePt t="560833" x="3967163" y="4572000"/>
          <p14:tracePt t="560845" x="3898900" y="4557713"/>
          <p14:tracePt t="560856" x="3824288" y="4557713"/>
          <p14:tracePt t="560867" x="3768725" y="4557713"/>
          <p14:tracePt t="560879" x="3694113" y="4557713"/>
          <p14:tracePt t="560889" x="3652838" y="4557713"/>
          <p14:tracePt t="560901" x="3605213" y="4557713"/>
          <p14:tracePt t="560912" x="3592513" y="4557713"/>
          <p14:tracePt t="560922" x="3578225" y="4557713"/>
          <p14:tracePt t="560934" x="3565525" y="4557713"/>
          <p14:tracePt t="560967" x="3551238" y="4557713"/>
          <p14:tracePt t="561012" x="3538538" y="4557713"/>
          <p14:tracePt t="561079" x="3524250" y="4557713"/>
          <p14:tracePt t="561090" x="3509963" y="4557713"/>
          <p14:tracePt t="561104" x="3497263" y="4557713"/>
          <p14:tracePt t="561113" x="3476625" y="4557713"/>
          <p14:tracePt t="561169" x="3476625" y="4545013"/>
          <p14:tracePt t="561182" x="3497263" y="4545013"/>
          <p14:tracePt t="561203" x="3509963" y="4545013"/>
          <p14:tracePt t="561216" x="3538538" y="4545013"/>
          <p14:tracePt t="561228" x="3551238" y="4545013"/>
          <p14:tracePt t="561248" x="3565525" y="4545013"/>
          <p14:tracePt t="561304" x="3551238" y="4545013"/>
          <p14:tracePt t="561327" x="3538538" y="4545013"/>
          <p14:tracePt t="561338" x="3509963" y="4545013"/>
          <p14:tracePt t="561349" x="3476625" y="4545013"/>
          <p14:tracePt t="561362" x="3449638" y="4545013"/>
          <p14:tracePt t="561373" x="3422650" y="4545013"/>
          <p14:tracePt t="561394" x="3395663" y="4545013"/>
          <p14:tracePt t="561398" x="3381375" y="4545013"/>
          <p14:tracePt t="561406" x="3360738" y="4545013"/>
          <p14:tracePt t="561418" x="3348038" y="4545013"/>
          <p14:tracePt t="561588" x="3333750" y="4545013"/>
          <p14:tracePt t="561597" x="3319463" y="4545013"/>
          <p14:tracePt t="561621" x="3306763" y="4545013"/>
          <p14:tracePt t="561642" x="3292475" y="4545013"/>
          <p14:tracePt t="561698" x="3279775" y="4545013"/>
          <p14:tracePt t="561732" x="3265488" y="4545013"/>
          <p14:tracePt t="561766" x="3252788" y="4545013"/>
          <p14:tracePt t="561799" x="3232150" y="4545013"/>
          <p14:tracePt t="561878" x="3252788" y="4545013"/>
          <p14:tracePt t="561890" x="3265488" y="4557713"/>
          <p14:tracePt t="561901" x="3292475" y="4557713"/>
          <p14:tracePt t="561913" x="3319463" y="4557713"/>
          <p14:tracePt t="561923" x="3333750" y="4557713"/>
          <p14:tracePt t="561935" x="3348038" y="4557713"/>
          <p14:tracePt t="561946" x="3360738" y="4557713"/>
          <p14:tracePt t="562002" x="3348038" y="4557713"/>
          <p14:tracePt t="562014" x="3333750" y="4557713"/>
          <p14:tracePt t="562025" x="3319463" y="4557713"/>
          <p14:tracePt t="562036" x="3306763" y="4557713"/>
          <p14:tracePt t="562047" x="3292475" y="4557713"/>
          <p14:tracePt t="562060" x="3279775" y="4557713"/>
          <p14:tracePt t="562070" x="3265488" y="4557713"/>
          <p14:tracePt t="562125" x="3279775" y="4557713"/>
          <p14:tracePt t="562159" x="3292475" y="4557713"/>
          <p14:tracePt t="562171" x="3306763" y="4557713"/>
          <p14:tracePt t="562193" x="3333750" y="4557713"/>
          <p14:tracePt t="562205" x="3360738" y="4557713"/>
          <p14:tracePt t="562216" x="3381375" y="4557713"/>
          <p14:tracePt t="562230" x="3395663" y="4557713"/>
          <p14:tracePt t="562283" x="3381375" y="4557713"/>
          <p14:tracePt t="562305" x="3360738" y="4557713"/>
          <p14:tracePt t="562317" x="3348038" y="4557713"/>
          <p14:tracePt t="562339" x="3333750" y="4557713"/>
          <p14:tracePt t="562384" x="3348038" y="4557713"/>
          <p14:tracePt t="562397" x="3360738" y="4557713"/>
          <p14:tracePt t="562408" x="3381375" y="4557713"/>
          <p14:tracePt t="562418" x="3395663" y="4557713"/>
          <p14:tracePt t="562441" x="3408363" y="4557713"/>
          <p14:tracePt t="562508" x="3395663" y="4557713"/>
          <p14:tracePt t="562531" x="3381375" y="4557713"/>
          <p14:tracePt t="562598" x="3395663" y="4557713"/>
          <p14:tracePt t="562610" x="3408363" y="4557713"/>
          <p14:tracePt t="562621" x="3435350" y="4557713"/>
          <p14:tracePt t="562632" x="3449638" y="4557713"/>
          <p14:tracePt t="562643" x="3462338" y="4572000"/>
          <p14:tracePt t="562655" x="3476625" y="4572000"/>
          <p14:tracePt t="562699" x="3462338" y="4572000"/>
          <p14:tracePt t="562711" x="3449638" y="4572000"/>
          <p14:tracePt t="562735" x="3449638" y="4557713"/>
          <p14:tracePt t="562789" x="3462338" y="4557713"/>
          <p14:tracePt t="562801" x="3476625" y="4572000"/>
          <p14:tracePt t="562815" x="3524250" y="4572000"/>
          <p14:tracePt t="562824" x="3551238" y="4572000"/>
          <p14:tracePt t="562835" x="3625850" y="4572000"/>
          <p14:tracePt t="562848" x="3721100" y="4572000"/>
          <p14:tracePt t="562859" x="3836988" y="4572000"/>
          <p14:tracePt t="562868" x="4014788" y="4572000"/>
          <p14:tracePt t="562881" x="4197350" y="4572000"/>
          <p14:tracePt t="562891" x="4313238" y="4572000"/>
          <p14:tracePt t="562904" x="4443413" y="4572000"/>
          <p14:tracePt t="562915" x="4545013" y="4557713"/>
          <p14:tracePt t="562926" x="4613275" y="4557713"/>
          <p14:tracePt t="562937" x="4646613" y="4557713"/>
          <p14:tracePt t="562949" x="4673600" y="4557713"/>
          <p14:tracePt t="562958" x="4687888" y="4557713"/>
          <p14:tracePt t="563059" x="4660900" y="4557713"/>
          <p14:tracePt t="563072" x="4625975" y="4557713"/>
          <p14:tracePt t="563083" x="4598988" y="4557713"/>
          <p14:tracePt t="563094" x="4557713" y="4557713"/>
          <p14:tracePt t="563105" x="4497388" y="4557713"/>
          <p14:tracePt t="563116" x="4456113" y="4557713"/>
          <p14:tracePt t="563127" x="4402138" y="4545013"/>
          <p14:tracePt t="563139" x="4367213" y="4545013"/>
          <p14:tracePt t="563151" x="4354513" y="4545013"/>
          <p14:tracePt t="563217" x="4354513" y="4557713"/>
          <p14:tracePt t="563228" x="4367213" y="4557713"/>
          <p14:tracePt t="563240" x="4387850" y="4557713"/>
          <p14:tracePt t="563253" x="4402138" y="4557713"/>
          <p14:tracePt t="563263" x="4429125" y="4557713"/>
          <p14:tracePt t="563275" x="4456113" y="4557713"/>
          <p14:tracePt t="563285" x="4483100" y="4572000"/>
          <p14:tracePt t="563296" x="4530725" y="4572000"/>
          <p14:tracePt t="563308" x="4545013" y="4572000"/>
          <p14:tracePt t="563319" x="4557713" y="4572000"/>
          <p14:tracePt t="563397" x="4545013" y="4572000"/>
          <p14:tracePt t="563409" x="4530725" y="4572000"/>
          <p14:tracePt t="563420" x="4518025" y="4572000"/>
          <p14:tracePt t="563431" x="4470400" y="4572000"/>
          <p14:tracePt t="563443" x="4443413" y="4572000"/>
          <p14:tracePt t="563454" x="4414838" y="4572000"/>
          <p14:tracePt t="563465" x="4402138" y="4572000"/>
          <p14:tracePt t="563532" x="4414838" y="4572000"/>
          <p14:tracePt t="563544" x="4429125" y="4572000"/>
          <p14:tracePt t="563555" x="4443413" y="4572000"/>
          <p14:tracePt t="563566" x="4470400" y="4572000"/>
          <p14:tracePt t="563578" x="4483100" y="4572000"/>
          <p14:tracePt t="563589" x="4518025" y="4572000"/>
          <p14:tracePt t="563667" x="4497388" y="4572000"/>
          <p14:tracePt t="563690" x="4483100" y="4572000"/>
          <p14:tracePt t="563701" x="4470400" y="4572000"/>
          <p14:tracePt t="563714" x="4456113" y="4572000"/>
          <p14:tracePt t="563971" x="4470400" y="4572000"/>
          <p14:tracePt t="563983" x="4483100" y="4572000"/>
          <p14:tracePt t="564578" x="4497388" y="4572000"/>
          <p14:tracePt t="564592" x="4530725" y="4572000"/>
          <p14:tracePt t="564612" x="4545013" y="4572000"/>
          <p14:tracePt t="564679" x="4545013" y="4586288"/>
          <p14:tracePt t="564724" x="4557713" y="4586288"/>
          <p14:tracePt t="564747" x="4572000" y="4586288"/>
          <p14:tracePt t="564759" x="4586288" y="4586288"/>
          <p14:tracePt t="564770" x="4598988" y="4586288"/>
          <p14:tracePt t="564783" x="4613275" y="4586288"/>
          <p14:tracePt t="564793" x="4625975" y="4586288"/>
          <p14:tracePt t="565411" x="4646613" y="4586288"/>
          <p14:tracePt t="565414" x="4660900" y="4586288"/>
          <p14:tracePt t="565423" x="4673600" y="4586288"/>
          <p14:tracePt t="565434" x="4687888" y="4586288"/>
          <p14:tracePt t="565445" x="4700588" y="4586288"/>
          <p14:tracePt t="565456" x="4714875" y="4586288"/>
          <p14:tracePt t="565468" x="4729163" y="4586288"/>
          <p14:tracePt t="565793" x="4741863" y="4586288"/>
          <p14:tracePt t="565804" x="4756150" y="4586288"/>
          <p14:tracePt t="565817" x="4776788" y="4586288"/>
          <p14:tracePt t="565827" x="4789488" y="4586288"/>
          <p14:tracePt t="565839" x="4803775" y="4586288"/>
          <p14:tracePt t="565861" x="4816475" y="4586288"/>
          <p14:tracePt t="566041" x="4830763" y="4586288"/>
          <p14:tracePt t="566074" x="4843463" y="4586288"/>
          <p14:tracePt t="566412" x="4857750" y="4586288"/>
          <p14:tracePt t="566424" x="4872038" y="4586288"/>
          <p14:tracePt t="566435" x="4884738" y="4586288"/>
          <p14:tracePt t="566446" x="4919663" y="4586288"/>
          <p14:tracePt t="566468" x="4932363" y="4586288"/>
          <p14:tracePt t="566491" x="4946650" y="4586288"/>
          <p14:tracePt t="566660" x="4959350" y="4586288"/>
          <p14:tracePt t="566693" x="4973638" y="4586288"/>
          <p14:tracePt t="566716" x="4986338" y="4586288"/>
          <p14:tracePt t="566941" x="5000625" y="4586288"/>
          <p14:tracePt t="566955" x="5021263" y="4586288"/>
          <p14:tracePt t="566997" x="5033963" y="4586288"/>
          <p14:tracePt t="567177" x="5048250" y="4586288"/>
          <p14:tracePt t="568191" x="5033963" y="4586288"/>
          <p14:tracePt t="568201" x="5000625" y="4586288"/>
          <p14:tracePt t="568471" x="5000625" y="4598988"/>
          <p14:tracePt t="568493" x="5021263" y="4598988"/>
          <p14:tracePt t="568505" x="5000625" y="4598988"/>
          <p14:tracePt t="568517" x="4986338" y="4598988"/>
          <p14:tracePt t="568527" x="4973638" y="4598988"/>
          <p14:tracePt t="568541" x="4946650" y="4598988"/>
          <p14:tracePt t="568550" x="4919663" y="4586288"/>
          <p14:tracePt t="568561" x="4884738" y="4586288"/>
          <p14:tracePt t="568575" x="4843463" y="4586288"/>
          <p14:tracePt t="568585" x="4803775" y="4586288"/>
          <p14:tracePt t="568595" x="4776788" y="4586288"/>
          <p14:tracePt t="568608" x="4729163" y="4598988"/>
          <p14:tracePt t="568619" x="4700588" y="4598988"/>
          <p14:tracePt t="568628" x="4673600" y="4598988"/>
          <p14:tracePt t="568641" x="4625975" y="4613275"/>
          <p14:tracePt t="568652" x="4598988" y="4613275"/>
          <p14:tracePt t="568664" x="4557713" y="4613275"/>
          <p14:tracePt t="568675" x="4530725" y="4613275"/>
          <p14:tracePt t="568685" x="4497388" y="4613275"/>
          <p14:tracePt t="568697" x="4470400" y="4625975"/>
          <p14:tracePt t="568708" x="4443413" y="4625975"/>
          <p14:tracePt t="568741" x="4414838" y="4625975"/>
          <p14:tracePt t="568744" x="4402138" y="4625975"/>
          <p14:tracePt t="568753" x="4387850" y="4625975"/>
          <p14:tracePt t="568759" x="4367213" y="4625975"/>
          <p14:tracePt t="568909" x="4387850" y="4625975"/>
          <p14:tracePt t="569033" x="4402138" y="4625975"/>
          <p14:tracePt t="569055" x="4414838" y="4625975"/>
          <p14:tracePt t="569078" x="4429125" y="4625975"/>
          <p14:tracePt t="569101" x="4443413" y="4625975"/>
          <p14:tracePt t="569326" x="4429125" y="4625975"/>
          <p14:tracePt t="569360" x="4414838" y="4625975"/>
          <p14:tracePt t="569471" x="4429125" y="4613275"/>
          <p14:tracePt t="569551" x="4443413" y="4613275"/>
          <p14:tracePt t="569573" x="4456113" y="4613275"/>
          <p14:tracePt t="569586" x="4470400" y="4613275"/>
          <p14:tracePt t="569596" x="4483100" y="4613275"/>
          <p14:tracePt t="569607" x="4497388" y="4613275"/>
          <p14:tracePt t="569620" x="4545013" y="4613275"/>
          <p14:tracePt t="569630" x="4586288" y="4613275"/>
          <p14:tracePt t="569641" x="4613275" y="4625975"/>
          <p14:tracePt t="569653" x="4660900" y="4625975"/>
          <p14:tracePt t="569664" x="4700588" y="4625975"/>
          <p14:tracePt t="569675" x="4756150" y="4625975"/>
          <p14:tracePt t="569687" x="4789488" y="4625975"/>
          <p14:tracePt t="569697" x="4816475" y="4625975"/>
          <p14:tracePt t="569709" x="4843463" y="4625975"/>
          <p14:tracePt t="569720" x="4872038" y="4625975"/>
          <p14:tracePt t="569732" x="4884738" y="4625975"/>
          <p14:tracePt t="569743" x="4905375" y="4625975"/>
          <p14:tracePt t="569755" x="4919663" y="4625975"/>
          <p14:tracePt t="569766" x="4932363" y="4625975"/>
          <p14:tracePt t="569821" x="4919663" y="4625975"/>
          <p14:tracePt t="569845" x="4884738" y="4625975"/>
          <p14:tracePt t="569855" x="4843463" y="4625975"/>
          <p14:tracePt t="569866" x="4803775" y="4625975"/>
          <p14:tracePt t="569879" x="4741863" y="4625975"/>
          <p14:tracePt t="569889" x="4673600" y="4613275"/>
          <p14:tracePt t="569902" x="4613275" y="4613275"/>
          <p14:tracePt t="569913" x="4557713" y="4613275"/>
          <p14:tracePt t="569922" x="4497388" y="4598988"/>
          <p14:tracePt t="569935" x="4470400" y="4598988"/>
          <p14:tracePt t="569946" x="4456113" y="4598988"/>
          <p14:tracePt t="569957" x="4443413" y="4598988"/>
          <p14:tracePt t="570069" x="4456113" y="4598988"/>
          <p14:tracePt t="570080" x="4483100" y="4598988"/>
          <p14:tracePt t="570092" x="4497388" y="4598988"/>
          <p14:tracePt t="570103" x="4545013" y="4598988"/>
          <p14:tracePt t="570114" x="4598988" y="4598988"/>
          <p14:tracePt t="570125" x="4646613" y="4613275"/>
          <p14:tracePt t="570137" x="4714875" y="4613275"/>
          <p14:tracePt t="570148" x="4776788" y="4613275"/>
          <p14:tracePt t="570159" x="4830763" y="4613275"/>
          <p14:tracePt t="570171" x="4857750" y="4613275"/>
          <p14:tracePt t="570182" x="4905375" y="4613275"/>
          <p14:tracePt t="570193" x="4932363" y="4613275"/>
          <p14:tracePt t="570204" x="4946650" y="4613275"/>
          <p14:tracePt t="570216" x="4959350" y="4613275"/>
          <p14:tracePt t="570282" x="4946650" y="4613275"/>
          <p14:tracePt t="570293" x="4919663" y="4613275"/>
          <p14:tracePt t="570306" x="4872038" y="4613275"/>
          <p14:tracePt t="570317" x="4816475" y="4613275"/>
          <p14:tracePt t="570327" x="4741863" y="4613275"/>
          <p14:tracePt t="570339" x="4673600" y="4598988"/>
          <p14:tracePt t="570350" x="4598988" y="4598988"/>
          <p14:tracePt t="570361" x="4530725" y="4598988"/>
          <p14:tracePt t="570373" x="4470400" y="4598988"/>
          <p14:tracePt t="570384" x="4443413" y="4598988"/>
          <p14:tracePt t="570395" x="4429125" y="4598988"/>
          <p14:tracePt t="570407" x="4414838" y="4598988"/>
          <p14:tracePt t="570484" x="4429125" y="4598988"/>
          <p14:tracePt t="570496" x="4456113" y="4598988"/>
          <p14:tracePt t="570508" x="4497388" y="4598988"/>
          <p14:tracePt t="570520" x="4557713" y="4598988"/>
          <p14:tracePt t="570530" x="4646613" y="4598988"/>
          <p14:tracePt t="570542" x="4700588" y="4598988"/>
          <p14:tracePt t="570553" x="4789488" y="4598988"/>
          <p14:tracePt t="570563" x="4857750" y="4598988"/>
          <p14:tracePt t="570575" x="4905375" y="4598988"/>
          <p14:tracePt t="570586" x="4946650" y="4598988"/>
          <p14:tracePt t="570597" x="4959350" y="4598988"/>
          <p14:tracePt t="570610" x="4973638" y="4598988"/>
          <p14:tracePt t="570699" x="4932363" y="4598988"/>
          <p14:tracePt t="570709" x="4872038" y="4598988"/>
          <p14:tracePt t="570721" x="4816475" y="4598988"/>
          <p14:tracePt t="570735" x="4756150" y="4598988"/>
          <p14:tracePt t="570745" x="4673600" y="4598988"/>
          <p14:tracePt t="570758" x="4613275" y="4598988"/>
          <p14:tracePt t="570767" x="4557713" y="4598988"/>
          <p14:tracePt t="570777" x="4518025" y="4598988"/>
          <p14:tracePt t="570790" x="4497388" y="4598988"/>
          <p14:tracePt t="570889" x="4530725" y="4598988"/>
          <p14:tracePt t="570912" x="4545013" y="4598988"/>
          <p14:tracePt t="570914" x="4572000" y="4598988"/>
          <p14:tracePt t="570924" x="4613275" y="4598988"/>
          <p14:tracePt t="570935" x="4673600" y="4598988"/>
          <p14:tracePt t="570946" x="4700588" y="4598988"/>
          <p14:tracePt t="570958" x="4756150" y="4598988"/>
          <p14:tracePt t="570969" x="4803775" y="4613275"/>
          <p14:tracePt t="570980" x="4843463" y="4613275"/>
          <p14:tracePt t="570993" x="4872038" y="4613275"/>
          <p14:tracePt t="571003" x="4919663" y="4613275"/>
          <p14:tracePt t="571014" x="4946650" y="4613275"/>
          <p14:tracePt t="571025" x="4973638" y="4613275"/>
          <p14:tracePt t="571036" x="4986338" y="4613275"/>
          <p14:tracePt t="571048" x="5021263" y="4613275"/>
          <p14:tracePt t="571125" x="5000625" y="4613275"/>
          <p14:tracePt t="571137" x="4986338" y="4598988"/>
          <p14:tracePt t="571150" x="4959350" y="4598988"/>
          <p14:tracePt t="571161" x="4932363" y="4598988"/>
          <p14:tracePt t="571171" x="4884738" y="4598988"/>
          <p14:tracePt t="571182" x="4830763" y="4598988"/>
          <p14:tracePt t="571194" x="4776788" y="4598988"/>
          <p14:tracePt t="571205" x="4714875" y="4598988"/>
          <p14:tracePt t="571217" x="4687888" y="4598988"/>
          <p14:tracePt t="571228" x="4660900" y="4598988"/>
          <p14:tracePt t="571238" x="4625975" y="4598988"/>
          <p14:tracePt t="571250" x="4613275" y="4598988"/>
          <p14:tracePt t="571261" x="4598988" y="4598988"/>
          <p14:tracePt t="571272" x="4586288" y="4598988"/>
          <p14:tracePt t="571284" x="4572000" y="4598988"/>
          <p14:tracePt t="571306" x="4557713" y="4598988"/>
          <p14:tracePt t="571384" x="4572000" y="4598988"/>
          <p14:tracePt t="571407" x="4586288" y="4598988"/>
          <p14:tracePt t="571430" x="4613275" y="4598988"/>
          <p14:tracePt t="571442" x="4625975" y="4598988"/>
          <p14:tracePt t="571453" x="4660900" y="4598988"/>
          <p14:tracePt t="571465" x="4673600" y="4598988"/>
          <p14:tracePt t="571477" x="4700588" y="4598988"/>
          <p14:tracePt t="571486" x="4729163" y="4598988"/>
          <p14:tracePt t="571499" x="4741863" y="4598988"/>
          <p14:tracePt t="571511" x="4756150" y="4598988"/>
          <p14:tracePt t="571531" x="4776788" y="4598988"/>
          <p14:tracePt t="571880" x="4789488" y="4598988"/>
          <p14:tracePt t="571892" x="4816475" y="4598988"/>
          <p14:tracePt t="571903" x="4830763" y="4598988"/>
          <p14:tracePt t="571914" x="4843463" y="4613275"/>
          <p14:tracePt t="571937" x="4857750" y="4613275"/>
          <p14:tracePt t="571948" x="4872038" y="4613275"/>
          <p14:tracePt t="572014" x="4884738" y="4613275"/>
          <p14:tracePt t="572026" x="4905375" y="4613275"/>
          <p14:tracePt t="572048" x="4919663" y="4613275"/>
          <p14:tracePt t="572060" x="4932363" y="4613275"/>
          <p14:tracePt t="572073" x="4946650" y="4613275"/>
          <p14:tracePt t="572082" x="4959350" y="4613275"/>
          <p14:tracePt t="572105" x="4973638" y="4613275"/>
          <p14:tracePt t="572117" x="4986338" y="4613275"/>
          <p14:tracePt t="572138" x="5000625" y="4613275"/>
          <p14:tracePt t="572150" x="5000625" y="4598988"/>
          <p14:tracePt t="572206" x="5021263" y="4598988"/>
          <p14:tracePt t="572250" x="5033963" y="4613275"/>
          <p14:tracePt t="572284" x="5048250" y="4613275"/>
          <p14:tracePt t="572307" x="5062538" y="4613275"/>
          <p14:tracePt t="572318" x="5075238" y="4613275"/>
          <p14:tracePt t="572341" x="5089525" y="4613275"/>
          <p14:tracePt t="572352" x="5102225" y="4613275"/>
          <p14:tracePt t="572364" x="5116513" y="4613275"/>
          <p14:tracePt t="572869" x="5102225" y="4613275"/>
          <p14:tracePt t="572883" x="5062538" y="4598988"/>
          <p14:tracePt t="572884" x="5000625" y="4598988"/>
          <p14:tracePt t="572892" x="4946650" y="4598988"/>
          <p14:tracePt t="572896" x="4884738" y="4598988"/>
          <p14:tracePt t="572903" x="4830763" y="4613275"/>
          <p14:tracePt t="572937" x="4776788" y="4613275"/>
          <p14:tracePt t="572940" x="4756150" y="4613275"/>
          <p14:tracePt t="572950" x="4741863" y="4613275"/>
          <p14:tracePt t="573004" x="4756150" y="4613275"/>
          <p14:tracePt t="573027" x="4776788" y="4613275"/>
          <p14:tracePt t="573039" x="4789488" y="4613275"/>
          <p14:tracePt t="573051" x="4803775" y="4613275"/>
          <p14:tracePt t="573062" x="4830763" y="4613275"/>
          <p14:tracePt t="573073" x="4843463" y="4598988"/>
          <p14:tracePt t="573084" x="4857750" y="4598988"/>
          <p14:tracePt t="573096" x="4872038" y="4598988"/>
          <p14:tracePt t="573106" x="4884738" y="4598988"/>
          <p14:tracePt t="573208" x="4905375" y="4598988"/>
          <p14:tracePt t="573546" x="4905375" y="4613275"/>
          <p14:tracePt t="573557" x="4872038" y="4613275"/>
          <p14:tracePt t="573567" x="4843463" y="4613275"/>
          <p14:tracePt t="573579" x="4830763" y="4613275"/>
          <p14:tracePt t="573882" x="4843463" y="4613275"/>
          <p14:tracePt t="573916" x="4857750" y="4613275"/>
          <p14:tracePt t="573928" x="4872038" y="4613275"/>
          <p14:tracePt t="573950" x="4884738" y="4613275"/>
          <p14:tracePt t="573984" x="4905375" y="4613275"/>
          <p14:tracePt t="573985" x="4919663" y="4613275"/>
          <p14:tracePt t="574007" x="4932363" y="4613275"/>
          <p14:tracePt t="574028" x="4946650" y="4613275"/>
          <p14:tracePt t="574039" x="4959350" y="4613275"/>
          <p14:tracePt t="574051" x="4973638" y="4613275"/>
          <p14:tracePt t="574063" x="4986338" y="4613275"/>
          <p14:tracePt t="574075" x="5021263" y="4613275"/>
          <p14:tracePt t="574086" x="5048250" y="4625975"/>
          <p14:tracePt t="574098" x="5075238" y="4625975"/>
          <p14:tracePt t="574108" x="5102225" y="4625975"/>
          <p14:tracePt t="574120" x="5116513" y="4625975"/>
          <p14:tracePt t="574131" x="5149850" y="4625975"/>
          <p14:tracePt t="574142" x="5164138" y="4646613"/>
          <p14:tracePt t="574153" x="5176838" y="4646613"/>
          <p14:tracePt t="574175" x="5164138" y="4646613"/>
          <p14:tracePt t="574187" x="5149850" y="4625975"/>
          <p14:tracePt t="574388" x="5164138" y="4625975"/>
          <p14:tracePt t="574411" x="5176838" y="4625975"/>
          <p14:tracePt t="574444" x="5191125" y="4625975"/>
          <p14:tracePt t="574457" x="5205413" y="4625975"/>
          <p14:tracePt t="574468" x="5218113" y="4625975"/>
          <p14:tracePt t="574478" x="5232400" y="4625975"/>
          <p14:tracePt t="574493" x="5245100" y="4646613"/>
          <p14:tracePt t="574502" x="5259388" y="4646613"/>
          <p14:tracePt t="574512" x="5280025" y="4646613"/>
          <p14:tracePt t="574526" x="5292725" y="4646613"/>
          <p14:tracePt t="574546" x="5307013" y="4646613"/>
          <p14:tracePt t="574558" x="5319713" y="4646613"/>
          <p14:tracePt t="574580" x="5334000" y="4646613"/>
          <p14:tracePt t="574591" x="5348288" y="4646613"/>
          <p14:tracePt t="574602" x="5348288" y="4625975"/>
          <p14:tracePt t="574625" x="5360988" y="4625975"/>
          <p14:tracePt t="574636" x="5375275" y="4625975"/>
          <p14:tracePt t="574649" x="5387975" y="4625975"/>
          <p14:tracePt t="574659" x="5408613" y="4625975"/>
          <p14:tracePt t="574671" x="5422900" y="4625975"/>
          <p14:tracePt t="574681" x="5449888" y="4625975"/>
          <p14:tracePt t="574693" x="5476875" y="4646613"/>
          <p14:tracePt t="574704" x="5518150" y="4646613"/>
          <p14:tracePt t="574716" x="5551488" y="4646613"/>
          <p14:tracePt t="574727" x="5578475" y="4646613"/>
          <p14:tracePt t="575030" x="5592763" y="4646613"/>
          <p14:tracePt t="575043" x="5605463" y="4646613"/>
          <p14:tracePt t="575052" x="5619750" y="4646613"/>
          <p14:tracePt t="575075" x="5634038" y="4646613"/>
          <p14:tracePt t="575086" x="5646738" y="4660900"/>
          <p14:tracePt t="575099" x="5667375" y="4660900"/>
          <p14:tracePt t="575108" x="5681663" y="4660900"/>
          <p14:tracePt t="575122" x="5694363" y="4660900"/>
          <p14:tracePt t="575142" x="5708650" y="4660900"/>
          <p14:tracePt t="575423" x="5721350" y="4660900"/>
          <p14:tracePt t="575446" x="5735638" y="4660900"/>
          <p14:tracePt t="575458" x="5748338" y="4660900"/>
          <p14:tracePt t="575468" x="5762625" y="4660900"/>
          <p14:tracePt t="575480" x="5783263" y="4660900"/>
          <p14:tracePt t="575492" x="5795963" y="4660900"/>
          <p14:tracePt t="575503" x="5810250" y="4660900"/>
          <p14:tracePt t="575515" x="5837238" y="4660900"/>
          <p14:tracePt t="575527" x="5851525" y="4673600"/>
          <p14:tracePt t="575537" x="5864225" y="4673600"/>
          <p14:tracePt t="575548" x="5851525" y="4673600"/>
          <p14:tracePt t="575560" x="5851525" y="4660900"/>
          <p14:tracePt t="575840" x="5864225" y="4660900"/>
          <p14:tracePt t="575862" x="5878513" y="4660900"/>
          <p14:tracePt t="575907" x="5891213" y="4660900"/>
          <p14:tracePt t="575952" x="5911850" y="4660900"/>
          <p14:tracePt t="576053" x="5926138" y="4660900"/>
          <p14:tracePt t="576098" x="5938838" y="4660900"/>
          <p14:tracePt t="576110" x="5938838" y="4673600"/>
          <p14:tracePt t="576122" x="5953125" y="4673600"/>
          <p14:tracePt t="576132" x="5980113" y="4673600"/>
          <p14:tracePt t="576143" x="5994400" y="4673600"/>
          <p14:tracePt t="576156" x="6021388" y="4687888"/>
          <p14:tracePt t="576166" x="6042025" y="4687888"/>
          <p14:tracePt t="576177" x="6054725" y="4687888"/>
          <p14:tracePt t="576190" x="6069013" y="4687888"/>
          <p14:tracePt t="576200" x="6081713" y="4687888"/>
          <p14:tracePt t="576222" x="6096000" y="4687888"/>
          <p14:tracePt t="576267" x="6081713" y="4687888"/>
          <p14:tracePt t="576301" x="6081713" y="4673600"/>
          <p14:tracePt t="576312" x="6069013" y="4673600"/>
          <p14:tracePt t="576335" x="6054725" y="4673600"/>
          <p14:tracePt t="576347" x="6042025" y="4673600"/>
          <p14:tracePt t="576368" x="6021388" y="4673600"/>
          <p14:tracePt t="576391" x="6021388" y="4660900"/>
          <p14:tracePt t="576413" x="6007100" y="4660900"/>
          <p14:tracePt t="576616" x="6021388" y="4660900"/>
          <p14:tracePt t="576649" x="6042025" y="4660900"/>
          <p14:tracePt t="576965" x="6021388" y="4660900"/>
          <p14:tracePt t="577190" x="6021388" y="4646613"/>
          <p14:tracePt t="577313" x="6042025" y="4646613"/>
          <p14:tracePt t="577326" x="6042025" y="4660900"/>
          <p14:tracePt t="577336" x="6054725" y="4660900"/>
          <p14:tracePt t="577347" x="6054725" y="4673600"/>
          <p14:tracePt t="577359" x="6069013" y="4673600"/>
          <p14:tracePt t="577381" x="6081713" y="4687888"/>
          <p14:tracePt t="577504" x="6081713" y="4673600"/>
          <p14:tracePt t="577527" x="6096000" y="4673600"/>
          <p14:tracePt t="577550" x="6110288" y="4660900"/>
          <p14:tracePt t="577572" x="6122988" y="4660900"/>
          <p14:tracePt t="577583" x="6137275" y="4660900"/>
          <p14:tracePt t="577597" x="6137275" y="4646613"/>
          <p14:tracePt t="577606" x="6149975" y="4646613"/>
          <p14:tracePt t="577618" x="6170613" y="4646613"/>
          <p14:tracePt t="577651" x="6184900" y="4625975"/>
          <p14:tracePt t="577684" x="6184900" y="4613275"/>
          <p14:tracePt t="577707" x="6184900" y="4598988"/>
          <p14:tracePt t="577718" x="6184900" y="4586288"/>
          <p14:tracePt t="577741" x="6184900" y="4572000"/>
          <p14:tracePt t="577752" x="6184900" y="4557713"/>
          <p14:tracePt t="577775" x="6184900" y="4545013"/>
          <p14:tracePt t="577786" x="6184900" y="4530725"/>
          <p14:tracePt t="577809" x="6170613" y="4530725"/>
          <p14:tracePt t="577820" x="6170613" y="4518025"/>
          <p14:tracePt t="577831" x="6149975" y="4518025"/>
          <p14:tracePt t="577847" x="6137275" y="4518025"/>
          <p14:tracePt t="577854" x="6122988" y="4518025"/>
          <p14:tracePt t="577876" x="6110288" y="4518025"/>
          <p14:tracePt t="577932" x="6110288" y="4530725"/>
          <p14:tracePt t="577943" x="6122988" y="4530725"/>
          <p14:tracePt t="577977" x="6137275" y="4530725"/>
          <p14:tracePt t="578022" x="6149975" y="4530725"/>
          <p14:tracePt t="578315" x="6170613" y="4530725"/>
          <p14:tracePt t="578337" x="6184900" y="4530725"/>
          <p14:tracePt t="578359" x="6197600" y="4530725"/>
          <p14:tracePt t="578382" x="6211888" y="4530725"/>
          <p14:tracePt t="578405" x="6224588" y="4530725"/>
          <p14:tracePt t="578418" x="6238875" y="4530725"/>
          <p14:tracePt t="578427" x="6253163" y="4530725"/>
          <p14:tracePt t="578439" x="6265863" y="4530725"/>
          <p14:tracePt t="578453" x="6280150" y="4530725"/>
          <p14:tracePt t="578473" x="6300788" y="4545013"/>
          <p14:tracePt t="578495" x="6313488" y="4545013"/>
          <p14:tracePt t="579035" x="6327775" y="4545013"/>
          <p14:tracePt t="579046" x="6327775" y="4557713"/>
          <p14:tracePt t="579091" x="6340475" y="4557713"/>
          <p14:tracePt t="579203" x="6354763" y="4557713"/>
          <p14:tracePt t="579237" x="6367463" y="4557713"/>
          <p14:tracePt t="579270" x="6367463" y="4545013"/>
          <p14:tracePt t="579349" x="6381750" y="4545013"/>
          <p14:tracePt t="579406" x="6396038" y="4530725"/>
          <p14:tracePt t="579417" x="6408738" y="4530725"/>
          <p14:tracePt t="579440" x="6429375" y="4530725"/>
          <p14:tracePt t="579484" x="6443663" y="4530725"/>
          <p14:tracePt t="579496" x="6443663" y="4518025"/>
          <p14:tracePt t="579597" x="6443663" y="4497388"/>
          <p14:tracePt t="579698" x="6443663" y="4518025"/>
          <p14:tracePt t="579732" x="6443663" y="4530725"/>
          <p14:tracePt t="579755" x="6456363" y="4530725"/>
          <p14:tracePt t="579768" x="6456363" y="4545013"/>
          <p14:tracePt t="579811" x="6456363" y="4557713"/>
          <p14:tracePt t="579878" x="6456363" y="4545013"/>
          <p14:tracePt t="579912" x="6456363" y="4530725"/>
          <p14:tracePt t="579935" x="6456363" y="4518025"/>
          <p14:tracePt t="579946" x="6456363" y="4497388"/>
          <p14:tracePt t="579957" x="6470650" y="4497388"/>
          <p14:tracePt t="579969" x="6470650" y="4483100"/>
          <p14:tracePt t="579980" x="6470650" y="4470400"/>
          <p14:tracePt t="580013" x="6470650" y="4456113"/>
          <p14:tracePt t="580126" x="6470650" y="4470400"/>
          <p14:tracePt t="580193" x="6470650" y="4483100"/>
          <p14:tracePt t="580328" x="6470650" y="4470400"/>
          <p14:tracePt t="580351" x="6483350" y="4456113"/>
          <p14:tracePt t="580384" x="6483350" y="4443413"/>
          <p14:tracePt t="580407" x="6483350" y="4429125"/>
          <p14:tracePt t="580666" x="6470650" y="4443413"/>
          <p14:tracePt t="580678" x="6456363" y="4456113"/>
          <p14:tracePt t="580689" x="6456363" y="4470400"/>
          <p14:tracePt t="580700" x="6443663" y="4470400"/>
          <p14:tracePt t="580713" x="6443663" y="4483100"/>
          <p14:tracePt t="580723" x="6443663" y="4497388"/>
          <p14:tracePt t="580745" x="6443663" y="4518025"/>
          <p14:tracePt t="580823" x="6456363" y="4518025"/>
          <p14:tracePt t="580868" x="6470650" y="4518025"/>
          <p14:tracePt t="580902" x="6483350" y="4518025"/>
          <p14:tracePt t="580981" x="6497638" y="4518025"/>
          <p14:tracePt t="581003" x="6510338" y="4497388"/>
          <p14:tracePt t="581015" x="6524625" y="4497388"/>
          <p14:tracePt t="581027" x="6545263" y="4497388"/>
          <p14:tracePt t="581038" x="6557963" y="4497388"/>
          <p14:tracePt t="581050" x="6572250" y="4497388"/>
          <p14:tracePt t="581072" x="6557963" y="4497388"/>
          <p14:tracePt t="581084" x="6510338" y="4497388"/>
          <p14:tracePt t="581476" x="6524625" y="4497388"/>
          <p14:tracePt t="581532" x="6545263" y="4483100"/>
          <p14:tracePt t="581566" x="6545263" y="4470400"/>
          <p14:tracePt t="581600" x="6557963" y="4470400"/>
          <p14:tracePt t="581622" x="6572250" y="4470400"/>
          <p14:tracePt t="581635" x="6586538" y="4470400"/>
          <p14:tracePt t="581656" x="6599238" y="4470400"/>
          <p14:tracePt t="581658" x="6613525" y="4470400"/>
          <p14:tracePt t="581679" x="6626225" y="4470400"/>
          <p14:tracePt t="581690" x="6640513" y="4470400"/>
          <p14:tracePt t="581712" x="6653213" y="4470400"/>
          <p14:tracePt t="581870" x="6673850" y="4470400"/>
          <p14:tracePt t="581881" x="6673850" y="4483100"/>
          <p14:tracePt t="582230" x="6688138" y="4483100"/>
          <p14:tracePt t="582252" x="6700838" y="4497388"/>
          <p14:tracePt t="582275" x="6715125" y="4497388"/>
          <p14:tracePt t="582297" x="6729413" y="4497388"/>
          <p14:tracePt t="582534" x="6742113" y="4497388"/>
          <p14:tracePt t="582546" x="6756400" y="4497388"/>
          <p14:tracePt t="582567" x="6769100" y="4497388"/>
          <p14:tracePt t="582579" x="6783388" y="4497388"/>
          <p14:tracePt t="582589" x="6804025" y="4497388"/>
          <p14:tracePt t="582612" x="6816725" y="4497388"/>
          <p14:tracePt t="582668" x="6816725" y="4483100"/>
          <p14:tracePt t="582680" x="6804025" y="4483100"/>
          <p14:tracePt t="582735" x="6783388" y="4483100"/>
          <p14:tracePt t="582758" x="6769100" y="4483100"/>
          <p14:tracePt t="582770" x="6769100" y="4470400"/>
          <p14:tracePt t="582782" x="6756400" y="4470400"/>
          <p14:tracePt t="582793" x="6742113" y="4470400"/>
          <p14:tracePt t="582804" x="6729413" y="4470400"/>
          <p14:tracePt t="582815" x="6700838" y="4470400"/>
          <p14:tracePt t="582826" x="6688138" y="4470400"/>
          <p14:tracePt t="582838" x="6673850" y="4470400"/>
          <p14:tracePt t="582849" x="6653213" y="4470400"/>
          <p14:tracePt t="582860" x="6640513" y="4470400"/>
          <p14:tracePt t="582871" x="6626225" y="4470400"/>
          <p14:tracePt t="582883" x="6599238" y="4470400"/>
          <p14:tracePt t="582905" x="6586538" y="4470400"/>
          <p14:tracePt t="582916" x="6572250" y="4470400"/>
          <p14:tracePt t="582939" x="6557963" y="4470400"/>
          <p14:tracePt t="582961" x="6545263" y="4470400"/>
          <p14:tracePt t="582972" x="6524625" y="4470400"/>
          <p14:tracePt t="582984" x="6510338" y="4470400"/>
          <p14:tracePt t="582996" x="6483350" y="4470400"/>
          <p14:tracePt t="583007" x="6443663" y="4470400"/>
          <p14:tracePt t="583019" x="6367463" y="4456113"/>
          <p14:tracePt t="583031" x="6265863" y="4443413"/>
          <p14:tracePt t="583041" x="6110288" y="4429125"/>
          <p14:tracePt t="583055" x="5994400" y="4414838"/>
          <p14:tracePt t="583065" x="5783263" y="4402138"/>
          <p14:tracePt t="583074" x="5578475" y="4402138"/>
          <p14:tracePt t="583087" x="5422900" y="4387850"/>
          <p14:tracePt t="583097" x="5218113" y="4387850"/>
          <p14:tracePt t="583109" x="5033963" y="4387850"/>
          <p14:tracePt t="583120" x="4932363" y="4387850"/>
          <p14:tracePt t="583130" x="4803775" y="4387850"/>
          <p14:tracePt t="583141" x="4700588" y="4387850"/>
          <p14:tracePt t="583153" x="4598988" y="4387850"/>
          <p14:tracePt t="583163" x="4545013" y="4402138"/>
          <p14:tracePt t="583175" x="4470400" y="4402138"/>
          <p14:tracePt t="583187" x="4429125" y="4414838"/>
          <p14:tracePt t="583197" x="4402138" y="4414838"/>
          <p14:tracePt t="583209" x="4354513" y="4429125"/>
          <p14:tracePt t="583221" x="4327525" y="4429125"/>
          <p14:tracePt t="583231" x="4300538" y="4443413"/>
          <p14:tracePt t="583243" x="4259263" y="4456113"/>
          <p14:tracePt t="583254" x="4224338" y="4483100"/>
          <p14:tracePt t="583265" x="4197350" y="4518025"/>
          <p14:tracePt t="583277" x="4184650" y="4530725"/>
          <p14:tracePt t="583288" x="4157663" y="4572000"/>
          <p14:tracePt t="583298" x="4157663" y="4598988"/>
          <p14:tracePt t="583310" x="4157663" y="4613275"/>
          <p14:tracePt t="583322" x="4170363" y="4646613"/>
          <p14:tracePt t="583332" x="4197350" y="4660900"/>
          <p14:tracePt t="583344" x="4224338" y="4687888"/>
          <p14:tracePt t="583355" x="4286250" y="4700588"/>
          <p14:tracePt t="583366" x="4354513" y="4714875"/>
          <p14:tracePt t="583378" x="4470400" y="4741863"/>
          <p14:tracePt t="583389" x="4572000" y="4741863"/>
          <p14:tracePt t="583400" x="4729163" y="4756150"/>
          <p14:tracePt t="583422" x="4932363" y="4776788"/>
          <p14:tracePt t="583426" x="5089525" y="4776788"/>
          <p14:tracePt t="583436" x="5307013" y="4776788"/>
          <p14:tracePt t="583445" x="5518150" y="4776788"/>
          <p14:tracePt t="583458" x="5681663" y="4756150"/>
          <p14:tracePt t="583469" x="5878513" y="4741863"/>
          <p14:tracePt t="583480" x="6069013" y="4714875"/>
          <p14:tracePt t="583491" x="6184900" y="4700588"/>
          <p14:tracePt t="583502" x="6253163" y="4687888"/>
          <p14:tracePt t="583513" x="6300788" y="4673600"/>
          <p14:tracePt t="583525" x="6327775" y="4646613"/>
          <p14:tracePt t="583546" x="6313488" y="4625975"/>
          <p14:tracePt t="583558" x="6300788" y="4598988"/>
          <p14:tracePt t="583570" x="6265863" y="4586288"/>
          <p14:tracePt t="583580" x="6184900" y="4557713"/>
          <p14:tracePt t="583592" x="6054725" y="4518025"/>
          <p14:tracePt t="583604" x="5878513" y="4483100"/>
          <p14:tracePt t="583614" x="5721350" y="4456113"/>
          <p14:tracePt t="583626" x="5503863" y="4443413"/>
          <p14:tracePt t="583637" x="5280025" y="4429125"/>
          <p14:tracePt t="583648" x="5116513" y="4414838"/>
          <p14:tracePt t="583660" x="4905375" y="4429125"/>
          <p14:tracePt t="583671" x="4714875" y="4429125"/>
          <p14:tracePt t="583681" x="4625975" y="4443413"/>
          <p14:tracePt t="583693" x="4530725" y="4470400"/>
          <p14:tracePt t="583704" x="4483100" y="4497388"/>
          <p14:tracePt t="583715" x="4456113" y="4518025"/>
          <p14:tracePt t="583727" x="4456113" y="4530725"/>
          <p14:tracePt t="583738" x="4456113" y="4557713"/>
          <p14:tracePt t="583748" x="4470400" y="4572000"/>
          <p14:tracePt t="583760" x="4497388" y="4586288"/>
          <p14:tracePt t="583771" x="4557713" y="4613275"/>
          <p14:tracePt t="583782" x="4660900" y="4646613"/>
          <p14:tracePt t="583795" x="4756150" y="4660900"/>
          <p14:tracePt t="583805" x="4932363" y="4673600"/>
          <p14:tracePt t="583816" x="5129213" y="4673600"/>
          <p14:tracePt t="583827" x="5292725" y="4687888"/>
          <p14:tracePt t="583839" x="5503863" y="4673600"/>
          <p14:tracePt t="583850" x="5667375" y="4660900"/>
          <p14:tracePt t="583861" x="5795963" y="4625975"/>
          <p14:tracePt t="583874" x="5851525" y="4613275"/>
          <p14:tracePt t="583884" x="5878513" y="4586288"/>
          <p14:tracePt t="583896" x="5891213" y="4572000"/>
          <p14:tracePt t="583907" x="5878513" y="4545013"/>
          <p14:tracePt t="583919" x="5851525" y="4518025"/>
          <p14:tracePt t="583929" x="5783263" y="4483100"/>
          <p14:tracePt t="583940" x="5646738" y="4443413"/>
          <p14:tracePt t="583952" x="5518150" y="4414838"/>
          <p14:tracePt t="583962" x="5319713" y="4387850"/>
          <p14:tracePt t="583974" x="5129213" y="4354513"/>
          <p14:tracePt t="583986" x="5021263" y="4354513"/>
          <p14:tracePt t="583996" x="4919663" y="4354513"/>
          <p14:tracePt t="584008" x="4843463" y="4367213"/>
          <p14:tracePt t="584021" x="4816475" y="4387850"/>
          <p14:tracePt t="584031" x="4803775" y="4402138"/>
          <p14:tracePt t="584042" x="4789488" y="4402138"/>
          <p14:tracePt t="584054" x="4789488" y="4414838"/>
          <p14:tracePt t="584064" x="4789488" y="4429125"/>
          <p14:tracePt t="584076" x="4803775" y="4443413"/>
          <p14:tracePt t="584088" x="4816475" y="4456113"/>
          <p14:tracePt t="584099" x="4830763" y="4456113"/>
          <p14:tracePt t="584110" x="4857750" y="4470400"/>
          <p14:tracePt t="584121" x="4919663" y="4483100"/>
          <p14:tracePt t="584131" x="4973638" y="4483100"/>
          <p14:tracePt t="584143" x="5089525" y="4497388"/>
          <p14:tracePt t="584155" x="5218113" y="4497388"/>
          <p14:tracePt t="584165" x="5334000" y="4497388"/>
          <p14:tracePt t="584176" x="5503863" y="4497388"/>
          <p14:tracePt t="584188" x="5667375" y="4497388"/>
          <p14:tracePt t="584198" x="5824538" y="4497388"/>
          <p14:tracePt t="584210" x="5891213" y="4483100"/>
          <p14:tracePt t="584221" x="5967413" y="4470400"/>
          <p14:tracePt t="584232" x="6007100" y="4470400"/>
          <p14:tracePt t="584244" x="6021388" y="4456113"/>
          <p14:tracePt t="584277" x="6021388" y="4443413"/>
          <p14:tracePt t="584289" x="6007100" y="4443413"/>
          <p14:tracePt t="584300" x="5980113" y="4429125"/>
          <p14:tracePt t="584311" x="5938838" y="4429125"/>
          <p14:tracePt t="584322" x="5911850" y="4429125"/>
          <p14:tracePt t="584333" x="5837238" y="4429125"/>
          <p14:tracePt t="584346" x="5748338" y="4414838"/>
          <p14:tracePt t="584356" x="5694363" y="4414838"/>
          <p14:tracePt t="584367" x="5605463" y="4429125"/>
          <p14:tracePt t="584379" x="5503863" y="4443413"/>
          <p14:tracePt t="584391" x="5449888" y="4443413"/>
          <p14:tracePt t="584403" x="5375275" y="4456113"/>
          <p14:tracePt t="584414" x="5334000" y="4470400"/>
          <p14:tracePt t="584425" x="5307013" y="4483100"/>
          <p14:tracePt t="584437" x="5307013" y="4497388"/>
          <p14:tracePt t="584469" x="5292725" y="4518025"/>
          <p14:tracePt t="584482" x="5292725" y="4530725"/>
          <p14:tracePt t="584542" x="5307013" y="4530725"/>
          <p14:tracePt t="584548" x="5319713" y="4530725"/>
          <p14:tracePt t="584581" x="5334000" y="4545013"/>
          <p14:tracePt t="584594" x="5348288" y="4545013"/>
          <p14:tracePt t="584605" x="5360988" y="4545013"/>
          <p14:tracePt t="584615" x="5375275" y="4545013"/>
          <p14:tracePt t="584627" x="5387975" y="4545013"/>
          <p14:tracePt t="584638" x="5408613" y="4557713"/>
          <p14:tracePt t="584649" x="5422900" y="4557713"/>
          <p14:tracePt t="584661" x="5435600" y="4557713"/>
          <p14:tracePt t="584671" x="5449888" y="4557713"/>
          <p14:tracePt t="584683" x="5462588" y="4557713"/>
          <p14:tracePt t="584695" x="5491163" y="4557713"/>
          <p14:tracePt t="584705" x="5503863" y="4572000"/>
          <p14:tracePt t="584716" x="5538788" y="4572000"/>
          <p14:tracePt t="584728" x="5551488" y="4572000"/>
          <p14:tracePt t="584739" x="5578475" y="4572000"/>
          <p14:tracePt t="584750" x="5619750" y="4572000"/>
          <p14:tracePt t="584762" x="5646738" y="4572000"/>
          <p14:tracePt t="584772" x="5694363" y="4586288"/>
          <p14:tracePt t="584783" x="5748338" y="4586288"/>
          <p14:tracePt t="584796" x="5795963" y="4586288"/>
          <p14:tracePt t="584808" x="5851525" y="4586288"/>
          <p14:tracePt t="584819" x="5926138" y="4586288"/>
          <p14:tracePt t="584829" x="5980113" y="4586288"/>
          <p14:tracePt t="584842" x="6021388" y="4586288"/>
          <p14:tracePt t="584853" x="6069013" y="4586288"/>
          <p14:tracePt t="584863" x="6096000" y="4586288"/>
          <p14:tracePt t="584875" x="6110288" y="4586288"/>
          <p14:tracePt t="584887" x="6122988" y="4586288"/>
          <p14:tracePt t="584907" x="6122988" y="4572000"/>
          <p14:tracePt t="584919" x="6110288" y="4572000"/>
          <p14:tracePt t="584930" x="6081713" y="4572000"/>
          <p14:tracePt t="584942" x="6069013" y="4572000"/>
          <p14:tracePt t="585436" x="6081713" y="4572000"/>
          <p14:tracePt t="585470" x="6096000" y="4572000"/>
          <p14:tracePt t="585548" x="6110288" y="4572000"/>
          <p14:tracePt t="585582" x="6122988" y="4572000"/>
          <p14:tracePt t="585672" x="6137275" y="4572000"/>
          <p14:tracePt t="585762" x="6149975" y="4572000"/>
          <p14:tracePt t="586010" x="6170613" y="4572000"/>
          <p14:tracePt t="586032" x="6197600" y="4572000"/>
          <p14:tracePt t="586043" x="6211888" y="4572000"/>
          <p14:tracePt t="586056" x="6253163" y="4586288"/>
          <p14:tracePt t="586066" x="6300788" y="4586288"/>
          <p14:tracePt t="586080" x="6327775" y="4598988"/>
          <p14:tracePt t="586089" x="6354763" y="4598988"/>
          <p14:tracePt t="586100" x="6381750" y="4598988"/>
          <p14:tracePt t="586114" x="6396038" y="4598988"/>
          <p14:tracePt t="586123" x="6408738" y="4613275"/>
          <p14:tracePt t="586280" x="6396038" y="4613275"/>
          <p14:tracePt t="586302" x="6381750" y="4613275"/>
          <p14:tracePt t="586314" x="6367463" y="4598988"/>
          <p14:tracePt t="587123" x="6381750" y="4598988"/>
          <p14:tracePt t="587236" x="6396038" y="4598988"/>
          <p14:tracePt t="587303" x="6408738" y="4598988"/>
          <p14:tracePt t="587337" x="6429375" y="4598988"/>
          <p14:tracePt t="587349" x="6443663" y="4598988"/>
          <p14:tracePt t="587371" x="6470650" y="4598988"/>
          <p14:tracePt t="587383" x="6483350" y="4613275"/>
          <p14:tracePt t="587394" x="6497638" y="4613275"/>
          <p14:tracePt t="587405" x="6510338" y="4613275"/>
          <p14:tracePt t="587438" x="6497638" y="4613275"/>
          <p14:tracePt t="588080" x="6510338" y="4613275"/>
          <p14:tracePt t="588305" x="6497638" y="4613275"/>
          <p14:tracePt t="591806" x="6804025" y="4660900"/>
          <p14:tracePt t="591815" x="7272338" y="4714875"/>
          <p14:tracePt t="591819" x="7620000" y="4756150"/>
          <p14:tracePt t="591826" x="8110538" y="4830763"/>
          <p14:tracePt t="591837" x="8539163" y="4884738"/>
          <p14:tracePt t="591849" x="8756650" y="4919663"/>
          <p14:tracePt t="591861" x="8939213" y="4932363"/>
          <p14:tracePt t="591871" x="8959850" y="4946650"/>
          <p14:tracePt t="592209" x="8974138" y="4946650"/>
          <p14:tracePt t="592220" x="8986838" y="4946650"/>
          <p14:tracePt t="592231" x="9001125" y="4946650"/>
          <p14:tracePt t="592254" x="9015413" y="4932363"/>
          <p14:tracePt t="592265" x="9028113" y="4932363"/>
          <p14:tracePt t="592287" x="9042400" y="4932363"/>
          <p14:tracePt t="592321" x="9055100" y="4932363"/>
          <p14:tracePt t="592365" x="9069388" y="4946650"/>
          <p14:tracePt t="592400" x="9090025" y="4946650"/>
          <p14:tracePt t="592411" x="9102725" y="4946650"/>
          <p14:tracePt t="592423" x="9117013" y="4946650"/>
          <p14:tracePt t="592434" x="9129713" y="4959350"/>
          <p14:tracePt t="592445" x="9158288" y="4959350"/>
          <p14:tracePt t="592457" x="9197975" y="4973638"/>
          <p14:tracePt t="592468" x="9286875" y="4986338"/>
          <p14:tracePt t="592479" x="9429750" y="5021263"/>
          <p14:tracePt t="592491" x="9634538" y="5062538"/>
          <p14:tracePt t="592503" x="9790113" y="5089525"/>
          <p14:tracePt t="592513" x="10034588" y="5102225"/>
          <p14:tracePt t="592524" x="10266363" y="5129213"/>
          <p14:tracePt t="592536" x="10423525" y="5129213"/>
          <p14:tracePt t="592547" x="10593388" y="5116513"/>
          <p14:tracePt t="592559" x="10721975" y="5089525"/>
          <p14:tracePt t="592570" x="10825163" y="5062538"/>
          <p14:tracePt t="592580" x="10885488" y="5033963"/>
          <p14:tracePt t="592592" x="10926763" y="4986338"/>
          <p14:tracePt t="592604" x="10953750" y="4946650"/>
          <p14:tracePt t="592614" x="10953750" y="4919663"/>
          <p14:tracePt t="592625" x="10953750" y="4857750"/>
          <p14:tracePt t="592637" x="10926763" y="4803775"/>
          <p14:tracePt t="592648" x="10885488" y="4756150"/>
          <p14:tracePt t="592659" x="10783888" y="4714875"/>
          <p14:tracePt t="592671" x="10653713" y="4687888"/>
          <p14:tracePt t="592683" x="10483850" y="4660900"/>
          <p14:tracePt t="592694" x="10367963" y="4646613"/>
          <p14:tracePt t="592704" x="10177463" y="4625975"/>
          <p14:tracePt t="592716" x="10007600" y="4646613"/>
          <p14:tracePt t="592728" x="9879013" y="4673600"/>
          <p14:tracePt t="592738" x="9688513" y="4741863"/>
          <p14:tracePt t="592750" x="9531350" y="4843463"/>
          <p14:tracePt t="592762" x="9429750" y="4919663"/>
          <p14:tracePt t="592772" x="9328150" y="5033963"/>
          <p14:tracePt t="592783" x="9259888" y="5129213"/>
          <p14:tracePt t="592795" x="9232900" y="5232400"/>
          <p14:tracePt t="592805" x="9218613" y="5292725"/>
          <p14:tracePt t="592816" x="9232900" y="5387975"/>
          <p14:tracePt t="592828" x="9286875" y="5491163"/>
          <p14:tracePt t="592850" x="9361488" y="5565775"/>
          <p14:tracePt t="592854" x="9456738" y="5646738"/>
          <p14:tracePt t="592872" x="9572625" y="5721350"/>
          <p14:tracePt t="592878" x="9674225" y="5762625"/>
          <p14:tracePt t="592885" x="9817100" y="5795963"/>
          <p14:tracePt t="592897" x="9994900" y="5810250"/>
          <p14:tracePt t="592908" x="10191750" y="5824538"/>
          <p14:tracePt t="592919" x="10367963" y="5824538"/>
          <p14:tracePt t="592929" x="10579100" y="5810250"/>
          <p14:tracePt t="592940" x="10796588" y="5748338"/>
          <p14:tracePt t="592951" x="10953750" y="5708650"/>
          <p14:tracePt t="592963" x="11129963" y="5605463"/>
          <p14:tracePt t="592973" x="11287125" y="5476875"/>
          <p14:tracePt t="592996" x="11355388" y="5387975"/>
          <p14:tracePt t="592997" x="11430000" y="5259388"/>
          <p14:tracePt t="593007" x="11456988" y="5149850"/>
          <p14:tracePt t="593019" x="11471275" y="5033963"/>
          <p14:tracePt t="593030" x="11456988" y="4959350"/>
          <p14:tracePt t="593041" x="11430000" y="4872038"/>
          <p14:tracePt t="593054" x="11388725" y="4830763"/>
          <p14:tracePt t="593065" x="11328400" y="4789488"/>
          <p14:tracePt t="593075" x="11225213" y="4741863"/>
          <p14:tracePt t="593086" x="11082338" y="4714875"/>
          <p14:tracePt t="593097" x="10953750" y="4700588"/>
          <p14:tracePt t="593109" x="10769600" y="4687888"/>
          <p14:tracePt t="593120" x="10614025" y="4714875"/>
          <p14:tracePt t="593131" x="10463213" y="4776788"/>
          <p14:tracePt t="593143" x="10367963" y="4816475"/>
          <p14:tracePt t="593154" x="10218738" y="4919663"/>
          <p14:tracePt t="593165" x="10090150" y="5000625"/>
          <p14:tracePt t="593177" x="10021888" y="5062538"/>
          <p14:tracePt t="593187" x="9932988" y="5149850"/>
          <p14:tracePt t="593199" x="9891713" y="5205413"/>
          <p14:tracePt t="593211" x="9864725" y="5245100"/>
          <p14:tracePt t="593221" x="9831388" y="5319713"/>
          <p14:tracePt t="593233" x="9831388" y="5375275"/>
          <p14:tracePt t="593245" x="9831388" y="5449888"/>
          <p14:tracePt t="593255" x="9864725" y="5491163"/>
          <p14:tracePt t="593267" x="9906000" y="5551488"/>
          <p14:tracePt t="593278" x="9959975" y="5605463"/>
          <p14:tracePt t="593289" x="10007600" y="5634038"/>
          <p14:tracePt t="593301" x="10090150" y="5681663"/>
          <p14:tracePt t="593312" x="10164763" y="5708650"/>
          <p14:tracePt t="593323" x="10253663" y="5708650"/>
          <p14:tracePt t="593334" x="10382250" y="5721350"/>
          <p14:tracePt t="593346" x="10525125" y="5721350"/>
          <p14:tracePt t="593356" x="10694988" y="5708650"/>
          <p14:tracePt t="593368" x="10810875" y="5694363"/>
          <p14:tracePt t="593379" x="11001375" y="5634038"/>
          <p14:tracePt t="593390" x="11144250" y="5565775"/>
          <p14:tracePt t="593401" x="11260138" y="5503863"/>
          <p14:tracePt t="593413" x="11341100" y="5408613"/>
          <p14:tracePt t="593424" x="11403013" y="5319713"/>
          <p14:tracePt t="593436" x="11415713" y="5245100"/>
          <p14:tracePt t="593447" x="11415713" y="5176838"/>
          <p14:tracePt t="593457" x="11403013" y="5102225"/>
          <p14:tracePt t="593469" x="11376025" y="5048250"/>
          <p14:tracePt t="593480" x="11328400" y="5021263"/>
          <p14:tracePt t="593491" x="11272838" y="4973638"/>
          <p14:tracePt t="593503" x="11185525" y="4932363"/>
          <p14:tracePt t="593514" x="11096625" y="4919663"/>
          <p14:tracePt t="593525" x="10968038" y="4905375"/>
          <p14:tracePt t="593537" x="10825163" y="4884738"/>
          <p14:tracePt t="593548" x="10721975" y="4905375"/>
          <p14:tracePt t="593559" x="10593388" y="4959350"/>
          <p14:tracePt t="593570" x="10450513" y="5048250"/>
          <p14:tracePt t="593581" x="10293350" y="5164138"/>
          <p14:tracePt t="593593" x="10191750" y="5245100"/>
          <p14:tracePt t="593604" x="10090150" y="5360988"/>
          <p14:tracePt t="593615" x="10034588" y="5462588"/>
          <p14:tracePt t="593627" x="10021888" y="5538788"/>
          <p14:tracePt t="593637" x="10034588" y="5619750"/>
          <p14:tracePt t="593649" x="10063163" y="5694363"/>
          <p14:tracePt t="593661" x="10110788" y="5735638"/>
          <p14:tracePt t="593671" x="10191750" y="5783263"/>
          <p14:tracePt t="593683" x="10307638" y="5824538"/>
          <p14:tracePt t="593695" x="10463213" y="5851525"/>
          <p14:tracePt t="593705" x="10614025" y="5864225"/>
          <p14:tracePt t="593716" x="10825163" y="5864225"/>
          <p14:tracePt t="593728" x="11015663" y="5837238"/>
          <p14:tracePt t="593739" x="11144250" y="5795963"/>
          <p14:tracePt t="593750" x="11301413" y="5708650"/>
          <p14:tracePt t="593761" x="11415713" y="5605463"/>
          <p14:tracePt t="593772" x="11471275" y="5518150"/>
          <p14:tracePt t="593784" x="11518900" y="5387975"/>
          <p14:tracePt t="593795" x="11504613" y="5259388"/>
          <p14:tracePt t="593806" x="11444288" y="5176838"/>
          <p14:tracePt t="593818" x="11403013" y="5129213"/>
          <p14:tracePt t="593829" x="11314113" y="5089525"/>
          <p14:tracePt t="593840" x="11212513" y="5075238"/>
          <p14:tracePt t="593851" x="11096625" y="5062538"/>
          <p14:tracePt t="593863" x="10939463" y="5075238"/>
          <p14:tracePt t="593874" x="10756900" y="5129213"/>
          <p14:tracePt t="593907" x="10626725" y="5205413"/>
          <p14:tracePt t="593912" x="10483850" y="5319713"/>
          <p14:tracePt t="593920" x="10409238" y="5435600"/>
          <p14:tracePt t="593922" x="10396538" y="5518150"/>
          <p14:tracePt t="593930" x="10409238" y="5578475"/>
          <p14:tracePt t="593944" x="10450513" y="5646738"/>
          <p14:tracePt t="593954" x="10525125" y="5694363"/>
          <p14:tracePt t="593965" x="10614025" y="5735638"/>
          <p14:tracePt t="593975" x="10709275" y="5762625"/>
          <p14:tracePt t="593987" x="10756900" y="5762625"/>
          <p14:tracePt t="593998" x="10742613" y="5762625"/>
          <p14:tracePt t="594223" x="10756900" y="5762625"/>
          <p14:tracePt t="594234" x="10769600" y="5762625"/>
          <p14:tracePt t="594246" x="10796588" y="5762625"/>
          <p14:tracePt t="594256" x="10837863" y="5783263"/>
          <p14:tracePt t="594268" x="10885488" y="5783263"/>
          <p14:tracePt t="594279" x="10926763" y="5795963"/>
          <p14:tracePt t="594291" x="10939463" y="5795963"/>
          <p14:tracePt t="594302" x="10980738" y="5795963"/>
          <p14:tracePt t="594313" x="11042650" y="5795963"/>
          <p14:tracePt t="594325" x="11082338" y="5795963"/>
          <p14:tracePt t="594335" x="11171238" y="5783263"/>
          <p14:tracePt t="594346" x="11245850" y="5783263"/>
          <p14:tracePt t="594359" x="11328400" y="5748338"/>
          <p14:tracePt t="594369" x="11388725" y="5721350"/>
          <p14:tracePt t="594381" x="11456988" y="5681663"/>
          <p14:tracePt t="594392" x="11504613" y="5634038"/>
          <p14:tracePt t="594403" x="11531600" y="5592763"/>
          <p14:tracePt t="594414" x="11558588" y="5538788"/>
          <p14:tracePt t="594426" x="11572875" y="5503863"/>
          <p14:tracePt t="594436" x="11572875" y="5476875"/>
          <p14:tracePt t="594448" x="11572875" y="5462588"/>
          <p14:tracePt t="594459" x="11572875" y="5435600"/>
          <p14:tracePt t="594470" x="11572875" y="5422900"/>
          <p14:tracePt t="594481" x="11572875" y="5408613"/>
          <p14:tracePt t="594493" x="11558588" y="5387975"/>
          <p14:tracePt t="594504" x="11558588" y="5375275"/>
          <p14:tracePt t="594515" x="11545888" y="5360988"/>
          <p14:tracePt t="594537" x="11545888" y="5348288"/>
          <p14:tracePt t="594549" x="11531600" y="5348288"/>
          <p14:tracePt t="594560" x="11531600" y="5334000"/>
          <p14:tracePt t="597362" x="11456988" y="5334000"/>
          <p14:tracePt t="597363" x="11403013" y="5319713"/>
          <p14:tracePt t="597372" x="11301413" y="5307013"/>
          <p14:tracePt t="597383" x="11225213" y="5292725"/>
          <p14:tracePt t="597395" x="11129963" y="5280025"/>
          <p14:tracePt t="597407" x="11055350" y="5259388"/>
          <p14:tracePt t="597418" x="10939463" y="5232400"/>
          <p14:tracePt t="597431" x="10825163" y="5218113"/>
          <p14:tracePt t="597440" x="10756900" y="5205413"/>
          <p14:tracePt t="597453" x="10682288" y="5191125"/>
          <p14:tracePt t="597464" x="10641013" y="5191125"/>
          <p14:tracePt t="597474" x="10579100" y="5176838"/>
          <p14:tracePt t="597487" x="10552113" y="5176838"/>
          <p14:tracePt t="597499" x="10525125" y="5176838"/>
          <p14:tracePt t="597509" x="10483850" y="5164138"/>
          <p14:tracePt t="597520" x="10450513" y="5164138"/>
          <p14:tracePt t="597532" x="10409238" y="5149850"/>
          <p14:tracePt t="597542" x="10382250" y="5129213"/>
          <p14:tracePt t="597553" x="10320338" y="5129213"/>
          <p14:tracePt t="597565" x="10280650" y="5116513"/>
          <p14:tracePt t="597576" x="10239375" y="5102225"/>
          <p14:tracePt t="597588" x="10191750" y="5089525"/>
          <p14:tracePt t="597599" x="10164763" y="5089525"/>
          <p14:tracePt t="597609" x="10137775" y="5089525"/>
          <p14:tracePt t="597621" x="10123488" y="5075238"/>
          <p14:tracePt t="597632" x="10110788" y="5075238"/>
          <p14:tracePt t="597642" x="10090150" y="5075238"/>
          <p14:tracePt t="597654" x="10075863" y="5075238"/>
          <p14:tracePt t="597665" x="10075863" y="5062538"/>
          <p14:tracePt t="597676" x="10063163" y="5062538"/>
          <p14:tracePt t="597688" x="10034588" y="5048250"/>
          <p14:tracePt t="597699" x="10021888" y="5048250"/>
          <p14:tracePt t="597710" x="10007600" y="5033963"/>
          <p14:tracePt t="597722" x="9959975" y="5021263"/>
          <p14:tracePt t="597733" x="9947275" y="5021263"/>
          <p14:tracePt t="597744" x="9932988" y="5021263"/>
          <p14:tracePt t="597755" x="9906000" y="5000625"/>
          <p14:tracePt t="597767" x="9891713" y="5000625"/>
          <p14:tracePt t="597778" x="9879013" y="5000625"/>
          <p14:tracePt t="597800" x="9864725" y="5000625"/>
          <p14:tracePt t="597957" x="9852025" y="5000625"/>
          <p14:tracePt t="597970" x="9817100" y="5000625"/>
          <p14:tracePt t="597982" x="9804400" y="5000625"/>
          <p14:tracePt t="597992" x="9777413" y="4986338"/>
          <p14:tracePt t="598004" x="9763125" y="4986338"/>
          <p14:tracePt t="598015" x="9748838" y="4986338"/>
          <p14:tracePt t="598025" x="9736138" y="4986338"/>
          <p14:tracePt t="598160" x="9748838" y="4986338"/>
          <p14:tracePt t="598161" x="9763125" y="5000625"/>
          <p14:tracePt t="598171" x="9804400" y="5000625"/>
          <p14:tracePt t="598184" x="9852025" y="5000625"/>
          <p14:tracePt t="598194" x="9891713" y="5000625"/>
          <p14:tracePt t="598206" x="9959975" y="5000625"/>
          <p14:tracePt t="598217" x="10034588" y="5021263"/>
          <p14:tracePt t="598228" x="10090150" y="5021263"/>
          <p14:tracePt t="598239" x="10150475" y="5021263"/>
          <p14:tracePt t="598250" x="10191750" y="5021263"/>
          <p14:tracePt t="598262" x="10218738" y="5021263"/>
          <p14:tracePt t="598273" x="10266363" y="5021263"/>
          <p14:tracePt t="598284" x="10293350" y="5021263"/>
          <p14:tracePt t="598296" x="10307638" y="5021263"/>
          <p14:tracePt t="598306" x="10320338" y="5021263"/>
          <p14:tracePt t="598318" x="10334625" y="5021263"/>
          <p14:tracePt t="598330" x="10355263" y="5021263"/>
          <p14:tracePt t="598891" x="10367963" y="5021263"/>
          <p14:tracePt t="598894" x="10382250" y="5033963"/>
          <p14:tracePt t="598903" x="10396538" y="5033963"/>
          <p14:tracePt t="598915" x="10409238" y="5048250"/>
          <p14:tracePt t="598926" x="10436225" y="5048250"/>
          <p14:tracePt t="598937" x="10436225" y="5062538"/>
          <p14:tracePt t="598959" x="10423525" y="5062538"/>
          <p14:tracePt t="599274" x="10436225" y="5048250"/>
          <p14:tracePt t="599275" x="10450513" y="5048250"/>
          <p14:tracePt t="599287" x="10483850" y="5048250"/>
          <p14:tracePt t="599297" x="10498138" y="5048250"/>
          <p14:tracePt t="599319" x="10510838" y="5048250"/>
          <p14:tracePt t="599419" x="10525125" y="5048250"/>
          <p14:tracePt t="599465" x="10539413" y="5048250"/>
          <p14:tracePt t="599487" x="10539413" y="5033963"/>
          <p14:tracePt t="599500" x="10552113" y="5033963"/>
          <p14:tracePt t="599532" x="10566400" y="5033963"/>
          <p14:tracePt t="599566" x="10579100" y="5033963"/>
          <p14:tracePt t="599667" x="10593388" y="5033963"/>
          <p14:tracePt t="599679" x="10614025" y="5033963"/>
          <p14:tracePt t="599690" x="10641013" y="5033963"/>
          <p14:tracePt t="599701" x="10682288" y="5033963"/>
          <p14:tracePt t="599712" x="10742613" y="5033963"/>
          <p14:tracePt t="599724" x="10783888" y="5033963"/>
          <p14:tracePt t="599735" x="10872788" y="5033963"/>
          <p14:tracePt t="599747" x="10926763" y="5033963"/>
          <p14:tracePt t="599758" x="10968038" y="5033963"/>
          <p14:tracePt t="599769" x="11015663" y="5033963"/>
          <p14:tracePt t="599780" x="11042650" y="5033963"/>
          <p14:tracePt t="599792" x="11069638" y="5021263"/>
          <p14:tracePt t="599804" x="11082338" y="5021263"/>
          <p14:tracePt t="599960" x="11096625" y="5021263"/>
          <p14:tracePt t="599982" x="11117263" y="5021263"/>
          <p14:tracePt t="600005" x="11129963" y="5021263"/>
          <p14:tracePt t="600017" x="11144250" y="5021263"/>
          <p14:tracePt t="600029" x="11158538" y="5021263"/>
          <p14:tracePt t="600039" x="11171238" y="5033963"/>
          <p14:tracePt t="600050" x="11185525" y="5033963"/>
          <p14:tracePt t="600065" x="11198225" y="5033963"/>
          <p14:tracePt t="600074" x="11212513" y="5033963"/>
          <p14:tracePt t="600084" x="11225213" y="5033963"/>
          <p14:tracePt t="600098" x="11245850" y="5033963"/>
          <p14:tracePt t="600107" x="11260138" y="5033963"/>
          <p14:tracePt t="600118" x="11287125" y="5033963"/>
          <p14:tracePt t="600130" x="11301413" y="5033963"/>
          <p14:tracePt t="600140" x="11328400" y="5033963"/>
          <p14:tracePt t="600152" x="11355388" y="5033963"/>
          <p14:tracePt t="600163" x="11376025" y="5033963"/>
          <p14:tracePt t="600174" x="11403013" y="5033963"/>
          <p14:tracePt t="600196" x="11415713" y="5033963"/>
          <p14:tracePt t="600197" x="11430000" y="5033963"/>
          <p14:tracePt t="600230" x="11444288" y="5033963"/>
          <p14:tracePt t="600252" x="11456988" y="5033963"/>
          <p14:tracePt t="600264" x="11471275" y="5033963"/>
          <p14:tracePt t="600275" x="11483975" y="5033963"/>
          <p14:tracePt t="600287" x="11504613" y="5033963"/>
          <p14:tracePt t="600299" x="11518900" y="5033963"/>
          <p14:tracePt t="600309" x="11545888" y="5021263"/>
          <p14:tracePt t="600321" x="11558588" y="5021263"/>
          <p14:tracePt t="600332" x="11572875" y="5000625"/>
          <p14:tracePt t="600343" x="11587163" y="4986338"/>
          <p14:tracePt t="600356" x="11599863" y="4973638"/>
          <p14:tracePt t="600365" x="11599863" y="4959350"/>
          <p14:tracePt t="600376" x="11614150" y="4932363"/>
          <p14:tracePt t="600389" x="11614150" y="4919663"/>
          <p14:tracePt t="600399" x="11599863" y="4884738"/>
          <p14:tracePt t="600410" x="11587163" y="4872038"/>
          <p14:tracePt t="600422" x="11558588" y="4843463"/>
          <p14:tracePt t="600433" x="11531600" y="4830763"/>
          <p14:tracePt t="600444" x="11483975" y="4816475"/>
          <p14:tracePt t="600456" x="11444288" y="4816475"/>
          <p14:tracePt t="600467" x="11403013" y="4803775"/>
          <p14:tracePt t="600477" x="11376025" y="4803775"/>
          <p14:tracePt t="600489" x="11328400" y="4816475"/>
          <p14:tracePt t="600500" x="11301413" y="4816475"/>
          <p14:tracePt t="600512" x="11287125" y="4830763"/>
          <p14:tracePt t="600523" x="11260138" y="4843463"/>
          <p14:tracePt t="600535" x="11245850" y="4872038"/>
          <p14:tracePt t="600546" x="11245850" y="4884738"/>
          <p14:tracePt t="600556" x="11245850" y="4919663"/>
          <p14:tracePt t="600568" x="11245850" y="4946650"/>
          <p14:tracePt t="600580" x="11260138" y="4959350"/>
          <p14:tracePt t="600591" x="11272838" y="4973638"/>
          <p14:tracePt t="600602" x="11287125" y="4986338"/>
          <p14:tracePt t="600614" x="11314113" y="5000625"/>
          <p14:tracePt t="600624" x="11355388" y="5021263"/>
          <p14:tracePt t="600636" x="11415713" y="5033963"/>
          <p14:tracePt t="600647" x="11471275" y="5033963"/>
          <p14:tracePt t="600658" x="11531600" y="5048250"/>
          <p14:tracePt t="600669" x="11599863" y="5048250"/>
          <p14:tracePt t="600680" x="11647488" y="5033963"/>
          <p14:tracePt t="600691" x="11701463" y="5021263"/>
          <p14:tracePt t="600703" x="11730038" y="5000625"/>
          <p14:tracePt t="600714" x="11742738" y="4986338"/>
          <p14:tracePt t="600725" x="11777663" y="4959350"/>
          <p14:tracePt t="600737" x="11777663" y="4946650"/>
          <p14:tracePt t="600748" x="11777663" y="4919663"/>
          <p14:tracePt t="600759" x="11777663" y="4905375"/>
          <p14:tracePt t="600771" x="11763375" y="4884738"/>
          <p14:tracePt t="600782" x="11742738" y="4857750"/>
          <p14:tracePt t="600793" x="11730038" y="4843463"/>
          <p14:tracePt t="600804" x="11701463" y="4843463"/>
          <p14:tracePt t="600816" x="11674475" y="4843463"/>
          <p14:tracePt t="600826" x="11634788" y="4843463"/>
          <p14:tracePt t="600837" x="11599863" y="4843463"/>
          <p14:tracePt t="600849" x="11587163" y="4843463"/>
          <p14:tracePt t="600860" x="11558588" y="4872038"/>
          <p14:tracePt t="600872" x="11545888" y="4884738"/>
          <p14:tracePt t="600883" x="11545888" y="4919663"/>
          <p14:tracePt t="600894" x="11545888" y="4946650"/>
          <p14:tracePt t="600905" x="11545888" y="4973638"/>
          <p14:tracePt t="600916" x="11572875" y="5000625"/>
          <p14:tracePt t="600927" x="11599863" y="5033963"/>
          <p14:tracePt t="600939" x="11661775" y="5048250"/>
          <p14:tracePt t="600950" x="11730038" y="5062538"/>
          <p14:tracePt t="600962" x="11790363" y="5062538"/>
          <p14:tracePt t="600972" x="11844338" y="5062538"/>
          <p14:tracePt t="600984" x="11906250" y="5048250"/>
          <p14:tracePt t="600996" x="11933238" y="5033963"/>
          <p14:tracePt t="601006" x="11947525" y="5021263"/>
          <p14:tracePt t="601017" x="11947525" y="4986338"/>
          <p14:tracePt t="601030" x="11947525" y="4959350"/>
          <p14:tracePt t="601040" x="11920538" y="4932363"/>
          <p14:tracePt t="601052" x="11879263" y="4905375"/>
          <p14:tracePt t="601063" x="11817350" y="4872038"/>
          <p14:tracePt t="601074" x="11777663" y="4857750"/>
          <p14:tracePt t="601086" x="11730038" y="4843463"/>
          <p14:tracePt t="601098" x="11661775" y="4843463"/>
          <p14:tracePt t="601108" x="11634788" y="4857750"/>
          <p14:tracePt t="601120" x="11587163" y="4872038"/>
          <p14:tracePt t="601131" x="11558588" y="4884738"/>
          <p14:tracePt t="601141" x="11545888" y="4905375"/>
          <p14:tracePt t="601154" x="11545888" y="4919663"/>
          <p14:tracePt t="601165" x="11558588" y="4932363"/>
          <p14:tracePt t="601175" x="11572875" y="4946650"/>
          <p14:tracePt t="601187" x="11587163" y="4959350"/>
          <p14:tracePt t="601198" x="11614150" y="4959350"/>
          <p14:tracePt t="601209" x="11661775" y="4959350"/>
          <p14:tracePt t="601221" x="11701463" y="4959350"/>
          <p14:tracePt t="601242" x="11742738" y="4959350"/>
          <p14:tracePt t="601246" x="11790363" y="4946650"/>
          <p14:tracePt t="601255" x="11804650" y="4932363"/>
          <p14:tracePt t="601266" x="11804650" y="4919663"/>
          <p14:tracePt t="601277" x="11804650" y="4905375"/>
          <p14:tracePt t="601288" x="11790363" y="4884738"/>
          <p14:tracePt t="601300" x="11763375" y="4872038"/>
          <p14:tracePt t="601310" x="11701463" y="4857750"/>
          <p14:tracePt t="601322" x="11614150" y="4857750"/>
          <p14:tracePt t="601333" x="11558588" y="4857750"/>
          <p14:tracePt t="601344" x="11471275" y="4872038"/>
          <p14:tracePt t="601356" x="11415713" y="4905375"/>
          <p14:tracePt t="601368" x="11341100" y="4932363"/>
          <p14:tracePt t="601379" x="11287125" y="4959350"/>
          <p14:tracePt t="601389" x="11198225" y="4986338"/>
          <p14:tracePt t="601400" x="11117263" y="5021263"/>
          <p14:tracePt t="601412" x="11055350" y="5048250"/>
          <p14:tracePt t="601423" x="10980738" y="5062538"/>
          <p14:tracePt t="601434" x="10926763" y="5075238"/>
          <p14:tracePt t="601446" x="10885488" y="5075238"/>
          <p14:tracePt t="601456" x="10825163" y="5089525"/>
          <p14:tracePt t="601468" x="10783888" y="5089525"/>
          <p14:tracePt t="601480" x="10742613" y="5102225"/>
          <p14:tracePt t="601490" x="10709275" y="5102225"/>
          <p14:tracePt t="601502" x="10668000" y="5116513"/>
          <p14:tracePt t="601514" x="10641013" y="5116513"/>
          <p14:tracePt t="601524" x="10614025" y="5129213"/>
          <p14:tracePt t="601535" x="10566400" y="5129213"/>
          <p14:tracePt t="601547" x="10552113" y="5149850"/>
          <p14:tracePt t="601557" x="10525125" y="5164138"/>
          <p14:tracePt t="601569" x="10498138" y="5176838"/>
          <p14:tracePt t="601580" x="10483850" y="5176838"/>
          <p14:tracePt t="601591" x="10450513" y="5191125"/>
          <p14:tracePt t="601604" x="10436225" y="5205413"/>
          <p14:tracePt t="601615" x="10423525" y="5218113"/>
          <p14:tracePt t="601636" x="10409238" y="5232400"/>
          <p14:tracePt t="601669" x="10423525" y="5232400"/>
          <p14:tracePt t="601681" x="10423525" y="5245100"/>
          <p14:tracePt t="601692" x="10436225" y="5245100"/>
          <p14:tracePt t="601715" x="10450513" y="5245100"/>
          <p14:tracePt t="601726" x="10463213" y="5245100"/>
          <p14:tracePt t="601738" x="10483850" y="5232400"/>
          <p14:tracePt t="601760" x="10498138" y="5232400"/>
          <p14:tracePt t="601793" x="10498138" y="5218113"/>
          <p14:tracePt t="601827" x="10498138" y="5205413"/>
          <p14:tracePt t="601872" x="10498138" y="5191125"/>
          <p14:tracePt t="601876" x="10483850" y="5191125"/>
          <p14:tracePt t="601906" x="10483850" y="5176838"/>
          <p14:tracePt t="601973" x="10463213" y="5176838"/>
          <p14:tracePt t="601985" x="10463213" y="5191125"/>
          <p14:tracePt t="601998" x="10450513" y="5218113"/>
          <p14:tracePt t="602008" x="10436225" y="5232400"/>
          <p14:tracePt t="602020" x="10423525" y="5259388"/>
          <p14:tracePt t="602032" x="10409238" y="5280025"/>
          <p14:tracePt t="602042" x="10409238" y="5292725"/>
          <p14:tracePt t="602063" x="10409238" y="5307013"/>
          <p14:tracePt t="602109" x="10409238" y="5292725"/>
          <p14:tracePt t="602131" x="10423525" y="5280025"/>
          <p14:tracePt t="602142" x="10436225" y="5280025"/>
          <p14:tracePt t="602156" x="10436225" y="5259388"/>
          <p14:tracePt t="602166" x="10450513" y="5245100"/>
          <p14:tracePt t="602177" x="10463213" y="5245100"/>
          <p14:tracePt t="602199" x="10463213" y="5232400"/>
          <p14:tracePt t="602390" x="10483850" y="5232400"/>
          <p14:tracePt t="602393" x="10498138" y="5232400"/>
          <p14:tracePt t="602401" x="10510838" y="5232400"/>
          <p14:tracePt t="602415" x="10539413" y="5232400"/>
          <p14:tracePt t="602425" x="10552113" y="5232400"/>
          <p14:tracePt t="602436" x="10593388" y="5232400"/>
          <p14:tracePt t="602447" x="10668000" y="5232400"/>
          <p14:tracePt t="602460" x="10721975" y="5232400"/>
          <p14:tracePt t="602470" x="10810875" y="5245100"/>
          <p14:tracePt t="602481" x="10926763" y="5245100"/>
          <p14:tracePt t="602493" x="11001375" y="5245100"/>
          <p14:tracePt t="602503" x="11117263" y="5245100"/>
          <p14:tracePt t="602515" x="11198225" y="5245100"/>
          <p14:tracePt t="602526" x="11287125" y="5232400"/>
          <p14:tracePt t="602537" x="11328400" y="5232400"/>
          <p14:tracePt t="602549" x="11376025" y="5232400"/>
          <p14:tracePt t="602560" x="11403013" y="5232400"/>
          <p14:tracePt t="602581" x="11415713" y="5232400"/>
          <p14:tracePt t="602693" x="11403013" y="5218113"/>
          <p14:tracePt t="602704" x="11388725" y="5218113"/>
          <p14:tracePt t="602717" x="11376025" y="5232400"/>
          <p14:tracePt t="602728" x="11355388" y="5232400"/>
          <p14:tracePt t="602738" x="11328400" y="5232400"/>
          <p14:tracePt t="602750" x="11287125" y="5245100"/>
          <p14:tracePt t="602762" x="11245850" y="5245100"/>
          <p14:tracePt t="602774" x="11185525" y="5280025"/>
          <p14:tracePt t="602785" x="11096625" y="5292725"/>
          <p14:tracePt t="602797" x="11055350" y="5319713"/>
          <p14:tracePt t="602809" x="10980738" y="5348288"/>
          <p14:tracePt t="602819" x="10926763" y="5375275"/>
          <p14:tracePt t="602830" x="10885488" y="5408613"/>
          <p14:tracePt t="602841" x="10837863" y="5435600"/>
          <p14:tracePt t="602852" x="10796588" y="5462588"/>
          <p14:tracePt t="602863" x="10756900" y="5491163"/>
          <p14:tracePt t="602875" x="10721975" y="5518150"/>
          <p14:tracePt t="602885" x="10694988" y="5551488"/>
          <p14:tracePt t="602897" x="10668000" y="5551488"/>
          <p14:tracePt t="602908" x="10641013" y="5565775"/>
          <p14:tracePt t="602919" x="10626725" y="5565775"/>
          <p14:tracePt t="603278" x="10641013" y="5551488"/>
          <p14:tracePt t="603346" x="10626725" y="5551488"/>
          <p14:tracePt t="603380" x="10614025" y="5551488"/>
          <p14:tracePt t="603391" x="10593388" y="5551488"/>
          <p14:tracePt t="603413" x="10579100" y="5551488"/>
          <p14:tracePt t="603426" x="10566400" y="5551488"/>
          <p14:tracePt t="603437" x="10552113" y="5551488"/>
          <p14:tracePt t="603449" x="10539413" y="5551488"/>
          <p14:tracePt t="603461" x="10525125" y="5551488"/>
          <p14:tracePt t="603470" x="10510838" y="5551488"/>
          <p14:tracePt t="603482" x="10498138" y="5551488"/>
          <p14:tracePt t="603494" x="10483850" y="5551488"/>
          <p14:tracePt t="603504" x="10463213" y="5551488"/>
          <p14:tracePt t="603526" x="10450513" y="5551488"/>
          <p14:tracePt t="603537" x="10436225" y="5551488"/>
          <p14:tracePt t="603571" x="10423525" y="5551488"/>
          <p14:tracePt t="603616" x="10409238" y="5551488"/>
          <p14:tracePt t="603628" x="10396538" y="5551488"/>
          <p14:tracePt t="603639" x="10367963" y="5538788"/>
          <p14:tracePt t="603650" x="10307638" y="5518150"/>
          <p14:tracePt t="603663" x="10266363" y="5503863"/>
          <p14:tracePt t="603674" x="10191750" y="5491163"/>
          <p14:tracePt t="603685" x="10123488" y="5462588"/>
          <p14:tracePt t="603695" x="10063163" y="5462588"/>
          <p14:tracePt t="603707" x="10021888" y="5449888"/>
          <p14:tracePt t="603719" x="9980613" y="5449888"/>
          <p14:tracePt t="603729" x="9959975" y="5435600"/>
          <p14:tracePt t="603740" x="9947275" y="5435600"/>
          <p14:tracePt t="603852" x="9947275" y="5449888"/>
          <p14:tracePt t="603875" x="9932988" y="5449888"/>
          <p14:tracePt t="604033" x="9932988" y="5462588"/>
          <p14:tracePt t="604066" x="9920288" y="5476875"/>
          <p14:tracePt t="604077" x="9920288" y="5491163"/>
          <p14:tracePt t="604100" x="9920288" y="5503863"/>
          <p14:tracePt t="604415" x="9932988" y="5503863"/>
          <p14:tracePt t="604418" x="9947275" y="5503863"/>
          <p14:tracePt t="604438" x="9959975" y="5503863"/>
          <p14:tracePt t="604449" x="9980613" y="5491163"/>
          <p14:tracePt t="604460" x="10007600" y="5491163"/>
          <p14:tracePt t="604471" x="10021888" y="5491163"/>
          <p14:tracePt t="604484" x="10063163" y="5491163"/>
          <p14:tracePt t="604494" x="10075863" y="5476875"/>
          <p14:tracePt t="604505" x="10123488" y="5476875"/>
          <p14:tracePt t="604519" x="10150475" y="5462588"/>
          <p14:tracePt t="604528" x="10164763" y="5462588"/>
          <p14:tracePt t="604539" x="10177463" y="5449888"/>
          <p14:tracePt t="604561" x="10191750" y="5449888"/>
          <p14:tracePt t="604899" x="10206038" y="5449888"/>
          <p14:tracePt t="604910" x="10206038" y="5462588"/>
          <p14:tracePt t="604921" x="10218738" y="5462588"/>
          <p14:tracePt t="604944" x="10239375" y="5462588"/>
          <p14:tracePt t="604955" x="10266363" y="5476875"/>
          <p14:tracePt t="604967" x="10280650" y="5476875"/>
          <p14:tracePt t="604979" x="10293350" y="5476875"/>
          <p14:tracePt t="605000" x="10307638" y="5476875"/>
          <p14:tracePt t="605022" x="10320338" y="5476875"/>
          <p14:tracePt t="605259" x="10334625" y="5476875"/>
          <p14:tracePt t="605271" x="10355263" y="5491163"/>
          <p14:tracePt t="605282" x="10382250" y="5503863"/>
          <p14:tracePt t="605293" x="10396538" y="5518150"/>
          <p14:tracePt t="605304" x="10423525" y="5518150"/>
          <p14:tracePt t="605315" x="10450513" y="5538788"/>
          <p14:tracePt t="605329" x="10483850" y="5551488"/>
          <p14:tracePt t="605339" x="10498138" y="5551488"/>
          <p14:tracePt t="605349" x="10510838" y="5551488"/>
          <p14:tracePt t="605371" x="10525125" y="5551488"/>
          <p14:tracePt t="605461" x="10525125" y="5538788"/>
          <p14:tracePt t="605584" x="10539413" y="5538788"/>
          <p14:tracePt t="605597" x="10539413" y="5551488"/>
          <p14:tracePt t="605608" x="10552113" y="5551488"/>
          <p14:tracePt t="605619" x="10566400" y="5565775"/>
          <p14:tracePt t="605633" x="10593388" y="5565775"/>
          <p14:tracePt t="605643" x="10614025" y="5578475"/>
          <p14:tracePt t="605664" x="10593388" y="5578475"/>
          <p14:tracePt t="605856" x="10614025" y="5578475"/>
          <p14:tracePt t="605877" x="10626725" y="5565775"/>
          <p14:tracePt t="605900" x="10641013" y="5565775"/>
          <p14:tracePt t="605912" x="10653713" y="5565775"/>
          <p14:tracePt t="605923" x="10668000" y="5565775"/>
          <p14:tracePt t="606147" x="10682288" y="5551488"/>
          <p14:tracePt t="606170" x="10694988" y="5551488"/>
          <p14:tracePt t="606182" x="10709275" y="5551488"/>
          <p14:tracePt t="606193" x="10721975" y="5551488"/>
          <p14:tracePt t="606204" x="10756900" y="5551488"/>
          <p14:tracePt t="606215" x="10769600" y="5551488"/>
          <p14:tracePt t="606228" x="10783888" y="5551488"/>
          <p14:tracePt t="606238" x="10796588" y="5551488"/>
          <p14:tracePt t="606260" x="10810875" y="5551488"/>
          <p14:tracePt t="606384" x="10825163" y="5538788"/>
          <p14:tracePt t="606406" x="10837863" y="5538788"/>
          <p14:tracePt t="606417" x="10852150" y="5538788"/>
          <p14:tracePt t="606430" x="10872788" y="5538788"/>
          <p14:tracePt t="606441" x="10899775" y="5538788"/>
          <p14:tracePt t="606451" x="10926763" y="5538788"/>
          <p14:tracePt t="606463" x="10953750" y="5551488"/>
          <p14:tracePt t="606485" x="11001375" y="5551488"/>
          <p14:tracePt t="606486" x="11042650" y="5551488"/>
          <p14:tracePt t="606497" x="11069638" y="5565775"/>
          <p14:tracePt t="606509" x="11096625" y="5565775"/>
          <p14:tracePt t="606521" x="11117263" y="5565775"/>
          <p14:tracePt t="606530" x="11129963" y="5565775"/>
          <p14:tracePt t="606575" x="11117263" y="5565775"/>
          <p14:tracePt t="606597" x="11096625" y="5565775"/>
          <p14:tracePt t="606609" x="11055350" y="5565775"/>
          <p14:tracePt t="606621" x="10980738" y="5578475"/>
          <p14:tracePt t="606631" x="10837863" y="5592763"/>
          <p14:tracePt t="606646" x="10709275" y="5592763"/>
          <p14:tracePt t="606656" x="10525125" y="5634038"/>
          <p14:tracePt t="606666" x="10320338" y="5681663"/>
          <p14:tracePt t="606679" x="10164763" y="5721350"/>
          <p14:tracePt t="606689" x="9994900" y="5783263"/>
          <p14:tracePt t="606699" x="9831388" y="5824538"/>
          <p14:tracePt t="606712" x="9748838" y="5851525"/>
          <p14:tracePt t="606722" x="9674225" y="5864225"/>
          <p14:tracePt t="606734" x="9647238" y="5878513"/>
          <p14:tracePt t="606746" x="9620250" y="5878513"/>
          <p14:tracePt t="606925" x="9620250" y="5891213"/>
          <p14:tracePt t="606935" x="9605963" y="5891213"/>
          <p14:tracePt t="606948" x="9605963" y="5926138"/>
          <p14:tracePt t="606958" x="9605963" y="5953125"/>
          <p14:tracePt t="606969" x="9620250" y="5980113"/>
          <p14:tracePt t="606981" x="9620250" y="6021388"/>
          <p14:tracePt t="606991" x="9647238" y="6054725"/>
          <p14:tracePt t="607003" x="9661525" y="6081713"/>
          <p14:tracePt t="607015" x="9674225" y="6110288"/>
          <p14:tracePt t="607025" x="9721850" y="6137275"/>
          <p14:tracePt t="607038" x="9763125" y="6149975"/>
          <p14:tracePt t="607049" x="9790113" y="6170613"/>
          <p14:tracePt t="607059" x="9831388" y="6184900"/>
          <p14:tracePt t="607071" x="9891713" y="6184900"/>
          <p14:tracePt t="607083" x="9932988" y="6184900"/>
          <p14:tracePt t="607092" x="10007600" y="6184900"/>
          <p14:tracePt t="607104" x="10110788" y="6184900"/>
          <p14:tracePt t="607116" x="10206038" y="6184900"/>
          <p14:tracePt t="607126" x="10293350" y="6184900"/>
          <p14:tracePt t="607138" x="10409238" y="6184900"/>
          <p14:tracePt t="607149" x="10510838" y="6170613"/>
          <p14:tracePt t="607160" x="10579100" y="6170613"/>
          <p14:tracePt t="607172" x="10668000" y="6170613"/>
          <p14:tracePt t="607183" x="10756900" y="6149975"/>
          <p14:tracePt t="607194" x="10810875" y="6149975"/>
          <p14:tracePt t="607205" x="10852150" y="6137275"/>
          <p14:tracePt t="607217" x="10899775" y="6122988"/>
          <p14:tracePt t="607228" x="10926763" y="6110288"/>
          <p14:tracePt t="607240" x="10926763" y="6096000"/>
          <p14:tracePt t="607250" x="10926763" y="6069013"/>
          <p14:tracePt t="607261" x="10926763" y="6042025"/>
          <p14:tracePt t="607273" x="10912475" y="6007100"/>
          <p14:tracePt t="607284" x="10872788" y="5967413"/>
          <p14:tracePt t="607295" x="10796588" y="5911850"/>
          <p14:tracePt t="607307" x="10721975" y="5864225"/>
          <p14:tracePt t="607318" x="10641013" y="5837238"/>
          <p14:tracePt t="607329" x="10552113" y="5810250"/>
          <p14:tracePt t="607341" x="10463213" y="5795963"/>
          <p14:tracePt t="607352" x="10396538" y="5783263"/>
          <p14:tracePt t="607363" x="10293350" y="5762625"/>
          <p14:tracePt t="607374" x="10191750" y="5762625"/>
          <p14:tracePt t="607385" x="10137775" y="5783263"/>
          <p14:tracePt t="607397" x="10063163" y="5783263"/>
          <p14:tracePt t="607408" x="10007600" y="5795963"/>
          <p14:tracePt t="607419" x="9959975" y="5810250"/>
          <p14:tracePt t="607431" x="9920288" y="5824538"/>
          <p14:tracePt t="607442" x="9906000" y="5837238"/>
          <p14:tracePt t="607454" x="9891713" y="5851525"/>
          <p14:tracePt t="607466" x="9879013" y="5864225"/>
          <p14:tracePt t="607475" x="9879013" y="5878513"/>
          <p14:tracePt t="607486" x="9879013" y="5891213"/>
          <p14:tracePt t="607499" x="9879013" y="5911850"/>
          <p14:tracePt t="607509" x="9879013" y="5926138"/>
          <p14:tracePt t="607531" x="9891713" y="5938838"/>
          <p14:tracePt t="607535" x="9891713" y="5953125"/>
          <p14:tracePt t="607544" x="9906000" y="5967413"/>
          <p14:tracePt t="607557" x="9920288" y="5980113"/>
          <p14:tracePt t="607567" x="9932988" y="5980113"/>
          <p14:tracePt t="607577" x="9947275" y="5994400"/>
          <p14:tracePt t="607589" x="9980613" y="6007100"/>
          <p14:tracePt t="607599" x="9994900" y="6007100"/>
          <p14:tracePt t="607610" x="10021888" y="6021388"/>
          <p14:tracePt t="607622" x="10048875" y="6021388"/>
          <p14:tracePt t="607633" x="10075863" y="6021388"/>
          <p14:tracePt t="607644" x="10110788" y="6021388"/>
          <p14:tracePt t="607655" x="10137775" y="6021388"/>
          <p14:tracePt t="607667" x="10177463" y="6021388"/>
          <p14:tracePt t="607677" x="10191750" y="6021388"/>
          <p14:tracePt t="607689" x="10206038" y="6021388"/>
          <p14:tracePt t="607700" x="10218738" y="6007100"/>
          <p14:tracePt t="607733" x="10206038" y="6007100"/>
          <p14:tracePt t="607745" x="10191750" y="5994400"/>
          <p14:tracePt t="607757" x="10177463" y="5994400"/>
          <p14:tracePt t="607768" x="10137775" y="5994400"/>
          <p14:tracePt t="607779" x="10110788" y="5994400"/>
          <p14:tracePt t="607790" x="10075863" y="5994400"/>
          <p14:tracePt t="607802" x="10034588" y="6007100"/>
          <p14:tracePt t="607812" x="9994900" y="6021388"/>
          <p14:tracePt t="607824" x="9959975" y="6021388"/>
          <p14:tracePt t="607835" x="9932988" y="6042025"/>
          <p14:tracePt t="607848" x="9920288" y="6054725"/>
          <p14:tracePt t="607869" x="9906000" y="6054725"/>
          <p14:tracePt t="607881" x="9906000" y="6069013"/>
          <p14:tracePt t="607902" x="9891713" y="6069013"/>
          <p14:tracePt t="607915" x="9879013" y="6069013"/>
          <p14:tracePt t="607925" x="9852025" y="6054725"/>
          <p14:tracePt t="607938" x="9831388" y="6054725"/>
          <p14:tracePt t="608105" x="9852025" y="6054725"/>
          <p14:tracePt t="608127" x="9864725" y="6054725"/>
          <p14:tracePt t="608141" x="9879013" y="6054725"/>
          <p14:tracePt t="608161" x="9891713" y="6054725"/>
          <p14:tracePt t="608284" x="9891713" y="6042025"/>
          <p14:tracePt t="608319" x="9891713" y="6021388"/>
          <p14:tracePt t="608331" x="9891713" y="6007100"/>
          <p14:tracePt t="608342" x="9891713" y="5994400"/>
          <p14:tracePt t="608352" x="9879013" y="5967413"/>
          <p14:tracePt t="608366" x="9879013" y="5938838"/>
          <p14:tracePt t="608376" x="9864725" y="5911850"/>
          <p14:tracePt t="608386" x="9852025" y="5864225"/>
          <p14:tracePt t="608399" x="9831388" y="5837238"/>
          <p14:tracePt t="608410" x="9817100" y="5810250"/>
          <p14:tracePt t="608421" x="9804400" y="5783263"/>
          <p14:tracePt t="608434" x="9790113" y="5783263"/>
          <p14:tracePt t="608444" x="9790113" y="5762625"/>
          <p14:tracePt t="608465" x="9777413" y="5762625"/>
          <p14:tracePt t="608544" x="9790113" y="5762625"/>
          <p14:tracePt t="608588" x="9804400" y="5762625"/>
          <p14:tracePt t="608591" x="9817100" y="5783263"/>
          <p14:tracePt t="608600" x="9831388" y="5783263"/>
          <p14:tracePt t="608601" x="9852025" y="5783263"/>
          <p14:tracePt t="608612" x="9879013" y="5783263"/>
          <p14:tracePt t="608624" x="9906000" y="5783263"/>
          <p14:tracePt t="608634" x="9920288" y="5783263"/>
          <p14:tracePt t="608645" x="9947275" y="5783263"/>
          <p14:tracePt t="608657" x="9959975" y="5783263"/>
          <p14:tracePt t="608669" x="9980613" y="5783263"/>
          <p14:tracePt t="608679" x="9994900" y="5783263"/>
          <p14:tracePt t="608691" x="10007600" y="5783263"/>
          <p14:tracePt t="608702" x="10021888" y="5783263"/>
          <p14:tracePt t="608712" x="10034588" y="5783263"/>
          <p14:tracePt t="608735" x="10048875" y="5783263"/>
          <p14:tracePt t="608757" x="10063163" y="5783263"/>
          <p14:tracePt t="608769" x="10075863" y="5783263"/>
          <p14:tracePt t="608791" x="10075863" y="5795963"/>
          <p14:tracePt t="608794" x="10090150" y="5795963"/>
          <p14:tracePt t="608803" x="10110788" y="5795963"/>
          <p14:tracePt t="608814" x="10123488" y="5795963"/>
          <p14:tracePt t="608827" x="10137775" y="5795963"/>
          <p14:tracePt t="608837" x="10150475" y="5795963"/>
          <p14:tracePt t="608849" x="10164763" y="5795963"/>
          <p14:tracePt t="608859" x="10177463" y="5795963"/>
          <p14:tracePt t="608881" x="10191750" y="5795963"/>
          <p14:tracePt t="608937" x="10206038" y="5795963"/>
          <p14:tracePt t="608971" x="10218738" y="5795963"/>
          <p14:tracePt t="608983" x="10239375" y="5795963"/>
          <p14:tracePt t="608994" x="10253663" y="5795963"/>
          <p14:tracePt t="609006" x="10266363" y="5795963"/>
          <p14:tracePt t="609017" x="10293350" y="5810250"/>
          <p14:tracePt t="609028" x="10320338" y="5810250"/>
          <p14:tracePt t="609041" x="10334625" y="5810250"/>
          <p14:tracePt t="609052" x="10355263" y="5810250"/>
          <p14:tracePt t="609062" x="10367963" y="5810250"/>
          <p14:tracePt t="609074" x="10382250" y="5810250"/>
          <p14:tracePt t="609085" x="10396538" y="5810250"/>
          <p14:tracePt t="609095" x="10409238" y="5810250"/>
          <p14:tracePt t="609140" x="10423525" y="5810250"/>
          <p14:tracePt t="609163" x="10436225" y="5810250"/>
          <p14:tracePt t="609174" x="10450513" y="5824538"/>
          <p14:tracePt t="609185" x="10463213" y="5824538"/>
          <p14:tracePt t="609218" x="10450513" y="5824538"/>
          <p14:tracePt t="609399" x="10450513" y="5837238"/>
          <p14:tracePt t="609411" x="10463213" y="5824538"/>
          <p14:tracePt t="609422" x="10498138" y="5824538"/>
          <p14:tracePt t="609435" x="10525125" y="5824538"/>
          <p14:tracePt t="609444" x="10552113" y="5837238"/>
          <p14:tracePt t="609456" x="10593388" y="5837238"/>
          <p14:tracePt t="609467" x="10626725" y="5837238"/>
          <p14:tracePt t="609478" x="10653713" y="5837238"/>
          <p14:tracePt t="609490" x="10694988" y="5837238"/>
          <p14:tracePt t="609502" x="10709275" y="5837238"/>
          <p14:tracePt t="609511" x="10742613" y="5837238"/>
          <p14:tracePt t="609523" x="10783888" y="5837238"/>
          <p14:tracePt t="609536" x="10810875" y="5837238"/>
          <p14:tracePt t="609546" x="10837863" y="5837238"/>
          <p14:tracePt t="609557" x="10872788" y="5837238"/>
          <p14:tracePt t="609570" x="10912475" y="5837238"/>
          <p14:tracePt t="609580" x="10939463" y="5851525"/>
          <p14:tracePt t="609592" x="10968038" y="5851525"/>
          <p14:tracePt t="609603" x="11015663" y="5851525"/>
          <p14:tracePt t="609635" x="11042650" y="5851525"/>
          <p14:tracePt t="609638" x="11069638" y="5851525"/>
          <p14:tracePt t="609647" x="11082338" y="5851525"/>
          <p14:tracePt t="609649" x="11096625" y="5851525"/>
          <p14:tracePt t="609792" x="11082338" y="5851525"/>
          <p14:tracePt t="609815" x="11069638" y="5851525"/>
          <p14:tracePt t="609826" x="11055350" y="5851525"/>
          <p14:tracePt t="609838" x="11028363" y="5851525"/>
          <p14:tracePt t="609849" x="11001375" y="5851525"/>
          <p14:tracePt t="609861" x="10968038" y="5837238"/>
          <p14:tracePt t="609871" x="10926763" y="5837238"/>
          <p14:tracePt t="609883" x="10899775" y="5837238"/>
          <p14:tracePt t="609895" x="10872788" y="5837238"/>
          <p14:tracePt t="609906" x="10852150" y="5837238"/>
          <p14:tracePt t="609916" x="10825163" y="5837238"/>
          <p14:tracePt t="609929" x="10810875" y="5837238"/>
          <p14:tracePt t="609940" x="10796588" y="5837238"/>
          <p14:tracePt t="609961" x="10783888" y="5837238"/>
          <p14:tracePt t="610107" x="10796588" y="5837238"/>
          <p14:tracePt t="610110" x="10810875" y="5837238"/>
          <p14:tracePt t="610120" x="10825163" y="5837238"/>
          <p14:tracePt t="610131" x="10852150" y="5837238"/>
          <p14:tracePt t="610142" x="10885488" y="5851525"/>
          <p14:tracePt t="610154" x="10912475" y="5851525"/>
          <p14:tracePt t="610165" x="10953750" y="5851525"/>
          <p14:tracePt t="610177" x="10980738" y="5851525"/>
          <p14:tracePt t="610187" x="11015663" y="5851525"/>
          <p14:tracePt t="610199" x="11028363" y="5851525"/>
          <p14:tracePt t="610210" x="11042650" y="5851525"/>
          <p14:tracePt t="610220" x="11055350" y="5851525"/>
          <p14:tracePt t="610232" x="11069638" y="5851525"/>
          <p14:tracePt t="610254" x="11082338" y="5851525"/>
          <p14:tracePt t="610276" x="11096625" y="5851525"/>
          <p14:tracePt t="610501" x="11117263" y="5851525"/>
          <p14:tracePt t="610504" x="11129963" y="5851525"/>
          <p14:tracePt t="610523" x="11144250" y="5851525"/>
          <p14:tracePt t="610535" x="11158538" y="5851525"/>
          <p14:tracePt t="610546" x="11171238" y="5851525"/>
          <p14:tracePt t="610558" x="11185525" y="5851525"/>
          <p14:tracePt t="610570" x="11198225" y="5864225"/>
          <p14:tracePt t="610581" x="11212513" y="5864225"/>
          <p14:tracePt t="610593" x="11225213" y="5864225"/>
          <p14:tracePt t="610625" x="11245850" y="5864225"/>
          <p14:tracePt t="610638" x="11260138" y="5864225"/>
          <p14:tracePt t="610648" x="11272838" y="5864225"/>
          <p14:tracePt t="610659" x="11287125" y="5864225"/>
          <p14:tracePt t="610681" x="11301413" y="5864225"/>
          <p14:tracePt t="610694" x="11314113" y="5864225"/>
          <p14:tracePt t="610715" x="11328400" y="5864225"/>
          <p14:tracePt t="610827" x="11328400" y="5851525"/>
          <p14:tracePt t="610839" x="11341100" y="5851525"/>
          <p14:tracePt t="610850" x="11355388" y="5851525"/>
          <p14:tracePt t="610863" x="11388725" y="5851525"/>
          <p14:tracePt t="610873" x="11415713" y="5864225"/>
          <p14:tracePt t="610885" x="11444288" y="5864225"/>
          <p14:tracePt t="610896" x="11483975" y="5864225"/>
          <p14:tracePt t="610906" x="11518900" y="5864225"/>
          <p14:tracePt t="610917" x="11545888" y="5864225"/>
          <p14:tracePt t="610930" x="11558588" y="5864225"/>
          <p14:tracePt t="610940" x="11572875" y="5864225"/>
          <p14:tracePt t="611120" x="11545888" y="5864225"/>
          <p14:tracePt t="611131" x="11518900" y="5878513"/>
          <p14:tracePt t="611143" x="11471275" y="5878513"/>
          <p14:tracePt t="611156" x="11403013" y="5891213"/>
          <p14:tracePt t="611167" x="11301413" y="5911850"/>
          <p14:tracePt t="611177" x="11198225" y="5938838"/>
          <p14:tracePt t="611191" x="11117263" y="5953125"/>
          <p14:tracePt t="611201" x="10980738" y="5994400"/>
          <p14:tracePt t="611210" x="10885488" y="6021388"/>
          <p14:tracePt t="611224" x="10796588" y="6054725"/>
          <p14:tracePt t="611234" x="10709275" y="6069013"/>
          <p14:tracePt t="611245" x="10641013" y="6081713"/>
          <p14:tracePt t="611259" x="10593388" y="6096000"/>
          <p14:tracePt t="611269" x="10566400" y="6096000"/>
          <p14:tracePt t="611279" x="10539413" y="6096000"/>
          <p14:tracePt t="611291" x="10525125" y="6110288"/>
          <p14:tracePt t="611311" x="10510838" y="6110288"/>
          <p14:tracePt t="611334" x="10510838" y="6096000"/>
          <p14:tracePt t="611346" x="10498138" y="6096000"/>
          <p14:tracePt t="611359" x="10483850" y="6096000"/>
          <p14:tracePt t="611368" x="10463213" y="6096000"/>
          <p14:tracePt t="611380" x="10450513" y="6096000"/>
          <p14:tracePt t="611391" x="10436225" y="6096000"/>
          <p14:tracePt t="611401" x="10423525" y="6096000"/>
          <p14:tracePt t="611414" x="10409238" y="6096000"/>
          <p14:tracePt t="611425" x="10382250" y="6096000"/>
          <p14:tracePt t="611435" x="10367963" y="6096000"/>
          <p14:tracePt t="611448" x="10355263" y="6096000"/>
          <p14:tracePt t="611459" x="10334625" y="6096000"/>
          <p14:tracePt t="611470" x="10307638" y="6110288"/>
          <p14:tracePt t="611483" x="10293350" y="6110288"/>
          <p14:tracePt t="611492" x="10266363" y="6122988"/>
          <p14:tracePt t="611505" x="10253663" y="6122988"/>
          <p14:tracePt t="611515" x="10218738" y="6122988"/>
          <p14:tracePt t="611536" x="10191750" y="6137275"/>
          <p14:tracePt t="611541" x="10177463" y="6137275"/>
          <p14:tracePt t="611549" x="10150475" y="6137275"/>
          <p14:tracePt t="611559" x="10137775" y="6137275"/>
          <p14:tracePt t="611573" x="10110788" y="6137275"/>
          <p14:tracePt t="611583" x="10090150" y="6137275"/>
          <p14:tracePt t="611594" x="10063163" y="6137275"/>
          <p14:tracePt t="611605" x="10048875" y="6137275"/>
          <p14:tracePt t="611616" x="10021888" y="6137275"/>
          <p14:tracePt t="611627" x="9994900" y="6137275"/>
          <p14:tracePt t="611639" x="9959975" y="6137275"/>
          <p14:tracePt t="611650" x="9932988" y="6137275"/>
          <p14:tracePt t="611663" x="9920288" y="6137275"/>
          <p14:tracePt t="611675" x="9906000" y="6137275"/>
          <p14:tracePt t="611684" x="9891713" y="6137275"/>
          <p14:tracePt t="611696" x="9879013" y="6137275"/>
          <p14:tracePt t="611728" x="9864725" y="6137275"/>
          <p14:tracePt t="611806" x="9864725" y="6122988"/>
          <p14:tracePt t="611929" x="9852025" y="6122988"/>
          <p14:tracePt t="611963" x="9831388" y="6122988"/>
          <p14:tracePt t="612088" x="9852025" y="6122988"/>
          <p14:tracePt t="612099" x="9864725" y="6122988"/>
          <p14:tracePt t="612110" x="9879013" y="6122988"/>
          <p14:tracePt t="612132" x="9891713" y="6110288"/>
          <p14:tracePt t="612177" x="9891713" y="6096000"/>
          <p14:tracePt t="612190" x="9891713" y="6081713"/>
          <p14:tracePt t="612200" x="9879013" y="6069013"/>
          <p14:tracePt t="612211" x="9879013" y="6054725"/>
          <p14:tracePt t="612224" x="9864725" y="6054725"/>
          <p14:tracePt t="612234" x="9852025" y="6054725"/>
          <p14:tracePt t="612245" x="9852025" y="6042025"/>
          <p14:tracePt t="612257" x="9831388" y="6042025"/>
          <p14:tracePt t="612268" x="9817100" y="6042025"/>
          <p14:tracePt t="612290" x="9804400" y="6054725"/>
          <p14:tracePt t="612301" x="9790113" y="6054725"/>
          <p14:tracePt t="612313" x="9777413" y="6069013"/>
          <p14:tracePt t="612325" x="9763125" y="6081713"/>
          <p14:tracePt t="612346" x="9748838" y="6096000"/>
          <p14:tracePt t="612425" x="9763125" y="6096000"/>
          <p14:tracePt t="612447" x="9777413" y="6096000"/>
          <p14:tracePt t="612459" x="9790113" y="6096000"/>
          <p14:tracePt t="612481" x="9804400" y="6096000"/>
          <p14:tracePt t="612493" x="9804400" y="6081713"/>
          <p14:tracePt t="612504" x="9817100" y="6081713"/>
          <p14:tracePt t="612717" x="9831388" y="6081713"/>
          <p14:tracePt t="612784" x="9852025" y="6081713"/>
          <p14:tracePt t="612796" x="9864725" y="6069013"/>
          <p14:tracePt t="612810" x="9879013" y="6069013"/>
          <p14:tracePt t="612819" x="9879013" y="6054725"/>
          <p14:tracePt t="612830" x="9879013" y="6042025"/>
          <p14:tracePt t="612853" x="9879013" y="6021388"/>
          <p14:tracePt t="612864" x="9891713" y="6007100"/>
          <p14:tracePt t="612886" x="9891713" y="5994400"/>
          <p14:tracePt t="612954" x="9891713" y="5980113"/>
          <p14:tracePt t="613032" x="9891713" y="5967413"/>
          <p14:tracePt t="613066" x="9891713" y="5953125"/>
          <p14:tracePt t="613156" x="9891713" y="5967413"/>
          <p14:tracePt t="613178" x="9891713" y="5980113"/>
          <p14:tracePt t="613190" x="9891713" y="5994400"/>
          <p14:tracePt t="613213" x="9891713" y="6007100"/>
          <p14:tracePt t="613291" x="9906000" y="6007100"/>
          <p14:tracePt t="613314" x="9920288" y="5994400"/>
          <p14:tracePt t="613326" x="9932988" y="5994400"/>
          <p14:tracePt t="613336" x="9947275" y="5980113"/>
          <p14:tracePt t="613349" x="9959975" y="5980113"/>
          <p14:tracePt t="613359" x="9980613" y="5980113"/>
          <p14:tracePt t="613370" x="10007600" y="5980113"/>
          <p14:tracePt t="613383" x="10021888" y="5980113"/>
          <p14:tracePt t="613404" x="10034588" y="5980113"/>
          <p14:tracePt t="613407" x="10063163" y="5980113"/>
          <p14:tracePt t="613417" x="10075863" y="5980113"/>
          <p14:tracePt t="613427" x="10090150" y="5980113"/>
          <p14:tracePt t="613438" x="10110788" y="5994400"/>
          <p14:tracePt t="613450" x="10123488" y="5994400"/>
          <p14:tracePt t="613460" x="10137775" y="5994400"/>
          <p14:tracePt t="613471" x="10137775" y="6007100"/>
          <p14:tracePt t="613538" x="10150475" y="6007100"/>
          <p14:tracePt t="613550" x="10164763" y="6007100"/>
          <p14:tracePt t="613561" x="10177463" y="6007100"/>
          <p14:tracePt t="613573" x="10191750" y="6007100"/>
          <p14:tracePt t="613584" x="10218738" y="6007100"/>
          <p14:tracePt t="613595" x="10239375" y="6007100"/>
          <p14:tracePt t="613607" x="10253663" y="6007100"/>
          <p14:tracePt t="613618" x="10266363" y="6007100"/>
          <p14:tracePt t="613629" x="10280650" y="6007100"/>
          <p14:tracePt t="613764" x="10266363" y="6007100"/>
          <p14:tracePt t="613775" x="10253663" y="6007100"/>
          <p14:tracePt t="613786" x="10239375" y="6007100"/>
          <p14:tracePt t="613799" x="10206038" y="6007100"/>
          <p14:tracePt t="613831" x="10177463" y="6007100"/>
          <p14:tracePt t="613834" x="10137775" y="6007100"/>
          <p14:tracePt t="613846" x="10110788" y="6007100"/>
          <p14:tracePt t="613848" x="10090150" y="6007100"/>
          <p14:tracePt t="613854" x="10063163" y="6007100"/>
          <p14:tracePt t="613932" x="10075863" y="6007100"/>
          <p14:tracePt t="613955" x="10090150" y="6007100"/>
          <p14:tracePt t="613967" x="10123488" y="6007100"/>
          <p14:tracePt t="613978" x="10150475" y="6007100"/>
          <p14:tracePt t="613990" x="10177463" y="6021388"/>
          <p14:tracePt t="614002" x="10206038" y="6021388"/>
          <p14:tracePt t="614013" x="10253663" y="6021388"/>
          <p14:tracePt t="614023" x="10280650" y="6042025"/>
          <p14:tracePt t="614037" x="10293350" y="6042025"/>
          <p14:tracePt t="614046" x="10307638" y="6042025"/>
          <p14:tracePt t="614058" x="10307638" y="6054725"/>
          <p14:tracePt t="614079" x="10320338" y="6054725"/>
          <p14:tracePt t="614348" x="10334625" y="6054725"/>
          <p14:tracePt t="614360" x="10355263" y="6054725"/>
          <p14:tracePt t="614371" x="10382250" y="6054725"/>
          <p14:tracePt t="614384" x="10396538" y="6069013"/>
          <p14:tracePt t="614396" x="10423525" y="6069013"/>
          <p14:tracePt t="614407" x="10436225" y="6069013"/>
          <p14:tracePt t="614417" x="10450513" y="6081713"/>
          <p14:tracePt t="614429" x="10463213" y="6081713"/>
          <p14:tracePt t="614450" x="10436225" y="6081713"/>
          <p14:tracePt t="614720" x="10450513" y="6081713"/>
          <p14:tracePt t="614732" x="10463213" y="6096000"/>
          <p14:tracePt t="614743" x="10483850" y="6096000"/>
          <p14:tracePt t="614755" x="10498138" y="6096000"/>
          <p14:tracePt t="614776" x="10510838" y="6096000"/>
          <p14:tracePt t="614788" x="10525125" y="6096000"/>
          <p14:tracePt t="614799" x="10539413" y="6096000"/>
          <p14:tracePt t="614811" x="10552113" y="6096000"/>
          <p14:tracePt t="614823" x="10566400" y="6096000"/>
          <p14:tracePt t="614833" x="10579100" y="6096000"/>
          <p14:tracePt t="614846" x="10614025" y="6096000"/>
          <p14:tracePt t="614878" x="10626725" y="6096000"/>
          <p14:tracePt t="614878" x="10641013" y="6096000"/>
          <p14:tracePt t="614890" x="10653713" y="6096000"/>
          <p14:tracePt t="615079" x="10668000" y="6096000"/>
          <p14:tracePt t="615113" x="10682288" y="6096000"/>
          <p14:tracePt t="615158" x="10694988" y="6096000"/>
          <p14:tracePt t="615192" x="10709275" y="6096000"/>
          <p14:tracePt t="615205" x="10721975" y="6096000"/>
          <p14:tracePt t="615215" x="10742613" y="6096000"/>
          <p14:tracePt t="615226" x="10756900" y="6096000"/>
          <p14:tracePt t="615239" x="10769600" y="6096000"/>
          <p14:tracePt t="615260" x="10783888" y="6096000"/>
          <p14:tracePt t="615429" x="10796588" y="6096000"/>
          <p14:tracePt t="615432" x="10810875" y="6096000"/>
          <p14:tracePt t="615440" x="10825163" y="6096000"/>
          <p14:tracePt t="615452" x="10852150" y="6096000"/>
          <p14:tracePt t="615463" x="10885488" y="6096000"/>
          <p14:tracePt t="615475" x="10912475" y="6110288"/>
          <p14:tracePt t="615486" x="10953750" y="6110288"/>
          <p14:tracePt t="615499" x="10980738" y="6110288"/>
          <p14:tracePt t="615509" x="11015663" y="6110288"/>
          <p14:tracePt t="615521" x="11042650" y="6110288"/>
          <p14:tracePt t="615532" x="11055350" y="6110288"/>
          <p14:tracePt t="615552" x="11069638" y="6110288"/>
          <p14:tracePt t="615575" x="11082338" y="6110288"/>
          <p14:tracePt t="615631" x="11096625" y="6110288"/>
          <p14:tracePt t="615642" x="11117263" y="6110288"/>
          <p14:tracePt t="615655" x="11144250" y="6110288"/>
          <p14:tracePt t="615666" x="11171238" y="6110288"/>
          <p14:tracePt t="615677" x="11212513" y="6122988"/>
          <p14:tracePt t="615689" x="11245850" y="6122988"/>
          <p14:tracePt t="615700" x="11272838" y="6122988"/>
          <p14:tracePt t="615710" x="11301413" y="6122988"/>
          <p14:tracePt t="615722" x="11314113" y="6122988"/>
          <p14:tracePt t="615744" x="11328400" y="6122988"/>
          <p14:tracePt t="615879" x="11314113" y="6122988"/>
          <p14:tracePt t="615882" x="11287125" y="6122988"/>
          <p14:tracePt t="615890" x="11245850" y="6122988"/>
          <p14:tracePt t="615903" x="11171238" y="6122988"/>
          <p14:tracePt t="615925" x="11096625" y="6110288"/>
          <p14:tracePt t="615925" x="10953750" y="6096000"/>
          <p14:tracePt t="615957" x="10756900" y="6054725"/>
          <p14:tracePt t="615960" x="10463213" y="6007100"/>
          <p14:tracePt t="615969" x="10218738" y="5953125"/>
          <p14:tracePt t="615973" x="9804400" y="5864225"/>
          <p14:tracePt t="615981" x="9328150" y="5748338"/>
          <p14:tracePt t="615992" x="9001125" y="5667375"/>
          <p14:tracePt t="616003" x="8524875" y="5538788"/>
          <p14:tracePt t="616014" x="8069263" y="5387975"/>
          <p14:tracePt t="616025" x="7824788" y="5307013"/>
          <p14:tracePt t="616038" x="7504113" y="5176838"/>
          <p14:tracePt t="616049" x="7245350" y="5048250"/>
          <p14:tracePt t="616060" x="7027863" y="4919663"/>
          <p14:tracePt t="616071" x="6911975" y="4843463"/>
          <p14:tracePt t="616085" x="6804025" y="4756150"/>
          <p14:tracePt t="616094" x="6729413" y="4714875"/>
          <p14:tracePt t="616104" x="6715125" y="4700588"/>
          <p14:tracePt t="616117" x="6700838" y="4687888"/>
          <p14:tracePt t="616238" x="6688138" y="4687888"/>
          <p14:tracePt t="616251" x="6673850" y="4687888"/>
          <p14:tracePt t="616261" x="6626225" y="4673600"/>
          <p14:tracePt t="616273" x="6557963" y="4660900"/>
          <p14:tracePt t="616285" x="6470650" y="4625975"/>
          <p14:tracePt t="616297" x="6381750" y="4613275"/>
          <p14:tracePt t="616307" x="6280150" y="4586288"/>
          <p14:tracePt t="616319" x="6211888" y="4572000"/>
          <p14:tracePt t="616332" x="6184900" y="4572000"/>
          <p14:tracePt t="616341" x="6137275" y="4572000"/>
          <p14:tracePt t="616353" x="6122988" y="4572000"/>
          <p14:tracePt t="616364" x="6110288" y="4572000"/>
          <p14:tracePt t="616374" x="6096000" y="4572000"/>
          <p14:tracePt t="616386" x="6096000" y="4586288"/>
          <p14:tracePt t="616408" x="6081713" y="4598988"/>
          <p14:tracePt t="616420" x="6081713" y="4613275"/>
          <p14:tracePt t="616431" x="6069013" y="4625975"/>
          <p14:tracePt t="616452" x="6069013" y="4646613"/>
          <p14:tracePt t="616475" x="6054725" y="4646613"/>
          <p14:tracePt t="616689" x="6054725" y="4660900"/>
          <p14:tracePt t="616733" x="6042025" y="4660900"/>
          <p14:tracePt t="616812" x="6054725" y="4660900"/>
          <p14:tracePt t="617004" x="6054725" y="4646613"/>
          <p14:tracePt t="617015" x="6054725" y="4625975"/>
          <p14:tracePt t="617020" x="6042025" y="4625975"/>
          <p14:tracePt t="617027" x="6042025" y="4613275"/>
          <p14:tracePt t="617037" x="6021388" y="4598988"/>
          <p14:tracePt t="617050" x="6007100" y="4598988"/>
          <p14:tracePt t="617061" x="6007100" y="4586288"/>
          <p14:tracePt t="617073" x="5994400" y="4586288"/>
          <p14:tracePt t="617116" x="5994400" y="4598988"/>
          <p14:tracePt t="617139" x="5994400" y="4613275"/>
          <p14:tracePt t="617172" x="6007100" y="4625975"/>
          <p14:tracePt t="617184" x="6021388" y="4625975"/>
          <p14:tracePt t="617196" x="6054725" y="4625975"/>
          <p14:tracePt t="617208" x="6096000" y="4625975"/>
          <p14:tracePt t="617219" x="6110288" y="4625975"/>
          <p14:tracePt t="617229" x="6149975" y="4625975"/>
          <p14:tracePt t="617241" x="6170613" y="4625975"/>
          <p14:tracePt t="617252" x="6184900" y="4625975"/>
          <p14:tracePt t="617264" x="6184900" y="4613275"/>
          <p14:tracePt t="617285" x="6184900" y="4598988"/>
          <p14:tracePt t="617297" x="6184900" y="4586288"/>
          <p14:tracePt t="617308" x="6170613" y="4572000"/>
          <p14:tracePt t="617319" x="6149975" y="4572000"/>
          <p14:tracePt t="617331" x="6137275" y="4557713"/>
          <p14:tracePt t="617342" x="6122988" y="4557713"/>
          <p14:tracePt t="617352" x="6096000" y="4557713"/>
          <p14:tracePt t="617375" x="6081713" y="4557713"/>
          <p14:tracePt t="617386" x="6081713" y="4572000"/>
          <p14:tracePt t="617398" x="6069013" y="4572000"/>
          <p14:tracePt t="617409" x="6069013" y="4586288"/>
          <p14:tracePt t="617420" x="6081713" y="4586288"/>
          <p14:tracePt t="617432" x="6096000" y="4598988"/>
          <p14:tracePt t="617443" x="6110288" y="4598988"/>
          <p14:tracePt t="617454" x="6137275" y="4598988"/>
          <p14:tracePt t="617465" x="6170613" y="4598988"/>
          <p14:tracePt t="617477" x="6197600" y="4598988"/>
          <p14:tracePt t="617488" x="6211888" y="4598988"/>
          <p14:tracePt t="617500" x="6224588" y="4598988"/>
          <p14:tracePt t="617510" x="6238875" y="4586288"/>
          <p14:tracePt t="617532" x="6224588" y="4572000"/>
          <p14:tracePt t="617544" x="6211888" y="4557713"/>
          <p14:tracePt t="617556" x="6184900" y="4545013"/>
          <p14:tracePt t="617567" x="6137275" y="4530725"/>
          <p14:tracePt t="617579" x="6096000" y="4518025"/>
          <p14:tracePt t="617591" x="6054725" y="4518025"/>
          <p14:tracePt t="617601" x="6021388" y="4518025"/>
          <p14:tracePt t="617612" x="5994400" y="4530725"/>
          <p14:tracePt t="617624" x="5980113" y="4545013"/>
          <p14:tracePt t="617635" x="5980113" y="4557713"/>
          <p14:tracePt t="617647" x="5980113" y="4572000"/>
          <p14:tracePt t="617658" x="5994400" y="4586288"/>
          <p14:tracePt t="617667" x="6007100" y="4598988"/>
          <p14:tracePt t="617680" x="6021388" y="4613275"/>
          <p14:tracePt t="617691" x="6069013" y="4625975"/>
          <p14:tracePt t="617702" x="6096000" y="4625975"/>
          <p14:tracePt t="617714" x="6122988" y="4625975"/>
          <p14:tracePt t="617725" x="6149975" y="4625975"/>
          <p14:tracePt t="617736" x="6184900" y="4613275"/>
          <p14:tracePt t="617748" x="6184900" y="4598988"/>
          <p14:tracePt t="617760" x="6184900" y="4586288"/>
          <p14:tracePt t="617770" x="6184900" y="4572000"/>
          <p14:tracePt t="617782" x="6184900" y="4557713"/>
          <p14:tracePt t="617792" x="6149975" y="4530725"/>
          <p14:tracePt t="617803" x="6122988" y="4518025"/>
          <p14:tracePt t="617814" x="6096000" y="4497388"/>
          <p14:tracePt t="617826" x="6069013" y="4497388"/>
          <p14:tracePt t="617836" x="6042025" y="4497388"/>
          <p14:tracePt t="617848" x="6021388" y="4497388"/>
          <p14:tracePt t="617859" x="6007100" y="4518025"/>
          <p14:tracePt t="617870" x="5994400" y="4545013"/>
          <p14:tracePt t="617882" x="5994400" y="4557713"/>
          <p14:tracePt t="617893" x="5994400" y="4572000"/>
          <p14:tracePt t="617904" x="6007100" y="4586288"/>
          <p14:tracePt t="617915" x="6021388" y="4598988"/>
          <p14:tracePt t="617927" x="6054725" y="4598988"/>
          <p14:tracePt t="617948" x="6081713" y="4613275"/>
          <p14:tracePt t="617953" x="6122988" y="4613275"/>
          <p14:tracePt t="617961" x="6149975" y="4613275"/>
          <p14:tracePt t="617976" x="6184900" y="4613275"/>
          <p14:tracePt t="617986" x="6211888" y="4598988"/>
          <p14:tracePt t="617996" x="6211888" y="4586288"/>
          <p14:tracePt t="618027" x="6211888" y="4572000"/>
          <p14:tracePt t="618031" x="6211888" y="4545013"/>
          <p14:tracePt t="618042" x="6170613" y="4497388"/>
          <p14:tracePt t="618052" x="6110288" y="4483100"/>
          <p14:tracePt t="618063" x="6069013" y="4470400"/>
          <p14:tracePt t="618074" x="6021388" y="4470400"/>
          <p14:tracePt t="618084" x="5994400" y="4470400"/>
          <p14:tracePt t="618095" x="5980113" y="4483100"/>
          <p14:tracePt t="618107" x="5967413" y="4518025"/>
          <p14:tracePt t="618117" x="5967413" y="4530725"/>
          <p14:tracePt t="618129" x="5967413" y="4545013"/>
          <p14:tracePt t="618140" x="5980113" y="4572000"/>
          <p14:tracePt t="618151" x="5994400" y="4586288"/>
          <p14:tracePt t="618163" x="6021388" y="4598988"/>
          <p14:tracePt t="618174" x="6054725" y="4598988"/>
          <p14:tracePt t="618185" x="6096000" y="4613275"/>
          <p14:tracePt t="618197" x="6122988" y="4613275"/>
          <p14:tracePt t="618208" x="6149975" y="4613275"/>
          <p14:tracePt t="618219" x="6170613" y="4613275"/>
          <p14:tracePt t="618230" x="6184900" y="4598988"/>
          <p14:tracePt t="618252" x="6184900" y="4586288"/>
          <p14:tracePt t="618264" x="6170613" y="4572000"/>
          <p14:tracePt t="618276" x="6149975" y="4557713"/>
          <p14:tracePt t="618286" x="6110288" y="4545013"/>
          <p14:tracePt t="618299" x="6081713" y="4530725"/>
          <p14:tracePt t="618309" x="6054725" y="4530725"/>
          <p14:tracePt t="618320" x="6007100" y="4530725"/>
          <p14:tracePt t="618331" x="5980113" y="4530725"/>
          <p14:tracePt t="618345" x="5967413" y="4530725"/>
          <p14:tracePt t="618358" x="5938838" y="4545013"/>
          <p14:tracePt t="618367" x="5938838" y="4572000"/>
          <p14:tracePt t="618378" x="5938838" y="4586288"/>
          <p14:tracePt t="618389" x="5938838" y="4598988"/>
          <p14:tracePt t="618399" x="5953125" y="4613275"/>
          <p14:tracePt t="618410" x="5967413" y="4613275"/>
          <p14:tracePt t="618422" x="5994400" y="4625975"/>
          <p14:tracePt t="618433" x="6042025" y="4625975"/>
          <p14:tracePt t="618444" x="6069013" y="4625975"/>
          <p14:tracePt t="618456" x="6096000" y="4625975"/>
          <p14:tracePt t="618466" x="6122988" y="4625975"/>
          <p14:tracePt t="618477" x="6137275" y="4613275"/>
          <p14:tracePt t="618491" x="6149975" y="4598988"/>
          <p14:tracePt t="618501" x="6149975" y="4572000"/>
          <p14:tracePt t="618512" x="6137275" y="4557713"/>
          <p14:tracePt t="618524" x="6122988" y="4545013"/>
          <p14:tracePt t="618534" x="6110288" y="4518025"/>
          <p14:tracePt t="618546" x="6081713" y="4497388"/>
          <p14:tracePt t="618557" x="6054725" y="4497388"/>
          <p14:tracePt t="618567" x="6021388" y="4497388"/>
          <p14:tracePt t="618579" x="6007100" y="4497388"/>
          <p14:tracePt t="618590" x="5994400" y="4497388"/>
          <p14:tracePt t="618601" x="5994400" y="4518025"/>
          <p14:tracePt t="618613" x="5980113" y="4530725"/>
          <p14:tracePt t="618624" x="5980113" y="4557713"/>
          <p14:tracePt t="618635" x="5980113" y="4572000"/>
          <p14:tracePt t="618646" x="5980113" y="4586288"/>
          <p14:tracePt t="618658" x="5994400" y="4598988"/>
          <p14:tracePt t="618669" x="6007100" y="4613275"/>
          <p14:tracePt t="618681" x="6042025" y="4613275"/>
          <p14:tracePt t="618692" x="6069013" y="4625975"/>
          <p14:tracePt t="618703" x="6096000" y="4625975"/>
          <p14:tracePt t="618714" x="6110288" y="4625975"/>
          <p14:tracePt t="618725" x="6137275" y="4613275"/>
          <p14:tracePt t="618736" x="6149975" y="4613275"/>
          <p14:tracePt t="618748" x="6149975" y="4598988"/>
          <p14:tracePt t="618770" x="6149975" y="4586288"/>
          <p14:tracePt t="618781" x="6149975" y="4572000"/>
          <p14:tracePt t="618793" x="6137275" y="4557713"/>
          <p14:tracePt t="618804" x="6122988" y="4545013"/>
          <p14:tracePt t="618815" x="6096000" y="4545013"/>
          <p14:tracePt t="618826" x="6069013" y="4530725"/>
          <p14:tracePt t="618848" x="6042025" y="4545013"/>
          <p14:tracePt t="618850" x="6007100" y="4545013"/>
          <p14:tracePt t="618862" x="5980113" y="4557713"/>
          <p14:tracePt t="618874" x="5967413" y="4586288"/>
          <p14:tracePt t="618884" x="5953125" y="4598988"/>
          <p14:tracePt t="618896" x="5953125" y="4613275"/>
          <p14:tracePt t="618908" x="5953125" y="4625975"/>
          <p14:tracePt t="618918" x="5967413" y="4646613"/>
          <p14:tracePt t="618929" x="5994400" y="4660900"/>
          <p14:tracePt t="618940" x="6042025" y="4660900"/>
          <p14:tracePt t="618950" x="6081713" y="4673600"/>
          <p14:tracePt t="618963" x="6122988" y="4673600"/>
          <p14:tracePt t="618974" x="6170613" y="4673600"/>
          <p14:tracePt t="618984" x="6197600" y="4660900"/>
          <p14:tracePt t="618996" x="6224588" y="4660900"/>
          <p14:tracePt t="619007" x="6224588" y="4646613"/>
          <p14:tracePt t="619018" x="6238875" y="4625975"/>
          <p14:tracePt t="619030" x="6224588" y="4613275"/>
          <p14:tracePt t="619041" x="6211888" y="4598988"/>
          <p14:tracePt t="619073" x="6184900" y="4586288"/>
          <p14:tracePt t="619077" x="6149975" y="4586288"/>
          <p14:tracePt t="619086" x="6110288" y="4586288"/>
          <p14:tracePt t="619088" x="6096000" y="4586288"/>
          <p14:tracePt t="619099" x="6069013" y="4598988"/>
          <p14:tracePt t="619109" x="6069013" y="4613275"/>
          <p14:tracePt t="619119" x="6054725" y="4613275"/>
          <p14:tracePt t="619131" x="6054725" y="4625975"/>
          <p14:tracePt t="619142" x="6069013" y="4646613"/>
          <p14:tracePt t="619152" x="6081713" y="4646613"/>
          <p14:tracePt t="619164" x="6096000" y="4660900"/>
          <p14:tracePt t="619176" x="6122988" y="4660900"/>
          <p14:tracePt t="619186" x="6137275" y="4660900"/>
          <p14:tracePt t="619198" x="6149975" y="4660900"/>
          <p14:tracePt t="619209" x="6170613" y="4660900"/>
          <p14:tracePt t="619265" x="6149975" y="4660900"/>
          <p14:tracePt t="619276" x="6137275" y="4660900"/>
          <p14:tracePt t="619298" x="6122988" y="4660900"/>
          <p14:tracePt t="619411" x="6110288" y="4660900"/>
          <p14:tracePt t="619692" x="6096000" y="4660900"/>
          <p14:tracePt t="619715" x="6081713" y="4660900"/>
          <p14:tracePt t="619872" x="6096000" y="4660900"/>
          <p14:tracePt t="619906" x="6096000" y="4646613"/>
          <p14:tracePt t="619917" x="6081713" y="4646613"/>
          <p14:tracePt t="619962" x="6081713" y="4625975"/>
          <p14:tracePt t="619985" x="6069013" y="4625975"/>
          <p14:tracePt t="620121" x="6054725" y="4625975"/>
          <p14:tracePt t="620165" x="6042025" y="4625975"/>
          <p14:tracePt t="620209" x="6042025" y="4613275"/>
          <p14:tracePt t="620277" x="6021388" y="4613275"/>
          <p14:tracePt t="620344" x="6007100" y="4613275"/>
          <p14:tracePt t="620378" x="5994400" y="4613275"/>
          <p14:tracePt t="620401" x="5980113" y="4613275"/>
          <p14:tracePt t="620413" x="5980113" y="4625975"/>
          <p14:tracePt t="620424" x="5967413" y="4625975"/>
          <p14:tracePt t="620446" x="5953125" y="4625975"/>
          <p14:tracePt t="620468" x="5953125" y="4646613"/>
          <p14:tracePt t="620547" x="5938838" y="4625975"/>
          <p14:tracePt t="620637" x="5926138" y="4625975"/>
          <p14:tracePt t="620704" x="5911850" y="4625975"/>
          <p14:tracePt t="620727" x="5911850" y="4646613"/>
          <p14:tracePt t="620738" x="5891213" y="4646613"/>
          <p14:tracePt t="620752" x="5878513" y="4660900"/>
          <p14:tracePt t="620761" x="5864225" y="4660900"/>
          <p14:tracePt t="620784" x="5864225" y="4673600"/>
          <p14:tracePt t="620795" x="5851525" y="4673600"/>
          <p14:tracePt t="620862" x="5864225" y="4673600"/>
          <p14:tracePt t="620885" x="5878513" y="4673600"/>
          <p14:tracePt t="620896" x="5891213" y="4673600"/>
          <p14:tracePt t="620907" x="5911850" y="4673600"/>
          <p14:tracePt t="620919" x="5926138" y="4673600"/>
          <p14:tracePt t="620930" x="5938838" y="4673600"/>
          <p14:tracePt t="620952" x="5953125" y="4673600"/>
          <p14:tracePt t="621008" x="5938838" y="4673600"/>
          <p14:tracePt t="621020" x="5926138" y="4673600"/>
          <p14:tracePt t="621032" x="5911850" y="4673600"/>
          <p14:tracePt t="621043" x="5891213" y="4673600"/>
          <p14:tracePt t="621065" x="5878513" y="4673600"/>
          <p14:tracePt t="621121" x="5891213" y="4673600"/>
          <p14:tracePt t="621133" x="5911850" y="4673600"/>
          <p14:tracePt t="621144" x="5926138" y="4673600"/>
          <p14:tracePt t="621166" x="5938838" y="4673600"/>
          <p14:tracePt t="621179" x="5953125" y="4673600"/>
          <p14:tracePt t="621233" x="5938838" y="4673600"/>
          <p14:tracePt t="621324" x="5953125" y="4673600"/>
          <p14:tracePt t="621337" x="5967413" y="4673600"/>
          <p14:tracePt t="621346" x="5980113" y="4673600"/>
          <p14:tracePt t="621358" x="5994400" y="4660900"/>
          <p14:tracePt t="621370" x="6007100" y="4660900"/>
          <p14:tracePt t="621380" x="6021388" y="4646613"/>
          <p14:tracePt t="621391" x="6042025" y="4625975"/>
          <p14:tracePt t="621404" x="6054725" y="4613275"/>
          <p14:tracePt t="621414" x="6069013" y="4598988"/>
          <p14:tracePt t="621426" x="6069013" y="4586288"/>
          <p14:tracePt t="621437" x="6069013" y="4572000"/>
          <p14:tracePt t="621459" x="6081713" y="4557713"/>
          <p14:tracePt t="621526" x="6081713" y="4545013"/>
          <p14:tracePt t="621808" x="6096000" y="4545013"/>
          <p14:tracePt t="621830" x="6110288" y="4545013"/>
          <p14:tracePt t="621852" x="6122988" y="4545013"/>
          <p14:tracePt t="622269" x="6137275" y="4545013"/>
          <p14:tracePt t="622291" x="6149975" y="4557713"/>
          <p14:tracePt t="622303" x="6170613" y="4557713"/>
          <p14:tracePt t="622325" x="6184900" y="4557713"/>
          <p14:tracePt t="622482" x="6197600" y="4557713"/>
          <p14:tracePt t="622685" x="6211888" y="4557713"/>
          <p14:tracePt t="622730" x="6224588" y="4557713"/>
          <p14:tracePt t="623923" x="6224588" y="4572000"/>
          <p14:tracePt t="623945" x="6211888" y="4572000"/>
          <p14:tracePt t="623967" x="6197600" y="4586288"/>
          <p14:tracePt t="624463" x="6197600" y="4598988"/>
          <p14:tracePt t="624507" x="6184900" y="4598988"/>
          <p14:tracePt t="624520" x="6184900" y="4613275"/>
          <p14:tracePt t="624620" x="6197600" y="4613275"/>
          <p14:tracePt t="624664" x="6197600" y="4625975"/>
          <p14:tracePt t="624698" x="6197600" y="4646613"/>
          <p14:tracePt t="624721" x="6211888" y="4646613"/>
          <p14:tracePt t="624845" x="6197600" y="4646613"/>
          <p14:tracePt t="624867" x="6184900" y="4646613"/>
          <p14:tracePt t="624879" x="6170613" y="4646613"/>
          <p14:tracePt t="624890" x="6137275" y="4625975"/>
          <p14:tracePt t="624903" x="6122988" y="4625975"/>
          <p14:tracePt t="624913" x="6110288" y="4625975"/>
          <p14:tracePt t="624935" x="6096000" y="4625975"/>
          <p14:tracePt t="624980" x="6096000" y="4646613"/>
          <p14:tracePt t="625013" x="6096000" y="4660900"/>
          <p14:tracePt t="625047" x="6110288" y="4673600"/>
          <p14:tracePt t="625059" x="6137275" y="4673600"/>
          <p14:tracePt t="625071" x="6170613" y="4673600"/>
          <p14:tracePt t="625081" x="6197600" y="4673600"/>
          <p14:tracePt t="625093" x="6224588" y="4660900"/>
          <p14:tracePt t="625104" x="6253163" y="4660900"/>
          <p14:tracePt t="625116" x="6265863" y="4646613"/>
          <p14:tracePt t="625127" x="6265863" y="4613275"/>
          <p14:tracePt t="625138" x="6253163" y="4598988"/>
          <p14:tracePt t="625149" x="6238875" y="4572000"/>
          <p14:tracePt t="625161" x="6211888" y="4545013"/>
          <p14:tracePt t="625172" x="6170613" y="4530725"/>
          <p14:tracePt t="625183" x="6122988" y="4518025"/>
          <p14:tracePt t="625194" x="6081713" y="4518025"/>
          <p14:tracePt t="625206" x="6042025" y="4518025"/>
          <p14:tracePt t="625217" x="6007100" y="4518025"/>
          <p14:tracePt t="625230" x="5994400" y="4530725"/>
          <p14:tracePt t="625239" x="5980113" y="4545013"/>
          <p14:tracePt t="625251" x="5980113" y="4572000"/>
          <p14:tracePt t="625262" x="5980113" y="4586288"/>
          <p14:tracePt t="625273" x="6007100" y="4598988"/>
          <p14:tracePt t="625284" x="6042025" y="4625975"/>
          <p14:tracePt t="625296" x="6081713" y="4646613"/>
          <p14:tracePt t="625308" x="6122988" y="4646613"/>
          <p14:tracePt t="625319" x="6184900" y="4660900"/>
          <p14:tracePt t="625330" x="6224588" y="4660900"/>
          <p14:tracePt t="625362" x="6265863" y="4646613"/>
          <p14:tracePt t="625366" x="6300788" y="4625975"/>
          <p14:tracePt t="625375" x="6313488" y="4613275"/>
          <p14:tracePt t="625376" x="6313488" y="4586288"/>
          <p14:tracePt t="625387" x="6300788" y="4545013"/>
          <p14:tracePt t="625399" x="6265863" y="4497388"/>
          <p14:tracePt t="625409" x="6224588" y="4456113"/>
          <p14:tracePt t="625421" x="6184900" y="4429125"/>
          <p14:tracePt t="625431" x="6110288" y="4402138"/>
          <p14:tracePt t="625443" x="6054725" y="4402138"/>
          <p14:tracePt t="625454" x="6007100" y="4402138"/>
          <p14:tracePt t="625464" x="5967413" y="4414838"/>
          <p14:tracePt t="625476" x="5938838" y="4443413"/>
          <p14:tracePt t="625487" x="5911850" y="4483100"/>
          <p14:tracePt t="625498" x="5911850" y="4518025"/>
          <p14:tracePt t="625509" x="5911850" y="4557713"/>
          <p14:tracePt t="625521" x="5926138" y="4586288"/>
          <p14:tracePt t="625531" x="5938838" y="4598988"/>
          <p14:tracePt t="625543" x="5967413" y="4613275"/>
          <p14:tracePt t="625555" x="5994400" y="4625975"/>
          <p14:tracePt t="625566" x="6021388" y="4625975"/>
          <p14:tracePt t="625577" x="6054725" y="4625975"/>
          <p14:tracePt t="625588" x="6081713" y="4613275"/>
          <p14:tracePt t="625610" x="6096000" y="4598988"/>
          <p14:tracePt t="625622" x="6081713" y="4572000"/>
          <p14:tracePt t="625633" x="6069013" y="4557713"/>
          <p14:tracePt t="625645" x="6042025" y="4545013"/>
          <p14:tracePt t="625656" x="6021388" y="4545013"/>
          <p14:tracePt t="625666" x="6007100" y="4545013"/>
          <p14:tracePt t="625689" x="6007100" y="4557713"/>
          <p14:tracePt t="625700" x="6007100" y="4572000"/>
          <p14:tracePt t="625712" x="6021388" y="4586288"/>
          <p14:tracePt t="625723" x="6054725" y="4613275"/>
          <p14:tracePt t="625734" x="6110288" y="4646613"/>
          <p14:tracePt t="625746" x="6170613" y="4660900"/>
          <p14:tracePt t="625757" x="6238875" y="4673600"/>
          <p14:tracePt t="625769" x="6340475" y="4700588"/>
          <p14:tracePt t="625780" x="6456363" y="4714875"/>
          <p14:tracePt t="625791" x="6572250" y="4729163"/>
          <p14:tracePt t="625802" x="6729413" y="4729163"/>
          <p14:tracePt t="625813" x="6858000" y="4741863"/>
          <p14:tracePt t="625824" x="6946900" y="4741863"/>
          <p14:tracePt t="625836" x="7027863" y="4741863"/>
          <p14:tracePt t="625847" x="7102475" y="4741863"/>
          <p14:tracePt t="625859" x="7143750" y="4729163"/>
          <p14:tracePt t="625871" x="7170738" y="4729163"/>
          <p14:tracePt t="625881" x="7205663" y="4729163"/>
          <p14:tracePt t="625892" x="7218363" y="4729163"/>
          <p14:tracePt t="625904" x="7232650" y="4729163"/>
          <p14:tracePt t="625914" x="7245350" y="4714875"/>
          <p14:tracePt t="625959" x="7259638" y="4714875"/>
          <p14:tracePt t="626015" x="7272338" y="4714875"/>
          <p14:tracePt t="626037" x="7286625" y="4714875"/>
          <p14:tracePt t="626049" x="7307263" y="4714875"/>
          <p14:tracePt t="626061" x="7319963" y="4714875"/>
          <p14:tracePt t="626072" x="7334250" y="4714875"/>
          <p14:tracePt t="626083" x="7361238" y="4714875"/>
          <p14:tracePt t="626095" x="7375525" y="4714875"/>
          <p14:tracePt t="626106" x="7402513" y="4714875"/>
          <p14:tracePt t="626116" x="7415213" y="4714875"/>
          <p14:tracePt t="626139" x="7435850" y="4729163"/>
          <p14:tracePt t="626143" x="7462838" y="4729163"/>
          <p14:tracePt t="626151" x="7477125" y="4729163"/>
          <p14:tracePt t="626162" x="7504113" y="4729163"/>
          <p14:tracePt t="626173" x="7518400" y="4729163"/>
          <p14:tracePt t="626186" x="7545388" y="4741863"/>
          <p14:tracePt t="626196" x="7566025" y="4741863"/>
          <p14:tracePt t="626207" x="7578725" y="4741863"/>
          <p14:tracePt t="626498" x="7578725" y="4756150"/>
          <p14:tracePt t="626511" x="7578725" y="4741863"/>
          <p14:tracePt t="626532" x="7593013" y="4741863"/>
          <p14:tracePt t="626545" x="7620000" y="4741863"/>
          <p14:tracePt t="626555" x="7646988" y="4756150"/>
          <p14:tracePt t="626568" x="7694613" y="4756150"/>
          <p14:tracePt t="626579" x="7748588" y="4756150"/>
          <p14:tracePt t="626589" x="7789863" y="4776788"/>
          <p14:tracePt t="626601" x="7864475" y="4776788"/>
          <p14:tracePt t="626613" x="7953375" y="4776788"/>
          <p14:tracePt t="626623" x="7994650" y="4776788"/>
          <p14:tracePt t="626635" x="8048625" y="4776788"/>
          <p14:tracePt t="626646" x="8096250" y="4776788"/>
          <p14:tracePt t="626657" x="8123238" y="4776788"/>
          <p14:tracePt t="626669" x="8137525" y="4776788"/>
          <p14:tracePt t="626680" x="8150225" y="4776788"/>
          <p14:tracePt t="626780" x="8164513" y="4776788"/>
          <p14:tracePt t="626802" x="8197850" y="4776788"/>
          <p14:tracePt t="626814" x="8224838" y="4776788"/>
          <p14:tracePt t="626825" x="8253413" y="4776788"/>
          <p14:tracePt t="626837" x="8293100" y="4789488"/>
          <p14:tracePt t="626849" x="8340725" y="4789488"/>
          <p14:tracePt t="626859" x="8396288" y="4789488"/>
          <p14:tracePt t="626871" x="8408988" y="4789488"/>
          <p14:tracePt t="626883" x="8423275" y="4789488"/>
          <p14:tracePt t="626893" x="8408988" y="4789488"/>
          <p14:tracePt t="627072" x="8423275" y="4789488"/>
          <p14:tracePt t="627084" x="8456613" y="4789488"/>
          <p14:tracePt t="627095" x="8483600" y="4789488"/>
          <p14:tracePt t="627107" x="8497888" y="4776788"/>
          <p14:tracePt t="627128" x="8510588" y="4776788"/>
          <p14:tracePt t="627141" x="8510588" y="4756150"/>
          <p14:tracePt t="627162" x="8510588" y="4741863"/>
          <p14:tracePt t="627185" x="8510588" y="4729163"/>
          <p14:tracePt t="627230" x="8510588" y="4714875"/>
          <p14:tracePt t="627331" x="8524875" y="4714875"/>
          <p14:tracePt t="627342" x="8539163" y="4714875"/>
          <p14:tracePt t="627356" x="8551863" y="4729163"/>
          <p14:tracePt t="627368" x="8599488" y="4729163"/>
          <p14:tracePt t="627378" x="8626475" y="4729163"/>
          <p14:tracePt t="627387" x="8667750" y="4729163"/>
          <p14:tracePt t="627400" x="8715375" y="4741863"/>
          <p14:tracePt t="627411" x="8742363" y="4741863"/>
          <p14:tracePt t="627423" x="8783638" y="4741863"/>
          <p14:tracePt t="627435" x="8831263" y="4741863"/>
          <p14:tracePt t="627455" x="8872538" y="4756150"/>
          <p14:tracePt t="627456" x="8899525" y="4756150"/>
          <p14:tracePt t="627468" x="8926513" y="4756150"/>
          <p14:tracePt t="627478" x="8959850" y="4756150"/>
          <p14:tracePt t="627490" x="8974138" y="4756150"/>
          <p14:tracePt t="627501" x="8986838" y="4756150"/>
          <p14:tracePt t="627511" x="9015413" y="4741863"/>
          <p14:tracePt t="627524" x="9028113" y="4741863"/>
          <p14:tracePt t="627535" x="9042400" y="4741863"/>
          <p14:tracePt t="627545" x="9055100" y="4729163"/>
          <p14:tracePt t="627557" x="9069388" y="4714875"/>
          <p14:tracePt t="627569" x="9090025" y="4687888"/>
          <p14:tracePt t="627580" x="9090025" y="4660900"/>
          <p14:tracePt t="627591" x="9090025" y="4625975"/>
          <p14:tracePt t="627602" x="9090025" y="4613275"/>
          <p14:tracePt t="627612" x="9069388" y="4586288"/>
          <p14:tracePt t="627625" x="9069388" y="4557713"/>
          <p14:tracePt t="627636" x="9055100" y="4545013"/>
          <p14:tracePt t="627647" x="9042400" y="4530725"/>
          <p14:tracePt t="627659" x="9015413" y="4518025"/>
          <p14:tracePt t="627670" x="8974138" y="4518025"/>
          <p14:tracePt t="627680" x="8939213" y="4497388"/>
          <p14:tracePt t="627691" x="8899525" y="4497388"/>
          <p14:tracePt t="627703" x="8858250" y="4497388"/>
          <p14:tracePt t="627714" x="8843963" y="4518025"/>
          <p14:tracePt t="627726" x="8810625" y="4530725"/>
          <p14:tracePt t="627737" x="8796338" y="4572000"/>
          <p14:tracePt t="627748" x="8783638" y="4613275"/>
          <p14:tracePt t="627760" x="8783638" y="4660900"/>
          <p14:tracePt t="627770" x="8810625" y="4700588"/>
          <p14:tracePt t="627781" x="8843963" y="4741863"/>
          <p14:tracePt t="627793" x="8872538" y="4776788"/>
          <p14:tracePt t="627804" x="8926513" y="4789488"/>
          <p14:tracePt t="627816" x="9001125" y="4816475"/>
          <p14:tracePt t="627827" x="9055100" y="4816475"/>
          <p14:tracePt t="627837" x="9129713" y="4816475"/>
          <p14:tracePt t="627850" x="9197975" y="4803775"/>
          <p14:tracePt t="627860" x="9232900" y="4776788"/>
          <p14:tracePt t="627873" x="9259888" y="4741863"/>
          <p14:tracePt t="627885" x="9272588" y="4700588"/>
          <p14:tracePt t="627895" x="9272588" y="4646613"/>
          <p14:tracePt t="627906" x="9245600" y="4586288"/>
          <p14:tracePt t="627918" x="9218613" y="4545013"/>
          <p14:tracePt t="627928" x="9158288" y="4497388"/>
          <p14:tracePt t="627940" x="9117013" y="4483100"/>
          <p14:tracePt t="627951" x="9042400" y="4470400"/>
          <p14:tracePt t="627961" x="8986838" y="4470400"/>
          <p14:tracePt t="627973" x="8926513" y="4470400"/>
          <p14:tracePt t="627984" x="8885238" y="4497388"/>
          <p14:tracePt t="627995" x="8858250" y="4530725"/>
          <p14:tracePt t="628007" x="8843963" y="4557713"/>
          <p14:tracePt t="628018" x="8831263" y="4586288"/>
          <p14:tracePt t="628029" x="8831263" y="4613275"/>
          <p14:tracePt t="628041" x="8831263" y="4646613"/>
          <p14:tracePt t="628052" x="8843963" y="4660900"/>
          <p14:tracePt t="628063" x="8872538" y="4673600"/>
          <p14:tracePt t="628075" x="8899525" y="4673600"/>
          <p14:tracePt t="628086" x="8926513" y="4687888"/>
          <p14:tracePt t="628096" x="8974138" y="4687888"/>
          <p14:tracePt t="628108" x="9015413" y="4673600"/>
          <p14:tracePt t="628119" x="9042400" y="4660900"/>
          <p14:tracePt t="628130" x="9069388" y="4613275"/>
          <p14:tracePt t="628142" x="9069388" y="4586288"/>
          <p14:tracePt t="628153" x="9069388" y="4545013"/>
          <p14:tracePt t="628164" x="9055100" y="4497388"/>
          <p14:tracePt t="628176" x="9028113" y="4456113"/>
          <p14:tracePt t="628187" x="8986838" y="4443413"/>
          <p14:tracePt t="628198" x="8959850" y="4429125"/>
          <p14:tracePt t="628210" x="8912225" y="4429125"/>
          <p14:tracePt t="628220" x="8872538" y="4443413"/>
          <p14:tracePt t="628231" x="8843963" y="4470400"/>
          <p14:tracePt t="628243" x="8810625" y="4518025"/>
          <p14:tracePt t="628265" x="8796338" y="4557713"/>
          <p14:tracePt t="628270" x="8796338" y="4598988"/>
          <p14:tracePt t="628278" x="8810625" y="4625975"/>
          <p14:tracePt t="628290" x="8831263" y="4673600"/>
          <p14:tracePt t="628301" x="8872538" y="4687888"/>
          <p14:tracePt t="628311" x="8912225" y="4700588"/>
          <p14:tracePt t="628323" x="8959850" y="4700588"/>
          <p14:tracePt t="628334" x="9001125" y="4700588"/>
          <p14:tracePt t="628344" x="9042400" y="4700588"/>
          <p14:tracePt t="628355" x="9090025" y="4673600"/>
          <p14:tracePt t="628368" x="9117013" y="4646613"/>
          <p14:tracePt t="628378" x="9129713" y="4598988"/>
          <p14:tracePt t="628389" x="9117013" y="4557713"/>
          <p14:tracePt t="628401" x="9102725" y="4497388"/>
          <p14:tracePt t="628411" x="9069388" y="4456113"/>
          <p14:tracePt t="628423" x="9042400" y="4443413"/>
          <p14:tracePt t="628434" x="9001125" y="4429125"/>
          <p14:tracePt t="628445" x="8959850" y="4429125"/>
          <p14:tracePt t="628456" x="8926513" y="4443413"/>
          <p14:tracePt t="628468" x="8899525" y="4470400"/>
          <p14:tracePt t="628479" x="8872538" y="4518025"/>
          <p14:tracePt t="628512" x="8858250" y="4545013"/>
          <p14:tracePt t="628516" x="8858250" y="4598988"/>
          <p14:tracePt t="628526" x="8872538" y="4646613"/>
          <p14:tracePt t="628528" x="8885238" y="4673600"/>
          <p14:tracePt t="628536" x="8926513" y="4687888"/>
          <p14:tracePt t="628548" x="8974138" y="4714875"/>
          <p14:tracePt t="628559" x="9015413" y="4714875"/>
          <p14:tracePt t="628569" x="9055100" y="4714875"/>
          <p14:tracePt t="628580" x="9117013" y="4714875"/>
          <p14:tracePt t="628591" x="9158288" y="4687888"/>
          <p14:tracePt t="628603" x="9170988" y="4660900"/>
          <p14:tracePt t="628614" x="9185275" y="4613275"/>
          <p14:tracePt t="628626" x="9185275" y="4572000"/>
          <p14:tracePt t="628636" x="9170988" y="4518025"/>
          <p14:tracePt t="628648" x="9158288" y="4483100"/>
          <p14:tracePt t="628659" x="9117013" y="4456113"/>
          <p14:tracePt t="628670" x="9055100" y="4443413"/>
          <p14:tracePt t="628681" x="9028113" y="4443413"/>
          <p14:tracePt t="628693" x="8986838" y="4456113"/>
          <p14:tracePt t="628704" x="8939213" y="4483100"/>
          <p14:tracePt t="628716" x="8926513" y="4518025"/>
          <p14:tracePt t="628726" x="8926513" y="4545013"/>
          <p14:tracePt t="628738" x="8926513" y="4586288"/>
          <p14:tracePt t="628750" x="8939213" y="4613275"/>
          <p14:tracePt t="628760" x="8959850" y="4625975"/>
          <p14:tracePt t="628772" x="9001125" y="4660900"/>
          <p14:tracePt t="628784" x="9055100" y="4673600"/>
          <p14:tracePt t="628794" x="9090025" y="4673600"/>
          <p14:tracePt t="628805" x="9144000" y="4673600"/>
          <p14:tracePt t="628817" x="9185275" y="4660900"/>
          <p14:tracePt t="628828" x="9218613" y="4625975"/>
          <p14:tracePt t="628839" x="9218613" y="4598988"/>
          <p14:tracePt t="628851" x="9232900" y="4557713"/>
          <p14:tracePt t="628861" x="9232900" y="4518025"/>
          <p14:tracePt t="628873" x="9197975" y="4456113"/>
          <p14:tracePt t="628884" x="9170988" y="4414838"/>
          <p14:tracePt t="628895" x="9129713" y="4387850"/>
          <p14:tracePt t="628907" x="9090025" y="4367213"/>
          <p14:tracePt t="628919" x="9028113" y="4354513"/>
          <p14:tracePt t="628929" x="8986838" y="4367213"/>
          <p14:tracePt t="628941" x="8959850" y="4387850"/>
          <p14:tracePt t="628952" x="8912225" y="4414838"/>
          <p14:tracePt t="628963" x="8885238" y="4470400"/>
          <p14:tracePt t="628974" x="8872538" y="4497388"/>
          <p14:tracePt t="628986" x="8872538" y="4545013"/>
          <p14:tracePt t="628996" x="8885238" y="4586288"/>
          <p14:tracePt t="629008" x="8912225" y="4613275"/>
          <p14:tracePt t="629020" x="8939213" y="4646613"/>
          <p14:tracePt t="629030" x="8986838" y="4660900"/>
          <p14:tracePt t="629042" x="9028113" y="4673600"/>
          <p14:tracePt t="629053" x="9090025" y="4673600"/>
          <p14:tracePt t="629064" x="9144000" y="4660900"/>
          <p14:tracePt t="629075" x="9197975" y="4646613"/>
          <p14:tracePt t="629087" x="9232900" y="4625975"/>
          <p14:tracePt t="629097" x="9245600" y="4586288"/>
          <p14:tracePt t="629109" x="9245600" y="4545013"/>
          <p14:tracePt t="629120" x="9232900" y="4497388"/>
          <p14:tracePt t="629133" x="9197975" y="4456113"/>
          <p14:tracePt t="629143" x="9158288" y="4429125"/>
          <p14:tracePt t="629155" x="9102725" y="4402138"/>
          <p14:tracePt t="629166" x="9055100" y="4402138"/>
          <p14:tracePt t="629176" x="9015413" y="4414838"/>
          <p14:tracePt t="629188" x="8959850" y="4443413"/>
          <p14:tracePt t="629200" x="8926513" y="4483100"/>
          <p14:tracePt t="629210" x="8912225" y="4545013"/>
          <p14:tracePt t="629222" x="8899525" y="4598988"/>
          <p14:tracePt t="629234" x="8912225" y="4646613"/>
          <p14:tracePt t="629244" x="8939213" y="4687888"/>
          <p14:tracePt t="629255" x="8974138" y="4714875"/>
          <p14:tracePt t="629267" x="9028113" y="4741863"/>
          <p14:tracePt t="629278" x="9090025" y="4756150"/>
          <p14:tracePt t="629289" x="9144000" y="4776788"/>
          <p14:tracePt t="629301" x="9197975" y="4756150"/>
          <p14:tracePt t="629312" x="9245600" y="4741863"/>
          <p14:tracePt t="629323" x="9272588" y="4714875"/>
          <p14:tracePt t="629334" x="9286875" y="4673600"/>
          <p14:tracePt t="629345" x="9286875" y="4625975"/>
          <p14:tracePt t="629357" x="9272588" y="4572000"/>
          <p14:tracePt t="629369" x="9259888" y="4530725"/>
          <p14:tracePt t="629379" x="9218613" y="4497388"/>
          <p14:tracePt t="629391" x="9185275" y="4483100"/>
          <p14:tracePt t="629402" x="9144000" y="4483100"/>
          <p14:tracePt t="629412" x="9102725" y="4497388"/>
          <p14:tracePt t="629424" x="9069388" y="4518025"/>
          <p14:tracePt t="629436" x="9042400" y="4557713"/>
          <p14:tracePt t="629446" x="9028113" y="4598988"/>
          <p14:tracePt t="629458" x="9015413" y="4625975"/>
          <p14:tracePt t="629469" x="9015413" y="4660900"/>
          <p14:tracePt t="629480" x="9028113" y="4687888"/>
          <p14:tracePt t="629492" x="9055100" y="4700588"/>
          <p14:tracePt t="629503" x="9090025" y="4714875"/>
          <p14:tracePt t="629514" x="9129713" y="4714875"/>
          <p14:tracePt t="629525" x="9170988" y="4714875"/>
          <p14:tracePt t="629559" x="9197975" y="4714875"/>
          <p14:tracePt t="629562" x="9232900" y="4700588"/>
          <p14:tracePt t="629571" x="9259888" y="4673600"/>
          <p14:tracePt t="629572" x="9272588" y="4646613"/>
          <p14:tracePt t="629585" x="9272588" y="4598988"/>
          <p14:tracePt t="629594" x="9259888" y="4557713"/>
          <p14:tracePt t="629605" x="9232900" y="4518025"/>
          <p14:tracePt t="629616" x="9197975" y="4497388"/>
          <p14:tracePt t="629626" x="9158288" y="4483100"/>
          <p14:tracePt t="629638" x="9129713" y="4470400"/>
          <p14:tracePt t="629650" x="9102725" y="4470400"/>
          <p14:tracePt t="629660" x="9069388" y="4483100"/>
          <p14:tracePt t="629672" x="9055100" y="4497388"/>
          <p14:tracePt t="629684" x="9042400" y="4530725"/>
          <p14:tracePt t="629694" x="9028113" y="4557713"/>
          <p14:tracePt t="629706" x="9028113" y="4586288"/>
          <p14:tracePt t="629718" x="9028113" y="4613275"/>
          <p14:tracePt t="629727" x="9042400" y="4625975"/>
          <p14:tracePt t="629739" x="9055100" y="4646613"/>
          <p14:tracePt t="629751" x="9069388" y="4660900"/>
          <p14:tracePt t="629761" x="9090025" y="4660900"/>
          <p14:tracePt t="629773" x="9117013" y="4660900"/>
          <p14:tracePt t="629784" x="9144000" y="4646613"/>
          <p14:tracePt t="629795" x="9158288" y="4625975"/>
          <p14:tracePt t="629807" x="9170988" y="4613275"/>
          <p14:tracePt t="629818" x="9185275" y="4586288"/>
          <p14:tracePt t="629829" x="9185275" y="4557713"/>
          <p14:tracePt t="629840" x="9185275" y="4518025"/>
          <p14:tracePt t="629852" x="9170988" y="4483100"/>
          <p14:tracePt t="629863" x="9158288" y="4470400"/>
          <p14:tracePt t="629875" x="9144000" y="4456113"/>
          <p14:tracePt t="629886" x="9117013" y="4456113"/>
          <p14:tracePt t="629896" x="9090025" y="4456113"/>
          <p14:tracePt t="629908" x="9069388" y="4470400"/>
          <p14:tracePt t="629919" x="9028113" y="4497388"/>
          <p14:tracePt t="629930" x="9001125" y="4545013"/>
          <p14:tracePt t="629941" x="9001125" y="4572000"/>
          <p14:tracePt t="629953" x="9001125" y="4598988"/>
          <p14:tracePt t="629964" x="9001125" y="4625975"/>
          <p14:tracePt t="629975" x="9015413" y="4646613"/>
          <p14:tracePt t="629987" x="9042400" y="4660900"/>
          <p14:tracePt t="629998" x="9090025" y="4673600"/>
          <p14:tracePt t="630009" x="9129713" y="4673600"/>
          <p14:tracePt t="630020" x="9158288" y="4673600"/>
          <p14:tracePt t="630031" x="9197975" y="4660900"/>
          <p14:tracePt t="630043" x="9232900" y="4625975"/>
          <p14:tracePt t="630055" x="9245600" y="4598988"/>
          <p14:tracePt t="630066" x="9245600" y="4572000"/>
          <p14:tracePt t="630077" x="9245600" y="4530725"/>
          <p14:tracePt t="630088" x="9232900" y="4497388"/>
          <p14:tracePt t="630100" x="9197975" y="4470400"/>
          <p14:tracePt t="630111" x="9170988" y="4456113"/>
          <p14:tracePt t="630122" x="9129713" y="4443413"/>
          <p14:tracePt t="630134" x="9117013" y="4443413"/>
          <p14:tracePt t="630144" x="9090025" y="4443413"/>
          <p14:tracePt t="630155" x="9055100" y="4456113"/>
          <p14:tracePt t="630168" x="9042400" y="4470400"/>
          <p14:tracePt t="630178" x="9042400" y="4483100"/>
          <p14:tracePt t="630189" x="9028113" y="4518025"/>
          <p14:tracePt t="630201" x="9042400" y="4530725"/>
          <p14:tracePt t="630211" x="9042400" y="4545013"/>
          <p14:tracePt t="630223" x="9069388" y="4557713"/>
          <p14:tracePt t="630234" x="9090025" y="4572000"/>
          <p14:tracePt t="630245" x="9117013" y="4572000"/>
          <p14:tracePt t="630257" x="9144000" y="4572000"/>
          <p14:tracePt t="630268" x="9158288" y="4572000"/>
          <p14:tracePt t="630279" x="9170988" y="4572000"/>
          <p14:tracePt t="630290" x="9185275" y="4557713"/>
          <p14:tracePt t="630302" x="9185275" y="4545013"/>
          <p14:tracePt t="630324" x="9185275" y="4518025"/>
          <p14:tracePt t="630335" x="9170988" y="4497388"/>
          <p14:tracePt t="630347" x="9144000" y="4497388"/>
          <p14:tracePt t="630358" x="9129713" y="4497388"/>
          <p14:tracePt t="630370" x="9090025" y="4497388"/>
          <p14:tracePt t="630380" x="9042400" y="4518025"/>
          <p14:tracePt t="630392" x="9001125" y="4530725"/>
          <p14:tracePt t="630403" x="8959850" y="4572000"/>
          <p14:tracePt t="630414" x="8912225" y="4598988"/>
          <p14:tracePt t="630426" x="8899525" y="4625975"/>
          <p14:tracePt t="630437" x="8899525" y="4646613"/>
          <p14:tracePt t="630448" x="8899525" y="4673600"/>
          <p14:tracePt t="630459" x="8912225" y="4687888"/>
          <p14:tracePt t="630470" x="8939213" y="4687888"/>
          <p14:tracePt t="630481" x="8974138" y="4700588"/>
          <p14:tracePt t="630492" x="9028113" y="4700588"/>
          <p14:tracePt t="630504" x="9055100" y="4700588"/>
          <p14:tracePt t="630516" x="9102725" y="4673600"/>
          <p14:tracePt t="630526" x="9144000" y="4646613"/>
          <p14:tracePt t="630538" x="9158288" y="4625975"/>
          <p14:tracePt t="630550" x="9170988" y="4586288"/>
          <p14:tracePt t="630571" x="9170988" y="4530725"/>
          <p14:tracePt t="630573" x="9158288" y="4483100"/>
          <p14:tracePt t="630584" x="9129713" y="4443413"/>
          <p14:tracePt t="630605" x="9090025" y="4414838"/>
          <p14:tracePt t="630609" x="9028113" y="4402138"/>
          <p14:tracePt t="630618" x="8986838" y="4402138"/>
          <p14:tracePt t="630629" x="8912225" y="4402138"/>
          <p14:tracePt t="630641" x="8843963" y="4443413"/>
          <p14:tracePt t="630652" x="8796338" y="4470400"/>
          <p14:tracePt t="630661" x="8769350" y="4530725"/>
          <p14:tracePt t="630673" x="8756650" y="4572000"/>
          <p14:tracePt t="630684" x="8756650" y="4613275"/>
          <p14:tracePt t="630695" x="8756650" y="4625975"/>
          <p14:tracePt t="630707" x="8783638" y="4660900"/>
          <p14:tracePt t="630718" x="8831263" y="4673600"/>
          <p14:tracePt t="630729" x="8858250" y="4673600"/>
          <p14:tracePt t="630740" x="8926513" y="4673600"/>
          <p14:tracePt t="630752" x="8974138" y="4673600"/>
          <p14:tracePt t="630763" x="9015413" y="4660900"/>
          <p14:tracePt t="630774" x="9042400" y="4613275"/>
          <p14:tracePt t="630785" x="9069388" y="4572000"/>
          <p14:tracePt t="630796" x="9069388" y="4545013"/>
          <p14:tracePt t="630807" x="9055100" y="4483100"/>
          <p14:tracePt t="630819" x="9028113" y="4443413"/>
          <p14:tracePt t="630830" x="9001125" y="4402138"/>
          <p14:tracePt t="630841" x="8959850" y="4387850"/>
          <p14:tracePt t="630853" x="8912225" y="4387850"/>
          <p14:tracePt t="630864" x="8885238" y="4387850"/>
          <p14:tracePt t="630875" x="8872538" y="4402138"/>
          <p14:tracePt t="630887" x="8843963" y="4456113"/>
          <p14:tracePt t="630898" x="8810625" y="4518025"/>
          <p14:tracePt t="630909" x="8810625" y="4557713"/>
          <p14:tracePt t="630920" x="8810625" y="4613275"/>
          <p14:tracePt t="630931" x="8831263" y="4660900"/>
          <p14:tracePt t="630943" x="8858250" y="4687888"/>
          <p14:tracePt t="630954" x="8885238" y="4700588"/>
          <p14:tracePt t="630966" x="8926513" y="4714875"/>
          <p14:tracePt t="630977" x="8974138" y="4714875"/>
          <p14:tracePt t="630988" x="9001125" y="4714875"/>
          <p14:tracePt t="631000" x="9042400" y="4700588"/>
          <p14:tracePt t="631010" x="9069388" y="4673600"/>
          <p14:tracePt t="631021" x="9090025" y="4646613"/>
          <p14:tracePt t="631034" x="9090025" y="4598988"/>
          <p14:tracePt t="631044" x="9090025" y="4545013"/>
          <p14:tracePt t="631055" x="9069388" y="4518025"/>
          <p14:tracePt t="631067" x="9042400" y="4470400"/>
          <p14:tracePt t="631078" x="9015413" y="4443413"/>
          <p14:tracePt t="631089" x="8986838" y="4429125"/>
          <p14:tracePt t="631101" x="8974138" y="4429125"/>
          <p14:tracePt t="631111" x="8959850" y="4429125"/>
          <p14:tracePt t="631123" x="8939213" y="4429125"/>
          <p14:tracePt t="631134" x="8926513" y="4443413"/>
          <p14:tracePt t="631145" x="8912225" y="4470400"/>
          <p14:tracePt t="631157" x="8899525" y="4497388"/>
          <p14:tracePt t="631168" x="8899525" y="4518025"/>
          <p14:tracePt t="631179" x="8899525" y="4530725"/>
          <p14:tracePt t="631191" x="8912225" y="4557713"/>
          <p14:tracePt t="631202" x="8926513" y="4557713"/>
          <p14:tracePt t="631212" x="8939213" y="4572000"/>
          <p14:tracePt t="631224" x="8986838" y="4572000"/>
          <p14:tracePt t="631235" x="9015413" y="4572000"/>
          <p14:tracePt t="631246" x="9042400" y="4572000"/>
          <p14:tracePt t="631258" x="9069388" y="4572000"/>
          <p14:tracePt t="631269" x="9090025" y="4557713"/>
          <p14:tracePt t="631280" x="9090025" y="4545013"/>
          <p14:tracePt t="631291" x="9102725" y="4530725"/>
          <p14:tracePt t="631303" x="9090025" y="4497388"/>
          <p14:tracePt t="631314" x="9090025" y="4483100"/>
          <p14:tracePt t="631325" x="9069388" y="4470400"/>
          <p14:tracePt t="631337" x="9042400" y="4456113"/>
          <p14:tracePt t="631348" x="9015413" y="4456113"/>
          <p14:tracePt t="631359" x="9001125" y="4456113"/>
          <p14:tracePt t="631370" x="8959850" y="4470400"/>
          <p14:tracePt t="631381" x="8926513" y="4497388"/>
          <p14:tracePt t="631393" x="8912225" y="4545013"/>
          <p14:tracePt t="631404" x="8899525" y="4572000"/>
          <p14:tracePt t="631416" x="8899525" y="4613275"/>
          <p14:tracePt t="631426" x="8899525" y="4625975"/>
          <p14:tracePt t="631438" x="8912225" y="4646613"/>
          <p14:tracePt t="631450" x="8939213" y="4660900"/>
          <p14:tracePt t="631460" x="8974138" y="4673600"/>
          <p14:tracePt t="631471" x="9015413" y="4673600"/>
          <p14:tracePt t="631484" x="9055100" y="4660900"/>
          <p14:tracePt t="631494" x="9102725" y="4646613"/>
          <p14:tracePt t="631506" x="9117013" y="4613275"/>
          <p14:tracePt t="631517" x="9129713" y="4586288"/>
          <p14:tracePt t="631528" x="9129713" y="4545013"/>
          <p14:tracePt t="631539" x="9117013" y="4518025"/>
          <p14:tracePt t="631551" x="9102725" y="4456113"/>
          <p14:tracePt t="631561" x="9069388" y="4429125"/>
          <p14:tracePt t="631573" x="9042400" y="4402138"/>
          <p14:tracePt t="631585" x="9015413" y="4402138"/>
          <p14:tracePt t="631595" x="8986838" y="4414838"/>
          <p14:tracePt t="631607" x="8939213" y="4443413"/>
          <p14:tracePt t="631618" x="8926513" y="4470400"/>
          <p14:tracePt t="631629" x="8899525" y="4530725"/>
          <p14:tracePt t="631651" x="8885238" y="4572000"/>
          <p14:tracePt t="631657" x="8885238" y="4613275"/>
          <p14:tracePt t="631664" x="8899525" y="4646613"/>
          <p14:tracePt t="631676" x="8899525" y="4660900"/>
          <p14:tracePt t="631686" x="8926513" y="4673600"/>
          <p14:tracePt t="631697" x="8939213" y="4673600"/>
          <p14:tracePt t="631708" x="8986838" y="4673600"/>
          <p14:tracePt t="631719" x="9015413" y="4673600"/>
          <p14:tracePt t="631730" x="9042400" y="4660900"/>
          <p14:tracePt t="631742" x="9055100" y="4646613"/>
          <p14:tracePt t="631753" x="9090025" y="4598988"/>
          <p14:tracePt t="631764" x="9090025" y="4572000"/>
          <p14:tracePt t="631775" x="9090025" y="4530725"/>
          <p14:tracePt t="631787" x="9069388" y="4483100"/>
          <p14:tracePt t="631797" x="9055100" y="4456113"/>
          <p14:tracePt t="631809" x="9028113" y="4429125"/>
          <p14:tracePt t="631821" x="9001125" y="4414838"/>
          <p14:tracePt t="631831" x="8974138" y="4414838"/>
          <p14:tracePt t="631843" x="8959850" y="4414838"/>
          <p14:tracePt t="631854" x="8939213" y="4429125"/>
          <p14:tracePt t="631866" x="8912225" y="4470400"/>
          <p14:tracePt t="631877" x="8899525" y="4518025"/>
          <p14:tracePt t="631888" x="8885238" y="4572000"/>
          <p14:tracePt t="631900" x="8885238" y="4613275"/>
          <p14:tracePt t="631910" x="8885238" y="4646613"/>
          <p14:tracePt t="631922" x="8899525" y="4673600"/>
          <p14:tracePt t="631934" x="8939213" y="4700588"/>
          <p14:tracePt t="631944" x="8986838" y="4714875"/>
          <p14:tracePt t="631955" x="9015413" y="4729163"/>
          <p14:tracePt t="631967" x="9069388" y="4729163"/>
          <p14:tracePt t="631978" x="9117013" y="4714875"/>
          <p14:tracePt t="631990" x="9144000" y="4700588"/>
          <p14:tracePt t="632001" x="9170988" y="4687888"/>
          <p14:tracePt t="632011" x="9185275" y="4646613"/>
          <p14:tracePt t="632023" x="9185275" y="4613275"/>
          <p14:tracePt t="632034" x="9170988" y="4572000"/>
          <p14:tracePt t="632045" x="9158288" y="4530725"/>
          <p14:tracePt t="632056" x="9129713" y="4497388"/>
          <p14:tracePt t="632068" x="9102725" y="4483100"/>
          <p14:tracePt t="632079" x="9069388" y="4483100"/>
          <p14:tracePt t="632090" x="9042400" y="4483100"/>
          <p14:tracePt t="632102" x="9028113" y="4483100"/>
          <p14:tracePt t="632113" x="9001125" y="4497388"/>
          <p14:tracePt t="632125" x="8986838" y="4518025"/>
          <p14:tracePt t="632136" x="8974138" y="4530725"/>
          <p14:tracePt t="632146" x="8974138" y="4545013"/>
          <p14:tracePt t="632158" x="8974138" y="4572000"/>
          <p14:tracePt t="632180" x="8974138" y="4586288"/>
          <p14:tracePt t="632191" x="8986838" y="4598988"/>
          <p14:tracePt t="632214" x="9001125" y="4598988"/>
          <p14:tracePt t="632225" x="9015413" y="4598988"/>
          <p14:tracePt t="632258" x="9028113" y="4598988"/>
          <p14:tracePt t="632281" x="9042400" y="4598988"/>
          <p14:tracePt t="632292" x="9042400" y="4586288"/>
          <p14:tracePt t="632315" x="9055100" y="4586288"/>
          <p14:tracePt t="632360" x="9055100" y="4572000"/>
          <p14:tracePt t="632372" x="9042400" y="4572000"/>
          <p14:tracePt t="632529" x="9042400" y="4586288"/>
          <p14:tracePt t="632562" x="9015413" y="4598988"/>
          <p14:tracePt t="632574" x="8986838" y="4598988"/>
          <p14:tracePt t="632585" x="8926513" y="4613275"/>
          <p14:tracePt t="632599" x="8858250" y="4625975"/>
          <p14:tracePt t="632608" x="8742363" y="4660900"/>
          <p14:tracePt t="632619" x="8613775" y="4673600"/>
          <p14:tracePt t="632633" x="8396288" y="4714875"/>
          <p14:tracePt t="632641" x="8137525" y="4741863"/>
          <p14:tracePt t="632653" x="7891463" y="4756150"/>
          <p14:tracePt t="632666" x="7721600" y="4776788"/>
          <p14:tracePt t="632676" x="7504113" y="4776788"/>
          <p14:tracePt t="632698" x="7348538" y="4756150"/>
          <p14:tracePt t="632701" x="7259638" y="4756150"/>
          <p14:tracePt t="632709" x="7191375" y="4741863"/>
          <p14:tracePt t="632720" x="7129463" y="4729163"/>
          <p14:tracePt t="632733" x="7102475" y="4729163"/>
          <p14:tracePt t="632744" x="7062788" y="4729163"/>
          <p14:tracePt t="632756" x="7027863" y="4714875"/>
          <p14:tracePt t="632768" x="6986588" y="4714875"/>
          <p14:tracePt t="632778" x="6959600" y="4714875"/>
          <p14:tracePt t="632790" x="6899275" y="4729163"/>
          <p14:tracePt t="632801" x="6831013" y="4729163"/>
          <p14:tracePt t="632810" x="6783388" y="4729163"/>
          <p14:tracePt t="632822" x="6729413" y="4729163"/>
          <p14:tracePt t="632833" x="6688138" y="4729163"/>
          <p14:tracePt t="632844" x="6626225" y="4714875"/>
          <p14:tracePt t="633102" x="6626225" y="4700588"/>
          <p14:tracePt t="633125" x="6599238" y="4687888"/>
          <p14:tracePt t="633137" x="6572250" y="4673600"/>
          <p14:tracePt t="633148" x="6524625" y="4673600"/>
          <p14:tracePt t="633159" x="6497638" y="4660900"/>
          <p14:tracePt t="633171" x="6470650" y="4646613"/>
          <p14:tracePt t="633183" x="6443663" y="4646613"/>
          <p14:tracePt t="633193" x="6429375" y="4646613"/>
          <p14:tracePt t="633205" x="6408738" y="4646613"/>
          <p14:tracePt t="633217" x="6381750" y="4625975"/>
          <p14:tracePt t="633227" x="6367463" y="4625975"/>
          <p14:tracePt t="633239" x="6354763" y="4625975"/>
          <p14:tracePt t="633250" x="6340475" y="4625975"/>
          <p14:tracePt t="633260" x="6327775" y="4613275"/>
          <p14:tracePt t="633272" x="6313488" y="4613275"/>
          <p14:tracePt t="633283" x="6300788" y="4613275"/>
          <p14:tracePt t="633294" x="6280150" y="4613275"/>
          <p14:tracePt t="633306" x="6265863" y="4613275"/>
          <p14:tracePt t="633317" x="6253163" y="4613275"/>
          <p14:tracePt t="633327" x="6238875" y="4613275"/>
          <p14:tracePt t="633350" x="6224588" y="4613275"/>
          <p14:tracePt t="633519" x="6224588" y="4598988"/>
          <p14:tracePt t="633597" x="6224588" y="4586288"/>
          <p14:tracePt t="633631" x="6224588" y="4572000"/>
          <p14:tracePt t="633654" x="6224588" y="4557713"/>
          <p14:tracePt t="633665" x="6224588" y="4530725"/>
          <p14:tracePt t="633678" x="6224588" y="4518025"/>
          <p14:tracePt t="633690" x="6211888" y="4497388"/>
          <p14:tracePt t="633700" x="6211888" y="4483100"/>
          <p14:tracePt t="633721" x="6197600" y="4483100"/>
          <p14:tracePt t="633756" x="6197600" y="4470400"/>
          <p14:tracePt t="633789" x="6184900" y="4470400"/>
          <p14:tracePt t="633822" x="6170613" y="4470400"/>
          <p14:tracePt t="633834" x="6170613" y="4483100"/>
          <p14:tracePt t="633867" x="6149975" y="4483100"/>
          <p14:tracePt t="633935" x="6149975" y="4470400"/>
          <p14:tracePt t="633946" x="6137275" y="4456113"/>
          <p14:tracePt t="633958" x="6110288" y="4443413"/>
          <p14:tracePt t="633969" x="6096000" y="4429125"/>
          <p14:tracePt t="633980" x="6054725" y="4402138"/>
          <p14:tracePt t="633991" x="6021388" y="4402138"/>
          <p14:tracePt t="634003" x="6007100" y="4387850"/>
          <p14:tracePt t="634015" x="5980113" y="4387850"/>
          <p14:tracePt t="634026" x="5953125" y="4387850"/>
          <p14:tracePt t="634037" x="5938838" y="4387850"/>
          <p14:tracePt t="634048" x="5926138" y="4387850"/>
          <p14:tracePt t="634070" x="5911850" y="4402138"/>
          <p14:tracePt t="634082" x="5891213" y="4402138"/>
          <p14:tracePt t="634093" x="5878513" y="4414838"/>
          <p14:tracePt t="634104" x="5878513" y="4429125"/>
          <p14:tracePt t="634116" x="5864225" y="4443413"/>
          <p14:tracePt t="634126" x="5864225" y="4470400"/>
          <p14:tracePt t="634139" x="5864225" y="4483100"/>
          <p14:tracePt t="634150" x="5851525" y="4497388"/>
          <p14:tracePt t="634171" x="5851525" y="4518025"/>
          <p14:tracePt t="634182" x="5851525" y="4530725"/>
          <p14:tracePt t="634195" x="5864225" y="4530725"/>
          <p14:tracePt t="634206" x="5864225" y="4545013"/>
          <p14:tracePt t="634216" x="5878513" y="4557713"/>
          <p14:tracePt t="634229" x="5911850" y="4572000"/>
          <p14:tracePt t="634241" x="5926138" y="4586288"/>
          <p14:tracePt t="634251" x="5938838" y="4586288"/>
          <p14:tracePt t="634263" x="5967413" y="4598988"/>
          <p14:tracePt t="634275" x="5980113" y="4613275"/>
          <p14:tracePt t="634285" x="5994400" y="4613275"/>
          <p14:tracePt t="634297" x="6021388" y="4613275"/>
          <p14:tracePt t="634307" x="6042025" y="4613275"/>
          <p14:tracePt t="634329" x="6069013" y="4613275"/>
          <p14:tracePt t="634340" x="6081713" y="4613275"/>
          <p14:tracePt t="634351" x="6096000" y="4613275"/>
          <p14:tracePt t="634363" x="6122988" y="4613275"/>
          <p14:tracePt t="634374" x="6149975" y="4613275"/>
          <p14:tracePt t="634385" x="6170613" y="4598988"/>
          <p14:tracePt t="634397" x="6197600" y="4586288"/>
          <p14:tracePt t="634419" x="6211888" y="4557713"/>
          <p14:tracePt t="634422" x="6224588" y="4545013"/>
          <p14:tracePt t="634430" x="6238875" y="4530725"/>
          <p14:tracePt t="634453" x="6238875" y="4518025"/>
          <p14:tracePt t="634465" x="6238875" y="4497388"/>
          <p14:tracePt t="634476" x="6224588" y="4470400"/>
          <p14:tracePt t="634487" x="6224588" y="4456113"/>
          <p14:tracePt t="634499" x="6197600" y="4443413"/>
          <p14:tracePt t="634509" x="6184900" y="4429125"/>
          <p14:tracePt t="634520" x="6149975" y="4414838"/>
          <p14:tracePt t="634533" x="6137275" y="4402138"/>
          <p14:tracePt t="634543" x="6096000" y="4387850"/>
          <p14:tracePt t="634556" x="6069013" y="4367213"/>
          <p14:tracePt t="634566" x="6042025" y="4367213"/>
          <p14:tracePt t="634578" x="6007100" y="4367213"/>
          <p14:tracePt t="634589" x="5980113" y="4367213"/>
          <p14:tracePt t="634599" x="5967413" y="4367213"/>
          <p14:tracePt t="634610" x="5953125" y="4387850"/>
          <p14:tracePt t="634623" x="5938838" y="4402138"/>
          <p14:tracePt t="634633" x="5926138" y="4414838"/>
          <p14:tracePt t="634646" x="5911850" y="4429125"/>
          <p14:tracePt t="634657" x="5891213" y="4443413"/>
          <p14:tracePt t="634667" x="5891213" y="4456113"/>
          <p14:tracePt t="634679" x="5878513" y="4470400"/>
          <p14:tracePt t="634690" x="5878513" y="4497388"/>
          <p14:tracePt t="634700" x="5878513" y="4518025"/>
          <p14:tracePt t="634712" x="5878513" y="4530725"/>
          <p14:tracePt t="634723" x="5878513" y="4545013"/>
          <p14:tracePt t="634734" x="5878513" y="4557713"/>
          <p14:tracePt t="634745" x="5891213" y="4572000"/>
          <p14:tracePt t="634757" x="5891213" y="4586288"/>
          <p14:tracePt t="634768" x="5926138" y="4598988"/>
          <p14:tracePt t="634801" x="5938838" y="4613275"/>
          <p14:tracePt t="634807" x="5967413" y="4613275"/>
          <p14:tracePt t="634814" x="5994400" y="4613275"/>
          <p14:tracePt t="634816" x="6042025" y="4613275"/>
          <p14:tracePt t="634825" x="6069013" y="4613275"/>
          <p14:tracePt t="634837" x="6096000" y="4613275"/>
          <p14:tracePt t="634848" x="6137275" y="4613275"/>
          <p14:tracePt t="634858" x="6170613" y="4598988"/>
          <p14:tracePt t="634869" x="6197600" y="4586288"/>
          <p14:tracePt t="634882" x="6224588" y="4557713"/>
          <p14:tracePt t="634893" x="6253163" y="4530725"/>
          <p14:tracePt t="634903" x="6253163" y="4518025"/>
          <p14:tracePt t="634914" x="6265863" y="4483100"/>
          <p14:tracePt t="634925" x="6280150" y="4456113"/>
          <p14:tracePt t="634936" x="6280150" y="4443413"/>
          <p14:tracePt t="634948" x="6265863" y="4429125"/>
          <p14:tracePt t="634970" x="6253163" y="4414838"/>
          <p14:tracePt t="634981" x="6238875" y="4402138"/>
          <p14:tracePt t="634993" x="6224588" y="4402138"/>
          <p14:tracePt t="635004" x="6184900" y="4387850"/>
          <p14:tracePt t="635016" x="6149975" y="4387850"/>
          <p14:tracePt t="635027" x="6122988" y="4387850"/>
          <p14:tracePt t="635039" x="6081713" y="4387850"/>
          <p14:tracePt t="635049" x="6054725" y="4387850"/>
          <p14:tracePt t="635060" x="6021388" y="4402138"/>
          <p14:tracePt t="635073" x="5994400" y="4414838"/>
          <p14:tracePt t="635083" x="5994400" y="4429125"/>
          <p14:tracePt t="635094" x="5994400" y="4443413"/>
          <p14:tracePt t="635107" x="5994400" y="4470400"/>
          <p14:tracePt t="635116" x="5994400" y="4483100"/>
          <p14:tracePt t="635128" x="6007100" y="4483100"/>
          <p14:tracePt t="635140" x="6021388" y="4497388"/>
          <p14:tracePt t="635150" x="6042025" y="4497388"/>
          <p14:tracePt t="635162" x="6042025" y="4518025"/>
          <p14:tracePt t="635173" x="6054725" y="4518025"/>
          <p14:tracePt t="635263" x="6069013" y="4518025"/>
          <p14:tracePt t="635319" x="6042025" y="4518025"/>
          <p14:tracePt t="635330" x="6021388" y="4518025"/>
          <p14:tracePt t="635488" x="6042025" y="4518025"/>
          <p14:tracePt t="635500" x="6054725" y="4518025"/>
          <p14:tracePt t="635510" x="6081713" y="4518025"/>
          <p14:tracePt t="635523" x="6110288" y="4518025"/>
          <p14:tracePt t="635533" x="6137275" y="4518025"/>
          <p14:tracePt t="635544" x="6170613" y="4518025"/>
          <p14:tracePt t="635556" x="6197600" y="4518025"/>
          <p14:tracePt t="635567" x="6224588" y="4518025"/>
          <p14:tracePt t="635578" x="6265863" y="4518025"/>
          <p14:tracePt t="635590" x="6313488" y="4518025"/>
          <p14:tracePt t="635601" x="6367463" y="4518025"/>
          <p14:tracePt t="635612" x="6429375" y="4530725"/>
          <p14:tracePt t="635624" x="6470650" y="4530725"/>
          <p14:tracePt t="635634" x="6497638" y="4530725"/>
          <p14:tracePt t="635646" x="6510338" y="4530725"/>
          <p14:tracePt t="635791" x="6497638" y="4530725"/>
          <p14:tracePt t="635904" x="6483350" y="4530725"/>
          <p14:tracePt t="636005" x="6497638" y="4530725"/>
          <p14:tracePt t="636016" x="6510338" y="4530725"/>
          <p14:tracePt t="636028" x="6524625" y="4530725"/>
          <p14:tracePt t="636040" x="6557963" y="4530725"/>
          <p14:tracePt t="636050" x="6586538" y="4530725"/>
          <p14:tracePt t="636064" x="6626225" y="4545013"/>
          <p14:tracePt t="636074" x="6673850" y="4545013"/>
          <p14:tracePt t="636084" x="6700838" y="4545013"/>
          <p14:tracePt t="636098" x="6729413" y="4545013"/>
          <p14:tracePt t="636108" x="6756400" y="4545013"/>
          <p14:tracePt t="636118" x="6783388" y="4545013"/>
          <p14:tracePt t="636131" x="6804025" y="4545013"/>
          <p14:tracePt t="636141" x="6831013" y="4530725"/>
          <p14:tracePt t="636153" x="6843713" y="4530725"/>
          <p14:tracePt t="636164" x="6858000" y="4530725"/>
          <p14:tracePt t="636174" x="6872288" y="4530725"/>
          <p14:tracePt t="636186" x="6884988" y="4518025"/>
          <p14:tracePt t="636209" x="6899275" y="4497388"/>
          <p14:tracePt t="636220" x="6899275" y="4483100"/>
          <p14:tracePt t="636231" x="6899275" y="4470400"/>
          <p14:tracePt t="636241" x="6899275" y="4456113"/>
          <p14:tracePt t="636253" x="6899275" y="4429125"/>
          <p14:tracePt t="636264" x="6899275" y="4414838"/>
          <p14:tracePt t="636275" x="6884988" y="4402138"/>
          <p14:tracePt t="636287" x="6872288" y="4387850"/>
          <p14:tracePt t="636299" x="6858000" y="4367213"/>
          <p14:tracePt t="636320" x="6831013" y="4354513"/>
          <p14:tracePt t="636332" x="6783388" y="4340225"/>
          <p14:tracePt t="636343" x="6769100" y="4340225"/>
          <p14:tracePt t="636354" x="6729413" y="4340225"/>
          <p14:tracePt t="636365" x="6700838" y="4340225"/>
          <p14:tracePt t="636376" x="6673850" y="4340225"/>
          <p14:tracePt t="636388" x="6653213" y="4340225"/>
          <p14:tracePt t="636399" x="6626225" y="4340225"/>
          <p14:tracePt t="636410" x="6613525" y="4354513"/>
          <p14:tracePt t="636423" x="6599238" y="4354513"/>
          <p14:tracePt t="636433" x="6586538" y="4354513"/>
          <p14:tracePt t="636444" x="6572250" y="4354513"/>
          <p14:tracePt t="636456" x="6572250" y="4367213"/>
          <p14:tracePt t="636467" x="6557963" y="4367213"/>
          <p14:tracePt t="636478" x="6545263" y="4387850"/>
          <p14:tracePt t="636490" x="6524625" y="4387850"/>
          <p14:tracePt t="636501" x="6524625" y="4402138"/>
          <p14:tracePt t="636512" x="6510338" y="4414838"/>
          <p14:tracePt t="636523" x="6497638" y="4414838"/>
          <p14:tracePt t="636534" x="6497638" y="4429125"/>
          <p14:tracePt t="636547" x="6483350" y="4429125"/>
          <p14:tracePt t="636556" x="6483350" y="4443413"/>
          <p14:tracePt t="636568" x="6483350" y="4456113"/>
          <p14:tracePt t="636590" x="6483350" y="4470400"/>
          <p14:tracePt t="636624" x="6497638" y="4483100"/>
          <p14:tracePt t="636636" x="6510338" y="4497388"/>
          <p14:tracePt t="636648" x="6524625" y="4518025"/>
          <p14:tracePt t="636658" x="6545263" y="4530725"/>
          <p14:tracePt t="636670" x="6572250" y="4545013"/>
          <p14:tracePt t="636681" x="6586538" y="4545013"/>
          <p14:tracePt t="636691" x="6613525" y="4557713"/>
          <p14:tracePt t="636703" x="6640513" y="4557713"/>
          <p14:tracePt t="636714" x="6653213" y="4572000"/>
          <p14:tracePt t="636725" x="6688138" y="4572000"/>
          <p14:tracePt t="636737" x="6700838" y="4572000"/>
          <p14:tracePt t="636748" x="6729413" y="4572000"/>
          <p14:tracePt t="636759" x="6742113" y="4572000"/>
          <p14:tracePt t="636771" x="6756400" y="4572000"/>
          <p14:tracePt t="636782" x="6769100" y="4572000"/>
          <p14:tracePt t="636793" x="6783388" y="4557713"/>
          <p14:tracePt t="636805" x="6816725" y="4557713"/>
          <p14:tracePt t="636816" x="6831013" y="4557713"/>
          <p14:tracePt t="636826" x="6843713" y="4545013"/>
          <p14:tracePt t="636839" x="6872288" y="4545013"/>
          <p14:tracePt t="636850" x="6884988" y="4530725"/>
          <p14:tracePt t="636860" x="6899275" y="4518025"/>
          <p14:tracePt t="636873" x="6911975" y="4518025"/>
          <p14:tracePt t="636894" x="6911975" y="4497388"/>
          <p14:tracePt t="636897" x="6932613" y="4483100"/>
          <p14:tracePt t="636906" x="6932613" y="4470400"/>
          <p14:tracePt t="636919" x="6932613" y="4456113"/>
          <p14:tracePt t="636930" x="6932613" y="4443413"/>
          <p14:tracePt t="636940" x="6932613" y="4429125"/>
          <p14:tracePt t="636950" x="6911975" y="4429125"/>
          <p14:tracePt t="636962" x="6911975" y="4414838"/>
          <p14:tracePt t="636973" x="6899275" y="4402138"/>
          <p14:tracePt t="636984" x="6884988" y="4402138"/>
          <p14:tracePt t="636996" x="6858000" y="4387850"/>
          <p14:tracePt t="637006" x="6843713" y="4387850"/>
          <p14:tracePt t="637018" x="6816725" y="4367213"/>
          <p14:tracePt t="637030" x="6783388" y="4367213"/>
          <p14:tracePt t="637040" x="6756400" y="4354513"/>
          <p14:tracePt t="637052" x="6729413" y="4354513"/>
          <p14:tracePt t="637064" x="6715125" y="4354513"/>
          <p14:tracePt t="637074" x="6688138" y="4354513"/>
          <p14:tracePt t="637085" x="6673850" y="4354513"/>
          <p14:tracePt t="637097" x="6653213" y="4354513"/>
          <p14:tracePt t="637108" x="6640513" y="4354513"/>
          <p14:tracePt t="637119" x="6626225" y="4354513"/>
          <p14:tracePt t="637141" x="6613525" y="4367213"/>
          <p14:tracePt t="637153" x="6599238" y="4387850"/>
          <p14:tracePt t="637164" x="6586538" y="4387850"/>
          <p14:tracePt t="637175" x="6572250" y="4402138"/>
          <p14:tracePt t="637188" x="6557963" y="4402138"/>
          <p14:tracePt t="637198" x="6545263" y="4414838"/>
          <p14:tracePt t="637209" x="6545263" y="4429125"/>
          <p14:tracePt t="637221" x="6524625" y="4429125"/>
          <p14:tracePt t="637232" x="6524625" y="4443413"/>
          <p14:tracePt t="637243" x="6524625" y="4456113"/>
          <p14:tracePt t="637255" x="6510338" y="4456113"/>
          <p14:tracePt t="637266" x="6510338" y="4470400"/>
          <p14:tracePt t="637277" x="6510338" y="4483100"/>
          <p14:tracePt t="637288" x="6524625" y="4497388"/>
          <p14:tracePt t="637299" x="6545263" y="4518025"/>
          <p14:tracePt t="637310" x="6545263" y="4530725"/>
          <p14:tracePt t="637322" x="6557963" y="4545013"/>
          <p14:tracePt t="637344" x="6572250" y="4557713"/>
          <p14:tracePt t="637355" x="6586538" y="4557713"/>
          <p14:tracePt t="637367" x="6599238" y="4572000"/>
          <p14:tracePt t="637378" x="6613525" y="4572000"/>
          <p14:tracePt t="637389" x="6613525" y="4586288"/>
          <p14:tracePt t="637400" x="6640513" y="4586288"/>
          <p14:tracePt t="637413" x="6653213" y="4586288"/>
          <p14:tracePt t="637423" x="6673850" y="4586288"/>
          <p14:tracePt t="637434" x="6700838" y="4586288"/>
          <p14:tracePt t="637446" x="6729413" y="4586288"/>
          <p14:tracePt t="637457" x="6742113" y="4572000"/>
          <p14:tracePt t="637469" x="6769100" y="4572000"/>
          <p14:tracePt t="637480" x="6783388" y="4557713"/>
          <p14:tracePt t="637490" x="6816725" y="4545013"/>
          <p14:tracePt t="637502" x="6831013" y="4545013"/>
          <p14:tracePt t="637514" x="6843713" y="4530725"/>
          <p14:tracePt t="637524" x="6858000" y="4518025"/>
          <p14:tracePt t="637546" x="6858000" y="4497388"/>
          <p14:tracePt t="637558" x="6858000" y="4483100"/>
          <p14:tracePt t="637570" x="6858000" y="4470400"/>
          <p14:tracePt t="637581" x="6843713" y="4456113"/>
          <p14:tracePt t="637591" x="6816725" y="4429125"/>
          <p14:tracePt t="637604" x="6783388" y="4414838"/>
          <p14:tracePt t="637615" x="6756400" y="4402138"/>
          <p14:tracePt t="637625" x="6715125" y="4402138"/>
          <p14:tracePt t="637637" x="6688138" y="4387850"/>
          <p14:tracePt t="637648" x="6653213" y="4387850"/>
          <p14:tracePt t="637659" x="6640513" y="4387850"/>
          <p14:tracePt t="637671" x="6613525" y="4387850"/>
          <p14:tracePt t="637682" x="6599238" y="4402138"/>
          <p14:tracePt t="637693" x="6586538" y="4402138"/>
          <p14:tracePt t="637704" x="6572250" y="4429125"/>
          <p14:tracePt t="637716" x="6557963" y="4443413"/>
          <p14:tracePt t="637726" x="6545263" y="4456113"/>
          <p14:tracePt t="637739" x="6545263" y="4483100"/>
          <p14:tracePt t="637749" x="6545263" y="4497388"/>
          <p14:tracePt t="637760" x="6545263" y="4518025"/>
          <p14:tracePt t="637772" x="6545263" y="4530725"/>
          <p14:tracePt t="637783" x="6557963" y="4545013"/>
          <p14:tracePt t="637794" x="6572250" y="4557713"/>
          <p14:tracePt t="637806" x="6613525" y="4557713"/>
          <p14:tracePt t="637817" x="6640513" y="4572000"/>
          <p14:tracePt t="637828" x="6688138" y="4586288"/>
          <p14:tracePt t="637839" x="6742113" y="4586288"/>
          <p14:tracePt t="637850" x="6804025" y="4586288"/>
          <p14:tracePt t="637863" x="6872288" y="4586288"/>
          <p14:tracePt t="637873" x="6911975" y="4586288"/>
          <p14:tracePt t="637884" x="6946900" y="4586288"/>
          <p14:tracePt t="637897" x="6973888" y="4572000"/>
          <p14:tracePt t="637907" x="6973888" y="4557713"/>
          <p14:tracePt t="637918" x="6973888" y="4530725"/>
          <p14:tracePt t="637951" x="6973888" y="4518025"/>
          <p14:tracePt t="637955" x="6973888" y="4483100"/>
          <p14:tracePt t="637965" x="6946900" y="4443413"/>
          <p14:tracePt t="637976" x="6932613" y="4429125"/>
          <p14:tracePt t="637987" x="6899275" y="4414838"/>
          <p14:tracePt t="637999" x="6872288" y="4402138"/>
          <p14:tracePt t="638009" x="6843713" y="4402138"/>
          <p14:tracePt t="638020" x="6816725" y="4402138"/>
          <p14:tracePt t="638031" x="6756400" y="4402138"/>
          <p14:tracePt t="638041" x="6715125" y="4402138"/>
          <p14:tracePt t="638054" x="6673850" y="4402138"/>
          <p14:tracePt t="638065" x="6613525" y="4429125"/>
          <p14:tracePt t="638075" x="6572250" y="4456113"/>
          <p14:tracePt t="638087" x="6545263" y="4470400"/>
          <p14:tracePt t="638098" x="6524625" y="4483100"/>
          <p14:tracePt t="638109" x="6524625" y="4518025"/>
          <p14:tracePt t="638121" x="6524625" y="4530725"/>
          <p14:tracePt t="638132" x="6524625" y="4545013"/>
          <p14:tracePt t="638143" x="6557963" y="4557713"/>
          <p14:tracePt t="638155" x="6586538" y="4586288"/>
          <p14:tracePt t="638166" x="6613525" y="4598988"/>
          <p14:tracePt t="638177" x="6673850" y="4613275"/>
          <p14:tracePt t="638188" x="6729413" y="4625975"/>
          <p14:tracePt t="638199" x="6804025" y="4625975"/>
          <p14:tracePt t="638210" x="6843713" y="4625975"/>
          <p14:tracePt t="638222" x="6911975" y="4625975"/>
          <p14:tracePt t="638233" x="6973888" y="4625975"/>
          <p14:tracePt t="638244" x="7000875" y="4613275"/>
          <p14:tracePt t="638256" x="7015163" y="4598988"/>
          <p14:tracePt t="638267" x="7027863" y="4586288"/>
          <p14:tracePt t="638278" x="7027863" y="4572000"/>
          <p14:tracePt t="638289" x="7015163" y="4545013"/>
          <p14:tracePt t="638300" x="7000875" y="4497388"/>
          <p14:tracePt t="638313" x="6973888" y="4470400"/>
          <p14:tracePt t="638323" x="6911975" y="4443413"/>
          <p14:tracePt t="638334" x="6858000" y="4414838"/>
          <p14:tracePt t="638347" x="6783388" y="4402138"/>
          <p14:tracePt t="638357" x="6729413" y="4387850"/>
          <p14:tracePt t="638369" x="6673850" y="4387850"/>
          <p14:tracePt t="638380" x="6640513" y="4402138"/>
          <p14:tracePt t="638391" x="6613525" y="4402138"/>
          <p14:tracePt t="638402" x="6586538" y="4429125"/>
          <p14:tracePt t="638414" x="6572250" y="4443413"/>
          <p14:tracePt t="638424" x="6557963" y="4470400"/>
          <p14:tracePt t="638436" x="6557963" y="4483100"/>
          <p14:tracePt t="638447" x="6557963" y="4518025"/>
          <p14:tracePt t="638458" x="6557963" y="4530725"/>
          <p14:tracePt t="638469" x="6572250" y="4530725"/>
          <p14:tracePt t="638481" x="6586538" y="4545013"/>
          <p14:tracePt t="638491" x="6613525" y="4557713"/>
          <p14:tracePt t="638514" x="6640513" y="4557713"/>
          <p14:tracePt t="638517" x="6688138" y="4572000"/>
          <p14:tracePt t="638526" x="6742113" y="4572000"/>
          <p14:tracePt t="638539" x="6783388" y="4572000"/>
          <p14:tracePt t="638549" x="6858000" y="4572000"/>
          <p14:tracePt t="638559" x="6911975" y="4572000"/>
          <p14:tracePt t="638571" x="6946900" y="4557713"/>
          <p14:tracePt t="638582" x="6946900" y="4545013"/>
          <p14:tracePt t="638593" x="6946900" y="4530725"/>
          <p14:tracePt t="638604" x="6946900" y="4497388"/>
          <p14:tracePt t="638616" x="6932613" y="4483100"/>
          <p14:tracePt t="638626" x="6884988" y="4443413"/>
          <p14:tracePt t="638638" x="6831013" y="4414838"/>
          <p14:tracePt t="638649" x="6769100" y="4402138"/>
          <p14:tracePt t="638660" x="6700838" y="4387850"/>
          <p14:tracePt t="638672" x="6640513" y="4387850"/>
          <p14:tracePt t="638683" x="6599238" y="4387850"/>
          <p14:tracePt t="638694" x="6557963" y="4387850"/>
          <p14:tracePt t="638705" x="6510338" y="4402138"/>
          <p14:tracePt t="638717" x="6497638" y="4414838"/>
          <p14:tracePt t="638728" x="6497638" y="4429125"/>
          <p14:tracePt t="638739" x="6483350" y="4443413"/>
          <p14:tracePt t="638750" x="6483350" y="4470400"/>
          <p14:tracePt t="638763" x="6483350" y="4483100"/>
          <p14:tracePt t="638773" x="6483350" y="4497388"/>
          <p14:tracePt t="638784" x="6497638" y="4518025"/>
          <p14:tracePt t="638797" x="6497638" y="4530725"/>
          <p14:tracePt t="638806" x="6524625" y="4545013"/>
          <p14:tracePt t="638818" x="6557963" y="4557713"/>
          <p14:tracePt t="638830" x="6586538" y="4557713"/>
          <p14:tracePt t="638840" x="6613525" y="4557713"/>
          <p14:tracePt t="638852" x="6640513" y="4557713"/>
          <p14:tracePt t="638864" x="6653213" y="4557713"/>
          <p14:tracePt t="638874" x="6673850" y="4557713"/>
          <p14:tracePt t="638885" x="6688138" y="4545013"/>
          <p14:tracePt t="638908" x="6688138" y="4530725"/>
          <p14:tracePt t="638919" x="6673850" y="4518025"/>
          <p14:tracePt t="638930" x="6653213" y="4518025"/>
          <p14:tracePt t="638941" x="6653213" y="4497388"/>
          <p14:tracePt t="638997" x="6653213" y="4518025"/>
          <p14:tracePt t="639009" x="6673850" y="4518025"/>
          <p14:tracePt t="639031" x="6700838" y="4518025"/>
          <p14:tracePt t="639042" x="6742113" y="4530725"/>
          <p14:tracePt t="639056" x="6783388" y="4530725"/>
          <p14:tracePt t="639067" x="6899275" y="4557713"/>
          <p14:tracePt t="639077" x="7062788" y="4572000"/>
          <p14:tracePt t="639089" x="7286625" y="4598988"/>
          <p14:tracePt t="639100" x="7477125" y="4625975"/>
          <p14:tracePt t="639111" x="7694613" y="4646613"/>
          <p14:tracePt t="639123" x="7891463" y="4673600"/>
          <p14:tracePt t="639134" x="7980363" y="4673600"/>
          <p14:tracePt t="639144" x="8034338" y="4687888"/>
          <p14:tracePt t="639337" x="8048625" y="4687888"/>
          <p14:tracePt t="639348" x="8081963" y="4687888"/>
          <p14:tracePt t="639358" x="8110538" y="4687888"/>
          <p14:tracePt t="639371" x="8123238" y="4687888"/>
          <p14:tracePt t="639382" x="8137525" y="4687888"/>
          <p14:tracePt t="639492" x="8123238" y="4687888"/>
          <p14:tracePt t="639505" x="8096250" y="4687888"/>
          <p14:tracePt t="639515" x="8081963" y="4687888"/>
          <p14:tracePt t="639528" x="8034338" y="4687888"/>
          <p14:tracePt t="639538" x="8007350" y="4687888"/>
          <p14:tracePt t="639560" x="7994650" y="4687888"/>
          <p14:tracePt t="639563" x="7980363" y="4687888"/>
          <p14:tracePt t="639706" x="8007350" y="4687888"/>
          <p14:tracePt t="639708" x="8021638" y="4687888"/>
          <p14:tracePt t="639718" x="8048625" y="4687888"/>
          <p14:tracePt t="639730" x="8081963" y="4700588"/>
          <p14:tracePt t="639741" x="8110538" y="4700588"/>
          <p14:tracePt t="639752" x="8137525" y="4700588"/>
          <p14:tracePt t="639763" x="8164513" y="4700588"/>
          <p14:tracePt t="639776" x="8177213" y="4700588"/>
          <p14:tracePt t="639786" x="8212138" y="4700588"/>
          <p14:tracePt t="639797" x="8239125" y="4714875"/>
          <p14:tracePt t="639809" x="8266113" y="4714875"/>
          <p14:tracePt t="639819" x="8293100" y="4714875"/>
          <p14:tracePt t="639831" x="8340725" y="4714875"/>
          <p14:tracePt t="639844" x="8367713" y="4714875"/>
          <p14:tracePt t="639854" x="8396288" y="4729163"/>
          <p14:tracePt t="639865" x="8435975" y="4729163"/>
          <p14:tracePt t="639878" x="8470900" y="4729163"/>
          <p14:tracePt t="639887" x="8497888" y="4729163"/>
          <p14:tracePt t="639900" x="8539163" y="4729163"/>
          <p14:tracePt t="639926" x="8599488" y="4729163"/>
          <p14:tracePt t="639932" x="8626475" y="4729163"/>
          <p14:tracePt t="639945" x="8653463" y="4729163"/>
          <p14:tracePt t="639954" x="8682038" y="4729163"/>
          <p14:tracePt t="639967" x="8715375" y="4729163"/>
          <p14:tracePt t="639978" x="8756650" y="4729163"/>
          <p14:tracePt t="639988" x="8783638" y="4741863"/>
          <p14:tracePt t="640001" x="8810625" y="4741863"/>
          <p14:tracePt t="640011" x="8858250" y="4741863"/>
          <p14:tracePt t="640044" x="8899525" y="4741863"/>
          <p14:tracePt t="640047" x="8926513" y="4741863"/>
          <p14:tracePt t="640056" x="8974138" y="4741863"/>
          <p14:tracePt t="640060" x="9015413" y="4741863"/>
          <p14:tracePt t="640067" x="9042400" y="4741863"/>
          <p14:tracePt t="640078" x="9090025" y="4741863"/>
          <p14:tracePt t="640089" x="9144000" y="4756150"/>
          <p14:tracePt t="640102" x="9185275" y="4756150"/>
          <p14:tracePt t="640112" x="9197975" y="4756150"/>
          <p14:tracePt t="640123" x="9232900" y="4756150"/>
          <p14:tracePt t="640135" x="9245600" y="4756150"/>
          <p14:tracePt t="640201" x="9245600" y="4741863"/>
          <p14:tracePt t="640212" x="9245600" y="4729163"/>
          <p14:tracePt t="640225" x="9245600" y="4714875"/>
          <p14:tracePt t="640236" x="9259888" y="4687888"/>
          <p14:tracePt t="640248" x="9259888" y="4646613"/>
          <p14:tracePt t="640260" x="9259888" y="4613275"/>
          <p14:tracePt t="640270" x="9259888" y="4557713"/>
          <p14:tracePt t="640282" x="9259888" y="4497388"/>
          <p14:tracePt t="640293" x="9259888" y="4456113"/>
          <p14:tracePt t="640303" x="9259888" y="4414838"/>
          <p14:tracePt t="640315" x="9259888" y="4387850"/>
          <p14:tracePt t="640326" x="9259888" y="4354513"/>
          <p14:tracePt t="640336" x="9245600" y="4340225"/>
          <p14:tracePt t="640349" x="9245600" y="4327525"/>
          <p14:tracePt t="640360" x="9245600" y="4313238"/>
          <p14:tracePt t="640426" x="9232900" y="4313238"/>
          <p14:tracePt t="640438" x="9197975" y="4327525"/>
          <p14:tracePt t="640450" x="9158288" y="4327525"/>
          <p14:tracePt t="640461" x="9102725" y="4340225"/>
          <p14:tracePt t="640472" x="9015413" y="4340225"/>
          <p14:tracePt t="640484" x="8939213" y="4340225"/>
          <p14:tracePt t="640495" x="8843963" y="4340225"/>
          <p14:tracePt t="640505" x="8756650" y="4340225"/>
          <p14:tracePt t="640518" x="8682038" y="4327525"/>
          <p14:tracePt t="640528" x="8586788" y="4313238"/>
          <p14:tracePt t="640540" x="8510588" y="4313238"/>
          <p14:tracePt t="640552" x="8456613" y="4300538"/>
          <p14:tracePt t="640562" x="8423275" y="4300538"/>
          <p14:tracePt t="640573" x="8382000" y="4286250"/>
          <p14:tracePt t="640585" x="8340725" y="4286250"/>
          <p14:tracePt t="640596" x="8307388" y="4286250"/>
          <p14:tracePt t="640606" x="8293100" y="4286250"/>
          <p14:tracePt t="640618" x="8280400" y="4286250"/>
          <p14:tracePt t="640629" x="8266113" y="4286250"/>
          <p14:tracePt t="640640" x="8253413" y="4286250"/>
          <p14:tracePt t="640718" x="8239125" y="4286250"/>
          <p14:tracePt t="640741" x="8224838" y="4286250"/>
          <p14:tracePt t="640752" x="8212138" y="4286250"/>
          <p14:tracePt t="640765" x="8197850" y="4286250"/>
          <p14:tracePt t="640777" x="8164513" y="4286250"/>
          <p14:tracePt t="640787" x="8137525" y="4286250"/>
          <p14:tracePt t="640799" x="8110538" y="4286250"/>
          <p14:tracePt t="640810" x="8081963" y="4286250"/>
          <p14:tracePt t="640821" x="8069263" y="4286250"/>
          <p14:tracePt t="640876" x="8069263" y="4300538"/>
          <p14:tracePt t="640899" x="8069263" y="4313238"/>
          <p14:tracePt t="640911" x="8069263" y="4327525"/>
          <p14:tracePt t="640921" x="8069263" y="4354513"/>
          <p14:tracePt t="640934" x="8069263" y="4367213"/>
          <p14:tracePt t="640945" x="8069263" y="4402138"/>
          <p14:tracePt t="640955" x="8069263" y="4414838"/>
          <p14:tracePt t="640967" x="8069263" y="4443413"/>
          <p14:tracePt t="640978" x="8069263" y="4456113"/>
          <p14:tracePt t="640989" x="8069263" y="4483100"/>
          <p14:tracePt t="641000" x="8048625" y="4497388"/>
          <p14:tracePt t="641012" x="8048625" y="4518025"/>
          <p14:tracePt t="641023" x="8048625" y="4530725"/>
          <p14:tracePt t="641035" x="8048625" y="4545013"/>
          <p14:tracePt t="641046" x="8048625" y="4557713"/>
          <p14:tracePt t="641057" x="8048625" y="4572000"/>
          <p14:tracePt t="641090" x="8048625" y="4586288"/>
          <p14:tracePt t="641135" x="8069263" y="4586288"/>
          <p14:tracePt t="641158" x="8081963" y="4586288"/>
          <p14:tracePt t="641169" x="8096250" y="4586288"/>
          <p14:tracePt t="641182" x="8110538" y="4586288"/>
          <p14:tracePt t="641194" x="8137525" y="4586288"/>
          <p14:tracePt t="641204" x="8177213" y="4586288"/>
          <p14:tracePt t="641214" x="8253413" y="4598988"/>
          <p14:tracePt t="641228" x="8328025" y="4598988"/>
          <p14:tracePt t="641238" x="8423275" y="4625975"/>
          <p14:tracePt t="641248" x="8566150" y="4646613"/>
          <p14:tracePt t="641262" x="8653463" y="4646613"/>
          <p14:tracePt t="641272" x="8783638" y="4660900"/>
          <p14:tracePt t="641284" x="8885238" y="4673600"/>
          <p14:tracePt t="641295" x="8974138" y="4673600"/>
          <p14:tracePt t="641305" x="9028113" y="4687888"/>
          <p14:tracePt t="641317" x="9102725" y="4687888"/>
          <p14:tracePt t="641328" x="9158288" y="4687888"/>
          <p14:tracePt t="641338" x="9185275" y="4673600"/>
          <p14:tracePt t="641351" x="9218613" y="4673600"/>
          <p14:tracePt t="641361" x="9245600" y="4673600"/>
          <p14:tracePt t="641371" x="9259888" y="4673600"/>
          <p14:tracePt t="641383" x="9286875" y="4673600"/>
          <p14:tracePt t="641394" x="9301163" y="4673600"/>
          <p14:tracePt t="641405" x="9313863" y="4660900"/>
          <p14:tracePt t="641417" x="9328150" y="4660900"/>
          <p14:tracePt t="641428" x="9348788" y="4660900"/>
          <p14:tracePt t="641439" x="9361488" y="4660900"/>
          <p14:tracePt t="641484" x="9361488" y="4646613"/>
          <p14:tracePt t="641495" x="9361488" y="4625975"/>
          <p14:tracePt t="641506" x="9361488" y="4613275"/>
          <p14:tracePt t="641518" x="9348788" y="4586288"/>
          <p14:tracePt t="641529" x="9328150" y="4545013"/>
          <p14:tracePt t="641540" x="9301163" y="4497388"/>
          <p14:tracePt t="641552" x="9301163" y="4456113"/>
          <p14:tracePt t="641563" x="9301163" y="4429125"/>
          <p14:tracePt t="641575" x="9301163" y="4402138"/>
          <p14:tracePt t="641585" x="9286875" y="4387850"/>
          <p14:tracePt t="641598" x="9286875" y="4367213"/>
          <p14:tracePt t="641609" x="9286875" y="4340225"/>
          <p14:tracePt t="641619" x="9286875" y="4327525"/>
          <p14:tracePt t="641642" x="9286875" y="4313238"/>
          <p14:tracePt t="641664" x="9286875" y="4300538"/>
          <p14:tracePt t="641676" x="9272588" y="4300538"/>
          <p14:tracePt t="641686" x="9259888" y="4286250"/>
          <p14:tracePt t="641699" x="9232900" y="4286250"/>
          <p14:tracePt t="641710" x="9197975" y="4286250"/>
          <p14:tracePt t="641721" x="9158288" y="4286250"/>
          <p14:tracePt t="641733" x="9090025" y="4286250"/>
          <p14:tracePt t="641744" x="9015413" y="4271963"/>
          <p14:tracePt t="641755" x="8926513" y="4271963"/>
          <p14:tracePt t="641767" x="8810625" y="4271963"/>
          <p14:tracePt t="641777" x="8694738" y="4271963"/>
          <p14:tracePt t="641788" x="8613775" y="4271963"/>
          <p14:tracePt t="641800" x="8510588" y="4271963"/>
          <p14:tracePt t="641810" x="8423275" y="4271963"/>
          <p14:tracePt t="641821" x="8355013" y="4259263"/>
          <p14:tracePt t="641834" x="8280400" y="4259263"/>
          <p14:tracePt t="641845" x="8239125" y="4259263"/>
          <p14:tracePt t="641855" x="8212138" y="4238625"/>
          <p14:tracePt t="641869" x="8177213" y="4238625"/>
          <p14:tracePt t="641878" x="8164513" y="4238625"/>
          <p14:tracePt t="642035" x="8164513" y="4259263"/>
          <p14:tracePt t="642047" x="8150225" y="4286250"/>
          <p14:tracePt t="642060" x="8150225" y="4327525"/>
          <p14:tracePt t="642071" x="8137525" y="4402138"/>
          <p14:tracePt t="642081" x="8123238" y="4443413"/>
          <p14:tracePt t="642093" x="8110538" y="4518025"/>
          <p14:tracePt t="642105" x="8081963" y="4557713"/>
          <p14:tracePt t="642115" x="8081963" y="4586288"/>
          <p14:tracePt t="642137" x="8069263" y="4613275"/>
          <p14:tracePt t="642138" x="8069263" y="4646613"/>
          <p14:tracePt t="642148" x="8069263" y="4660900"/>
          <p14:tracePt t="642159" x="8048625" y="4673600"/>
          <p14:tracePt t="642171" x="8069263" y="4687888"/>
          <p14:tracePt t="642384" x="8081963" y="4700588"/>
          <p14:tracePt t="642396" x="8096250" y="4700588"/>
          <p14:tracePt t="642407" x="8096250" y="4714875"/>
          <p14:tracePt t="642418" x="8110538" y="4729163"/>
          <p14:tracePt t="642431" x="8096250" y="4729163"/>
          <p14:tracePt t="642632" x="8110538" y="4729163"/>
          <p14:tracePt t="642644" x="8123238" y="4729163"/>
          <p14:tracePt t="642654" x="8137525" y="4729163"/>
          <p14:tracePt t="642667" x="8150225" y="4729163"/>
          <p14:tracePt t="642732" x="8164513" y="4729163"/>
          <p14:tracePt t="642890" x="8164513" y="4714875"/>
          <p14:tracePt t="643013" x="8164513" y="4700588"/>
          <p14:tracePt t="643047" x="8164513" y="4687888"/>
          <p14:tracePt t="643081" x="8164513" y="4673600"/>
          <p14:tracePt t="643228" x="8164513" y="4660900"/>
          <p14:tracePt t="643329" x="8177213" y="4660900"/>
          <p14:tracePt t="643396" x="8197850" y="4660900"/>
          <p14:tracePt t="643430" x="8212138" y="4660900"/>
          <p14:tracePt t="643453" x="8224838" y="4660900"/>
          <p14:tracePt t="643487" x="8239125" y="4660900"/>
          <p14:tracePt t="643509" x="8239125" y="4673600"/>
          <p14:tracePt t="643522" x="8253413" y="4673600"/>
          <p14:tracePt t="643532" x="8266113" y="4673600"/>
          <p14:tracePt t="643554" x="8280400" y="4673600"/>
          <p14:tracePt t="643565" x="8293100" y="4673600"/>
          <p14:tracePt t="643588" x="8307388" y="4673600"/>
          <p14:tracePt t="643600" x="8328025" y="4673600"/>
          <p14:tracePt t="643610" x="8340725" y="4673600"/>
          <p14:tracePt t="643644" x="8355013" y="4673600"/>
          <p14:tracePt t="643767" x="8367713" y="4687888"/>
          <p14:tracePt t="643790" x="8382000" y="4687888"/>
          <p14:tracePt t="643803" x="8408988" y="4687888"/>
          <p14:tracePt t="643814" x="8435975" y="4687888"/>
          <p14:tracePt t="643824" x="8470900" y="4700588"/>
          <p14:tracePt t="643835" x="8510588" y="4700588"/>
          <p14:tracePt t="643849" x="8566150" y="4714875"/>
          <p14:tracePt t="643859" x="8613775" y="4714875"/>
          <p14:tracePt t="643870" x="8653463" y="4714875"/>
          <p14:tracePt t="643883" x="8694738" y="4729163"/>
          <p14:tracePt t="643892" x="8729663" y="4729163"/>
          <p14:tracePt t="643904" x="8742363" y="4729163"/>
          <p14:tracePt t="643916" x="8756650" y="4729163"/>
          <p14:tracePt t="643992" x="8769350" y="4729163"/>
          <p14:tracePt t="644015" x="8796338" y="4729163"/>
          <p14:tracePt t="644026" x="8810625" y="4729163"/>
          <p14:tracePt t="644039" x="8843963" y="4729163"/>
          <p14:tracePt t="644050" x="8885238" y="4729163"/>
          <p14:tracePt t="644061" x="8912225" y="4729163"/>
          <p14:tracePt t="644072" x="8939213" y="4729163"/>
          <p14:tracePt t="644084" x="8959850" y="4729163"/>
          <p14:tracePt t="644105" x="8974138" y="4729163"/>
          <p14:tracePt t="645624" x="8796338" y="4714875"/>
          <p14:tracePt t="645636" x="8613775" y="4700588"/>
          <p14:tracePt t="645646" x="8150225" y="4673600"/>
          <p14:tracePt t="645658" x="7504113" y="4613275"/>
          <p14:tracePt t="645670" x="6932613" y="4586288"/>
          <p14:tracePt t="645681" x="5953125" y="4545013"/>
          <p14:tracePt t="645693" x="5334000" y="4518025"/>
          <p14:tracePt t="645703" x="4557713" y="4518025"/>
          <p14:tracePt t="645714" x="4184650" y="4518025"/>
          <p14:tracePt t="645727" x="3810000" y="4518025"/>
          <p14:tracePt t="645737" x="3652838" y="4518025"/>
          <p14:tracePt t="645748" x="3524250" y="4518025"/>
          <p14:tracePt t="645763" x="3476625" y="4518025"/>
          <p14:tracePt t="645772" x="3462338" y="4518025"/>
          <p14:tracePt t="645782" x="3462338" y="4530725"/>
          <p14:tracePt t="645815" x="3449638" y="4530725"/>
          <p14:tracePt t="645882" x="3435350" y="4530725"/>
          <p14:tracePt t="645905" x="3408363" y="4530725"/>
          <p14:tracePt t="645917" x="3360738" y="4530725"/>
          <p14:tracePt t="645929" x="3292475" y="4518025"/>
          <p14:tracePt t="645940" x="3232150" y="4530725"/>
          <p14:tracePt t="645950" x="3190875" y="4530725"/>
          <p14:tracePt t="645963" x="3163888" y="4545013"/>
          <p14:tracePt t="645974" x="3136900" y="4545013"/>
          <p14:tracePt t="646062" x="3149600" y="4545013"/>
          <p14:tracePt t="646074" x="3149600" y="4530725"/>
          <p14:tracePt t="646086" x="3163888" y="4518025"/>
          <p14:tracePt t="646097" x="3176588" y="4483100"/>
          <p14:tracePt t="646110" x="3176588" y="4470400"/>
          <p14:tracePt t="646120" x="3176588" y="4456113"/>
          <p14:tracePt t="646130" x="3176588" y="4429125"/>
          <p14:tracePt t="646144" x="3163888" y="4402138"/>
          <p14:tracePt t="646155" x="3149600" y="4387850"/>
          <p14:tracePt t="646164" x="3136900" y="4367213"/>
          <p14:tracePt t="646178" x="3101975" y="4367213"/>
          <p14:tracePt t="646188" x="3089275" y="4367213"/>
          <p14:tracePt t="646199" x="3048000" y="4354513"/>
          <p14:tracePt t="646211" x="3021013" y="4367213"/>
          <p14:tracePt t="646221" x="2994025" y="4367213"/>
          <p14:tracePt t="646233" x="2959100" y="4387850"/>
          <p14:tracePt t="646245" x="2919413" y="4402138"/>
          <p14:tracePt t="646256" x="2890838" y="4414838"/>
          <p14:tracePt t="646265" x="2878138" y="4443413"/>
          <p14:tracePt t="646278" x="2878138" y="4456113"/>
          <p14:tracePt t="646288" x="2878138" y="4483100"/>
          <p14:tracePt t="646300" x="2890838" y="4497388"/>
          <p14:tracePt t="646312" x="2890838" y="4530725"/>
          <p14:tracePt t="646333" x="2905125" y="4557713"/>
          <p14:tracePt t="646336" x="2919413" y="4572000"/>
          <p14:tracePt t="646346" x="2932113" y="4598988"/>
          <p14:tracePt t="646356" x="2946400" y="4613275"/>
          <p14:tracePt t="646367" x="2946400" y="4625975"/>
          <p14:tracePt t="646379" x="2959100" y="4625975"/>
          <p14:tracePt t="646389" x="2973388" y="4646613"/>
          <p14:tracePt t="646411" x="2994025" y="4660900"/>
          <p14:tracePt t="646423" x="3006725" y="4660900"/>
          <p14:tracePt t="646435" x="3021013" y="4673600"/>
          <p14:tracePt t="646456" x="3033713" y="4673600"/>
          <p14:tracePt t="646460" x="3048000" y="4673600"/>
          <p14:tracePt t="646468" x="3062288" y="4687888"/>
          <p14:tracePt t="646479" x="3074988" y="4687888"/>
          <p14:tracePt t="646490" x="3101975" y="4687888"/>
          <p14:tracePt t="646502" x="3136900" y="4700588"/>
          <p14:tracePt t="646513" x="3163888" y="4700588"/>
          <p14:tracePt t="646524" x="3205163" y="4714875"/>
          <p14:tracePt t="646536" x="3252788" y="4714875"/>
          <p14:tracePt t="646547" x="3306763" y="4729163"/>
          <p14:tracePt t="646558" x="3348038" y="4729163"/>
          <p14:tracePt t="646569" x="3408363" y="4729163"/>
          <p14:tracePt t="646581" x="3462338" y="4729163"/>
          <p14:tracePt t="646592" x="3497263" y="4729163"/>
          <p14:tracePt t="646603" x="3524250" y="4729163"/>
          <p14:tracePt t="646614" x="3565525" y="4729163"/>
          <p14:tracePt t="646626" x="3592513" y="4729163"/>
          <p14:tracePt t="646637" x="3625850" y="4729163"/>
          <p14:tracePt t="646648" x="3667125" y="4729163"/>
          <p14:tracePt t="646660" x="3694113" y="4714875"/>
          <p14:tracePt t="646671" x="3721100" y="4714875"/>
          <p14:tracePt t="646682" x="3756025" y="4700588"/>
          <p14:tracePt t="646694" x="3768725" y="4700588"/>
          <p14:tracePt t="646704" x="3783013" y="4687888"/>
          <p14:tracePt t="646716" x="3810000" y="4673600"/>
          <p14:tracePt t="646727" x="3810000" y="4660900"/>
          <p14:tracePt t="646738" x="3824288" y="4646613"/>
          <p14:tracePt t="646760" x="3836988" y="4625975"/>
          <p14:tracePt t="646771" x="3851275" y="4613275"/>
          <p14:tracePt t="646794" x="3851275" y="4598988"/>
          <p14:tracePt t="646816" x="3851275" y="4586288"/>
          <p14:tracePt t="646839" x="3851275" y="4572000"/>
          <p14:tracePt t="646851" x="3836988" y="4557713"/>
          <p14:tracePt t="646862" x="3836988" y="4545013"/>
          <p14:tracePt t="646873" x="3836988" y="4530725"/>
          <p14:tracePt t="646885" x="3824288" y="4518025"/>
          <p14:tracePt t="646896" x="3824288" y="4497388"/>
          <p14:tracePt t="646907" x="3810000" y="4497388"/>
          <p14:tracePt t="646918" x="3810000" y="4483100"/>
          <p14:tracePt t="646929" x="3795713" y="4470400"/>
          <p14:tracePt t="646940" x="3783013" y="4470400"/>
          <p14:tracePt t="646952" x="3783013" y="4456113"/>
          <p14:tracePt t="646963" x="3768725" y="4456113"/>
          <p14:tracePt t="646974" x="3735388" y="4443413"/>
          <p14:tracePt t="646987" x="3721100" y="4429125"/>
          <p14:tracePt t="646998" x="3667125" y="4429125"/>
          <p14:tracePt t="647009" x="3625850" y="4414838"/>
          <p14:tracePt t="647020" x="3565525" y="4402138"/>
          <p14:tracePt t="647032" x="3497263" y="4402138"/>
          <p14:tracePt t="647041" x="3435350" y="4402138"/>
          <p14:tracePt t="647053" x="3381375" y="4402138"/>
          <p14:tracePt t="647064" x="3333750" y="4402138"/>
          <p14:tracePt t="647076" x="3292475" y="4402138"/>
          <p14:tracePt t="647086" x="3252788" y="4402138"/>
          <p14:tracePt t="647098" x="3205163" y="4402138"/>
          <p14:tracePt t="647110" x="3163888" y="4402138"/>
          <p14:tracePt t="647120" x="3122613" y="4414838"/>
          <p14:tracePt t="647132" x="3089275" y="4414838"/>
          <p14:tracePt t="647144" x="3048000" y="4429125"/>
          <p14:tracePt t="647154" x="3033713" y="4429125"/>
          <p14:tracePt t="647166" x="3006725" y="4443413"/>
          <p14:tracePt t="647177" x="2973388" y="4456113"/>
          <p14:tracePt t="647188" x="2959100" y="4470400"/>
          <p14:tracePt t="647200" x="2946400" y="4483100"/>
          <p14:tracePt t="647211" x="2946400" y="4497388"/>
          <p14:tracePt t="647222" x="2946400" y="4518025"/>
          <p14:tracePt t="647233" x="2946400" y="4545013"/>
          <p14:tracePt t="647245" x="2946400" y="4557713"/>
          <p14:tracePt t="647255" x="2946400" y="4586288"/>
          <p14:tracePt t="647267" x="2946400" y="4598988"/>
          <p14:tracePt t="647278" x="2959100" y="4625975"/>
          <p14:tracePt t="647289" x="2994025" y="4673600"/>
          <p14:tracePt t="647301" x="3021013" y="4687888"/>
          <p14:tracePt t="647312" x="3062288" y="4714875"/>
          <p14:tracePt t="647323" x="3101975" y="4729163"/>
          <p14:tracePt t="647335" x="3136900" y="4756150"/>
          <p14:tracePt t="647347" x="3176588" y="4776788"/>
          <p14:tracePt t="647357" x="3217863" y="4789488"/>
          <p14:tracePt t="647379" x="3252788" y="4789488"/>
          <p14:tracePt t="647382" x="3292475" y="4789488"/>
          <p14:tracePt t="647391" x="3319463" y="4803775"/>
          <p14:tracePt t="647403" x="3381375" y="4803775"/>
          <p14:tracePt t="647415" x="3408363" y="4803775"/>
          <p14:tracePt t="647424" x="3476625" y="4803775"/>
          <p14:tracePt t="647436" x="3538538" y="4789488"/>
          <p14:tracePt t="647447" x="3578225" y="4789488"/>
          <p14:tracePt t="647458" x="3625850" y="4789488"/>
          <p14:tracePt t="647469" x="3681413" y="4776788"/>
          <p14:tracePt t="647481" x="3694113" y="4776788"/>
          <p14:tracePt t="647492" x="3735388" y="4756150"/>
          <p14:tracePt t="647503" x="3756025" y="4729163"/>
          <p14:tracePt t="647514" x="3783013" y="4714875"/>
          <p14:tracePt t="647526" x="3795713" y="4700588"/>
          <p14:tracePt t="647537" x="3810000" y="4673600"/>
          <p14:tracePt t="647548" x="3824288" y="4625975"/>
          <p14:tracePt t="647560" x="3824288" y="4598988"/>
          <p14:tracePt t="647570" x="3824288" y="4572000"/>
          <p14:tracePt t="647582" x="3824288" y="4530725"/>
          <p14:tracePt t="647594" x="3824288" y="4518025"/>
          <p14:tracePt t="647604" x="3824288" y="4483100"/>
          <p14:tracePt t="647616" x="3824288" y="4470400"/>
          <p14:tracePt t="647627" x="3824288" y="4456113"/>
          <p14:tracePt t="647638" x="3810000" y="4429125"/>
          <p14:tracePt t="647650" x="3810000" y="4414838"/>
          <p14:tracePt t="647661" x="3783013" y="4402138"/>
          <p14:tracePt t="647672" x="3756025" y="4367213"/>
          <p14:tracePt t="647683" x="3708400" y="4354513"/>
          <p14:tracePt t="647694" x="3652838" y="4340225"/>
          <p14:tracePt t="647705" x="3605213" y="4327525"/>
          <p14:tracePt t="647717" x="3551238" y="4313238"/>
          <p14:tracePt t="647729" x="3497263" y="4313238"/>
          <p14:tracePt t="647739" x="3422650" y="4313238"/>
          <p14:tracePt t="647750" x="3381375" y="4313238"/>
          <p14:tracePt t="647762" x="3319463" y="4327525"/>
          <p14:tracePt t="647773" x="3265488" y="4327525"/>
          <p14:tracePt t="647785" x="3232150" y="4340225"/>
          <p14:tracePt t="647796" x="3205163" y="4367213"/>
          <p14:tracePt t="647807" x="3163888" y="4387850"/>
          <p14:tracePt t="647819" x="3136900" y="4414838"/>
          <p14:tracePt t="647830" x="3101975" y="4429125"/>
          <p14:tracePt t="647840" x="3089275" y="4456113"/>
          <p14:tracePt t="647853" x="3062288" y="4483100"/>
          <p14:tracePt t="647863" x="3048000" y="4497388"/>
          <p14:tracePt t="647874" x="3048000" y="4530725"/>
          <p14:tracePt t="647885" x="3048000" y="4557713"/>
          <p14:tracePt t="647897" x="3048000" y="4572000"/>
          <p14:tracePt t="647908" x="3048000" y="4598988"/>
          <p14:tracePt t="647919" x="3062288" y="4625975"/>
          <p14:tracePt t="647930" x="3089275" y="4646613"/>
          <p14:tracePt t="647943" x="3122613" y="4687888"/>
          <p14:tracePt t="647953" x="3163888" y="4700588"/>
          <p14:tracePt t="647964" x="3190875" y="4729163"/>
          <p14:tracePt t="647976" x="3217863" y="4741863"/>
          <p14:tracePt t="647987" x="3252788" y="4741863"/>
          <p14:tracePt t="647998" x="3279775" y="4756150"/>
          <p14:tracePt t="648011" x="3306763" y="4756150"/>
          <p14:tracePt t="648021" x="3348038" y="4756150"/>
          <p14:tracePt t="648032" x="3395663" y="4756150"/>
          <p14:tracePt t="648044" x="3422650" y="4756150"/>
          <p14:tracePt t="648054" x="3462338" y="4756150"/>
          <p14:tracePt t="648066" x="3509963" y="4756150"/>
          <p14:tracePt t="648077" x="3538538" y="4756150"/>
          <p14:tracePt t="648088" x="3565525" y="4756150"/>
          <p14:tracePt t="648099" x="3592513" y="4756150"/>
          <p14:tracePt t="648111" x="3625850" y="4756150"/>
          <p14:tracePt t="648121" x="3640138" y="4756150"/>
          <p14:tracePt t="648133" x="3652838" y="4741863"/>
          <p14:tracePt t="648144" x="3681413" y="4729163"/>
          <p14:tracePt t="648155" x="3694113" y="4714875"/>
          <p14:tracePt t="648168" x="3721100" y="4700588"/>
          <p14:tracePt t="648179" x="3756025" y="4673600"/>
          <p14:tracePt t="648189" x="3768725" y="4646613"/>
          <p14:tracePt t="648201" x="3783013" y="4613275"/>
          <p14:tracePt t="648212" x="3795713" y="4572000"/>
          <p14:tracePt t="648223" x="3795713" y="4530725"/>
          <p14:tracePt t="648234" x="3795713" y="4518025"/>
          <p14:tracePt t="648245" x="3783013" y="4483100"/>
          <p14:tracePt t="648257" x="3768725" y="4456113"/>
          <p14:tracePt t="648268" x="3756025" y="4443413"/>
          <p14:tracePt t="648280" x="3721100" y="4414838"/>
          <p14:tracePt t="648290" x="3694113" y="4402138"/>
          <p14:tracePt t="648304" x="3681413" y="4387850"/>
          <p14:tracePt t="648314" x="3667125" y="4387850"/>
          <p14:tracePt t="648324" x="3652838" y="4387850"/>
          <p14:tracePt t="648335" x="3640138" y="4387850"/>
          <p14:tracePt t="648402" x="3652838" y="4402138"/>
          <p14:tracePt t="648436" x="3681413" y="4414838"/>
          <p14:tracePt t="648439" x="3721100" y="4443413"/>
          <p14:tracePt t="648449" x="3810000" y="4483100"/>
          <p14:tracePt t="648461" x="3911600" y="4497388"/>
          <p14:tracePt t="648462" x="4122738" y="4545013"/>
          <p14:tracePt t="648472" x="4443413" y="4586288"/>
          <p14:tracePt t="648483" x="4843463" y="4660900"/>
          <p14:tracePt t="648494" x="5164138" y="4687888"/>
          <p14:tracePt t="648504" x="5634038" y="4729163"/>
          <p14:tracePt t="648516" x="6021388" y="4776788"/>
          <p14:tracePt t="648528" x="6265863" y="4789488"/>
          <p14:tracePt t="648538" x="6586538" y="4789488"/>
          <p14:tracePt t="648550" x="6872288" y="4789488"/>
          <p14:tracePt t="648561" x="7027863" y="4776788"/>
          <p14:tracePt t="648571" x="7205663" y="4776788"/>
          <p14:tracePt t="648583" x="7348538" y="4776788"/>
          <p14:tracePt t="648594" x="7435850" y="4776788"/>
          <p14:tracePt t="648605" x="7491413" y="4776788"/>
          <p14:tracePt t="648617" x="7545388" y="4776788"/>
          <p14:tracePt t="648628" x="7593013" y="4776788"/>
          <p14:tracePt t="648639" x="7620000" y="4776788"/>
          <p14:tracePt t="648651" x="7646988" y="4776788"/>
          <p14:tracePt t="648662" x="7661275" y="4756150"/>
          <p14:tracePt t="648673" x="7673975" y="4756150"/>
          <p14:tracePt t="648685" x="7694613" y="4756150"/>
          <p14:tracePt t="648696" x="7708900" y="4756150"/>
          <p14:tracePt t="648707" x="7721600" y="4756150"/>
          <p14:tracePt t="648718" x="7735888" y="4756150"/>
          <p14:tracePt t="648730" x="7748588" y="4756150"/>
          <p14:tracePt t="648740" x="7789863" y="4756150"/>
          <p14:tracePt t="648752" x="7824788" y="4756150"/>
          <p14:tracePt t="648763" x="7864475" y="4756150"/>
          <p14:tracePt t="648774" x="7932738" y="4756150"/>
          <p14:tracePt t="648786" x="7994650" y="4756150"/>
          <p14:tracePt t="648797" x="8081963" y="4741863"/>
          <p14:tracePt t="648808" x="8177213" y="4741863"/>
          <p14:tracePt t="648820" x="8239125" y="4729163"/>
          <p14:tracePt t="648831" x="8293100" y="4714875"/>
          <p14:tracePt t="648845" x="8340725" y="4700588"/>
          <p14:tracePt t="648856" x="8382000" y="4700588"/>
          <p14:tracePt t="648865" x="8408988" y="4700588"/>
          <p14:tracePt t="648878" x="8435975" y="4700588"/>
          <p14:tracePt t="648898" x="8408988" y="4700588"/>
          <p14:tracePt t="649100" x="8423275" y="4700588"/>
          <p14:tracePt t="649145" x="8423275" y="4687888"/>
          <p14:tracePt t="649156" x="8423275" y="4700588"/>
          <p14:tracePt t="649179" x="8408988" y="4700588"/>
          <p14:tracePt t="649191" x="8396288" y="4700588"/>
          <p14:tracePt t="649202" x="8382000" y="4700588"/>
          <p14:tracePt t="649214" x="8367713" y="4700588"/>
          <p14:tracePt t="649226" x="8355013" y="4700588"/>
          <p14:tracePt t="649236" x="8340725" y="4700588"/>
          <p14:tracePt t="649248" x="8328025" y="4700588"/>
          <p14:tracePt t="649259" x="8307388" y="4700588"/>
          <p14:tracePt t="649269" x="8280400" y="4700588"/>
          <p14:tracePt t="649281" x="8266113" y="4700588"/>
          <p14:tracePt t="649293" x="8253413" y="4700588"/>
          <p14:tracePt t="649303" x="8239125" y="4700588"/>
          <p14:tracePt t="649325" x="8224838" y="4700588"/>
          <p14:tracePt t="649348" x="8212138" y="4700588"/>
          <p14:tracePt t="649370" x="8197850" y="4700588"/>
          <p14:tracePt t="649383" x="8177213" y="4700588"/>
          <p14:tracePt t="649393" x="8164513" y="4700588"/>
          <p14:tracePt t="649404" x="8150225" y="4700588"/>
          <p14:tracePt t="649505" x="8164513" y="4700588"/>
          <p14:tracePt t="649527" x="8177213" y="4700588"/>
          <p14:tracePt t="649539" x="8197850" y="4700588"/>
          <p14:tracePt t="649551" x="8197850" y="4714875"/>
          <p14:tracePt t="649562" x="8212138" y="4714875"/>
          <p14:tracePt t="649573" x="8224838" y="4714875"/>
          <p14:tracePt t="649586" x="8239125" y="4714875"/>
          <p14:tracePt t="649640" x="8224838" y="4700588"/>
          <p14:tracePt t="649651" x="8212138" y="4700588"/>
          <p14:tracePt t="649663" x="8177213" y="4700588"/>
          <p14:tracePt t="649675" x="8150225" y="4700588"/>
          <p14:tracePt t="649687" x="8137525" y="4700588"/>
          <p14:tracePt t="649696" x="8110538" y="4700588"/>
          <p14:tracePt t="649709" x="8096250" y="4700588"/>
          <p14:tracePt t="649720" x="8069263" y="4700588"/>
          <p14:tracePt t="649732" x="8048625" y="4700588"/>
          <p14:tracePt t="649752" x="8034338" y="4700588"/>
          <p14:tracePt t="649854" x="8048625" y="4700588"/>
          <p14:tracePt t="649867" x="8069263" y="4700588"/>
          <p14:tracePt t="649879" x="8081963" y="4700588"/>
          <p14:tracePt t="649890" x="8123238" y="4700588"/>
          <p14:tracePt t="649900" x="8164513" y="4700588"/>
          <p14:tracePt t="649912" x="8197850" y="4700588"/>
          <p14:tracePt t="649923" x="8253413" y="4700588"/>
          <p14:tracePt t="649933" x="8293100" y="4714875"/>
          <p14:tracePt t="649945" x="8328025" y="4714875"/>
          <p14:tracePt t="649957" x="8355013" y="4714875"/>
          <p14:tracePt t="649967" x="8367713" y="4714875"/>
          <p14:tracePt t="649979" x="8382000" y="4714875"/>
          <p14:tracePt t="649991" x="8396288" y="4714875"/>
          <p14:tracePt t="650000" x="8408988" y="4714875"/>
          <p14:tracePt t="650013" x="8435975" y="4714875"/>
          <p14:tracePt t="650024" x="8456613" y="4729163"/>
          <p14:tracePt t="650034" x="8470900" y="4729163"/>
          <p14:tracePt t="650046" x="8497888" y="4729163"/>
          <p14:tracePt t="650057" x="8510588" y="4729163"/>
          <p14:tracePt t="650068" x="8539163" y="4729163"/>
          <p14:tracePt t="650080" x="8566150" y="4729163"/>
          <p14:tracePt t="650091" x="8613775" y="4729163"/>
          <p14:tracePt t="650101" x="8640763" y="4729163"/>
          <p14:tracePt t="650114" x="8682038" y="4741863"/>
          <p14:tracePt t="650125" x="8715375" y="4741863"/>
          <p14:tracePt t="650135" x="8742363" y="4741863"/>
          <p14:tracePt t="650147" x="8769350" y="4741863"/>
          <p14:tracePt t="650158" x="8810625" y="4756150"/>
          <p14:tracePt t="650169" x="8843963" y="4756150"/>
          <p14:tracePt t="650181" x="8872538" y="4756150"/>
          <p14:tracePt t="650192" x="8912225" y="4756150"/>
          <p14:tracePt t="650203" x="8939213" y="4756150"/>
          <p14:tracePt t="650215" x="8974138" y="4756150"/>
          <p14:tracePt t="650226" x="9001125" y="4756150"/>
          <p14:tracePt t="650236" x="9028113" y="4756150"/>
          <p14:tracePt t="650248" x="9042400" y="4756150"/>
          <p14:tracePt t="650259" x="9055100" y="4756150"/>
          <p14:tracePt t="650270" x="9069388" y="4756150"/>
          <p14:tracePt t="650303" x="9090025" y="4756150"/>
          <p14:tracePt t="650349" x="9102725" y="4756150"/>
          <p14:tracePt t="650371" x="9117013" y="4756150"/>
          <p14:tracePt t="650382" x="9129713" y="4756150"/>
          <p14:tracePt t="650394" x="9144000" y="4756150"/>
          <p14:tracePt t="650416" x="9158288" y="4741863"/>
          <p14:tracePt t="650450" x="9170988" y="4729163"/>
          <p14:tracePt t="650463" x="9170988" y="4714875"/>
          <p14:tracePt t="650475" x="9170988" y="4700588"/>
          <p14:tracePt t="650485" x="9170988" y="4687888"/>
          <p14:tracePt t="650497" x="9170988" y="4660900"/>
          <p14:tracePt t="650529" x="9170988" y="4646613"/>
          <p14:tracePt t="650532" x="9158288" y="4613275"/>
          <p14:tracePt t="650541" x="9158288" y="4598988"/>
          <p14:tracePt t="650542" x="9158288" y="4586288"/>
          <p14:tracePt t="650552" x="9158288" y="4572000"/>
          <p14:tracePt t="650563" x="9158288" y="4557713"/>
          <p14:tracePt t="650575" x="9158288" y="4530725"/>
          <p14:tracePt t="650587" x="9158288" y="4518025"/>
          <p14:tracePt t="650598" x="9158288" y="4497388"/>
          <p14:tracePt t="650609" x="9158288" y="4483100"/>
          <p14:tracePt t="650619" x="9158288" y="4470400"/>
          <p14:tracePt t="650631" x="9170988" y="4443413"/>
          <p14:tracePt t="650642" x="9170988" y="4429125"/>
          <p14:tracePt t="650653" x="9170988" y="4414838"/>
          <p14:tracePt t="650665" x="9170988" y="4402138"/>
          <p14:tracePt t="650676" x="9170988" y="4387850"/>
          <p14:tracePt t="650698" x="9170988" y="4367213"/>
          <p14:tracePt t="650799" x="9158288" y="4367213"/>
          <p14:tracePt t="650810" x="9129713" y="4367213"/>
          <p14:tracePt t="650822" x="9090025" y="4367213"/>
          <p14:tracePt t="650834" x="9028113" y="4354513"/>
          <p14:tracePt t="650846" x="8974138" y="4354513"/>
          <p14:tracePt t="650857" x="8899525" y="4354513"/>
          <p14:tracePt t="650868" x="8843963" y="4354513"/>
          <p14:tracePt t="650878" x="8796338" y="4340225"/>
          <p14:tracePt t="650891" x="8742363" y="4340225"/>
          <p14:tracePt t="650902" x="8715375" y="4340225"/>
          <p14:tracePt t="650912" x="8694738" y="4340225"/>
          <p14:tracePt t="650924" x="8682038" y="4340225"/>
          <p14:tracePt t="650935" x="8667750" y="4340225"/>
          <p14:tracePt t="650945" x="8640763" y="4340225"/>
          <p14:tracePt t="650957" x="8626475" y="4340225"/>
          <p14:tracePt t="650969" x="8599488" y="4340225"/>
          <p14:tracePt t="650979" x="8566150" y="4340225"/>
          <p14:tracePt t="650991" x="8524875" y="4340225"/>
          <p14:tracePt t="651003" x="8483600" y="4340225"/>
          <p14:tracePt t="651013" x="8435975" y="4340225"/>
          <p14:tracePt t="651025" x="8423275" y="4340225"/>
          <p14:tracePt t="651036" x="8396288" y="4327525"/>
          <p14:tracePt t="651047" x="8382000" y="4327525"/>
          <p14:tracePt t="651059" x="8367713" y="4327525"/>
          <p14:tracePt t="651102" x="8355013" y="4327525"/>
          <p14:tracePt t="651125" x="8340725" y="4327525"/>
          <p14:tracePt t="651137" x="8328025" y="4327525"/>
          <p14:tracePt t="651148" x="8307388" y="4327525"/>
          <p14:tracePt t="651160" x="8293100" y="4327525"/>
          <p14:tracePt t="651170" x="8280400" y="4327525"/>
          <p14:tracePt t="651182" x="8266113" y="4327525"/>
          <p14:tracePt t="651215" x="8253413" y="4327525"/>
          <p14:tracePt t="651238" x="8239125" y="4340225"/>
          <p14:tracePt t="651260" x="8224838" y="4354513"/>
          <p14:tracePt t="651282" x="8224838" y="4367213"/>
          <p14:tracePt t="651305" x="8212138" y="4387850"/>
          <p14:tracePt t="651318" x="8212138" y="4402138"/>
          <p14:tracePt t="651329" x="8212138" y="4414838"/>
          <p14:tracePt t="651339" x="8212138" y="4443413"/>
          <p14:tracePt t="651353" x="8212138" y="4483100"/>
          <p14:tracePt t="651363" x="8197850" y="4518025"/>
          <p14:tracePt t="651373" x="8177213" y="4557713"/>
          <p14:tracePt t="651386" x="8177213" y="4598988"/>
          <p14:tracePt t="651396" x="8177213" y="4613275"/>
          <p14:tracePt t="651407" x="8177213" y="4646613"/>
          <p14:tracePt t="651419" x="8177213" y="4660900"/>
          <p14:tracePt t="651440" x="8177213" y="4673600"/>
          <p14:tracePt t="653545" x="8197850" y="4673600"/>
          <p14:tracePt t="653555" x="8224838" y="4673600"/>
          <p14:tracePt t="653566" x="8253413" y="4673600"/>
          <p14:tracePt t="653580" x="8280400" y="4673600"/>
          <p14:tracePt t="653590" x="8293100" y="4673600"/>
          <p14:tracePt t="653645" x="8293100" y="4660900"/>
          <p14:tracePt t="653679" x="8293100" y="4646613"/>
          <p14:tracePt t="653681" x="8293100" y="4625975"/>
          <p14:tracePt t="653691" x="8293100" y="4598988"/>
          <p14:tracePt t="653696" x="8293100" y="4572000"/>
          <p14:tracePt t="653702" x="8293100" y="4545013"/>
          <p14:tracePt t="653715" x="8293100" y="4497388"/>
          <p14:tracePt t="653724" x="8293100" y="4483100"/>
          <p14:tracePt t="653736" x="8293100" y="4470400"/>
          <p14:tracePt t="653749" x="8293100" y="4456113"/>
          <p14:tracePt t="653769" x="8293100" y="4443413"/>
          <p14:tracePt t="653783" x="8280400" y="4429125"/>
          <p14:tracePt t="653792" x="8266113" y="4429125"/>
          <p14:tracePt t="653804" x="8239125" y="4429125"/>
          <p14:tracePt t="653817" x="8197850" y="4414838"/>
          <p14:tracePt t="653826" x="8164513" y="4414838"/>
          <p14:tracePt t="653838" x="8150225" y="4414838"/>
          <p14:tracePt t="653895" x="8069263" y="4483100"/>
          <p14:tracePt t="653896" x="8069263" y="4530725"/>
          <p14:tracePt t="653904" x="8069263" y="4557713"/>
          <p14:tracePt t="653917" x="8081963" y="4598988"/>
          <p14:tracePt t="653927" x="8123238" y="4625975"/>
          <p14:tracePt t="653940" x="8164513" y="4660900"/>
          <p14:tracePt t="653950" x="8197850" y="4673600"/>
          <p14:tracePt t="653961" x="8253413" y="4687888"/>
          <p14:tracePt t="653973" x="8307388" y="4687888"/>
          <p14:tracePt t="653984" x="8340725" y="4687888"/>
          <p14:tracePt t="653994" x="8382000" y="4660900"/>
          <p14:tracePt t="654006" x="8396288" y="4646613"/>
          <p14:tracePt t="654017" x="8408988" y="4613275"/>
          <p14:tracePt t="654028" x="8423275" y="4572000"/>
          <p14:tracePt t="654040" x="8423275" y="4530725"/>
          <p14:tracePt t="654051" x="8423275" y="4470400"/>
          <p14:tracePt t="654061" x="8423275" y="4443413"/>
          <p14:tracePt t="654073" x="8408988" y="4414838"/>
          <p14:tracePt t="654085" x="8382000" y="4387850"/>
          <p14:tracePt t="654096" x="8367713" y="4387850"/>
          <p14:tracePt t="654107" x="8328025" y="4367213"/>
          <p14:tracePt t="654118" x="8280400" y="4367213"/>
          <p14:tracePt t="654129" x="8253413" y="4387850"/>
          <p14:tracePt t="654141" x="8197850" y="4414838"/>
          <p14:tracePt t="654153" x="8150225" y="4443413"/>
          <p14:tracePt t="654165" x="8123238" y="4497388"/>
          <p14:tracePt t="654174" x="8110538" y="4545013"/>
          <p14:tracePt t="654186" x="8110538" y="4586288"/>
          <p14:tracePt t="654197" x="8123238" y="4613275"/>
          <p14:tracePt t="654209" x="8137525" y="4646613"/>
          <p14:tracePt t="654220" x="8177213" y="4673600"/>
          <p14:tracePt t="654232" x="8239125" y="4687888"/>
          <p14:tracePt t="654242" x="8280400" y="4687888"/>
          <p14:tracePt t="654255" x="8340725" y="4687888"/>
          <p14:tracePt t="654265" x="8396288" y="4687888"/>
          <p14:tracePt t="654275" x="8435975" y="4660900"/>
          <p14:tracePt t="654287" x="8470900" y="4646613"/>
          <p14:tracePt t="654299" x="8483600" y="4598988"/>
          <p14:tracePt t="654309" x="8483600" y="4557713"/>
          <p14:tracePt t="654320" x="8483600" y="4518025"/>
          <p14:tracePt t="654332" x="8470900" y="4470400"/>
          <p14:tracePt t="654343" x="8435975" y="4443413"/>
          <p14:tracePt t="654355" x="8408988" y="4429125"/>
          <p14:tracePt t="654366" x="8367713" y="4414838"/>
          <p14:tracePt t="654376" x="8340725" y="4414838"/>
          <p14:tracePt t="654388" x="8307388" y="4429125"/>
          <p14:tracePt t="654399" x="8266113" y="4443413"/>
          <p14:tracePt t="654410" x="8239125" y="4483100"/>
          <p14:tracePt t="654422" x="8224838" y="4530725"/>
          <p14:tracePt t="654433" x="8212138" y="4557713"/>
          <p14:tracePt t="654444" x="8212138" y="4598988"/>
          <p14:tracePt t="654455" x="8212138" y="4625975"/>
          <p14:tracePt t="654467" x="8224838" y="4646613"/>
          <p14:tracePt t="654478" x="8253413" y="4673600"/>
          <p14:tracePt t="654490" x="8293100" y="4687888"/>
          <p14:tracePt t="654501" x="8340725" y="4687888"/>
          <p14:tracePt t="654512" x="8382000" y="4687888"/>
          <p14:tracePt t="654523" x="8423275" y="4673600"/>
          <p14:tracePt t="654534" x="8456613" y="4660900"/>
          <p14:tracePt t="654545" x="8470900" y="4625975"/>
          <p14:tracePt t="654557" x="8483600" y="4598988"/>
          <p14:tracePt t="654568" x="8483600" y="4557713"/>
          <p14:tracePt t="654579" x="8483600" y="4530725"/>
          <p14:tracePt t="654590" x="8470900" y="4483100"/>
          <p14:tracePt t="654602" x="8423275" y="4456113"/>
          <p14:tracePt t="654614" x="8382000" y="4429125"/>
          <p14:tracePt t="654624" x="8307388" y="4414838"/>
          <p14:tracePt t="654635" x="8239125" y="4414838"/>
          <p14:tracePt t="654647" x="8177213" y="4414838"/>
          <p14:tracePt t="654658" x="8150225" y="4429125"/>
          <p14:tracePt t="654669" x="8096250" y="4470400"/>
          <p14:tracePt t="654682" x="8069263" y="4530725"/>
          <p14:tracePt t="654692" x="8048625" y="4557713"/>
          <p14:tracePt t="654725" x="8048625" y="4598988"/>
          <p14:tracePt t="654728" x="8048625" y="4625975"/>
          <p14:tracePt t="654738" x="8069263" y="4646613"/>
          <p14:tracePt t="654739" x="8110538" y="4673600"/>
          <p14:tracePt t="654750" x="8137525" y="4687888"/>
          <p14:tracePt t="654761" x="8197850" y="4687888"/>
          <p14:tracePt t="654770" x="8239125" y="4687888"/>
          <p14:tracePt t="654785" x="8293100" y="4687888"/>
          <p14:tracePt t="654796" x="8328025" y="4660900"/>
          <p14:tracePt t="654807" x="8355013" y="4646613"/>
          <p14:tracePt t="654817" x="8382000" y="4598988"/>
          <p14:tracePt t="654827" x="8382000" y="4557713"/>
          <p14:tracePt t="654839" x="8382000" y="4530725"/>
          <p14:tracePt t="654850" x="8382000" y="4483100"/>
          <p14:tracePt t="654860" x="8355013" y="4443413"/>
          <p14:tracePt t="654872" x="8307388" y="4414838"/>
          <p14:tracePt t="654883" x="8266113" y="4402138"/>
          <p14:tracePt t="654894" x="8212138" y="4387850"/>
          <p14:tracePt t="654905" x="8164513" y="4387850"/>
          <p14:tracePt t="654916" x="8137525" y="4402138"/>
          <p14:tracePt t="654928" x="8096250" y="4429125"/>
          <p14:tracePt t="654940" x="8081963" y="4483100"/>
          <p14:tracePt t="654951" x="8069263" y="4530725"/>
          <p14:tracePt t="654961" x="8069263" y="4586288"/>
          <p14:tracePt t="654973" x="8081963" y="4625975"/>
          <p14:tracePt t="654984" x="8096250" y="4673600"/>
          <p14:tracePt t="654995" x="8123238" y="4700588"/>
          <p14:tracePt t="655007" x="8150225" y="4714875"/>
          <p14:tracePt t="655018" x="8212138" y="4729163"/>
          <p14:tracePt t="655029" x="8239125" y="4729163"/>
          <p14:tracePt t="655040" x="8280400" y="4729163"/>
          <p14:tracePt t="655051" x="8328025" y="4700588"/>
          <p14:tracePt t="655064" x="8355013" y="4687888"/>
          <p14:tracePt t="655074" x="8367713" y="4660900"/>
          <p14:tracePt t="655086" x="8382000" y="4613275"/>
          <p14:tracePt t="655098" x="8382000" y="4572000"/>
          <p14:tracePt t="655108" x="8382000" y="4545013"/>
          <p14:tracePt t="655119" x="8367713" y="4483100"/>
          <p14:tracePt t="655132" x="8328025" y="4456113"/>
          <p14:tracePt t="655142" x="8293100" y="4443413"/>
          <p14:tracePt t="655153" x="8224838" y="4429125"/>
          <p14:tracePt t="655165" x="8164513" y="4414838"/>
          <p14:tracePt t="655175" x="8123238" y="4429125"/>
          <p14:tracePt t="655187" x="8069263" y="4470400"/>
          <p14:tracePt t="655199" x="8034338" y="4530725"/>
          <p14:tracePt t="655209" x="8021638" y="4572000"/>
          <p14:tracePt t="655221" x="8007350" y="4613275"/>
          <p14:tracePt t="655232" x="8021638" y="4660900"/>
          <p14:tracePt t="655243" x="8048625" y="4687888"/>
          <p14:tracePt t="655255" x="8081963" y="4700588"/>
          <p14:tracePt t="655266" x="8137525" y="4714875"/>
          <p14:tracePt t="655276" x="8197850" y="4714875"/>
          <p14:tracePt t="655288" x="8239125" y="4714875"/>
          <p14:tracePt t="655299" x="8280400" y="4700588"/>
          <p14:tracePt t="655310" x="8328025" y="4687888"/>
          <p14:tracePt t="655322" x="8340725" y="4660900"/>
          <p14:tracePt t="655334" x="8340725" y="4598988"/>
          <p14:tracePt t="655344" x="8328025" y="4545013"/>
          <p14:tracePt t="655356" x="8293100" y="4483100"/>
          <p14:tracePt t="655367" x="8266113" y="4456113"/>
          <p14:tracePt t="655378" x="8212138" y="4429125"/>
          <p14:tracePt t="655389" x="8137525" y="4414838"/>
          <p14:tracePt t="655401" x="8096250" y="4414838"/>
          <p14:tracePt t="655412" x="8048625" y="4443413"/>
          <p14:tracePt t="655423" x="8021638" y="4483100"/>
          <p14:tracePt t="655435" x="8007350" y="4518025"/>
          <p14:tracePt t="655445" x="8007350" y="4572000"/>
          <p14:tracePt t="655457" x="8021638" y="4613275"/>
          <p14:tracePt t="655468" x="8069263" y="4660900"/>
          <p14:tracePt t="655479" x="8123238" y="4687888"/>
          <p14:tracePt t="655490" x="8212138" y="4714875"/>
          <p14:tracePt t="655502" x="8293100" y="4729163"/>
          <p14:tracePt t="655514" x="8355013" y="4729163"/>
          <p14:tracePt t="655524" x="8423275" y="4714875"/>
          <p14:tracePt t="655535" x="8483600" y="4673600"/>
          <p14:tracePt t="655548" x="8510588" y="4646613"/>
          <p14:tracePt t="655558" x="8524875" y="4586288"/>
          <p14:tracePt t="655569" x="8524875" y="4518025"/>
          <p14:tracePt t="655582" x="8524875" y="4456113"/>
          <p14:tracePt t="655591" x="8497888" y="4402138"/>
          <p14:tracePt t="655603" x="8456613" y="4354513"/>
          <p14:tracePt t="655615" x="8408988" y="4340225"/>
          <p14:tracePt t="655625" x="8367713" y="4327525"/>
          <p14:tracePt t="655637" x="8328025" y="4327525"/>
          <p14:tracePt t="655648" x="8280400" y="4327525"/>
          <p14:tracePt t="655659" x="8253413" y="4354513"/>
          <p14:tracePt t="655670" x="8212138" y="4414838"/>
          <p14:tracePt t="655682" x="8197850" y="4483100"/>
          <p14:tracePt t="655693" x="8197850" y="4572000"/>
          <p14:tracePt t="655704" x="8197850" y="4613275"/>
          <p14:tracePt t="655716" x="8224838" y="4673600"/>
          <p14:tracePt t="655726" x="8253413" y="4700588"/>
          <p14:tracePt t="655738" x="8266113" y="4700588"/>
          <p14:tracePt t="655749" x="8307388" y="4714875"/>
          <p14:tracePt t="655771" x="8340725" y="4714875"/>
          <p14:tracePt t="655775" x="8367713" y="4700588"/>
          <p14:tracePt t="655783" x="8396288" y="4687888"/>
          <p14:tracePt t="655796" x="8423275" y="4646613"/>
          <p14:tracePt t="655807" x="8423275" y="4613275"/>
          <p14:tracePt t="655817" x="8423275" y="4572000"/>
          <p14:tracePt t="655828" x="8423275" y="4530725"/>
          <p14:tracePt t="655839" x="8408988" y="4470400"/>
          <p14:tracePt t="655851" x="8382000" y="4443413"/>
          <p14:tracePt t="655861" x="8340725" y="4429125"/>
          <p14:tracePt t="655873" x="8293100" y="4414838"/>
          <p14:tracePt t="655884" x="8266113" y="4414838"/>
          <p14:tracePt t="655895" x="8212138" y="4429125"/>
          <p14:tracePt t="655907" x="8150225" y="4470400"/>
          <p14:tracePt t="655918" x="8123238" y="4518025"/>
          <p14:tracePt t="655929" x="8096250" y="4557713"/>
          <p14:tracePt t="655941" x="8096250" y="4598988"/>
          <p14:tracePt t="655952" x="8096250" y="4646613"/>
          <p14:tracePt t="655964" x="8110538" y="4660900"/>
          <p14:tracePt t="655974" x="8150225" y="4687888"/>
          <p14:tracePt t="655985" x="8197850" y="4700588"/>
          <p14:tracePt t="655998" x="8253413" y="4714875"/>
          <p14:tracePt t="656008" x="8328025" y="4714875"/>
          <p14:tracePt t="656019" x="8382000" y="4700588"/>
          <p14:tracePt t="656031" x="8423275" y="4687888"/>
          <p14:tracePt t="656042" x="8456613" y="4660900"/>
          <p14:tracePt t="656054" x="8470900" y="4613275"/>
          <p14:tracePt t="656065" x="8470900" y="4557713"/>
          <p14:tracePt t="656075" x="8470900" y="4518025"/>
          <p14:tracePt t="656087" x="8456613" y="4456113"/>
          <p14:tracePt t="656099" x="8423275" y="4414838"/>
          <p14:tracePt t="656109" x="8396288" y="4402138"/>
          <p14:tracePt t="656121" x="8367713" y="4387850"/>
          <p14:tracePt t="656132" x="8340725" y="4387850"/>
          <p14:tracePt t="656143" x="8328025" y="4402138"/>
          <p14:tracePt t="656155" x="8293100" y="4414838"/>
          <p14:tracePt t="656166" x="8280400" y="4456113"/>
          <p14:tracePt t="656176" x="8253413" y="4497388"/>
          <p14:tracePt t="656188" x="8239125" y="4545013"/>
          <p14:tracePt t="656199" x="8224838" y="4598988"/>
          <p14:tracePt t="656210" x="8212138" y="4646613"/>
          <p14:tracePt t="656222" x="8224838" y="4660900"/>
          <p14:tracePt t="656233" x="8224838" y="4687888"/>
          <p14:tracePt t="656244" x="8253413" y="4700588"/>
          <p14:tracePt t="656256" x="8280400" y="4700588"/>
          <p14:tracePt t="656267" x="8328025" y="4700588"/>
          <p14:tracePt t="656278" x="8367713" y="4700588"/>
          <p14:tracePt t="656289" x="8423275" y="4687888"/>
          <p14:tracePt t="656301" x="8470900" y="4673600"/>
          <p14:tracePt t="656312" x="8497888" y="4646613"/>
          <p14:tracePt t="656323" x="8510588" y="4598988"/>
          <p14:tracePt t="656335" x="8524875" y="4557713"/>
          <p14:tracePt t="656346" x="8510588" y="4518025"/>
          <p14:tracePt t="656357" x="8497888" y="4456113"/>
          <p14:tracePt t="656368" x="8470900" y="4429125"/>
          <p14:tracePt t="656379" x="8423275" y="4387850"/>
          <p14:tracePt t="656390" x="8396288" y="4367213"/>
          <p14:tracePt t="656402" x="8355013" y="4354513"/>
          <p14:tracePt t="656414" x="8340725" y="4354513"/>
          <p14:tracePt t="656424" x="8328025" y="4354513"/>
          <p14:tracePt t="656435" x="8307388" y="4367213"/>
          <p14:tracePt t="656448" x="8293100" y="4402138"/>
          <p14:tracePt t="656458" x="8293100" y="4470400"/>
          <p14:tracePt t="656469" x="8307388" y="4545013"/>
          <p14:tracePt t="656482" x="8340725" y="4586288"/>
          <p14:tracePt t="656492" x="8367713" y="4646613"/>
          <p14:tracePt t="656503" x="8408988" y="4687888"/>
          <p14:tracePt t="656515" x="8435975" y="4714875"/>
          <p14:tracePt t="656525" x="8483600" y="4729163"/>
          <p14:tracePt t="656536" x="8510588" y="4729163"/>
          <p14:tracePt t="656548" x="8539163" y="4729163"/>
          <p14:tracePt t="656559" x="8566150" y="4729163"/>
          <p14:tracePt t="656571" x="8586788" y="4714875"/>
          <p14:tracePt t="656582" x="8599488" y="4700588"/>
          <p14:tracePt t="656593" x="8599488" y="4673600"/>
          <p14:tracePt t="656604" x="8599488" y="4625975"/>
          <p14:tracePt t="656616" x="8599488" y="4586288"/>
          <p14:tracePt t="656627" x="8586788" y="4545013"/>
          <p14:tracePt t="656639" x="8551863" y="4497388"/>
          <p14:tracePt t="656650" x="8497888" y="4443413"/>
          <p14:tracePt t="656661" x="8435975" y="4414838"/>
          <p14:tracePt t="656673" x="8408988" y="4402138"/>
          <p14:tracePt t="656683" x="8367713" y="4402138"/>
          <p14:tracePt t="656694" x="8328025" y="4402138"/>
          <p14:tracePt t="656705" x="8307388" y="4402138"/>
          <p14:tracePt t="656717" x="8280400" y="4429125"/>
          <p14:tracePt t="656728" x="8266113" y="4456113"/>
          <p14:tracePt t="656739" x="8253413" y="4497388"/>
          <p14:tracePt t="656751" x="8253413" y="4530725"/>
          <p14:tracePt t="656762" x="8239125" y="4572000"/>
          <p14:tracePt t="656774" x="8253413" y="4586288"/>
          <p14:tracePt t="656785" x="8253413" y="4598988"/>
          <p14:tracePt t="656795" x="8266113" y="4625975"/>
          <p14:tracePt t="656819" x="8280400" y="4646613"/>
          <p14:tracePt t="656829" x="8293100" y="4646613"/>
          <p14:tracePt t="656919" x="8293100" y="4625975"/>
          <p14:tracePt t="658281" x="8280400" y="4625975"/>
          <p14:tracePt t="658291" x="8253413" y="4625975"/>
          <p14:tracePt t="658304" x="8137525" y="4646613"/>
          <p14:tracePt t="658316" x="7932738" y="4660900"/>
          <p14:tracePt t="658327" x="7748588" y="4687888"/>
          <p14:tracePt t="658337" x="7388225" y="4741863"/>
          <p14:tracePt t="658350" x="7143750" y="4789488"/>
          <p14:tracePt t="658360" x="6843713" y="4843463"/>
          <p14:tracePt t="658372" x="6673850" y="4884738"/>
          <p14:tracePt t="658384" x="6483350" y="4932363"/>
          <p14:tracePt t="658394" x="6354763" y="4973638"/>
          <p14:tracePt t="658404" x="6300788" y="4986338"/>
          <p14:tracePt t="658417" x="6224588" y="5000625"/>
          <p14:tracePt t="658676" x="6238875" y="5000625"/>
          <p14:tracePt t="658686" x="6253163" y="5021263"/>
          <p14:tracePt t="658696" x="6238875" y="5021263"/>
          <p14:tracePt t="658709" x="6211888" y="5021263"/>
          <p14:tracePt t="658720" x="6197600" y="5021263"/>
          <p14:tracePt t="658731" x="6184900" y="5021263"/>
          <p14:tracePt t="658742" x="6170613" y="5033963"/>
          <p14:tracePt t="658753" x="6122988" y="5033963"/>
          <p14:tracePt t="658764" x="6096000" y="5048250"/>
          <p14:tracePt t="658776" x="6054725" y="5048250"/>
          <p14:tracePt t="658786" x="5980113" y="5062538"/>
          <p14:tracePt t="658799" x="5864225" y="5089525"/>
          <p14:tracePt t="658810" x="5762625" y="5116513"/>
          <p14:tracePt t="658820" x="5605463" y="5164138"/>
          <p14:tracePt t="658832" x="5449888" y="5191125"/>
          <p14:tracePt t="658846" x="5280025" y="5218113"/>
          <p14:tracePt t="658855" x="5176838" y="5232400"/>
          <p14:tracePt t="658867" x="5075238" y="5245100"/>
          <p14:tracePt t="658879" x="5021263" y="5259388"/>
          <p14:tracePt t="658889" x="5000625" y="5259388"/>
          <p14:tracePt t="658922" x="4986338" y="5259388"/>
          <p14:tracePt t="658944" x="5000625" y="5259388"/>
          <p14:tracePt t="658955" x="5021263" y="5259388"/>
          <p14:tracePt t="658978" x="5033963" y="5259388"/>
          <p14:tracePt t="659000" x="5048250" y="5245100"/>
          <p14:tracePt t="659012" x="5062538" y="5245100"/>
          <p14:tracePt t="659023" x="5075238" y="5245100"/>
          <p14:tracePt t="659035" x="5089525" y="5245100"/>
          <p14:tracePt t="659046" x="5116513" y="5245100"/>
          <p14:tracePt t="659056" x="5164138" y="5245100"/>
          <p14:tracePt t="659069" x="5232400" y="5259388"/>
          <p14:tracePt t="659080" x="5292725" y="5280025"/>
          <p14:tracePt t="659091" x="5387975" y="5292725"/>
          <p14:tracePt t="659103" x="5476875" y="5292725"/>
          <p14:tracePt t="659114" x="5551488" y="5307013"/>
          <p14:tracePt t="659126" x="5605463" y="5307013"/>
          <p14:tracePt t="659136" x="5619750" y="5307013"/>
          <p14:tracePt t="659180" x="5592763" y="5307013"/>
          <p14:tracePt t="659191" x="5565775" y="5292725"/>
          <p14:tracePt t="659204" x="5491163" y="5292725"/>
          <p14:tracePt t="659215" x="5408613" y="5280025"/>
          <p14:tracePt t="659227" x="5307013" y="5259388"/>
          <p14:tracePt t="659237" x="5191125" y="5245100"/>
          <p14:tracePt t="659249" x="5075238" y="5232400"/>
          <p14:tracePt t="659261" x="5021263" y="5232400"/>
          <p14:tracePt t="659271" x="4973638" y="5218113"/>
          <p14:tracePt t="659283" x="4959350" y="5218113"/>
          <p14:tracePt t="659295" x="4946650" y="5218113"/>
          <p14:tracePt t="659315" x="4959350" y="5218113"/>
          <p14:tracePt t="659328" x="4973638" y="5218113"/>
          <p14:tracePt t="659338" x="5021263" y="5218113"/>
          <p14:tracePt t="659350" x="5075238" y="5218113"/>
          <p14:tracePt t="659362" x="5164138" y="5218113"/>
          <p14:tracePt t="659371" x="5232400" y="5218113"/>
          <p14:tracePt t="659384" x="5360988" y="5218113"/>
          <p14:tracePt t="659395" x="5491163" y="5218113"/>
          <p14:tracePt t="659405" x="5592763" y="5218113"/>
          <p14:tracePt t="659418" x="5694363" y="5218113"/>
          <p14:tracePt t="659429" x="5748338" y="5205413"/>
          <p14:tracePt t="659439" x="5762625" y="5205413"/>
          <p14:tracePt t="659473" x="5721350" y="5205413"/>
          <p14:tracePt t="659485" x="5667375" y="5191125"/>
          <p14:tracePt t="659496" x="5565775" y="5191125"/>
          <p14:tracePt t="659507" x="5462588" y="5176838"/>
          <p14:tracePt t="659520" x="5387975" y="5176838"/>
          <p14:tracePt t="659530" x="5307013" y="5176838"/>
          <p14:tracePt t="659540" x="5232400" y="5176838"/>
          <p14:tracePt t="659552" x="5205413" y="5176838"/>
          <p14:tracePt t="659563" x="5191125" y="5176838"/>
          <p14:tracePt t="659596" x="5205413" y="5176838"/>
          <p14:tracePt t="659608" x="5232400" y="5176838"/>
          <p14:tracePt t="659620" x="5280025" y="5176838"/>
          <p14:tracePt t="659631" x="5319713" y="5176838"/>
          <p14:tracePt t="659643" x="5375275" y="5191125"/>
          <p14:tracePt t="659654" x="5462588" y="5191125"/>
          <p14:tracePt t="659665" x="5538788" y="5191125"/>
          <p14:tracePt t="659676" x="5592763" y="5191125"/>
          <p14:tracePt t="659687" x="5681663" y="5191125"/>
          <p14:tracePt t="659699" x="5735638" y="5191125"/>
          <p14:tracePt t="659710" x="5762625" y="5191125"/>
          <p14:tracePt t="659721" x="5795963" y="5191125"/>
          <p14:tracePt t="659754" x="5783263" y="5191125"/>
          <p14:tracePt t="659766" x="5721350" y="5191125"/>
          <p14:tracePt t="659778" x="5634038" y="5176838"/>
          <p14:tracePt t="659788" x="5565775" y="5164138"/>
          <p14:tracePt t="659800" x="5435600" y="5164138"/>
          <p14:tracePt t="659812" x="5292725" y="5164138"/>
          <p14:tracePt t="659822" x="5191125" y="5149850"/>
          <p14:tracePt t="659834" x="5089525" y="5149850"/>
          <p14:tracePt t="659846" x="5021263" y="5149850"/>
          <p14:tracePt t="659856" x="4986338" y="5149850"/>
          <p14:tracePt t="659869" x="4973638" y="5149850"/>
          <p14:tracePt t="659922" x="4986338" y="5149850"/>
          <p14:tracePt t="659935" x="5000625" y="5149850"/>
          <p14:tracePt t="659968" x="5033963" y="5149850"/>
          <p14:tracePt t="659970" x="5075238" y="5149850"/>
          <p14:tracePt t="659980" x="5116513" y="5164138"/>
          <p14:tracePt t="659981" x="5191125" y="5164138"/>
          <p14:tracePt t="659991" x="5280025" y="5164138"/>
          <p14:tracePt t="660002" x="5348288" y="5176838"/>
          <p14:tracePt t="660014" x="5435600" y="5176838"/>
          <p14:tracePt t="660024" x="5503863" y="5176838"/>
          <p14:tracePt t="660036" x="5565775" y="5176838"/>
          <p14:tracePt t="660046" x="5605463" y="5176838"/>
          <p14:tracePt t="660058" x="5634038" y="5176838"/>
          <p14:tracePt t="660070" x="5646738" y="5176838"/>
          <p14:tracePt t="660081" x="5667375" y="5176838"/>
          <p14:tracePt t="660093" x="5681663" y="5176838"/>
          <p14:tracePt t="660103" x="5694363" y="5176838"/>
          <p14:tracePt t="660114" x="5708650" y="5176838"/>
          <p14:tracePt t="660127" x="5735638" y="5176838"/>
          <p14:tracePt t="660137" x="5762625" y="5176838"/>
          <p14:tracePt t="660148" x="5810250" y="5176838"/>
          <p14:tracePt t="660160" x="5837238" y="5176838"/>
          <p14:tracePt t="660171" x="5878513" y="5176838"/>
          <p14:tracePt t="660183" x="5911850" y="5176838"/>
          <p14:tracePt t="660194" x="5926138" y="5176838"/>
          <p14:tracePt t="660215" x="5926138" y="5164138"/>
          <p14:tracePt t="660249" x="5911850" y="5149850"/>
          <p14:tracePt t="660271" x="5911850" y="5129213"/>
          <p14:tracePt t="660305" x="5911850" y="5116513"/>
          <p14:tracePt t="660318" x="5926138" y="5116513"/>
          <p14:tracePt t="660329" x="5926138" y="5102225"/>
          <p14:tracePt t="660340" x="5938838" y="5102225"/>
          <p14:tracePt t="660352" x="5938838" y="5075238"/>
          <p14:tracePt t="660363" x="5953125" y="5062538"/>
          <p14:tracePt t="660374" x="5967413" y="5033963"/>
          <p14:tracePt t="660386" x="5967413" y="5021263"/>
          <p14:tracePt t="660397" x="5980113" y="4986338"/>
          <p14:tracePt t="660407" x="5980113" y="4959350"/>
          <p14:tracePt t="660419" x="5980113" y="4932363"/>
          <p14:tracePt t="660429" x="5980113" y="4905375"/>
          <p14:tracePt t="660440" x="5980113" y="4884738"/>
          <p14:tracePt t="660452" x="5980113" y="4872038"/>
          <p14:tracePt t="660463" x="5980113" y="4857750"/>
          <p14:tracePt t="660474" x="5980113" y="4843463"/>
          <p14:tracePt t="660519" x="5967413" y="4830763"/>
          <p14:tracePt t="660531" x="5953125" y="4830763"/>
          <p14:tracePt t="660541" x="5926138" y="4830763"/>
          <p14:tracePt t="660553" x="5878513" y="4830763"/>
          <p14:tracePt t="660564" x="5824538" y="4830763"/>
          <p14:tracePt t="660576" x="5735638" y="4830763"/>
          <p14:tracePt t="660587" x="5605463" y="4816475"/>
          <p14:tracePt t="660599" x="5503863" y="4816475"/>
          <p14:tracePt t="660610" x="5375275" y="4803775"/>
          <p14:tracePt t="660621" x="5259388" y="4803775"/>
          <p14:tracePt t="660633" x="5149850" y="4803775"/>
          <p14:tracePt t="660644" x="5089525" y="4789488"/>
          <p14:tracePt t="660655" x="5033963" y="4789488"/>
          <p14:tracePt t="660666" x="5000625" y="4789488"/>
          <p14:tracePt t="660678" x="4986338" y="4789488"/>
          <p14:tracePt t="660868" x="4986338" y="4816475"/>
          <p14:tracePt t="660871" x="4986338" y="4830763"/>
          <p14:tracePt t="660880" x="4986338" y="4872038"/>
          <p14:tracePt t="660891" x="4973638" y="4946650"/>
          <p14:tracePt t="660903" x="4973638" y="5000625"/>
          <p14:tracePt t="660915" x="4959350" y="5075238"/>
          <p14:tracePt t="660925" x="4959350" y="5129213"/>
          <p14:tracePt t="660937" x="4959350" y="5164138"/>
          <p14:tracePt t="660947" x="4959350" y="5191125"/>
          <p14:tracePt t="660958" x="4959350" y="5205413"/>
          <p14:tracePt t="660969" x="4959350" y="5218113"/>
          <p14:tracePt t="660981" x="4959350" y="5232400"/>
          <p14:tracePt t="661025" x="4973638" y="5232400"/>
          <p14:tracePt t="661030" x="4986338" y="5232400"/>
          <p14:tracePt t="661038" x="5000625" y="5232400"/>
          <p14:tracePt t="661048" x="5021263" y="5232400"/>
          <p14:tracePt t="661060" x="5048250" y="5232400"/>
          <p14:tracePt t="661072" x="5089525" y="5232400"/>
          <p14:tracePt t="661082" x="5149850" y="5245100"/>
          <p14:tracePt t="661093" x="5205413" y="5245100"/>
          <p14:tracePt t="661104" x="5292725" y="5259388"/>
          <p14:tracePt t="661116" x="5375275" y="5280025"/>
          <p14:tracePt t="661127" x="5435600" y="5292725"/>
          <p14:tracePt t="661138" x="5518150" y="5307013"/>
          <p14:tracePt t="661150" x="5605463" y="5307013"/>
          <p14:tracePt t="661160" x="5646738" y="5319713"/>
          <p14:tracePt t="661173" x="5721350" y="5334000"/>
          <p14:tracePt t="661184" x="5762625" y="5334000"/>
          <p14:tracePt t="661194" x="5795963" y="5334000"/>
          <p14:tracePt t="661206" x="5824538" y="5334000"/>
          <p14:tracePt t="661217" x="5851525" y="5334000"/>
          <p14:tracePt t="661228" x="5864225" y="5334000"/>
          <p14:tracePt t="661239" x="5878513" y="5319713"/>
          <p14:tracePt t="661262" x="5891213" y="5319713"/>
          <p14:tracePt t="661273" x="5911850" y="5307013"/>
          <p14:tracePt t="661340" x="5926138" y="5292725"/>
          <p14:tracePt t="661374" x="5926138" y="5280025"/>
          <p14:tracePt t="661386" x="5926138" y="5259388"/>
          <p14:tracePt t="661397" x="5926138" y="5245100"/>
          <p14:tracePt t="661408" x="5926138" y="5218113"/>
          <p14:tracePt t="661420" x="5926138" y="5205413"/>
          <p14:tracePt t="661431" x="5938838" y="5164138"/>
          <p14:tracePt t="661442" x="5938838" y="5116513"/>
          <p14:tracePt t="661455" x="5953125" y="5062538"/>
          <p14:tracePt t="661465" x="5967413" y="5033963"/>
          <p14:tracePt t="661476" x="5967413" y="4986338"/>
          <p14:tracePt t="661488" x="5967413" y="4973638"/>
          <p14:tracePt t="661498" x="5967413" y="4946650"/>
          <p14:tracePt t="661509" x="5967413" y="4932363"/>
          <p14:tracePt t="661521" x="5967413" y="4919663"/>
          <p14:tracePt t="661532" x="5967413" y="4905375"/>
          <p14:tracePt t="661543" x="5967413" y="4884738"/>
          <p14:tracePt t="661565" x="5967413" y="4872038"/>
          <p14:tracePt t="661588" x="5967413" y="4857750"/>
          <p14:tracePt t="661666" x="5953125" y="4857750"/>
          <p14:tracePt t="661677" x="5926138" y="4857750"/>
          <p14:tracePt t="661690" x="5864225" y="4843463"/>
          <p14:tracePt t="661702" x="5795963" y="4843463"/>
          <p14:tracePt t="661712" x="5694363" y="4843463"/>
          <p14:tracePt t="661724" x="5619750" y="4843463"/>
          <p14:tracePt t="661735" x="5518150" y="4843463"/>
          <p14:tracePt t="661746" x="5435600" y="4843463"/>
          <p14:tracePt t="661758" x="5387975" y="4857750"/>
          <p14:tracePt t="661770" x="5375275" y="4857750"/>
          <p14:tracePt t="661813" x="5387975" y="4857750"/>
          <p14:tracePt t="661825" x="5422900" y="4857750"/>
          <p14:tracePt t="661836" x="5462588" y="4872038"/>
          <p14:tracePt t="661847" x="5538788" y="4872038"/>
          <p14:tracePt t="661869" x="5619750" y="4872038"/>
          <p14:tracePt t="661872" x="5681663" y="4884738"/>
          <p14:tracePt t="661881" x="5748338" y="4884738"/>
          <p14:tracePt t="661892" x="5824538" y="4905375"/>
          <p14:tracePt t="661905" x="5891213" y="4919663"/>
          <p14:tracePt t="661916" x="5967413" y="4932363"/>
          <p14:tracePt t="661928" x="6021388" y="4946650"/>
          <p14:tracePt t="661938" x="6081713" y="4959350"/>
          <p14:tracePt t="661949" x="6122988" y="4973638"/>
          <p14:tracePt t="661961" x="6184900" y="4986338"/>
          <p14:tracePt t="661981" x="6211888" y="5000625"/>
          <p14:tracePt t="661985" x="6211888" y="5021263"/>
          <p14:tracePt t="661994" x="6197600" y="5033963"/>
          <p14:tracePt t="662319" x="6197600" y="5021263"/>
          <p14:tracePt t="662364" x="6197600" y="5033963"/>
          <p14:tracePt t="662398" x="6184900" y="5048250"/>
          <p14:tracePt t="662420" x="6170613" y="5048250"/>
          <p14:tracePt t="662556" x="6197600" y="5048250"/>
          <p14:tracePt t="662567" x="6211888" y="5048250"/>
          <p14:tracePt t="662578" x="6238875" y="5048250"/>
          <p14:tracePt t="662591" x="6265863" y="5062538"/>
          <p14:tracePt t="662601" x="6300788" y="5062538"/>
          <p14:tracePt t="662613" x="6327775" y="5062538"/>
          <p14:tracePt t="662624" x="6340475" y="5062538"/>
          <p14:tracePt t="662635" x="6354763" y="5062538"/>
          <p14:tracePt t="662690" x="6340475" y="5062538"/>
          <p14:tracePt t="662724" x="6327775" y="5062538"/>
          <p14:tracePt t="662791" x="6327775" y="5075238"/>
          <p14:tracePt t="662937" x="6327775" y="5062538"/>
          <p14:tracePt t="662960" x="6327775" y="5048250"/>
          <p14:tracePt t="662972" x="6327775" y="5033963"/>
          <p14:tracePt t="662983" x="6327775" y="5021263"/>
          <p14:tracePt t="662994" x="6313488" y="4986338"/>
          <p14:tracePt t="663006" x="6313488" y="4973638"/>
          <p14:tracePt t="663016" x="6300788" y="4959350"/>
          <p14:tracePt t="663028" x="6300788" y="4946650"/>
          <p14:tracePt t="663051" x="6300788" y="4932363"/>
          <p14:tracePt t="663141" x="6280150" y="4932363"/>
          <p14:tracePt t="663253" x="6300788" y="4932363"/>
          <p14:tracePt t="663275" x="6300788" y="4919663"/>
          <p14:tracePt t="663297" x="6313488" y="4919663"/>
          <p14:tracePt t="663376" x="6327775" y="4919663"/>
          <p14:tracePt t="663410" x="6327775" y="4905375"/>
          <p14:tracePt t="663455" x="6327775" y="4884738"/>
          <p14:tracePt t="663556" x="6327775" y="4905375"/>
          <p14:tracePt t="663568" x="6313488" y="4932363"/>
          <p14:tracePt t="663579" x="6313488" y="4946650"/>
          <p14:tracePt t="663590" x="6300788" y="4973638"/>
          <p14:tracePt t="663602" x="6300788" y="5000625"/>
          <p14:tracePt t="663613" x="6300788" y="5033963"/>
          <p14:tracePt t="663624" x="6300788" y="5062538"/>
          <p14:tracePt t="663636" x="6300788" y="5089525"/>
          <p14:tracePt t="663647" x="6300788" y="5102225"/>
          <p14:tracePt t="663669" x="6300788" y="5116513"/>
          <p14:tracePt t="663682" x="6300788" y="5129213"/>
          <p14:tracePt t="663781" x="6300788" y="5116513"/>
          <p14:tracePt t="663793" x="6300788" y="5102225"/>
          <p14:tracePt t="663815" x="6300788" y="5089525"/>
          <p14:tracePt t="663838" x="6300788" y="5075238"/>
          <p14:tracePt t="663928" x="6313488" y="5089525"/>
          <p14:tracePt t="663939" x="6327775" y="5089525"/>
          <p14:tracePt t="663950" x="6340475" y="5102225"/>
          <p14:tracePt t="663964" x="6354763" y="5102225"/>
          <p14:tracePt t="663974" x="6367463" y="5116513"/>
          <p14:tracePt t="663986" x="6381750" y="5116513"/>
          <p14:tracePt t="664052" x="6381750" y="5102225"/>
          <p14:tracePt t="664074" x="6367463" y="5089525"/>
          <p14:tracePt t="664086" x="6367463" y="5075238"/>
          <p14:tracePt t="664097" x="6354763" y="5062538"/>
          <p14:tracePt t="664108" x="6354763" y="5048250"/>
          <p14:tracePt t="664121" x="6340475" y="5033963"/>
          <p14:tracePt t="664132" x="6340475" y="5021263"/>
          <p14:tracePt t="664164" x="6340475" y="5000625"/>
          <p14:tracePt t="664178" x="6340475" y="4986338"/>
          <p14:tracePt t="664187" x="6340475" y="4973638"/>
          <p14:tracePt t="664198" x="6340475" y="4959350"/>
          <p14:tracePt t="664288" x="6327775" y="4959350"/>
          <p14:tracePt t="664344" x="6340475" y="4959350"/>
          <p14:tracePt t="664367" x="6354763" y="4959350"/>
          <p14:tracePt t="664490" x="6354763" y="4973638"/>
          <p14:tracePt t="664503" x="6340475" y="4986338"/>
          <p14:tracePt t="664513" x="6340475" y="5000625"/>
          <p14:tracePt t="664524" x="6340475" y="5033963"/>
          <p14:tracePt t="664535" x="6340475" y="5062538"/>
          <p14:tracePt t="664547" x="6327775" y="5075238"/>
          <p14:tracePt t="664559" x="6327775" y="5089525"/>
          <p14:tracePt t="664580" x="6340475" y="5102225"/>
          <p14:tracePt t="664693" x="6354763" y="5102225"/>
          <p14:tracePt t="664704" x="6354763" y="5089525"/>
          <p14:tracePt t="664715" x="6367463" y="5089525"/>
          <p14:tracePt t="664737" x="6381750" y="5089525"/>
          <p14:tracePt t="664772" x="6396038" y="5089525"/>
          <p14:tracePt t="664783" x="6396038" y="5075238"/>
          <p14:tracePt t="664794" x="6408738" y="5075238"/>
          <p14:tracePt t="664850" x="6408738" y="5062538"/>
          <p14:tracePt t="665098" x="6443663" y="5075238"/>
          <p14:tracePt t="665101" x="6470650" y="5075238"/>
          <p14:tracePt t="665110" x="6497638" y="5089525"/>
          <p14:tracePt t="665121" x="6524625" y="5089525"/>
          <p14:tracePt t="665132" x="6557963" y="5102225"/>
          <p14:tracePt t="665143" x="6586538" y="5102225"/>
          <p14:tracePt t="665154" x="6599238" y="5116513"/>
          <p14:tracePt t="665167" x="6613525" y="5116513"/>
          <p14:tracePt t="665221" x="6626225" y="5116513"/>
          <p14:tracePt t="665234" x="6626225" y="5102225"/>
          <p14:tracePt t="665244" x="6640513" y="5102225"/>
          <p14:tracePt t="665256" x="6653213" y="5102225"/>
          <p14:tracePt t="665268" x="6673850" y="5075238"/>
          <p14:tracePt t="665279" x="6673850" y="5062538"/>
          <p14:tracePt t="665290" x="6688138" y="5048250"/>
          <p14:tracePt t="665301" x="6688138" y="5021263"/>
          <p14:tracePt t="665312" x="6688138" y="5000625"/>
          <p14:tracePt t="665323" x="6688138" y="4973638"/>
          <p14:tracePt t="665336" x="6673850" y="4959350"/>
          <p14:tracePt t="665348" x="6673850" y="4946650"/>
          <p14:tracePt t="665358" x="6653213" y="4932363"/>
          <p14:tracePt t="665370" x="6640513" y="4919663"/>
          <p14:tracePt t="665381" x="6613525" y="4919663"/>
          <p14:tracePt t="665391" x="6586538" y="4919663"/>
          <p14:tracePt t="665402" x="6572250" y="4919663"/>
          <p14:tracePt t="665413" x="6557963" y="4932363"/>
          <p14:tracePt t="665426" x="6524625" y="4959350"/>
          <p14:tracePt t="665436" x="6497638" y="4986338"/>
          <p14:tracePt t="665448" x="6483350" y="5021263"/>
          <p14:tracePt t="665460" x="6470650" y="5062538"/>
          <p14:tracePt t="665470" x="6456363" y="5089525"/>
          <p14:tracePt t="665481" x="6456363" y="5102225"/>
          <p14:tracePt t="665493" x="6470650" y="5116513"/>
          <p14:tracePt t="665504" x="6470650" y="5129213"/>
          <p14:tracePt t="665514" x="6483350" y="5149850"/>
          <p14:tracePt t="665526" x="6510338" y="5164138"/>
          <p14:tracePt t="665537" x="6557963" y="5164138"/>
          <p14:tracePt t="665548" x="6586538" y="5176838"/>
          <p14:tracePt t="665560" x="6613525" y="5176838"/>
          <p14:tracePt t="665571" x="6640513" y="5164138"/>
          <p14:tracePt t="665582" x="6673850" y="5149850"/>
          <p14:tracePt t="665593" x="6688138" y="5129213"/>
          <p14:tracePt t="665605" x="6700838" y="5116513"/>
          <p14:tracePt t="665617" x="6715125" y="5089525"/>
          <p14:tracePt t="665627" x="6715125" y="5062538"/>
          <p14:tracePt t="665638" x="6715125" y="5033963"/>
          <p14:tracePt t="665650" x="6715125" y="5021263"/>
          <p14:tracePt t="665660" x="6715125" y="5000625"/>
          <p14:tracePt t="665716" x="6700838" y="5000625"/>
          <p14:tracePt t="665728" x="6688138" y="5021263"/>
          <p14:tracePt t="665740" x="6673850" y="5033963"/>
          <p14:tracePt t="665751" x="6653213" y="5048250"/>
          <p14:tracePt t="665761" x="6653213" y="5062538"/>
          <p14:tracePt t="665773" x="6640513" y="5075238"/>
          <p14:tracePt t="665795" x="6640513" y="5089525"/>
          <p14:tracePt t="665807" x="6653213" y="5102225"/>
          <p14:tracePt t="665829" x="6673850" y="5102225"/>
          <p14:tracePt t="665841" x="6688138" y="5102225"/>
          <p14:tracePt t="665852" x="6700838" y="5102225"/>
          <p14:tracePt t="665863" x="6715125" y="5089525"/>
          <p14:tracePt t="665875" x="6729413" y="5075238"/>
          <p14:tracePt t="665886" x="6742113" y="5062538"/>
          <p14:tracePt t="665897" x="6742113" y="5048250"/>
          <p14:tracePt t="665909" x="6742113" y="5021263"/>
          <p14:tracePt t="665919" x="6729413" y="4986338"/>
          <p14:tracePt t="665931" x="6729413" y="4973638"/>
          <p14:tracePt t="665943" x="6715125" y="4959350"/>
          <p14:tracePt t="665954" x="6688138" y="4946650"/>
          <p14:tracePt t="665975" x="6673850" y="4946650"/>
          <p14:tracePt t="665987" x="6653213" y="4959350"/>
          <p14:tracePt t="665998" x="6640513" y="4973638"/>
          <p14:tracePt t="666011" x="6613525" y="5021263"/>
          <p14:tracePt t="666022" x="6599238" y="5048250"/>
          <p14:tracePt t="666034" x="6599238" y="5075238"/>
          <p14:tracePt t="666044" x="6599238" y="5089525"/>
          <p14:tracePt t="666055" x="6599238" y="5102225"/>
          <p14:tracePt t="666066" x="6613525" y="5116513"/>
          <p14:tracePt t="666088" x="6626225" y="5116513"/>
          <p14:tracePt t="666100" x="6640513" y="5116513"/>
          <p14:tracePt t="666110" x="6653213" y="5116513"/>
          <p14:tracePt t="666122" x="6673850" y="5116513"/>
          <p14:tracePt t="666134" x="6700838" y="5102225"/>
          <p14:tracePt t="666144" x="6700838" y="5089525"/>
          <p14:tracePt t="666156" x="6700838" y="5075238"/>
          <p14:tracePt t="666168" x="6700838" y="5048250"/>
          <p14:tracePt t="666178" x="6700838" y="5033963"/>
          <p14:tracePt t="666189" x="6700838" y="5000625"/>
          <p14:tracePt t="666201" x="6688138" y="4986338"/>
          <p14:tracePt t="666211" x="6673850" y="4973638"/>
          <p14:tracePt t="666224" x="6653213" y="4973638"/>
          <p14:tracePt t="666256" x="6640513" y="4986338"/>
          <p14:tracePt t="666260" x="6640513" y="5000625"/>
          <p14:tracePt t="666269" x="6626225" y="5021263"/>
          <p14:tracePt t="666281" x="6626225" y="5048250"/>
          <p14:tracePt t="666292" x="6613525" y="5062538"/>
          <p14:tracePt t="666303" x="6626225" y="5075238"/>
          <p14:tracePt t="666313" x="6626225" y="5089525"/>
          <p14:tracePt t="666325" x="6640513" y="5102225"/>
          <p14:tracePt t="666336" x="6653213" y="5102225"/>
          <p14:tracePt t="666347" x="6673850" y="5102225"/>
          <p14:tracePt t="666358" x="6688138" y="5102225"/>
          <p14:tracePt t="666370" x="6700838" y="5102225"/>
          <p14:tracePt t="666381" x="6715125" y="5102225"/>
          <p14:tracePt t="666392" x="6729413" y="5089525"/>
          <p14:tracePt t="666403" x="6742113" y="5075238"/>
          <p14:tracePt t="666414" x="6742113" y="5062538"/>
          <p14:tracePt t="666425" x="6742113" y="5048250"/>
          <p14:tracePt t="666437" x="6742113" y="5021263"/>
          <p14:tracePt t="666448" x="6729413" y="5000625"/>
          <p14:tracePt t="666460" x="6715125" y="4986338"/>
          <p14:tracePt t="666471" x="6700838" y="4986338"/>
          <p14:tracePt t="666482" x="6700838" y="4973638"/>
          <p14:tracePt t="666493" x="6688138" y="4986338"/>
          <p14:tracePt t="666515" x="6673850" y="5000625"/>
          <p14:tracePt t="666527" x="6653213" y="5021263"/>
          <p14:tracePt t="666538" x="6653213" y="5048250"/>
          <p14:tracePt t="666550" x="6653213" y="5075238"/>
          <p14:tracePt t="666560" x="6673850" y="5089525"/>
          <p14:tracePt t="666573" x="6688138" y="5102225"/>
          <p14:tracePt t="666584" x="6700838" y="5102225"/>
          <p14:tracePt t="666594" x="6715125" y="5102225"/>
          <p14:tracePt t="666606" x="6742113" y="5116513"/>
          <p14:tracePt t="666618" x="6769100" y="5116513"/>
          <p14:tracePt t="666628" x="6783388" y="5102225"/>
          <p14:tracePt t="666641" x="6804025" y="5102225"/>
          <p14:tracePt t="666651" x="6816725" y="5089525"/>
          <p14:tracePt t="666662" x="6816725" y="5062538"/>
          <p14:tracePt t="666674" x="6816725" y="5048250"/>
          <p14:tracePt t="666685" x="6816725" y="5021263"/>
          <p14:tracePt t="666696" x="6804025" y="5000625"/>
          <p14:tracePt t="666708" x="6783388" y="4986338"/>
          <p14:tracePt t="666719" x="6756400" y="4973638"/>
          <p14:tracePt t="666730" x="6742113" y="4973638"/>
          <p14:tracePt t="666742" x="6729413" y="4973638"/>
          <p14:tracePt t="666752" x="6700838" y="4986338"/>
          <p14:tracePt t="666763" x="6688138" y="5021263"/>
          <p14:tracePt t="666775" x="6673850" y="5048250"/>
          <p14:tracePt t="666786" x="6673850" y="5075238"/>
          <p14:tracePt t="666797" x="6673850" y="5102225"/>
          <p14:tracePt t="666808" x="6688138" y="5129213"/>
          <p14:tracePt t="666830" x="6715125" y="5149850"/>
          <p14:tracePt t="666842" x="6756400" y="5164138"/>
          <p14:tracePt t="666854" x="6769100" y="5164138"/>
          <p14:tracePt t="666864" x="6804025" y="5164138"/>
          <p14:tracePt t="666876" x="6831013" y="5149850"/>
          <p14:tracePt t="666887" x="6843713" y="5129213"/>
          <p14:tracePt t="666898" x="6858000" y="5116513"/>
          <p14:tracePt t="666910" x="6858000" y="5089525"/>
          <p14:tracePt t="666921" x="6843713" y="5048250"/>
          <p14:tracePt t="666932" x="6831013" y="5021263"/>
          <p14:tracePt t="666943" x="6804025" y="4986338"/>
          <p14:tracePt t="666955" x="6769100" y="4973638"/>
          <p14:tracePt t="666967" x="6742113" y="4973638"/>
          <p14:tracePt t="666977" x="6715125" y="4973638"/>
          <p14:tracePt t="666988" x="6700838" y="4986338"/>
          <p14:tracePt t="667000" x="6688138" y="5021263"/>
          <p14:tracePt t="667011" x="6673850" y="5033963"/>
          <p14:tracePt t="667023" x="6673850" y="5062538"/>
          <p14:tracePt t="667034" x="6688138" y="5075238"/>
          <p14:tracePt t="667044" x="6688138" y="5089525"/>
          <p14:tracePt t="667056" x="6700838" y="5102225"/>
          <p14:tracePt t="667068" x="6729413" y="5102225"/>
          <p14:tracePt t="667089" x="6742113" y="5102225"/>
          <p14:tracePt t="667101" x="6756400" y="5102225"/>
          <p14:tracePt t="667111" x="6756400" y="5089525"/>
          <p14:tracePt t="667124" x="6756400" y="5075238"/>
          <p14:tracePt t="667134" x="6756400" y="5062538"/>
          <p14:tracePt t="667146" x="6756400" y="5048250"/>
          <p14:tracePt t="667157" x="6756400" y="5033963"/>
          <p14:tracePt t="667168" x="6742113" y="5000625"/>
          <p14:tracePt t="667190" x="6729413" y="5000625"/>
          <p14:tracePt t="667213" x="6715125" y="5000625"/>
          <p14:tracePt t="667225" x="6715125" y="5021263"/>
          <p14:tracePt t="667236" x="6700838" y="5033963"/>
          <p14:tracePt t="667247" x="6700838" y="5048250"/>
          <p14:tracePt t="667259" x="6700838" y="5062538"/>
          <p14:tracePt t="667270" x="6700838" y="5075238"/>
          <p14:tracePt t="667281" x="6715125" y="5089525"/>
          <p14:tracePt t="667303" x="6729413" y="5102225"/>
          <p14:tracePt t="667306" x="6756400" y="5116513"/>
          <p14:tracePt t="667314" x="6783388" y="5116513"/>
          <p14:tracePt t="667326" x="6816725" y="5116513"/>
          <p14:tracePt t="667337" x="6831013" y="5102225"/>
          <p14:tracePt t="667350" x="6843713" y="5089525"/>
          <p14:tracePt t="667360" x="6843713" y="5075238"/>
          <p14:tracePt t="667371" x="6843713" y="5048250"/>
          <p14:tracePt t="667381" x="6843713" y="5033963"/>
          <p14:tracePt t="667394" x="6831013" y="4986338"/>
          <p14:tracePt t="667406" x="6804025" y="4946650"/>
          <p14:tracePt t="667418" x="6769100" y="4932363"/>
          <p14:tracePt t="667427" x="6742113" y="4905375"/>
          <p14:tracePt t="667439" x="6700838" y="4905375"/>
          <p14:tracePt t="667450" x="6688138" y="4905375"/>
          <p14:tracePt t="667461" x="6653213" y="4919663"/>
          <p14:tracePt t="667473" x="6626225" y="4932363"/>
          <p14:tracePt t="667484" x="6613525" y="4973638"/>
          <p14:tracePt t="667494" x="6613525" y="4986338"/>
          <p14:tracePt t="667506" x="6599238" y="5033963"/>
          <p14:tracePt t="667518" x="6613525" y="5062538"/>
          <p14:tracePt t="667528" x="6626225" y="5089525"/>
          <p14:tracePt t="667540" x="6653213" y="5102225"/>
          <p14:tracePt t="667552" x="6688138" y="5116513"/>
          <p14:tracePt t="667562" x="6715125" y="5129213"/>
          <p14:tracePt t="667574" x="6756400" y="5129213"/>
          <p14:tracePt t="667587" x="6783388" y="5129213"/>
          <p14:tracePt t="667597" x="6804025" y="5116513"/>
          <p14:tracePt t="667608" x="6816725" y="5102225"/>
          <p14:tracePt t="667619" x="6831013" y="5075238"/>
          <p14:tracePt t="667630" x="6831013" y="5048250"/>
          <p14:tracePt t="667641" x="6831013" y="5021263"/>
          <p14:tracePt t="667652" x="6816725" y="4986338"/>
          <p14:tracePt t="667663" x="6804025" y="4973638"/>
          <p14:tracePt t="667674" x="6804025" y="4959350"/>
          <p14:tracePt t="667686" x="6783388" y="4946650"/>
          <p14:tracePt t="667697" x="6769100" y="4946650"/>
          <p14:tracePt t="667708" x="6756400" y="4946650"/>
          <p14:tracePt t="667719" x="6742113" y="4946650"/>
          <p14:tracePt t="667730" x="6729413" y="4959350"/>
          <p14:tracePt t="667742" x="6715125" y="4973638"/>
          <p14:tracePt t="667753" x="6700838" y="4986338"/>
          <p14:tracePt t="667764" x="6688138" y="5000625"/>
          <p14:tracePt t="667786" x="6688138" y="5021263"/>
          <p14:tracePt t="667809" x="6700838" y="5021263"/>
          <p14:tracePt t="667831" x="6715125" y="5033963"/>
          <p14:tracePt t="667843" x="6700838" y="5033963"/>
          <p14:tracePt t="667855" x="6688138" y="5033963"/>
          <p14:tracePt t="668023" x="6688138" y="5048250"/>
          <p14:tracePt t="668045" x="6700838" y="5048250"/>
          <p14:tracePt t="668058" x="6729413" y="5048250"/>
          <p14:tracePt t="668068" x="6742113" y="5048250"/>
          <p14:tracePt t="668079" x="6756400" y="5048250"/>
          <p14:tracePt t="668101" x="6769100" y="5048250"/>
          <p14:tracePt t="668125" x="6783388" y="5048250"/>
          <p14:tracePt t="668146" x="6783388" y="5062538"/>
          <p14:tracePt t="668169" x="6804025" y="5075238"/>
          <p14:tracePt t="668181" x="6804025" y="5089525"/>
          <p14:tracePt t="668194" x="6804025" y="5102225"/>
          <p14:tracePt t="668204" x="6816725" y="5116513"/>
          <p14:tracePt t="668214" x="6831013" y="5129213"/>
          <p14:tracePt t="668228" x="6843713" y="5129213"/>
          <p14:tracePt t="668238" x="6843713" y="5149850"/>
          <p14:tracePt t="668249" x="6858000" y="5149850"/>
          <p14:tracePt t="668260" x="6872288" y="5149850"/>
          <p14:tracePt t="668271" x="6872288" y="5164138"/>
          <p14:tracePt t="668283" x="6884988" y="5164138"/>
          <p14:tracePt t="668315" x="6899275" y="5164138"/>
          <p14:tracePt t="668362" x="6899275" y="5149850"/>
          <p14:tracePt t="668373" x="6911975" y="5149850"/>
          <p14:tracePt t="668405" x="6932613" y="5149850"/>
          <p14:tracePt t="668428" x="6932613" y="5164138"/>
          <p14:tracePt t="668450" x="6946900" y="5164138"/>
          <p14:tracePt t="668484" x="6959600" y="5164138"/>
          <p14:tracePt t="668506" x="6973888" y="5164138"/>
          <p14:tracePt t="668518" x="6986588" y="5164138"/>
          <p14:tracePt t="668541" x="7000875" y="5164138"/>
          <p14:tracePt t="668552" x="7015163" y="5164138"/>
          <p14:tracePt t="668596" x="7000875" y="5164138"/>
          <p14:tracePt t="668619" x="6986588" y="5164138"/>
          <p14:tracePt t="668630" x="6973888" y="5164138"/>
          <p14:tracePt t="668643" x="6959600" y="5164138"/>
          <p14:tracePt t="668698" x="6973888" y="5164138"/>
          <p14:tracePt t="668710" x="7000875" y="5164138"/>
          <p14:tracePt t="668720" x="7062788" y="5164138"/>
          <p14:tracePt t="668732" x="7089775" y="5164138"/>
          <p14:tracePt t="668743" x="7143750" y="5164138"/>
          <p14:tracePt t="668754" x="7191375" y="5164138"/>
          <p14:tracePt t="668766" x="7205663" y="5164138"/>
          <p14:tracePt t="668810" x="7191375" y="5164138"/>
          <p14:tracePt t="668822" x="7143750" y="5164138"/>
          <p14:tracePt t="668833" x="7102475" y="5149850"/>
          <p14:tracePt t="668845" x="7075488" y="5149850"/>
          <p14:tracePt t="668856" x="7027863" y="5149850"/>
          <p14:tracePt t="668867" x="7000875" y="5149850"/>
          <p14:tracePt t="668878" x="6986588" y="5149850"/>
          <p14:tracePt t="668911" x="6986588" y="5164138"/>
          <p14:tracePt t="668923" x="7000875" y="5164138"/>
          <p14:tracePt t="668935" x="7027863" y="5164138"/>
          <p14:tracePt t="668945" x="7062788" y="5164138"/>
          <p14:tracePt t="668958" x="7089775" y="5164138"/>
          <p14:tracePt t="668969" x="7129463" y="5164138"/>
          <p14:tracePt t="668981" x="7158038" y="5164138"/>
          <p14:tracePt t="669002" x="7191375" y="5164138"/>
          <p14:tracePt t="669046" x="7158038" y="5164138"/>
          <p14:tracePt t="669059" x="7116763" y="5164138"/>
          <p14:tracePt t="669070" x="7089775" y="5164138"/>
          <p14:tracePt t="669082" x="7062788" y="5164138"/>
          <p14:tracePt t="669093" x="7015163" y="5164138"/>
          <p14:tracePt t="669103" x="7000875" y="5164138"/>
          <p14:tracePt t="669170" x="7015163" y="5164138"/>
          <p14:tracePt t="669183" x="7027863" y="5164138"/>
          <p14:tracePt t="669194" x="7062788" y="5164138"/>
          <p14:tracePt t="669205" x="7089775" y="5164138"/>
          <p14:tracePt t="669217" x="7116763" y="5164138"/>
          <p14:tracePt t="669228" x="7143750" y="5164138"/>
          <p14:tracePt t="669239" x="7158038" y="5164138"/>
          <p14:tracePt t="669282" x="7129463" y="5164138"/>
          <p14:tracePt t="669295" x="7102475" y="5164138"/>
          <p14:tracePt t="669305" x="7062788" y="5164138"/>
          <p14:tracePt t="669318" x="7000875" y="5164138"/>
          <p14:tracePt t="669328" x="6959600" y="5164138"/>
          <p14:tracePt t="669339" x="6932613" y="5164138"/>
          <p14:tracePt t="669351" x="6911975" y="5164138"/>
          <p14:tracePt t="669408" x="6946900" y="5164138"/>
          <p14:tracePt t="669418" x="6986588" y="5176838"/>
          <p14:tracePt t="669429" x="7015163" y="5176838"/>
          <p14:tracePt t="669440" x="7062788" y="5176838"/>
          <p14:tracePt t="669452" x="7089775" y="5176838"/>
          <p14:tracePt t="669463" x="7129463" y="5176838"/>
          <p14:tracePt t="669508" x="7116763" y="5176838"/>
          <p14:tracePt t="669520" x="7089775" y="5176838"/>
          <p14:tracePt t="669531" x="7027863" y="5176838"/>
          <p14:tracePt t="669544" x="6986588" y="5176838"/>
          <p14:tracePt t="669554" x="6946900" y="5164138"/>
          <p14:tracePt t="669564" x="6911975" y="5164138"/>
          <p14:tracePt t="669577" x="6884988" y="5164138"/>
          <p14:tracePt t="669620" x="6899275" y="5164138"/>
          <p14:tracePt t="669632" x="6911975" y="5176838"/>
          <p14:tracePt t="669645" x="6959600" y="5176838"/>
          <p14:tracePt t="669656" x="7000875" y="5176838"/>
          <p14:tracePt t="669665" x="7027863" y="5176838"/>
          <p14:tracePt t="669678" x="7075488" y="5176838"/>
          <p14:tracePt t="669688" x="7102475" y="5176838"/>
          <p14:tracePt t="669700" x="7116763" y="5176838"/>
          <p14:tracePt t="669711" x="7129463" y="5176838"/>
          <p14:tracePt t="669733" x="7116763" y="5176838"/>
          <p14:tracePt t="669744" x="7089775" y="5176838"/>
          <p14:tracePt t="669755" x="7042150" y="5164138"/>
          <p14:tracePt t="669768" x="6986588" y="5164138"/>
          <p14:tracePt t="669779" x="6959600" y="5164138"/>
          <p14:tracePt t="669789" x="6911975" y="5164138"/>
          <p14:tracePt t="669801" x="6899275" y="5164138"/>
          <p14:tracePt t="669834" x="6911975" y="5164138"/>
          <p14:tracePt t="669846" x="6946900" y="5164138"/>
          <p14:tracePt t="669857" x="6986588" y="5176838"/>
          <p14:tracePt t="669869" x="7042150" y="5176838"/>
          <p14:tracePt t="669880" x="7089775" y="5176838"/>
          <p14:tracePt t="669890" x="7116763" y="5176838"/>
          <p14:tracePt t="669902" x="7143750" y="5176838"/>
          <p14:tracePt t="669935" x="7116763" y="5176838"/>
          <p14:tracePt t="669947" x="7089775" y="5164138"/>
          <p14:tracePt t="669958" x="7027863" y="5164138"/>
          <p14:tracePt t="669970" x="6986588" y="5164138"/>
          <p14:tracePt t="669980" x="6946900" y="5164138"/>
          <p14:tracePt t="669993" x="6932613" y="5164138"/>
          <p14:tracePt t="670003" x="6911975" y="5164138"/>
          <p14:tracePt t="670014" x="6911975" y="5176838"/>
          <p14:tracePt t="670037" x="6932613" y="5176838"/>
          <p14:tracePt t="670048" x="6946900" y="5176838"/>
          <p14:tracePt t="670060" x="6986588" y="5176838"/>
          <p14:tracePt t="670070" x="7000875" y="5176838"/>
          <p14:tracePt t="670083" x="7027863" y="5176838"/>
          <p14:tracePt t="670137" x="7015163" y="5176838"/>
          <p14:tracePt t="670149" x="6986588" y="5176838"/>
          <p14:tracePt t="670161" x="6946900" y="5164138"/>
          <p14:tracePt t="670172" x="6911975" y="5164138"/>
          <p14:tracePt t="670184" x="6884988" y="5164138"/>
          <p14:tracePt t="670195" x="6872288" y="5164138"/>
          <p14:tracePt t="670205" x="6872288" y="5176838"/>
          <p14:tracePt t="670228" x="6884988" y="5176838"/>
          <p14:tracePt t="670239" x="6911975" y="5176838"/>
          <p14:tracePt t="670252" x="6959600" y="5176838"/>
          <p14:tracePt t="670262" x="6986588" y="5176838"/>
          <p14:tracePt t="670273" x="7027863" y="5176838"/>
          <p14:tracePt t="670285" x="7062788" y="5176838"/>
          <p14:tracePt t="670329" x="7042150" y="5176838"/>
          <p14:tracePt t="670340" x="7000875" y="5176838"/>
          <p14:tracePt t="670353" x="6946900" y="5164138"/>
          <p14:tracePt t="670363" x="6899275" y="5164138"/>
          <p14:tracePt t="670374" x="6872288" y="5164138"/>
          <p14:tracePt t="670386" x="6858000" y="5164138"/>
          <p14:tracePt t="670453" x="6872288" y="5164138"/>
          <p14:tracePt t="670465" x="6884988" y="5176838"/>
          <p14:tracePt t="670471" x="6899275" y="5176838"/>
          <p14:tracePt t="673053" x="6884988" y="5176838"/>
          <p14:tracePt t="673065" x="6858000" y="5176838"/>
          <p14:tracePt t="673074" x="6816725" y="5176838"/>
          <p14:tracePt t="673086" x="6804025" y="5176838"/>
          <p14:tracePt t="673356" x="6804025" y="5164138"/>
          <p14:tracePt t="673468" x="6804025" y="5176838"/>
          <p14:tracePt t="673524" x="6804025" y="5164138"/>
          <p14:tracePt t="673806" x="6783388" y="5164138"/>
          <p14:tracePt t="673850" x="6783388" y="5149850"/>
          <p14:tracePt t="673862" x="6804025" y="5149850"/>
          <p14:tracePt t="673929" x="6783388" y="5129213"/>
          <p14:tracePt t="673952" x="6783388" y="5116513"/>
          <p14:tracePt t="673964" x="6769100" y="5102225"/>
          <p14:tracePt t="673974" x="6769100" y="5089525"/>
          <p14:tracePt t="673986" x="6756400" y="5089525"/>
          <p14:tracePt t="673998" x="6729413" y="5062538"/>
          <p14:tracePt t="674008" x="6700838" y="5048250"/>
          <p14:tracePt t="674019" x="6673850" y="5033963"/>
          <p14:tracePt t="674032" x="6626225" y="5033963"/>
          <p14:tracePt t="674042" x="6586538" y="5021263"/>
          <p14:tracePt t="674054" x="6545263" y="5021263"/>
          <p14:tracePt t="674066" x="6497638" y="5000625"/>
          <p14:tracePt t="674077" x="6456363" y="5000625"/>
          <p14:tracePt t="674087" x="6429375" y="5000625"/>
          <p14:tracePt t="674099" x="6396038" y="5000625"/>
          <p14:tracePt t="674110" x="6367463" y="5000625"/>
          <p14:tracePt t="674121" x="6340475" y="5021263"/>
          <p14:tracePt t="674143" x="6327775" y="5033963"/>
          <p14:tracePt t="674156" x="6327775" y="5048250"/>
          <p14:tracePt t="674167" x="6313488" y="5062538"/>
          <p14:tracePt t="674188" x="6313488" y="5075238"/>
          <p14:tracePt t="674200" x="6313488" y="5089525"/>
          <p14:tracePt t="674210" x="6313488" y="5102225"/>
          <p14:tracePt t="674223" x="6313488" y="5116513"/>
          <p14:tracePt t="674234" x="6340475" y="5129213"/>
          <p14:tracePt t="674244" x="6381750" y="5149850"/>
          <p14:tracePt t="674257" x="6456363" y="5164138"/>
          <p14:tracePt t="674268" x="6545263" y="5176838"/>
          <p14:tracePt t="674279" x="6626225" y="5191125"/>
          <p14:tracePt t="674291" x="6688138" y="5191125"/>
          <p14:tracePt t="674301" x="6756400" y="5176838"/>
          <p14:tracePt t="674312" x="6816725" y="5164138"/>
          <p14:tracePt t="674324" x="6843713" y="5129213"/>
          <p14:tracePt t="674335" x="6858000" y="5102225"/>
          <p14:tracePt t="674347" x="6858000" y="5062538"/>
          <p14:tracePt t="674357" x="6858000" y="5033963"/>
          <p14:tracePt t="674369" x="6831013" y="4986338"/>
          <p14:tracePt t="674381" x="6804025" y="4959350"/>
          <p14:tracePt t="674392" x="6742113" y="4932363"/>
          <p14:tracePt t="674403" x="6700838" y="4905375"/>
          <p14:tracePt t="674415" x="6626225" y="4884738"/>
          <p14:tracePt t="674425" x="6557963" y="4884738"/>
          <p14:tracePt t="674437" x="6497638" y="4884738"/>
          <p14:tracePt t="674448" x="6443663" y="4905375"/>
          <p14:tracePt t="674459" x="6381750" y="4932363"/>
          <p14:tracePt t="674471" x="6354763" y="4946650"/>
          <p14:tracePt t="674482" x="6327775" y="4973638"/>
          <p14:tracePt t="674492" x="6313488" y="5021263"/>
          <p14:tracePt t="674504" x="6313488" y="5062538"/>
          <p14:tracePt t="674516" x="6327775" y="5075238"/>
          <p14:tracePt t="674526" x="6354763" y="5116513"/>
          <p14:tracePt t="674538" x="6408738" y="5149850"/>
          <p14:tracePt t="674549" x="6497638" y="5176838"/>
          <p14:tracePt t="674559" x="6626225" y="5191125"/>
          <p14:tracePt t="674571" x="6756400" y="5205413"/>
          <p14:tracePt t="674582" x="6843713" y="5191125"/>
          <p14:tracePt t="674593" x="6959600" y="5176838"/>
          <p14:tracePt t="674605" x="7027863" y="5164138"/>
          <p14:tracePt t="674616" x="7075488" y="5116513"/>
          <p14:tracePt t="674649" x="7089775" y="5102225"/>
          <p14:tracePt t="674653" x="7102475" y="5062538"/>
          <p14:tracePt t="674662" x="7075488" y="5000625"/>
          <p14:tracePt t="674665" x="7042150" y="4973638"/>
          <p14:tracePt t="674681" x="6959600" y="4919663"/>
          <p14:tracePt t="674686" x="6843713" y="4872038"/>
          <p14:tracePt t="674696" x="6742113" y="4843463"/>
          <p14:tracePt t="674706" x="6586538" y="4816475"/>
          <p14:tracePt t="674717" x="6443663" y="4803775"/>
          <p14:tracePt t="674730" x="6327775" y="4803775"/>
          <p14:tracePt t="674740" x="6265863" y="4816475"/>
          <p14:tracePt t="674751" x="6211888" y="4843463"/>
          <p14:tracePt t="674762" x="6184900" y="4884738"/>
          <p14:tracePt t="674774" x="6170613" y="4932363"/>
          <p14:tracePt t="674785" x="6170613" y="4986338"/>
          <p14:tracePt t="674796" x="6211888" y="5033963"/>
          <p14:tracePt t="674807" x="6238875" y="5075238"/>
          <p14:tracePt t="674819" x="6313488" y="5116513"/>
          <p14:tracePt t="674830" x="6396038" y="5164138"/>
          <p14:tracePt t="674840" x="6497638" y="5191125"/>
          <p14:tracePt t="674852" x="6572250" y="5191125"/>
          <p14:tracePt t="674864" x="6653213" y="5191125"/>
          <p14:tracePt t="674874" x="6729413" y="5191125"/>
          <p14:tracePt t="674885" x="6783388" y="5176838"/>
          <p14:tracePt t="674898" x="6843713" y="5164138"/>
          <p14:tracePt t="674908" x="6884988" y="5116513"/>
          <p14:tracePt t="674920" x="6899275" y="5089525"/>
          <p14:tracePt t="674932" x="6899275" y="5048250"/>
          <p14:tracePt t="674941" x="6899275" y="5000625"/>
          <p14:tracePt t="674953" x="6884988" y="4959350"/>
          <p14:tracePt t="674965" x="6872288" y="4932363"/>
          <p14:tracePt t="674976" x="6831013" y="4919663"/>
          <p14:tracePt t="674988" x="6783388" y="4884738"/>
          <p14:tracePt t="674999" x="6756400" y="4884738"/>
          <p14:tracePt t="675009" x="6729413" y="4884738"/>
          <p14:tracePt t="675021" x="6715125" y="4884738"/>
          <p14:tracePt t="675032" x="6715125" y="4905375"/>
          <p14:tracePt t="675043" x="6700838" y="4905375"/>
          <p14:tracePt t="675065" x="6700838" y="4919663"/>
          <p14:tracePt t="675076" x="6715125" y="4919663"/>
          <p14:tracePt t="675606" x="6700838" y="4919663"/>
          <p14:tracePt t="675608" x="6673850" y="4919663"/>
          <p14:tracePt t="675618" x="6626225" y="4919663"/>
          <p14:tracePt t="675619" x="6572250" y="4932363"/>
          <p14:tracePt t="675629" x="6510338" y="4932363"/>
          <p14:tracePt t="675641" x="6396038" y="4959350"/>
          <p14:tracePt t="675653" x="6253163" y="4973638"/>
          <p14:tracePt t="675662" x="6110288" y="5021263"/>
          <p14:tracePt t="675695" x="6007100" y="5033963"/>
          <p14:tracePt t="675699" x="5878513" y="5048250"/>
          <p14:tracePt t="675898" x="5891213" y="5048250"/>
          <p14:tracePt t="675943" x="5891213" y="5062538"/>
          <p14:tracePt t="676010" x="5878513" y="5075238"/>
          <p14:tracePt t="676022" x="5864225" y="5075238"/>
          <p14:tracePt t="676033" x="5851525" y="5075238"/>
          <p14:tracePt t="676046" x="5810250" y="5089525"/>
          <p14:tracePt t="676057" x="5762625" y="5102225"/>
          <p14:tracePt t="676067" x="5721350" y="5102225"/>
          <p14:tracePt t="676080" x="5667375" y="5116513"/>
          <p14:tracePt t="676090" x="5592763" y="5116513"/>
          <p14:tracePt t="676102" x="5538788" y="5129213"/>
          <p14:tracePt t="676114" x="5462588" y="5129213"/>
          <p14:tracePt t="676123" x="5408613" y="5129213"/>
          <p14:tracePt t="676136" x="5360988" y="5129213"/>
          <p14:tracePt t="676147" x="5348288" y="5129213"/>
          <p14:tracePt t="676157" x="5319713" y="5149850"/>
          <p14:tracePt t="676169" x="5307013" y="5149850"/>
          <p14:tracePt t="676180" x="5292725" y="5149850"/>
          <p14:tracePt t="676191" x="5280025" y="5149850"/>
          <p14:tracePt t="676203" x="5259388" y="5149850"/>
          <p14:tracePt t="676213" x="5232400" y="5149850"/>
          <p14:tracePt t="676224" x="5218113" y="5149850"/>
          <p14:tracePt t="676236" x="5191125" y="5149850"/>
          <p14:tracePt t="676247" x="5176838" y="5149850"/>
          <p14:tracePt t="676258" x="5149850" y="5149850"/>
          <p14:tracePt t="676270" x="5102225" y="5149850"/>
          <p14:tracePt t="676281" x="5062538" y="5149850"/>
          <p14:tracePt t="676292" x="5048250" y="5164138"/>
          <p14:tracePt t="676304" x="5000625" y="5176838"/>
          <p14:tracePt t="676316" x="4986338" y="5176838"/>
          <p14:tracePt t="676326" x="4973638" y="5176838"/>
          <p14:tracePt t="676338" x="4959350" y="5191125"/>
          <p14:tracePt t="676359" x="4946650" y="5191125"/>
          <p14:tracePt t="676381" x="4932363" y="5191125"/>
          <p14:tracePt t="676393" x="4919663" y="5191125"/>
          <p14:tracePt t="676404" x="4884738" y="5176838"/>
          <p14:tracePt t="676417" x="4843463" y="5176838"/>
          <p14:tracePt t="676430" x="4776788" y="5176838"/>
          <p14:tracePt t="676439" x="4714875" y="5176838"/>
          <p14:tracePt t="676451" x="4660900" y="5176838"/>
          <p14:tracePt t="676462" x="4586288" y="5176838"/>
          <p14:tracePt t="676472" x="4557713" y="5176838"/>
          <p14:tracePt t="676483" x="4518025" y="5191125"/>
          <p14:tracePt t="676495" x="4483100" y="5191125"/>
          <p14:tracePt t="676505" x="4456113" y="5205413"/>
          <p14:tracePt t="676518" x="4443413" y="5218113"/>
          <p14:tracePt t="676530" x="4414838" y="5245100"/>
          <p14:tracePt t="676540" x="4402138" y="5280025"/>
          <p14:tracePt t="676552" x="4367213" y="5292725"/>
          <p14:tracePt t="676563" x="4340225" y="5334000"/>
          <p14:tracePt t="676573" x="4313238" y="5360988"/>
          <p14:tracePt t="676585" x="4300538" y="5375275"/>
          <p14:tracePt t="676597" x="4259263" y="5408613"/>
          <p14:tracePt t="676608" x="4224338" y="5435600"/>
          <p14:tracePt t="676620" x="4197350" y="5449888"/>
          <p14:tracePt t="676631" x="4170363" y="5462588"/>
          <p14:tracePt t="676641" x="4157663" y="5476875"/>
          <p14:tracePt t="676653" x="4157663" y="5491163"/>
          <p14:tracePt t="676664" x="4143375" y="5503863"/>
          <p14:tracePt t="676832" x="4157663" y="5503863"/>
          <p14:tracePt t="676843" x="4170363" y="5503863"/>
          <p14:tracePt t="676855" x="4184650" y="5503863"/>
          <p14:tracePt t="676866" x="4197350" y="5503863"/>
          <p14:tracePt t="676877" x="4211638" y="5503863"/>
          <p14:tracePt t="676889" x="4224338" y="5491163"/>
          <p14:tracePt t="676900" x="4224338" y="5476875"/>
          <p14:tracePt t="676911" x="4224338" y="5435600"/>
          <p14:tracePt t="676923" x="4211638" y="5408613"/>
          <p14:tracePt t="676934" x="4184650" y="5375275"/>
          <p14:tracePt t="676946" x="4143375" y="5348288"/>
          <p14:tracePt t="676957" x="4110038" y="5319713"/>
          <p14:tracePt t="676967" x="4054475" y="5319713"/>
          <p14:tracePt t="676979" x="4014788" y="5319713"/>
          <p14:tracePt t="676990" x="3979863" y="5319713"/>
          <p14:tracePt t="677001" x="3952875" y="5348288"/>
          <p14:tracePt t="677013" x="3925888" y="5375275"/>
          <p14:tracePt t="677024" x="3911600" y="5408613"/>
          <p14:tracePt t="677035" x="3911600" y="5435600"/>
          <p14:tracePt t="677047" x="3911600" y="5462588"/>
          <p14:tracePt t="677058" x="3925888" y="5491163"/>
          <p14:tracePt t="677068" x="3938588" y="5503863"/>
          <p14:tracePt t="677081" x="3967163" y="5503863"/>
          <p14:tracePt t="677091" x="3994150" y="5518150"/>
          <p14:tracePt t="677102" x="4027488" y="5518150"/>
          <p14:tracePt t="677114" x="4041775" y="5503863"/>
          <p14:tracePt t="677135" x="4054475" y="5491163"/>
          <p14:tracePt t="677148" x="4054475" y="5476875"/>
          <p14:tracePt t="677158" x="4054475" y="5462588"/>
          <p14:tracePt t="677169" x="4054475" y="5449888"/>
          <p14:tracePt t="677182" x="4041775" y="5435600"/>
          <p14:tracePt t="677192" x="4041775" y="5422900"/>
          <p14:tracePt t="677203" x="4054475" y="5422900"/>
          <p14:tracePt t="677215" x="4054475" y="5408613"/>
          <p14:tracePt t="677226" x="4068763" y="5387975"/>
          <p14:tracePt t="677237" x="4095750" y="5375275"/>
          <p14:tracePt t="677249" x="4157663" y="5360988"/>
          <p14:tracePt t="677260" x="4211638" y="5334000"/>
          <p14:tracePt t="677270" x="4300538" y="5307013"/>
          <p14:tracePt t="677283" x="4367213" y="5259388"/>
          <p14:tracePt t="677294" x="4429125" y="5232400"/>
          <p14:tracePt t="677304" x="4497388" y="5205413"/>
          <p14:tracePt t="677316" x="4598988" y="5164138"/>
          <p14:tracePt t="677327" x="4687888" y="5149850"/>
          <p14:tracePt t="677339" x="4803775" y="5102225"/>
          <p14:tracePt t="677350" x="4932363" y="5075238"/>
          <p14:tracePt t="677361" x="5062538" y="5033963"/>
          <p14:tracePt t="677373" x="5149850" y="5000625"/>
          <p14:tracePt t="677383" x="5232400" y="4986338"/>
          <p14:tracePt t="677394" x="5307013" y="4959350"/>
          <p14:tracePt t="677407" x="5360988" y="4946650"/>
          <p14:tracePt t="677417" x="5408613" y="4946650"/>
          <p14:tracePt t="677428" x="5435600" y="4932363"/>
          <p14:tracePt t="677441" x="5462588" y="4932363"/>
          <p14:tracePt t="677451" x="5476875" y="4932363"/>
          <p14:tracePt t="677462" x="5476875" y="4919663"/>
          <p14:tracePt t="677474" x="5491163" y="4919663"/>
          <p14:tracePt t="677484" x="5503863" y="4905375"/>
          <p14:tracePt t="677507" x="5538788" y="4884738"/>
          <p14:tracePt t="677529" x="5551488" y="4872038"/>
          <p14:tracePt t="677541" x="5565775" y="4872038"/>
          <p14:tracePt t="677552" x="5565775" y="4857750"/>
          <p14:tracePt t="677564" x="5578475" y="4857750"/>
          <p14:tracePt t="677585" x="5605463" y="4843463"/>
          <p14:tracePt t="677608" x="5619750" y="4830763"/>
          <p14:tracePt t="677620" x="5619750" y="4816475"/>
          <p14:tracePt t="677642" x="5605463" y="4816475"/>
          <p14:tracePt t="677653" x="5578475" y="4803775"/>
          <p14:tracePt t="677666" x="5551488" y="4789488"/>
          <p14:tracePt t="677676" x="5476875" y="4789488"/>
          <p14:tracePt t="677687" x="5408613" y="4776788"/>
          <p14:tracePt t="677700" x="5319713" y="4776788"/>
          <p14:tracePt t="677710" x="5259388" y="4789488"/>
          <p14:tracePt t="677721" x="5205413" y="4803775"/>
          <p14:tracePt t="677733" x="5164138" y="4816475"/>
          <p14:tracePt t="677744" x="5129213" y="4830763"/>
          <p14:tracePt t="677756" x="5116513" y="4857750"/>
          <p14:tracePt t="677767" x="5089525" y="4884738"/>
          <p14:tracePt t="677789" x="5089525" y="4919663"/>
          <p14:tracePt t="677789" x="5089525" y="4959350"/>
          <p14:tracePt t="677799" x="5089525" y="5000625"/>
          <p14:tracePt t="677811" x="5089525" y="5048250"/>
          <p14:tracePt t="677823" x="5102225" y="5089525"/>
          <p14:tracePt t="677834" x="5129213" y="5129213"/>
          <p14:tracePt t="677847" x="5164138" y="5164138"/>
          <p14:tracePt t="677859" x="5191125" y="5176838"/>
          <p14:tracePt t="677869" x="5232400" y="5205413"/>
          <p14:tracePt t="677878" x="5280025" y="5218113"/>
          <p14:tracePt t="677892" x="5319713" y="5218113"/>
          <p14:tracePt t="677902" x="5387975" y="5232400"/>
          <p14:tracePt t="677913" x="5462588" y="5245100"/>
          <p14:tracePt t="677925" x="5538788" y="5245100"/>
          <p14:tracePt t="677934" x="5634038" y="5232400"/>
          <p14:tracePt t="677946" x="5735638" y="5232400"/>
          <p14:tracePt t="677957" x="5837238" y="5205413"/>
          <p14:tracePt t="677968" x="5891213" y="5191125"/>
          <p14:tracePt t="677980" x="5980113" y="5164138"/>
          <p14:tracePt t="677991" x="6054725" y="5129213"/>
          <p14:tracePt t="678002" x="6081713" y="5102225"/>
          <p14:tracePt t="678014" x="6096000" y="5075238"/>
          <p14:tracePt t="678025" x="6110288" y="5033963"/>
          <p14:tracePt t="678035" x="6110288" y="5000625"/>
          <p14:tracePt t="678047" x="6081713" y="4959350"/>
          <p14:tracePt t="678059" x="6054725" y="4919663"/>
          <p14:tracePt t="678069" x="5994400" y="4884738"/>
          <p14:tracePt t="678081" x="5953125" y="4857750"/>
          <p14:tracePt t="678093" x="5864225" y="4830763"/>
          <p14:tracePt t="678103" x="5795963" y="4816475"/>
          <p14:tracePt t="678115" x="5721350" y="4803775"/>
          <p14:tracePt t="678126" x="5634038" y="4789488"/>
          <p14:tracePt t="678137" x="5551488" y="4789488"/>
          <p14:tracePt t="678148" x="5476875" y="4789488"/>
          <p14:tracePt t="678159" x="5422900" y="4803775"/>
          <p14:tracePt t="678170" x="5348288" y="4830763"/>
          <p14:tracePt t="678182" x="5307013" y="4872038"/>
          <p14:tracePt t="678193" x="5280025" y="4905375"/>
          <p14:tracePt t="678204" x="5245100" y="4946650"/>
          <p14:tracePt t="678216" x="5218113" y="4986338"/>
          <p14:tracePt t="678227" x="5218113" y="5021263"/>
          <p14:tracePt t="678239" x="5205413" y="5062538"/>
          <p14:tracePt t="678249" x="5218113" y="5075238"/>
          <p14:tracePt t="678261" x="5218113" y="5089525"/>
          <p14:tracePt t="678273" x="5245100" y="5102225"/>
          <p14:tracePt t="678283" x="5280025" y="5116513"/>
          <p14:tracePt t="678295" x="5307013" y="5129213"/>
          <p14:tracePt t="678307" x="5348288" y="5149850"/>
          <p14:tracePt t="678317" x="5422900" y="5149850"/>
          <p14:tracePt t="678328" x="5503863" y="5149850"/>
          <p14:tracePt t="678340" x="5578475" y="5149850"/>
          <p14:tracePt t="678351" x="5681663" y="5149850"/>
          <p14:tracePt t="678362" x="5762625" y="5116513"/>
          <p14:tracePt t="678374" x="5824538" y="5102225"/>
          <p14:tracePt t="678384" x="5864225" y="5075238"/>
          <p14:tracePt t="678396" x="5891213" y="5048250"/>
          <p14:tracePt t="678407" x="5891213" y="5021263"/>
          <p14:tracePt t="678418" x="5878513" y="4986338"/>
          <p14:tracePt t="678431" x="5864225" y="4946650"/>
          <p14:tracePt t="678442" x="5824538" y="4905375"/>
          <p14:tracePt t="678452" x="5762625" y="4872038"/>
          <p14:tracePt t="678464" x="5708650" y="4843463"/>
          <p14:tracePt t="678475" x="5619750" y="4830763"/>
          <p14:tracePt t="678486" x="5551488" y="4830763"/>
          <p14:tracePt t="678497" x="5462588" y="4830763"/>
          <p14:tracePt t="678508" x="5387975" y="4843463"/>
          <p14:tracePt t="678520" x="5334000" y="4872038"/>
          <p14:tracePt t="678532" x="5280025" y="4919663"/>
          <p14:tracePt t="678543" x="5245100" y="4973638"/>
          <p14:tracePt t="678553" x="5232400" y="5000625"/>
          <p14:tracePt t="678565" x="5232400" y="5033963"/>
          <p14:tracePt t="678576" x="5232400" y="5048250"/>
          <p14:tracePt t="678586" x="5245100" y="5062538"/>
          <p14:tracePt t="678598" x="5245100" y="5075238"/>
          <p14:tracePt t="678609" x="5259388" y="5075238"/>
          <p14:tracePt t="678621" x="5280025" y="5089525"/>
          <p14:tracePt t="678632" x="5292725" y="5089525"/>
          <p14:tracePt t="678654" x="5307013" y="5089525"/>
          <p14:tracePt t="679205" x="5307013" y="5102225"/>
          <p14:tracePt t="679228" x="5319713" y="5102225"/>
          <p14:tracePt t="679273" x="5307013" y="5102225"/>
          <p14:tracePt t="679295" x="5292725" y="5102225"/>
          <p14:tracePt t="679565" x="5307013" y="5102225"/>
          <p14:tracePt t="679655" x="5319713" y="5102225"/>
          <p14:tracePt t="679779" x="5334000" y="5102225"/>
          <p14:tracePt t="679903" x="5348288" y="5102225"/>
          <p14:tracePt t="679970" x="5348288" y="5089525"/>
          <p14:tracePt t="680297" x="5334000" y="5089525"/>
          <p14:tracePt t="680308" x="5319713" y="5089525"/>
          <p14:tracePt t="680319" x="5307013" y="5089525"/>
          <p14:tracePt t="680331" x="5280025" y="5089525"/>
          <p14:tracePt t="680342" x="5245100" y="5089525"/>
          <p14:tracePt t="680354" x="5218113" y="5089525"/>
          <p14:tracePt t="680366" x="5205413" y="5089525"/>
          <p14:tracePt t="680375" x="5176838" y="5089525"/>
          <p14:tracePt t="680387" x="5164138" y="5089525"/>
          <p14:tracePt t="680399" x="5149850" y="5089525"/>
          <p14:tracePt t="680409" x="5129213" y="5075238"/>
          <p14:tracePt t="680421" x="5116513" y="5075238"/>
          <p14:tracePt t="680434" x="5102225" y="5075238"/>
          <p14:tracePt t="680455" x="5089525" y="5075238"/>
          <p14:tracePt t="680467" x="5075238" y="5075238"/>
          <p14:tracePt t="680488" x="5062538" y="5075238"/>
          <p14:tracePt t="680500" x="5062538" y="5062538"/>
          <p14:tracePt t="680511" x="5048250" y="5062538"/>
          <p14:tracePt t="680533" x="5033963" y="5062538"/>
          <p14:tracePt t="680544" x="5021263" y="5062538"/>
          <p14:tracePt t="680557" x="5000625" y="5048250"/>
          <p14:tracePt t="680568" x="4986338" y="5048250"/>
          <p14:tracePt t="680579" x="4959350" y="5033963"/>
          <p14:tracePt t="680590" x="4932363" y="5021263"/>
          <p14:tracePt t="680601" x="4919663" y="5000625"/>
          <p14:tracePt t="680613" x="4884738" y="5000625"/>
          <p14:tracePt t="680625" x="4872038" y="4986338"/>
          <p14:tracePt t="680645" x="4872038" y="4973638"/>
          <p14:tracePt t="680780" x="4884738" y="4973638"/>
          <p14:tracePt t="680792" x="4884738" y="4986338"/>
          <p14:tracePt t="681985" x="4919663" y="4986338"/>
          <p14:tracePt t="681988" x="4946650" y="4986338"/>
          <p14:tracePt t="681996" x="5000625" y="4986338"/>
          <p14:tracePt t="682007" x="5062538" y="4986338"/>
          <p14:tracePt t="682018" x="5089525" y="4986338"/>
          <p14:tracePt t="682029" x="5116513" y="4986338"/>
          <p14:tracePt t="682096" x="5102225" y="4986338"/>
          <p14:tracePt t="682109" x="5089525" y="4973638"/>
          <p14:tracePt t="682121" x="5062538" y="4973638"/>
          <p14:tracePt t="682132" x="5048250" y="4973638"/>
          <p14:tracePt t="682142" x="5033963" y="4973638"/>
          <p14:tracePt t="682155" x="5021263" y="4973638"/>
          <p14:tracePt t="682175" x="5021263" y="4986338"/>
          <p14:tracePt t="682209" x="5021263" y="5000625"/>
          <p14:tracePt t="682221" x="5033963" y="5000625"/>
          <p14:tracePt t="682232" x="5048250" y="5021263"/>
          <p14:tracePt t="682243" x="5089525" y="5033963"/>
          <p14:tracePt t="682256" x="5116513" y="5033963"/>
          <p14:tracePt t="682266" x="5164138" y="5048250"/>
          <p14:tracePt t="682278" x="5218113" y="5062538"/>
          <p14:tracePt t="682289" x="5259388" y="5062538"/>
          <p14:tracePt t="682300" x="5319713" y="5062538"/>
          <p14:tracePt t="682312" x="5375275" y="5062538"/>
          <p14:tracePt t="682323" x="5422900" y="5062538"/>
          <p14:tracePt t="682333" x="5449888" y="5062538"/>
          <p14:tracePt t="682346" x="5462588" y="5048250"/>
          <p14:tracePt t="682357" x="5462588" y="5033963"/>
          <p14:tracePt t="682378" x="5462588" y="5021263"/>
          <p14:tracePt t="682390" x="5449888" y="5000625"/>
          <p14:tracePt t="682401" x="5435600" y="4986338"/>
          <p14:tracePt t="682413" x="5387975" y="4973638"/>
          <p14:tracePt t="682423" x="5348288" y="4959350"/>
          <p14:tracePt t="682435" x="5319713" y="4959350"/>
          <p14:tracePt t="682446" x="5292725" y="4959350"/>
          <p14:tracePt t="682457" x="5259388" y="4959350"/>
          <p14:tracePt t="682468" x="5232400" y="4959350"/>
          <p14:tracePt t="682480" x="5218113" y="4959350"/>
          <p14:tracePt t="682491" x="5205413" y="4973638"/>
          <p14:tracePt t="682513" x="5205413" y="4986338"/>
          <p14:tracePt t="682536" x="5205413" y="5000625"/>
          <p14:tracePt t="682547" x="5218113" y="5000625"/>
          <p14:tracePt t="682559" x="5232400" y="5000625"/>
          <p14:tracePt t="682581" x="5245100" y="5021263"/>
          <p14:tracePt t="682584" x="5280025" y="5021263"/>
          <p14:tracePt t="682593" x="5292725" y="5021263"/>
          <p14:tracePt t="682605" x="5319713" y="5021263"/>
          <p14:tracePt t="682614" x="5334000" y="5000625"/>
          <p14:tracePt t="682637" x="5348288" y="5000625"/>
          <p14:tracePt t="682648" x="5348288" y="4986338"/>
          <p14:tracePt t="682660" x="5348288" y="4973638"/>
          <p14:tracePt t="682682" x="5348288" y="4959350"/>
          <p14:tracePt t="682704" x="5348288" y="4946650"/>
          <p14:tracePt t="682715" x="5334000" y="4946650"/>
          <p14:tracePt t="682728" x="5319713" y="4946650"/>
          <p14:tracePt t="682739" x="5307013" y="4932363"/>
          <p14:tracePt t="682750" x="5292725" y="4932363"/>
          <p14:tracePt t="682762" x="5280025" y="4946650"/>
          <p14:tracePt t="682773" x="5259388" y="4946650"/>
          <p14:tracePt t="682784" x="5245100" y="4959350"/>
          <p14:tracePt t="682796" x="5245100" y="4973638"/>
          <p14:tracePt t="682807" x="5245100" y="5000625"/>
          <p14:tracePt t="682817" x="5245100" y="5021263"/>
          <p14:tracePt t="682829" x="5259388" y="5048250"/>
          <p14:tracePt t="682840" x="5280025" y="5062538"/>
          <p14:tracePt t="682850" x="5307013" y="5075238"/>
          <p14:tracePt t="682863" x="5334000" y="5089525"/>
          <p14:tracePt t="682874" x="5375275" y="5102225"/>
          <p14:tracePt t="682884" x="5422900" y="5102225"/>
          <p14:tracePt t="682896" x="5476875" y="5102225"/>
          <p14:tracePt t="682907" x="5518150" y="5102225"/>
          <p14:tracePt t="682918" x="5565775" y="5102225"/>
          <p14:tracePt t="682929" x="5578475" y="5102225"/>
          <p14:tracePt t="682941" x="5605463" y="5089525"/>
          <p14:tracePt t="682953" x="5605463" y="5075238"/>
          <p14:tracePt t="682974" x="5605463" y="5062538"/>
          <p14:tracePt t="682987" x="5592763" y="5048250"/>
          <p14:tracePt t="682997" x="5578475" y="5033963"/>
          <p14:tracePt t="683010" x="5538788" y="5021263"/>
          <p14:tracePt t="683031" x="5491163" y="5000625"/>
          <p14:tracePt t="683031" x="5449888" y="4986338"/>
          <p14:tracePt t="683043" x="5408613" y="4986338"/>
          <p14:tracePt t="683055" x="5348288" y="4973638"/>
          <p14:tracePt t="683065" x="5292725" y="4973638"/>
          <p14:tracePt t="683077" x="5245100" y="4986338"/>
          <p14:tracePt t="683089" x="5205413" y="4986338"/>
          <p14:tracePt t="683098" x="5176838" y="4986338"/>
          <p14:tracePt t="683110" x="5149850" y="5000625"/>
          <p14:tracePt t="683121" x="5129213" y="5000625"/>
          <p14:tracePt t="683143" x="5116513" y="5021263"/>
          <p14:tracePt t="683176" x="5116513" y="5033963"/>
          <p14:tracePt t="683526" x="5075238" y="5021263"/>
          <p14:tracePt t="683529" x="5062538" y="5021263"/>
          <p14:tracePt t="683539" x="5021263" y="5021263"/>
          <p14:tracePt t="683549" x="4959350" y="5000625"/>
          <p14:tracePt t="683560" x="4919663" y="4986338"/>
          <p14:tracePt t="683572" x="4843463" y="4986338"/>
          <p14:tracePt t="683582" x="4789488" y="4973638"/>
          <p14:tracePt t="683595" x="4741863" y="4973638"/>
          <p14:tracePt t="683605" x="4714875" y="4959350"/>
          <p14:tracePt t="683617" x="4700588" y="4959350"/>
          <p14:tracePt t="683762" x="4714875" y="4959350"/>
          <p14:tracePt t="683784" x="4729163" y="4973638"/>
          <p14:tracePt t="683796" x="4741863" y="4973638"/>
          <p14:tracePt t="683807" x="4741863" y="4986338"/>
          <p14:tracePt t="683819" x="4756150" y="4986338"/>
          <p14:tracePt t="683830" x="4776788" y="5000625"/>
          <p14:tracePt t="683841" x="4789488" y="5000625"/>
          <p14:tracePt t="683853" x="4803775" y="5021263"/>
          <p14:tracePt t="683865" x="4816475" y="5033963"/>
          <p14:tracePt t="683875" x="4843463" y="5048250"/>
          <p14:tracePt t="683887" x="4872038" y="5048250"/>
          <p14:tracePt t="683898" x="4905375" y="5062538"/>
          <p14:tracePt t="683908" x="4946650" y="5075238"/>
          <p14:tracePt t="683921" x="5000625" y="5075238"/>
          <p14:tracePt t="683931" x="5048250" y="5089525"/>
          <p14:tracePt t="683942" x="5116513" y="5089525"/>
          <p14:tracePt t="683954" x="5191125" y="5089525"/>
          <p14:tracePt t="683965" x="5245100" y="5089525"/>
          <p14:tracePt t="683975" x="5307013" y="5089525"/>
          <p14:tracePt t="683988" x="5348288" y="5089525"/>
          <p14:tracePt t="683998" x="5387975" y="5089525"/>
          <p14:tracePt t="684009" x="5422900" y="5089525"/>
          <p14:tracePt t="684021" x="5449888" y="5075238"/>
          <p14:tracePt t="684032" x="5491163" y="5062538"/>
          <p14:tracePt t="684043" x="5503863" y="5062538"/>
          <p14:tracePt t="684055" x="5538788" y="5033963"/>
          <p14:tracePt t="684088" x="5551488" y="5021263"/>
          <p14:tracePt t="684091" x="5551488" y="5000625"/>
          <p14:tracePt t="684100" x="5551488" y="4986338"/>
          <p14:tracePt t="684101" x="5551488" y="4959350"/>
          <p14:tracePt t="684111" x="5538788" y="4959350"/>
          <p14:tracePt t="684124" x="5503863" y="4932363"/>
          <p14:tracePt t="684133" x="5462588" y="4919663"/>
          <p14:tracePt t="684145" x="5408613" y="4905375"/>
          <p14:tracePt t="684157" x="5360988" y="4884738"/>
          <p14:tracePt t="684168" x="5292725" y="4884738"/>
          <p14:tracePt t="684178" x="5232400" y="4884738"/>
          <p14:tracePt t="684189" x="5191125" y="4884738"/>
          <p14:tracePt t="684201" x="5149850" y="4905375"/>
          <p14:tracePt t="684212" x="5102225" y="4932363"/>
          <p14:tracePt t="684223" x="5075238" y="4959350"/>
          <p14:tracePt t="684236" x="5062538" y="4986338"/>
          <p14:tracePt t="684247" x="5048250" y="5021263"/>
          <p14:tracePt t="684257" x="5048250" y="5048250"/>
          <p14:tracePt t="684268" x="5062538" y="5062538"/>
          <p14:tracePt t="684281" x="5075238" y="5075238"/>
          <p14:tracePt t="684291" x="5102225" y="5089525"/>
          <p14:tracePt t="684302" x="5129213" y="5102225"/>
          <p14:tracePt t="684314" x="5176838" y="5102225"/>
          <p14:tracePt t="684324" x="5232400" y="5102225"/>
          <p14:tracePt t="684336" x="5307013" y="5102225"/>
          <p14:tracePt t="684348" x="5360988" y="5102225"/>
          <p14:tracePt t="684358" x="5462588" y="5102225"/>
          <p14:tracePt t="684370" x="5592763" y="5102225"/>
          <p14:tracePt t="684381" x="5681663" y="5089525"/>
          <p14:tracePt t="684392" x="5810250" y="5075238"/>
          <p14:tracePt t="684404" x="5938838" y="5062538"/>
          <p14:tracePt t="684416" x="6042025" y="5048250"/>
          <p14:tracePt t="684426" x="6170613" y="5048250"/>
          <p14:tracePt t="684438" x="6280150" y="5033963"/>
          <p14:tracePt t="684449" x="6354763" y="5033963"/>
          <p14:tracePt t="684459" x="6443663" y="5033963"/>
          <p14:tracePt t="684471" x="6510338" y="5033963"/>
          <p14:tracePt t="684482" x="6572250" y="5033963"/>
          <p14:tracePt t="684493" x="6613525" y="5033963"/>
          <p14:tracePt t="684505" x="6673850" y="5021263"/>
          <p14:tracePt t="684516" x="6700838" y="5021263"/>
          <p14:tracePt t="684527" x="6715125" y="5000625"/>
          <p14:tracePt t="684539" x="6715125" y="4986338"/>
          <p14:tracePt t="684550" x="6715125" y="4973638"/>
          <p14:tracePt t="684561" x="6700838" y="4959350"/>
          <p14:tracePt t="684573" x="6673850" y="4946650"/>
          <p14:tracePt t="684584" x="6613525" y="4932363"/>
          <p14:tracePt t="684594" x="6510338" y="4919663"/>
          <p14:tracePt t="684607" x="6456363" y="4919663"/>
          <p14:tracePt t="684617" x="6381750" y="4919663"/>
          <p14:tracePt t="684628" x="6327775" y="4946650"/>
          <p14:tracePt t="684640" x="6300788" y="4973638"/>
          <p14:tracePt t="684651" x="6265863" y="5000625"/>
          <p14:tracePt t="684663" x="6253163" y="5033963"/>
          <p14:tracePt t="684674" x="6253163" y="5062538"/>
          <p14:tracePt t="684684" x="6265863" y="5089525"/>
          <p14:tracePt t="684696" x="6280150" y="5129213"/>
          <p14:tracePt t="684707" x="6340475" y="5149850"/>
          <p14:tracePt t="684719" x="6381750" y="5176838"/>
          <p14:tracePt t="684731" x="6456363" y="5191125"/>
          <p14:tracePt t="684741" x="6524625" y="5191125"/>
          <p14:tracePt t="684752" x="6586538" y="5205413"/>
          <p14:tracePt t="684764" x="6653213" y="5205413"/>
          <p14:tracePt t="684774" x="6729413" y="5191125"/>
          <p14:tracePt t="684786" x="6756400" y="5176838"/>
          <p14:tracePt t="684798" x="6783388" y="5149850"/>
          <p14:tracePt t="684808" x="6804025" y="5116513"/>
          <p14:tracePt t="684820" x="6804025" y="5089525"/>
          <p14:tracePt t="684831" x="6804025" y="5062538"/>
          <p14:tracePt t="684842" x="6769100" y="5021263"/>
          <p14:tracePt t="684855" x="6742113" y="4986338"/>
          <p14:tracePt t="684865" x="6688138" y="4973638"/>
          <p14:tracePt t="684875" x="6599238" y="4959350"/>
          <p14:tracePt t="684887" x="6524625" y="4946650"/>
          <p14:tracePt t="684899" x="6470650" y="4946650"/>
          <p14:tracePt t="684909" x="6408738" y="4959350"/>
          <p14:tracePt t="684921" x="6381750" y="4986338"/>
          <p14:tracePt t="684932" x="6367463" y="5000625"/>
          <p14:tracePt t="684943" x="6354763" y="5021263"/>
          <p14:tracePt t="684955" x="6354763" y="5033963"/>
          <p14:tracePt t="684966" x="6367463" y="5048250"/>
          <p14:tracePt t="684977" x="6396038" y="5062538"/>
          <p14:tracePt t="684989" x="6456363" y="5089525"/>
          <p14:tracePt t="685000" x="6510338" y="5089525"/>
          <p14:tracePt t="685010" x="6572250" y="5102225"/>
          <p14:tracePt t="685022" x="6640513" y="5102225"/>
          <p14:tracePt t="685034" x="6688138" y="5102225"/>
          <p14:tracePt t="685044" x="6715125" y="5089525"/>
          <p14:tracePt t="685057" x="6742113" y="5075238"/>
          <p14:tracePt t="685068" x="6742113" y="5062538"/>
          <p14:tracePt t="685078" x="6742113" y="5033963"/>
          <p14:tracePt t="685089" x="6742113" y="5021263"/>
          <p14:tracePt t="685101" x="6715125" y="4973638"/>
          <p14:tracePt t="685134" x="6673850" y="4946650"/>
          <p14:tracePt t="685138" x="6626225" y="4932363"/>
          <p14:tracePt t="685148" x="6572250" y="4919663"/>
          <p14:tracePt t="685149" x="6510338" y="4905375"/>
          <p14:tracePt t="685158" x="6470650" y="4905375"/>
          <p14:tracePt t="685170" x="6443663" y="4919663"/>
          <p14:tracePt t="685182" x="6396038" y="4932363"/>
          <p14:tracePt t="685191" x="6367463" y="4946650"/>
          <p14:tracePt t="685203" x="6340475" y="4959350"/>
          <p14:tracePt t="685215" x="6327775" y="4973638"/>
          <p14:tracePt t="685224" x="6313488" y="4986338"/>
          <p14:tracePt t="685236" x="6313488" y="5000625"/>
          <p14:tracePt t="685248" x="6327775" y="5021263"/>
          <p14:tracePt t="685258" x="6340475" y="5033963"/>
          <p14:tracePt t="685270" x="6367463" y="5048250"/>
          <p14:tracePt t="685281" x="6396038" y="5048250"/>
          <p14:tracePt t="685292" x="6456363" y="5062538"/>
          <p14:tracePt t="685304" x="6483350" y="5062538"/>
          <p14:tracePt t="685315" x="6524625" y="5062538"/>
          <p14:tracePt t="685325" x="6557963" y="5062538"/>
          <p14:tracePt t="685337" x="6572250" y="5048250"/>
          <p14:tracePt t="685359" x="6572250" y="5033963"/>
          <p14:tracePt t="685382" x="6557963" y="5000625"/>
          <p14:tracePt t="685385" x="6524625" y="4986338"/>
          <p14:tracePt t="685394" x="6483350" y="4973638"/>
          <p14:tracePt t="685406" x="6456363" y="4959350"/>
          <p14:tracePt t="685416" x="6408738" y="4946650"/>
          <p14:tracePt t="685427" x="6381750" y="4946650"/>
          <p14:tracePt t="685438" x="6340475" y="4932363"/>
          <p14:tracePt t="685450" x="6313488" y="4932363"/>
          <p14:tracePt t="685461" x="6300788" y="4932363"/>
          <p14:tracePt t="685472" x="6265863" y="4932363"/>
          <p14:tracePt t="685484" x="6253163" y="4946650"/>
          <p14:tracePt t="685495" x="6238875" y="4946650"/>
          <p14:tracePt t="685506" x="6224588" y="4946650"/>
          <p14:tracePt t="685517" x="6224588" y="4959350"/>
          <p14:tracePt t="685528" x="6211888" y="4959350"/>
          <p14:tracePt t="685540" x="6211888" y="4973638"/>
          <p14:tracePt t="685562" x="6211888" y="4986338"/>
          <p14:tracePt t="685573" x="6224588" y="4986338"/>
          <p14:tracePt t="685585" x="6253163" y="5000625"/>
          <p14:tracePt t="685597" x="6280150" y="5021263"/>
          <p14:tracePt t="685607" x="6340475" y="5021263"/>
          <p14:tracePt t="685618" x="6396038" y="5033963"/>
          <p14:tracePt t="685631" x="6456363" y="5048250"/>
          <p14:tracePt t="685641" x="6497638" y="5048250"/>
          <p14:tracePt t="685653" x="6545263" y="5048250"/>
          <p14:tracePt t="685665" x="6572250" y="5048250"/>
          <p14:tracePt t="685675" x="6586538" y="5048250"/>
          <p14:tracePt t="685686" x="6599238" y="5033963"/>
          <p14:tracePt t="685698" x="6599238" y="5021263"/>
          <p14:tracePt t="685708" x="6599238" y="4986338"/>
          <p14:tracePt t="685720" x="6586538" y="4973638"/>
          <p14:tracePt t="685731" x="6557963" y="4946650"/>
          <p14:tracePt t="685742" x="6497638" y="4905375"/>
          <p14:tracePt t="685755" x="6429375" y="4872038"/>
          <p14:tracePt t="685766" x="6280150" y="4830763"/>
          <p14:tracePt t="685777" x="6081713" y="4789488"/>
          <p14:tracePt t="685788" x="5938838" y="4776788"/>
          <p14:tracePt t="685800" x="5783263" y="4776788"/>
          <p14:tracePt t="685810" x="5634038" y="4803775"/>
          <p14:tracePt t="685822" x="5551488" y="4830763"/>
          <p14:tracePt t="685833" x="5503863" y="4857750"/>
          <p14:tracePt t="685844" x="5476875" y="4884738"/>
          <p14:tracePt t="685856" x="5476875" y="4905375"/>
          <p14:tracePt t="685866" x="5476875" y="4919663"/>
          <p14:tracePt t="685877" x="5503863" y="4946650"/>
          <p14:tracePt t="685889" x="5578475" y="4973638"/>
          <p14:tracePt t="685910" x="5681663" y="5000625"/>
          <p14:tracePt t="685914" x="5762625" y="5021263"/>
          <p14:tracePt t="685923" x="5891213" y="5033963"/>
          <p14:tracePt t="685933" x="6042025" y="5033963"/>
          <p14:tracePt t="685944" x="6137275" y="5033963"/>
          <p14:tracePt t="685956" x="6265863" y="5033963"/>
          <p14:tracePt t="685967" x="6381750" y="5021263"/>
          <p14:tracePt t="685978" x="6443663" y="4986338"/>
          <p14:tracePt t="685990" x="6483350" y="4973638"/>
          <p14:tracePt t="686001" x="6497638" y="4959350"/>
          <p14:tracePt t="686012" x="6497638" y="4946650"/>
          <p14:tracePt t="686023" x="6470650" y="4946650"/>
          <p14:tracePt t="686034" x="6429375" y="4932363"/>
          <p14:tracePt t="686047" x="6367463" y="4932363"/>
          <p14:tracePt t="686057" x="6313488" y="4932363"/>
          <p14:tracePt t="686068" x="6280150" y="4946650"/>
          <p14:tracePt t="686081" x="6253163" y="4959350"/>
          <p14:tracePt t="686091" x="6253163" y="4973638"/>
          <p14:tracePt t="686102" x="6253163" y="4986338"/>
          <p14:tracePt t="686114" x="6280150" y="5021263"/>
          <p14:tracePt t="686125" x="6340475" y="5033963"/>
          <p14:tracePt t="686137" x="6443663" y="5062538"/>
          <p14:tracePt t="686148" x="6557963" y="5075238"/>
          <p14:tracePt t="686180" x="6640513" y="5089525"/>
          <p14:tracePt t="686184" x="6742113" y="5089525"/>
          <p14:tracePt t="686194" x="6816725" y="5089525"/>
          <p14:tracePt t="686198" x="6843713" y="5075238"/>
          <p14:tracePt t="686204" x="6858000" y="5062538"/>
          <p14:tracePt t="686219" x="6858000" y="5048250"/>
          <p14:tracePt t="686228" x="6843713" y="5033963"/>
          <p14:tracePt t="686239" x="6816725" y="5000625"/>
          <p14:tracePt t="686250" x="6742113" y="4973638"/>
          <p14:tracePt t="686260" x="6673850" y="4959350"/>
          <p14:tracePt t="686272" x="6613525" y="4946650"/>
          <p14:tracePt t="686284" x="6557963" y="4946650"/>
          <p14:tracePt t="686294" x="6510338" y="4959350"/>
          <p14:tracePt t="686305" x="6483350" y="4973638"/>
          <p14:tracePt t="686316" x="6470650" y="4986338"/>
          <p14:tracePt t="686327" x="6470650" y="5021263"/>
          <p14:tracePt t="686338" x="6483350" y="5033963"/>
          <p14:tracePt t="686350" x="6497638" y="5048250"/>
          <p14:tracePt t="686360" x="6545263" y="5062538"/>
          <p14:tracePt t="686372" x="6599238" y="5075238"/>
          <p14:tracePt t="686383" x="6626225" y="5075238"/>
          <p14:tracePt t="686394" x="6673850" y="5075238"/>
          <p14:tracePt t="686406" x="6688138" y="5075238"/>
          <p14:tracePt t="686417" x="6688138" y="5062538"/>
          <p14:tracePt t="686431" x="6688138" y="5048250"/>
          <p14:tracePt t="686440" x="6653213" y="5033963"/>
          <p14:tracePt t="686451" x="6599238" y="4986338"/>
          <p14:tracePt t="686462" x="6510338" y="4959350"/>
          <p14:tracePt t="686473" x="6354763" y="4919663"/>
          <p14:tracePt t="686485" x="6184900" y="4884738"/>
          <p14:tracePt t="686497" x="6081713" y="4884738"/>
          <p14:tracePt t="686507" x="5953125" y="4884738"/>
          <p14:tracePt t="686518" x="5851525" y="4919663"/>
          <p14:tracePt t="686530" x="5810250" y="4932363"/>
          <p14:tracePt t="686540" x="5762625" y="4946650"/>
          <p14:tracePt t="686552" x="5748338" y="4959350"/>
          <p14:tracePt t="686564" x="5748338" y="4973638"/>
          <p14:tracePt t="686575" x="5762625" y="4973638"/>
          <p14:tracePt t="686586" x="5762625" y="4986338"/>
          <p14:tracePt t="686598" x="5795963" y="5000625"/>
          <p14:tracePt t="686608" x="5810250" y="5021263"/>
          <p14:tracePt t="686620" x="5851525" y="5021263"/>
          <p14:tracePt t="686631" x="5911850" y="5033963"/>
          <p14:tracePt t="686642" x="5967413" y="5033963"/>
          <p14:tracePt t="686653" x="6054725" y="5048250"/>
          <p14:tracePt t="686665" x="6149975" y="5048250"/>
          <p14:tracePt t="686676" x="6238875" y="5033963"/>
          <p14:tracePt t="686688" x="6300788" y="5021263"/>
          <p14:tracePt t="686699" x="6340475" y="5000625"/>
          <p14:tracePt t="686709" x="6354763" y="4986338"/>
          <p14:tracePt t="686721" x="6354763" y="4973638"/>
          <p14:tracePt t="686732" x="6340475" y="4959350"/>
          <p14:tracePt t="686743" x="6300788" y="4946650"/>
          <p14:tracePt t="686755" x="6238875" y="4932363"/>
          <p14:tracePt t="686767" x="6122988" y="4919663"/>
          <p14:tracePt t="686777" x="6021388" y="4919663"/>
          <p14:tracePt t="686789" x="5926138" y="4932363"/>
          <p14:tracePt t="686800" x="5851525" y="4946650"/>
          <p14:tracePt t="686810" x="5810250" y="4973638"/>
          <p14:tracePt t="686822" x="5783263" y="5000625"/>
          <p14:tracePt t="686834" x="5783263" y="5021263"/>
          <p14:tracePt t="686846" x="5783263" y="5033963"/>
          <p14:tracePt t="686856" x="5824538" y="5062538"/>
          <p14:tracePt t="686868" x="5864225" y="5089525"/>
          <p14:tracePt t="686878" x="5967413" y="5102225"/>
          <p14:tracePt t="686890" x="6069013" y="5116513"/>
          <p14:tracePt t="686901" x="6149975" y="5116513"/>
          <p14:tracePt t="686912" x="6197600" y="5116513"/>
          <p14:tracePt t="686923" x="6224588" y="5116513"/>
          <p14:tracePt t="686934" x="6238875" y="5116513"/>
          <p14:tracePt t="686957" x="6224588" y="5102225"/>
          <p14:tracePt t="686968" x="6211888" y="5102225"/>
          <p14:tracePt t="686980" x="6184900" y="5102225"/>
          <p14:tracePt t="686990" x="6137275" y="5116513"/>
          <p14:tracePt t="687003" x="6069013" y="5116513"/>
          <p14:tracePt t="687014" x="6021388" y="5116513"/>
          <p14:tracePt t="687204" x="6042025" y="5102225"/>
          <p14:tracePt t="687227" x="6042025" y="5116513"/>
          <p14:tracePt t="687230" x="6042025" y="5102225"/>
          <p14:tracePt t="687249" x="6021388" y="5102225"/>
          <p14:tracePt t="687260" x="5994400" y="5102225"/>
          <p14:tracePt t="687283" x="5967413" y="5102225"/>
          <p14:tracePt t="687286" x="5911850" y="5116513"/>
          <p14:tracePt t="687295" x="5851525" y="5116513"/>
          <p14:tracePt t="687311" x="5748338" y="5116513"/>
          <p14:tracePt t="687318" x="5681663" y="5129213"/>
          <p14:tracePt t="687328" x="5565775" y="5149850"/>
          <p14:tracePt t="687343" x="5476875" y="5176838"/>
          <p14:tracePt t="687352" x="5348288" y="5218113"/>
          <p14:tracePt t="687364" x="5218113" y="5259388"/>
          <p14:tracePt t="687375" x="5129213" y="5307013"/>
          <p14:tracePt t="687385" x="5000625" y="5375275"/>
          <p14:tracePt t="687397" x="4919663" y="5422900"/>
          <p14:tracePt t="687408" x="4803775" y="5476875"/>
          <p14:tracePt t="687419" x="4729163" y="5503863"/>
          <p14:tracePt t="687431" x="4660900" y="5551488"/>
          <p14:tracePt t="687442" x="4625975" y="5565775"/>
          <p14:tracePt t="687452" x="4613275" y="5578475"/>
          <p14:tracePt t="687474" x="4613275" y="5592763"/>
          <p14:tracePt t="687541" x="4598988" y="5592763"/>
          <p14:tracePt t="687553" x="4586288" y="5592763"/>
          <p14:tracePt t="687565" x="4545013" y="5592763"/>
          <p14:tracePt t="687576" x="4518025" y="5592763"/>
          <p14:tracePt t="687587" x="4470400" y="5605463"/>
          <p14:tracePt t="687599" x="4429125" y="5619750"/>
          <p14:tracePt t="687610" x="4354513" y="5619750"/>
          <p14:tracePt t="687620" x="4300538" y="5634038"/>
          <p14:tracePt t="687632" x="4271963" y="5634038"/>
          <p14:tracePt t="687643" x="4238625" y="5634038"/>
          <p14:tracePt t="687654" x="4224338" y="5634038"/>
          <p14:tracePt t="687733" x="4238625" y="5634038"/>
          <p14:tracePt t="687756" x="4259263" y="5634038"/>
          <p14:tracePt t="687767" x="4259263" y="5619750"/>
          <p14:tracePt t="687800" x="4259263" y="5605463"/>
          <p14:tracePt t="687834" x="4238625" y="5605463"/>
          <p14:tracePt t="687847" x="4224338" y="5605463"/>
          <p14:tracePt t="687859" x="4211638" y="5605463"/>
          <p14:tracePt t="687870" x="4197350" y="5605463"/>
          <p14:tracePt t="687880" x="4170363" y="5605463"/>
          <p14:tracePt t="687892" x="4157663" y="5605463"/>
          <p14:tracePt t="687902" x="4143375" y="5605463"/>
          <p14:tracePt t="687991" x="4143375" y="5592763"/>
          <p14:tracePt t="688014" x="4143375" y="5578475"/>
          <p14:tracePt t="688026" x="4143375" y="5565775"/>
          <p14:tracePt t="688037" x="4143375" y="5538788"/>
          <p14:tracePt t="688049" x="4143375" y="5518150"/>
          <p14:tracePt t="688060" x="4143375" y="5503863"/>
          <p14:tracePt t="688116" x="4143375" y="5518150"/>
          <p14:tracePt t="688127" x="4122738" y="5538788"/>
          <p14:tracePt t="688139" x="4143375" y="5551488"/>
          <p14:tracePt t="688151" x="4143375" y="5578475"/>
          <p14:tracePt t="688161" x="4157663" y="5592763"/>
          <p14:tracePt t="688173" x="4184650" y="5605463"/>
          <p14:tracePt t="688185" x="4211638" y="5619750"/>
          <p14:tracePt t="688195" x="4259263" y="5619750"/>
          <p14:tracePt t="688207" x="4286250" y="5634038"/>
          <p14:tracePt t="688218" x="4313238" y="5634038"/>
          <p14:tracePt t="688274" x="4286250" y="5619750"/>
          <p14:tracePt t="688286" x="4238625" y="5605463"/>
          <p14:tracePt t="688296" x="4197350" y="5605463"/>
          <p14:tracePt t="688309" x="4157663" y="5592763"/>
          <p14:tracePt t="688320" x="4110038" y="5592763"/>
          <p14:tracePt t="688330" x="4081463" y="5592763"/>
          <p14:tracePt t="688352" x="4068763" y="5592763"/>
          <p14:tracePt t="688430" x="4081463" y="5592763"/>
          <p14:tracePt t="688441" x="4095750" y="5592763"/>
          <p14:tracePt t="688464" x="4110038" y="5592763"/>
          <p14:tracePt t="688475" x="4122738" y="5592763"/>
          <p14:tracePt t="688532" x="4110038" y="5592763"/>
          <p14:tracePt t="688633" x="4122738" y="5605463"/>
          <p14:tracePt t="688645" x="4143375" y="5605463"/>
          <p14:tracePt t="688655" x="4170363" y="5605463"/>
          <p14:tracePt t="688668" x="4184650" y="5605463"/>
          <p14:tracePt t="688679" x="4211638" y="5619750"/>
          <p14:tracePt t="688689" x="4238625" y="5619750"/>
          <p14:tracePt t="688702" x="4271963" y="5634038"/>
          <p14:tracePt t="688713" x="4300538" y="5634038"/>
          <p14:tracePt t="688723" x="4340225" y="5634038"/>
          <p14:tracePt t="688735" x="4402138" y="5646738"/>
          <p14:tracePt t="688746" x="4443413" y="5646738"/>
          <p14:tracePt t="688758" x="4497388" y="5646738"/>
          <p14:tracePt t="688770" x="4572000" y="5646738"/>
          <p14:tracePt t="688780" x="4625975" y="5646738"/>
          <p14:tracePt t="688792" x="4714875" y="5646738"/>
          <p14:tracePt t="688802" x="4803775" y="5634038"/>
          <p14:tracePt t="688813" x="4884738" y="5619750"/>
          <p14:tracePt t="688826" x="4959350" y="5619750"/>
          <p14:tracePt t="688836" x="5033963" y="5592763"/>
          <p14:tracePt t="688847" x="5075238" y="5578475"/>
          <p14:tracePt t="688859" x="5102225" y="5565775"/>
          <p14:tracePt t="688871" x="5129213" y="5538788"/>
          <p14:tracePt t="688882" x="5129213" y="5491163"/>
          <p14:tracePt t="688893" x="5129213" y="5462588"/>
          <p14:tracePt t="688903" x="5129213" y="5435600"/>
          <p14:tracePt t="688914" x="5116513" y="5387975"/>
          <p14:tracePt t="688927" x="5089525" y="5348288"/>
          <p14:tracePt t="688938" x="5075238" y="5307013"/>
          <p14:tracePt t="688950" x="5033963" y="5259388"/>
          <p14:tracePt t="688960" x="4986338" y="5218113"/>
          <p14:tracePt t="688972" x="4946650" y="5176838"/>
          <p14:tracePt t="688985" x="4872038" y="5129213"/>
          <p14:tracePt t="688994" x="4803775" y="5102225"/>
          <p14:tracePt t="689006" x="4741863" y="5102225"/>
          <p14:tracePt t="689017" x="4687888" y="5102225"/>
          <p14:tracePt t="689027" x="4625975" y="5102225"/>
          <p14:tracePt t="689038" x="4586288" y="5129213"/>
          <p14:tracePt t="689050" x="4530725" y="5164138"/>
          <p14:tracePt t="689060" x="4483100" y="5205413"/>
          <p14:tracePt t="689072" x="4443413" y="5259388"/>
          <p14:tracePt t="689084" x="4414838" y="5292725"/>
          <p14:tracePt t="689094" x="4402138" y="5334000"/>
          <p14:tracePt t="689106" x="4367213" y="5360988"/>
          <p14:tracePt t="689118" x="4354513" y="5387975"/>
          <p14:tracePt t="689128" x="4354513" y="5422900"/>
          <p14:tracePt t="689140" x="4354513" y="5462588"/>
          <p14:tracePt t="689151" x="4354513" y="5476875"/>
          <p14:tracePt t="689162" x="4354513" y="5503863"/>
          <p14:tracePt t="689174" x="4354513" y="5518150"/>
          <p14:tracePt t="689185" x="4367213" y="5518150"/>
          <p14:tracePt t="689196" x="4367213" y="5538788"/>
          <p14:tracePt t="689207" x="4387850" y="5538788"/>
          <p14:tracePt t="689218" x="4402138" y="5538788"/>
          <p14:tracePt t="689229" x="4414838" y="5538788"/>
          <p14:tracePt t="689241" x="4429125" y="5538788"/>
          <p14:tracePt t="689252" x="4456113" y="5538788"/>
          <p14:tracePt t="689263" x="4483100" y="5538788"/>
          <p14:tracePt t="689275" x="4530725" y="5538788"/>
          <p14:tracePt t="689286" x="4557713" y="5538788"/>
          <p14:tracePt t="689297" x="4598988" y="5518150"/>
          <p14:tracePt t="689308" x="4646613" y="5503863"/>
          <p14:tracePt t="689330" x="4687888" y="5503863"/>
          <p14:tracePt t="689334" x="4714875" y="5491163"/>
          <p14:tracePt t="689343" x="4741863" y="5476875"/>
          <p14:tracePt t="689355" x="4789488" y="5476875"/>
          <p14:tracePt t="689368" x="4803775" y="5462588"/>
          <p14:tracePt t="689377" x="4830763" y="5462588"/>
          <p14:tracePt t="689388" x="4843463" y="5449888"/>
          <p14:tracePt t="689399" x="4857750" y="5435600"/>
          <p14:tracePt t="689421" x="4857750" y="5422900"/>
          <p14:tracePt t="689488" x="4857750" y="5435600"/>
          <p14:tracePt t="689500" x="4872038" y="5435600"/>
          <p14:tracePt t="689511" x="4884738" y="5449888"/>
          <p14:tracePt t="689747" x="4919663" y="5449888"/>
          <p14:tracePt t="689759" x="4946650" y="5449888"/>
          <p14:tracePt t="689769" x="4986338" y="5462588"/>
          <p14:tracePt t="689781" x="5033963" y="5476875"/>
          <p14:tracePt t="689795" x="5075238" y="5476875"/>
          <p14:tracePt t="689804" x="5089525" y="5476875"/>
          <p14:tracePt t="689815" x="5116513" y="5491163"/>
          <p14:tracePt t="689827" x="5149850" y="5491163"/>
          <p14:tracePt t="689848" x="5164138" y="5491163"/>
          <p14:tracePt t="689983" x="5164138" y="5503863"/>
          <p14:tracePt t="690016" x="5176838" y="5503863"/>
          <p14:tracePt t="690028" x="5176838" y="5518150"/>
          <p14:tracePt t="690050" x="5164138" y="5518150"/>
          <p14:tracePt t="690073" x="5149850" y="5518150"/>
          <p14:tracePt t="690076" x="5129213" y="5518150"/>
          <p14:tracePt t="690276" x="5176838" y="5518150"/>
          <p14:tracePt t="690287" x="5232400" y="5518150"/>
          <p14:tracePt t="690299" x="5259388" y="5518150"/>
          <p14:tracePt t="690311" x="5307013" y="5518150"/>
          <p14:tracePt t="690322" x="5334000" y="5518150"/>
          <p14:tracePt t="690332" x="5360988" y="5518150"/>
          <p14:tracePt t="690345" x="5387975" y="5518150"/>
          <p14:tracePt t="690377" x="5408613" y="5518150"/>
          <p14:tracePt t="690378" x="5422900" y="5518150"/>
          <p14:tracePt t="690432" x="5408613" y="5503863"/>
          <p14:tracePt t="690466" x="5387975" y="5503863"/>
          <p14:tracePt t="690681" x="5375275" y="5503863"/>
          <p14:tracePt t="690725" x="5375275" y="5491163"/>
          <p14:tracePt t="690759" x="5360988" y="5476875"/>
          <p14:tracePt t="690793" x="5360988" y="5462588"/>
          <p14:tracePt t="691029" x="5375275" y="5462588"/>
          <p14:tracePt t="691032" x="5375275" y="5476875"/>
          <p14:tracePt t="691053" x="5387975" y="5491163"/>
          <p14:tracePt t="691074" x="5408613" y="5503863"/>
          <p14:tracePt t="691086" x="5408613" y="5518150"/>
          <p14:tracePt t="691098" x="5408613" y="5538788"/>
          <p14:tracePt t="691109" x="5422900" y="5538788"/>
          <p14:tracePt t="691119" x="5422900" y="5551488"/>
          <p14:tracePt t="691132" x="5435600" y="5551488"/>
          <p14:tracePt t="691142" x="5435600" y="5565775"/>
          <p14:tracePt t="691243" x="5449888" y="5565775"/>
          <p14:tracePt t="691288" x="5462588" y="5565775"/>
          <p14:tracePt t="691310" x="5476875" y="5565775"/>
          <p14:tracePt t="691322" x="5491163" y="5565775"/>
          <p14:tracePt t="691334" x="5503863" y="5565775"/>
          <p14:tracePt t="691346" x="5518150" y="5565775"/>
          <p14:tracePt t="691356" x="5551488" y="5565775"/>
          <p14:tracePt t="691370" x="5565775" y="5565775"/>
          <p14:tracePt t="691379" x="5578475" y="5565775"/>
          <p14:tracePt t="691805" x="5605463" y="5578475"/>
          <p14:tracePt t="691818" x="5619750" y="5578475"/>
          <p14:tracePt t="691829" x="5634038" y="5578475"/>
          <p14:tracePt t="691840" x="5667375" y="5592763"/>
          <p14:tracePt t="691851" x="5681663" y="5592763"/>
          <p14:tracePt t="692064" x="5694363" y="5592763"/>
          <p14:tracePt t="692256" x="5708650" y="5592763"/>
          <p14:tracePt t="692300" x="5721350" y="5578475"/>
          <p14:tracePt t="692323" x="5735638" y="5578475"/>
          <p14:tracePt t="692346" x="5748338" y="5565775"/>
          <p14:tracePt t="692379" x="5762625" y="5565775"/>
          <p14:tracePt t="692683" x="5783263" y="5565775"/>
          <p14:tracePt t="692686" x="5795963" y="5565775"/>
          <p14:tracePt t="692695" x="5810250" y="5565775"/>
          <p14:tracePt t="692705" x="5824538" y="5565775"/>
          <p14:tracePt t="692718" x="5837238" y="5565775"/>
          <p14:tracePt t="692739" x="5851525" y="5565775"/>
          <p14:tracePt t="692964" x="5864225" y="5565775"/>
          <p14:tracePt t="692976" x="5878513" y="5565775"/>
          <p14:tracePt t="692987" x="5891213" y="5565775"/>
          <p14:tracePt t="692998" x="5926138" y="5565775"/>
          <p14:tracePt t="693010" x="5938838" y="5565775"/>
          <p14:tracePt t="693022" x="5953125" y="5565775"/>
          <p14:tracePt t="693032" x="5967413" y="5565775"/>
          <p14:tracePt t="693280" x="5980113" y="5578475"/>
          <p14:tracePt t="693291" x="5994400" y="5578475"/>
          <p14:tracePt t="693313" x="6007100" y="5578475"/>
          <p14:tracePt t="693324" x="6021388" y="5578475"/>
          <p14:tracePt t="693336" x="6042025" y="5578475"/>
          <p14:tracePt t="693369" x="6054725" y="5578475"/>
          <p14:tracePt t="693403" x="6069013" y="5578475"/>
          <p14:tracePt t="693448" x="6081713" y="5578475"/>
          <p14:tracePt t="693481" x="6096000" y="5578475"/>
          <p14:tracePt t="693517" x="6110288" y="5578475"/>
          <p14:tracePt t="693819" x="6122988" y="5578475"/>
          <p14:tracePt t="693842" x="6137275" y="5578475"/>
          <p14:tracePt t="693853" x="6149975" y="5578475"/>
          <p14:tracePt t="693864" x="6170613" y="5578475"/>
          <p14:tracePt t="693877" x="6184900" y="5578475"/>
          <p14:tracePt t="693887" x="6197600" y="5578475"/>
          <p14:tracePt t="694112" x="6224588" y="5578475"/>
          <p14:tracePt t="694115" x="6238875" y="5578475"/>
          <p14:tracePt t="694124" x="6253163" y="5592763"/>
          <p14:tracePt t="694135" x="6265863" y="5592763"/>
          <p14:tracePt t="694146" x="6280150" y="5592763"/>
          <p14:tracePt t="694158" x="6300788" y="5592763"/>
          <p14:tracePt t="694258" x="6313488" y="5578475"/>
          <p14:tracePt t="694270" x="6327775" y="5578475"/>
          <p14:tracePt t="694283" x="6354763" y="5565775"/>
          <p14:tracePt t="694295" x="6396038" y="5518150"/>
          <p14:tracePt t="694304" x="6456363" y="5476875"/>
          <p14:tracePt t="694314" x="6510338" y="5422900"/>
          <p14:tracePt t="694337" x="6586538" y="5360988"/>
          <p14:tracePt t="694340" x="6653213" y="5307013"/>
          <p14:tracePt t="694349" x="6700838" y="5259388"/>
          <p14:tracePt t="694361" x="6756400" y="5218113"/>
          <p14:tracePt t="694371" x="6783388" y="5176838"/>
          <p14:tracePt t="694382" x="6804025" y="5149850"/>
          <p14:tracePt t="694395" x="6804025" y="5116513"/>
          <p14:tracePt t="694406" x="6816725" y="5102225"/>
          <p14:tracePt t="694416" x="6816725" y="5089525"/>
          <p14:tracePt t="694449" x="6816725" y="5075238"/>
          <p14:tracePt t="694461" x="6804025" y="5075238"/>
          <p14:tracePt t="694595" x="6783388" y="5075238"/>
          <p14:tracePt t="694607" x="6769100" y="5075238"/>
          <p14:tracePt t="694629" x="6742113" y="5075238"/>
          <p14:tracePt t="694651" x="6729413" y="5075238"/>
          <p14:tracePt t="694664" x="6715125" y="5075238"/>
          <p14:tracePt t="694675" x="6715125" y="5089525"/>
          <p14:tracePt t="694708" x="6729413" y="5089525"/>
          <p14:tracePt t="694720" x="6742113" y="5089525"/>
          <p14:tracePt t="694742" x="6756400" y="5089525"/>
          <p14:tracePt t="694753" x="6769100" y="5089525"/>
          <p14:tracePt t="694787" x="6769100" y="5075238"/>
          <p14:tracePt t="694809" x="6756400" y="5075238"/>
          <p14:tracePt t="694843" x="6742113" y="5075238"/>
          <p14:tracePt t="694865" x="6729413" y="5075238"/>
          <p14:tracePt t="694877" x="6715125" y="5075238"/>
          <p14:tracePt t="694888" x="6700838" y="5075238"/>
          <p14:tracePt t="694899" x="6688138" y="5075238"/>
          <p14:tracePt t="694922" x="6673850" y="5075238"/>
          <p14:tracePt t="694934" x="6653213" y="5062538"/>
          <p14:tracePt t="694955" x="6640513" y="5062538"/>
          <p14:tracePt t="694967" x="6626225" y="5048250"/>
          <p14:tracePt t="694979" x="6613525" y="5048250"/>
          <p14:tracePt t="694989" x="6599238" y="5033963"/>
          <p14:tracePt t="695001" x="6572250" y="5033963"/>
          <p14:tracePt t="695014" x="6557963" y="5033963"/>
          <p14:tracePt t="695024" x="6524625" y="5048250"/>
          <p14:tracePt t="695035" x="6510338" y="5062538"/>
          <p14:tracePt t="695046" x="6483350" y="5075238"/>
          <p14:tracePt t="695059" x="6470650" y="5102225"/>
          <p14:tracePt t="695068" x="6470650" y="5116513"/>
          <p14:tracePt t="695081" x="6470650" y="5149850"/>
          <p14:tracePt t="695092" x="6483350" y="5164138"/>
          <p14:tracePt t="695102" x="6510338" y="5176838"/>
          <p14:tracePt t="695116" x="6557963" y="5191125"/>
          <p14:tracePt t="695126" x="6599238" y="5205413"/>
          <p14:tracePt t="695136" x="6653213" y="5205413"/>
          <p14:tracePt t="695149" x="6729413" y="5205413"/>
          <p14:tracePt t="695159" x="6783388" y="5191125"/>
          <p14:tracePt t="695171" x="6816725" y="5176838"/>
          <p14:tracePt t="695183" x="6843713" y="5149850"/>
          <p14:tracePt t="695193" x="6858000" y="5116513"/>
          <p14:tracePt t="695204" x="6858000" y="5089525"/>
          <p14:tracePt t="695215" x="6858000" y="5048250"/>
          <p14:tracePt t="695225" x="6843713" y="4986338"/>
          <p14:tracePt t="695238" x="6831013" y="4959350"/>
          <p14:tracePt t="695249" x="6783388" y="4919663"/>
          <p14:tracePt t="695260" x="6715125" y="4884738"/>
          <p14:tracePt t="695272" x="6653213" y="4872038"/>
          <p14:tracePt t="695283" x="6557963" y="4857750"/>
          <p14:tracePt t="695294" x="6470650" y="4857750"/>
          <p14:tracePt t="695305" x="6396038" y="4884738"/>
          <p14:tracePt t="695316" x="6340475" y="4905375"/>
          <p14:tracePt t="695327" x="6300788" y="4946650"/>
          <p14:tracePt t="695339" x="6265863" y="4973638"/>
          <p14:tracePt t="695350" x="6265863" y="4986338"/>
          <p14:tracePt t="695360" x="6265863" y="5033963"/>
          <p14:tracePt t="695373" x="6280150" y="5062538"/>
          <p14:tracePt t="695384" x="6300788" y="5089525"/>
          <p14:tracePt t="695394" x="6340475" y="5116513"/>
          <p14:tracePt t="695406" x="6408738" y="5129213"/>
          <p14:tracePt t="695417" x="6483350" y="5149850"/>
          <p14:tracePt t="695428" x="6545263" y="5164138"/>
          <p14:tracePt t="695440" x="6626225" y="5164138"/>
          <p14:tracePt t="695451" x="6700838" y="5164138"/>
          <p14:tracePt t="695462" x="6756400" y="5149850"/>
          <p14:tracePt t="695474" x="6804025" y="5129213"/>
          <p14:tracePt t="695485" x="6831013" y="5102225"/>
          <p14:tracePt t="695496" x="6843713" y="5089525"/>
          <p14:tracePt t="695508" x="6843713" y="5062538"/>
          <p14:tracePt t="695518" x="6831013" y="5033963"/>
          <p14:tracePt t="695529" x="6816725" y="5000625"/>
          <p14:tracePt t="695541" x="6769100" y="4973638"/>
          <p14:tracePt t="695552" x="6700838" y="4946650"/>
          <p14:tracePt t="695564" x="6599238" y="4932363"/>
          <p14:tracePt t="695575" x="6510338" y="4932363"/>
          <p14:tracePt t="695586" x="6396038" y="4932363"/>
          <p14:tracePt t="695619" x="6327775" y="4946650"/>
          <p14:tracePt t="695623" x="6265863" y="4959350"/>
          <p14:tracePt t="695633" x="6184900" y="5033963"/>
          <p14:tracePt t="695642" x="6184900" y="5062538"/>
          <p14:tracePt t="695655" x="6184900" y="5089525"/>
          <p14:tracePt t="695666" x="6197600" y="5129213"/>
          <p14:tracePt t="695676" x="6238875" y="5176838"/>
          <p14:tracePt t="695688" x="6300788" y="5205413"/>
          <p14:tracePt t="695700" x="6408738" y="5245100"/>
          <p14:tracePt t="695709" x="6572250" y="5280025"/>
          <p14:tracePt t="695722" x="6673850" y="5292725"/>
          <p14:tracePt t="695733" x="6816725" y="5307013"/>
          <p14:tracePt t="695743" x="6946900" y="5292725"/>
          <p14:tracePt t="695756" x="7027863" y="5280025"/>
          <p14:tracePt t="695770" x="7116763" y="5245100"/>
          <p14:tracePt t="695778" x="7158038" y="5218113"/>
          <p14:tracePt t="695790" x="7170738" y="5176838"/>
          <p14:tracePt t="695801" x="7170738" y="5129213"/>
          <p14:tracePt t="695811" x="7143750" y="5075238"/>
          <p14:tracePt t="695823" x="7116763" y="5033963"/>
          <p14:tracePt t="695834" x="7075488" y="4986338"/>
          <p14:tracePt t="695845" x="6986588" y="4946650"/>
          <p14:tracePt t="695856" x="6884988" y="4905375"/>
          <p14:tracePt t="695867" x="6816725" y="4905375"/>
          <p14:tracePt t="695878" x="6729413" y="4884738"/>
          <p14:tracePt t="695890" x="6640513" y="4884738"/>
          <p14:tracePt t="695901" x="6572250" y="4905375"/>
          <p14:tracePt t="695912" x="6524625" y="4932363"/>
          <p14:tracePt t="695923" x="6483350" y="4959350"/>
          <p14:tracePt t="695934" x="6456363" y="5000625"/>
          <p14:tracePt t="695945" x="6443663" y="5033963"/>
          <p14:tracePt t="695958" x="6429375" y="5062538"/>
          <p14:tracePt t="695968" x="6429375" y="5089525"/>
          <p14:tracePt t="695979" x="6443663" y="5116513"/>
          <p14:tracePt t="695991" x="6456363" y="5129213"/>
          <p14:tracePt t="696002" x="6497638" y="5164138"/>
          <p14:tracePt t="696014" x="6545263" y="5191125"/>
          <p14:tracePt t="696025" x="6626225" y="5205413"/>
          <p14:tracePt t="696036" x="6715125" y="5218113"/>
          <p14:tracePt t="696048" x="6816725" y="5218113"/>
          <p14:tracePt t="696058" x="6884988" y="5218113"/>
          <p14:tracePt t="696069" x="6973888" y="5205413"/>
          <p14:tracePt t="696082" x="7042150" y="5191125"/>
          <p14:tracePt t="696092" x="7075488" y="5176838"/>
          <p14:tracePt t="696103" x="7102475" y="5149850"/>
          <p14:tracePt t="696116" x="7102475" y="5102225"/>
          <p14:tracePt t="696126" x="7102475" y="5075238"/>
          <p14:tracePt t="696137" x="7102475" y="5048250"/>
          <p14:tracePt t="696149" x="7075488" y="5000625"/>
          <p14:tracePt t="696159" x="7027863" y="4959350"/>
          <p14:tracePt t="696171" x="7000875" y="4932363"/>
          <p14:tracePt t="696182" x="6959600" y="4905375"/>
          <p14:tracePt t="696193" x="6911975" y="4884738"/>
          <p14:tracePt t="696205" x="6872288" y="4872038"/>
          <p14:tracePt t="696216" x="6816725" y="4857750"/>
          <p14:tracePt t="696227" x="6742113" y="4857750"/>
          <p14:tracePt t="696238" x="6700838" y="4843463"/>
          <p14:tracePt t="696250" x="6640513" y="4857750"/>
          <p14:tracePt t="696260" x="6586538" y="4872038"/>
          <p14:tracePt t="696272" x="6510338" y="4884738"/>
          <p14:tracePt t="696284" x="6470650" y="4905375"/>
          <p14:tracePt t="696294" x="6429375" y="4932363"/>
          <p14:tracePt t="696307" x="6381750" y="4973638"/>
          <p14:tracePt t="696317" x="6354763" y="5000625"/>
          <p14:tracePt t="696328" x="6340475" y="5033963"/>
          <p14:tracePt t="696340" x="6327775" y="5048250"/>
          <p14:tracePt t="696351" x="6313488" y="5075238"/>
          <p14:tracePt t="696362" x="6313488" y="5089525"/>
          <p14:tracePt t="696373" x="6313488" y="5102225"/>
          <p14:tracePt t="696384" x="6313488" y="5116513"/>
          <p14:tracePt t="696395" x="6327775" y="5129213"/>
          <p14:tracePt t="696407" x="6340475" y="5149850"/>
          <p14:tracePt t="696418" x="6354763" y="5164138"/>
          <p14:tracePt t="696429" x="6367463" y="5176838"/>
          <p14:tracePt t="696441" x="6396038" y="5191125"/>
          <p14:tracePt t="696464" x="6443663" y="5205413"/>
          <p14:tracePt t="696465" x="6470650" y="5218113"/>
          <p14:tracePt t="696475" x="6524625" y="5218113"/>
          <p14:tracePt t="696485" x="6599238" y="5232400"/>
          <p14:tracePt t="696498" x="6640513" y="5245100"/>
          <p14:tracePt t="696508" x="6715125" y="5245100"/>
          <p14:tracePt t="696520" x="6804025" y="5245100"/>
          <p14:tracePt t="696532" x="6884988" y="5245100"/>
          <p14:tracePt t="696542" x="6959600" y="5232400"/>
          <p14:tracePt t="696554" x="7027863" y="5218113"/>
          <p14:tracePt t="696566" x="7102475" y="5191125"/>
          <p14:tracePt t="696576" x="7143750" y="5176838"/>
          <p14:tracePt t="696588" x="7191375" y="5129213"/>
          <p14:tracePt t="696599" x="7218363" y="5089525"/>
          <p14:tracePt t="696610" x="7218363" y="5048250"/>
          <p14:tracePt t="696621" x="7218363" y="5000625"/>
          <p14:tracePt t="696632" x="7205663" y="4959350"/>
          <p14:tracePt t="696643" x="7143750" y="4919663"/>
          <p14:tracePt t="696665" x="7089775" y="4872038"/>
          <p14:tracePt t="696669" x="6959600" y="4830763"/>
          <p14:tracePt t="696678" x="6816725" y="4803775"/>
          <p14:tracePt t="696689" x="6700838" y="4789488"/>
          <p14:tracePt t="696702" x="6545263" y="4776788"/>
          <p14:tracePt t="696711" x="6408738" y="4776788"/>
          <p14:tracePt t="696723" x="6327775" y="4789488"/>
          <p14:tracePt t="696735" x="6238875" y="4816475"/>
          <p14:tracePt t="696745" x="6197600" y="4843463"/>
          <p14:tracePt t="696757" x="6170613" y="4872038"/>
          <p14:tracePt t="696769" x="6149975" y="4905375"/>
          <p14:tracePt t="696779" x="6137275" y="4932363"/>
          <p14:tracePt t="696791" x="6149975" y="4959350"/>
          <p14:tracePt t="696802" x="6170613" y="4986338"/>
          <p14:tracePt t="696812" x="6184900" y="5021263"/>
          <p14:tracePt t="696824" x="6238875" y="5048250"/>
          <p14:tracePt t="696835" x="6280150" y="5062538"/>
          <p14:tracePt t="696846" x="6367463" y="5075238"/>
          <p14:tracePt t="696857" x="6443663" y="5089525"/>
          <p14:tracePt t="696869" x="6483350" y="5089525"/>
          <p14:tracePt t="696879" x="6510338" y="5102225"/>
          <p14:tracePt t="696902" x="6483350" y="5102225"/>
          <p14:tracePt t="697295" x="6497638" y="5102225"/>
          <p14:tracePt t="697306" x="6483350" y="5102225"/>
          <p14:tracePt t="697340" x="6470650" y="5102225"/>
          <p14:tracePt t="697363" x="6456363" y="5102225"/>
          <p14:tracePt t="697375" x="6429375" y="5102225"/>
          <p14:tracePt t="697386" x="6408738" y="5116513"/>
          <p14:tracePt t="697398" x="6396038" y="5129213"/>
          <p14:tracePt t="697410" x="6367463" y="5149850"/>
          <p14:tracePt t="697420" x="6340475" y="5176838"/>
          <p14:tracePt t="697431" x="6280150" y="5218113"/>
          <p14:tracePt t="697444" x="6238875" y="5259388"/>
          <p14:tracePt t="697455" x="6184900" y="5334000"/>
          <p14:tracePt t="697465" x="6122988" y="5387975"/>
          <p14:tracePt t="697478" x="6081713" y="5422900"/>
          <p14:tracePt t="697488" x="6054725" y="5449888"/>
          <p14:tracePt t="697499" x="6021388" y="5462588"/>
          <p14:tracePt t="697511" x="6007100" y="5476875"/>
          <p14:tracePt t="697543" x="6007100" y="5491163"/>
          <p14:tracePt t="697599" x="6007100" y="5476875"/>
          <p14:tracePt t="697644" x="6021388" y="5476875"/>
          <p14:tracePt t="697666" x="6042025" y="5476875"/>
          <p14:tracePt t="697723" x="6054725" y="5491163"/>
          <p14:tracePt t="697734" x="6042025" y="5491163"/>
          <p14:tracePt t="697746" x="6007100" y="5491163"/>
          <p14:tracePt t="697970" x="5994400" y="5476875"/>
          <p14:tracePt t="697994" x="5967413" y="5462588"/>
          <p14:tracePt t="698005" x="5911850" y="5435600"/>
          <p14:tracePt t="698016" x="5851525" y="5422900"/>
          <p14:tracePt t="698030" x="5783263" y="5408613"/>
          <p14:tracePt t="698039" x="5721350" y="5387975"/>
          <p14:tracePt t="698050" x="5681663" y="5387975"/>
          <p14:tracePt t="698063" x="5634038" y="5387975"/>
          <p14:tracePt t="698073" x="5592763" y="5387975"/>
          <p14:tracePt t="698084" x="5565775" y="5408613"/>
          <p14:tracePt t="698096" x="5538788" y="5422900"/>
          <p14:tracePt t="698107" x="5491163" y="5449888"/>
          <p14:tracePt t="698117" x="5476875" y="5462588"/>
          <p14:tracePt t="698130" x="5449888" y="5491163"/>
          <p14:tracePt t="698140" x="5435600" y="5503863"/>
          <p14:tracePt t="698152" x="5435600" y="5518150"/>
          <p14:tracePt t="698163" x="5435600" y="5538788"/>
          <p14:tracePt t="698173" x="5435600" y="5551488"/>
          <p14:tracePt t="698185" x="5435600" y="5565775"/>
          <p14:tracePt t="698196" x="5435600" y="5578475"/>
          <p14:tracePt t="698207" x="5449888" y="5592763"/>
          <p14:tracePt t="698219" x="5462588" y="5605463"/>
          <p14:tracePt t="698230" x="5491163" y="5619750"/>
          <p14:tracePt t="698241" x="5518150" y="5634038"/>
          <p14:tracePt t="698253" x="5565775" y="5634038"/>
          <p14:tracePt t="698264" x="5605463" y="5646738"/>
          <p14:tracePt t="698274" x="5646738" y="5646738"/>
          <p14:tracePt t="698286" x="5708650" y="5646738"/>
          <p14:tracePt t="698297" x="5783263" y="5667375"/>
          <p14:tracePt t="698308" x="5864225" y="5667375"/>
          <p14:tracePt t="698320" x="5926138" y="5646738"/>
          <p14:tracePt t="698331" x="5980113" y="5634038"/>
          <p14:tracePt t="698342" x="6042025" y="5619750"/>
          <p14:tracePt t="698354" x="6081713" y="5605463"/>
          <p14:tracePt t="698365" x="6137275" y="5592763"/>
          <p14:tracePt t="698376" x="6170613" y="5578475"/>
          <p14:tracePt t="698388" x="6197600" y="5565775"/>
          <p14:tracePt t="698399" x="6224588" y="5551488"/>
          <p14:tracePt t="698409" x="6238875" y="5538788"/>
          <p14:tracePt t="698422" x="6238875" y="5518150"/>
          <p14:tracePt t="698432" x="6238875" y="5503863"/>
          <p14:tracePt t="698443" x="6238875" y="5491163"/>
          <p14:tracePt t="698455" x="6238875" y="5462588"/>
          <p14:tracePt t="698466" x="6224588" y="5449888"/>
          <p14:tracePt t="698478" x="6197600" y="5422900"/>
          <p14:tracePt t="698488" x="6149975" y="5387975"/>
          <p14:tracePt t="698500" x="6110288" y="5360988"/>
          <p14:tracePt t="698512" x="6007100" y="5334000"/>
          <p14:tracePt t="698522" x="5911850" y="5319713"/>
          <p14:tracePt t="698534" x="5795963" y="5292725"/>
          <p14:tracePt t="698546" x="5721350" y="5280025"/>
          <p14:tracePt t="698556" x="5619750" y="5280025"/>
          <p14:tracePt t="698568" x="5538788" y="5280025"/>
          <p14:tracePt t="698579" x="5476875" y="5280025"/>
          <p14:tracePt t="698589" x="5422900" y="5292725"/>
          <p14:tracePt t="698602" x="5375275" y="5307013"/>
          <p14:tracePt t="698613" x="5360988" y="5334000"/>
          <p14:tracePt t="698623" x="5334000" y="5360988"/>
          <p14:tracePt t="698635" x="5319713" y="5387975"/>
          <p14:tracePt t="698646" x="5307013" y="5408613"/>
          <p14:tracePt t="698657" x="5307013" y="5435600"/>
          <p14:tracePt t="698668" x="5307013" y="5449888"/>
          <p14:tracePt t="698680" x="5307013" y="5476875"/>
          <p14:tracePt t="698691" x="5319713" y="5491163"/>
          <p14:tracePt t="698703" x="5334000" y="5491163"/>
          <p14:tracePt t="698714" x="5348288" y="5503863"/>
          <p14:tracePt t="698724" x="5375275" y="5503863"/>
          <p14:tracePt t="698736" x="5422900" y="5518150"/>
          <p14:tracePt t="698769" x="5462588" y="5518150"/>
          <p14:tracePt t="698773" x="5503863" y="5538788"/>
          <p14:tracePt t="698782" x="5578475" y="5538788"/>
          <p14:tracePt t="698783" x="5646738" y="5538788"/>
          <p14:tracePt t="698795" x="5721350" y="5538788"/>
          <p14:tracePt t="698805" x="5748338" y="5518150"/>
          <p14:tracePt t="698816" x="5783263" y="5518150"/>
          <p14:tracePt t="698826" x="5795963" y="5518150"/>
          <p14:tracePt t="698926" x="5810250" y="5518150"/>
          <p14:tracePt t="699028" x="5824538" y="5518150"/>
          <p14:tracePt t="699242" x="5837238" y="5518150"/>
          <p14:tracePt t="699275" x="5824538" y="5518150"/>
          <p14:tracePt t="699490" x="5824538" y="5538788"/>
          <p14:tracePt t="699490" x="5851525" y="5538788"/>
          <p14:tracePt t="699501" x="5878513" y="5538788"/>
          <p14:tracePt t="699513" x="5926138" y="5538788"/>
          <p14:tracePt t="699526" x="5980113" y="5538788"/>
          <p14:tracePt t="699535" x="6007100" y="5538788"/>
          <p14:tracePt t="699545" x="6069013" y="5538788"/>
          <p14:tracePt t="699558" x="6122988" y="5538788"/>
          <p14:tracePt t="699569" x="6170613" y="5538788"/>
          <p14:tracePt t="699581" x="6238875" y="5538788"/>
          <p14:tracePt t="699592" x="6280150" y="5538788"/>
          <p14:tracePt t="699602" x="6340475" y="5538788"/>
          <p14:tracePt t="699614" x="6367463" y="5538788"/>
          <p14:tracePt t="699626" x="6396038" y="5551488"/>
          <p14:tracePt t="699636" x="6429375" y="5551488"/>
          <p14:tracePt t="699658" x="6443663" y="5551488"/>
          <p14:tracePt t="699691" x="6429375" y="5538788"/>
          <p14:tracePt t="699736" x="6443663" y="5538788"/>
          <p14:tracePt t="699781" x="6456363" y="5538788"/>
          <p14:tracePt t="699815" x="6470650" y="5538788"/>
          <p14:tracePt t="699818" x="6483350" y="5551488"/>
          <p14:tracePt t="699827" x="6497638" y="5551488"/>
          <p14:tracePt t="699830" x="6510338" y="5551488"/>
          <p14:tracePt t="699840" x="6545263" y="5551488"/>
          <p14:tracePt t="699850" x="6557963" y="5551488"/>
          <p14:tracePt t="699862" x="6572250" y="5551488"/>
          <p14:tracePt t="699873" x="6586538" y="5551488"/>
          <p14:tracePt t="699883" x="6572250" y="5551488"/>
          <p14:tracePt t="699895" x="6557963" y="5551488"/>
          <p14:tracePt t="699906" x="6524625" y="5551488"/>
          <p14:tracePt t="700198" x="6545263" y="5551488"/>
          <p14:tracePt t="700299" x="6557963" y="5551488"/>
          <p14:tracePt t="700333" x="6572250" y="5551488"/>
          <p14:tracePt t="700400" x="6557963" y="5551488"/>
          <p14:tracePt t="700659" x="6572250" y="5551488"/>
          <p14:tracePt t="700672" x="6586538" y="5551488"/>
          <p14:tracePt t="700682" x="6599238" y="5551488"/>
          <p14:tracePt t="700693" x="6613525" y="5551488"/>
          <p14:tracePt t="700717" x="6626225" y="5551488"/>
          <p14:tracePt t="700727" x="6640513" y="5551488"/>
          <p14:tracePt t="700760" x="6653213" y="5551488"/>
          <p14:tracePt t="701053" x="6673850" y="5551488"/>
          <p14:tracePt t="701582" x="6653213" y="5551488"/>
          <p14:tracePt t="701594" x="6640513" y="5551488"/>
          <p14:tracePt t="701605" x="6626225" y="5551488"/>
          <p14:tracePt t="701617" x="6586538" y="5551488"/>
          <p14:tracePt t="701773" x="6599238" y="5551488"/>
          <p14:tracePt t="701785" x="6613525" y="5551488"/>
          <p14:tracePt t="701807" x="6599238" y="5538788"/>
          <p14:tracePt t="701820" x="6586538" y="5538788"/>
          <p14:tracePt t="701831" x="6572250" y="5538788"/>
          <p14:tracePt t="701840" x="6545263" y="5538788"/>
          <p14:tracePt t="701852" x="6497638" y="5518150"/>
          <p14:tracePt t="701866" x="6429375" y="5518150"/>
          <p14:tracePt t="701874" x="6367463" y="5518150"/>
          <p14:tracePt t="701886" x="6265863" y="5518150"/>
          <p14:tracePt t="701908" x="6184900" y="5518150"/>
          <p14:tracePt t="701911" x="6096000" y="5518150"/>
          <p14:tracePt t="701920" x="6042025" y="5518150"/>
          <p14:tracePt t="701932" x="5980113" y="5518150"/>
          <p14:tracePt t="701942" x="5953125" y="5518150"/>
          <p14:tracePt t="701953" x="5938838" y="5518150"/>
          <p14:tracePt t="701966" x="5926138" y="5518150"/>
          <p14:tracePt t="701998" x="5911850" y="5518150"/>
          <p14:tracePt t="702020" x="5891213" y="5518150"/>
          <p14:tracePt t="702032" x="5878513" y="5538788"/>
          <p14:tracePt t="702054" x="5864225" y="5538788"/>
          <p14:tracePt t="702066" x="5851525" y="5538788"/>
          <p14:tracePt t="702077" x="5837238" y="5538788"/>
          <p14:tracePt t="702090" x="5810250" y="5538788"/>
          <p14:tracePt t="702101" x="5795963" y="5538788"/>
          <p14:tracePt t="702110" x="5783263" y="5538788"/>
          <p14:tracePt t="702123" x="5762625" y="5538788"/>
          <p14:tracePt t="702134" x="5748338" y="5551488"/>
          <p14:tracePt t="702144" x="5735638" y="5551488"/>
          <p14:tracePt t="702256" x="5748338" y="5551488"/>
          <p14:tracePt t="702470" x="5762625" y="5551488"/>
          <p14:tracePt t="702819" x="5783263" y="5551488"/>
          <p14:tracePt t="703180" x="5783263" y="5565775"/>
          <p14:tracePt t="703182" x="5795963" y="5565775"/>
          <p14:tracePt t="703213" x="5810250" y="5565775"/>
          <p14:tracePt t="703225" x="5824538" y="5565775"/>
          <p14:tracePt t="703236" x="5837238" y="5578475"/>
          <p14:tracePt t="703258" x="5851525" y="5578475"/>
          <p14:tracePt t="703302" x="5851525" y="5565775"/>
          <p14:tracePt t="703336" x="5851525" y="5551488"/>
          <p14:tracePt t="703359" x="5851525" y="5538788"/>
          <p14:tracePt t="703382" x="5851525" y="5518150"/>
          <p14:tracePt t="703394" x="5837238" y="5503863"/>
          <p14:tracePt t="703415" x="5824538" y="5503863"/>
          <p14:tracePt t="703427" x="5810250" y="5503863"/>
          <p14:tracePt t="703449" x="5795963" y="5503863"/>
          <p14:tracePt t="703461" x="5783263" y="5518150"/>
          <p14:tracePt t="703483" x="5762625" y="5518150"/>
          <p14:tracePt t="703495" x="5748338" y="5538788"/>
          <p14:tracePt t="703561" x="5762625" y="5538788"/>
          <p14:tracePt t="703573" x="5783263" y="5538788"/>
          <p14:tracePt t="703584" x="5795963" y="5538788"/>
          <p14:tracePt t="703595" x="5824538" y="5538788"/>
          <p14:tracePt t="703607" x="5851525" y="5518150"/>
          <p14:tracePt t="703618" x="5864225" y="5518150"/>
          <p14:tracePt t="703630" x="5878513" y="5503863"/>
          <p14:tracePt t="703642" x="5891213" y="5491163"/>
          <p14:tracePt t="703653" x="5911850" y="5476875"/>
          <p14:tracePt t="703664" x="5911850" y="5462588"/>
          <p14:tracePt t="703674" x="5911850" y="5449888"/>
          <p14:tracePt t="703687" x="5891213" y="5435600"/>
          <p14:tracePt t="703708" x="5891213" y="5422900"/>
          <p14:tracePt t="703720" x="5878513" y="5422900"/>
          <p14:tracePt t="703731" x="5864225" y="5422900"/>
          <p14:tracePt t="703743" x="5837238" y="5408613"/>
          <p14:tracePt t="703755" x="5810250" y="5422900"/>
          <p14:tracePt t="703767" x="5795963" y="5422900"/>
          <p14:tracePt t="703777" x="5783263" y="5435600"/>
          <p14:tracePt t="703788" x="5762625" y="5449888"/>
          <p14:tracePt t="703800" x="5748338" y="5476875"/>
          <p14:tracePt t="703810" x="5748338" y="5491163"/>
          <p14:tracePt t="703822" x="5748338" y="5518150"/>
          <p14:tracePt t="703833" x="5748338" y="5551488"/>
          <p14:tracePt t="703843" x="5748338" y="5565775"/>
          <p14:tracePt t="703856" x="5762625" y="5578475"/>
          <p14:tracePt t="703868" x="5783263" y="5592763"/>
          <p14:tracePt t="703878" x="5795963" y="5605463"/>
          <p14:tracePt t="703890" x="5810250" y="5605463"/>
          <p14:tracePt t="703901" x="5837238" y="5605463"/>
          <p14:tracePt t="703911" x="5851525" y="5605463"/>
          <p14:tracePt t="703923" x="5878513" y="5605463"/>
          <p14:tracePt t="703934" x="5911850" y="5592763"/>
          <p14:tracePt t="703945" x="5938838" y="5592763"/>
          <p14:tracePt t="703956" x="5953125" y="5578475"/>
          <p14:tracePt t="703968" x="5967413" y="5565775"/>
          <p14:tracePt t="703978" x="5967413" y="5538788"/>
          <p14:tracePt t="704001" x="5967413" y="5503863"/>
          <p14:tracePt t="704004" x="5967413" y="5462588"/>
          <p14:tracePt t="704013" x="5967413" y="5449888"/>
          <p14:tracePt t="704025" x="5953125" y="5435600"/>
          <p14:tracePt t="704036" x="5938838" y="5422900"/>
          <p14:tracePt t="704046" x="5911850" y="5408613"/>
          <p14:tracePt t="704058" x="5891213" y="5387975"/>
          <p14:tracePt t="704069" x="5864225" y="5387975"/>
          <p14:tracePt t="704079" x="5837238" y="5387975"/>
          <p14:tracePt t="704091" x="5824538" y="5387975"/>
          <p14:tracePt t="704102" x="5810250" y="5408613"/>
          <p14:tracePt t="704113" x="5783263" y="5435600"/>
          <p14:tracePt t="704125" x="5762625" y="5462588"/>
          <p14:tracePt t="704136" x="5762625" y="5491163"/>
          <p14:tracePt t="704147" x="5748338" y="5503863"/>
          <p14:tracePt t="704159" x="5748338" y="5538788"/>
          <p14:tracePt t="704170" x="5762625" y="5551488"/>
          <p14:tracePt t="704181" x="5762625" y="5565775"/>
          <p14:tracePt t="704192" x="5783263" y="5565775"/>
          <p14:tracePt t="704204" x="5795963" y="5565775"/>
          <p14:tracePt t="704215" x="5810250" y="5578475"/>
          <p14:tracePt t="704226" x="5837238" y="5578475"/>
          <p14:tracePt t="704237" x="5864225" y="5578475"/>
          <p14:tracePt t="704249" x="5891213" y="5565775"/>
          <p14:tracePt t="704260" x="5926138" y="5565775"/>
          <p14:tracePt t="704271" x="5953125" y="5551488"/>
          <p14:tracePt t="704283" x="5967413" y="5538788"/>
          <p14:tracePt t="704293" x="5967413" y="5518150"/>
          <p14:tracePt t="704305" x="5967413" y="5491163"/>
          <p14:tracePt t="704317" x="5953125" y="5462588"/>
          <p14:tracePt t="704327" x="5938838" y="5449888"/>
          <p14:tracePt t="704339" x="5911850" y="5422900"/>
          <p14:tracePt t="704351" x="5878513" y="5408613"/>
          <p14:tracePt t="704361" x="5851525" y="5387975"/>
          <p14:tracePt t="704373" x="5824538" y="5387975"/>
          <p14:tracePt t="704384" x="5795963" y="5387975"/>
          <p14:tracePt t="704395" x="5783263" y="5387975"/>
          <p14:tracePt t="704406" x="5762625" y="5408613"/>
          <p14:tracePt t="704417" x="5748338" y="5422900"/>
          <p14:tracePt t="704428" x="5735638" y="5435600"/>
          <p14:tracePt t="704441" x="5721350" y="5449888"/>
          <p14:tracePt t="704452" x="5721350" y="5476875"/>
          <p14:tracePt t="704462" x="5721350" y="5491163"/>
          <p14:tracePt t="704473" x="5735638" y="5503863"/>
          <p14:tracePt t="704485" x="5748338" y="5518150"/>
          <p14:tracePt t="704496" x="5783263" y="5518150"/>
          <p14:tracePt t="704507" x="5795963" y="5538788"/>
          <p14:tracePt t="704520" x="5824538" y="5538788"/>
          <p14:tracePt t="704530" x="5851525" y="5538788"/>
          <p14:tracePt t="704541" x="5878513" y="5538788"/>
          <p14:tracePt t="704552" x="5891213" y="5538788"/>
          <p14:tracePt t="704563" x="5911850" y="5538788"/>
          <p14:tracePt t="704574" x="5911850" y="5518150"/>
          <p14:tracePt t="704586" x="5926138" y="5503863"/>
          <p14:tracePt t="704608" x="5926138" y="5491163"/>
          <p14:tracePt t="704620" x="5911850" y="5462588"/>
          <p14:tracePt t="704642" x="5891213" y="5449888"/>
          <p14:tracePt t="704654" x="5878513" y="5435600"/>
          <p14:tracePt t="704664" x="5864225" y="5435600"/>
          <p14:tracePt t="704676" x="5851525" y="5435600"/>
          <p14:tracePt t="704687" x="5837238" y="5435600"/>
          <p14:tracePt t="704699" x="5824538" y="5435600"/>
          <p14:tracePt t="704710" x="5810250" y="5449888"/>
          <p14:tracePt t="704722" x="5783263" y="5462588"/>
          <p14:tracePt t="704734" x="5762625" y="5476875"/>
          <p14:tracePt t="704744" x="5748338" y="5503863"/>
          <p14:tracePt t="704756" x="5748338" y="5518150"/>
          <p14:tracePt t="704767" x="5748338" y="5551488"/>
          <p14:tracePt t="704777" x="5748338" y="5565775"/>
          <p14:tracePt t="704789" x="5762625" y="5578475"/>
          <p14:tracePt t="704800" x="5783263" y="5592763"/>
          <p14:tracePt t="704811" x="5795963" y="5592763"/>
          <p14:tracePt t="704823" x="5824538" y="5592763"/>
          <p14:tracePt t="704834" x="5851525" y="5592763"/>
          <p14:tracePt t="704844" x="5864225" y="5592763"/>
          <p14:tracePt t="704856" x="5878513" y="5578475"/>
          <p14:tracePt t="704868" x="5891213" y="5565775"/>
          <p14:tracePt t="704878" x="5911850" y="5565775"/>
          <p14:tracePt t="704890" x="5911850" y="5538788"/>
          <p14:tracePt t="704901" x="5911850" y="5503863"/>
          <p14:tracePt t="704912" x="5891213" y="5476875"/>
          <p14:tracePt t="704924" x="5878513" y="5462588"/>
          <p14:tracePt t="704935" x="5851525" y="5449888"/>
          <p14:tracePt t="704946" x="5837238" y="5435600"/>
          <p14:tracePt t="704958" x="5824538" y="5435600"/>
          <p14:tracePt t="704969" x="5795963" y="5435600"/>
          <p14:tracePt t="704979" x="5783263" y="5435600"/>
          <p14:tracePt t="705002" x="5762625" y="5449888"/>
          <p14:tracePt t="705013" x="5748338" y="5462588"/>
          <p14:tracePt t="705024" x="5735638" y="5491163"/>
          <p14:tracePt t="705058" x="5735638" y="5503863"/>
          <p14:tracePt t="705061" x="5735638" y="5538788"/>
          <p14:tracePt t="705070" x="5735638" y="5551488"/>
          <p14:tracePt t="705072" x="5735638" y="5565775"/>
          <p14:tracePt t="705092" x="5748338" y="5578475"/>
          <p14:tracePt t="705103" x="5762625" y="5578475"/>
          <p14:tracePt t="705125" x="5783263" y="5578475"/>
          <p14:tracePt t="705137" x="5810250" y="5578475"/>
          <p14:tracePt t="705140" x="5824538" y="5578475"/>
          <p14:tracePt t="705151" x="5851525" y="5578475"/>
          <p14:tracePt t="705162" x="5891213" y="5565775"/>
          <p14:tracePt t="705171" x="5911850" y="5565775"/>
          <p14:tracePt t="705183" x="5938838" y="5538788"/>
          <p14:tracePt t="705193" x="5953125" y="5518150"/>
          <p14:tracePt t="705206" x="5953125" y="5491163"/>
          <p14:tracePt t="705217" x="5953125" y="5476875"/>
          <p14:tracePt t="705227" x="5953125" y="5462588"/>
          <p14:tracePt t="705239" x="5938838" y="5462588"/>
          <p14:tracePt t="705250" x="5911850" y="5449888"/>
          <p14:tracePt t="705261" x="5891213" y="5449888"/>
          <p14:tracePt t="705272" x="5864225" y="5449888"/>
          <p14:tracePt t="705294" x="5837238" y="5449888"/>
          <p14:tracePt t="705306" x="5810250" y="5476875"/>
          <p14:tracePt t="705317" x="5795963" y="5503863"/>
          <p14:tracePt t="705328" x="5795963" y="5518150"/>
          <p14:tracePt t="705340" x="5783263" y="5551488"/>
          <p14:tracePt t="705351" x="5783263" y="5578475"/>
          <p14:tracePt t="705362" x="5795963" y="5592763"/>
          <p14:tracePt t="705374" x="5810250" y="5605463"/>
          <p14:tracePt t="705386" x="5824538" y="5619750"/>
          <p14:tracePt t="705395" x="5837238" y="5619750"/>
          <p14:tracePt t="705407" x="5864225" y="5634038"/>
          <p14:tracePt t="705429" x="5878513" y="5619750"/>
          <p14:tracePt t="705440" x="5878513" y="5605463"/>
          <p14:tracePt t="705452" x="5864225" y="5551488"/>
          <p14:tracePt t="705463" x="5810250" y="5462588"/>
          <p14:tracePt t="705475" x="5735638" y="5375275"/>
          <p14:tracePt t="705486" x="5605463" y="5218113"/>
          <p14:tracePt t="705497" x="5449888" y="5021263"/>
          <p14:tracePt t="705509" x="5292725" y="4872038"/>
          <p14:tracePt t="705521" x="5062538" y="4687888"/>
          <p14:tracePt t="705531" x="4857750" y="4557713"/>
          <p14:tracePt t="705542" x="4741863" y="4483100"/>
          <p14:tracePt t="705554" x="4613275" y="4443413"/>
          <p14:tracePt t="705564" x="4518025" y="4402138"/>
          <p14:tracePt t="705576" x="4429125" y="4387850"/>
          <p14:tracePt t="705587" x="4367213" y="4367213"/>
          <p14:tracePt t="705599" x="4313238" y="4367213"/>
          <p14:tracePt t="705609" x="4259263" y="4354513"/>
          <p14:tracePt t="705621" x="4211638" y="4354513"/>
          <p14:tracePt t="705633" x="4170363" y="4354513"/>
          <p14:tracePt t="705643" x="4122738" y="4354513"/>
          <p14:tracePt t="705654" x="4095750" y="4354513"/>
          <p14:tracePt t="705667" x="4068763" y="4354513"/>
          <p14:tracePt t="705677" x="4041775" y="4354513"/>
          <p14:tracePt t="705688" x="4027488" y="4354513"/>
          <p14:tracePt t="705700" x="4014788" y="4367213"/>
          <p14:tracePt t="705711" x="3994150" y="4367213"/>
          <p14:tracePt t="705722" x="3967163" y="4367213"/>
          <p14:tracePt t="705734" x="3952875" y="4367213"/>
          <p14:tracePt t="705744" x="3925888" y="4367213"/>
          <p14:tracePt t="705756" x="3898900" y="4367213"/>
          <p14:tracePt t="705767" x="3863975" y="4387850"/>
          <p14:tracePt t="705778" x="3824288" y="4387850"/>
          <p14:tracePt t="705790" x="3795713" y="4387850"/>
          <p14:tracePt t="705801" x="3783013" y="4387850"/>
          <p14:tracePt t="705812" x="3768725" y="4387850"/>
          <p14:tracePt t="705824" x="3756025" y="4387850"/>
          <p14:tracePt t="705835" x="3735388" y="4367213"/>
          <p14:tracePt t="705846" x="3721100" y="4367213"/>
          <p14:tracePt t="705857" x="3694113" y="4354513"/>
          <p14:tracePt t="705869" x="3667125" y="4354513"/>
          <p14:tracePt t="705879" x="3640138" y="4340225"/>
          <p14:tracePt t="705891" x="3605213" y="4327525"/>
          <p14:tracePt t="705902" x="3578225" y="4327525"/>
          <p14:tracePt t="705913" x="3565525" y="4327525"/>
          <p14:tracePt t="705925" x="3551238" y="4327525"/>
          <p14:tracePt t="705980" x="3565525" y="4327525"/>
          <p14:tracePt t="705992" x="3592513" y="4327525"/>
          <p14:tracePt t="706003" x="3667125" y="4340225"/>
          <p14:tracePt t="706015" x="3768725" y="4354513"/>
          <p14:tracePt t="706026" x="3851275" y="4367213"/>
          <p14:tracePt t="706037" x="3938588" y="4387850"/>
          <p14:tracePt t="706049" x="3994150" y="4387850"/>
          <p14:tracePt t="706060" x="4014788" y="4387850"/>
          <p14:tracePt t="706071" x="4027488" y="4387850"/>
          <p14:tracePt t="706105" x="4014788" y="4387850"/>
          <p14:tracePt t="706117" x="3967163" y="4387850"/>
          <p14:tracePt t="706127" x="3925888" y="4367213"/>
          <p14:tracePt t="706149" x="3863975" y="4367213"/>
          <p14:tracePt t="706153" x="3783013" y="4367213"/>
          <p14:tracePt t="706161" x="3694113" y="4354513"/>
          <p14:tracePt t="706173" x="3640138" y="4354513"/>
          <p14:tracePt t="706185" x="3578225" y="4354513"/>
          <p14:tracePt t="706195" x="3551238" y="4354513"/>
          <p14:tracePt t="706261" x="3565525" y="4354513"/>
          <p14:tracePt t="706274" x="3578225" y="4354513"/>
          <p14:tracePt t="706285" x="3592513" y="4354513"/>
          <p14:tracePt t="706295" x="3640138" y="4354513"/>
          <p14:tracePt t="706307" x="3694113" y="4367213"/>
          <p14:tracePt t="706319" x="3756025" y="4367213"/>
          <p14:tracePt t="706329" x="3783013" y="4367213"/>
          <p14:tracePt t="706342" x="3795713" y="4367213"/>
          <p14:tracePt t="706385" x="3783013" y="4367213"/>
          <p14:tracePt t="706397" x="3756025" y="4367213"/>
          <p14:tracePt t="706409" x="3694113" y="4354513"/>
          <p14:tracePt t="706420" x="3605213" y="4354513"/>
          <p14:tracePt t="706431" x="3551238" y="4354513"/>
          <p14:tracePt t="706443" x="3476625" y="4354513"/>
          <p14:tracePt t="706454" x="3435350" y="4340225"/>
          <p14:tracePt t="706465" x="3395663" y="4340225"/>
          <p14:tracePt t="706520" x="3408363" y="4340225"/>
          <p14:tracePt t="706532" x="3422650" y="4340225"/>
          <p14:tracePt t="706544" x="3435350" y="4340225"/>
          <p14:tracePt t="706555" x="3476625" y="4340225"/>
          <p14:tracePt t="706567" x="3538538" y="4354513"/>
          <p14:tracePt t="706578" x="3578225" y="4354513"/>
          <p14:tracePt t="706590" x="3625850" y="4354513"/>
          <p14:tracePt t="706601" x="3652838" y="4354513"/>
          <p14:tracePt t="706611" x="3681413" y="4354513"/>
          <p14:tracePt t="706623" x="3694113" y="4354513"/>
          <p14:tracePt t="706635" x="3708400" y="4354513"/>
          <p14:tracePt t="706678" x="3694113" y="4354513"/>
          <p14:tracePt t="706690" x="3681413" y="4354513"/>
          <p14:tracePt t="706702" x="3640138" y="4354513"/>
          <p14:tracePt t="706712" x="3592513" y="4354513"/>
          <p14:tracePt t="706724" x="3538538" y="4354513"/>
          <p14:tracePt t="706735" x="3476625" y="4340225"/>
          <p14:tracePt t="706746" x="3435350" y="4340225"/>
          <p14:tracePt t="706758" x="3408363" y="4340225"/>
          <p14:tracePt t="706770" x="3395663" y="4340225"/>
          <p14:tracePt t="706813" x="3422650" y="4340225"/>
          <p14:tracePt t="706825" x="3476625" y="4340225"/>
          <p14:tracePt t="706837" x="3551238" y="4354513"/>
          <p14:tracePt t="706847" x="3605213" y="4354513"/>
          <p14:tracePt t="706860" x="3694113" y="4367213"/>
          <p14:tracePt t="706872" x="3783013" y="4367213"/>
          <p14:tracePt t="706882" x="3810000" y="4387850"/>
          <p14:tracePt t="706893" x="3824288" y="4387850"/>
          <p14:tracePt t="706904" x="3836988" y="4387850"/>
          <p14:tracePt t="706925" x="3810000" y="4387850"/>
          <p14:tracePt t="706937" x="3783013" y="4367213"/>
          <p14:tracePt t="706948" x="3721100" y="4367213"/>
          <p14:tracePt t="706960" x="3652838" y="4367213"/>
          <p14:tracePt t="706971" x="3565525" y="4354513"/>
          <p14:tracePt t="706982" x="3497263" y="4354513"/>
          <p14:tracePt t="706994" x="3449638" y="4354513"/>
          <p14:tracePt t="707005" x="3422650" y="4354513"/>
          <p14:tracePt t="707038" x="3435350" y="4354513"/>
          <p14:tracePt t="707051" x="3462338" y="4367213"/>
          <p14:tracePt t="707062" x="3524250" y="4367213"/>
          <p14:tracePt t="707073" x="3592513" y="4387850"/>
          <p14:tracePt t="707085" x="3694113" y="4402138"/>
          <p14:tracePt t="707095" x="3810000" y="4402138"/>
          <p14:tracePt t="707107" x="3863975" y="4414838"/>
          <p14:tracePt t="707119" x="3911600" y="4414838"/>
          <p14:tracePt t="707129" x="3925888" y="4414838"/>
          <p14:tracePt t="707173" x="3911600" y="4414838"/>
          <p14:tracePt t="707176" x="3863975" y="4402138"/>
          <p14:tracePt t="707185" x="3783013" y="4402138"/>
          <p14:tracePt t="707196" x="3681413" y="4387850"/>
          <p14:tracePt t="707208" x="3578225" y="4387850"/>
          <p14:tracePt t="707220" x="3524250" y="4387850"/>
          <p14:tracePt t="707230" x="3449638" y="4387850"/>
          <p14:tracePt t="707242" x="3422650" y="4387850"/>
          <p14:tracePt t="707253" x="3408363" y="4387850"/>
          <p14:tracePt t="707286" x="3422650" y="4387850"/>
          <p14:tracePt t="707297" x="3435350" y="4387850"/>
          <p14:tracePt t="707309" x="3462338" y="4387850"/>
          <p14:tracePt t="707320" x="3497263" y="4387850"/>
          <p14:tracePt t="707331" x="3538538" y="4387850"/>
          <p14:tracePt t="707343" x="3605213" y="4387850"/>
          <p14:tracePt t="707354" x="3681413" y="4387850"/>
          <p14:tracePt t="707364" x="3735388" y="4387850"/>
          <p14:tracePt t="707376" x="3783013" y="4387850"/>
          <p14:tracePt t="707387" x="3795713" y="4387850"/>
          <p14:tracePt t="707431" x="3756025" y="4387850"/>
          <p14:tracePt t="707443" x="3694113" y="4387850"/>
          <p14:tracePt t="707454" x="3625850" y="4387850"/>
          <p14:tracePt t="707466" x="3551238" y="4387850"/>
          <p14:tracePt t="707478" x="3509963" y="4387850"/>
          <p14:tracePt t="707522" x="3524250" y="4387850"/>
          <p14:tracePt t="707534" x="3551238" y="4387850"/>
          <p14:tracePt t="707545" x="3578225" y="4387850"/>
          <p14:tracePt t="707556" x="3605213" y="4387850"/>
          <p14:tracePt t="707568" x="3625850" y="4387850"/>
          <p14:tracePt t="708028" x="3592513" y="4367213"/>
          <p14:tracePt t="708041" x="3565525" y="4367213"/>
          <p14:tracePt t="708051" x="3509963" y="4354513"/>
          <p14:tracePt t="708062" x="3462338" y="4354513"/>
          <p14:tracePt t="708075" x="3408363" y="4354513"/>
          <p14:tracePt t="708086" x="3360738" y="4340225"/>
          <p14:tracePt t="708096" x="3348038" y="4340225"/>
          <p14:tracePt t="708140" x="3381375" y="4340225"/>
          <p14:tracePt t="708152" x="3435350" y="4340225"/>
          <p14:tracePt t="708164" x="3509963" y="4354513"/>
          <p14:tracePt t="708175" x="3565525" y="4354513"/>
          <p14:tracePt t="708197" x="3667125" y="4367213"/>
          <p14:tracePt t="708198" x="3756025" y="4367213"/>
          <p14:tracePt t="708209" x="3824288" y="4367213"/>
          <p14:tracePt t="708220" x="3863975" y="4387850"/>
          <p14:tracePt t="708232" x="3884613" y="4387850"/>
          <p14:tracePt t="708264" x="3863975" y="4387850"/>
          <p14:tracePt t="708276" x="3851275" y="4367213"/>
          <p14:tracePt t="708287" x="3810000" y="4367213"/>
          <p14:tracePt t="708300" x="3768725" y="4367213"/>
          <p14:tracePt t="708310" x="3694113" y="4367213"/>
          <p14:tracePt t="708321" x="3640138" y="4367213"/>
          <p14:tracePt t="708333" x="3551238" y="4367213"/>
          <p14:tracePt t="708346" x="3462338" y="4354513"/>
          <p14:tracePt t="708357" x="3408363" y="4354513"/>
          <p14:tracePt t="708367" x="3395663" y="4354513"/>
          <p14:tracePt t="708378" x="3381375" y="4354513"/>
          <p14:tracePt t="708410" x="3395663" y="4354513"/>
          <p14:tracePt t="708423" x="3435350" y="4354513"/>
          <p14:tracePt t="708433" x="3497263" y="4354513"/>
          <p14:tracePt t="708445" x="3565525" y="4367213"/>
          <p14:tracePt t="708457" x="3681413" y="4387850"/>
          <p14:tracePt t="708468" x="3768725" y="4387850"/>
          <p14:tracePt t="708480" x="3824288" y="4387850"/>
          <p14:tracePt t="708491" x="3851275" y="4402138"/>
          <p14:tracePt t="708534" x="3810000" y="4387850"/>
          <p14:tracePt t="708547" x="3768725" y="4387850"/>
          <p14:tracePt t="708558" x="3681413" y="4367213"/>
          <p14:tracePt t="708568" x="3578225" y="4367213"/>
          <p14:tracePt t="708581" x="3476625" y="4354513"/>
          <p14:tracePt t="708591" x="3422650" y="4354513"/>
          <p14:tracePt t="708602" x="3360738" y="4354513"/>
          <p14:tracePt t="708614" x="3348038" y="4354513"/>
          <p14:tracePt t="708636" x="3360738" y="4354513"/>
          <p14:tracePt t="708647" x="3395663" y="4354513"/>
          <p14:tracePt t="708659" x="3435350" y="4354513"/>
          <p14:tracePt t="708669" x="3524250" y="4367213"/>
          <p14:tracePt t="708681" x="3625850" y="4367213"/>
          <p14:tracePt t="708692" x="3708400" y="4387850"/>
          <p14:tracePt t="708703" x="3810000" y="4387850"/>
          <p14:tracePt t="708715" x="3898900" y="4387850"/>
          <p14:tracePt t="708726" x="3925888" y="4387850"/>
          <p14:tracePt t="708770" x="3911600" y="4387850"/>
          <p14:tracePt t="708782" x="3851275" y="4387850"/>
          <p14:tracePt t="708793" x="3783013" y="4367213"/>
          <p14:tracePt t="708804" x="3721100" y="4367213"/>
          <p14:tracePt t="708815" x="3640138" y="4354513"/>
          <p14:tracePt t="708828" x="3565525" y="4354513"/>
          <p14:tracePt t="708844" x="3509963" y="4354513"/>
          <p14:tracePt t="708851" x="3476625" y="4354513"/>
          <p14:tracePt t="708894" x="3509963" y="4354513"/>
          <p14:tracePt t="708907" x="3565525" y="4354513"/>
          <p14:tracePt t="708917" x="3625850" y="4354513"/>
          <p14:tracePt t="708930" x="3708400" y="4367213"/>
          <p14:tracePt t="708942" x="3795713" y="4387850"/>
          <p14:tracePt t="708953" x="3884613" y="4387850"/>
          <p14:tracePt t="708963" x="3952875" y="4402138"/>
          <p14:tracePt t="708976" x="3979863" y="4402138"/>
          <p14:tracePt t="708985" x="3994150" y="4402138"/>
          <p14:tracePt t="709018" x="3967163" y="4402138"/>
          <p14:tracePt t="709030" x="3925888" y="4387850"/>
          <p14:tracePt t="709041" x="3836988" y="4387850"/>
          <p14:tracePt t="709052" x="3756025" y="4367213"/>
          <p14:tracePt t="709065" x="3681413" y="4367213"/>
          <p14:tracePt t="709075" x="3592513" y="4354513"/>
          <p14:tracePt t="709086" x="3538538" y="4354513"/>
          <p14:tracePt t="709098" x="3509963" y="4354513"/>
          <p14:tracePt t="709142" x="3524250" y="4354513"/>
          <p14:tracePt t="709153" x="3565525" y="4354513"/>
          <p14:tracePt t="709165" x="3605213" y="4354513"/>
          <p14:tracePt t="709176" x="3652838" y="4354513"/>
          <p14:tracePt t="709187" x="3708400" y="4354513"/>
          <p14:tracePt t="709199" x="3768725" y="4367213"/>
          <p14:tracePt t="709210" x="3810000" y="4367213"/>
          <p14:tracePt t="709221" x="3836988" y="4367213"/>
          <p14:tracePt t="709254" x="3851275" y="4367213"/>
          <p14:tracePt t="709258" x="3836988" y="4367213"/>
          <p14:tracePt t="709267" x="3824288" y="4367213"/>
          <p14:tracePt t="709277" x="3795713" y="4367213"/>
          <p14:tracePt t="709290" x="3756025" y="4354513"/>
          <p14:tracePt t="709301" x="3708400" y="4354513"/>
          <p14:tracePt t="709312" x="3640138" y="4354513"/>
          <p14:tracePt t="709323" x="3592513" y="4354513"/>
          <p14:tracePt t="709333" x="3551238" y="4354513"/>
          <p14:tracePt t="709346" x="3524250" y="4354513"/>
          <p14:tracePt t="709358" x="3497263" y="4354513"/>
          <p14:tracePt t="709445" x="3509963" y="4354513"/>
          <p14:tracePt t="709479" x="3524250" y="4354513"/>
          <p14:tracePt t="709482" x="3538538" y="4354513"/>
          <p14:tracePt t="709492" x="3551238" y="4354513"/>
          <p14:tracePt t="709502" x="3565525" y="4354513"/>
          <p14:tracePt t="709525" x="3578225" y="4354513"/>
          <p14:tracePt t="709536" x="3592513" y="4354513"/>
          <p14:tracePt t="709548" x="3605213" y="4354513"/>
          <p14:tracePt t="709559" x="3640138" y="4354513"/>
          <p14:tracePt t="709569" x="3667125" y="4354513"/>
          <p14:tracePt t="709581" x="3681413" y="4354513"/>
          <p14:tracePt t="709592" x="3694113" y="4354513"/>
          <p14:tracePt t="709636" x="3667125" y="4354513"/>
          <p14:tracePt t="709648" x="3605213" y="4354513"/>
          <p14:tracePt t="709660" x="3565525" y="4340225"/>
          <p14:tracePt t="709671" x="3509963" y="4340225"/>
          <p14:tracePt t="709683" x="3449638" y="4340225"/>
          <p14:tracePt t="709694" x="3408363" y="4327525"/>
          <p14:tracePt t="709705" x="3381375" y="4327525"/>
          <p14:tracePt t="709718" x="3360738" y="4327525"/>
          <p14:tracePt t="709760" x="3381375" y="4327525"/>
          <p14:tracePt t="709772" x="3395663" y="4327525"/>
          <p14:tracePt t="709784" x="3408363" y="4327525"/>
          <p14:tracePt t="709795" x="3422650" y="4327525"/>
          <p14:tracePt t="709806" x="3449638" y="4327525"/>
          <p14:tracePt t="709817" x="3497263" y="4327525"/>
          <p14:tracePt t="709829" x="3551238" y="4327525"/>
          <p14:tracePt t="709840" x="3640138" y="4340225"/>
          <p14:tracePt t="709851" x="3721100" y="4340225"/>
          <p14:tracePt t="709862" x="3824288" y="4354513"/>
          <p14:tracePt t="709875" x="3911600" y="4367213"/>
          <p14:tracePt t="709896" x="3952875" y="4367213"/>
          <p14:tracePt t="709899" x="3979863" y="4367213"/>
          <p14:tracePt t="709941" x="3967163" y="4367213"/>
          <p14:tracePt t="709952" x="3938588" y="4367213"/>
          <p14:tracePt t="709964" x="3863975" y="4367213"/>
          <p14:tracePt t="709975" x="3795713" y="4367213"/>
          <p14:tracePt t="709986" x="3681413" y="4354513"/>
          <p14:tracePt t="709998" x="3592513" y="4354513"/>
          <p14:tracePt t="710010" x="3497263" y="4354513"/>
          <p14:tracePt t="710020" x="3408363" y="4354513"/>
          <p14:tracePt t="710032" x="3381375" y="4354513"/>
          <p14:tracePt t="710043" x="3348038" y="4354513"/>
          <p14:tracePt t="710076" x="3360738" y="4354513"/>
          <p14:tracePt t="710087" x="3381375" y="4354513"/>
          <p14:tracePt t="710099" x="3422650" y="4354513"/>
          <p14:tracePt t="710110" x="3449638" y="4354513"/>
          <p14:tracePt t="710121" x="3524250" y="4367213"/>
          <p14:tracePt t="710133" x="3605213" y="4367213"/>
          <p14:tracePt t="710144" x="3681413" y="4367213"/>
          <p14:tracePt t="710155" x="3795713" y="4367213"/>
          <p14:tracePt t="710167" x="3884613" y="4367213"/>
          <p14:tracePt t="710178" x="3911600" y="4367213"/>
          <p14:tracePt t="710188" x="3938588" y="4367213"/>
          <p14:tracePt t="710233" x="3911600" y="4367213"/>
          <p14:tracePt t="710244" x="3863975" y="4367213"/>
          <p14:tracePt t="710257" x="3810000" y="4367213"/>
          <p14:tracePt t="710268" x="3708400" y="4354513"/>
          <p14:tracePt t="710280" x="3592513" y="4354513"/>
          <p14:tracePt t="710301" x="3509963" y="4354513"/>
          <p14:tracePt t="710304" x="3422650" y="4340225"/>
          <p14:tracePt t="710312" x="3360738" y="4340225"/>
          <p14:tracePt t="710326" x="3348038" y="4340225"/>
          <p14:tracePt t="710335" x="3333750" y="4340225"/>
          <p14:tracePt t="710369" x="3348038" y="4340225"/>
          <p14:tracePt t="710381" x="3360738" y="4340225"/>
          <p14:tracePt t="710392" x="3395663" y="4340225"/>
          <p14:tracePt t="710402" x="3408363" y="4340225"/>
          <p14:tracePt t="710414" x="3449638" y="4340225"/>
          <p14:tracePt t="710425" x="3509963" y="4340225"/>
          <p14:tracePt t="710436" x="3551238" y="4340225"/>
          <p14:tracePt t="710448" x="3625850" y="4340225"/>
          <p14:tracePt t="710459" x="3681413" y="4354513"/>
          <p14:tracePt t="710470" x="3721100" y="4354513"/>
          <p14:tracePt t="710482" x="3735388" y="4354513"/>
          <p14:tracePt t="710525" x="3721100" y="4354513"/>
          <p14:tracePt t="710537" x="3694113" y="4354513"/>
          <p14:tracePt t="710549" x="3681413" y="4354513"/>
          <p14:tracePt t="710560" x="3652838" y="4354513"/>
          <p14:tracePt t="710571" x="3625850" y="4354513"/>
          <p14:tracePt t="710583" x="3625850" y="4340225"/>
          <p14:tracePt t="710594" x="3605213" y="4340225"/>
          <p14:tracePt t="710841" x="3625850" y="4354513"/>
          <p14:tracePt t="710863" x="3640138" y="4354513"/>
          <p14:tracePt t="710875" x="3667125" y="4354513"/>
          <p14:tracePt t="710886" x="3681413" y="4367213"/>
          <p14:tracePt t="710898" x="3694113" y="4387850"/>
          <p14:tracePt t="710909" x="3721100" y="4402138"/>
          <p14:tracePt t="710922" x="3756025" y="4429125"/>
          <p14:tracePt t="710932" x="3810000" y="4470400"/>
          <p14:tracePt t="710943" x="3898900" y="4530725"/>
          <p14:tracePt t="710955" x="3967163" y="4572000"/>
          <p14:tracePt t="710966" x="4095750" y="4646613"/>
          <p14:tracePt t="710977" x="4271963" y="4714875"/>
          <p14:tracePt t="710989" x="4470400" y="4789488"/>
          <p14:tracePt t="710999" x="4660900" y="4843463"/>
          <p14:tracePt t="711011" x="4973638" y="4932363"/>
          <p14:tracePt t="711023" x="5334000" y="5033963"/>
          <p14:tracePt t="711033" x="5605463" y="5102225"/>
          <p14:tracePt t="711044" x="5967413" y="5191125"/>
          <p14:tracePt t="711056" x="6280150" y="5259388"/>
          <p14:tracePt t="711066" x="6470650" y="5307013"/>
          <p14:tracePt t="711078" x="6653213" y="5348288"/>
          <p14:tracePt t="711089" x="6742113" y="5375275"/>
          <p14:tracePt t="711100" x="6756400" y="5375275"/>
          <p14:tracePt t="711111" x="6742113" y="5375275"/>
          <p14:tracePt t="711360" x="6756400" y="5375275"/>
          <p14:tracePt t="711380" x="6769100" y="5375275"/>
          <p14:tracePt t="711403" x="6783388" y="5375275"/>
          <p14:tracePt t="711425" x="6804025" y="5375275"/>
          <p14:tracePt t="711437" x="6804025" y="5387975"/>
          <p14:tracePt t="711448" x="6816725" y="5387975"/>
          <p14:tracePt t="711459" x="6831013" y="5387975"/>
          <p14:tracePt t="711482" x="6843713" y="5408613"/>
          <p14:tracePt t="711493" x="6858000" y="5408613"/>
          <p14:tracePt t="711506" x="6872288" y="5408613"/>
          <p14:tracePt t="711516" x="6899275" y="5422900"/>
          <p14:tracePt t="711530" x="6911975" y="5422900"/>
          <p14:tracePt t="711549" x="6932613" y="5435600"/>
          <p14:tracePt t="711729" x="6932613" y="5449888"/>
          <p14:tracePt t="711741" x="6946900" y="5449888"/>
          <p14:tracePt t="711753" x="6959600" y="5462588"/>
          <p14:tracePt t="711765" x="6986588" y="5462588"/>
          <p14:tracePt t="711775" x="7015163" y="5476875"/>
          <p14:tracePt t="711787" x="7042150" y="5491163"/>
          <p14:tracePt t="711798" x="7075488" y="5503863"/>
          <p14:tracePt t="711809" x="7089775" y="5503863"/>
          <p14:tracePt t="711821" x="7102475" y="5503863"/>
          <p14:tracePt t="711875" x="7102475" y="5518150"/>
          <p14:tracePt t="711898" x="7089775" y="5518150"/>
          <p14:tracePt t="711921" x="7075488" y="5518150"/>
          <p14:tracePt t="711932" x="7042150" y="5518150"/>
          <p14:tracePt t="711943" x="7015163" y="5518150"/>
          <p14:tracePt t="711956" x="6986588" y="5518150"/>
          <p14:tracePt t="711967" x="6946900" y="5518150"/>
          <p14:tracePt t="711977" x="6911975" y="5518150"/>
          <p14:tracePt t="711989" x="6884988" y="5518150"/>
          <p14:tracePt t="712000" x="6858000" y="5518150"/>
          <p14:tracePt t="712011" x="6843713" y="5518150"/>
          <p14:tracePt t="712023" x="6831013" y="5518150"/>
          <p14:tracePt t="712033" x="6816725" y="5518150"/>
          <p14:tracePt t="712044" x="6804025" y="5518150"/>
          <p14:tracePt t="712168" x="6816725" y="5518150"/>
          <p14:tracePt t="712179" x="6831013" y="5518150"/>
          <p14:tracePt t="712202" x="6843713" y="5518150"/>
          <p14:tracePt t="712292" x="6831013" y="5518150"/>
          <p14:tracePt t="712303" x="6816725" y="5518150"/>
          <p14:tracePt t="712315" x="6804025" y="5518150"/>
          <p14:tracePt t="712326" x="6783388" y="5518150"/>
          <p14:tracePt t="712337" x="6756400" y="5503863"/>
          <p14:tracePt t="712349" x="6742113" y="5503863"/>
          <p14:tracePt t="712360" x="6729413" y="5503863"/>
          <p14:tracePt t="712394" x="6729413" y="5491163"/>
          <p14:tracePt t="712449" x="6742113" y="5491163"/>
          <p14:tracePt t="712460" x="6742113" y="5476875"/>
          <p14:tracePt t="712483" x="6756400" y="5476875"/>
          <p14:tracePt t="712494" x="6769100" y="5476875"/>
          <p14:tracePt t="712517" x="6783388" y="5476875"/>
          <p14:tracePt t="712539" x="6804025" y="5476875"/>
          <p14:tracePt t="712562" x="6804025" y="5491163"/>
          <p14:tracePt t="712574" x="6816725" y="5491163"/>
          <p14:tracePt t="712585" x="6831013" y="5503863"/>
          <p14:tracePt t="712597" x="6843713" y="5518150"/>
          <p14:tracePt t="712618" x="6858000" y="5538788"/>
          <p14:tracePt t="712685" x="6872288" y="5538788"/>
          <p14:tracePt t="712708" x="6884988" y="5551488"/>
          <p14:tracePt t="712720" x="6899275" y="5551488"/>
          <p14:tracePt t="712732" x="6911975" y="5538788"/>
          <p14:tracePt t="712742" x="6946900" y="5538788"/>
          <p14:tracePt t="712753" x="6973888" y="5538788"/>
          <p14:tracePt t="712766" x="6986588" y="5538788"/>
          <p14:tracePt t="712777" x="7015163" y="5538788"/>
          <p14:tracePt t="712787" x="7027863" y="5538788"/>
          <p14:tracePt t="712865" x="7042150" y="5538788"/>
          <p14:tracePt t="712921" x="7062788" y="5551488"/>
          <p14:tracePt t="712955" x="7075488" y="5551488"/>
          <p14:tracePt t="713000" x="7089775" y="5551488"/>
          <p14:tracePt t="713113" x="7102475" y="5551488"/>
          <p14:tracePt t="713147" x="7116763" y="5551488"/>
          <p14:tracePt t="713169" x="7116763" y="5565775"/>
          <p14:tracePt t="713192" x="7102475" y="5551488"/>
          <p14:tracePt t="713416" x="7116763" y="5551488"/>
          <p14:tracePt t="713440" x="7129463" y="5565775"/>
          <p14:tracePt t="713441" x="7143750" y="5565775"/>
          <p14:tracePt t="713451" x="7158038" y="5565775"/>
          <p14:tracePt t="713462" x="7191375" y="5565775"/>
          <p14:tracePt t="713474" x="7205663" y="5565775"/>
          <p14:tracePt t="713485" x="7218363" y="5565775"/>
          <p14:tracePt t="713496" x="7232650" y="5578475"/>
          <p14:tracePt t="713509" x="7245350" y="5578475"/>
          <p14:tracePt t="713529" x="7259638" y="5578475"/>
          <p14:tracePt t="713710" x="7245350" y="5578475"/>
          <p14:tracePt t="713721" x="7232650" y="5578475"/>
          <p14:tracePt t="713732" x="7205663" y="5578475"/>
          <p14:tracePt t="713743" x="7191375" y="5578475"/>
          <p14:tracePt t="713756" x="7170738" y="5578475"/>
          <p14:tracePt t="713766" x="7158038" y="5578475"/>
          <p14:tracePt t="713779" x="7143750" y="5578475"/>
          <p14:tracePt t="713866" x="7158038" y="5578475"/>
          <p14:tracePt t="714047" x="7143750" y="5578475"/>
          <p14:tracePt t="714059" x="7129463" y="5578475"/>
          <p14:tracePt t="714216" x="7143750" y="5578475"/>
          <p14:tracePt t="714249" x="7158038" y="5578475"/>
          <p14:tracePt t="714261" x="7158038" y="5592763"/>
          <p14:tracePt t="714339" x="7170738" y="5592763"/>
          <p14:tracePt t="714373" x="7191375" y="5592763"/>
          <p14:tracePt t="714407" x="7205663" y="5592763"/>
          <p14:tracePt t="714508" x="7218363" y="5592763"/>
          <p14:tracePt t="714575" x="7232650" y="5592763"/>
          <p14:tracePt t="714711" x="7245350" y="5592763"/>
          <p14:tracePt t="714733" x="7259638" y="5592763"/>
          <p14:tracePt t="714755" x="7272338" y="5592763"/>
          <p14:tracePt t="714778" x="7286625" y="5592763"/>
          <p14:tracePt t="714857" x="7307263" y="5592763"/>
          <p14:tracePt t="715037" x="7319963" y="5592763"/>
          <p14:tracePt t="715060" x="7334250" y="5592763"/>
          <p14:tracePt t="715082" x="7348538" y="5592763"/>
          <p14:tracePt t="715105" x="7361238" y="5592763"/>
          <p14:tracePt t="715139" x="7375525" y="5592763"/>
          <p14:tracePt t="715284" x="7388225" y="5592763"/>
          <p14:tracePt t="715318" x="7402513" y="5592763"/>
          <p14:tracePt t="715341" x="7415213" y="5592763"/>
          <p14:tracePt t="715363" x="7435850" y="5592763"/>
          <p14:tracePt t="715419" x="7450138" y="5592763"/>
          <p14:tracePt t="715464" x="7462838" y="5592763"/>
          <p14:tracePt t="715498" x="7477125" y="5592763"/>
          <p14:tracePt t="715544" x="7491413" y="5592763"/>
          <p14:tracePt t="715621" x="7504113" y="5592763"/>
          <p14:tracePt t="715678" x="7518400" y="5592763"/>
          <p14:tracePt t="715723" x="7531100" y="5592763"/>
          <p14:tracePt t="715757" x="7545388" y="5592763"/>
          <p14:tracePt t="715835" x="7545388" y="5605463"/>
          <p14:tracePt t="715880" x="7566025" y="5605463"/>
          <p14:tracePt t="716084" x="7578725" y="5605463"/>
          <p14:tracePt t="716264" x="7593013" y="5605463"/>
          <p14:tracePt t="716265" x="7605713" y="5605463"/>
          <p14:tracePt t="716285" x="7620000" y="5605463"/>
          <p14:tracePt t="716308" x="7634288" y="5605463"/>
          <p14:tracePt t="716342" x="7646988" y="5605463"/>
          <p14:tracePt t="716375" x="7661275" y="5605463"/>
          <p14:tracePt t="716420" x="7673975" y="5605463"/>
          <p14:tracePt t="716465" x="7694613" y="5605463"/>
          <p14:tracePt t="716758" x="7708900" y="5605463"/>
          <p14:tracePt t="716761" x="7721600" y="5605463"/>
          <p14:tracePt t="716770" x="7735888" y="5605463"/>
          <p14:tracePt t="716771" x="7762875" y="5605463"/>
          <p14:tracePt t="716781" x="7777163" y="5605463"/>
          <p14:tracePt t="716792" x="7789863" y="5605463"/>
          <p14:tracePt t="716804" x="7804150" y="5605463"/>
          <p14:tracePt t="716815" x="7824788" y="5605463"/>
          <p14:tracePt t="716827" x="7837488" y="5605463"/>
          <p14:tracePt t="716870" x="7851775" y="5605463"/>
          <p14:tracePt t="716904" x="7864475" y="5605463"/>
          <p14:tracePt t="716949" x="7878763" y="5605463"/>
          <p14:tracePt t="716983" x="7891463" y="5605463"/>
          <p14:tracePt t="717073" x="7905750" y="5605463"/>
          <p14:tracePt t="717129" x="7920038" y="5605463"/>
          <p14:tracePt t="717152" x="7932738" y="5605463"/>
          <p14:tracePt t="717163" x="7953375" y="5605463"/>
          <p14:tracePt t="717186" x="7967663" y="5605463"/>
          <p14:tracePt t="717208" x="7980363" y="5605463"/>
          <p14:tracePt t="717264" x="7994650" y="5605463"/>
          <p14:tracePt t="717309" x="8007350" y="5605463"/>
          <p14:tracePt t="717321" x="8021638" y="5605463"/>
          <p14:tracePt t="717343" x="8034338" y="5605463"/>
          <p14:tracePt t="717355" x="8048625" y="5605463"/>
          <p14:tracePt t="717377" x="8069263" y="5605463"/>
          <p14:tracePt t="717389" x="8081963" y="5605463"/>
          <p14:tracePt t="717433" x="8096250" y="5605463"/>
          <p14:tracePt t="717466" x="8110538" y="5605463"/>
          <p14:tracePt t="717760" x="8096250" y="5605463"/>
          <p14:tracePt t="717761" x="8048625" y="5605463"/>
          <p14:tracePt t="717771" x="8007350" y="5605463"/>
          <p14:tracePt t="717782" x="7953375" y="5605463"/>
          <p14:tracePt t="717793" x="7851775" y="5592763"/>
          <p14:tracePt t="717805" x="7762875" y="5578475"/>
          <p14:tracePt t="717816" x="7708900" y="5578475"/>
          <p14:tracePt t="717829" x="7661275" y="5578475"/>
          <p14:tracePt t="717839" x="7620000" y="5565775"/>
          <p14:tracePt t="717850" x="7605713" y="5565775"/>
          <p14:tracePt t="717863" x="7593013" y="5565775"/>
          <p14:tracePt t="718007" x="7605713" y="5565775"/>
          <p14:tracePt t="718029" x="7620000" y="5565775"/>
          <p14:tracePt t="718040" x="7634288" y="5565775"/>
          <p14:tracePt t="718052" x="7646988" y="5551488"/>
          <p14:tracePt t="718064" x="7661275" y="5538788"/>
          <p14:tracePt t="718076" x="7661275" y="5518150"/>
          <p14:tracePt t="718086" x="7661275" y="5503863"/>
          <p14:tracePt t="718098" x="7646988" y="5476875"/>
          <p14:tracePt t="718109" x="7646988" y="5462588"/>
          <p14:tracePt t="718121" x="7634288" y="5435600"/>
          <p14:tracePt t="718133" x="7620000" y="5422900"/>
          <p14:tracePt t="718143" x="7593013" y="5387975"/>
          <p14:tracePt t="718155" x="7578725" y="5375275"/>
          <p14:tracePt t="718166" x="7545388" y="5360988"/>
          <p14:tracePt t="718176" x="7518400" y="5360988"/>
          <p14:tracePt t="718188" x="7504113" y="5348288"/>
          <p14:tracePt t="718200" x="7462838" y="5334000"/>
          <p14:tracePt t="718210" x="7415213" y="5334000"/>
          <p14:tracePt t="718221" x="7388225" y="5334000"/>
          <p14:tracePt t="718232" x="7348538" y="5334000"/>
          <p14:tracePt t="718243" x="7319963" y="5334000"/>
          <p14:tracePt t="718255" x="7272338" y="5334000"/>
          <p14:tracePt t="718266" x="7245350" y="5334000"/>
          <p14:tracePt t="718277" x="7218363" y="5334000"/>
          <p14:tracePt t="718288" x="7191375" y="5348288"/>
          <p14:tracePt t="718300" x="7158038" y="5360988"/>
          <p14:tracePt t="718311" x="7129463" y="5375275"/>
          <p14:tracePt t="718323" x="7116763" y="5387975"/>
          <p14:tracePt t="718334" x="7102475" y="5408613"/>
          <p14:tracePt t="718344" x="7075488" y="5422900"/>
          <p14:tracePt t="718357" x="7075488" y="5449888"/>
          <p14:tracePt t="718368" x="7075488" y="5462588"/>
          <p14:tracePt t="718378" x="7062788" y="5476875"/>
          <p14:tracePt t="718391" x="7062788" y="5491163"/>
          <p14:tracePt t="718401" x="7075488" y="5503863"/>
          <p14:tracePt t="718412" x="7075488" y="5518150"/>
          <p14:tracePt t="718424" x="7089775" y="5551488"/>
          <p14:tracePt t="718446" x="7116763" y="5565775"/>
          <p14:tracePt t="718447" x="7143750" y="5578475"/>
          <p14:tracePt t="718457" x="7191375" y="5592763"/>
          <p14:tracePt t="718468" x="7245350" y="5605463"/>
          <p14:tracePt t="718480" x="7286625" y="5619750"/>
          <p14:tracePt t="718492" x="7348538" y="5634038"/>
          <p14:tracePt t="718504" x="7402513" y="5634038"/>
          <p14:tracePt t="718514" x="7450138" y="5634038"/>
          <p14:tracePt t="718525" x="7477125" y="5634038"/>
          <p14:tracePt t="718536" x="7518400" y="5634038"/>
          <p14:tracePt t="718548" x="7531100" y="5634038"/>
          <p14:tracePt t="718558" x="7545388" y="5619750"/>
          <p14:tracePt t="718570" x="7566025" y="5605463"/>
          <p14:tracePt t="718582" x="7566025" y="5592763"/>
          <p14:tracePt t="718592" x="7578725" y="5565775"/>
          <p14:tracePt t="718605" x="7578725" y="5518150"/>
          <p14:tracePt t="718616" x="7578725" y="5491163"/>
          <p14:tracePt t="718626" x="7578725" y="5462588"/>
          <p14:tracePt t="718638" x="7578725" y="5435600"/>
          <p14:tracePt t="718649" x="7566025" y="5422900"/>
          <p14:tracePt t="718660" x="7566025" y="5408613"/>
          <p14:tracePt t="718682" x="7545388" y="5408613"/>
          <p14:tracePt t="718683" x="7518400" y="5387975"/>
          <p14:tracePt t="718693" x="7491413" y="5387975"/>
          <p14:tracePt t="718705" x="7462838" y="5387975"/>
          <p14:tracePt t="718716" x="7435850" y="5387975"/>
          <p14:tracePt t="718727" x="7388225" y="5387975"/>
          <p14:tracePt t="718739" x="7361238" y="5387975"/>
          <p14:tracePt t="718750" x="7334250" y="5387975"/>
          <p14:tracePt t="718761" x="7307263" y="5408613"/>
          <p14:tracePt t="718773" x="7272338" y="5422900"/>
          <p14:tracePt t="718784" x="7259638" y="5435600"/>
          <p14:tracePt t="718795" x="7245350" y="5449888"/>
          <p14:tracePt t="718807" x="7232650" y="5462588"/>
          <p14:tracePt t="718819" x="7218363" y="5476875"/>
          <p14:tracePt t="718829" x="7218363" y="5491163"/>
          <p14:tracePt t="718840" x="7218363" y="5503863"/>
          <p14:tracePt t="718862" x="7218363" y="5518150"/>
          <p14:tracePt t="718873" x="7218363" y="5538788"/>
          <p14:tracePt t="718895" x="7218363" y="5551488"/>
          <p14:tracePt t="718907" x="7232650" y="5565775"/>
          <p14:tracePt t="718919" x="7245350" y="5565775"/>
          <p14:tracePt t="718929" x="7259638" y="5578475"/>
          <p14:tracePt t="718941" x="7286625" y="5578475"/>
          <p14:tracePt t="718952" x="7319963" y="5592763"/>
          <p14:tracePt t="718964" x="7348538" y="5592763"/>
          <p14:tracePt t="718975" x="7402513" y="5592763"/>
          <p14:tracePt t="718986" x="7450138" y="5592763"/>
          <p14:tracePt t="718998" x="7491413" y="5592763"/>
          <p14:tracePt t="719008" x="7518400" y="5578475"/>
          <p14:tracePt t="719020" x="7545388" y="5565775"/>
          <p14:tracePt t="719032" x="7566025" y="5538788"/>
          <p14:tracePt t="719042" x="7566025" y="5518150"/>
          <p14:tracePt t="719054" x="7566025" y="5491163"/>
          <p14:tracePt t="719066" x="7566025" y="5462588"/>
          <p14:tracePt t="719076" x="7566025" y="5435600"/>
          <p14:tracePt t="719087" x="7545388" y="5408613"/>
          <p14:tracePt t="719099" x="7518400" y="5375275"/>
          <p14:tracePt t="719110" x="7504113" y="5360988"/>
          <p14:tracePt t="719122" x="7462838" y="5348288"/>
          <p14:tracePt t="719133" x="7415213" y="5348288"/>
          <p14:tracePt t="719144" x="7348538" y="5334000"/>
          <p14:tracePt t="719156" x="7286625" y="5334000"/>
          <p14:tracePt t="719166" x="7232650" y="5334000"/>
          <p14:tracePt t="719177" x="7170738" y="5348288"/>
          <p14:tracePt t="719189" x="7143750" y="5348288"/>
          <p14:tracePt t="719200" x="7116763" y="5375275"/>
          <p14:tracePt t="719211" x="7089775" y="5408613"/>
          <p14:tracePt t="719223" x="7089775" y="5422900"/>
          <p14:tracePt t="719234" x="7075488" y="5462588"/>
          <p14:tracePt t="719245" x="7075488" y="5491163"/>
          <p14:tracePt t="719256" x="7075488" y="5518150"/>
          <p14:tracePt t="719267" x="7089775" y="5538788"/>
          <p14:tracePt t="719278" x="7102475" y="5565775"/>
          <p14:tracePt t="719290" x="7116763" y="5578475"/>
          <p14:tracePt t="719301" x="7143750" y="5592763"/>
          <p14:tracePt t="719312" x="7191375" y="5605463"/>
          <p14:tracePt t="719324" x="7245350" y="5605463"/>
          <p14:tracePt t="719335" x="7272338" y="5605463"/>
          <p14:tracePt t="719346" x="7319963" y="5605463"/>
          <p14:tracePt t="719357" x="7361238" y="5605463"/>
          <p14:tracePt t="719369" x="7402513" y="5592763"/>
          <p14:tracePt t="719380" x="7435850" y="5578475"/>
          <p14:tracePt t="719391" x="7462838" y="5565775"/>
          <p14:tracePt t="719402" x="7477125" y="5538788"/>
          <p14:tracePt t="719415" x="7477125" y="5518150"/>
          <p14:tracePt t="719425" x="7477125" y="5476875"/>
          <p14:tracePt t="719436" x="7477125" y="5449888"/>
          <p14:tracePt t="719448" x="7477125" y="5422900"/>
          <p14:tracePt t="719470" x="7462838" y="5408613"/>
          <p14:tracePt t="719473" x="7450138" y="5375275"/>
          <p14:tracePt t="719483" x="7415213" y="5375275"/>
          <p14:tracePt t="719494" x="7388225" y="5360988"/>
          <p14:tracePt t="719504" x="7348538" y="5360988"/>
          <p14:tracePt t="719516" x="7319963" y="5360988"/>
          <p14:tracePt t="719526" x="7286625" y="5360988"/>
          <p14:tracePt t="719538" x="7245350" y="5375275"/>
          <p14:tracePt t="719549" x="7205663" y="5387975"/>
          <p14:tracePt t="719560" x="7191375" y="5422900"/>
          <p14:tracePt t="719572" x="7158038" y="5449888"/>
          <p14:tracePt t="719583" x="7143750" y="5476875"/>
          <p14:tracePt t="719593" x="7129463" y="5503863"/>
          <p14:tracePt t="719605" x="7129463" y="5518150"/>
          <p14:tracePt t="719616" x="7129463" y="5551488"/>
          <p14:tracePt t="719627" x="7143750" y="5565775"/>
          <p14:tracePt t="719639" x="7158038" y="5578475"/>
          <p14:tracePt t="719650" x="7191375" y="5592763"/>
          <p14:tracePt t="719661" x="7232650" y="5592763"/>
          <p14:tracePt t="719672" x="7272338" y="5605463"/>
          <p14:tracePt t="719683" x="7334250" y="5605463"/>
          <p14:tracePt t="719695" x="7388225" y="5605463"/>
          <p14:tracePt t="719706" x="7450138" y="5605463"/>
          <p14:tracePt t="719739" x="7504113" y="5592763"/>
          <p14:tracePt t="719743" x="7545388" y="5578475"/>
          <p14:tracePt t="719752" x="7566025" y="5565775"/>
          <p14:tracePt t="719753" x="7593013" y="5538788"/>
          <p14:tracePt t="719763" x="7593013" y="5503863"/>
          <p14:tracePt t="719775" x="7593013" y="5476875"/>
          <p14:tracePt t="719785" x="7578725" y="5449888"/>
          <p14:tracePt t="719796" x="7566025" y="5408613"/>
          <p14:tracePt t="719807" x="7531100" y="5375275"/>
          <p14:tracePt t="719819" x="7504113" y="5360988"/>
          <p14:tracePt t="719830" x="7462838" y="5348288"/>
          <p14:tracePt t="719841" x="7415213" y="5348288"/>
          <p14:tracePt t="719852" x="7375525" y="5334000"/>
          <p14:tracePt t="719864" x="7334250" y="5334000"/>
          <p14:tracePt t="719874" x="7307263" y="5348288"/>
          <p14:tracePt t="719886" x="7259638" y="5360988"/>
          <p14:tracePt t="719898" x="7232650" y="5375275"/>
          <p14:tracePt t="719909" x="7205663" y="5408613"/>
          <p14:tracePt t="719920" x="7191375" y="5435600"/>
          <p14:tracePt t="719932" x="7170738" y="5449888"/>
          <p14:tracePt t="719942" x="7170738" y="5476875"/>
          <p14:tracePt t="719954" x="7191375" y="5503863"/>
          <p14:tracePt t="719966" x="7205663" y="5518150"/>
          <p14:tracePt t="719976" x="7232650" y="5551488"/>
          <p14:tracePt t="719988" x="7272338" y="5565775"/>
          <p14:tracePt t="719999" x="7334250" y="5578475"/>
          <p14:tracePt t="720009" x="7375525" y="5578475"/>
          <p14:tracePt t="720021" x="7435850" y="5578475"/>
          <p14:tracePt t="720032" x="7491413" y="5578475"/>
          <p14:tracePt t="720043" x="7518400" y="5578475"/>
          <p14:tracePt t="720055" x="7545388" y="5565775"/>
          <p14:tracePt t="720066" x="7578725" y="5538788"/>
          <p14:tracePt t="720077" x="7578725" y="5518150"/>
          <p14:tracePt t="720089" x="7578725" y="5491163"/>
          <p14:tracePt t="720100" x="7566025" y="5462588"/>
          <p14:tracePt t="720111" x="7531100" y="5435600"/>
          <p14:tracePt t="720122" x="7477125" y="5387975"/>
          <p14:tracePt t="720134" x="7402513" y="5360988"/>
          <p14:tracePt t="720144" x="7348538" y="5348288"/>
          <p14:tracePt t="720156" x="7307263" y="5348288"/>
          <p14:tracePt t="720167" x="7245350" y="5334000"/>
          <p14:tracePt t="720178" x="7218363" y="5348288"/>
          <p14:tracePt t="720190" x="7191375" y="5360988"/>
          <p14:tracePt t="720201" x="7158038" y="5408613"/>
          <p14:tracePt t="720212" x="7143750" y="5435600"/>
          <p14:tracePt t="720223" x="7143750" y="5462588"/>
          <p14:tracePt t="720236" x="7143750" y="5503863"/>
          <p14:tracePt t="720248" x="7170738" y="5538788"/>
          <p14:tracePt t="720258" x="7205663" y="5565775"/>
          <p14:tracePt t="720269" x="7232650" y="5578475"/>
          <p14:tracePt t="720279" x="7286625" y="5592763"/>
          <p14:tracePt t="720291" x="7361238" y="5605463"/>
          <p14:tracePt t="720302" x="7388225" y="5605463"/>
          <p14:tracePt t="720314" x="7435850" y="5592763"/>
          <p14:tracePt t="720325" x="7462838" y="5578475"/>
          <p14:tracePt t="720347" x="7462838" y="5551488"/>
          <p14:tracePt t="720358" x="7415213" y="5518150"/>
          <p14:tracePt t="720370" x="7348538" y="5476875"/>
          <p14:tracePt t="720382" x="7245350" y="5462588"/>
          <p14:tracePt t="720392" x="7062788" y="5435600"/>
          <p14:tracePt t="720404" x="6843713" y="5422900"/>
          <p14:tracePt t="720416" x="6688138" y="5422900"/>
          <p14:tracePt t="720426" x="6470650" y="5422900"/>
          <p14:tracePt t="720437" x="6265863" y="5435600"/>
          <p14:tracePt t="720449" x="6170613" y="5435600"/>
          <p14:tracePt t="720459" x="6069013" y="5449888"/>
          <p14:tracePt t="720472" x="6007100" y="5449888"/>
          <p14:tracePt t="720483" x="5994400" y="5449888"/>
          <p14:tracePt t="720504" x="5980113" y="5449888"/>
          <p14:tracePt t="720560" x="5967413" y="5435600"/>
          <p14:tracePt t="720583" x="5967413" y="5422900"/>
          <p14:tracePt t="720594" x="5953125" y="5408613"/>
          <p14:tracePt t="720607" x="5938838" y="5387975"/>
          <p14:tracePt t="720618" x="5911850" y="5360988"/>
          <p14:tracePt t="720629" x="5891213" y="5348288"/>
          <p14:tracePt t="720639" x="5878513" y="5348288"/>
          <p14:tracePt t="720651" x="5864225" y="5348288"/>
          <p14:tracePt t="720662" x="5851525" y="5348288"/>
          <p14:tracePt t="720674" x="5837238" y="5348288"/>
          <p14:tracePt t="720685" x="5824538" y="5360988"/>
          <p14:tracePt t="720696" x="5810250" y="5375275"/>
          <p14:tracePt t="720709" x="5795963" y="5387975"/>
          <p14:tracePt t="720719" x="5783263" y="5422900"/>
          <p14:tracePt t="720732" x="5762625" y="5435600"/>
          <p14:tracePt t="720742" x="5762625" y="5449888"/>
          <p14:tracePt t="720753" x="5762625" y="5462588"/>
          <p14:tracePt t="720786" x="5795963" y="5476875"/>
          <p14:tracePt t="720787" x="5824538" y="5491163"/>
          <p14:tracePt t="720799" x="5891213" y="5491163"/>
          <p14:tracePt t="720809" x="5926138" y="5491163"/>
          <p14:tracePt t="720821" x="5953125" y="5476875"/>
          <p14:tracePt t="720832" x="5953125" y="5462588"/>
          <p14:tracePt t="720842" x="5967413" y="5462588"/>
          <p14:tracePt t="720854" x="5953125" y="5449888"/>
          <p14:tracePt t="720868" x="5938838" y="5422900"/>
          <p14:tracePt t="720877" x="5911850" y="5387975"/>
          <p14:tracePt t="720888" x="5851525" y="5375275"/>
          <p14:tracePt t="720901" x="5810250" y="5360988"/>
          <p14:tracePt t="720910" x="5735638" y="5360988"/>
          <p14:tracePt t="720922" x="5694363" y="5360988"/>
          <p14:tracePt t="720933" x="5667375" y="5375275"/>
          <p14:tracePt t="720943" x="5634038" y="5387975"/>
          <p14:tracePt t="720956" x="5634038" y="5408613"/>
          <p14:tracePt t="720967" x="5634038" y="5422900"/>
          <p14:tracePt t="720988" x="5646738" y="5435600"/>
          <p14:tracePt t="721000" x="5681663" y="5449888"/>
          <p14:tracePt t="721011" x="5708650" y="5449888"/>
          <p14:tracePt t="721022" x="5735638" y="5449888"/>
          <p14:tracePt t="721034" x="5748338" y="5449888"/>
          <p14:tracePt t="721045" x="5783263" y="5449888"/>
          <p14:tracePt t="721057" x="5783263" y="5435600"/>
          <p14:tracePt t="721068" x="5795963" y="5422900"/>
          <p14:tracePt t="721078" x="5795963" y="5408613"/>
          <p14:tracePt t="721090" x="5795963" y="5387975"/>
          <p14:tracePt t="721101" x="5795963" y="5360988"/>
          <p14:tracePt t="721123" x="5783263" y="5360988"/>
          <p14:tracePt t="721145" x="5762625" y="5360988"/>
          <p14:tracePt t="721157" x="5748338" y="5375275"/>
          <p14:tracePt t="721169" x="5721350" y="5408613"/>
          <p14:tracePt t="721180" x="5721350" y="5435600"/>
          <p14:tracePt t="721192" x="5721350" y="5462588"/>
          <p14:tracePt t="721202" x="5721350" y="5476875"/>
          <p14:tracePt t="721215" x="5735638" y="5503863"/>
          <p14:tracePt t="721226" x="5762625" y="5518150"/>
          <p14:tracePt t="721236" x="5810250" y="5538788"/>
          <p14:tracePt t="721250" x="5851525" y="5538788"/>
          <p14:tracePt t="721260" x="5864225" y="5538788"/>
          <p14:tracePt t="721271" x="5891213" y="5518150"/>
          <p14:tracePt t="721283" x="5911850" y="5503863"/>
          <p14:tracePt t="721293" x="5911850" y="5476875"/>
          <p14:tracePt t="721305" x="5911850" y="5462588"/>
          <p14:tracePt t="721316" x="5891213" y="5435600"/>
          <p14:tracePt t="721326" x="5864225" y="5408613"/>
          <p14:tracePt t="721338" x="5837238" y="5387975"/>
          <p14:tracePt t="721350" x="5810250" y="5387975"/>
          <p14:tracePt t="721360" x="5762625" y="5408613"/>
          <p14:tracePt t="721372" x="5735638" y="5408613"/>
          <p14:tracePt t="721382" x="5708650" y="5435600"/>
          <p14:tracePt t="721393" x="5694363" y="5462588"/>
          <p14:tracePt t="721405" x="5681663" y="5476875"/>
          <p14:tracePt t="721427" x="5694363" y="5491163"/>
          <p14:tracePt t="721449" x="5708650" y="5491163"/>
          <p14:tracePt t="721461" x="5735638" y="5491163"/>
          <p14:tracePt t="721473" x="5748338" y="5491163"/>
          <p14:tracePt t="721484" x="5783263" y="5491163"/>
          <p14:tracePt t="721495" x="5837238" y="5476875"/>
          <p14:tracePt t="721507" x="5911850" y="5462588"/>
          <p14:tracePt t="721518" x="6042025" y="5462588"/>
          <p14:tracePt t="721528" x="6149975" y="5449888"/>
          <p14:tracePt t="721541" x="6354763" y="5449888"/>
          <p14:tracePt t="721551" x="6572250" y="5449888"/>
          <p14:tracePt t="721562" x="6700838" y="5449888"/>
          <p14:tracePt t="721574" x="6843713" y="5449888"/>
          <p14:tracePt t="721585" x="6959600" y="5435600"/>
          <p14:tracePt t="721596" x="7027863" y="5435600"/>
          <p14:tracePt t="721608" x="7089775" y="5435600"/>
          <p14:tracePt t="721619" x="7129463" y="5435600"/>
          <p14:tracePt t="721629" x="7143750" y="5435600"/>
          <p14:tracePt t="721641" x="7158038" y="5435600"/>
          <p14:tracePt t="721731" x="7170738" y="5435600"/>
          <p14:tracePt t="721764" x="7170738" y="5422900"/>
          <p14:tracePt t="721787" x="7191375" y="5422900"/>
          <p14:tracePt t="721809" x="7205663" y="5422900"/>
          <p14:tracePt t="721832" x="7232650" y="5422900"/>
          <p14:tracePt t="721835" x="7259638" y="5422900"/>
          <p14:tracePt t="721845" x="7286625" y="5422900"/>
          <p14:tracePt t="721857" x="7319963" y="5422900"/>
          <p14:tracePt t="721868" x="7348538" y="5422900"/>
          <p14:tracePt t="721877" x="7361238" y="5408613"/>
          <p14:tracePt t="721922" x="7361238" y="5387975"/>
          <p14:tracePt t="721944" x="7348538" y="5387975"/>
          <p14:tracePt t="721956" x="7348538" y="5375275"/>
          <p14:tracePt t="721967" x="7334250" y="5375275"/>
          <p14:tracePt t="721979" x="7319963" y="5375275"/>
          <p14:tracePt t="721991" x="7307263" y="5375275"/>
          <p14:tracePt t="722001" x="7286625" y="5360988"/>
          <p14:tracePt t="722023" x="7272338" y="5360988"/>
          <p14:tracePt t="722056" x="7272338" y="5375275"/>
          <p14:tracePt t="722090" x="7272338" y="5387975"/>
          <p14:tracePt t="722102" x="7272338" y="5408613"/>
          <p14:tracePt t="722124" x="7272338" y="5422900"/>
          <p14:tracePt t="722136" x="7272338" y="5435600"/>
          <p14:tracePt t="722147" x="7272338" y="5449888"/>
          <p14:tracePt t="722169" x="7272338" y="5462588"/>
          <p14:tracePt t="722181" x="7286625" y="5476875"/>
          <p14:tracePt t="722192" x="7307263" y="5476875"/>
          <p14:tracePt t="722205" x="7319963" y="5476875"/>
          <p14:tracePt t="722215" x="7348538" y="5476875"/>
          <p14:tracePt t="722226" x="7375525" y="5476875"/>
          <p14:tracePt t="722239" x="7415213" y="5476875"/>
          <p14:tracePt t="722250" x="7450138" y="5476875"/>
          <p14:tracePt t="722260" x="7462838" y="5462588"/>
          <p14:tracePt t="722274" x="7477125" y="5449888"/>
          <p14:tracePt t="722284" x="7477125" y="5422900"/>
          <p14:tracePt t="722294" x="7477125" y="5408613"/>
          <p14:tracePt t="722307" x="7462838" y="5375275"/>
          <p14:tracePt t="722317" x="7450138" y="5360988"/>
          <p14:tracePt t="722328" x="7402513" y="5334000"/>
          <p14:tracePt t="722340" x="7375525" y="5334000"/>
          <p14:tracePt t="722350" x="7334250" y="5334000"/>
          <p14:tracePt t="722362" x="7307263" y="5334000"/>
          <p14:tracePt t="722373" x="7272338" y="5348288"/>
          <p14:tracePt t="722383" x="7232650" y="5360988"/>
          <p14:tracePt t="722396" x="7205663" y="5375275"/>
          <p14:tracePt t="722407" x="7191375" y="5408613"/>
          <p14:tracePt t="722417" x="7191375" y="5422900"/>
          <p14:tracePt t="722429" x="7191375" y="5435600"/>
          <p14:tracePt t="722440" x="7191375" y="5462588"/>
          <p14:tracePt t="722451" x="7191375" y="5476875"/>
          <p14:tracePt t="722463" x="7218363" y="5491163"/>
          <p14:tracePt t="722475" x="7245350" y="5491163"/>
          <p14:tracePt t="722484" x="7272338" y="5503863"/>
          <p14:tracePt t="722497" x="7319963" y="5518150"/>
          <p14:tracePt t="722508" x="7348538" y="5518150"/>
          <p14:tracePt t="722518" x="7388225" y="5518150"/>
          <p14:tracePt t="722530" x="7415213" y="5518150"/>
          <p14:tracePt t="722541" x="7462838" y="5503863"/>
          <p14:tracePt t="722552" x="7477125" y="5503863"/>
          <p14:tracePt t="722564" x="7491413" y="5491163"/>
          <p14:tracePt t="722575" x="7504113" y="5476875"/>
          <p14:tracePt t="722586" x="7518400" y="5462588"/>
          <p14:tracePt t="722598" x="7518400" y="5449888"/>
          <p14:tracePt t="722609" x="7518400" y="5435600"/>
          <p14:tracePt t="722630" x="7518400" y="5422900"/>
          <p14:tracePt t="722844" x="7518400" y="5435600"/>
          <p14:tracePt t="722856" x="7518400" y="5462588"/>
          <p14:tracePt t="722878" x="7518400" y="5491163"/>
          <p14:tracePt t="722881" x="7531100" y="5503863"/>
          <p14:tracePt t="722890" x="7531100" y="5518150"/>
          <p14:tracePt t="722905" x="7545388" y="5538788"/>
          <p14:tracePt t="724104" x="7566025" y="5551488"/>
          <p14:tracePt t="724127" x="7566025" y="5565775"/>
          <p14:tracePt t="724138" x="7531100" y="5565775"/>
          <p14:tracePt t="725094" x="7545388" y="5565775"/>
          <p14:tracePt t="725331" x="7545388" y="5578475"/>
          <p14:tracePt t="725343" x="7518400" y="5592763"/>
          <p14:tracePt t="725354" x="7477125" y="5634038"/>
          <p14:tracePt t="725365" x="7402513" y="5681663"/>
          <p14:tracePt t="725378" x="7272338" y="5783263"/>
          <p14:tracePt t="725388" x="7116763" y="5864225"/>
          <p14:tracePt t="725399" x="7015163" y="5926138"/>
          <p14:tracePt t="725412" x="6872288" y="5980113"/>
          <p14:tracePt t="725421" x="6769100" y="6021388"/>
          <p14:tracePt t="725433" x="6715125" y="6054725"/>
          <p14:tracePt t="725446" x="6653213" y="6081713"/>
          <p14:tracePt t="725455" x="6613525" y="6096000"/>
          <p14:tracePt t="725467" x="6599238" y="6096000"/>
          <p14:tracePt t="725479" x="6572250" y="6110288"/>
          <p14:tracePt t="725488" x="6557963" y="6096000"/>
          <p14:tracePt t="725702" x="6557963" y="6081713"/>
          <p14:tracePt t="725714" x="6524625" y="6069013"/>
          <p14:tracePt t="725724" x="6483350" y="6054725"/>
          <p14:tracePt t="725737" x="6443663" y="6054725"/>
          <p14:tracePt t="725748" x="6367463" y="6042025"/>
          <p14:tracePt t="725760" x="6300788" y="6021388"/>
          <p14:tracePt t="725772" x="6238875" y="6007100"/>
          <p14:tracePt t="725782" x="6170613" y="6007100"/>
          <p14:tracePt t="725794" x="6096000" y="5994400"/>
          <p14:tracePt t="725805" x="6021388" y="5994400"/>
          <p14:tracePt t="725815" x="5967413" y="5980113"/>
          <p14:tracePt t="725827" x="5911850" y="5980113"/>
          <p14:tracePt t="725838" x="5851525" y="5980113"/>
          <p14:tracePt t="725848" x="5824538" y="5980113"/>
          <p14:tracePt t="725860" x="5783263" y="5967413"/>
          <p14:tracePt t="725872" x="5748338" y="5967413"/>
          <p14:tracePt t="725882" x="5735638" y="5967413"/>
          <p14:tracePt t="725894" x="5721350" y="5967413"/>
          <p14:tracePt t="725971" x="5708650" y="5967413"/>
          <p14:tracePt t="726040" x="5708650" y="5953125"/>
          <p14:tracePt t="726042" x="5694363" y="5953125"/>
          <p14:tracePt t="726219" x="5667375" y="5953125"/>
          <p14:tracePt t="726231" x="5667375" y="5938838"/>
          <p14:tracePt t="726411" x="5667375" y="5926138"/>
          <p14:tracePt t="726422" x="5681663" y="5926138"/>
          <p14:tracePt t="726456" x="5681663" y="5911850"/>
          <p14:tracePt t="726579" x="5694363" y="5911850"/>
          <p14:tracePt t="726590" x="5694363" y="5926138"/>
          <p14:tracePt t="726602" x="5708650" y="5926138"/>
          <p14:tracePt t="726613" x="5708650" y="5938838"/>
          <p14:tracePt t="726625" x="5721350" y="5938838"/>
          <p14:tracePt t="726647" x="5735638" y="5953125"/>
          <p14:tracePt t="726759" x="5721350" y="5953125"/>
          <p14:tracePt t="726771" x="5721350" y="5938838"/>
          <p14:tracePt t="726783" x="5708650" y="5938838"/>
          <p14:tracePt t="726795" x="5694363" y="5926138"/>
          <p14:tracePt t="726861" x="5708650" y="5926138"/>
          <p14:tracePt t="726883" x="5721350" y="5926138"/>
          <p14:tracePt t="726895" x="5735638" y="5938838"/>
          <p14:tracePt t="726906" x="5748338" y="5938838"/>
          <p14:tracePt t="726917" x="5762625" y="5938838"/>
          <p14:tracePt t="726929" x="5795963" y="5938838"/>
          <p14:tracePt t="726939" x="5810250" y="5938838"/>
          <p14:tracePt t="727029" x="5795963" y="5938838"/>
          <p14:tracePt t="727040" x="5783263" y="5938838"/>
          <p14:tracePt t="727074" x="5762625" y="5926138"/>
          <p14:tracePt t="727077" x="5748338" y="5926138"/>
          <p14:tracePt t="727086" x="5735638" y="5926138"/>
          <p14:tracePt t="727108" x="5721350" y="5926138"/>
          <p14:tracePt t="727221" x="5721350" y="5911850"/>
          <p14:tracePt t="727232" x="5708650" y="5911850"/>
          <p14:tracePt t="727266" x="5694363" y="5911850"/>
          <p14:tracePt t="727278" x="5694363" y="5891213"/>
          <p14:tracePt t="727288" x="5681663" y="5891213"/>
          <p14:tracePt t="727300" x="5667375" y="5878513"/>
          <p14:tracePt t="727333" x="5646738" y="5864225"/>
          <p14:tracePt t="727355" x="5646738" y="5851525"/>
          <p14:tracePt t="727400" x="5646738" y="5837238"/>
          <p14:tracePt t="727592" x="5646738" y="5851525"/>
          <p14:tracePt t="727593" x="5667375" y="5851525"/>
          <p14:tracePt t="727604" x="5667375" y="5864225"/>
          <p14:tracePt t="727615" x="5681663" y="5878513"/>
          <p14:tracePt t="727637" x="5694363" y="5891213"/>
          <p14:tracePt t="727648" x="5708650" y="5911850"/>
          <p14:tracePt t="727839" x="5721350" y="5911850"/>
          <p14:tracePt t="727885" x="5735638" y="5911850"/>
          <p14:tracePt t="727918" x="5748338" y="5911850"/>
          <p14:tracePt t="727952" x="5762625" y="5911850"/>
          <p14:tracePt t="728008" x="5783263" y="5911850"/>
          <p14:tracePt t="728233" x="5795963" y="5911850"/>
          <p14:tracePt t="728236" x="5824538" y="5911850"/>
          <p14:tracePt t="728245" x="5837238" y="5911850"/>
          <p14:tracePt t="728256" x="5864225" y="5911850"/>
          <p14:tracePt t="728267" x="5891213" y="5926138"/>
          <p14:tracePt t="728278" x="5926138" y="5926138"/>
          <p14:tracePt t="728290" x="5953125" y="5926138"/>
          <p14:tracePt t="728302" x="5967413" y="5926138"/>
          <p14:tracePt t="728480" x="5980113" y="5926138"/>
          <p14:tracePt t="728525" x="5994400" y="5926138"/>
          <p14:tracePt t="728538" x="5994400" y="5911850"/>
          <p14:tracePt t="728604" x="5994400" y="5891213"/>
          <p14:tracePt t="728616" x="6007100" y="5891213"/>
          <p14:tracePt t="728638" x="6007100" y="5878513"/>
          <p14:tracePt t="728650" x="6007100" y="5864225"/>
          <p14:tracePt t="728683" x="6007100" y="5851525"/>
          <p14:tracePt t="728784" x="6007100" y="5878513"/>
          <p14:tracePt t="728796" x="6007100" y="5891213"/>
          <p14:tracePt t="728818" x="6007100" y="5911850"/>
          <p14:tracePt t="728830" x="6007100" y="5926138"/>
          <p14:tracePt t="728853" x="6007100" y="5938838"/>
          <p14:tracePt t="728942" x="6007100" y="5926138"/>
          <p14:tracePt t="728954" x="6021388" y="5926138"/>
          <p14:tracePt t="728965" x="6042025" y="5911850"/>
          <p14:tracePt t="728976" x="6054725" y="5891213"/>
          <p14:tracePt t="728998" x="6069013" y="5878513"/>
          <p14:tracePt t="729010" x="6081713" y="5878513"/>
          <p14:tracePt t="729023" x="6096000" y="5864225"/>
          <p14:tracePt t="729034" x="6110288" y="5864225"/>
          <p14:tracePt t="729055" x="6122988" y="5864225"/>
          <p14:tracePt t="729066" x="6122988" y="5878513"/>
          <p14:tracePt t="729078" x="6137275" y="5878513"/>
          <p14:tracePt t="729090" x="6137275" y="5891213"/>
          <p14:tracePt t="729101" x="6149975" y="5891213"/>
          <p14:tracePt t="729112" x="6149975" y="5911850"/>
          <p14:tracePt t="729133" x="6149975" y="5926138"/>
          <p14:tracePt t="729202" x="6170613" y="5926138"/>
          <p14:tracePt t="729213" x="6184900" y="5911850"/>
          <p14:tracePt t="729234" x="6211888" y="5911850"/>
          <p14:tracePt t="729247" x="6224588" y="5891213"/>
          <p14:tracePt t="729258" x="6253163" y="5878513"/>
          <p14:tracePt t="729270" x="6265863" y="5878513"/>
          <p14:tracePt t="729280" x="6300788" y="5864225"/>
          <p14:tracePt t="729293" x="6313488" y="5864225"/>
          <p14:tracePt t="729303" x="6327775" y="5864225"/>
          <p14:tracePt t="729314" x="6340475" y="5864225"/>
          <p14:tracePt t="729380" x="6340475" y="5878513"/>
          <p14:tracePt t="729393" x="6340475" y="5891213"/>
          <p14:tracePt t="729404" x="6340475" y="5911850"/>
          <p14:tracePt t="729437" x="6340475" y="5926138"/>
          <p14:tracePt t="729448" x="6354763" y="5926138"/>
          <p14:tracePt t="729493" x="6367463" y="5926138"/>
          <p14:tracePt t="729505" x="6381750" y="5911850"/>
          <p14:tracePt t="729527" x="6396038" y="5911850"/>
          <p14:tracePt t="729539" x="6408738" y="5911850"/>
          <p14:tracePt t="729561" x="6429375" y="5891213"/>
          <p14:tracePt t="729583" x="6443663" y="5891213"/>
          <p14:tracePt t="729819" x="6456363" y="5891213"/>
          <p14:tracePt t="729832" x="6470650" y="5891213"/>
          <p14:tracePt t="729853" x="6483350" y="5891213"/>
          <p14:tracePt t="729865" x="6497638" y="5891213"/>
          <p14:tracePt t="729887" x="6483350" y="5891213"/>
          <p14:tracePt t="730078" x="6510338" y="5891213"/>
          <p14:tracePt t="730090" x="6524625" y="5891213"/>
          <p14:tracePt t="730101" x="6557963" y="5891213"/>
          <p14:tracePt t="730112" x="6586538" y="5891213"/>
          <p14:tracePt t="730123" x="6626225" y="5878513"/>
          <p14:tracePt t="730136" x="6673850" y="5878513"/>
          <p14:tracePt t="730146" x="6700838" y="5864225"/>
          <p14:tracePt t="730157" x="6756400" y="5837238"/>
          <p14:tracePt t="730170" x="6783388" y="5837238"/>
          <p14:tracePt t="730180" x="6831013" y="5810250"/>
          <p14:tracePt t="730191" x="6858000" y="5795963"/>
          <p14:tracePt t="730224" x="6884988" y="5762625"/>
          <p14:tracePt t="730228" x="6899275" y="5748338"/>
          <p14:tracePt t="730237" x="6911975" y="5735638"/>
          <p14:tracePt t="730238" x="6932613" y="5721350"/>
          <p14:tracePt t="730247" x="6932613" y="5708650"/>
          <p14:tracePt t="730259" x="6911975" y="5694363"/>
          <p14:tracePt t="730271" x="6899275" y="5681663"/>
          <p14:tracePt t="730280" x="6884988" y="5667375"/>
          <p14:tracePt t="730292" x="6858000" y="5667375"/>
          <p14:tracePt t="730304" x="6816725" y="5646738"/>
          <p14:tracePt t="730315" x="6756400" y="5634038"/>
          <p14:tracePt t="730326" x="6688138" y="5634038"/>
          <p14:tracePt t="730339" x="6626225" y="5634038"/>
          <p14:tracePt t="730349" x="6545263" y="5634038"/>
          <p14:tracePt t="730361" x="6483350" y="5667375"/>
          <p14:tracePt t="730372" x="6456363" y="5681663"/>
          <p14:tracePt t="730382" x="6443663" y="5708650"/>
          <p14:tracePt t="730395" x="6429375" y="5735638"/>
          <p14:tracePt t="730405" x="6429375" y="5783263"/>
          <p14:tracePt t="730416" x="6443663" y="5810250"/>
          <p14:tracePt t="730428" x="6483350" y="5837238"/>
          <p14:tracePt t="730439" x="6524625" y="5864225"/>
          <p14:tracePt t="730449" x="6586538" y="5891213"/>
          <p14:tracePt t="730462" x="6653213" y="5911850"/>
          <p14:tracePt t="730473" x="6729413" y="5938838"/>
          <p14:tracePt t="730483" x="6804025" y="5938838"/>
          <p14:tracePt t="730495" x="6872288" y="5938838"/>
          <p14:tracePt t="730506" x="6946900" y="5938838"/>
          <p14:tracePt t="730517" x="7000875" y="5926138"/>
          <p14:tracePt t="730529" x="7042150" y="5911850"/>
          <p14:tracePt t="730540" x="7075488" y="5864225"/>
          <p14:tracePt t="730551" x="7089775" y="5837238"/>
          <p14:tracePt t="730563" x="7089775" y="5810250"/>
          <p14:tracePt t="730574" x="7075488" y="5762625"/>
          <p14:tracePt t="730586" x="7062788" y="5735638"/>
          <p14:tracePt t="730596" x="7027863" y="5721350"/>
          <p14:tracePt t="730607" x="6986588" y="5694363"/>
          <p14:tracePt t="730620" x="6932613" y="5681663"/>
          <p14:tracePt t="730630" x="6858000" y="5681663"/>
          <p14:tracePt t="730641" x="6816725" y="5681663"/>
          <p14:tracePt t="730653" x="6769100" y="5694363"/>
          <p14:tracePt t="730663" x="6729413" y="5708650"/>
          <p14:tracePt t="730675" x="6715125" y="5735638"/>
          <p14:tracePt t="730687" x="6688138" y="5762625"/>
          <p14:tracePt t="730697" x="6688138" y="5783263"/>
          <p14:tracePt t="730709" x="6688138" y="5810250"/>
          <p14:tracePt t="730721" x="6700838" y="5824538"/>
          <p14:tracePt t="730731" x="6742113" y="5851525"/>
          <p14:tracePt t="730743" x="6804025" y="5864225"/>
          <p14:tracePt t="730755" x="6843713" y="5878513"/>
          <p14:tracePt t="730765" x="6932613" y="5878513"/>
          <p14:tracePt t="730777" x="7015163" y="5878513"/>
          <p14:tracePt t="730787" x="7062788" y="5878513"/>
          <p14:tracePt t="730798" x="7116763" y="5851525"/>
          <p14:tracePt t="730810" x="7143750" y="5837238"/>
          <p14:tracePt t="730821" x="7143750" y="5810250"/>
          <p14:tracePt t="730832" x="7158038" y="5762625"/>
          <p14:tracePt t="730845" x="7129463" y="5735638"/>
          <p14:tracePt t="730856" x="7102475" y="5708650"/>
          <p14:tracePt t="730867" x="7042150" y="5667375"/>
          <p14:tracePt t="730879" x="6946900" y="5634038"/>
          <p14:tracePt t="730890" x="6858000" y="5634038"/>
          <p14:tracePt t="730899" x="6783388" y="5634038"/>
          <p14:tracePt t="730911" x="6729413" y="5646738"/>
          <p14:tracePt t="730923" x="6673850" y="5681663"/>
          <p14:tracePt t="730933" x="6626225" y="5708650"/>
          <p14:tracePt t="730945" x="6613525" y="5748338"/>
          <p14:tracePt t="730956" x="6613525" y="5783263"/>
          <p14:tracePt t="730967" x="6626225" y="5810250"/>
          <p14:tracePt t="730979" x="6688138" y="5851525"/>
          <p14:tracePt t="730990" x="6769100" y="5891213"/>
          <p14:tracePt t="731001" x="6899275" y="5926138"/>
          <p14:tracePt t="731013" x="7000875" y="5938838"/>
          <p14:tracePt t="731024" x="7116763" y="5938838"/>
          <p14:tracePt t="731034" x="7218363" y="5926138"/>
          <p14:tracePt t="731046" x="7259638" y="5911850"/>
          <p14:tracePt t="731057" x="7286625" y="5878513"/>
          <p14:tracePt t="731069" x="7286625" y="5851525"/>
          <p14:tracePt t="731080" x="7272338" y="5810250"/>
          <p14:tracePt t="731091" x="7218363" y="5748338"/>
          <p14:tracePt t="731103" x="7116763" y="5708650"/>
          <p14:tracePt t="731113" x="7042150" y="5681663"/>
          <p14:tracePt t="731125" x="6946900" y="5667375"/>
          <p14:tracePt t="731137" x="6858000" y="5667375"/>
          <p14:tracePt t="731147" x="6783388" y="5681663"/>
          <p14:tracePt t="731159" x="6742113" y="5721350"/>
          <p14:tracePt t="731171" x="6715125" y="5762625"/>
          <p14:tracePt t="731181" x="6700838" y="5795963"/>
          <p14:tracePt t="731192" x="6715125" y="5837238"/>
          <p14:tracePt t="731204" x="6742113" y="5864225"/>
          <p14:tracePt t="731215" x="6769100" y="5891213"/>
          <p14:tracePt t="731227" x="6831013" y="5926138"/>
          <p14:tracePt t="731238" x="6899275" y="5938838"/>
          <p14:tracePt t="731270" x="6973888" y="5938838"/>
          <p14:tracePt t="731274" x="7042150" y="5938838"/>
          <p14:tracePt t="731285" x="7089775" y="5926138"/>
          <p14:tracePt t="731288" x="7129463" y="5891213"/>
          <p14:tracePt t="731295" x="7143750" y="5864225"/>
          <p14:tracePt t="731305" x="7158038" y="5837238"/>
          <p14:tracePt t="731317" x="7143750" y="5783263"/>
          <p14:tracePt t="731329" x="7116763" y="5721350"/>
          <p14:tracePt t="731340" x="7089775" y="5694363"/>
          <p14:tracePt t="731350" x="7015163" y="5667375"/>
          <p14:tracePt t="731362" x="6946900" y="5646738"/>
          <p14:tracePt t="731373" x="6884988" y="5646738"/>
          <p14:tracePt t="731383" x="6831013" y="5681663"/>
          <p14:tracePt t="731395" x="6783388" y="5721350"/>
          <p14:tracePt t="731406" x="6756400" y="5783263"/>
          <p14:tracePt t="731417" x="6742113" y="5810250"/>
          <p14:tracePt t="731428" x="6756400" y="5851525"/>
          <p14:tracePt t="731440" x="6769100" y="5891213"/>
          <p14:tracePt t="731451" x="6816725" y="5911850"/>
          <p14:tracePt t="731462" x="6872288" y="5938838"/>
          <p14:tracePt t="731473" x="6932613" y="5938838"/>
          <p14:tracePt t="731486" x="6986588" y="5953125"/>
          <p14:tracePt t="731496" x="7027863" y="5938838"/>
          <p14:tracePt t="731507" x="7062788" y="5926138"/>
          <p14:tracePt t="731520" x="7075488" y="5891213"/>
          <p14:tracePt t="731530" x="7075488" y="5878513"/>
          <p14:tracePt t="731541" x="7075488" y="5837238"/>
          <p14:tracePt t="731553" x="7042150" y="5795963"/>
          <p14:tracePt t="731563" x="7015163" y="5783263"/>
          <p14:tracePt t="731575" x="6973888" y="5762625"/>
          <p14:tracePt t="731587" x="6946900" y="5748338"/>
          <p14:tracePt t="731597" x="6911975" y="5762625"/>
          <p14:tracePt t="731609" x="6899275" y="5762625"/>
          <p14:tracePt t="731620" x="6872288" y="5783263"/>
          <p14:tracePt t="731631" x="6872288" y="5795963"/>
          <p14:tracePt t="731642" x="6872288" y="5810250"/>
          <p14:tracePt t="731654" x="6872288" y="5824538"/>
          <p14:tracePt t="731664" x="6884988" y="5837238"/>
          <p14:tracePt t="731676" x="6911975" y="5851525"/>
          <p14:tracePt t="731688" x="6959600" y="5864225"/>
          <p14:tracePt t="731698" x="7000875" y="5864225"/>
          <p14:tracePt t="731710" x="7027863" y="5864225"/>
          <p14:tracePt t="731721" x="7042150" y="5851525"/>
          <p14:tracePt t="731732" x="7062788" y="5851525"/>
          <p14:tracePt t="731743" x="7062788" y="5837238"/>
          <p14:tracePt t="731755" x="7062788" y="5824538"/>
          <p14:tracePt t="731766" x="7042150" y="5795963"/>
          <p14:tracePt t="731778" x="7042150" y="5783263"/>
          <p14:tracePt t="731789" x="7027863" y="5783263"/>
          <p14:tracePt t="731844" x="7027863" y="5795963"/>
          <p14:tracePt t="731867" x="7015163" y="5810250"/>
          <p14:tracePt t="731878" x="6959600" y="5810250"/>
          <p14:tracePt t="732070" x="6973888" y="5810250"/>
          <p14:tracePt t="732103" x="6986588" y="5810250"/>
          <p14:tracePt t="732114" x="7000875" y="5810250"/>
          <p14:tracePt t="732137" x="7015163" y="5810250"/>
          <p14:tracePt t="732260" x="7027863" y="5810250"/>
          <p14:tracePt t="732283" x="7027863" y="5795963"/>
          <p14:tracePt t="732508" x="7042150" y="5795963"/>
          <p14:tracePt t="732519" x="7075488" y="5783263"/>
          <p14:tracePt t="732531" x="7116763" y="5783263"/>
          <p14:tracePt t="732542" x="7143750" y="5762625"/>
          <p14:tracePt t="732556" x="7205663" y="5735638"/>
          <p14:tracePt t="732565" x="7286625" y="5708650"/>
          <p14:tracePt t="732577" x="7361238" y="5667375"/>
          <p14:tracePt t="732588" x="7402513" y="5634038"/>
          <p14:tracePt t="732599" x="7462838" y="5605463"/>
          <p14:tracePt t="732610" x="7491413" y="5592763"/>
          <p14:tracePt t="732622" x="7504113" y="5592763"/>
          <p14:tracePt t="732634" x="7518400" y="5592763"/>
          <p14:tracePt t="732800" x="7504113" y="5592763"/>
          <p14:tracePt t="732813" x="7491413" y="5592763"/>
          <p14:tracePt t="732824" x="7435850" y="5592763"/>
          <p14:tracePt t="732835" x="7361238" y="5592763"/>
          <p14:tracePt t="732847" x="7307263" y="5592763"/>
          <p14:tracePt t="732859" x="7232650" y="5592763"/>
          <p14:tracePt t="732870" x="7191375" y="5592763"/>
          <p14:tracePt t="732881" x="7158038" y="5592763"/>
          <p14:tracePt t="732892" x="7143750" y="5592763"/>
          <p14:tracePt t="732903" x="7143750" y="5578475"/>
          <p14:tracePt t="732936" x="7158038" y="5578475"/>
          <p14:tracePt t="732958" x="7170738" y="5592763"/>
          <p14:tracePt t="732970" x="7191375" y="5592763"/>
          <p14:tracePt t="732982" x="7218363" y="5592763"/>
          <p14:tracePt t="732994" x="7245350" y="5592763"/>
          <p14:tracePt t="733004" x="7319963" y="5592763"/>
          <p14:tracePt t="733016" x="7402513" y="5605463"/>
          <p14:tracePt t="733028" x="7477125" y="5605463"/>
          <p14:tracePt t="733038" x="7593013" y="5619750"/>
          <p14:tracePt t="733049" x="7708900" y="5619750"/>
          <p14:tracePt t="733061" x="7824788" y="5619750"/>
          <p14:tracePt t="733071" x="7891463" y="5634038"/>
          <p14:tracePt t="733083" x="7994650" y="5634038"/>
          <p14:tracePt t="733096" x="8069263" y="5634038"/>
          <p14:tracePt t="733105" x="8110538" y="5634038"/>
          <p14:tracePt t="733117" x="8164513" y="5634038"/>
          <p14:tracePt t="733128" x="8197850" y="5619750"/>
          <p14:tracePt t="733139" x="8212138" y="5619750"/>
          <p14:tracePt t="733149" x="8224838" y="5619750"/>
          <p14:tracePt t="733183" x="8239125" y="5619750"/>
          <p14:tracePt t="733195" x="8239125" y="5605463"/>
          <p14:tracePt t="733217" x="8239125" y="5592763"/>
          <p14:tracePt t="733229" x="8239125" y="5578475"/>
          <p14:tracePt t="733239" x="8253413" y="5551488"/>
          <p14:tracePt t="733252" x="8253413" y="5538788"/>
          <p14:tracePt t="733263" x="8253413" y="5503863"/>
          <p14:tracePt t="733273" x="8253413" y="5462588"/>
          <p14:tracePt t="733285" x="8253413" y="5449888"/>
          <p14:tracePt t="733296" x="8253413" y="5422900"/>
          <p14:tracePt t="733308" x="8253413" y="5408613"/>
          <p14:tracePt t="733318" x="8253413" y="5387975"/>
          <p14:tracePt t="733341" x="8239125" y="5387975"/>
          <p14:tracePt t="733363" x="8239125" y="5375275"/>
          <p14:tracePt t="733386" x="8224838" y="5375275"/>
          <p14:tracePt t="733398" x="8212138" y="5375275"/>
          <p14:tracePt t="733410" x="8197850" y="5375275"/>
          <p14:tracePt t="733420" x="8150225" y="5375275"/>
          <p14:tracePt t="733432" x="8123238" y="5375275"/>
          <p14:tracePt t="733444" x="8048625" y="5375275"/>
          <p14:tracePt t="733454" x="7953375" y="5360988"/>
          <p14:tracePt t="733466" x="7851775" y="5360988"/>
          <p14:tracePt t="733478" x="7777163" y="5348288"/>
          <p14:tracePt t="733488" x="7694613" y="5334000"/>
          <p14:tracePt t="733500" x="7620000" y="5334000"/>
          <p14:tracePt t="733511" x="7578725" y="5334000"/>
          <p14:tracePt t="733521" x="7531100" y="5319713"/>
          <p14:tracePt t="733534" x="7491413" y="5319713"/>
          <p14:tracePt t="733544" x="7477125" y="5319713"/>
          <p14:tracePt t="733554" x="7450138" y="5319713"/>
          <p14:tracePt t="733567" x="7415213" y="5319713"/>
          <p14:tracePt t="733578" x="7402513" y="5307013"/>
          <p14:tracePt t="733588" x="7375525" y="5307013"/>
          <p14:tracePt t="733600" x="7348538" y="5307013"/>
          <p14:tracePt t="733611" x="7319963" y="5307013"/>
          <p14:tracePt t="733622" x="7307263" y="5307013"/>
          <p14:tracePt t="733634" x="7286625" y="5307013"/>
          <p14:tracePt t="733645" x="7272338" y="5307013"/>
          <p14:tracePt t="733757" x="7259638" y="5307013"/>
          <p14:tracePt t="733768" x="7245350" y="5319713"/>
          <p14:tracePt t="733781" x="7218363" y="5319713"/>
          <p14:tracePt t="733792" x="7170738" y="5319713"/>
          <p14:tracePt t="733802" x="7143750" y="5319713"/>
          <p14:tracePt t="733814" x="7129463" y="5319713"/>
          <p14:tracePt t="733825" x="7102475" y="5319713"/>
          <p14:tracePt t="733836" x="7102475" y="5334000"/>
          <p14:tracePt t="733869" x="7102475" y="5348288"/>
          <p14:tracePt t="733882" x="7102475" y="5360988"/>
          <p14:tracePt t="733893" x="7102475" y="5387975"/>
          <p14:tracePt t="733903" x="7102475" y="5408613"/>
          <p14:tracePt t="733916" x="7116763" y="5422900"/>
          <p14:tracePt t="733928" x="7116763" y="5435600"/>
          <p14:tracePt t="733938" x="7116763" y="5462588"/>
          <p14:tracePt t="733949" x="7116763" y="5476875"/>
          <p14:tracePt t="733961" x="7116763" y="5491163"/>
          <p14:tracePt t="733982" x="7116763" y="5503863"/>
          <p14:tracePt t="734004" x="7116763" y="5518150"/>
          <p14:tracePt t="734060" x="7129463" y="5538788"/>
          <p14:tracePt t="734083" x="7158038" y="5538788"/>
          <p14:tracePt t="734095" x="7170738" y="5551488"/>
          <p14:tracePt t="734106" x="7205663" y="5551488"/>
          <p14:tracePt t="734117" x="7245350" y="5565775"/>
          <p14:tracePt t="734129" x="7319963" y="5565775"/>
          <p14:tracePt t="734140" x="7375525" y="5578475"/>
          <p14:tracePt t="734151" x="7462838" y="5592763"/>
          <p14:tracePt t="734162" x="7531100" y="5592763"/>
          <p14:tracePt t="734176" x="7605713" y="5592763"/>
          <p14:tracePt t="734186" x="7694613" y="5592763"/>
          <p14:tracePt t="734196" x="7762875" y="5592763"/>
          <p14:tracePt t="734209" x="7837488" y="5605463"/>
          <p14:tracePt t="734220" x="7878763" y="5605463"/>
          <p14:tracePt t="734230" x="7920038" y="5605463"/>
          <p14:tracePt t="734242" x="7967663" y="5605463"/>
          <p14:tracePt t="734253" x="7994650" y="5605463"/>
          <p14:tracePt t="734265" x="8034338" y="5619750"/>
          <p14:tracePt t="734276" x="8069263" y="5619750"/>
          <p14:tracePt t="734286" x="8096250" y="5619750"/>
          <p14:tracePt t="734297" x="8123238" y="5619750"/>
          <p14:tracePt t="734310" x="8164513" y="5619750"/>
          <p14:tracePt t="734320" x="8197850" y="5605463"/>
          <p14:tracePt t="734332" x="8224838" y="5605463"/>
          <p14:tracePt t="734343" x="8253413" y="5605463"/>
          <p14:tracePt t="734354" x="8280400" y="5605463"/>
          <p14:tracePt t="734365" x="8293100" y="5605463"/>
          <p14:tracePt t="734377" x="8307388" y="5605463"/>
          <p14:tracePt t="734387" x="8307388" y="5592763"/>
          <p14:tracePt t="734421" x="8328025" y="5592763"/>
          <p14:tracePt t="734434" x="8328025" y="5578475"/>
          <p14:tracePt t="734435" x="8328025" y="5565775"/>
          <p14:tracePt t="734444" x="8328025" y="5538788"/>
          <p14:tracePt t="734456" x="8328025" y="5503863"/>
          <p14:tracePt t="734467" x="8328025" y="5462588"/>
          <p14:tracePt t="734478" x="8328025" y="5435600"/>
          <p14:tracePt t="734488" x="8307388" y="5387975"/>
          <p14:tracePt t="734500" x="8307388" y="5348288"/>
          <p14:tracePt t="734511" x="8307388" y="5334000"/>
          <p14:tracePt t="734522" x="8307388" y="5319713"/>
          <p14:tracePt t="734533" x="8307388" y="5307013"/>
          <p14:tracePt t="734623" x="8293100" y="5307013"/>
          <p14:tracePt t="734634" x="8266113" y="5307013"/>
          <p14:tracePt t="734646" x="8224838" y="5307013"/>
          <p14:tracePt t="734657" x="8177213" y="5307013"/>
          <p14:tracePt t="734669" x="8096250" y="5292725"/>
          <p14:tracePt t="734680" x="7994650" y="5292725"/>
          <p14:tracePt t="734691" x="7920038" y="5292725"/>
          <p14:tracePt t="734702" x="7789863" y="5292725"/>
          <p14:tracePt t="734713" x="7646988" y="5280025"/>
          <p14:tracePt t="734725" x="7518400" y="5259388"/>
          <p14:tracePt t="734736" x="7415213" y="5259388"/>
          <p14:tracePt t="734747" x="7307263" y="5259388"/>
          <p14:tracePt t="734759" x="7205663" y="5259388"/>
          <p14:tracePt t="734770" x="7143750" y="5259388"/>
          <p14:tracePt t="734782" x="7089775" y="5259388"/>
          <p14:tracePt t="734793" x="7062788" y="5259388"/>
          <p14:tracePt t="734803" x="7042150" y="5259388"/>
          <p14:tracePt t="734815" x="7027863" y="5259388"/>
          <p14:tracePt t="734827" x="7015163" y="5259388"/>
          <p14:tracePt t="734983" x="7015163" y="5292725"/>
          <p14:tracePt t="734995" x="7015163" y="5307013"/>
          <p14:tracePt t="735006" x="7027863" y="5360988"/>
          <p14:tracePt t="735020" x="7027863" y="5422900"/>
          <p14:tracePt t="735030" x="7042150" y="5462588"/>
          <p14:tracePt t="735041" x="7042150" y="5491163"/>
          <p14:tracePt t="735052" x="7062788" y="5518150"/>
          <p14:tracePt t="735062" x="7062788" y="5551488"/>
          <p14:tracePt t="735095" x="7062788" y="5565775"/>
          <p14:tracePt t="735230" x="7062788" y="5578475"/>
          <p14:tracePt t="735253" x="7062788" y="5592763"/>
          <p14:tracePt t="735265" x="7062788" y="5605463"/>
          <p14:tracePt t="735287" x="7075488" y="5605463"/>
          <p14:tracePt t="735309" x="7075488" y="5619750"/>
          <p14:tracePt t="735332" x="7089775" y="5619750"/>
          <p14:tracePt t="735345" x="7116763" y="5619750"/>
          <p14:tracePt t="735357" x="7143750" y="5619750"/>
          <p14:tracePt t="735367" x="7191375" y="5619750"/>
          <p14:tracePt t="735377" x="7245350" y="5619750"/>
          <p14:tracePt t="735390" x="7334250" y="5619750"/>
          <p14:tracePt t="735401" x="7402513" y="5605463"/>
          <p14:tracePt t="735411" x="7477125" y="5605463"/>
          <p14:tracePt t="735423" x="7566025" y="5605463"/>
          <p14:tracePt t="735434" x="7620000" y="5605463"/>
          <p14:tracePt t="735467" x="7694613" y="5605463"/>
          <p14:tracePt t="735470" x="7748588" y="5605463"/>
          <p14:tracePt t="735480" x="7804150" y="5605463"/>
          <p14:tracePt t="735481" x="7837488" y="5605463"/>
          <p14:tracePt t="735490" x="7891463" y="5605463"/>
          <p14:tracePt t="735501" x="7932738" y="5605463"/>
          <p14:tracePt t="735513" x="7967663" y="5605463"/>
          <p14:tracePt t="735524" x="7994650" y="5605463"/>
          <p14:tracePt t="735535" x="8034338" y="5605463"/>
          <p14:tracePt t="735547" x="8048625" y="5605463"/>
          <p14:tracePt t="735558" x="8081963" y="5605463"/>
          <p14:tracePt t="735568" x="8110538" y="5605463"/>
          <p14:tracePt t="735580" x="8123238" y="5605463"/>
          <p14:tracePt t="735602" x="8137525" y="5605463"/>
          <p14:tracePt t="735613" x="8150225" y="5605463"/>
          <p14:tracePt t="735636" x="8164513" y="5605463"/>
          <p14:tracePt t="735680" x="8177213" y="5605463"/>
          <p14:tracePt t="735703" x="8197850" y="5605463"/>
          <p14:tracePt t="735737" x="8197850" y="5592763"/>
          <p14:tracePt t="735748" x="8212138" y="5592763"/>
          <p14:tracePt t="735760" x="8212138" y="5578475"/>
          <p14:tracePt t="735772" x="8212138" y="5551488"/>
          <p14:tracePt t="735783" x="8212138" y="5503863"/>
          <p14:tracePt t="735794" x="8212138" y="5462588"/>
          <p14:tracePt t="735807" x="8224838" y="5435600"/>
          <p14:tracePt t="735817" x="8239125" y="5387975"/>
          <p14:tracePt t="735827" x="8253413" y="5360988"/>
          <p14:tracePt t="735841" x="8253413" y="5334000"/>
          <p14:tracePt t="735851" x="8253413" y="5319713"/>
          <p14:tracePt t="735861" x="8266113" y="5307013"/>
          <p14:tracePt t="735939" x="8253413" y="5307013"/>
          <p14:tracePt t="735951" x="8239125" y="5307013"/>
          <p14:tracePt t="735963" x="8197850" y="5307013"/>
          <p14:tracePt t="735984" x="8110538" y="5307013"/>
          <p14:tracePt t="735987" x="7994650" y="5307013"/>
          <p14:tracePt t="735996" x="7891463" y="5319713"/>
          <p14:tracePt t="736009" x="7735888" y="5319713"/>
          <p14:tracePt t="736019" x="7593013" y="5319713"/>
          <p14:tracePt t="736030" x="7491413" y="5319713"/>
          <p14:tracePt t="736043" x="7375525" y="5307013"/>
          <p14:tracePt t="736054" x="7286625" y="5307013"/>
          <p14:tracePt t="736063" x="7259638" y="5307013"/>
          <p14:tracePt t="736076" x="7218363" y="5307013"/>
          <p14:tracePt t="736086" x="7170738" y="5307013"/>
          <p14:tracePt t="736098" x="7158038" y="5307013"/>
          <p14:tracePt t="736110" x="7143750" y="5307013"/>
          <p14:tracePt t="736119" x="7129463" y="5307013"/>
          <p14:tracePt t="736142" x="7116763" y="5307013"/>
          <p14:tracePt t="736266" x="7102475" y="5307013"/>
          <p14:tracePt t="736278" x="7075488" y="5292725"/>
          <p14:tracePt t="736289" x="7042150" y="5292725"/>
          <p14:tracePt t="736303" x="7015163" y="5292725"/>
          <p14:tracePt t="736312" x="7000875" y="5292725"/>
          <p14:tracePt t="736424" x="7015163" y="5319713"/>
          <p14:tracePt t="736436" x="7027863" y="5334000"/>
          <p14:tracePt t="736447" x="7042150" y="5360988"/>
          <p14:tracePt t="736457" x="7075488" y="5408613"/>
          <p14:tracePt t="736469" x="7102475" y="5462588"/>
          <p14:tracePt t="736481" x="7116763" y="5491163"/>
          <p14:tracePt t="736513" x="7116763" y="5503863"/>
          <p14:tracePt t="736516" x="7102475" y="5518150"/>
          <p14:tracePt t="736527" x="7102475" y="5538788"/>
          <p14:tracePt t="736528" x="7089775" y="5551488"/>
          <p14:tracePt t="736536" x="7075488" y="5551488"/>
          <p14:tracePt t="736547" x="7075488" y="5565775"/>
          <p14:tracePt t="736561" x="7062788" y="5565775"/>
          <p14:tracePt t="736571" x="7062788" y="5578475"/>
          <p14:tracePt t="736583" x="7042150" y="5578475"/>
          <p14:tracePt t="736682" x="7062788" y="5578475"/>
          <p14:tracePt t="736694" x="7075488" y="5578475"/>
          <p14:tracePt t="736705" x="7089775" y="5578475"/>
          <p14:tracePt t="736717" x="7116763" y="5592763"/>
          <p14:tracePt t="736729" x="7158038" y="5592763"/>
          <p14:tracePt t="736739" x="7191375" y="5605463"/>
          <p14:tracePt t="736751" x="7259638" y="5619750"/>
          <p14:tracePt t="736763" x="7319963" y="5619750"/>
          <p14:tracePt t="736773" x="7375525" y="5634038"/>
          <p14:tracePt t="736785" x="7462838" y="5634038"/>
          <p14:tracePt t="736796" x="7531100" y="5634038"/>
          <p14:tracePt t="736807" x="7578725" y="5646738"/>
          <p14:tracePt t="736818" x="7646988" y="5646738"/>
          <p14:tracePt t="736829" x="7721600" y="5646738"/>
          <p14:tracePt t="736840" x="7762875" y="5646738"/>
          <p14:tracePt t="736851" x="7804150" y="5646738"/>
          <p14:tracePt t="736863" x="7851775" y="5646738"/>
          <p14:tracePt t="736873" x="7878763" y="5646738"/>
          <p14:tracePt t="736885" x="7905750" y="5646738"/>
          <p14:tracePt t="736896" x="7932738" y="5646738"/>
          <p14:tracePt t="736907" x="7967663" y="5646738"/>
          <p14:tracePt t="736919" x="7980363" y="5646738"/>
          <p14:tracePt t="736930" x="8007350" y="5646738"/>
          <p14:tracePt t="736941" x="8034338" y="5646738"/>
          <p14:tracePt t="736953" x="8069263" y="5646738"/>
          <p14:tracePt t="736964" x="8096250" y="5646738"/>
          <p14:tracePt t="736974" x="8137525" y="5646738"/>
          <p14:tracePt t="736986" x="8164513" y="5646738"/>
          <p14:tracePt t="736997" x="8177213" y="5646738"/>
          <p14:tracePt t="737008" x="8212138" y="5646738"/>
          <p14:tracePt t="737020" x="8224838" y="5646738"/>
          <p14:tracePt t="737042" x="8239125" y="5646738"/>
          <p14:tracePt t="737233" x="8253413" y="5634038"/>
          <p14:tracePt t="737245" x="8253413" y="5619750"/>
          <p14:tracePt t="737256" x="8266113" y="5619750"/>
          <p14:tracePt t="737268" x="8266113" y="5605463"/>
          <p14:tracePt t="737280" x="8280400" y="5592763"/>
          <p14:tracePt t="737301" x="8280400" y="5578475"/>
          <p14:tracePt t="737312" x="8280400" y="5565775"/>
          <p14:tracePt t="737324" x="8280400" y="5551488"/>
          <p14:tracePt t="737335" x="8280400" y="5538788"/>
          <p14:tracePt t="737346" x="8280400" y="5518150"/>
          <p14:tracePt t="737358" x="8280400" y="5503863"/>
          <p14:tracePt t="737369" x="8280400" y="5491163"/>
          <p14:tracePt t="737381" x="8266113" y="5476875"/>
          <p14:tracePt t="737392" x="8266113" y="5462588"/>
          <p14:tracePt t="737402" x="8266113" y="5449888"/>
          <p14:tracePt t="737414" x="8266113" y="5435600"/>
          <p14:tracePt t="737425" x="8253413" y="5422900"/>
          <p14:tracePt t="737436" x="8253413" y="5408613"/>
          <p14:tracePt t="737458" x="8253413" y="5387975"/>
          <p14:tracePt t="737481" x="8253413" y="5375275"/>
          <p14:tracePt t="737627" x="8239125" y="5375275"/>
          <p14:tracePt t="737638" x="8212138" y="5375275"/>
          <p14:tracePt t="737651" x="8177213" y="5375275"/>
          <p14:tracePt t="737661" x="8150225" y="5375275"/>
          <p14:tracePt t="737673" x="8110538" y="5375275"/>
          <p14:tracePt t="737685" x="8048625" y="5375275"/>
          <p14:tracePt t="737695" x="8007350" y="5375275"/>
          <p14:tracePt t="737707" x="7953375" y="5375275"/>
          <p14:tracePt t="737719" x="7891463" y="5375275"/>
          <p14:tracePt t="737729" x="7837488" y="5360988"/>
          <p14:tracePt t="737740" x="7789863" y="5360988"/>
          <p14:tracePt t="737753" x="7735888" y="5360988"/>
          <p14:tracePt t="737762" x="7673975" y="5360988"/>
          <p14:tracePt t="737774" x="7634288" y="5360988"/>
          <p14:tracePt t="737786" x="7593013" y="5360988"/>
          <p14:tracePt t="737796" x="7566025" y="5360988"/>
          <p14:tracePt t="737808" x="7545388" y="5360988"/>
          <p14:tracePt t="737820" x="7531100" y="5360988"/>
          <p14:tracePt t="737830" x="7518400" y="5360988"/>
          <p14:tracePt t="737844" x="7504113" y="5360988"/>
          <p14:tracePt t="737856" x="7491413" y="5360988"/>
          <p14:tracePt t="737865" x="7477125" y="5360988"/>
          <p14:tracePt t="737876" x="7462838" y="5360988"/>
          <p14:tracePt t="737887" x="7450138" y="5348288"/>
          <p14:tracePt t="737898" x="7415213" y="5348288"/>
          <p14:tracePt t="737910" x="7388225" y="5348288"/>
          <p14:tracePt t="737921" x="7361238" y="5348288"/>
          <p14:tracePt t="737933" x="7319963" y="5334000"/>
          <p14:tracePt t="737944" x="7307263" y="5334000"/>
          <p14:tracePt t="737955" x="7286625" y="5334000"/>
          <p14:tracePt t="738122" x="7272338" y="5334000"/>
          <p14:tracePt t="738125" x="7259638" y="5334000"/>
          <p14:tracePt t="738136" x="7191375" y="5319713"/>
          <p14:tracePt t="738145" x="7143750" y="5307013"/>
          <p14:tracePt t="738156" x="7116763" y="5307013"/>
          <p14:tracePt t="738167" x="7089775" y="5292725"/>
          <p14:tracePt t="738358" x="7089775" y="5307013"/>
          <p14:tracePt t="738369" x="7075488" y="5319713"/>
          <p14:tracePt t="738381" x="7075488" y="5348288"/>
          <p14:tracePt t="738392" x="7062788" y="5387975"/>
          <p14:tracePt t="738403" x="7042150" y="5422900"/>
          <p14:tracePt t="738426" x="7042150" y="5449888"/>
          <p14:tracePt t="738429" x="7027863" y="5476875"/>
          <p14:tracePt t="738438" x="7027863" y="5503863"/>
          <p14:tracePt t="738449" x="7027863" y="5518150"/>
          <p14:tracePt t="738461" x="7027863" y="5538788"/>
          <p14:tracePt t="738572" x="7042150" y="5538788"/>
          <p14:tracePt t="738584" x="7062788" y="5551488"/>
          <p14:tracePt t="738606" x="7075488" y="5551488"/>
          <p14:tracePt t="738609" x="7102475" y="5565775"/>
          <p14:tracePt t="738617" x="7129463" y="5565775"/>
          <p14:tracePt t="738628" x="7158038" y="5578475"/>
          <p14:tracePt t="738642" x="7191375" y="5592763"/>
          <p14:tracePt t="738652" x="7232650" y="5592763"/>
          <p14:tracePt t="738664" x="7259638" y="5605463"/>
          <p14:tracePt t="738676" x="7307263" y="5605463"/>
          <p14:tracePt t="738685" x="7348538" y="5619750"/>
          <p14:tracePt t="738697" x="7388225" y="5619750"/>
          <p14:tracePt t="738709" x="7450138" y="5619750"/>
          <p14:tracePt t="738719" x="7531100" y="5634038"/>
          <p14:tracePt t="738731" x="7605713" y="5634038"/>
          <p14:tracePt t="738742" x="7673975" y="5634038"/>
          <p14:tracePt t="738752" x="7748588" y="5634038"/>
          <p14:tracePt t="738763" x="7804150" y="5634038"/>
          <p14:tracePt t="738775" x="7864475" y="5634038"/>
          <p14:tracePt t="738786" x="7905750" y="5634038"/>
          <p14:tracePt t="738798" x="7967663" y="5619750"/>
          <p14:tracePt t="738809" x="7994650" y="5619750"/>
          <p14:tracePt t="738820" x="8034338" y="5619750"/>
          <p14:tracePt t="738831" x="8081963" y="5619750"/>
          <p14:tracePt t="738844" x="8110538" y="5619750"/>
          <p14:tracePt t="738854" x="8137525" y="5619750"/>
          <p14:tracePt t="738866" x="8177213" y="5619750"/>
          <p14:tracePt t="738877" x="8212138" y="5619750"/>
          <p14:tracePt t="738898" x="8224838" y="5619750"/>
          <p14:tracePt t="738910" x="8239125" y="5619750"/>
          <p14:tracePt t="738932" x="8253413" y="5619750"/>
          <p14:tracePt t="739134" x="8266113" y="5605463"/>
          <p14:tracePt t="739157" x="8266113" y="5592763"/>
          <p14:tracePt t="739168" x="8280400" y="5578475"/>
          <p14:tracePt t="739180" x="8280400" y="5551488"/>
          <p14:tracePt t="739192" x="8280400" y="5518150"/>
          <p14:tracePt t="739202" x="8280400" y="5491163"/>
          <p14:tracePt t="739214" x="8280400" y="5476875"/>
          <p14:tracePt t="739225" x="8280400" y="5462588"/>
          <p14:tracePt t="739236" x="8280400" y="5449888"/>
          <p14:tracePt t="739269" x="8280400" y="5435600"/>
          <p14:tracePt t="739325" x="8280400" y="5422900"/>
          <p14:tracePt t="739348" x="8280400" y="5408613"/>
          <p14:tracePt t="739371" x="8280400" y="5387975"/>
          <p14:tracePt t="739416" x="8293100" y="5375275"/>
          <p14:tracePt t="739540" x="8253413" y="5375275"/>
          <p14:tracePt t="739552" x="8212138" y="5375275"/>
          <p14:tracePt t="739562" x="8110538" y="5360988"/>
          <p14:tracePt t="739573" x="7994650" y="5360988"/>
          <p14:tracePt t="739585" x="7891463" y="5360988"/>
          <p14:tracePt t="739596" x="7762875" y="5360988"/>
          <p14:tracePt t="739609" x="7661275" y="5360988"/>
          <p14:tracePt t="739619" x="7578725" y="5360988"/>
          <p14:tracePt t="739630" x="7531100" y="5360988"/>
          <p14:tracePt t="739663" x="7504113" y="5360988"/>
          <p14:tracePt t="739666" x="7477125" y="5360988"/>
          <p14:tracePt t="739677" x="7435850" y="5360988"/>
          <p14:tracePt t="739687" x="7402513" y="5360988"/>
          <p14:tracePt t="739697" x="7388225" y="5360988"/>
          <p14:tracePt t="739711" x="7361238" y="5360988"/>
          <p14:tracePt t="739721" x="7334250" y="5360988"/>
          <p14:tracePt t="739731" x="7307263" y="5360988"/>
          <p14:tracePt t="739744" x="7286625" y="5348288"/>
          <p14:tracePt t="739755" x="7272338" y="5348288"/>
          <p14:tracePt t="740024" x="7245350" y="5348288"/>
          <p14:tracePt t="740026" x="7232650" y="5334000"/>
          <p14:tracePt t="740034" x="7218363" y="5334000"/>
          <p14:tracePt t="740058" x="7205663" y="5319713"/>
          <p14:tracePt t="740417" x="7170738" y="5334000"/>
          <p14:tracePt t="740418" x="7158038" y="5360988"/>
          <p14:tracePt t="740428" x="7129463" y="5408613"/>
          <p14:tracePt t="740439" x="7102475" y="5435600"/>
          <p14:tracePt t="740452" x="7075488" y="5476875"/>
          <p14:tracePt t="740462" x="7062788" y="5518150"/>
          <p14:tracePt t="740474" x="7042150" y="5551488"/>
          <p14:tracePt t="740487" x="7042150" y="5565775"/>
          <p14:tracePt t="740497" x="7042150" y="5578475"/>
          <p14:tracePt t="740710" x="7062788" y="5578475"/>
          <p14:tracePt t="740713" x="7102475" y="5578475"/>
          <p14:tracePt t="740722" x="7170738" y="5578475"/>
          <p14:tracePt t="740733" x="7232650" y="5592763"/>
          <p14:tracePt t="740744" x="7334250" y="5592763"/>
          <p14:tracePt t="740755" x="7435850" y="5605463"/>
          <p14:tracePt t="740767" x="7531100" y="5605463"/>
          <p14:tracePt t="740779" x="7593013" y="5605463"/>
          <p14:tracePt t="740789" x="7634288" y="5605463"/>
          <p14:tracePt t="740800" x="7661275" y="5605463"/>
          <p14:tracePt t="740812" x="7694613" y="5605463"/>
          <p14:tracePt t="740822" x="7708900" y="5605463"/>
          <p14:tracePt t="740834" x="7735888" y="5605463"/>
          <p14:tracePt t="740846" x="7748588" y="5605463"/>
          <p14:tracePt t="740856" x="7762875" y="5605463"/>
          <p14:tracePt t="740869" x="7789863" y="5605463"/>
          <p14:tracePt t="740880" x="7804150" y="5605463"/>
          <p14:tracePt t="740889" x="7851775" y="5605463"/>
          <p14:tracePt t="740901" x="7891463" y="5605463"/>
          <p14:tracePt t="740913" x="7953375" y="5605463"/>
          <p14:tracePt t="740923" x="7994650" y="5619750"/>
          <p14:tracePt t="740936" x="8048625" y="5619750"/>
          <p14:tracePt t="740947" x="8110538" y="5634038"/>
          <p14:tracePt t="740957" x="8150225" y="5634038"/>
          <p14:tracePt t="740969" x="8177213" y="5634038"/>
          <p14:tracePt t="740980" x="8197850" y="5634038"/>
          <p14:tracePt t="740991" x="8212138" y="5634038"/>
          <p14:tracePt t="741058" x="8224838" y="5634038"/>
          <p14:tracePt t="741081" x="8239125" y="5619750"/>
          <p14:tracePt t="741092" x="8253413" y="5619750"/>
          <p14:tracePt t="741104" x="8266113" y="5619750"/>
          <p14:tracePt t="741115" x="8280400" y="5619750"/>
          <p14:tracePt t="741126" x="8293100" y="5619750"/>
          <p14:tracePt t="741137" x="8307388" y="5619750"/>
          <p14:tracePt t="741170" x="8328025" y="5605463"/>
          <p14:tracePt t="741182" x="8328025" y="5592763"/>
          <p14:tracePt t="741193" x="8328025" y="5578475"/>
          <p14:tracePt t="741206" x="8307388" y="5565775"/>
          <p14:tracePt t="741216" x="8307388" y="5538788"/>
          <p14:tracePt t="741230" x="8307388" y="5518150"/>
          <p14:tracePt t="741240" x="8307388" y="5491163"/>
          <p14:tracePt t="741250" x="8293100" y="5476875"/>
          <p14:tracePt t="741264" x="8293100" y="5462588"/>
          <p14:tracePt t="741273" x="8293100" y="5449888"/>
          <p14:tracePt t="741285" x="8293100" y="5435600"/>
          <p14:tracePt t="741317" x="8293100" y="5422900"/>
          <p14:tracePt t="741429" x="8280400" y="5422900"/>
          <p14:tracePt t="741452" x="8253413" y="5408613"/>
          <p14:tracePt t="741464" x="8197850" y="5408613"/>
          <p14:tracePt t="741475" x="8137525" y="5387975"/>
          <p14:tracePt t="741487" x="8007350" y="5375275"/>
          <p14:tracePt t="741499" x="7851775" y="5348288"/>
          <p14:tracePt t="741510" x="7748588" y="5334000"/>
          <p14:tracePt t="741521" x="7593013" y="5334000"/>
          <p14:tracePt t="741532" x="7477125" y="5319713"/>
          <p14:tracePt t="741543" x="7375525" y="5319713"/>
          <p14:tracePt t="741555" x="7319963" y="5319713"/>
          <p14:tracePt t="741566" x="7259638" y="5319713"/>
          <p14:tracePt t="741576" x="7232650" y="5319713"/>
          <p14:tracePt t="741588" x="7205663" y="5319713"/>
          <p14:tracePt t="741599" x="7191375" y="5319713"/>
          <p14:tracePt t="741609" x="7170738" y="5319713"/>
          <p14:tracePt t="741790" x="7170738" y="5334000"/>
          <p14:tracePt t="741790" x="7170738" y="5348288"/>
          <p14:tracePt t="741802" x="7170738" y="5360988"/>
          <p14:tracePt t="741812" x="7158038" y="5375275"/>
          <p14:tracePt t="741824" x="7158038" y="5408613"/>
          <p14:tracePt t="741835" x="7158038" y="5422900"/>
          <p14:tracePt t="741857" x="7158038" y="5435600"/>
          <p14:tracePt t="742217" x="7158038" y="5462588"/>
          <p14:tracePt t="742220" x="7143750" y="5476875"/>
          <p14:tracePt t="742229" x="7143750" y="5503863"/>
          <p14:tracePt t="742240" x="7143750" y="5551488"/>
          <p14:tracePt t="742251" x="7129463" y="5578475"/>
          <p14:tracePt t="742263" x="7116763" y="5605463"/>
          <p14:tracePt t="742275" x="7089775" y="5605463"/>
          <p14:tracePt t="742476" x="7102475" y="5605463"/>
          <p14:tracePt t="742498" x="7116763" y="5605463"/>
          <p14:tracePt t="742510" x="7102475" y="5619750"/>
          <p14:tracePt t="742522" x="7089775" y="5634038"/>
          <p14:tracePt t="742533" x="7075488" y="5646738"/>
          <p14:tracePt t="742545" x="7027863" y="5681663"/>
          <p14:tracePt t="742557" x="6973888" y="5735638"/>
          <p14:tracePt t="742567" x="6911975" y="5783263"/>
          <p14:tracePt t="742579" x="6884988" y="5824538"/>
          <p14:tracePt t="742591" x="6843713" y="5864225"/>
          <p14:tracePt t="742601" x="6831013" y="5891213"/>
          <p14:tracePt t="742613" x="6816725" y="5911850"/>
          <p14:tracePt t="742624" x="6816725" y="5938838"/>
          <p14:tracePt t="742678" x="6831013" y="5938838"/>
          <p14:tracePt t="742701" x="6843713" y="5938838"/>
          <p14:tracePt t="742712" x="6858000" y="5926138"/>
          <p14:tracePt t="742724" x="6872288" y="5891213"/>
          <p14:tracePt t="742734" x="6872288" y="5864225"/>
          <p14:tracePt t="742747" x="6872288" y="5824538"/>
          <p14:tracePt t="742758" x="6872288" y="5795963"/>
          <p14:tracePt t="742769" x="6858000" y="5748338"/>
          <p14:tracePt t="742782" x="6831013" y="5708650"/>
          <p14:tracePt t="742813" x="6804025" y="5694363"/>
          <p14:tracePt t="742816" x="6756400" y="5667375"/>
          <p14:tracePt t="742826" x="6688138" y="5646738"/>
          <p14:tracePt t="742827" x="6626225" y="5646738"/>
          <p14:tracePt t="742837" x="6557963" y="5646738"/>
          <p14:tracePt t="742848" x="6497638" y="5667375"/>
          <p14:tracePt t="742859" x="6456363" y="5694363"/>
          <p14:tracePt t="742872" x="6429375" y="5721350"/>
          <p14:tracePt t="742883" x="6408738" y="5762625"/>
          <p14:tracePt t="742893" x="6408738" y="5795963"/>
          <p14:tracePt t="742904" x="6408738" y="5837238"/>
          <p14:tracePt t="742915" x="6443663" y="5878513"/>
          <p14:tracePt t="742926" x="6470650" y="5926138"/>
          <p14:tracePt t="742937" x="6510338" y="5953125"/>
          <p14:tracePt t="742949" x="6599238" y="5980113"/>
          <p14:tracePt t="742960" x="6688138" y="5994400"/>
          <p14:tracePt t="742972" x="6756400" y="6007100"/>
          <p14:tracePt t="742982" x="6831013" y="6007100"/>
          <p14:tracePt t="742993" x="6932613" y="5994400"/>
          <p14:tracePt t="743005" x="7000875" y="5967413"/>
          <p14:tracePt t="743016" x="7042150" y="5953125"/>
          <p14:tracePt t="743028" x="7089775" y="5911850"/>
          <p14:tracePt t="743040" x="7102475" y="5864225"/>
          <p14:tracePt t="743050" x="7102475" y="5824538"/>
          <p14:tracePt t="743061" x="7089775" y="5762625"/>
          <p14:tracePt t="743073" x="7062788" y="5721350"/>
          <p14:tracePt t="743083" x="7015163" y="5681663"/>
          <p14:tracePt t="743095" x="6959600" y="5667375"/>
          <p14:tracePt t="743107" x="6872288" y="5646738"/>
          <p14:tracePt t="743117" x="6769100" y="5634038"/>
          <p14:tracePt t="743129" x="6715125" y="5634038"/>
          <p14:tracePt t="743140" x="6653213" y="5646738"/>
          <p14:tracePt t="743151" x="6613525" y="5667375"/>
          <p14:tracePt t="743163" x="6586538" y="5694363"/>
          <p14:tracePt t="743174" x="6572250" y="5721350"/>
          <p14:tracePt t="743185" x="6572250" y="5748338"/>
          <p14:tracePt t="743196" x="6572250" y="5783263"/>
          <p14:tracePt t="743208" x="6599238" y="5824538"/>
          <p14:tracePt t="743218" x="6640513" y="5851525"/>
          <p14:tracePt t="743231" x="6700838" y="5864225"/>
          <p14:tracePt t="743242" x="6742113" y="5878513"/>
          <p14:tracePt t="743252" x="6816725" y="5878513"/>
          <p14:tracePt t="743264" x="6884988" y="5878513"/>
          <p14:tracePt t="743275" x="6946900" y="5864225"/>
          <p14:tracePt t="743286" x="7015163" y="5851525"/>
          <p14:tracePt t="743298" x="7062788" y="5824538"/>
          <p14:tracePt t="743309" x="7089775" y="5795963"/>
          <p14:tracePt t="743320" x="7102475" y="5748338"/>
          <p14:tracePt t="743332" x="7089775" y="5708650"/>
          <p14:tracePt t="743343" x="7075488" y="5681663"/>
          <p14:tracePt t="743354" x="7027863" y="5646738"/>
          <p14:tracePt t="743365" x="6973888" y="5619750"/>
          <p14:tracePt t="743376" x="6899275" y="5605463"/>
          <p14:tracePt t="743387" x="6843713" y="5605463"/>
          <p14:tracePt t="743398" x="6756400" y="5619750"/>
          <p14:tracePt t="743410" x="6688138" y="5646738"/>
          <p14:tracePt t="743422" x="6640513" y="5681663"/>
          <p14:tracePt t="743432" x="6599238" y="5735638"/>
          <p14:tracePt t="743443" x="6586538" y="5783263"/>
          <p14:tracePt t="743456" x="6586538" y="5810250"/>
          <p14:tracePt t="743466" x="6599238" y="5837238"/>
          <p14:tracePt t="743477" x="6626225" y="5864225"/>
          <p14:tracePt t="743489" x="6673850" y="5891213"/>
          <p14:tracePt t="743500" x="6715125" y="5911850"/>
          <p14:tracePt t="743512" x="6783388" y="5911850"/>
          <p14:tracePt t="743524" x="6858000" y="5926138"/>
          <p14:tracePt t="743534" x="6899275" y="5926138"/>
          <p14:tracePt t="743545" x="6959600" y="5911850"/>
          <p14:tracePt t="743557" x="6986588" y="5911850"/>
          <p14:tracePt t="743567" x="6986588" y="5891213"/>
          <p14:tracePt t="743578" x="6986588" y="5878513"/>
          <p14:tracePt t="743590" x="6986588" y="5851525"/>
          <p14:tracePt t="743601" x="6959600" y="5824538"/>
          <p14:tracePt t="743613" x="6932613" y="5810250"/>
          <p14:tracePt t="743624" x="6858000" y="5783263"/>
          <p14:tracePt t="743635" x="6783388" y="5762625"/>
          <p14:tracePt t="743647" x="6756400" y="5762625"/>
          <p14:tracePt t="743658" x="6729413" y="5783263"/>
          <p14:tracePt t="743668" x="6700838" y="5795963"/>
          <p14:tracePt t="743681" x="6688138" y="5824538"/>
          <p14:tracePt t="743692" x="6688138" y="5864225"/>
          <p14:tracePt t="743702" x="6688138" y="5891213"/>
          <p14:tracePt t="743714" x="6700838" y="5911850"/>
          <p14:tracePt t="743725" x="6742113" y="5938838"/>
          <p14:tracePt t="743736" x="6816725" y="5953125"/>
          <p14:tracePt t="743748" x="6884988" y="5967413"/>
          <p14:tracePt t="743759" x="6946900" y="5967413"/>
          <p14:tracePt t="743770" x="7027863" y="5967413"/>
          <p14:tracePt t="743782" x="7102475" y="5953125"/>
          <p14:tracePt t="743793" x="7129463" y="5938838"/>
          <p14:tracePt t="743803" x="7158038" y="5926138"/>
          <p14:tracePt t="743815" x="7158038" y="5891213"/>
          <p14:tracePt t="743826" x="7158038" y="5864225"/>
          <p14:tracePt t="743848" x="7129463" y="5837238"/>
          <p14:tracePt t="743852" x="7075488" y="5795963"/>
          <p14:tracePt t="743860" x="7027863" y="5762625"/>
          <p14:tracePt t="743875" x="6973888" y="5735638"/>
          <p14:tracePt t="743885" x="6932613" y="5735638"/>
          <p14:tracePt t="743895" x="6884988" y="5735638"/>
          <p14:tracePt t="743907" x="6858000" y="5748338"/>
          <p14:tracePt t="743916" x="6831013" y="5762625"/>
          <p14:tracePt t="743928" x="6816725" y="5810250"/>
          <p14:tracePt t="743940" x="6804025" y="5837238"/>
          <p14:tracePt t="743950" x="6804025" y="5864225"/>
          <p14:tracePt t="743961" x="6831013" y="5878513"/>
          <p14:tracePt t="743973" x="6843713" y="5891213"/>
          <p14:tracePt t="743983" x="6899275" y="5911850"/>
          <p14:tracePt t="743995" x="6959600" y="5911850"/>
          <p14:tracePt t="744007" x="7015163" y="5911850"/>
          <p14:tracePt t="744017" x="7062788" y="5878513"/>
          <p14:tracePt t="744029" x="7116763" y="5851525"/>
          <p14:tracePt t="744040" x="7158038" y="5795963"/>
          <p14:tracePt t="744051" x="7170738" y="5748338"/>
          <p14:tracePt t="744062" x="7170738" y="5694363"/>
          <p14:tracePt t="744074" x="7158038" y="5634038"/>
          <p14:tracePt t="744085" x="7129463" y="5578475"/>
          <p14:tracePt t="744097" x="7075488" y="5538788"/>
          <p14:tracePt t="744108" x="7000875" y="5518150"/>
          <p14:tracePt t="744118" x="6932613" y="5503863"/>
          <p14:tracePt t="744130" x="6858000" y="5518150"/>
          <p14:tracePt t="744141" x="6783388" y="5551488"/>
          <p14:tracePt t="744152" x="6715125" y="5592763"/>
          <p14:tracePt t="744164" x="6673850" y="5634038"/>
          <p14:tracePt t="744175" x="6640513" y="5694363"/>
          <p14:tracePt t="744186" x="6626225" y="5735638"/>
          <p14:tracePt t="744197" x="6626225" y="5762625"/>
          <p14:tracePt t="744208" x="6626225" y="5783263"/>
          <p14:tracePt t="744219" x="6640513" y="5810250"/>
          <p14:tracePt t="744231" x="6673850" y="5824538"/>
          <p14:tracePt t="744243" x="6700838" y="5824538"/>
          <p14:tracePt t="744254" x="6742113" y="5837238"/>
          <p14:tracePt t="744265" x="6783388" y="5837238"/>
          <p14:tracePt t="744276" x="6831013" y="5837238"/>
          <p14:tracePt t="744287" x="6899275" y="5824538"/>
          <p14:tracePt t="744299" x="6959600" y="5810250"/>
          <p14:tracePt t="744310" x="7000875" y="5795963"/>
          <p14:tracePt t="744322" x="7027863" y="5762625"/>
          <p14:tracePt t="744332" x="7027863" y="5735638"/>
          <p14:tracePt t="744344" x="7027863" y="5721350"/>
          <p14:tracePt t="744356" x="7015163" y="5694363"/>
          <p14:tracePt t="744366" x="6973888" y="5667375"/>
          <p14:tracePt t="744377" x="6911975" y="5634038"/>
          <p14:tracePt t="744390" x="6858000" y="5619750"/>
          <p14:tracePt t="744400" x="6769100" y="5605463"/>
          <p14:tracePt t="744412" x="6688138" y="5605463"/>
          <p14:tracePt t="744423" x="6626225" y="5619750"/>
          <p14:tracePt t="744433" x="6572250" y="5634038"/>
          <p14:tracePt t="744445" x="6545263" y="5667375"/>
          <p14:tracePt t="744457" x="6524625" y="5681663"/>
          <p14:tracePt t="744467" x="6510338" y="5721350"/>
          <p14:tracePt t="744479" x="6524625" y="5748338"/>
          <p14:tracePt t="744490" x="6557963" y="5795963"/>
          <p14:tracePt t="744501" x="6599238" y="5824538"/>
          <p14:tracePt t="744512" x="6673850" y="5851525"/>
          <p14:tracePt t="744524" x="6769100" y="5878513"/>
          <p14:tracePt t="744534" x="6831013" y="5878513"/>
          <p14:tracePt t="744546" x="6884988" y="5878513"/>
          <p14:tracePt t="744558" x="6932613" y="5878513"/>
          <p14:tracePt t="744568" x="6946900" y="5878513"/>
          <p14:tracePt t="744580" x="6959600" y="5864225"/>
          <p14:tracePt t="744602" x="6946900" y="5864225"/>
          <p14:tracePt t="744613" x="6911975" y="5864225"/>
          <p14:tracePt t="744625" x="6816725" y="5864225"/>
          <p14:tracePt t="744636" x="6640513" y="5878513"/>
          <p14:tracePt t="744648" x="6429375" y="5878513"/>
          <p14:tracePt t="744659" x="6007100" y="5864225"/>
          <p14:tracePt t="744670" x="5605463" y="5824538"/>
          <p14:tracePt t="744681" x="5021263" y="5748338"/>
          <p14:tracePt t="744692" x="4224338" y="5592763"/>
          <p14:tracePt t="744703" x="3694113" y="5491163"/>
          <p14:tracePt t="744715" x="2919413" y="5259388"/>
          <p14:tracePt t="744727" x="2503488" y="5102225"/>
          <p14:tracePt t="744737" x="2014538" y="4905375"/>
          <p14:tracePt t="744748" x="1782763" y="4789488"/>
          <p14:tracePt t="744760" x="1550988" y="4646613"/>
          <p14:tracePt t="744772" x="1449388" y="4572000"/>
          <p14:tracePt t="744782" x="1366838" y="4497388"/>
          <p14:tracePt t="744794" x="1319213" y="4443413"/>
          <p14:tracePt t="744806" x="1279525" y="4429125"/>
          <p14:tracePt t="744817" x="1223963" y="4402138"/>
          <p14:tracePt t="744829" x="1176338" y="4367213"/>
          <p14:tracePt t="744840" x="1095375" y="4340225"/>
          <p14:tracePt t="744850" x="1033463" y="4327525"/>
          <p14:tracePt t="744862" x="946150" y="4300538"/>
          <p14:tracePt t="744874" x="877888" y="4286250"/>
          <p14:tracePt t="744906" x="815975" y="4271963"/>
          <p14:tracePt t="744909" x="762000" y="4259263"/>
          <p14:tracePt t="744918" x="735013" y="4259263"/>
          <p14:tracePt t="744920" x="708025" y="4259263"/>
          <p14:tracePt t="744929" x="673100" y="4259263"/>
          <p14:tracePt t="744941" x="660400" y="4259263"/>
          <p14:tracePt t="744951" x="633413" y="4259263"/>
          <p14:tracePt t="744963" x="619125" y="4259263"/>
          <p14:tracePt t="744974" x="604838" y="4259263"/>
          <p14:tracePt t="744985" x="592138" y="4259263"/>
          <p14:tracePt t="745007" x="577850" y="4259263"/>
          <p14:tracePt t="745018" x="557213" y="4238625"/>
          <p14:tracePt t="745030" x="544513" y="4238625"/>
          <p14:tracePt t="745041" x="517525" y="4224338"/>
          <p14:tracePt t="745052" x="490538" y="4224338"/>
          <p14:tracePt t="745064" x="476250" y="4224338"/>
          <p14:tracePt t="745085" x="461963" y="4224338"/>
          <p14:tracePt t="745142" x="476250" y="4224338"/>
          <p14:tracePt t="745154" x="530225" y="4211638"/>
          <p14:tracePt t="745165" x="660400" y="4211638"/>
          <p14:tracePt t="745176" x="803275" y="4224338"/>
          <p14:tracePt t="745187" x="1074738" y="4224338"/>
          <p14:tracePt t="745199" x="1366838" y="4224338"/>
          <p14:tracePt t="745210" x="1509713" y="4224338"/>
          <p14:tracePt t="745222" x="1612900" y="4224338"/>
          <p14:tracePt t="745233" x="1625600" y="4224338"/>
          <p14:tracePt t="745255" x="1612900" y="4224338"/>
          <p14:tracePt t="745266" x="1538288" y="4211638"/>
          <p14:tracePt t="745278" x="1381125" y="4211638"/>
          <p14:tracePt t="745290" x="1238250" y="4197350"/>
          <p14:tracePt t="745301" x="1033463" y="4184650"/>
          <p14:tracePt t="745312" x="815975" y="4170363"/>
          <p14:tracePt t="745324" x="687388" y="4170363"/>
          <p14:tracePt t="745334" x="557213" y="4170363"/>
          <p14:tracePt t="745346" x="490538" y="4170363"/>
          <p14:tracePt t="745357" x="476250" y="4170363"/>
          <p14:tracePt t="745367" x="461963" y="4170363"/>
          <p14:tracePt t="745390" x="476250" y="4170363"/>
          <p14:tracePt t="745401" x="490538" y="4170363"/>
          <p14:tracePt t="745412" x="530225" y="4170363"/>
          <p14:tracePt t="745424" x="604838" y="4170363"/>
          <p14:tracePt t="745434" x="687388" y="4184650"/>
          <p14:tracePt t="745447" x="815975" y="4184650"/>
          <p14:tracePt t="745458" x="931863" y="4184650"/>
          <p14:tracePt t="745469" x="1006475" y="4184650"/>
          <p14:tracePt t="745481" x="1074738" y="4170363"/>
          <p14:tracePt t="745492" x="1136650" y="4157663"/>
          <p14:tracePt t="745502" x="1149350" y="4143375"/>
          <p14:tracePt t="745515" x="1163638" y="4122738"/>
          <p14:tracePt t="745526" x="1163638" y="4095750"/>
          <p14:tracePt t="745536" x="1163638" y="4068763"/>
          <p14:tracePt t="745548" x="1149350" y="4027488"/>
          <p14:tracePt t="745559" x="1136650" y="3979863"/>
          <p14:tracePt t="745570" x="1109663" y="3938588"/>
          <p14:tracePt t="745582" x="1074738" y="3898900"/>
          <p14:tracePt t="745593" x="1047750" y="3851275"/>
          <p14:tracePt t="745603" x="1006475" y="3810000"/>
          <p14:tracePt t="745615" x="979488" y="3783013"/>
          <p14:tracePt t="745626" x="919163" y="3756025"/>
          <p14:tracePt t="745637" x="850900" y="3708400"/>
          <p14:tracePt t="745648" x="762000" y="3667125"/>
          <p14:tracePt t="745659" x="660400" y="3640138"/>
          <p14:tracePt t="745672" x="530225" y="3605213"/>
          <p14:tracePt t="745682" x="401638" y="3592513"/>
          <p14:tracePt t="745693" x="312738" y="3578225"/>
          <p14:tracePt t="745706" x="217488" y="3578225"/>
          <p14:tracePt t="745716" x="128588" y="3578225"/>
          <p14:tracePt t="745727" x="88900" y="3592513"/>
          <p14:tracePt t="745740" x="41275" y="3605213"/>
          <p14:tracePt t="745750" x="0" y="3640138"/>
          <p14:tracePt t="745874" x="26988" y="4081463"/>
          <p14:tracePt t="745884" x="101600" y="4122738"/>
          <p14:tracePt t="745896" x="184150" y="4170363"/>
          <p14:tracePt t="745908" x="271463" y="4197350"/>
          <p14:tracePt t="745918" x="360363" y="4224338"/>
          <p14:tracePt t="745930" x="476250" y="4238625"/>
          <p14:tracePt t="745952" x="577850" y="4238625"/>
          <p14:tracePt t="745957" x="646113" y="4238625"/>
          <p14:tracePt t="745965" x="735013" y="4224338"/>
          <p14:tracePt t="745975" x="788988" y="4197350"/>
          <p14:tracePt t="745989" x="836613" y="4184650"/>
          <p14:tracePt t="745999" x="863600" y="4122738"/>
          <p14:tracePt t="746009" x="877888" y="4068763"/>
          <p14:tracePt t="746020" x="877888" y="3979863"/>
          <p14:tracePt t="746031" x="863600" y="3925888"/>
          <p14:tracePt t="746043" x="836613" y="3851275"/>
          <p14:tracePt t="746053" x="776288" y="3783013"/>
          <p14:tracePt t="746065" x="735013" y="3735388"/>
          <p14:tracePt t="746076" x="646113" y="3694113"/>
          <p14:tracePt t="746087" x="557213" y="3667125"/>
          <p14:tracePt t="746099" x="503238" y="3652838"/>
          <p14:tracePt t="746111" x="414338" y="3640138"/>
          <p14:tracePt t="746122" x="347663" y="3640138"/>
          <p14:tracePt t="746132" x="300038" y="3652838"/>
          <p14:tracePt t="746144" x="258763" y="3694113"/>
          <p14:tracePt t="746156" x="217488" y="3735388"/>
          <p14:tracePt t="746166" x="184150" y="3795713"/>
          <p14:tracePt t="746178" x="169863" y="3836988"/>
          <p14:tracePt t="746190" x="169863" y="3898900"/>
          <p14:tracePt t="746200" x="184150" y="3952875"/>
          <p14:tracePt t="746212" x="204788" y="3979863"/>
          <p14:tracePt t="746227" x="231775" y="4027488"/>
          <p14:tracePt t="746235" x="258763" y="4068763"/>
          <p14:tracePt t="746247" x="300038" y="4081463"/>
          <p14:tracePt t="746258" x="333375" y="4110038"/>
          <p14:tracePt t="746268" x="387350" y="4122738"/>
          <p14:tracePt t="746280" x="428625" y="4122738"/>
          <p14:tracePt t="746291" x="461963" y="4143375"/>
          <p14:tracePt t="746301" x="530225" y="4143375"/>
          <p14:tracePt t="746312" x="604838" y="4143375"/>
          <p14:tracePt t="746324" x="673100" y="4143375"/>
          <p14:tracePt t="746335" x="762000" y="4110038"/>
          <p14:tracePt t="746347" x="836613" y="4095750"/>
          <p14:tracePt t="746358" x="877888" y="4068763"/>
          <p14:tracePt t="746369" x="919163" y="4027488"/>
          <p14:tracePt t="746381" x="931863" y="3967163"/>
          <p14:tracePt t="746392" x="931863" y="3925888"/>
          <p14:tracePt t="746402" x="904875" y="3863975"/>
          <p14:tracePt t="746414" x="863600" y="3810000"/>
          <p14:tracePt t="746425" x="803275" y="3768725"/>
          <p14:tracePt t="746436" x="747713" y="3721100"/>
          <p14:tracePt t="746447" x="660400" y="3694113"/>
          <p14:tracePt t="746459" x="557213" y="3681413"/>
          <p14:tracePt t="746470" x="476250" y="3667125"/>
          <p14:tracePt t="746482" x="387350" y="3681413"/>
          <p14:tracePt t="746493" x="300038" y="3708400"/>
          <p14:tracePt t="746504" x="271463" y="3721100"/>
          <p14:tracePt t="746515" x="217488" y="3783013"/>
          <p14:tracePt t="746526" x="184150" y="3824288"/>
          <p14:tracePt t="746537" x="157163" y="3898900"/>
          <p14:tracePt t="746549" x="157163" y="3938588"/>
          <p14:tracePt t="746560" x="157163" y="3994150"/>
          <p14:tracePt t="746572" x="157163" y="4041775"/>
          <p14:tracePt t="746582" x="169863" y="4068763"/>
          <p14:tracePt t="746593" x="204788" y="4110038"/>
          <p14:tracePt t="746606" x="244475" y="4157663"/>
          <p14:tracePt t="746616" x="271463" y="4170363"/>
          <p14:tracePt t="746627" x="312738" y="4184650"/>
          <p14:tracePt t="746639" x="387350" y="4197350"/>
          <p14:tracePt t="746650" x="449263" y="4211638"/>
          <p14:tracePt t="746662" x="517525" y="4211638"/>
          <p14:tracePt t="746673" x="619125" y="4211638"/>
          <p14:tracePt t="746683" x="735013" y="4197350"/>
          <p14:tracePt t="746695" x="788988" y="4184650"/>
          <p14:tracePt t="746707" x="863600" y="4157663"/>
          <p14:tracePt t="746717" x="904875" y="4122738"/>
          <p14:tracePt t="746729" x="919163" y="4095750"/>
          <p14:tracePt t="746740" x="919163" y="4054475"/>
          <p14:tracePt t="746751" x="904875" y="4014788"/>
          <p14:tracePt t="746763" x="890588" y="3967163"/>
          <p14:tracePt t="746774" x="863600" y="3952875"/>
          <p14:tracePt t="746785" x="836613" y="3938588"/>
          <p14:tracePt t="746797" x="836613" y="3925888"/>
          <p14:tracePt t="747066" x="815975" y="3967163"/>
          <p14:tracePt t="747079" x="836613" y="4068763"/>
          <p14:tracePt t="747090" x="931863" y="4238625"/>
          <p14:tracePt t="747102" x="1095375" y="4456113"/>
          <p14:tracePt t="747112" x="1470025" y="4872038"/>
          <p14:tracePt t="747123" x="1925638" y="5334000"/>
          <p14:tracePt t="747133" x="2211388" y="5578475"/>
          <p14:tracePt t="747145" x="2735263" y="5938838"/>
          <p14:tracePt t="747156" x="3074988" y="6122988"/>
          <p14:tracePt t="747168" x="3640138" y="6340475"/>
          <p14:tracePt t="747179" x="4170363" y="6456363"/>
          <p14:tracePt t="747190" x="4545013" y="6524625"/>
          <p14:tracePt t="747202" x="5062538" y="6572250"/>
          <p14:tracePt t="747212" x="5408613" y="6599238"/>
          <p14:tracePt t="747224" x="5878513" y="6599238"/>
          <p14:tracePt t="747236" x="6137275" y="6599238"/>
          <p14:tracePt t="747246" x="6456363" y="6599238"/>
          <p14:tracePt t="747257" x="6640513" y="6599238"/>
          <p14:tracePt t="747269" x="6899275" y="6599238"/>
          <p14:tracePt t="747279" x="7089775" y="6599238"/>
          <p14:tracePt t="747291" x="7191375" y="6599238"/>
          <p14:tracePt t="747303" x="7307263" y="6599238"/>
          <p14:tracePt t="747314" x="7348538" y="6599238"/>
          <p14:tracePt t="747325" x="7388225" y="6613525"/>
          <p14:tracePt t="747336" x="7415213" y="6613525"/>
          <p14:tracePt t="747358" x="7435850" y="6613525"/>
          <p14:tracePt t="747414" x="7450138" y="6613525"/>
          <p14:tracePt t="747437" x="7477125" y="6599238"/>
          <p14:tracePt t="747448" x="7531100" y="6572250"/>
          <p14:tracePt t="747460" x="7593013" y="6545263"/>
          <p14:tracePt t="747471" x="7673975" y="6470650"/>
          <p14:tracePt t="747482" x="7762875" y="6381750"/>
          <p14:tracePt t="747494" x="7837488" y="6340475"/>
          <p14:tracePt t="747505" x="7891463" y="6265863"/>
          <p14:tracePt t="747516" x="7905750" y="6238875"/>
          <p14:tracePt t="747528" x="7920038" y="6211888"/>
          <p14:tracePt t="747540" x="7905750" y="6197600"/>
          <p14:tracePt t="747551" x="7878763" y="6184900"/>
          <p14:tracePt t="747561" x="7777163" y="6170613"/>
          <p14:tracePt t="747574" x="7673975" y="6137275"/>
          <p14:tracePt t="747752" x="7661275" y="6122988"/>
          <p14:tracePt t="747763" x="7661275" y="6110288"/>
          <p14:tracePt t="747776" x="7646988" y="6096000"/>
          <p14:tracePt t="747787" x="7620000" y="6081713"/>
          <p14:tracePt t="747798" x="7578725" y="6081713"/>
          <p14:tracePt t="747809" x="7504113" y="6054725"/>
          <p14:tracePt t="747821" x="7462838" y="6054725"/>
          <p14:tracePt t="747831" x="7402513" y="6042025"/>
          <p14:tracePt t="747845" x="7361238" y="6042025"/>
          <p14:tracePt t="747857" x="7334250" y="6042025"/>
          <p14:tracePt t="747866" x="7286625" y="6042025"/>
          <p14:tracePt t="747877" x="7259638" y="6021388"/>
          <p14:tracePt t="747889" x="7232650" y="6021388"/>
          <p14:tracePt t="747899" x="7205663" y="6021388"/>
          <p14:tracePt t="747911" x="7170738" y="6021388"/>
          <p14:tracePt t="747922" x="7143750" y="6007100"/>
          <p14:tracePt t="747933" x="7129463" y="6007100"/>
          <p14:tracePt t="747945" x="7102475" y="5994400"/>
          <p14:tracePt t="747957" x="7075488" y="5980113"/>
          <p14:tracePt t="747967" x="7042150" y="5980113"/>
          <p14:tracePt t="747979" x="7015163" y="5967413"/>
          <p14:tracePt t="747990" x="7000875" y="5953125"/>
          <p14:tracePt t="748000" x="6986588" y="5953125"/>
          <p14:tracePt t="748123" x="7015163" y="5953125"/>
          <p14:tracePt t="748134" x="7042150" y="5953125"/>
          <p14:tracePt t="748146" x="7102475" y="5953125"/>
          <p14:tracePt t="748157" x="7170738" y="5953125"/>
          <p14:tracePt t="748169" x="7232650" y="5953125"/>
          <p14:tracePt t="748180" x="7259638" y="5938838"/>
          <p14:tracePt t="748191" x="7272338" y="5938838"/>
          <p14:tracePt t="748214" x="7245350" y="5938838"/>
          <p14:tracePt t="748224" x="7205663" y="5938838"/>
          <p14:tracePt t="748236" x="7102475" y="5926138"/>
          <p14:tracePt t="748248" x="6986588" y="5911850"/>
          <p14:tracePt t="748258" x="6899275" y="5911850"/>
          <p14:tracePt t="748271" x="6804025" y="5891213"/>
          <p14:tracePt t="748282" x="6729413" y="5891213"/>
          <p14:tracePt t="748292" x="6688138" y="5891213"/>
          <p14:tracePt t="748304" x="6640513" y="5891213"/>
          <p14:tracePt t="748370" x="6653213" y="5891213"/>
          <p14:tracePt t="748382" x="6688138" y="5891213"/>
          <p14:tracePt t="748393" x="6729413" y="5891213"/>
          <p14:tracePt t="748416" x="6769100" y="5911850"/>
          <p14:tracePt t="748419" x="6858000" y="5911850"/>
          <p14:tracePt t="748428" x="6959600" y="5926138"/>
          <p14:tracePt t="748439" x="7000875" y="5926138"/>
          <p14:tracePt t="748451" x="7042150" y="5926138"/>
          <p14:tracePt t="748483" x="7027863" y="5926138"/>
          <p14:tracePt t="748494" x="6986588" y="5926138"/>
          <p14:tracePt t="748506" x="6899275" y="5911850"/>
          <p14:tracePt t="748518" x="6816725" y="5911850"/>
          <p14:tracePt t="748528" x="6688138" y="5891213"/>
          <p14:tracePt t="748541" x="6572250" y="5878513"/>
          <p14:tracePt t="748552" x="6497638" y="5878513"/>
          <p14:tracePt t="748562" x="6456363" y="5878513"/>
          <p14:tracePt t="748607" x="6483350" y="5891213"/>
          <p14:tracePt t="748619" x="6524625" y="5891213"/>
          <p14:tracePt t="748630" x="6572250" y="5891213"/>
          <p14:tracePt t="748642" x="6613525" y="5891213"/>
          <p14:tracePt t="748654" x="6673850" y="5891213"/>
          <p14:tracePt t="748665" x="6715125" y="5911850"/>
          <p14:tracePt t="748676" x="6769100" y="5911850"/>
          <p14:tracePt t="748687" x="6816725" y="5911850"/>
          <p14:tracePt t="748699" x="6843713" y="5911850"/>
          <p14:tracePt t="748709" x="6872288" y="5911850"/>
          <p14:tracePt t="748731" x="6858000" y="5911850"/>
          <p14:tracePt t="748742" x="6843713" y="5891213"/>
          <p14:tracePt t="748755" x="6783388" y="5891213"/>
          <p14:tracePt t="748767" x="6715125" y="5878513"/>
          <p14:tracePt t="748777" x="6640513" y="5864225"/>
          <p14:tracePt t="748789" x="6557963" y="5851525"/>
          <p14:tracePt t="748801" x="6497638" y="5851525"/>
          <p14:tracePt t="748810" x="6483350" y="5851525"/>
          <p14:tracePt t="748844" x="6524625" y="5851525"/>
          <p14:tracePt t="748855" x="6572250" y="5864225"/>
          <p14:tracePt t="748867" x="6653213" y="5878513"/>
          <p14:tracePt t="748878" x="6769100" y="5891213"/>
          <p14:tracePt t="748890" x="6858000" y="5911850"/>
          <p14:tracePt t="748901" x="6959600" y="5926138"/>
          <p14:tracePt t="748911" x="7042150" y="5926138"/>
          <p14:tracePt t="748923" x="7075488" y="5938838"/>
          <p14:tracePt t="748934" x="7089775" y="5938838"/>
          <p14:tracePt t="748967" x="7062788" y="5926138"/>
          <p14:tracePt t="748978" x="7015163" y="5926138"/>
          <p14:tracePt t="748990" x="6973888" y="5926138"/>
          <p14:tracePt t="749001" x="6946900" y="5926138"/>
          <p14:tracePt t="749012" x="6911975" y="5926138"/>
          <p14:tracePt t="749024" x="6899275" y="5926138"/>
          <p14:tracePt t="749068" x="6911975" y="5926138"/>
          <p14:tracePt t="749102" x="6946900" y="5926138"/>
          <p14:tracePt t="749104" x="6959600" y="5926138"/>
          <p14:tracePt t="749349" x="6973888" y="5926138"/>
          <p14:tracePt t="749361" x="6986588" y="5926138"/>
          <p14:tracePt t="749383" x="7000875" y="5938838"/>
          <p14:tracePt t="749394" x="7015163" y="5938838"/>
          <p14:tracePt t="749417" x="7042150" y="5938838"/>
          <p14:tracePt t="749429" x="7075488" y="5953125"/>
          <p14:tracePt t="749440" x="7102475" y="5953125"/>
          <p14:tracePt t="749451" x="7129463" y="5967413"/>
          <p14:tracePt t="749462" x="7191375" y="5980113"/>
          <p14:tracePt t="749473" x="7259638" y="5980113"/>
          <p14:tracePt t="749485" x="7319963" y="5994400"/>
          <p14:tracePt t="749496" x="7415213" y="5994400"/>
          <p14:tracePt t="749510" x="7545388" y="6007100"/>
          <p14:tracePt t="749519" x="7673975" y="6021388"/>
          <p14:tracePt t="749530" x="7777163" y="6021388"/>
          <p14:tracePt t="749543" x="7905750" y="6042025"/>
          <p14:tracePt t="749554" x="8048625" y="6054725"/>
          <p14:tracePt t="749564" x="8137525" y="6054725"/>
          <p14:tracePt t="749576" x="8239125" y="6054725"/>
          <p14:tracePt t="749586" x="8307388" y="6054725"/>
          <p14:tracePt t="749599" x="8355013" y="6054725"/>
          <p14:tracePt t="749610" x="8396288" y="6054725"/>
          <p14:tracePt t="749619" x="8423275" y="6054725"/>
          <p14:tracePt t="749632" x="8435975" y="6054725"/>
          <p14:tracePt t="749643" x="8456613" y="6054725"/>
          <p14:tracePt t="749676" x="8456613" y="6042025"/>
          <p14:tracePt t="749709" x="8470900" y="6042025"/>
          <p14:tracePt t="749732" x="8483600" y="6042025"/>
          <p14:tracePt t="749744" x="8497888" y="6042025"/>
          <p14:tracePt t="749754" x="8524875" y="6042025"/>
          <p14:tracePt t="749768" x="8551863" y="6042025"/>
          <p14:tracePt t="749779" x="8586788" y="6021388"/>
          <p14:tracePt t="749790" x="8613775" y="6021388"/>
          <p14:tracePt t="749800" x="8640763" y="6007100"/>
          <p14:tracePt t="749811" x="8667750" y="5980113"/>
          <p14:tracePt t="749824" x="8667750" y="5967413"/>
          <p14:tracePt t="749835" x="8667750" y="5938838"/>
          <p14:tracePt t="749847" x="8667750" y="5911850"/>
          <p14:tracePt t="749858" x="8667750" y="5891213"/>
          <p14:tracePt t="749870" x="8653463" y="5864225"/>
          <p14:tracePt t="749879" x="8640763" y="5837238"/>
          <p14:tracePt t="749892" x="8626475" y="5824538"/>
          <p14:tracePt t="749902" x="8613775" y="5810250"/>
          <p14:tracePt t="749914" x="8599488" y="5810250"/>
          <p14:tracePt t="749923" x="8566150" y="5795963"/>
          <p14:tracePt t="749935" x="8551863" y="5795963"/>
          <p14:tracePt t="749946" x="8524875" y="5783263"/>
          <p14:tracePt t="749958" x="8497888" y="5783263"/>
          <p14:tracePt t="749968" x="8483600" y="5783263"/>
          <p14:tracePt t="749980" x="8456613" y="5795963"/>
          <p14:tracePt t="749992" x="8435975" y="5810250"/>
          <p14:tracePt t="750002" x="8423275" y="5810250"/>
          <p14:tracePt t="750013" x="8408988" y="5837238"/>
          <p14:tracePt t="750026" x="8396288" y="5851525"/>
          <p14:tracePt t="750036" x="8396288" y="5864225"/>
          <p14:tracePt t="750047" x="8396288" y="5878513"/>
          <p14:tracePt t="750069" x="8408988" y="5891213"/>
          <p14:tracePt t="750081" x="8423275" y="5891213"/>
          <p14:tracePt t="750093" x="8435975" y="5911850"/>
          <p14:tracePt t="750103" x="8470900" y="5926138"/>
          <p14:tracePt t="750116" x="8497888" y="5926138"/>
          <p14:tracePt t="750148" x="8524875" y="5926138"/>
          <p14:tracePt t="750151" x="8551863" y="5926138"/>
          <p14:tracePt t="750161" x="8566150" y="5926138"/>
          <p14:tracePt t="750162" x="8599488" y="5911850"/>
          <p14:tracePt t="750171" x="8613775" y="5891213"/>
          <p14:tracePt t="750183" x="8626475" y="5878513"/>
          <p14:tracePt t="750195" x="8626475" y="5851525"/>
          <p14:tracePt t="750205" x="8626475" y="5824538"/>
          <p14:tracePt t="750217" x="8626475" y="5783263"/>
          <p14:tracePt t="750228" x="8613775" y="5748338"/>
          <p14:tracePt t="750239" x="8599488" y="5708650"/>
          <p14:tracePt t="750251" x="8586788" y="5694363"/>
          <p14:tracePt t="750262" x="8586788" y="5681663"/>
          <p14:tracePt t="750272" x="8566150" y="5681663"/>
          <p14:tracePt t="750283" x="8551863" y="5667375"/>
          <p14:tracePt t="750310" x="8539163" y="5681663"/>
          <p14:tracePt t="750328" x="8510588" y="5694363"/>
          <p14:tracePt t="750340" x="8497888" y="5708650"/>
          <p14:tracePt t="750351" x="8470900" y="5735638"/>
          <p14:tracePt t="750363" x="8456613" y="5762625"/>
          <p14:tracePt t="750374" x="8435975" y="5783263"/>
          <p14:tracePt t="750385" x="8423275" y="5810250"/>
          <p14:tracePt t="750397" x="8423275" y="5824538"/>
          <p14:tracePt t="750408" x="8423275" y="5837238"/>
          <p14:tracePt t="750418" x="8435975" y="5851525"/>
          <p14:tracePt t="750430" x="8435975" y="5864225"/>
          <p14:tracePt t="750442" x="8456613" y="5864225"/>
          <p14:tracePt t="750452" x="8470900" y="5864225"/>
          <p14:tracePt t="750464" x="8483600" y="5864225"/>
          <p14:tracePt t="750476" x="8510588" y="5864225"/>
          <p14:tracePt t="750486" x="8539163" y="5864225"/>
          <p14:tracePt t="750497" x="8586788" y="5864225"/>
          <p14:tracePt t="750509" x="8613775" y="5864225"/>
          <p14:tracePt t="750520" x="8640763" y="5851525"/>
          <p14:tracePt t="750532" x="8653463" y="5837238"/>
          <p14:tracePt t="750543" x="8682038" y="5824538"/>
          <p14:tracePt t="750553" x="8694738" y="5810250"/>
          <p14:tracePt t="750565" x="8694738" y="5795963"/>
          <p14:tracePt t="750576" x="8694738" y="5762625"/>
          <p14:tracePt t="750587" x="8694738" y="5748338"/>
          <p14:tracePt t="750599" x="8694738" y="5735638"/>
          <p14:tracePt t="750610" x="8694738" y="5708650"/>
          <p14:tracePt t="750621" x="8682038" y="5694363"/>
          <p14:tracePt t="750633" x="8667750" y="5694363"/>
          <p14:tracePt t="750644" x="8667750" y="5681663"/>
          <p14:tracePt t="750655" x="8653463" y="5681663"/>
          <p14:tracePt t="750666" x="8640763" y="5667375"/>
          <p14:tracePt t="750678" x="8626475" y="5667375"/>
          <p14:tracePt t="750688" x="8599488" y="5667375"/>
          <p14:tracePt t="750700" x="8586788" y="5667375"/>
          <p14:tracePt t="750712" x="8566150" y="5667375"/>
          <p14:tracePt t="750722" x="8551863" y="5667375"/>
          <p14:tracePt t="750734" x="8524875" y="5667375"/>
          <p14:tracePt t="750745" x="8524875" y="5681663"/>
          <p14:tracePt t="750756" x="8510588" y="5694363"/>
          <p14:tracePt t="750767" x="8497888" y="5708650"/>
          <p14:tracePt t="750779" x="8497888" y="5721350"/>
          <p14:tracePt t="750790" x="8483600" y="5748338"/>
          <p14:tracePt t="750802" x="8483600" y="5762625"/>
          <p14:tracePt t="750813" x="8497888" y="5783263"/>
          <p14:tracePt t="750823" x="8497888" y="5795963"/>
          <p14:tracePt t="750835" x="8497888" y="5824538"/>
          <p14:tracePt t="750846" x="8510588" y="5837238"/>
          <p14:tracePt t="750859" x="8524875" y="5851525"/>
          <p14:tracePt t="750870" x="8539163" y="5864225"/>
          <p14:tracePt t="750881" x="8551863" y="5864225"/>
          <p14:tracePt t="750902" x="8566150" y="5864225"/>
          <p14:tracePt t="750913" x="8586788" y="5864225"/>
          <p14:tracePt t="750926" x="8599488" y="5864225"/>
          <p14:tracePt t="750936" x="8613775" y="5864225"/>
          <p14:tracePt t="750947" x="8640763" y="5851525"/>
          <p14:tracePt t="750969" x="8653463" y="5837238"/>
          <p14:tracePt t="750982" x="8667750" y="5810250"/>
          <p14:tracePt t="750993" x="8667750" y="5783263"/>
          <p14:tracePt t="751003" x="8667750" y="5762625"/>
          <p14:tracePt t="751016" x="8653463" y="5721350"/>
          <p14:tracePt t="751027" x="8640763" y="5694363"/>
          <p14:tracePt t="751038" x="8613775" y="5681663"/>
          <p14:tracePt t="751050" x="8586788" y="5646738"/>
          <p14:tracePt t="751061" x="8551863" y="5634038"/>
          <p14:tracePt t="751071" x="8510588" y="5619750"/>
          <p14:tracePt t="751084" x="8483600" y="5619750"/>
          <p14:tracePt t="751094" x="8456613" y="5619750"/>
          <p14:tracePt t="751104" x="8435975" y="5634038"/>
          <p14:tracePt t="751116" x="8423275" y="5667375"/>
          <p14:tracePt t="751127" x="8408988" y="5694363"/>
          <p14:tracePt t="751138" x="8408988" y="5735638"/>
          <p14:tracePt t="751150" x="8408988" y="5762625"/>
          <p14:tracePt t="751161" x="8423275" y="5810250"/>
          <p14:tracePt t="751194" x="8456613" y="5851525"/>
          <p14:tracePt t="751198" x="8483600" y="5878513"/>
          <p14:tracePt t="751209" x="8510588" y="5891213"/>
          <p14:tracePt t="751210" x="8551863" y="5911850"/>
          <p14:tracePt t="751218" x="8566150" y="5926138"/>
          <p14:tracePt t="751229" x="8586788" y="5926138"/>
          <p14:tracePt t="751262" x="8599488" y="5911850"/>
          <p14:tracePt t="751284" x="8599488" y="5891213"/>
          <p14:tracePt t="751307" x="8613775" y="5878513"/>
          <p14:tracePt t="751758" x="8586788" y="5878513"/>
          <p14:tracePt t="751758" x="8551863" y="5878513"/>
          <p14:tracePt t="751769" x="8524875" y="5878513"/>
          <p14:tracePt t="751770" x="8497888" y="5878513"/>
          <p14:tracePt t="751780" x="8470900" y="5878513"/>
          <p14:tracePt t="751792" x="8423275" y="5864225"/>
          <p14:tracePt t="751803" x="8396288" y="5864225"/>
          <p14:tracePt t="751815" x="8382000" y="5864225"/>
          <p14:tracePt t="751825" x="8355013" y="5864225"/>
          <p14:tracePt t="751847" x="8340725" y="5864225"/>
          <p14:tracePt t="751860" x="8340725" y="5878513"/>
          <p14:tracePt t="751870" x="8328025" y="5878513"/>
          <p14:tracePt t="751892" x="8307388" y="5878513"/>
          <p14:tracePt t="751915" x="8293100" y="5878513"/>
          <p14:tracePt t="751927" x="8280400" y="5878513"/>
          <p14:tracePt t="751937" x="8266113" y="5878513"/>
          <p14:tracePt t="751949" x="8253413" y="5878513"/>
          <p14:tracePt t="751971" x="8239125" y="5878513"/>
          <p14:tracePt t="751993" x="8224838" y="5878513"/>
          <p14:tracePt t="752005" x="8212138" y="5891213"/>
          <p14:tracePt t="752017" x="8164513" y="5891213"/>
          <p14:tracePt t="752029" x="8137525" y="5891213"/>
          <p14:tracePt t="752186" x="8150225" y="5891213"/>
          <p14:tracePt t="752242" x="8137525" y="5891213"/>
          <p14:tracePt t="752263" x="8110538" y="5891213"/>
          <p14:tracePt t="752275" x="8081963" y="5891213"/>
          <p14:tracePt t="752287" x="8048625" y="5891213"/>
          <p14:tracePt t="752297" x="8007350" y="5878513"/>
          <p14:tracePt t="752309" x="7953375" y="5878513"/>
          <p14:tracePt t="752322" x="7905750" y="5878513"/>
          <p14:tracePt t="752332" x="7878763" y="5864225"/>
          <p14:tracePt t="752343" x="7851775" y="5864225"/>
          <p14:tracePt t="752357" x="7837488" y="5864225"/>
          <p14:tracePt t="752366" x="7824788" y="5864225"/>
          <p14:tracePt t="752376" x="7804150" y="5864225"/>
          <p14:tracePt t="752389" x="7789863" y="5864225"/>
          <p14:tracePt t="752399" x="7777163" y="5864225"/>
          <p14:tracePt t="752432" x="7762875" y="5864225"/>
          <p14:tracePt t="752499" x="7748588" y="5864225"/>
          <p14:tracePt t="752522" x="7735888" y="5864225"/>
          <p14:tracePt t="752533" x="7708900" y="5864225"/>
          <p14:tracePt t="752546" x="7694613" y="5851525"/>
          <p14:tracePt t="752558" x="7673975" y="5851525"/>
          <p14:tracePt t="752568" x="7646988" y="5837238"/>
          <p14:tracePt t="752579" x="7634288" y="5837238"/>
          <p14:tracePt t="752590" x="7620000" y="5824538"/>
          <p14:tracePt t="752612" x="7605713" y="5824538"/>
          <p14:tracePt t="752624" x="7593013" y="5810250"/>
          <p14:tracePt t="752635" x="7566025" y="5795963"/>
          <p14:tracePt t="752647" x="7545388" y="5795963"/>
          <p14:tracePt t="752658" x="7531100" y="5783263"/>
          <p14:tracePt t="752669" x="7518400" y="5783263"/>
          <p14:tracePt t="752681" x="7504113" y="5783263"/>
          <p14:tracePt t="752691" x="7491413" y="5762625"/>
          <p14:tracePt t="752724" x="7491413" y="5748338"/>
          <p14:tracePt t="752780" x="7491413" y="5735638"/>
          <p14:tracePt t="752792" x="7477125" y="5735638"/>
          <p14:tracePt t="752904" x="7491413" y="5748338"/>
          <p14:tracePt t="752916" x="7504113" y="5748338"/>
          <p14:tracePt t="752938" x="7504113" y="5762625"/>
          <p14:tracePt t="752949" x="7518400" y="5762625"/>
          <p14:tracePt t="752961" x="7518400" y="5783263"/>
          <p14:tracePt t="752974" x="7518400" y="5795963"/>
          <p14:tracePt t="752984" x="7531100" y="5795963"/>
          <p14:tracePt t="752994" x="7531100" y="5810250"/>
          <p14:tracePt t="753185" x="7545388" y="5795963"/>
          <p14:tracePt t="753253" x="7545388" y="5810250"/>
          <p14:tracePt t="753265" x="7566025" y="5824538"/>
          <p14:tracePt t="753287" x="7578725" y="5837238"/>
          <p14:tracePt t="753288" x="7578725" y="5851525"/>
          <p14:tracePt t="753299" x="7593013" y="5864225"/>
          <p14:tracePt t="753310" x="7605713" y="5878513"/>
          <p14:tracePt t="753332" x="7605713" y="5891213"/>
          <p14:tracePt t="753411" x="7620000" y="5891213"/>
          <p14:tracePt t="753433" x="7620000" y="5878513"/>
          <p14:tracePt t="753456" x="7634288" y="5878513"/>
          <p14:tracePt t="753467" x="7634288" y="5864225"/>
          <p14:tracePt t="753489" x="7646988" y="5864225"/>
          <p14:tracePt t="753602" x="7661275" y="5864225"/>
          <p14:tracePt t="753625" x="7673975" y="5864225"/>
          <p14:tracePt t="753816" x="7694613" y="5864225"/>
          <p14:tracePt t="753828" x="7708900" y="5864225"/>
          <p14:tracePt t="753838" x="7735888" y="5864225"/>
          <p14:tracePt t="753850" x="7748588" y="5878513"/>
          <p14:tracePt t="753861" x="7777163" y="5878513"/>
          <p14:tracePt t="753873" x="7789863" y="5878513"/>
          <p14:tracePt t="753884" x="7804150" y="5878513"/>
          <p14:tracePt t="753895" x="7824788" y="5878513"/>
          <p14:tracePt t="753996" x="7837488" y="5878513"/>
          <p14:tracePt t="754052" x="7851775" y="5878513"/>
          <p14:tracePt t="754086" x="7851775" y="5864225"/>
          <p14:tracePt t="754108" x="7851775" y="5851525"/>
          <p14:tracePt t="754120" x="7851775" y="5837238"/>
          <p14:tracePt t="754142" x="7851775" y="5824538"/>
          <p14:tracePt t="754232" x="7851775" y="5837238"/>
          <p14:tracePt t="754243" x="7851775" y="5851525"/>
          <p14:tracePt t="754254" x="7851775" y="5864225"/>
          <p14:tracePt t="754266" x="7864475" y="5878513"/>
          <p14:tracePt t="754288" x="7864475" y="5891213"/>
          <p14:tracePt t="754300" x="7864475" y="5911850"/>
          <p14:tracePt t="754411" x="7878763" y="5891213"/>
          <p14:tracePt t="754425" x="7878763" y="5878513"/>
          <p14:tracePt t="754436" x="7891463" y="5878513"/>
          <p14:tracePt t="754446" x="7891463" y="5864225"/>
          <p14:tracePt t="754460" x="7905750" y="5864225"/>
          <p14:tracePt t="754480" x="7920038" y="5851525"/>
          <p14:tracePt t="754547" x="7920038" y="5864225"/>
          <p14:tracePt t="754559" x="7932738" y="5864225"/>
          <p14:tracePt t="754571" x="7953375" y="5878513"/>
          <p14:tracePt t="754592" x="7967663" y="5891213"/>
          <p14:tracePt t="754615" x="7967663" y="5911850"/>
          <p14:tracePt t="754682" x="7980363" y="5911850"/>
          <p14:tracePt t="754704" x="7994650" y="5891213"/>
          <p14:tracePt t="754717" x="8021638" y="5891213"/>
          <p14:tracePt t="754728" x="8034338" y="5891213"/>
          <p14:tracePt t="754740" x="8069263" y="5891213"/>
          <p14:tracePt t="754750" x="8096250" y="5878513"/>
          <p14:tracePt t="754761" x="8123238" y="5878513"/>
          <p14:tracePt t="754772" x="8137525" y="5878513"/>
          <p14:tracePt t="754784" x="8150225" y="5864225"/>
          <p14:tracePt t="754795" x="8164513" y="5864225"/>
          <p14:tracePt t="754873" x="8164513" y="5878513"/>
          <p14:tracePt t="754886" x="8164513" y="5891213"/>
          <p14:tracePt t="754896" x="8164513" y="5911850"/>
          <p14:tracePt t="754908" x="8164513" y="5926138"/>
          <p14:tracePt t="754919" x="8177213" y="5938838"/>
          <p14:tracePt t="754930" x="8177213" y="5953125"/>
          <p14:tracePt t="754952" x="8197850" y="5953125"/>
          <p14:tracePt t="754964" x="8197850" y="5967413"/>
          <p14:tracePt t="754975" x="8212138" y="5967413"/>
          <p14:tracePt t="754997" x="8224838" y="5967413"/>
          <p14:tracePt t="755020" x="8239125" y="5953125"/>
          <p14:tracePt t="755031" x="8253413" y="5953125"/>
          <p14:tracePt t="755042" x="8253413" y="5938838"/>
          <p14:tracePt t="755055" x="8266113" y="5938838"/>
          <p14:tracePt t="755065" x="8280400" y="5926138"/>
          <p14:tracePt t="755087" x="8280400" y="5911850"/>
          <p14:tracePt t="755099" x="8293100" y="5911850"/>
          <p14:tracePt t="755210" x="8293100" y="5926138"/>
          <p14:tracePt t="755233" x="8307388" y="5926138"/>
          <p14:tracePt t="755267" x="8328025" y="5926138"/>
          <p14:tracePt t="755290" x="8340725" y="5926138"/>
          <p14:tracePt t="755301" x="8355013" y="5926138"/>
          <p14:tracePt t="755312" x="8367713" y="5911850"/>
          <p14:tracePt t="755326" x="8382000" y="5911850"/>
          <p14:tracePt t="755336" x="8396288" y="5891213"/>
          <p14:tracePt t="755346" x="8408988" y="5878513"/>
          <p14:tracePt t="755360" x="8423275" y="5878513"/>
          <p14:tracePt t="755391" x="8423275" y="5864225"/>
          <p14:tracePt t="755393" x="8435975" y="5851525"/>
          <p14:tracePt t="755403" x="8435975" y="5837238"/>
          <p14:tracePt t="755404" x="8435975" y="5824538"/>
          <p14:tracePt t="755413" x="8435975" y="5810250"/>
          <p14:tracePt t="755425" x="8435975" y="5795963"/>
          <p14:tracePt t="755437" x="8435975" y="5783263"/>
          <p14:tracePt t="755448" x="8435975" y="5762625"/>
          <p14:tracePt t="755460" x="8435975" y="5735638"/>
          <p14:tracePt t="755470" x="8423275" y="5735638"/>
          <p14:tracePt t="755483" x="8408988" y="5708650"/>
          <p14:tracePt t="755503" x="8396288" y="5694363"/>
          <p14:tracePt t="755526" x="8382000" y="5681663"/>
          <p14:tracePt t="755571" x="8367713" y="5694363"/>
          <p14:tracePt t="755582" x="8355013" y="5694363"/>
          <p14:tracePt t="755594" x="8340725" y="5708650"/>
          <p14:tracePt t="755605" x="8307388" y="5721350"/>
          <p14:tracePt t="755617" x="8307388" y="5735638"/>
          <p14:tracePt t="755627" x="8293100" y="5748338"/>
          <p14:tracePt t="755640" x="8293100" y="5783263"/>
          <p14:tracePt t="755651" x="8280400" y="5795963"/>
          <p14:tracePt t="755661" x="8293100" y="5795963"/>
          <p14:tracePt t="755673" x="8293100" y="5810250"/>
          <p14:tracePt t="755684" x="8307388" y="5824538"/>
          <p14:tracePt t="755706" x="8340725" y="5837238"/>
          <p14:tracePt t="755717" x="8367713" y="5837238"/>
          <p14:tracePt t="755729" x="8396288" y="5851525"/>
          <p14:tracePt t="755740" x="8423275" y="5851525"/>
          <p14:tracePt t="755751" x="8456613" y="5851525"/>
          <p14:tracePt t="755763" x="8497888" y="5851525"/>
          <p14:tracePt t="755775" x="8510588" y="5851525"/>
          <p14:tracePt t="755785" x="8539163" y="5851525"/>
          <p14:tracePt t="755797" x="8566150" y="5837238"/>
          <p14:tracePt t="755818" x="8586788" y="5824538"/>
          <p14:tracePt t="755831" x="8586788" y="5810250"/>
          <p14:tracePt t="755842" x="8599488" y="5795963"/>
          <p14:tracePt t="755853" x="8599488" y="5783263"/>
          <p14:tracePt t="755865" x="8599488" y="5762625"/>
          <p14:tracePt t="755876" x="8586788" y="5748338"/>
          <p14:tracePt t="755886" x="8586788" y="5735638"/>
          <p14:tracePt t="755898" x="8586788" y="5721350"/>
          <p14:tracePt t="755909" x="8566150" y="5708650"/>
          <p14:tracePt t="755920" x="8551863" y="5708650"/>
          <p14:tracePt t="755932" x="8539163" y="5694363"/>
          <p14:tracePt t="755943" x="8524875" y="5694363"/>
          <p14:tracePt t="755954" x="8510588" y="5694363"/>
          <p14:tracePt t="755966" x="8483600" y="5694363"/>
          <p14:tracePt t="755977" x="8470900" y="5708650"/>
          <p14:tracePt t="755987" x="8435975" y="5708650"/>
          <p14:tracePt t="755999" x="8423275" y="5735638"/>
          <p14:tracePt t="756011" x="8396288" y="5748338"/>
          <p14:tracePt t="756022" x="8382000" y="5783263"/>
          <p14:tracePt t="756034" x="8367713" y="5795963"/>
          <p14:tracePt t="756045" x="8367713" y="5824538"/>
          <p14:tracePt t="756055" x="8367713" y="5851525"/>
          <p14:tracePt t="756067" x="8382000" y="5864225"/>
          <p14:tracePt t="756078" x="8396288" y="5878513"/>
          <p14:tracePt t="756089" x="8423275" y="5891213"/>
          <p14:tracePt t="756101" x="8435975" y="5911850"/>
          <p14:tracePt t="756112" x="8483600" y="5911850"/>
          <p14:tracePt t="756123" x="8510588" y="5911850"/>
          <p14:tracePt t="756134" x="8524875" y="5911850"/>
          <p14:tracePt t="756145" x="8539163" y="5911850"/>
          <p14:tracePt t="756157" x="8551863" y="5911850"/>
          <p14:tracePt t="756167" x="8566150" y="5911850"/>
          <p14:tracePt t="756179" x="8566150" y="5891213"/>
          <p14:tracePt t="756201" x="8566150" y="5878513"/>
          <p14:tracePt t="756224" x="8566150" y="5864225"/>
          <p14:tracePt t="757405" x="8566150" y="5878513"/>
          <p14:tracePt t="757417" x="8566150" y="5891213"/>
          <p14:tracePt t="757428" x="8551863" y="5891213"/>
          <p14:tracePt t="757439" x="8551863" y="5911850"/>
          <p14:tracePt t="757451" x="8539163" y="5911850"/>
          <p14:tracePt t="757461" x="8510588" y="5911850"/>
          <p14:tracePt t="757483" x="8497888" y="5911850"/>
          <p14:tracePt t="757486" x="8483600" y="5911850"/>
          <p14:tracePt t="758136" x="8497888" y="5911850"/>
          <p14:tracePt t="758203" x="8510588" y="5911850"/>
          <p14:tracePt t="758237" x="8524875" y="5911850"/>
          <p14:tracePt t="758440" x="8510588" y="5911850"/>
          <p14:tracePt t="758451" x="8497888" y="5911850"/>
          <p14:tracePt t="758463" x="8470900" y="5911850"/>
          <p14:tracePt t="758475" x="8408988" y="5911850"/>
          <p14:tracePt t="758485" x="8355013" y="5911850"/>
          <p14:tracePt t="758497" x="8307388" y="5926138"/>
          <p14:tracePt t="758509" x="8239125" y="5926138"/>
          <p14:tracePt t="758531" x="8197850" y="5926138"/>
          <p14:tracePt t="758532" x="8164513" y="5926138"/>
          <p14:tracePt t="758544" x="8150225" y="5926138"/>
          <p14:tracePt t="758554" x="8137525" y="5926138"/>
          <p14:tracePt t="758631" x="8150225" y="5926138"/>
          <p14:tracePt t="758676" x="8137525" y="5926138"/>
          <p14:tracePt t="759204" x="8150225" y="5926138"/>
          <p14:tracePt t="759395" x="8150225" y="5911850"/>
          <p14:tracePt t="759519" x="8164513" y="5911850"/>
          <p14:tracePt t="759668" x="8164513" y="5926138"/>
          <p14:tracePt t="759679" x="8164513" y="5938838"/>
          <p14:tracePt t="759680" x="8164513" y="5953125"/>
          <p14:tracePt t="759688" x="8164513" y="5967413"/>
          <p14:tracePt t="759700" x="8164513" y="5994400"/>
          <p14:tracePt t="759711" x="8164513" y="6042025"/>
          <p14:tracePt t="759722" x="8164513" y="6069013"/>
          <p14:tracePt t="759735" x="8164513" y="6096000"/>
          <p14:tracePt t="759745" x="8164513" y="6122988"/>
          <p14:tracePt t="759756" x="8164513" y="6137275"/>
          <p14:tracePt t="759770" x="8164513" y="6149975"/>
          <p14:tracePt t="759780" x="8164513" y="6170613"/>
          <p14:tracePt t="759801" x="8150225" y="6170613"/>
          <p14:tracePt t="759812" x="8150225" y="6184900"/>
          <p14:tracePt t="759913" x="8150225" y="6197600"/>
          <p14:tracePt t="759936" x="8150225" y="6211888"/>
          <p14:tracePt t="759947" x="8150225" y="6224588"/>
          <p14:tracePt t="759958" x="8137525" y="6224588"/>
          <p14:tracePt t="760070" x="8150225" y="6224588"/>
          <p14:tracePt t="760082" x="8164513" y="6224588"/>
          <p14:tracePt t="760094" x="8177213" y="6224588"/>
          <p14:tracePt t="760105" x="8197850" y="6224588"/>
          <p14:tracePt t="760161" x="8197850" y="6238875"/>
          <p14:tracePt t="760183" x="8177213" y="6265863"/>
          <p14:tracePt t="760196" x="8137525" y="6280150"/>
          <p14:tracePt t="760206" x="8096250" y="6300788"/>
          <p14:tracePt t="760217" x="8048625" y="6313488"/>
          <p14:tracePt t="760230" x="7994650" y="6340475"/>
          <p14:tracePt t="760240" x="7932738" y="6354763"/>
          <p14:tracePt t="760251" x="7878763" y="6367463"/>
          <p14:tracePt t="760263" x="7762875" y="6367463"/>
          <p14:tracePt t="760274" x="7634288" y="6381750"/>
          <p14:tracePt t="760286" x="7504113" y="6367463"/>
          <p14:tracePt t="760296" x="7272338" y="6340475"/>
          <p14:tracePt t="760308" x="6946900" y="6253163"/>
          <p14:tracePt t="760319" x="6483350" y="6122988"/>
          <p14:tracePt t="760330" x="6096000" y="5994400"/>
          <p14:tracePt t="760341" x="5551488" y="5762625"/>
          <p14:tracePt t="760352" x="5205413" y="5619750"/>
          <p14:tracePt t="760365" x="4700588" y="5435600"/>
          <p14:tracePt t="760375" x="4300538" y="5259388"/>
          <p14:tracePt t="760387" x="4095750" y="5164138"/>
          <p14:tracePt t="760398" x="3863975" y="5048250"/>
          <p14:tracePt t="760408" x="3768725" y="5000625"/>
          <p14:tracePt t="760421" x="3667125" y="4959350"/>
          <p14:tracePt t="760432" x="3640138" y="4946650"/>
          <p14:tracePt t="760443" x="3605213" y="4932363"/>
          <p14:tracePt t="760521" x="3592513" y="4946650"/>
          <p14:tracePt t="760532" x="3592513" y="4959350"/>
          <p14:tracePt t="760543" x="3592513" y="4973638"/>
          <p14:tracePt t="760566" x="3592513" y="4986338"/>
          <p14:tracePt t="760578" x="3605213" y="5021263"/>
          <p14:tracePt t="760589" x="3667125" y="5048250"/>
          <p14:tracePt t="760600" x="3708400" y="5075238"/>
          <p14:tracePt t="760633" x="3810000" y="5102225"/>
          <p14:tracePt t="760637" x="3938588" y="5129213"/>
          <p14:tracePt t="760647" x="4041775" y="5129213"/>
          <p14:tracePt t="760648" x="4224338" y="5164138"/>
          <p14:tracePt t="760656" x="4443413" y="5164138"/>
          <p14:tracePt t="760668" x="4598988" y="5164138"/>
          <p14:tracePt t="760680" x="4776788" y="5149850"/>
          <p14:tracePt t="760690" x="4872038" y="5116513"/>
          <p14:tracePt t="760702" x="4905375" y="5102225"/>
          <p14:tracePt t="760714" x="4919663" y="5075238"/>
          <p14:tracePt t="760724" x="4905375" y="5075238"/>
          <p14:tracePt t="760736" x="4884738" y="5062538"/>
          <p14:tracePt t="760747" x="4857750" y="5048250"/>
          <p14:tracePt t="760757" x="4789488" y="5048250"/>
          <p14:tracePt t="760769" x="4673600" y="5033963"/>
          <p14:tracePt t="760781" x="4572000" y="5033963"/>
          <p14:tracePt t="760791" x="4414838" y="5033963"/>
          <p14:tracePt t="760802" x="4224338" y="5048250"/>
          <p14:tracePt t="760814" x="4095750" y="5062538"/>
          <p14:tracePt t="760825" x="3952875" y="5089525"/>
          <p14:tracePt t="760836" x="3884613" y="5116513"/>
          <p14:tracePt t="760848" x="3851275" y="5164138"/>
          <p14:tracePt t="760858" x="3836988" y="5205413"/>
          <p14:tracePt t="760871" x="3836988" y="5259388"/>
          <p14:tracePt t="760882" x="3851275" y="5307013"/>
          <p14:tracePt t="760892" x="3884613" y="5348288"/>
          <p14:tracePt t="760904" x="3938588" y="5422900"/>
          <p14:tracePt t="760915" x="4014788" y="5491163"/>
          <p14:tracePt t="760926" x="4081463" y="5551488"/>
          <p14:tracePt t="760938" x="4170363" y="5605463"/>
          <p14:tracePt t="760949" x="4259263" y="5646738"/>
          <p14:tracePt t="760960" x="4327525" y="5681663"/>
          <p14:tracePt t="760972" x="4387850" y="5681663"/>
          <p14:tracePt t="760983" x="4470400" y="5694363"/>
          <p14:tracePt t="760993" x="4545013" y="5694363"/>
          <p14:tracePt t="761005" x="4598988" y="5681663"/>
          <p14:tracePt t="761016" x="4673600" y="5646738"/>
          <p14:tracePt t="761028" x="4741863" y="5605463"/>
          <p14:tracePt t="761038" x="4803775" y="5565775"/>
          <p14:tracePt t="761051" x="4857750" y="5503863"/>
          <p14:tracePt t="761062" x="4919663" y="5449888"/>
          <p14:tracePt t="761072" x="4932363" y="5387975"/>
          <p14:tracePt t="761084" x="4946650" y="5348288"/>
          <p14:tracePt t="761096" x="4932363" y="5307013"/>
          <p14:tracePt t="761107" x="4919663" y="5259388"/>
          <p14:tracePt t="761118" x="4884738" y="5232400"/>
          <p14:tracePt t="761130" x="4843463" y="5191125"/>
          <p14:tracePt t="761140" x="4776788" y="5164138"/>
          <p14:tracePt t="761152" x="4714875" y="5129213"/>
          <p14:tracePt t="761163" x="4613275" y="5102225"/>
          <p14:tracePt t="761174" x="4497388" y="5089525"/>
          <p14:tracePt t="761186" x="4414838" y="5089525"/>
          <p14:tracePt t="761197" x="4313238" y="5102225"/>
          <p14:tracePt t="761207" x="4224338" y="5129213"/>
          <p14:tracePt t="761219" x="4143375" y="5164138"/>
          <p14:tracePt t="761230" x="4095750" y="5205413"/>
          <p14:tracePt t="761241" x="4054475" y="5245100"/>
          <p14:tracePt t="761253" x="4041775" y="5292725"/>
          <p14:tracePt t="761264" x="4027488" y="5319713"/>
          <p14:tracePt t="761275" x="4027488" y="5375275"/>
          <p14:tracePt t="761286" x="4041775" y="5422900"/>
          <p14:tracePt t="761298" x="4054475" y="5449888"/>
          <p14:tracePt t="761308" x="4081463" y="5491163"/>
          <p14:tracePt t="761320" x="4122738" y="5538788"/>
          <p14:tracePt t="761332" x="4197350" y="5578475"/>
          <p14:tracePt t="761342" x="4271963" y="5605463"/>
          <p14:tracePt t="761355" x="4402138" y="5619750"/>
          <p14:tracePt t="761366" x="4572000" y="5634038"/>
          <p14:tracePt t="761376" x="4714875" y="5646738"/>
          <p14:tracePt t="761388" x="4884738" y="5646738"/>
          <p14:tracePt t="761399" x="4986338" y="5634038"/>
          <p14:tracePt t="761410" x="5048250" y="5619750"/>
          <p14:tracePt t="761421" x="5102225" y="5605463"/>
          <p14:tracePt t="761433" x="5116513" y="5578475"/>
          <p14:tracePt t="761444" x="5129213" y="5538788"/>
          <p14:tracePt t="761455" x="5116513" y="5491163"/>
          <p14:tracePt t="761466" x="5102225" y="5435600"/>
          <p14:tracePt t="761478" x="5075238" y="5375275"/>
          <p14:tracePt t="761489" x="5048250" y="5348288"/>
          <p14:tracePt t="761501" x="5000625" y="5319713"/>
          <p14:tracePt t="761512" x="4946650" y="5292725"/>
          <p14:tracePt t="761523" x="4905375" y="5292725"/>
          <p14:tracePt t="761534" x="4857750" y="5280025"/>
          <p14:tracePt t="761546" x="4803775" y="5280025"/>
          <p14:tracePt t="761556" x="4756150" y="5280025"/>
          <p14:tracePt t="761567" x="4714875" y="5292725"/>
          <p14:tracePt t="761580" x="4660900" y="5319713"/>
          <p14:tracePt t="761590" x="4613275" y="5360988"/>
          <p14:tracePt t="761602" x="4586288" y="5408613"/>
          <p14:tracePt t="761623" x="4572000" y="5476875"/>
          <p14:tracePt t="761627" x="4557713" y="5518150"/>
          <p14:tracePt t="761636" x="4557713" y="5551488"/>
          <p14:tracePt t="761647" x="4572000" y="5565775"/>
          <p14:tracePt t="761680" x="4598988" y="5592763"/>
          <p14:tracePt t="761683" x="4613275" y="5605463"/>
          <p14:tracePt t="761691" x="4660900" y="5619750"/>
          <p14:tracePt t="761698" x="4714875" y="5619750"/>
          <p14:tracePt t="761704" x="4729163" y="5619750"/>
          <p14:tracePt t="761893" x="4741863" y="5619750"/>
          <p14:tracePt t="761916" x="4756150" y="5619750"/>
          <p14:tracePt t="761927" x="4776788" y="5619750"/>
          <p14:tracePt t="761939" x="4789488" y="5619750"/>
          <p14:tracePt t="761950" x="4803775" y="5619750"/>
          <p14:tracePt t="761961" x="4816475" y="5619750"/>
          <p14:tracePt t="761973" x="4843463" y="5619750"/>
          <p14:tracePt t="761984" x="4884738" y="5619750"/>
          <p14:tracePt t="761995" x="4932363" y="5619750"/>
          <p14:tracePt t="762007" x="4986338" y="5619750"/>
          <p14:tracePt t="762018" x="5062538" y="5605463"/>
          <p14:tracePt t="762029" x="5102225" y="5578475"/>
          <p14:tracePt t="762041" x="5149850" y="5551488"/>
          <p14:tracePt t="762051" x="5164138" y="5518150"/>
          <p14:tracePt t="762063" x="5176838" y="5476875"/>
          <p14:tracePt t="762075" x="5164138" y="5435600"/>
          <p14:tracePt t="762086" x="5129213" y="5375275"/>
          <p14:tracePt t="762097" x="5089525" y="5334000"/>
          <p14:tracePt t="762107" x="5033963" y="5319713"/>
          <p14:tracePt t="762119" x="4932363" y="5292725"/>
          <p14:tracePt t="762131" x="4803775" y="5259388"/>
          <p14:tracePt t="762142" x="4700588" y="5259388"/>
          <p14:tracePt t="762153" x="4572000" y="5245100"/>
          <p14:tracePt t="762165" x="4483100" y="5259388"/>
          <p14:tracePt t="762175" x="4402138" y="5280025"/>
          <p14:tracePt t="762186" x="4340225" y="5307013"/>
          <p14:tracePt t="762199" x="4300538" y="5334000"/>
          <p14:tracePt t="762209" x="4259263" y="5375275"/>
          <p14:tracePt t="762221" x="4238625" y="5408613"/>
          <p14:tracePt t="762233" x="4224338" y="5462588"/>
          <p14:tracePt t="762243" x="4224338" y="5503863"/>
          <p14:tracePt t="762255" x="4224338" y="5538788"/>
          <p14:tracePt t="762267" x="4238625" y="5565775"/>
          <p14:tracePt t="762276" x="4271963" y="5592763"/>
          <p14:tracePt t="762289" x="4300538" y="5605463"/>
          <p14:tracePt t="762300" x="4327525" y="5619750"/>
          <p14:tracePt t="762311" x="4367213" y="5646738"/>
          <p14:tracePt t="762323" x="4429125" y="5667375"/>
          <p14:tracePt t="762334" x="4470400" y="5681663"/>
          <p14:tracePt t="762344" x="4530725" y="5681663"/>
          <p14:tracePt t="762355" x="4586288" y="5681663"/>
          <p14:tracePt t="762367" x="4613275" y="5681663"/>
          <p14:tracePt t="762377" x="4660900" y="5667375"/>
          <p14:tracePt t="762389" x="4687888" y="5667375"/>
          <p14:tracePt t="762400" x="4687888" y="5646738"/>
          <p14:tracePt t="762422" x="4687888" y="5634038"/>
          <p14:tracePt t="762445" x="4673600" y="5634038"/>
          <p14:tracePt t="762512" x="4687888" y="5646738"/>
          <p14:tracePt t="762523" x="4700588" y="5681663"/>
          <p14:tracePt t="762535" x="4741863" y="5708650"/>
          <p14:tracePt t="762546" x="4803775" y="5735638"/>
          <p14:tracePt t="762558" x="4857750" y="5762625"/>
          <p14:tracePt t="762570" x="4973638" y="5824538"/>
          <p14:tracePt t="762582" x="5116513" y="5878513"/>
          <p14:tracePt t="762592" x="5259388" y="5911850"/>
          <p14:tracePt t="762604" x="5462588" y="5953125"/>
          <p14:tracePt t="762616" x="5694363" y="5994400"/>
          <p14:tracePt t="762625" x="5851525" y="6021388"/>
          <p14:tracePt t="762637" x="6110288" y="6042025"/>
          <p14:tracePt t="762649" x="6396038" y="6069013"/>
          <p14:tracePt t="762658" x="6688138" y="6081713"/>
          <p14:tracePt t="762670" x="6884988" y="6081713"/>
          <p14:tracePt t="762682" x="7116763" y="6069013"/>
          <p14:tracePt t="762692" x="7348538" y="6054725"/>
          <p14:tracePt t="762704" x="7504113" y="6042025"/>
          <p14:tracePt t="762726" x="7721600" y="6021388"/>
          <p14:tracePt t="762729" x="7920038" y="5994400"/>
          <p14:tracePt t="762738" x="8021638" y="5980113"/>
          <p14:tracePt t="762771" x="8150225" y="5953125"/>
          <p14:tracePt t="762775" x="8266113" y="5938838"/>
          <p14:tracePt t="762784" x="8328025" y="5938838"/>
          <p14:tracePt t="762785" x="8382000" y="5926138"/>
          <p14:tracePt t="762795" x="8423275" y="5911850"/>
          <p14:tracePt t="762806" x="8456613" y="5891213"/>
          <p14:tracePt t="762827" x="8470900" y="5878513"/>
          <p14:tracePt t="762839" x="8470900" y="5864225"/>
          <p14:tracePt t="762850" x="8470900" y="5851525"/>
          <p14:tracePt t="762861" x="8470900" y="5837238"/>
          <p14:tracePt t="762873" x="8456613" y="5837238"/>
          <p14:tracePt t="762884" x="8456613" y="5824538"/>
          <p14:tracePt t="762906" x="8456613" y="5810250"/>
          <p14:tracePt t="762917" x="8435975" y="5810250"/>
          <p14:tracePt t="762929" x="8435975" y="5795963"/>
          <p14:tracePt t="762940" x="8435975" y="5783263"/>
          <p14:tracePt t="762962" x="8435975" y="5762625"/>
          <p14:tracePt t="762973" x="8435975" y="5748338"/>
          <p14:tracePt t="762985" x="8423275" y="5735638"/>
          <p14:tracePt t="762996" x="8423275" y="5721350"/>
          <p14:tracePt t="763008" x="8396288" y="5721350"/>
          <p14:tracePt t="763019" x="8367713" y="5708650"/>
          <p14:tracePt t="763030" x="8328025" y="5694363"/>
          <p14:tracePt t="763042" x="8253413" y="5681663"/>
          <p14:tracePt t="763053" x="8164513" y="5667375"/>
          <p14:tracePt t="763065" x="8081963" y="5667375"/>
          <p14:tracePt t="763075" x="8007350" y="5667375"/>
          <p14:tracePt t="763087" x="7932738" y="5681663"/>
          <p14:tracePt t="763099" x="7864475" y="5694363"/>
          <p14:tracePt t="763109" x="7824788" y="5708650"/>
          <p14:tracePt t="763121" x="7789863" y="5735638"/>
          <p14:tracePt t="763133" x="7777163" y="5762625"/>
          <p14:tracePt t="763143" x="7762875" y="5783263"/>
          <p14:tracePt t="763155" x="7762875" y="5810250"/>
          <p14:tracePt t="763166" x="7777163" y="5837238"/>
          <p14:tracePt t="763176" x="7789863" y="5864225"/>
          <p14:tracePt t="763188" x="7804150" y="5878513"/>
          <p14:tracePt t="763200" x="7851775" y="5926138"/>
          <p14:tracePt t="763210" x="7891463" y="5938838"/>
          <p14:tracePt t="763223" x="7932738" y="5967413"/>
          <p14:tracePt t="763234" x="8007350" y="5980113"/>
          <p14:tracePt t="763244" x="8081963" y="5994400"/>
          <p14:tracePt t="763257" x="8137525" y="5994400"/>
          <p14:tracePt t="763268" x="8224838" y="6007100"/>
          <p14:tracePt t="763277" x="8328025" y="6007100"/>
          <p14:tracePt t="763289" x="8423275" y="6007100"/>
          <p14:tracePt t="763300" x="8483600" y="5994400"/>
          <p14:tracePt t="763311" x="8566150" y="5980113"/>
          <p14:tracePt t="763323" x="8640763" y="5953125"/>
          <p14:tracePt t="763334" x="8682038" y="5938838"/>
          <p14:tracePt t="763345" x="8729663" y="5891213"/>
          <p14:tracePt t="763356" x="8756650" y="5851525"/>
          <p14:tracePt t="763368" x="8756650" y="5837238"/>
          <p14:tracePt t="763378" x="8756650" y="5810250"/>
          <p14:tracePt t="763390" x="8729663" y="5795963"/>
          <p14:tracePt t="763401" x="8694738" y="5783263"/>
          <p14:tracePt t="763412" x="8626475" y="5748338"/>
          <p14:tracePt t="763424" x="8510588" y="5735638"/>
          <p14:tracePt t="763435" x="8367713" y="5708650"/>
          <p14:tracePt t="763446" x="8266113" y="5708650"/>
          <p14:tracePt t="763458" x="8123238" y="5708650"/>
          <p14:tracePt t="763469" x="8007350" y="5721350"/>
          <p14:tracePt t="763481" x="7932738" y="5735638"/>
          <p14:tracePt t="763491" x="7851775" y="5748338"/>
          <p14:tracePt t="763502" x="7789863" y="5783263"/>
          <p14:tracePt t="763515" x="7762875" y="5795963"/>
          <p14:tracePt t="763525" x="7748588" y="5824538"/>
          <p14:tracePt t="763537" x="7735888" y="5851525"/>
          <p14:tracePt t="763549" x="7735888" y="5864225"/>
          <p14:tracePt t="763558" x="7748588" y="5891213"/>
          <p14:tracePt t="763570" x="7748588" y="5926138"/>
          <p14:tracePt t="763582" x="7762875" y="5938838"/>
          <p14:tracePt t="763592" x="7789863" y="5953125"/>
          <p14:tracePt t="763604" x="7824788" y="5953125"/>
          <p14:tracePt t="763616" x="7891463" y="5967413"/>
          <p14:tracePt t="763626" x="7932738" y="5980113"/>
          <p14:tracePt t="763638" x="8021638" y="5980113"/>
          <p14:tracePt t="763649" x="8123238" y="5980113"/>
          <p14:tracePt t="763660" x="8177213" y="5967413"/>
          <p14:tracePt t="763671" x="8253413" y="5953125"/>
          <p14:tracePt t="763682" x="8307388" y="5926138"/>
          <p14:tracePt t="763694" x="8340725" y="5891213"/>
          <p14:tracePt t="763705" x="8355013" y="5864225"/>
          <p14:tracePt t="763716" x="8355013" y="5837238"/>
          <p14:tracePt t="763727" x="8328025" y="5810250"/>
          <p14:tracePt t="763749" x="8293100" y="5795963"/>
          <p14:tracePt t="763754" x="8239125" y="5762625"/>
          <p14:tracePt t="763772" x="8137525" y="5735638"/>
          <p14:tracePt t="763776" x="8069263" y="5735638"/>
          <p14:tracePt t="763784" x="7980363" y="5721350"/>
          <p14:tracePt t="763796" x="7891463" y="5721350"/>
          <p14:tracePt t="763807" x="7837488" y="5735638"/>
          <p14:tracePt t="763818" x="7789863" y="5748338"/>
          <p14:tracePt t="763829" x="7762875" y="5783263"/>
          <p14:tracePt t="763841" x="7762875" y="5795963"/>
          <p14:tracePt t="763852" x="7762875" y="5810250"/>
          <p14:tracePt t="763862" x="7762875" y="5824538"/>
          <p14:tracePt t="763874" x="7777163" y="5837238"/>
          <p14:tracePt t="763896" x="7777163" y="5851525"/>
          <p14:tracePt t="763918" x="7762875" y="5851525"/>
          <p14:tracePt t="763931" x="7694613" y="5837238"/>
          <p14:tracePt t="763941" x="7593013" y="5824538"/>
          <p14:tracePt t="763952" x="7435850" y="5783263"/>
          <p14:tracePt t="763964" x="7245350" y="5735638"/>
          <p14:tracePt t="763975" x="6932613" y="5646738"/>
          <p14:tracePt t="763987" x="6524625" y="5518150"/>
          <p14:tracePt t="763999" x="6238875" y="5435600"/>
          <p14:tracePt t="764008" x="5891213" y="5334000"/>
          <p14:tracePt t="764021" x="5619750" y="5245100"/>
          <p14:tracePt t="764032" x="5462588" y="5205413"/>
          <p14:tracePt t="764042" x="5307013" y="5149850"/>
          <p14:tracePt t="764055" x="5176838" y="5116513"/>
          <p14:tracePt t="764067" x="5062538" y="5089525"/>
          <p14:tracePt t="764077" x="4986338" y="5075238"/>
          <p14:tracePt t="764088" x="4884738" y="5062538"/>
          <p14:tracePt t="764100" x="4803775" y="5048250"/>
          <p14:tracePt t="764110" x="4741863" y="5048250"/>
          <p14:tracePt t="764121" x="4625975" y="5048250"/>
          <p14:tracePt t="764133" x="4530725" y="5048250"/>
          <p14:tracePt t="764144" x="4456113" y="5062538"/>
          <p14:tracePt t="764155" x="4367213" y="5075238"/>
          <p14:tracePt t="764167" x="4286250" y="5102225"/>
          <p14:tracePt t="764177" x="4224338" y="5129213"/>
          <p14:tracePt t="764189" x="4184650" y="5164138"/>
          <p14:tracePt t="764200" x="4170363" y="5176838"/>
          <p14:tracePt t="764211" x="4170363" y="5205413"/>
          <p14:tracePt t="764223" x="4170363" y="5218113"/>
          <p14:tracePt t="764234" x="4197350" y="5245100"/>
          <p14:tracePt t="764245" x="4259263" y="5280025"/>
          <p14:tracePt t="764257" x="4300538" y="5292725"/>
          <p14:tracePt t="764268" x="4367213" y="5307013"/>
          <p14:tracePt t="764278" x="4443413" y="5319713"/>
          <p14:tracePt t="764290" x="4497388" y="5334000"/>
          <p14:tracePt t="764301" x="4572000" y="5334000"/>
          <p14:tracePt t="764312" x="4613275" y="5334000"/>
          <p14:tracePt t="764324" x="4625975" y="5334000"/>
          <p14:tracePt t="764346" x="4625975" y="5319713"/>
          <p14:tracePt t="764379" x="4613275" y="5319713"/>
          <p14:tracePt t="764391" x="4598988" y="5319713"/>
          <p14:tracePt t="764661" x="4613275" y="5319713"/>
          <p14:tracePt t="764694" x="4625975" y="5319713"/>
          <p14:tracePt t="764706" x="4625975" y="5334000"/>
          <p14:tracePt t="764718" x="4625975" y="5348288"/>
          <p14:tracePt t="764729" x="4598988" y="5348288"/>
          <p14:tracePt t="765144" x="4613275" y="5334000"/>
          <p14:tracePt t="765178" x="4613275" y="5348288"/>
          <p14:tracePt t="765223" x="4598988" y="5360988"/>
          <p14:tracePt t="765246" x="4586288" y="5375275"/>
          <p14:tracePt t="765260" x="4572000" y="5408613"/>
          <p14:tracePt t="765270" x="4557713" y="5449888"/>
          <p14:tracePt t="765280" x="4530725" y="5491163"/>
          <p14:tracePt t="765291" x="4483100" y="5538788"/>
          <p14:tracePt t="765304" x="4443413" y="5578475"/>
          <p14:tracePt t="765314" x="4387850" y="5619750"/>
          <p14:tracePt t="765325" x="4354513" y="5634038"/>
          <p14:tracePt t="765338" x="4313238" y="5667375"/>
          <p14:tracePt t="765347" x="4300538" y="5667375"/>
          <p14:tracePt t="765359" x="4286250" y="5681663"/>
          <p14:tracePt t="765372" x="4271963" y="5681663"/>
          <p14:tracePt t="765381" x="4259263" y="5681663"/>
          <p14:tracePt t="765393" x="4238625" y="5681663"/>
          <p14:tracePt t="765406" x="4238625" y="5667375"/>
          <p14:tracePt t="765415" x="4224338" y="5667375"/>
          <p14:tracePt t="765428" x="4211638" y="5646738"/>
          <p14:tracePt t="765439" x="4197350" y="5646738"/>
          <p14:tracePt t="765450" x="4170363" y="5634038"/>
          <p14:tracePt t="765460" x="4157663" y="5634038"/>
          <p14:tracePt t="765474" x="4143375" y="5634038"/>
          <p14:tracePt t="765527" x="4157663" y="5634038"/>
          <p14:tracePt t="765539" x="4170363" y="5646738"/>
          <p14:tracePt t="765550" x="4238625" y="5667375"/>
          <p14:tracePt t="765562" x="4327525" y="5681663"/>
          <p14:tracePt t="765573" x="4429125" y="5694363"/>
          <p14:tracePt t="765584" x="4530725" y="5708650"/>
          <p14:tracePt t="765597" x="4673600" y="5721350"/>
          <p14:tracePt t="765607" x="4830763" y="5721350"/>
          <p14:tracePt t="765617" x="4919663" y="5735638"/>
          <p14:tracePt t="765630" x="4973638" y="5735638"/>
          <p14:tracePt t="765640" x="5000625" y="5735638"/>
          <p14:tracePt t="765662" x="5000625" y="5721350"/>
          <p14:tracePt t="765673" x="4973638" y="5721350"/>
          <p14:tracePt t="765685" x="4905375" y="5708650"/>
          <p14:tracePt t="765696" x="4816475" y="5694363"/>
          <p14:tracePt t="765707" x="4673600" y="5681663"/>
          <p14:tracePt t="765718" x="4497388" y="5667375"/>
          <p14:tracePt t="765730" x="4367213" y="5646738"/>
          <p14:tracePt t="765742" x="4224338" y="5634038"/>
          <p14:tracePt t="765752" x="4122738" y="5634038"/>
          <p14:tracePt t="765764" x="4081463" y="5634038"/>
          <p14:tracePt t="765808" x="4122738" y="5634038"/>
          <p14:tracePt t="765820" x="4224338" y="5646738"/>
          <p14:tracePt t="765831" x="4340225" y="5646738"/>
          <p14:tracePt t="765842" x="4443413" y="5667375"/>
          <p14:tracePt t="765876" x="4572000" y="5667375"/>
          <p14:tracePt t="765879" x="4687888" y="5667375"/>
          <p14:tracePt t="765889" x="4776788" y="5667375"/>
          <p14:tracePt t="765921" x="4756150" y="5667375"/>
          <p14:tracePt t="765932" x="4700588" y="5667375"/>
          <p14:tracePt t="765944" x="4598988" y="5646738"/>
          <p14:tracePt t="765956" x="4518025" y="5646738"/>
          <p14:tracePt t="765966" x="4367213" y="5646738"/>
          <p14:tracePt t="765978" x="4238625" y="5634038"/>
          <p14:tracePt t="765989" x="4157663" y="5634038"/>
          <p14:tracePt t="766000" x="4081463" y="5634038"/>
          <p14:tracePt t="766012" x="4068763" y="5634038"/>
          <p14:tracePt t="766044" x="4095750" y="5634038"/>
          <p14:tracePt t="766056" x="4143375" y="5646738"/>
          <p14:tracePt t="766067" x="4259263" y="5646738"/>
          <p14:tracePt t="766090" x="4402138" y="5667375"/>
          <p14:tracePt t="766091" x="4557713" y="5667375"/>
          <p14:tracePt t="766101" x="4687888" y="5681663"/>
          <p14:tracePt t="766113" x="4830763" y="5681663"/>
          <p14:tracePt t="766124" x="4919663" y="5694363"/>
          <p14:tracePt t="766134" x="4946650" y="5694363"/>
          <p14:tracePt t="766147" x="4959350" y="5694363"/>
          <p14:tracePt t="766168" x="4932363" y="5694363"/>
          <p14:tracePt t="766180" x="4857750" y="5694363"/>
          <p14:tracePt t="766191" x="4741863" y="5681663"/>
          <p14:tracePt t="766202" x="4586288" y="5667375"/>
          <p14:tracePt t="766215" x="4483100" y="5646738"/>
          <p14:tracePt t="766225" x="4340225" y="5646738"/>
          <p14:tracePt t="766237" x="4259263" y="5646738"/>
          <p14:tracePt t="766248" x="4211638" y="5646738"/>
          <p14:tracePt t="766260" x="4197350" y="5646738"/>
          <p14:tracePt t="766292" x="4224338" y="5646738"/>
          <p14:tracePt t="766305" x="4286250" y="5667375"/>
          <p14:tracePt t="766316" x="4354513" y="5667375"/>
          <p14:tracePt t="766327" x="4456113" y="5681663"/>
          <p14:tracePt t="766339" x="4586288" y="5694363"/>
          <p14:tracePt t="766349" x="4741863" y="5708650"/>
          <p14:tracePt t="766361" x="4830763" y="5708650"/>
          <p14:tracePt t="766372" x="4919663" y="5721350"/>
          <p14:tracePt t="766383" x="4946650" y="5721350"/>
          <p14:tracePt t="766395" x="4959350" y="5721350"/>
          <p14:tracePt t="766416" x="4932363" y="5721350"/>
          <p14:tracePt t="766428" x="4884738" y="5721350"/>
          <p14:tracePt t="766439" x="4776788" y="5708650"/>
          <p14:tracePt t="766450" x="4613275" y="5694363"/>
          <p14:tracePt t="766462" x="4443413" y="5681663"/>
          <p14:tracePt t="766473" x="4313238" y="5667375"/>
          <p14:tracePt t="766484" x="4184650" y="5646738"/>
          <p14:tracePt t="766497" x="4110038" y="5634038"/>
          <p14:tracePt t="766539" x="4143375" y="5634038"/>
          <p14:tracePt t="766551" x="4211638" y="5634038"/>
          <p14:tracePt t="766563" x="4300538" y="5646738"/>
          <p14:tracePt t="766574" x="4387850" y="5646738"/>
          <p14:tracePt t="766585" x="4518025" y="5646738"/>
          <p14:tracePt t="766597" x="4660900" y="5667375"/>
          <p14:tracePt t="766608" x="4776788" y="5681663"/>
          <p14:tracePt t="766619" x="4830763" y="5681663"/>
          <p14:tracePt t="766631" x="4857750" y="5681663"/>
          <p14:tracePt t="766663" x="4816475" y="5681663"/>
          <p14:tracePt t="766675" x="4714875" y="5681663"/>
          <p14:tracePt t="766687" x="4625975" y="5681663"/>
          <p14:tracePt t="766698" x="4456113" y="5667375"/>
          <p14:tracePt t="766708" x="4286250" y="5646738"/>
          <p14:tracePt t="766722" x="4170363" y="5634038"/>
          <p14:tracePt t="766732" x="4122738" y="5634038"/>
          <p14:tracePt t="766744" x="4110038" y="5634038"/>
          <p14:tracePt t="766776" x="4157663" y="5634038"/>
          <p14:tracePt t="766788" x="4259263" y="5646738"/>
          <p14:tracePt t="766799" x="4340225" y="5646738"/>
          <p14:tracePt t="766811" x="4497388" y="5667375"/>
          <p14:tracePt t="766822" x="4660900" y="5667375"/>
          <p14:tracePt t="766833" x="4803775" y="5681663"/>
          <p14:tracePt t="766846" x="4872038" y="5681663"/>
          <p14:tracePt t="766857" x="4905375" y="5681663"/>
          <p14:tracePt t="766868" x="4919663" y="5681663"/>
          <p14:tracePt t="766888" x="4905375" y="5681663"/>
          <p14:tracePt t="766922" x="4884738" y="5681663"/>
          <p14:tracePt t="766925" x="4872038" y="5681663"/>
          <p14:tracePt t="766934" x="4857750" y="5681663"/>
          <p14:tracePt t="766945" x="4843463" y="5681663"/>
          <p14:tracePt t="767463" x="4857750" y="5681663"/>
          <p14:tracePt t="767475" x="4872038" y="5681663"/>
          <p14:tracePt t="767485" x="4884738" y="5681663"/>
          <p14:tracePt t="767507" x="4872038" y="5681663"/>
          <p14:tracePt t="767519" x="4857750" y="5681663"/>
          <p14:tracePt t="767800" x="4872038" y="5708650"/>
          <p14:tracePt t="767812" x="4884738" y="5708650"/>
          <p14:tracePt t="767823" x="4905375" y="5708650"/>
          <p14:tracePt t="767935" x="4919663" y="5721350"/>
          <p14:tracePt t="767946" x="4946650" y="5721350"/>
          <p14:tracePt t="767968" x="5021263" y="5748338"/>
          <p14:tracePt t="767971" x="5129213" y="5762625"/>
          <p14:tracePt t="767980" x="5245100" y="5795963"/>
          <p14:tracePt t="767993" x="5462588" y="5824538"/>
          <p14:tracePt t="768003" x="5708650" y="5851525"/>
          <p14:tracePt t="768014" x="5994400" y="5878513"/>
          <p14:tracePt t="768027" x="6184900" y="5911850"/>
          <p14:tracePt t="768036" x="6396038" y="5938838"/>
          <p14:tracePt t="768048" x="6586538" y="5953125"/>
          <p14:tracePt t="768062" x="6688138" y="5967413"/>
          <p14:tracePt t="768071" x="6769100" y="5980113"/>
          <p14:tracePt t="768081" x="6858000" y="5980113"/>
          <p14:tracePt t="768094" x="6899275" y="5994400"/>
          <p14:tracePt t="768104" x="6946900" y="5994400"/>
          <p14:tracePt t="768116" x="6973888" y="5994400"/>
          <p14:tracePt t="768127" x="7000875" y="5994400"/>
          <p14:tracePt t="768137" x="7015163" y="5994400"/>
          <p14:tracePt t="768149" x="7027863" y="5994400"/>
          <p14:tracePt t="768193" x="7027863" y="5980113"/>
          <p14:tracePt t="768216" x="7042150" y="5980113"/>
          <p14:tracePt t="768238" x="7075488" y="5980113"/>
          <p14:tracePt t="768251" x="7102475" y="5980113"/>
          <p14:tracePt t="768261" x="7143750" y="5980113"/>
          <p14:tracePt t="768272" x="7170738" y="5980113"/>
          <p14:tracePt t="768284" x="7191375" y="5980113"/>
          <p14:tracePt t="768295" x="7205663" y="5980113"/>
          <p14:tracePt t="768497" x="7218363" y="5980113"/>
          <p14:tracePt t="768520" x="7232650" y="5980113"/>
          <p14:tracePt t="768531" x="7259638" y="5980113"/>
          <p14:tracePt t="768542" x="7272338" y="5980113"/>
          <p14:tracePt t="768554" x="7307263" y="5994400"/>
          <p14:tracePt t="768565" x="7319963" y="5994400"/>
          <p14:tracePt t="768577" x="7334250" y="5994400"/>
          <p14:tracePt t="768924" x="7348538" y="5994400"/>
          <p14:tracePt t="768936" x="7348538" y="5980113"/>
          <p14:tracePt t="768981" x="7348538" y="5967413"/>
          <p14:tracePt t="769016" x="7361238" y="5967413"/>
          <p14:tracePt t="769115" x="7375525" y="5967413"/>
          <p14:tracePt t="769307" x="7388225" y="5967413"/>
          <p14:tracePt t="769352" x="7402513" y="5967413"/>
          <p14:tracePt t="769375" x="7415213" y="5967413"/>
          <p14:tracePt t="769386" x="7435850" y="5967413"/>
          <p14:tracePt t="769419" x="7450138" y="5967413"/>
          <p14:tracePt t="769443" x="7415213" y="5967413"/>
          <p14:tracePt t="769644" x="7435850" y="5967413"/>
          <p14:tracePt t="769656" x="7450138" y="5967413"/>
          <p14:tracePt t="769667" x="7462838" y="5967413"/>
          <p14:tracePt t="769678" x="7491413" y="5967413"/>
          <p14:tracePt t="769690" x="7504113" y="5967413"/>
          <p14:tracePt t="769702" x="7518400" y="5967413"/>
          <p14:tracePt t="769713" x="7518400" y="5953125"/>
          <p14:tracePt t="769735" x="7531100" y="5938838"/>
          <p14:tracePt t="769779" x="7531100" y="5926138"/>
          <p14:tracePt t="769813" x="7531100" y="5911850"/>
          <p14:tracePt t="769858" x="7531100" y="5891213"/>
          <p14:tracePt t="769904" x="7545388" y="5891213"/>
          <p14:tracePt t="769915" x="7545388" y="5878513"/>
          <p14:tracePt t="769948" x="7545388" y="5864225"/>
          <p14:tracePt t="769959" x="7545388" y="5851525"/>
          <p14:tracePt t="769971" x="7545388" y="5837238"/>
          <p14:tracePt t="769982" x="7545388" y="5824538"/>
          <p14:tracePt t="769994" x="7545388" y="5810250"/>
          <p14:tracePt t="770005" x="7531100" y="5795963"/>
          <p14:tracePt t="770016" x="7531100" y="5783263"/>
          <p14:tracePt t="770072" x="7518400" y="5762625"/>
          <p14:tracePt t="770075" x="7504113" y="5762625"/>
          <p14:tracePt t="770086" x="7491413" y="5762625"/>
          <p14:tracePt t="770106" x="7477125" y="5783263"/>
          <p14:tracePt t="770151" x="7462838" y="5795963"/>
          <p14:tracePt t="770173" x="7462838" y="5810250"/>
          <p14:tracePt t="770184" x="7462838" y="5824538"/>
          <p14:tracePt t="770196" x="7462838" y="5837238"/>
          <p14:tracePt t="770218" x="7462838" y="5851525"/>
          <p14:tracePt t="770230" x="7477125" y="5851525"/>
          <p14:tracePt t="770242" x="7477125" y="5864225"/>
          <p14:tracePt t="770253" x="7504113" y="5864225"/>
          <p14:tracePt t="770263" x="7518400" y="5864225"/>
          <p14:tracePt t="770275" x="7531100" y="5864225"/>
          <p14:tracePt t="770288" x="7545388" y="5864225"/>
          <p14:tracePt t="770298" x="7545388" y="5851525"/>
          <p14:tracePt t="770308" x="7566025" y="5851525"/>
          <p14:tracePt t="770322" x="7566025" y="5837238"/>
          <p14:tracePt t="770332" x="7566025" y="5824538"/>
          <p14:tracePt t="770343" x="7566025" y="5810250"/>
          <p14:tracePt t="770355" x="7566025" y="5783263"/>
          <p14:tracePt t="770366" x="7566025" y="5748338"/>
          <p14:tracePt t="770378" x="7566025" y="5735638"/>
          <p14:tracePt t="770390" x="7566025" y="5721350"/>
          <p14:tracePt t="770399" x="7566025" y="5708650"/>
          <p14:tracePt t="770411" x="7545388" y="5694363"/>
          <p14:tracePt t="770432" x="7531100" y="5681663"/>
          <p14:tracePt t="770445" x="7518400" y="5681663"/>
          <p14:tracePt t="770466" x="7504113" y="5681663"/>
          <p14:tracePt t="770478" x="7491413" y="5681663"/>
          <p14:tracePt t="770490" x="7462838" y="5694363"/>
          <p14:tracePt t="770500" x="7450138" y="5708650"/>
          <p14:tracePt t="770512" x="7435850" y="5708650"/>
          <p14:tracePt t="770524" x="7415213" y="5721350"/>
          <p14:tracePt t="770535" x="7402513" y="5735638"/>
          <p14:tracePt t="770546" x="7402513" y="5748338"/>
          <p14:tracePt t="770558" x="7402513" y="5762625"/>
          <p14:tracePt t="770568" x="7402513" y="5783263"/>
          <p14:tracePt t="770579" x="7415213" y="5795963"/>
          <p14:tracePt t="770591" x="7435850" y="5810250"/>
          <p14:tracePt t="770601" x="7435850" y="5824538"/>
          <p14:tracePt t="770613" x="7462838" y="5824538"/>
          <p14:tracePt t="770624" x="7477125" y="5837238"/>
          <p14:tracePt t="770635" x="7491413" y="5837238"/>
          <p14:tracePt t="770647" x="7518400" y="5851525"/>
          <p14:tracePt t="770658" x="7545388" y="5851525"/>
          <p14:tracePt t="770668" x="7578725" y="5851525"/>
          <p14:tracePt t="770681" x="7605713" y="5851525"/>
          <p14:tracePt t="770691" x="7620000" y="5837238"/>
          <p14:tracePt t="770702" x="7634288" y="5837238"/>
          <p14:tracePt t="770714" x="7646988" y="5824538"/>
          <p14:tracePt t="770726" x="7661275" y="5795963"/>
          <p14:tracePt t="770736" x="7661275" y="5783263"/>
          <p14:tracePt t="770748" x="7673975" y="5748338"/>
          <p14:tracePt t="770760" x="7661275" y="5735638"/>
          <p14:tracePt t="770771" x="7661275" y="5708650"/>
          <p14:tracePt t="770792" x="7646988" y="5694363"/>
          <p14:tracePt t="770803" x="7620000" y="5681663"/>
          <p14:tracePt t="770816" x="7605713" y="5681663"/>
          <p14:tracePt t="770826" x="7578725" y="5681663"/>
          <p14:tracePt t="770838" x="7545388" y="5681663"/>
          <p14:tracePt t="770849" x="7518400" y="5681663"/>
          <p14:tracePt t="770860" x="7491413" y="5694363"/>
          <p14:tracePt t="770872" x="7462838" y="5708650"/>
          <p14:tracePt t="770883" x="7435850" y="5735638"/>
          <p14:tracePt t="770895" x="7415213" y="5762625"/>
          <p14:tracePt t="770907" x="7402513" y="5795963"/>
          <p14:tracePt t="770917" x="7402513" y="5824538"/>
          <p14:tracePt t="770928" x="7402513" y="5837238"/>
          <p14:tracePt t="770939" x="7415213" y="5851525"/>
          <p14:tracePt t="770950" x="7450138" y="5864225"/>
          <p14:tracePt t="770962" x="7477125" y="5878513"/>
          <p14:tracePt t="770973" x="7504113" y="5891213"/>
          <p14:tracePt t="770984" x="7545388" y="5891213"/>
          <p14:tracePt t="770996" x="7578725" y="5891213"/>
          <p14:tracePt t="771006" x="7605713" y="5891213"/>
          <p14:tracePt t="771017" x="7634288" y="5878513"/>
          <p14:tracePt t="771029" x="7646988" y="5864225"/>
          <p14:tracePt t="771041" x="7661275" y="5851525"/>
          <p14:tracePt t="771051" x="7661275" y="5824538"/>
          <p14:tracePt t="771063" x="7661275" y="5783263"/>
          <p14:tracePt t="771074" x="7661275" y="5762625"/>
          <p14:tracePt t="771085" x="7646988" y="5721350"/>
          <p14:tracePt t="771118" x="7620000" y="5708650"/>
          <p14:tracePt t="771122" x="7593013" y="5681663"/>
          <p14:tracePt t="771131" x="7578725" y="5681663"/>
          <p14:tracePt t="771132" x="7545388" y="5681663"/>
          <p14:tracePt t="771142" x="7504113" y="5681663"/>
          <p14:tracePt t="771153" x="7491413" y="5681663"/>
          <p14:tracePt t="771165" x="7462838" y="5694363"/>
          <p14:tracePt t="771176" x="7450138" y="5721350"/>
          <p14:tracePt t="771186" x="7435850" y="5748338"/>
          <p14:tracePt t="771198" x="7435850" y="5783263"/>
          <p14:tracePt t="771209" x="7435850" y="5810250"/>
          <p14:tracePt t="771220" x="7435850" y="5824538"/>
          <p14:tracePt t="771232" x="7450138" y="5837238"/>
          <p14:tracePt t="771243" x="7491413" y="5864225"/>
          <p14:tracePt t="771255" x="7518400" y="5878513"/>
          <p14:tracePt t="771265" x="7566025" y="5878513"/>
          <p14:tracePt t="771276" x="7593013" y="5878513"/>
          <p14:tracePt t="771288" x="7620000" y="5878513"/>
          <p14:tracePt t="771299" x="7646988" y="5864225"/>
          <p14:tracePt t="771310" x="7673975" y="5851525"/>
          <p14:tracePt t="771322" x="7673975" y="5837238"/>
          <p14:tracePt t="771332" x="7694613" y="5824538"/>
          <p14:tracePt t="771345" x="7694613" y="5795963"/>
          <p14:tracePt t="771356" x="7673975" y="5762625"/>
          <p14:tracePt t="771366" x="7673975" y="5748338"/>
          <p14:tracePt t="771378" x="7661275" y="5748338"/>
          <p14:tracePt t="771390" x="7646988" y="5735638"/>
          <p14:tracePt t="771400" x="7634288" y="5735638"/>
          <p14:tracePt t="771412" x="7620000" y="5735638"/>
          <p14:tracePt t="771423" x="7605713" y="5735638"/>
          <p14:tracePt t="771445" x="7593013" y="5735638"/>
          <p14:tracePt t="771456" x="7593013" y="5748338"/>
          <p14:tracePt t="771479" x="7578725" y="5748338"/>
          <p14:tracePt t="772391" x="7593013" y="5748338"/>
          <p14:tracePt t="772402" x="7620000" y="5762625"/>
          <p14:tracePt t="772412" x="7634288" y="5783263"/>
          <p14:tracePt t="772425" x="7694613" y="5795963"/>
          <p14:tracePt t="772437" x="7748588" y="5810250"/>
          <p14:tracePt t="772446" x="7804150" y="5810250"/>
          <p14:tracePt t="772459" x="7864475" y="5810250"/>
          <p14:tracePt t="772469" x="7905750" y="5824538"/>
          <p14:tracePt t="772481" x="7980363" y="5824538"/>
          <p14:tracePt t="772492" x="8034338" y="5824538"/>
          <p14:tracePt t="772502" x="8096250" y="5824538"/>
          <p14:tracePt t="772514" x="8164513" y="5824538"/>
          <p14:tracePt t="772526" x="8212138" y="5810250"/>
          <p14:tracePt t="772536" x="8239125" y="5810250"/>
          <p14:tracePt t="772548" x="8253413" y="5795963"/>
          <p14:tracePt t="772560" x="8253413" y="5783263"/>
          <p14:tracePt t="772581" x="8253413" y="5762625"/>
          <p14:tracePt t="772593" x="8239125" y="5762625"/>
          <p14:tracePt t="772603" x="8177213" y="5735638"/>
          <p14:tracePt t="772616" x="8110538" y="5721350"/>
          <p14:tracePt t="772627" x="7980363" y="5708650"/>
          <p14:tracePt t="772638" x="7851775" y="5681663"/>
          <p14:tracePt t="772650" x="7748588" y="5681663"/>
          <p14:tracePt t="772661" x="7605713" y="5681663"/>
          <p14:tracePt t="772671" x="7504113" y="5681663"/>
          <p14:tracePt t="772683" x="7450138" y="5708650"/>
          <p14:tracePt t="772694" x="7415213" y="5721350"/>
          <p14:tracePt t="772704" x="7415213" y="5748338"/>
          <p14:tracePt t="772717" x="7415213" y="5783263"/>
          <p14:tracePt t="772728" x="7435850" y="5810250"/>
          <p14:tracePt t="772750" x="7462838" y="5851525"/>
          <p14:tracePt t="772754" x="7531100" y="5891213"/>
          <p14:tracePt t="772762" x="7593013" y="5938838"/>
          <p14:tracePt t="772773" x="7661275" y="5967413"/>
          <p14:tracePt t="772784" x="7735888" y="5980113"/>
          <p14:tracePt t="772797" x="7824788" y="5994400"/>
          <p14:tracePt t="772809" x="7878763" y="5994400"/>
          <p14:tracePt t="772818" x="7967663" y="5994400"/>
          <p14:tracePt t="772829" x="8034338" y="5994400"/>
          <p14:tracePt t="772840" x="8081963" y="5980113"/>
          <p14:tracePt t="772852" x="8137525" y="5953125"/>
          <p14:tracePt t="772863" x="8177213" y="5926138"/>
          <p14:tracePt t="772874" x="8197850" y="5911850"/>
          <p14:tracePt t="772886" x="8212138" y="5864225"/>
          <p14:tracePt t="772896" x="8212138" y="5851525"/>
          <p14:tracePt t="772909" x="8212138" y="5837238"/>
          <p14:tracePt t="772919" x="8197850" y="5824538"/>
          <p14:tracePt t="772930" x="8177213" y="5824538"/>
          <p14:tracePt t="772942" x="8137525" y="5810250"/>
          <p14:tracePt t="772952" x="8123238" y="5810250"/>
          <p14:tracePt t="772964" x="8081963" y="5810250"/>
          <p14:tracePt t="772976" x="8048625" y="5810250"/>
          <p14:tracePt t="772986" x="8021638" y="5810250"/>
          <p14:tracePt t="772997" x="7994650" y="5824538"/>
          <p14:tracePt t="773010" x="7980363" y="5837238"/>
          <p14:tracePt t="773020" x="7967663" y="5851525"/>
          <p14:tracePt t="773042" x="7967663" y="5864225"/>
          <p14:tracePt t="773054" x="7980363" y="5878513"/>
          <p14:tracePt t="773066" x="7994650" y="5878513"/>
          <p14:tracePt t="773077" x="8048625" y="5911850"/>
          <p14:tracePt t="773087" x="8123238" y="5911850"/>
          <p14:tracePt t="773099" x="8177213" y="5926138"/>
          <p14:tracePt t="773110" x="8266113" y="5926138"/>
          <p14:tracePt t="773121" x="8340725" y="5911850"/>
          <p14:tracePt t="773133" x="8382000" y="5891213"/>
          <p14:tracePt t="773144" x="8408988" y="5864225"/>
          <p14:tracePt t="773155" x="8423275" y="5851525"/>
          <p14:tracePt t="773167" x="8423275" y="5824538"/>
          <p14:tracePt t="773178" x="8408988" y="5795963"/>
          <p14:tracePt t="773188" x="8367713" y="5748338"/>
          <p14:tracePt t="773211" x="8328025" y="5721350"/>
          <p14:tracePt t="773215" x="8266113" y="5708650"/>
          <p14:tracePt t="773224" x="8164513" y="5694363"/>
          <p14:tracePt t="773235" x="8081963" y="5694363"/>
          <p14:tracePt t="773246" x="8034338" y="5694363"/>
          <p14:tracePt t="773256" x="7994650" y="5721350"/>
          <p14:tracePt t="773268" x="7967663" y="5748338"/>
          <p14:tracePt t="773279" x="7953375" y="5762625"/>
          <p14:tracePt t="773289" x="7953375" y="5795963"/>
          <p14:tracePt t="773301" x="7967663" y="5810250"/>
          <p14:tracePt t="773312" x="7994650" y="5837238"/>
          <p14:tracePt t="773323" x="8021638" y="5851525"/>
          <p14:tracePt t="773335" x="8096250" y="5864225"/>
          <p14:tracePt t="773347" x="8177213" y="5878513"/>
          <p14:tracePt t="773357" x="8239125" y="5878513"/>
          <p14:tracePt t="773368" x="8328025" y="5878513"/>
          <p14:tracePt t="773380" x="8382000" y="5864225"/>
          <p14:tracePt t="773392" x="8423275" y="5851525"/>
          <p14:tracePt t="773403" x="8435975" y="5837238"/>
          <p14:tracePt t="773413" x="8456613" y="5824538"/>
          <p14:tracePt t="773426" x="8456613" y="5810250"/>
          <p14:tracePt t="773436" x="8435975" y="5795963"/>
          <p14:tracePt t="773448" x="8408988" y="5783263"/>
          <p14:tracePt t="773460" x="8382000" y="5762625"/>
          <p14:tracePt t="773470" x="8367713" y="5748338"/>
          <p14:tracePt t="773482" x="8355013" y="5748338"/>
          <p14:tracePt t="773526" x="8367713" y="5762625"/>
          <p14:tracePt t="773537" x="8382000" y="5762625"/>
          <p14:tracePt t="773549" x="8408988" y="5762625"/>
          <p14:tracePt t="773560" x="8435975" y="5762625"/>
          <p14:tracePt t="773571" x="8483600" y="5783263"/>
          <p14:tracePt t="773582" x="8524875" y="5783263"/>
          <p14:tracePt t="773594" x="8551863" y="5783263"/>
          <p14:tracePt t="773605" x="8586788" y="5783263"/>
          <p14:tracePt t="773616" x="8613775" y="5762625"/>
          <p14:tracePt t="773628" x="8626475" y="5762625"/>
          <p14:tracePt t="773639" x="8640763" y="5762625"/>
          <p14:tracePt t="773650" x="8653463" y="5762625"/>
          <p14:tracePt t="773661" x="8667750" y="5762625"/>
          <p14:tracePt t="773672" x="8682038" y="5748338"/>
          <p14:tracePt t="773706" x="8694738" y="5748338"/>
          <p14:tracePt t="773841" x="8682038" y="5748338"/>
          <p14:tracePt t="773846" x="8682038" y="5762625"/>
          <p14:tracePt t="773853" x="8667750" y="5762625"/>
          <p14:tracePt t="773865" x="8626475" y="5783263"/>
          <p14:tracePt t="773877" x="8586788" y="5795963"/>
          <p14:tracePt t="773887" x="8524875" y="5810250"/>
          <p14:tracePt t="773898" x="8456613" y="5824538"/>
          <p14:tracePt t="773909" x="8396288" y="5837238"/>
          <p14:tracePt t="773920" x="8340725" y="5851525"/>
          <p14:tracePt t="773931" x="8293100" y="5864225"/>
          <p14:tracePt t="773943" x="8266113" y="5878513"/>
          <p14:tracePt t="773954" x="8253413" y="5891213"/>
          <p14:tracePt t="773976" x="8224838" y="5891213"/>
          <p14:tracePt t="773987" x="8212138" y="5891213"/>
          <p14:tracePt t="774257" x="8197850" y="5891213"/>
          <p14:tracePt t="774260" x="8177213" y="5891213"/>
          <p14:tracePt t="774269" x="8164513" y="5891213"/>
          <p14:tracePt t="774280" x="8150225" y="5891213"/>
          <p14:tracePt t="774291" x="8137525" y="5891213"/>
          <p14:tracePt t="774304" x="8110538" y="5891213"/>
          <p14:tracePt t="774325" x="8096250" y="5891213"/>
          <p14:tracePt t="774337" x="8081963" y="5891213"/>
          <p14:tracePt t="774348" x="8069263" y="5891213"/>
          <p14:tracePt t="774370" x="8048625" y="5891213"/>
          <p14:tracePt t="774381" x="8021638" y="5891213"/>
          <p14:tracePt t="774393" x="8007350" y="5891213"/>
          <p14:tracePt t="774405" x="7967663" y="5891213"/>
          <p14:tracePt t="774415" x="7932738" y="5891213"/>
          <p14:tracePt t="774427" x="7905750" y="5891213"/>
          <p14:tracePt t="774438" x="7878763" y="5891213"/>
          <p14:tracePt t="774449" x="7851775" y="5891213"/>
          <p14:tracePt t="774461" x="7837488" y="5891213"/>
          <p14:tracePt t="774628" x="7851775" y="5891213"/>
          <p14:tracePt t="774640" x="7864475" y="5891213"/>
          <p14:tracePt t="774651" x="7878763" y="5891213"/>
          <p14:tracePt t="774663" x="7905750" y="5891213"/>
          <p14:tracePt t="774675" x="7953375" y="5891213"/>
          <p14:tracePt t="774685" x="7980363" y="5891213"/>
          <p14:tracePt t="774696" x="8021638" y="5911850"/>
          <p14:tracePt t="774709" x="8081963" y="5911850"/>
          <p14:tracePt t="774720" x="8137525" y="5911850"/>
          <p14:tracePt t="774730" x="8164513" y="5911850"/>
          <p14:tracePt t="774743" x="8224838" y="5911850"/>
          <p14:tracePt t="774754" x="8266113" y="5911850"/>
          <p14:tracePt t="774764" x="8307388" y="5911850"/>
          <p14:tracePt t="774776" x="8355013" y="5911850"/>
          <p14:tracePt t="774787" x="8382000" y="5911850"/>
          <p14:tracePt t="774798" x="8396288" y="5911850"/>
          <p14:tracePt t="774810" x="8408988" y="5911850"/>
          <p14:tracePt t="774821" x="8423275" y="5911850"/>
          <p14:tracePt t="774831" x="8435975" y="5911850"/>
          <p14:tracePt t="774854" x="8456613" y="5911850"/>
          <p14:tracePt t="774865" x="8470900" y="5911850"/>
          <p14:tracePt t="774877" x="8483600" y="5911850"/>
          <p14:tracePt t="774888" x="8483600" y="5926138"/>
          <p14:tracePt t="774898" x="8510588" y="5926138"/>
          <p14:tracePt t="774921" x="8524875" y="5926138"/>
          <p14:tracePt t="774932" x="8539163" y="5926138"/>
          <p14:tracePt t="774945" x="8551863" y="5926138"/>
          <p14:tracePt t="774956" x="8566150" y="5926138"/>
          <p14:tracePt t="775044" x="8566150" y="5911850"/>
          <p14:tracePt t="775056" x="8586788" y="5911850"/>
          <p14:tracePt t="775067" x="8586788" y="5891213"/>
          <p14:tracePt t="775080" x="8586788" y="5878513"/>
          <p14:tracePt t="775090" x="8599488" y="5864225"/>
          <p14:tracePt t="775101" x="8599488" y="5851525"/>
          <p14:tracePt t="775114" x="8599488" y="5824538"/>
          <p14:tracePt t="775124" x="8613775" y="5795963"/>
          <p14:tracePt t="775135" x="8613775" y="5762625"/>
          <p14:tracePt t="775147" x="8613775" y="5735638"/>
          <p14:tracePt t="775158" x="8613775" y="5708650"/>
          <p14:tracePt t="775169" x="8613775" y="5694363"/>
          <p14:tracePt t="775181" x="8613775" y="5667375"/>
          <p14:tracePt t="775192" x="8613775" y="5646738"/>
          <p14:tracePt t="775202" x="8613775" y="5634038"/>
          <p14:tracePt t="775225" x="8613775" y="5619750"/>
          <p14:tracePt t="775281" x="8613775" y="5605463"/>
          <p14:tracePt t="775371" x="8599488" y="5605463"/>
          <p14:tracePt t="775382" x="8566150" y="5605463"/>
          <p14:tracePt t="775395" x="8524875" y="5605463"/>
          <p14:tracePt t="775406" x="8470900" y="5605463"/>
          <p14:tracePt t="775416" x="8396288" y="5605463"/>
          <p14:tracePt t="775427" x="8340725" y="5619750"/>
          <p14:tracePt t="775440" x="8266113" y="5634038"/>
          <p14:tracePt t="775450" x="8197850" y="5634038"/>
          <p14:tracePt t="775462" x="8164513" y="5634038"/>
          <p14:tracePt t="775474" x="8137525" y="5634038"/>
          <p14:tracePt t="775484" x="8110538" y="5646738"/>
          <p14:tracePt t="775496" x="8081963" y="5646738"/>
          <p14:tracePt t="775508" x="8069263" y="5646738"/>
          <p14:tracePt t="775518" x="8034338" y="5646738"/>
          <p14:tracePt t="775530" x="8007350" y="5646738"/>
          <p14:tracePt t="775541" x="7994650" y="5646738"/>
          <p14:tracePt t="775551" x="7967663" y="5646738"/>
          <p14:tracePt t="775563" x="7932738" y="5646738"/>
          <p14:tracePt t="775574" x="7905750" y="5646738"/>
          <p14:tracePt t="775585" x="7891463" y="5646738"/>
          <p14:tracePt t="775597" x="7878763" y="5646738"/>
          <p14:tracePt t="775618" x="7864475" y="5646738"/>
          <p14:tracePt t="775810" x="7864475" y="5667375"/>
          <p14:tracePt t="775813" x="7864475" y="5681663"/>
          <p14:tracePt t="775821" x="7864475" y="5708650"/>
          <p14:tracePt t="775833" x="7864475" y="5735638"/>
          <p14:tracePt t="775844" x="7864475" y="5783263"/>
          <p14:tracePt t="775857" x="7864475" y="5810250"/>
          <p14:tracePt t="775867" x="7864475" y="5837238"/>
          <p14:tracePt t="775879" x="7864475" y="5851525"/>
          <p14:tracePt t="775889" x="7864475" y="5878513"/>
          <p14:tracePt t="775911" x="7864475" y="5891213"/>
          <p14:tracePt t="776024" x="7878763" y="5891213"/>
          <p14:tracePt t="776036" x="7905750" y="5891213"/>
          <p14:tracePt t="776047" x="7932738" y="5891213"/>
          <p14:tracePt t="776057" x="7967663" y="5891213"/>
          <p14:tracePt t="776080" x="8007350" y="5891213"/>
          <p14:tracePt t="776083" x="8069263" y="5891213"/>
          <p14:tracePt t="776093" x="8123238" y="5891213"/>
          <p14:tracePt t="776104" x="8177213" y="5891213"/>
          <p14:tracePt t="776114" x="8253413" y="5891213"/>
          <p14:tracePt t="776126" x="8307388" y="5891213"/>
          <p14:tracePt t="776136" x="8340725" y="5891213"/>
          <p14:tracePt t="776148" x="8382000" y="5911850"/>
          <p14:tracePt t="776160" x="8408988" y="5911850"/>
          <p14:tracePt t="776170" x="8435975" y="5911850"/>
          <p14:tracePt t="776182" x="8470900" y="5911850"/>
          <p14:tracePt t="776194" x="8497888" y="5911850"/>
          <p14:tracePt t="776203" x="8524875" y="5911850"/>
          <p14:tracePt t="776215" x="8551863" y="5911850"/>
          <p14:tracePt t="776227" x="8599488" y="5911850"/>
          <p14:tracePt t="776237" x="8613775" y="5911850"/>
          <p14:tracePt t="776249" x="8626475" y="5911850"/>
          <p14:tracePt t="776260" x="8640763" y="5911850"/>
          <p14:tracePt t="776271" x="8653463" y="5911850"/>
          <p14:tracePt t="776316" x="8653463" y="5891213"/>
          <p14:tracePt t="776361" x="8653463" y="5878513"/>
          <p14:tracePt t="776363" x="8653463" y="5864225"/>
          <p14:tracePt t="776373" x="8653463" y="5837238"/>
          <p14:tracePt t="776384" x="8653463" y="5810250"/>
          <p14:tracePt t="776396" x="8653463" y="5783263"/>
          <p14:tracePt t="776406" x="8667750" y="5748338"/>
          <p14:tracePt t="776418" x="8667750" y="5708650"/>
          <p14:tracePt t="776429" x="8667750" y="5694363"/>
          <p14:tracePt t="776440" x="8667750" y="5667375"/>
          <p14:tracePt t="776451" x="8667750" y="5646738"/>
          <p14:tracePt t="776518" x="8653463" y="5646738"/>
          <p14:tracePt t="776530" x="8640763" y="5646738"/>
          <p14:tracePt t="776541" x="8626475" y="5646738"/>
          <p14:tracePt t="776553" x="8599488" y="5646738"/>
          <p14:tracePt t="776565" x="8551863" y="5646738"/>
          <p14:tracePt t="776576" x="8524875" y="5667375"/>
          <p14:tracePt t="776587" x="8483600" y="5646738"/>
          <p14:tracePt t="776598" x="8423275" y="5646738"/>
          <p14:tracePt t="776610" x="8382000" y="5634038"/>
          <p14:tracePt t="776620" x="8307388" y="5634038"/>
          <p14:tracePt t="776632" x="8239125" y="5619750"/>
          <p14:tracePt t="776644" x="8164513" y="5605463"/>
          <p14:tracePt t="776654" x="8110538" y="5592763"/>
          <p14:tracePt t="776666" x="8069263" y="5592763"/>
          <p14:tracePt t="776677" x="8034338" y="5578475"/>
          <p14:tracePt t="776687" x="8021638" y="5578475"/>
          <p14:tracePt t="776699" x="8007350" y="5578475"/>
          <p14:tracePt t="776901" x="7994650" y="5605463"/>
          <p14:tracePt t="776904" x="7980363" y="5646738"/>
          <p14:tracePt t="776913" x="7967663" y="5681663"/>
          <p14:tracePt t="776924" x="7932738" y="5735638"/>
          <p14:tracePt t="776935" x="7920038" y="5762625"/>
          <p14:tracePt t="776947" x="7905750" y="5795963"/>
          <p14:tracePt t="776959" x="7905750" y="5824538"/>
          <p14:tracePt t="776971" x="7891463" y="5837238"/>
          <p14:tracePt t="777103" x="7905750" y="5837238"/>
          <p14:tracePt t="777126" x="7920038" y="5837238"/>
          <p14:tracePt t="777137" x="7932738" y="5837238"/>
          <p14:tracePt t="777148" x="7967663" y="5837238"/>
          <p14:tracePt t="777161" x="8007350" y="5837238"/>
          <p14:tracePt t="777171" x="8034338" y="5837238"/>
          <p14:tracePt t="777183" x="8069263" y="5837238"/>
          <p14:tracePt t="777194" x="8096250" y="5837238"/>
          <p14:tracePt t="777205" x="8110538" y="5837238"/>
          <p14:tracePt t="777362" x="8123238" y="5837238"/>
          <p14:tracePt t="777373" x="8150225" y="5837238"/>
          <p14:tracePt t="777407" x="8164513" y="5837238"/>
          <p14:tracePt t="777410" x="8197850" y="5837238"/>
          <p14:tracePt t="777419" x="8212138" y="5837238"/>
          <p14:tracePt t="777423" x="8239125" y="5837238"/>
          <p14:tracePt t="777442" x="8253413" y="5837238"/>
          <p14:tracePt t="777565" x="8266113" y="5837238"/>
          <p14:tracePt t="777576" x="8280400" y="5837238"/>
          <p14:tracePt t="777588" x="8293100" y="5837238"/>
          <p14:tracePt t="777610" x="8307388" y="5837238"/>
          <p14:tracePt t="777612" x="8328025" y="5837238"/>
          <p14:tracePt t="777622" x="8340725" y="5837238"/>
          <p14:tracePt t="777634" x="8355013" y="5837238"/>
          <p14:tracePt t="777734" x="8367713" y="5837238"/>
          <p14:tracePt t="777767" x="8382000" y="5837238"/>
          <p14:tracePt t="777778" x="8396288" y="5837238"/>
          <p14:tracePt t="777791" x="8408988" y="5824538"/>
          <p14:tracePt t="777812" x="8423275" y="5824538"/>
          <p14:tracePt t="777846" x="8435975" y="5824538"/>
          <p14:tracePt t="777924" x="8456613" y="5824538"/>
          <p14:tracePt t="777937" x="8470900" y="5824538"/>
          <p14:tracePt t="777947" x="8483600" y="5824538"/>
          <p14:tracePt t="777959" x="8497888" y="5824538"/>
          <p14:tracePt t="777981" x="8510588" y="5824538"/>
          <p14:tracePt t="778015" x="8510588" y="5810250"/>
          <p14:tracePt t="778026" x="8510588" y="5795963"/>
          <p14:tracePt t="778038" x="8510588" y="5783263"/>
          <p14:tracePt t="778060" x="8510588" y="5762625"/>
          <p14:tracePt t="778409" x="8497888" y="5748338"/>
          <p14:tracePt t="778431" x="8483600" y="5735638"/>
          <p14:tracePt t="778454" x="8456613" y="5721350"/>
          <p14:tracePt t="778457" x="8423275" y="5708650"/>
          <p14:tracePt t="778465" x="8396288" y="5694363"/>
          <p14:tracePt t="778477" x="8355013" y="5667375"/>
          <p14:tracePt t="778487" x="8307388" y="5646738"/>
          <p14:tracePt t="778500" x="8280400" y="5634038"/>
          <p14:tracePt t="778511" x="8253413" y="5634038"/>
          <p14:tracePt t="778521" x="8239125" y="5634038"/>
          <p14:tracePt t="778533" x="8224838" y="5634038"/>
          <p14:tracePt t="778547" x="8212138" y="5634038"/>
          <p14:tracePt t="778556" x="8197850" y="5634038"/>
          <p14:tracePt t="778566" x="8164513" y="5667375"/>
          <p14:tracePt t="778579" x="8137525" y="5667375"/>
          <p14:tracePt t="778589" x="8096250" y="5694363"/>
          <p14:tracePt t="778600" x="8034338" y="5721350"/>
          <p14:tracePt t="778612" x="7980363" y="5735638"/>
          <p14:tracePt t="778623" x="7891463" y="5748338"/>
          <p14:tracePt t="778634" x="7824788" y="5748338"/>
          <p14:tracePt t="778647" x="7777163" y="5762625"/>
          <p14:tracePt t="778657" x="7735888" y="5762625"/>
          <p14:tracePt t="778668" x="7708900" y="5783263"/>
          <p14:tracePt t="778680" x="7673975" y="5783263"/>
          <p14:tracePt t="778701" x="7661275" y="5795963"/>
          <p14:tracePt t="778713" x="7646988" y="5810250"/>
          <p14:tracePt t="778724" x="7646988" y="5824538"/>
          <p14:tracePt t="778735" x="7646988" y="5851525"/>
          <p14:tracePt t="778747" x="7646988" y="5864225"/>
          <p14:tracePt t="778758" x="7661275" y="5878513"/>
          <p14:tracePt t="778770" x="7661275" y="5891213"/>
          <p14:tracePt t="778781" x="7673975" y="5911850"/>
          <p14:tracePt t="778791" x="7694613" y="5926138"/>
          <p14:tracePt t="778803" x="7721600" y="5938838"/>
          <p14:tracePt t="778814" x="7748588" y="5953125"/>
          <p14:tracePt t="778825" x="7777163" y="5967413"/>
          <p14:tracePt t="778837" x="7804150" y="5980113"/>
          <p14:tracePt t="778849" x="7851775" y="5994400"/>
          <p14:tracePt t="778859" x="7905750" y="6007100"/>
          <p14:tracePt t="778871" x="7953375" y="6007100"/>
          <p14:tracePt t="778882" x="8007350" y="6021388"/>
          <p14:tracePt t="778892" x="8081963" y="6042025"/>
          <p14:tracePt t="778905" x="8123238" y="6042025"/>
          <p14:tracePt t="778915" x="8177213" y="6021388"/>
          <p14:tracePt t="778927" x="8239125" y="6021388"/>
          <p14:tracePt t="778937" x="8293100" y="6007100"/>
          <p14:tracePt t="778949" x="8328025" y="5980113"/>
          <p14:tracePt t="778961" x="8367713" y="5967413"/>
          <p14:tracePt t="778971" x="8396288" y="5938838"/>
          <p14:tracePt t="778983" x="8408988" y="5911850"/>
          <p14:tracePt t="778995" x="8423275" y="5878513"/>
          <p14:tracePt t="779005" x="8435975" y="5851525"/>
          <p14:tracePt t="779017" x="8435975" y="5837238"/>
          <p14:tracePt t="779029" x="8435975" y="5824538"/>
          <p14:tracePt t="779039" x="8423275" y="5795963"/>
          <p14:tracePt t="779051" x="8408988" y="5762625"/>
          <p14:tracePt t="779062" x="8367713" y="5735638"/>
          <p14:tracePt t="779073" x="8328025" y="5708650"/>
          <p14:tracePt t="779085" x="8266113" y="5681663"/>
          <p14:tracePt t="779096" x="8212138" y="5667375"/>
          <p14:tracePt t="779106" x="8123238" y="5646738"/>
          <p14:tracePt t="779119" x="8048625" y="5634038"/>
          <p14:tracePt t="779130" x="7994650" y="5619750"/>
          <p14:tracePt t="779140" x="7953375" y="5619750"/>
          <p14:tracePt t="779152" x="7920038" y="5619750"/>
          <p14:tracePt t="779163" x="7891463" y="5619750"/>
          <p14:tracePt t="779173" x="7878763" y="5634038"/>
          <p14:tracePt t="779186" x="7864475" y="5634038"/>
          <p14:tracePt t="779196" x="7851775" y="5646738"/>
          <p14:tracePt t="779207" x="7837488" y="5646738"/>
          <p14:tracePt t="779219" x="7804150" y="5667375"/>
          <p14:tracePt t="779230" x="7789863" y="5694363"/>
          <p14:tracePt t="779241" x="7789863" y="5708650"/>
          <p14:tracePt t="779252" x="7777163" y="5721350"/>
          <p14:tracePt t="779264" x="7777163" y="5748338"/>
          <p14:tracePt t="779275" x="7777163" y="5762625"/>
          <p14:tracePt t="779286" x="7777163" y="5783263"/>
          <p14:tracePt t="779298" x="7789863" y="5810250"/>
          <p14:tracePt t="779308" x="7804150" y="5824538"/>
          <p14:tracePt t="779321" x="7824788" y="5837238"/>
          <p14:tracePt t="779332" x="7851775" y="5864225"/>
          <p14:tracePt t="779342" x="7878763" y="5878513"/>
          <p14:tracePt t="779355" x="7905750" y="5891213"/>
          <p14:tracePt t="779367" x="7953375" y="5911850"/>
          <p14:tracePt t="779378" x="7994650" y="5926138"/>
          <p14:tracePt t="779389" x="8034338" y="5926138"/>
          <p14:tracePt t="779400" x="8096250" y="5926138"/>
          <p14:tracePt t="779412" x="8164513" y="5926138"/>
          <p14:tracePt t="779421" x="8212138" y="5926138"/>
          <p14:tracePt t="779432" x="8253413" y="5926138"/>
          <p14:tracePt t="779445" x="8293100" y="5911850"/>
          <p14:tracePt t="779455" x="8340725" y="5891213"/>
          <p14:tracePt t="779467" x="8367713" y="5878513"/>
          <p14:tracePt t="779479" x="8396288" y="5851525"/>
          <p14:tracePt t="779500" x="8408988" y="5824538"/>
          <p14:tracePt t="779504" x="8423275" y="5810250"/>
          <p14:tracePt t="779512" x="8423275" y="5783263"/>
          <p14:tracePt t="779523" x="8423275" y="5762625"/>
          <p14:tracePt t="779536" x="8423275" y="5748338"/>
          <p14:tracePt t="779547" x="8423275" y="5721350"/>
          <p14:tracePt t="779557" x="8396288" y="5708650"/>
          <p14:tracePt t="779569" x="8367713" y="5694363"/>
          <p14:tracePt t="779580" x="8340725" y="5681663"/>
          <p14:tracePt t="779590" x="8266113" y="5667375"/>
          <p14:tracePt t="779602" x="8177213" y="5646738"/>
          <p14:tracePt t="779613" x="8123238" y="5646738"/>
          <p14:tracePt t="779624" x="8048625" y="5646738"/>
          <p14:tracePt t="779635" x="7994650" y="5646738"/>
          <p14:tracePt t="779647" x="7953375" y="5646738"/>
          <p14:tracePt t="779657" x="7920038" y="5667375"/>
          <p14:tracePt t="779670" x="7891463" y="5681663"/>
          <p14:tracePt t="779681" x="7878763" y="5694363"/>
          <p14:tracePt t="779691" x="7864475" y="5721350"/>
          <p14:tracePt t="779702" x="7851775" y="5748338"/>
          <p14:tracePt t="779714" x="7851775" y="5783263"/>
          <p14:tracePt t="779725" x="7851775" y="5795963"/>
          <p14:tracePt t="779736" x="7851775" y="5824538"/>
          <p14:tracePt t="779747" x="7864475" y="5851525"/>
          <p14:tracePt t="779758" x="7864475" y="5864225"/>
          <p14:tracePt t="779770" x="7891463" y="5878513"/>
          <p14:tracePt t="779781" x="7905750" y="5891213"/>
          <p14:tracePt t="779792" x="7932738" y="5911850"/>
          <p14:tracePt t="779804" x="7994650" y="5926138"/>
          <p14:tracePt t="779815" x="8069263" y="5926138"/>
          <p14:tracePt t="779827" x="8137525" y="5926138"/>
          <p14:tracePt t="779837" x="8197850" y="5926138"/>
          <p14:tracePt t="779849" x="8266113" y="5926138"/>
          <p14:tracePt t="779861" x="8340725" y="5911850"/>
          <p14:tracePt t="779871" x="8367713" y="5891213"/>
          <p14:tracePt t="779884" x="8396288" y="5878513"/>
          <p14:tracePt t="779895" x="8408988" y="5851525"/>
          <p14:tracePt t="779905" x="8423275" y="5837238"/>
          <p14:tracePt t="779917" x="8423275" y="5810250"/>
          <p14:tracePt t="779928" x="8423275" y="5795963"/>
          <p14:tracePt t="779939" x="8408988" y="5762625"/>
          <p14:tracePt t="779950" x="8408988" y="5748338"/>
          <p14:tracePt t="779962" x="8396288" y="5735638"/>
          <p14:tracePt t="779972" x="8367713" y="5721350"/>
          <p14:tracePt t="779985" x="8355013" y="5708650"/>
          <p14:tracePt t="779996" x="8328025" y="5694363"/>
          <p14:tracePt t="780006" x="8280400" y="5694363"/>
          <p14:tracePt t="780018" x="8239125" y="5681663"/>
          <p14:tracePt t="780029" x="8197850" y="5681663"/>
          <p14:tracePt t="780040" x="8137525" y="5681663"/>
          <p14:tracePt t="780052" x="8110538" y="5681663"/>
          <p14:tracePt t="780063" x="8069263" y="5694363"/>
          <p14:tracePt t="780073" x="8021638" y="5708650"/>
          <p14:tracePt t="780085" x="7994650" y="5735638"/>
          <p14:tracePt t="780097" x="7980363" y="5762625"/>
          <p14:tracePt t="780107" x="7953375" y="5795963"/>
          <p14:tracePt t="780120" x="7953375" y="5837238"/>
          <p14:tracePt t="780130" x="7953375" y="5851525"/>
          <p14:tracePt t="780141" x="7967663" y="5878513"/>
          <p14:tracePt t="780153" x="7994650" y="5911850"/>
          <p14:tracePt t="780164" x="8034338" y="5938838"/>
          <p14:tracePt t="780175" x="8110538" y="5953125"/>
          <p14:tracePt t="780187" x="8197850" y="5953125"/>
          <p14:tracePt t="780198" x="8280400" y="5953125"/>
          <p14:tracePt t="780208" x="8340725" y="5938838"/>
          <p14:tracePt t="780221" x="8408988" y="5926138"/>
          <p14:tracePt t="780232" x="8435975" y="5891213"/>
          <p14:tracePt t="780243" x="8456613" y="5878513"/>
          <p14:tracePt t="780255" x="8456613" y="5864225"/>
          <p14:tracePt t="780265" x="8435975" y="5851525"/>
          <p14:tracePt t="780277" x="8408988" y="5837238"/>
          <p14:tracePt t="780287" x="8293100" y="5810250"/>
          <p14:tracePt t="780299" x="8197850" y="5795963"/>
          <p14:tracePt t="780559" x="8212138" y="5795963"/>
          <p14:tracePt t="780579" x="8224838" y="5795963"/>
          <p14:tracePt t="780591" x="8266113" y="5810250"/>
          <p14:tracePt t="780603" x="8307388" y="5810250"/>
          <p14:tracePt t="780614" x="8367713" y="5810250"/>
          <p14:tracePt t="780625" x="8408988" y="5824538"/>
          <p14:tracePt t="780637" x="8456613" y="5824538"/>
          <p14:tracePt t="780648" x="8483600" y="5824538"/>
          <p14:tracePt t="780659" x="8510588" y="5824538"/>
          <p14:tracePt t="780671" x="8539163" y="5824538"/>
          <p14:tracePt t="780682" x="8566150" y="5824538"/>
          <p14:tracePt t="780693" x="8586788" y="5810250"/>
          <p14:tracePt t="780705" x="8599488" y="5810250"/>
          <p14:tracePt t="780726" x="8613775" y="5795963"/>
          <p14:tracePt t="780737" x="8626475" y="5795963"/>
          <p14:tracePt t="780760" x="8626475" y="5783263"/>
          <p14:tracePt t="780804" x="8640763" y="5783263"/>
          <p14:tracePt t="780950" x="8653463" y="5783263"/>
          <p14:tracePt t="781220" x="8667750" y="5762625"/>
          <p14:tracePt t="781266" x="8653463" y="5748338"/>
          <p14:tracePt t="781288" x="8640763" y="5735638"/>
          <p14:tracePt t="781300" x="8626475" y="5735638"/>
          <p14:tracePt t="781312" x="8613775" y="5721350"/>
          <p14:tracePt t="781322" x="8599488" y="5708650"/>
          <p14:tracePt t="781334" x="8551863" y="5708650"/>
          <p14:tracePt t="781345" x="8524875" y="5708650"/>
          <p14:tracePt t="781357" x="8497888" y="5708650"/>
          <p14:tracePt t="781369" x="8456613" y="5708650"/>
          <p14:tracePt t="781379" x="8423275" y="5708650"/>
          <p14:tracePt t="781391" x="8396288" y="5708650"/>
          <p14:tracePt t="781402" x="8367713" y="5708650"/>
          <p14:tracePt t="781412" x="8355013" y="5721350"/>
          <p14:tracePt t="781424" x="8340725" y="5721350"/>
          <p14:tracePt t="781446" x="8328025" y="5735638"/>
          <p14:tracePt t="781457" x="8307388" y="5735638"/>
          <p14:tracePt t="781470" x="8307388" y="5748338"/>
          <p14:tracePt t="781481" x="8293100" y="5762625"/>
          <p14:tracePt t="781502" x="8280400" y="5783263"/>
          <p14:tracePt t="781514" x="8280400" y="5795963"/>
          <p14:tracePt t="781683" x="8280400" y="5783263"/>
          <p14:tracePt t="781705" x="8280400" y="5762625"/>
          <p14:tracePt t="781738" x="8266113" y="5762625"/>
          <p14:tracePt t="781761" x="8253413" y="5762625"/>
          <p14:tracePt t="781772" x="8253413" y="5783263"/>
          <p14:tracePt t="781786" x="8224838" y="5783263"/>
          <p14:tracePt t="781796" x="8212138" y="5810250"/>
          <p14:tracePt t="781806" x="8177213" y="5824538"/>
          <p14:tracePt t="781819" x="8150225" y="5851525"/>
          <p14:tracePt t="781829" x="8150225" y="5864225"/>
          <p14:tracePt t="781840" x="8137525" y="5891213"/>
          <p14:tracePt t="781855" x="8137525" y="5911850"/>
          <p14:tracePt t="781864" x="8137525" y="5926138"/>
          <p14:tracePt t="781885" x="8150225" y="5938838"/>
          <p14:tracePt t="781907" x="8177213" y="5938838"/>
          <p14:tracePt t="781919" x="8197850" y="5938838"/>
          <p14:tracePt t="781930" x="8212138" y="5938838"/>
          <p14:tracePt t="781942" x="8224838" y="5938838"/>
          <p14:tracePt t="781954" x="8239125" y="5926138"/>
          <p14:tracePt t="781965" x="8253413" y="5926138"/>
          <p14:tracePt t="781975" x="8253413" y="5911850"/>
          <p14:tracePt t="781987" x="8266113" y="5911850"/>
          <p14:tracePt t="781998" x="8266113" y="5891213"/>
          <p14:tracePt t="782010" x="8280400" y="5891213"/>
          <p14:tracePt t="782021" x="8280400" y="5878513"/>
          <p14:tracePt t="782031" x="8280400" y="5864225"/>
          <p14:tracePt t="782044" x="8280400" y="5851525"/>
          <p14:tracePt t="782065" x="8280400" y="5837238"/>
          <p14:tracePt t="782448" x="8280400" y="5824538"/>
          <p14:tracePt t="782819" x="8266113" y="5824538"/>
          <p14:tracePt t="782830" x="8212138" y="5824538"/>
          <p14:tracePt t="782841" x="8137525" y="5837238"/>
          <p14:tracePt t="782855" x="8048625" y="5837238"/>
          <p14:tracePt t="782864" x="7980363" y="5851525"/>
          <p14:tracePt t="782875" x="7851775" y="5878513"/>
          <p14:tracePt t="782889" x="7735888" y="5891213"/>
          <p14:tracePt t="782898" x="7661275" y="5911850"/>
          <p14:tracePt t="782909" x="7593013" y="5911850"/>
          <p14:tracePt t="782922" x="7545388" y="5911850"/>
          <p14:tracePt t="782932" x="7531100" y="5911850"/>
          <p14:tracePt t="783021" x="7531100" y="5891213"/>
          <p14:tracePt t="783099" x="7518400" y="5891213"/>
          <p14:tracePt t="783113" x="7518400" y="5878513"/>
          <p14:tracePt t="783124" x="7504113" y="5878513"/>
          <p14:tracePt t="783135" x="7477125" y="5864225"/>
          <p14:tracePt t="783146" x="7450138" y="5864225"/>
          <p14:tracePt t="783158" x="7435850" y="5851525"/>
          <p14:tracePt t="783168" x="7402513" y="5851525"/>
          <p14:tracePt t="783179" x="7388225" y="5851525"/>
          <p14:tracePt t="783191" x="7388225" y="5837238"/>
          <p14:tracePt t="783268" x="7402513" y="5837238"/>
          <p14:tracePt t="783291" x="7415213" y="5837238"/>
          <p14:tracePt t="783403" x="7402513" y="5851525"/>
          <p14:tracePt t="783415" x="7402513" y="5864225"/>
          <p14:tracePt t="783437" x="7402513" y="5878513"/>
          <p14:tracePt t="783448" x="7402513" y="5891213"/>
          <p14:tracePt t="783460" x="7415213" y="5911850"/>
          <p14:tracePt t="783482" x="7435850" y="5926138"/>
          <p14:tracePt t="783494" x="7462838" y="5938838"/>
          <p14:tracePt t="783507" x="7477125" y="5938838"/>
          <p14:tracePt t="783517" x="7504113" y="5953125"/>
          <p14:tracePt t="783528" x="7518400" y="5953125"/>
          <p14:tracePt t="783550" x="7531100" y="5953125"/>
          <p14:tracePt t="783563" x="7545388" y="5953125"/>
          <p14:tracePt t="783583" x="7566025" y="5938838"/>
          <p14:tracePt t="783606" x="7578725" y="5926138"/>
          <p14:tracePt t="783618" x="7593013" y="5911850"/>
          <p14:tracePt t="783629" x="7620000" y="5878513"/>
          <p14:tracePt t="783642" x="7634288" y="5851525"/>
          <p14:tracePt t="783653" x="7661275" y="5824538"/>
          <p14:tracePt t="783663" x="7673975" y="5795963"/>
          <p14:tracePt t="783675" x="7694613" y="5762625"/>
          <p14:tracePt t="783696" x="7694613" y="5735638"/>
          <p14:tracePt t="783699" x="7694613" y="5721350"/>
          <p14:tracePt t="783708" x="7694613" y="5708650"/>
          <p14:tracePt t="783719" x="7673975" y="5694363"/>
          <p14:tracePt t="783730" x="7661275" y="5681663"/>
          <p14:tracePt t="783743" x="7620000" y="5646738"/>
          <p14:tracePt t="783764" x="7578725" y="5634038"/>
          <p14:tracePt t="783765" x="7531100" y="5619750"/>
          <p14:tracePt t="783776" x="7491413" y="5619750"/>
          <p14:tracePt t="783786" x="7462838" y="5619750"/>
          <p14:tracePt t="783798" x="7435850" y="5619750"/>
          <p14:tracePt t="783809" x="7402513" y="5619750"/>
          <p14:tracePt t="783820" x="7388225" y="5619750"/>
          <p14:tracePt t="783832" x="7375525" y="5634038"/>
          <p14:tracePt t="783843" x="7375525" y="5646738"/>
          <p14:tracePt t="783854" x="7361238" y="5681663"/>
          <p14:tracePt t="783866" x="7361238" y="5694363"/>
          <p14:tracePt t="783877" x="7361238" y="5721350"/>
          <p14:tracePt t="783887" x="7375525" y="5748338"/>
          <p14:tracePt t="783899" x="7388225" y="5783263"/>
          <p14:tracePt t="783911" x="7402513" y="5810250"/>
          <p14:tracePt t="783924" x="7435850" y="5837238"/>
          <p14:tracePt t="783934" x="7462838" y="5851525"/>
          <p14:tracePt t="783945" x="7504113" y="5878513"/>
          <p14:tracePt t="783957" x="7545388" y="5891213"/>
          <p14:tracePt t="783967" x="7593013" y="5911850"/>
          <p14:tracePt t="783979" x="7620000" y="5911850"/>
          <p14:tracePt t="783990" x="7661275" y="5911850"/>
          <p14:tracePt t="784000" x="7694613" y="5911850"/>
          <p14:tracePt t="784011" x="7708900" y="5911850"/>
          <p14:tracePt t="784024" x="7721600" y="5891213"/>
          <p14:tracePt t="784034" x="7735888" y="5891213"/>
          <p14:tracePt t="784045" x="7735888" y="5878513"/>
          <p14:tracePt t="784057" x="7735888" y="5837238"/>
          <p14:tracePt t="784067" x="7735888" y="5810250"/>
          <p14:tracePt t="784079" x="7721600" y="5783263"/>
          <p14:tracePt t="784090" x="7708900" y="5762625"/>
          <p14:tracePt t="784101" x="7694613" y="5735638"/>
          <p14:tracePt t="784113" x="7646988" y="5708650"/>
          <p14:tracePt t="784125" x="7634288" y="5694363"/>
          <p14:tracePt t="784135" x="7593013" y="5694363"/>
          <p14:tracePt t="784147" x="7566025" y="5694363"/>
          <p14:tracePt t="784158" x="7545388" y="5694363"/>
          <p14:tracePt t="784168" x="7518400" y="5694363"/>
          <p14:tracePt t="784181" x="7491413" y="5708650"/>
          <p14:tracePt t="784192" x="7477125" y="5721350"/>
          <p14:tracePt t="784202" x="7450138" y="5735638"/>
          <p14:tracePt t="784214" x="7435850" y="5762625"/>
          <p14:tracePt t="784225" x="7415213" y="5795963"/>
          <p14:tracePt t="784236" x="7415213" y="5810250"/>
          <p14:tracePt t="784248" x="7415213" y="5837238"/>
          <p14:tracePt t="784270" x="7415213" y="5851525"/>
          <p14:tracePt t="784281" x="7435850" y="5851525"/>
          <p14:tracePt t="784293" x="7450138" y="5864225"/>
          <p14:tracePt t="784304" x="7462838" y="5864225"/>
          <p14:tracePt t="784315" x="7477125" y="5864225"/>
          <p14:tracePt t="784327" x="7504113" y="5864225"/>
          <p14:tracePt t="784337" x="7545388" y="5851525"/>
          <p14:tracePt t="784349" x="7578725" y="5837238"/>
          <p14:tracePt t="784361" x="7620000" y="5810250"/>
          <p14:tracePt t="784372" x="7661275" y="5783263"/>
          <p14:tracePt t="784383" x="7673975" y="5748338"/>
          <p14:tracePt t="784395" x="7694613" y="5721350"/>
          <p14:tracePt t="784407" x="7694613" y="5694363"/>
          <p14:tracePt t="784417" x="7673975" y="5681663"/>
          <p14:tracePt t="784429" x="7661275" y="5667375"/>
          <p14:tracePt t="784441" x="7634288" y="5646738"/>
          <p14:tracePt t="784451" x="7605713" y="5646738"/>
          <p14:tracePt t="784463" x="7566025" y="5646738"/>
          <p14:tracePt t="784474" x="7518400" y="5646738"/>
          <p14:tracePt t="784484" x="7491413" y="5667375"/>
          <p14:tracePt t="784496" x="7462838" y="5681663"/>
          <p14:tracePt t="784507" x="7435850" y="5708650"/>
          <p14:tracePt t="784517" x="7415213" y="5748338"/>
          <p14:tracePt t="784529" x="7402513" y="5762625"/>
          <p14:tracePt t="784551" x="7402513" y="5795963"/>
          <p14:tracePt t="784555" x="7402513" y="5824538"/>
          <p14:tracePt t="784563" x="7415213" y="5837238"/>
          <p14:tracePt t="784574" x="7435850" y="5851525"/>
          <p14:tracePt t="784587" x="7462838" y="5864225"/>
          <p14:tracePt t="784598" x="7504113" y="5878513"/>
          <p14:tracePt t="784609" x="7531100" y="5891213"/>
          <p14:tracePt t="784619" x="7578725" y="5891213"/>
          <p14:tracePt t="784631" x="7634288" y="5891213"/>
          <p14:tracePt t="784642" x="7661275" y="5878513"/>
          <p14:tracePt t="784652" x="7694613" y="5878513"/>
          <p14:tracePt t="784664" x="7708900" y="5864225"/>
          <p14:tracePt t="784675" x="7721600" y="5837238"/>
          <p14:tracePt t="784686" x="7721600" y="5810250"/>
          <p14:tracePt t="784698" x="7708900" y="5783263"/>
          <p14:tracePt t="784709" x="7694613" y="5748338"/>
          <p14:tracePt t="784720" x="7646988" y="5721350"/>
          <p14:tracePt t="784754" x="7605713" y="5694363"/>
          <p14:tracePt t="784755" x="7545388" y="5681663"/>
          <p14:tracePt t="784766" x="7518400" y="5681663"/>
          <p14:tracePt t="784767" x="7477125" y="5681663"/>
          <p14:tracePt t="784777" x="7450138" y="5681663"/>
          <p14:tracePt t="784787" x="7415213" y="5694363"/>
          <p14:tracePt t="784799" x="7402513" y="5708650"/>
          <p14:tracePt t="784811" x="7388225" y="5735638"/>
          <p14:tracePt t="784823" x="7375525" y="5748338"/>
          <p14:tracePt t="784833" x="7375525" y="5762625"/>
          <p14:tracePt t="784846" x="7375525" y="5795963"/>
          <p14:tracePt t="784858" x="7388225" y="5810250"/>
          <p14:tracePt t="784868" x="7415213" y="5837238"/>
          <p14:tracePt t="784878" x="7450138" y="5837238"/>
          <p14:tracePt t="784890" x="7491413" y="5851525"/>
          <p14:tracePt t="784900" x="7531100" y="5864225"/>
          <p14:tracePt t="784912" x="7593013" y="5864225"/>
          <p14:tracePt t="784924" x="7646988" y="5864225"/>
          <p14:tracePt t="784934" x="7673975" y="5851525"/>
          <p14:tracePt t="784946" x="7708900" y="5837238"/>
          <p14:tracePt t="784957" x="7735888" y="5824538"/>
          <p14:tracePt t="784967" x="7748588" y="5795963"/>
          <p14:tracePt t="784979" x="7748588" y="5762625"/>
          <p14:tracePt t="784990" x="7735888" y="5735638"/>
          <p14:tracePt t="785001" x="7721600" y="5708650"/>
          <p14:tracePt t="785014" x="7708900" y="5681663"/>
          <p14:tracePt t="785025" x="7661275" y="5646738"/>
          <p14:tracePt t="785036" x="7620000" y="5646738"/>
          <p14:tracePt t="785047" x="7593013" y="5634038"/>
          <p14:tracePt t="785058" x="7545388" y="5634038"/>
          <p14:tracePt t="785069" x="7518400" y="5634038"/>
          <p14:tracePt t="785081" x="7491413" y="5646738"/>
          <p14:tracePt t="785092" x="7450138" y="5694363"/>
          <p14:tracePt t="785102" x="7415213" y="5735638"/>
          <p14:tracePt t="785115" x="7388225" y="5783263"/>
          <p14:tracePt t="785126" x="7388225" y="5810250"/>
          <p14:tracePt t="785136" x="7375525" y="5837238"/>
          <p14:tracePt t="785148" x="7388225" y="5851525"/>
          <p14:tracePt t="785159" x="7402513" y="5864225"/>
          <p14:tracePt t="785170" x="7435850" y="5891213"/>
          <p14:tracePt t="785182" x="7491413" y="5891213"/>
          <p14:tracePt t="785193" x="7518400" y="5911850"/>
          <p14:tracePt t="785204" x="7578725" y="5911850"/>
          <p14:tracePt t="785215" x="7634288" y="5891213"/>
          <p14:tracePt t="785227" x="7673975" y="5878513"/>
          <p14:tracePt t="785237" x="7708900" y="5864225"/>
          <p14:tracePt t="785249" x="7721600" y="5824538"/>
          <p14:tracePt t="785260" x="7735888" y="5795963"/>
          <p14:tracePt t="785272" x="7735888" y="5762625"/>
          <p14:tracePt t="785282" x="7735888" y="5735638"/>
          <p14:tracePt t="785294" x="7721600" y="5721350"/>
          <p14:tracePt t="785306" x="7721600" y="5708650"/>
          <p14:tracePt t="785316" x="7708900" y="5694363"/>
          <p14:tracePt t="785328" x="7694613" y="5694363"/>
          <p14:tracePt t="786059" x="7673975" y="5694363"/>
          <p14:tracePt t="786060" x="7646988" y="5694363"/>
          <p14:tracePt t="786070" x="7605713" y="5694363"/>
          <p14:tracePt t="786082" x="7593013" y="5694363"/>
          <p14:tracePt t="786092" x="7566025" y="5694363"/>
          <p14:tracePt t="786104" x="7531100" y="5694363"/>
          <p14:tracePt t="786126" x="7518400" y="5708650"/>
          <p14:tracePt t="786848" x="7531100" y="5721350"/>
          <p14:tracePt t="786859" x="7566025" y="5735638"/>
          <p14:tracePt t="786860" x="7578725" y="5748338"/>
          <p14:tracePt t="786869" x="7578725" y="5762625"/>
          <p14:tracePt t="786882" x="7593013" y="5810250"/>
          <p14:tracePt t="786891" x="7578725" y="5837238"/>
          <p14:tracePt t="786902" x="7566025" y="5864225"/>
          <p14:tracePt t="787183" x="7545388" y="5864225"/>
          <p14:tracePt t="787206" x="7531100" y="5864225"/>
          <p14:tracePt t="787228" x="7518400" y="5864225"/>
          <p14:tracePt t="787241" x="7491413" y="5864225"/>
          <p14:tracePt t="787253" x="7450138" y="5878513"/>
          <p14:tracePt t="787264" x="7388225" y="5878513"/>
          <p14:tracePt t="787274" x="7307263" y="5891213"/>
          <p14:tracePt t="787287" x="7191375" y="5911850"/>
          <p14:tracePt t="787298" x="7089775" y="5911850"/>
          <p14:tracePt t="787307" x="6946900" y="5911850"/>
          <p14:tracePt t="787320" x="6804025" y="5911850"/>
          <p14:tracePt t="787330" x="6688138" y="5911850"/>
          <p14:tracePt t="787342" x="6613525" y="5911850"/>
          <p14:tracePt t="787355" x="6557963" y="5911850"/>
          <p14:tracePt t="787364" x="6524625" y="5911850"/>
          <p14:tracePt t="787376" x="6510338" y="5926138"/>
          <p14:tracePt t="787408" x="6510338" y="5938838"/>
          <p14:tracePt t="787420" x="6497638" y="5953125"/>
          <p14:tracePt t="787431" x="6483350" y="5967413"/>
          <p14:tracePt t="787444" x="6456363" y="5980113"/>
          <p14:tracePt t="787455" x="6429375" y="6007100"/>
          <p14:tracePt t="787466" x="6381750" y="6042025"/>
          <p14:tracePt t="787478" x="6340475" y="6069013"/>
          <p14:tracePt t="787489" x="6300788" y="6081713"/>
          <p14:tracePt t="787499" x="6253163" y="6110288"/>
          <p14:tracePt t="787510" x="6211888" y="6137275"/>
          <p14:tracePt t="787522" x="6184900" y="6149975"/>
          <p14:tracePt t="787533" x="6137275" y="6170613"/>
          <p14:tracePt t="787543" x="6096000" y="6184900"/>
          <p14:tracePt t="787558" x="6069013" y="6197600"/>
          <p14:tracePt t="787567" x="6021388" y="6211888"/>
          <p14:tracePt t="787580" x="5967413" y="6211888"/>
          <p14:tracePt t="787591" x="5911850" y="6211888"/>
          <p14:tracePt t="787600" x="5851525" y="6211888"/>
          <p14:tracePt t="787612" x="5783263" y="6211888"/>
          <p14:tracePt t="787622" x="5694363" y="6211888"/>
          <p14:tracePt t="787634" x="5634038" y="6211888"/>
          <p14:tracePt t="787645" x="5565775" y="6224588"/>
          <p14:tracePt t="787657" x="5503863" y="6224588"/>
          <p14:tracePt t="787669" x="5449888" y="6224588"/>
          <p14:tracePt t="787679" x="5375275" y="6238875"/>
          <p14:tracePt t="787690" x="5307013" y="6238875"/>
          <p14:tracePt t="787702" x="5245100" y="6253163"/>
          <p14:tracePt t="787713" x="5191125" y="6253163"/>
          <p14:tracePt t="787724" x="5129213" y="6253163"/>
          <p14:tracePt t="787736" x="5089525" y="6253163"/>
          <p14:tracePt t="787746" x="5062538" y="6253163"/>
          <p14:tracePt t="787758" x="5021263" y="6253163"/>
          <p14:tracePt t="787770" x="5000625" y="6265863"/>
          <p14:tracePt t="787780" x="4986338" y="6265863"/>
          <p14:tracePt t="787791" x="4973638" y="6265863"/>
          <p14:tracePt t="787803" x="4946650" y="6265863"/>
          <p14:tracePt t="787814" x="4932363" y="6280150"/>
          <p14:tracePt t="787826" x="4919663" y="6280150"/>
          <p14:tracePt t="787837" x="4884738" y="6280150"/>
          <p14:tracePt t="787847" x="4872038" y="6300788"/>
          <p14:tracePt t="787860" x="4843463" y="6313488"/>
          <p14:tracePt t="787872" x="4816475" y="6327775"/>
          <p14:tracePt t="787903" x="4789488" y="6340475"/>
          <p14:tracePt t="787906" x="4756150" y="6354763"/>
          <p14:tracePt t="787915" x="4729163" y="6367463"/>
          <p14:tracePt t="787921" x="4714875" y="6396038"/>
          <p14:tracePt t="787937" x="4700588" y="6396038"/>
          <p14:tracePt t="787938" x="4687888" y="6408738"/>
          <p14:tracePt t="787948" x="4673600" y="6429375"/>
          <p14:tracePt t="787971" x="4673600" y="6443663"/>
          <p14:tracePt t="787982" x="4660900" y="6443663"/>
          <p14:tracePt t="788004" x="4646613" y="6443663"/>
          <p14:tracePt t="788027" x="4625975" y="6456363"/>
          <p14:tracePt t="788083" x="4613275" y="6456363"/>
          <p14:tracePt t="788117" x="4598988" y="6456363"/>
          <p14:tracePt t="788184" x="4613275" y="6456363"/>
          <p14:tracePt t="788196" x="4625975" y="6456363"/>
          <p14:tracePt t="788207" x="4646613" y="6456363"/>
          <p14:tracePt t="788220" x="4673600" y="6456363"/>
          <p14:tracePt t="788231" x="4700588" y="6456363"/>
          <p14:tracePt t="788241" x="4729163" y="6456363"/>
          <p14:tracePt t="788254" x="4756150" y="6456363"/>
          <p14:tracePt t="788264" x="4776788" y="6456363"/>
          <p14:tracePt t="788276" x="4789488" y="6456363"/>
          <p14:tracePt t="788298" x="4803775" y="6456363"/>
          <p14:tracePt t="788310" x="4816475" y="6456363"/>
          <p14:tracePt t="788331" x="4830763" y="6456363"/>
          <p14:tracePt t="788344" x="4843463" y="6456363"/>
          <p14:tracePt t="788365" x="4857750" y="6456363"/>
          <p14:tracePt t="788377" x="4872038" y="6456363"/>
          <p14:tracePt t="788388" x="4884738" y="6456363"/>
          <p14:tracePt t="788399" x="4905375" y="6470650"/>
          <p14:tracePt t="788411" x="4932363" y="6470650"/>
          <p14:tracePt t="788422" x="4946650" y="6470650"/>
          <p14:tracePt t="788432" x="4973638" y="6470650"/>
          <p14:tracePt t="788445" x="5000625" y="6470650"/>
          <p14:tracePt t="788455" x="5033963" y="6470650"/>
          <p14:tracePt t="788466" x="5062538" y="6470650"/>
          <p14:tracePt t="788477" x="5075238" y="6470650"/>
          <p14:tracePt t="788489" x="5102225" y="6470650"/>
          <p14:tracePt t="788500" x="5116513" y="6470650"/>
          <p14:tracePt t="788513" x="5149850" y="6470650"/>
          <p14:tracePt t="788534" x="5164138" y="6470650"/>
          <p14:tracePt t="788545" x="5176838" y="6470650"/>
          <p14:tracePt t="788557" x="5191125" y="6470650"/>
          <p14:tracePt t="788568" x="5205413" y="6470650"/>
          <p14:tracePt t="788580" x="5232400" y="6470650"/>
          <p14:tracePt t="788590" x="5245100" y="6470650"/>
          <p14:tracePt t="788603" x="5280025" y="6470650"/>
          <p14:tracePt t="788613" x="5307013" y="6470650"/>
          <p14:tracePt t="788625" x="5334000" y="6470650"/>
          <p14:tracePt t="788637" x="5360988" y="6470650"/>
          <p14:tracePt t="788647" x="5408613" y="6470650"/>
          <p14:tracePt t="788659" x="5435600" y="6470650"/>
          <p14:tracePt t="788670" x="5462588" y="6470650"/>
          <p14:tracePt t="788680" x="5491163" y="6470650"/>
          <p14:tracePt t="788692" x="5503863" y="6470650"/>
          <p14:tracePt t="788704" x="5518150" y="6470650"/>
          <p14:tracePt t="788714" x="5551488" y="6470650"/>
          <p14:tracePt t="788726" x="5578475" y="6470650"/>
          <p14:tracePt t="788737" x="5592763" y="6470650"/>
          <p14:tracePt t="788747" x="5605463" y="6470650"/>
          <p14:tracePt t="788760" x="5619750" y="6470650"/>
          <p14:tracePt t="788770" x="5634038" y="6470650"/>
          <p14:tracePt t="788781" x="5646738" y="6470650"/>
          <p14:tracePt t="788793" x="5681663" y="6470650"/>
          <p14:tracePt t="788804" x="5694363" y="6470650"/>
          <p14:tracePt t="788815" x="5708650" y="6470650"/>
          <p14:tracePt t="788827" x="5735638" y="6470650"/>
          <p14:tracePt t="788838" x="5748338" y="6470650"/>
          <p14:tracePt t="788849" x="5762625" y="6470650"/>
          <p14:tracePt t="788861" x="5783263" y="6470650"/>
          <p14:tracePt t="788873" x="5795963" y="6470650"/>
          <p14:tracePt t="788882" x="5824538" y="6470650"/>
          <p14:tracePt t="788894" x="5851525" y="6470650"/>
          <p14:tracePt t="788905" x="5878513" y="6470650"/>
          <p14:tracePt t="788916" x="5926138" y="6483350"/>
          <p14:tracePt t="788939" x="5938838" y="6483350"/>
          <p14:tracePt t="788942" x="5980113" y="6483350"/>
          <p14:tracePt t="788950" x="6007100" y="6483350"/>
          <p14:tracePt t="788963" x="6054725" y="6483350"/>
          <p14:tracePt t="788973" x="6096000" y="6483350"/>
          <p14:tracePt t="788984" x="6137275" y="6483350"/>
          <p14:tracePt t="788995" x="6197600" y="6483350"/>
          <p14:tracePt t="789006" x="6238875" y="6483350"/>
          <p14:tracePt t="789019" x="6300788" y="6483350"/>
          <p14:tracePt t="789029" x="6367463" y="6483350"/>
          <p14:tracePt t="789040" x="6429375" y="6483350"/>
          <p14:tracePt t="789052" x="6510338" y="6483350"/>
          <p14:tracePt t="789062" x="6613525" y="6483350"/>
          <p14:tracePt t="789074" x="6700838" y="6497638"/>
          <p14:tracePt t="789086" x="6804025" y="6497638"/>
          <p14:tracePt t="789096" x="6899275" y="6497638"/>
          <p14:tracePt t="789108" x="6973888" y="6497638"/>
          <p14:tracePt t="789120" x="7027863" y="6497638"/>
          <p14:tracePt t="789130" x="7116763" y="6497638"/>
          <p14:tracePt t="789142" x="7191375" y="6497638"/>
          <p14:tracePt t="789153" x="7245350" y="6497638"/>
          <p14:tracePt t="789164" x="7307263" y="6510338"/>
          <p14:tracePt t="789176" x="7334250" y="6510338"/>
          <p14:tracePt t="789197" x="7348538" y="6510338"/>
          <p14:tracePt t="789264" x="7334250" y="6497638"/>
          <p14:tracePt t="789277" x="7307263" y="6497638"/>
          <p14:tracePt t="789288" x="7245350" y="6497638"/>
          <p14:tracePt t="789298" x="7191375" y="6497638"/>
          <p14:tracePt t="789311" x="7102475" y="6497638"/>
          <p14:tracePt t="789322" x="6973888" y="6497638"/>
          <p14:tracePt t="789332" x="6872288" y="6497638"/>
          <p14:tracePt t="789345" x="6715125" y="6497638"/>
          <p14:tracePt t="789356" x="6545263" y="6497638"/>
          <p14:tracePt t="789367" x="6354763" y="6497638"/>
          <p14:tracePt t="789379" x="6224588" y="6497638"/>
          <p14:tracePt t="789389" x="6069013" y="6497638"/>
          <p14:tracePt t="789400" x="5926138" y="6497638"/>
          <p14:tracePt t="789412" x="5824538" y="6497638"/>
          <p14:tracePt t="789423" x="5708650" y="6497638"/>
          <p14:tracePt t="789433" x="5619750" y="6497638"/>
          <p14:tracePt t="789446" x="5565775" y="6497638"/>
          <p14:tracePt t="789456" x="5491163" y="6497638"/>
          <p14:tracePt t="789468" x="5435600" y="6497638"/>
          <p14:tracePt t="789480" x="5375275" y="6483350"/>
          <p14:tracePt t="789491" x="5348288" y="6483350"/>
          <p14:tracePt t="789501" x="5334000" y="6483350"/>
          <p14:tracePt t="789568" x="5360988" y="6483350"/>
          <p14:tracePt t="789579" x="5408613" y="6483350"/>
          <p14:tracePt t="789591" x="5449888" y="6483350"/>
          <p14:tracePt t="789603" x="5538788" y="6483350"/>
          <p14:tracePt t="789614" x="5634038" y="6483350"/>
          <p14:tracePt t="789626" x="5748338" y="6483350"/>
          <p14:tracePt t="789637" x="5851525" y="6497638"/>
          <p14:tracePt t="789648" x="5994400" y="6497638"/>
          <p14:tracePt t="789660" x="6137275" y="6497638"/>
          <p14:tracePt t="789671" x="6238875" y="6497638"/>
          <p14:tracePt t="789681" x="6381750" y="6497638"/>
          <p14:tracePt t="789693" x="6545263" y="6497638"/>
          <p14:tracePt t="789705" x="6673850" y="6497638"/>
          <p14:tracePt t="789715" x="6858000" y="6510338"/>
          <p14:tracePt t="789728" x="7042150" y="6510338"/>
          <p14:tracePt t="789738" x="7218363" y="6497638"/>
          <p14:tracePt t="789749" x="7348538" y="6497638"/>
          <p14:tracePt t="789761" x="7491413" y="6497638"/>
          <p14:tracePt t="789772" x="7634288" y="6483350"/>
          <p14:tracePt t="789782" x="7735888" y="6483350"/>
          <p14:tracePt t="789794" x="7824788" y="6483350"/>
          <p14:tracePt t="789805" x="7851775" y="6483350"/>
          <p14:tracePt t="789849" x="7824788" y="6483350"/>
          <p14:tracePt t="789861" x="7721600" y="6470650"/>
          <p14:tracePt t="789873" x="7566025" y="6456363"/>
          <p14:tracePt t="789884" x="7375525" y="6456363"/>
          <p14:tracePt t="789896" x="7191375" y="6456363"/>
          <p14:tracePt t="789907" x="6884988" y="6443663"/>
          <p14:tracePt t="789917" x="6572250" y="6443663"/>
          <p14:tracePt t="789929" x="6354763" y="6443663"/>
          <p14:tracePt t="789941" x="6069013" y="6456363"/>
          <p14:tracePt t="789951" x="5810250" y="6456363"/>
          <p14:tracePt t="789963" x="5646738" y="6456363"/>
          <p14:tracePt t="789996" x="5462588" y="6456363"/>
          <p14:tracePt t="789999" x="5319713" y="6443663"/>
          <p14:tracePt t="790008" x="5218113" y="6443663"/>
          <p14:tracePt t="790009" x="5149850" y="6443663"/>
          <p14:tracePt t="790021" x="5089525" y="6443663"/>
          <p14:tracePt t="790030" x="5033963" y="6443663"/>
          <p14:tracePt t="790041" x="5000625" y="6443663"/>
          <p14:tracePt t="790055" x="4959350" y="6456363"/>
          <p14:tracePt t="790065" x="4919663" y="6456363"/>
          <p14:tracePt t="790076" x="4884738" y="6470650"/>
          <p14:tracePt t="790088" x="4857750" y="6470650"/>
          <p14:tracePt t="790098" x="4830763" y="6470650"/>
          <p14:tracePt t="790110" x="4803775" y="6470650"/>
          <p14:tracePt t="790121" x="4776788" y="6483350"/>
          <p14:tracePt t="790131" x="4756150" y="6483350"/>
          <p14:tracePt t="790144" x="4729163" y="6483350"/>
          <p14:tracePt t="790155" x="4714875" y="6483350"/>
          <p14:tracePt t="790232" x="4729163" y="6483350"/>
          <p14:tracePt t="790244" x="4756150" y="6470650"/>
          <p14:tracePt t="790256" x="4789488" y="6470650"/>
          <p14:tracePt t="790266" x="4816475" y="6470650"/>
          <p14:tracePt t="790278" x="4857750" y="6470650"/>
          <p14:tracePt t="790289" x="4905375" y="6470650"/>
          <p14:tracePt t="790300" x="4946650" y="6470650"/>
          <p14:tracePt t="790312" x="4986338" y="6470650"/>
          <p14:tracePt t="790323" x="5033963" y="6470650"/>
          <p14:tracePt t="790334" x="5075238" y="6470650"/>
          <p14:tracePt t="790346" x="5116513" y="6483350"/>
          <p14:tracePt t="790358" x="5149850" y="6483350"/>
          <p14:tracePt t="790367" x="5191125" y="6483350"/>
          <p14:tracePt t="790379" x="5218113" y="6483350"/>
          <p14:tracePt t="790390" x="5245100" y="6483350"/>
          <p14:tracePt t="790401" x="5280025" y="6483350"/>
          <p14:tracePt t="790424" x="5307013" y="6483350"/>
          <p14:tracePt t="790425" x="5348288" y="6483350"/>
          <p14:tracePt t="790435" x="5375275" y="6483350"/>
          <p14:tracePt t="790447" x="5387975" y="6483350"/>
          <p14:tracePt t="790458" x="5408613" y="6483350"/>
          <p14:tracePt t="790469" x="5422900" y="6483350"/>
          <p14:tracePt t="790704" x="5408613" y="6470650"/>
          <p14:tracePt t="790941" x="5422900" y="6470650"/>
          <p14:tracePt t="790953" x="5422900" y="6456363"/>
          <p14:tracePt t="790963" x="5435600" y="6456363"/>
          <p14:tracePt t="790975" x="5449888" y="6456363"/>
          <p14:tracePt t="790986" x="5449888" y="6443663"/>
          <p14:tracePt t="790998" x="5462588" y="6443663"/>
          <p14:tracePt t="791009" x="5476875" y="6443663"/>
          <p14:tracePt t="791042" x="5476875" y="6429375"/>
          <p14:tracePt t="791045" x="5491163" y="6429375"/>
          <p14:tracePt t="791056" x="5491163" y="6408738"/>
          <p14:tracePt t="791066" x="5491163" y="6396038"/>
          <p14:tracePt t="791076" x="5491163" y="6381750"/>
          <p14:tracePt t="791087" x="5476875" y="6367463"/>
          <p14:tracePt t="791099" x="5462588" y="6340475"/>
          <p14:tracePt t="791110" x="5435600" y="6327775"/>
          <p14:tracePt t="791122" x="5387975" y="6280150"/>
          <p14:tracePt t="791133" x="5348288" y="6253163"/>
          <p14:tracePt t="791144" x="5280025" y="6211888"/>
          <p14:tracePt t="791156" x="5218113" y="6197600"/>
          <p14:tracePt t="791167" x="5129213" y="6184900"/>
          <p14:tracePt t="791178" x="5021263" y="6170613"/>
          <p14:tracePt t="791189" x="4946650" y="6170613"/>
          <p14:tracePt t="791202" x="4872038" y="6184900"/>
          <p14:tracePt t="791213" x="4789488" y="6197600"/>
          <p14:tracePt t="791222" x="4741863" y="6224588"/>
          <p14:tracePt t="791236" x="4687888" y="6265863"/>
          <p14:tracePt t="791246" x="4646613" y="6313488"/>
          <p14:tracePt t="791257" x="4625975" y="6354763"/>
          <p14:tracePt t="791269" x="4625975" y="6381750"/>
          <p14:tracePt t="791279" x="4646613" y="6429375"/>
          <p14:tracePt t="791290" x="4673600" y="6456363"/>
          <p14:tracePt t="791302" x="4700588" y="6483350"/>
          <p14:tracePt t="791313" x="4756150" y="6497638"/>
          <p14:tracePt t="791325" x="4843463" y="6510338"/>
          <p14:tracePt t="791336" x="4905375" y="6510338"/>
          <p14:tracePt t="791346" x="4986338" y="6510338"/>
          <p14:tracePt t="791358" x="5075238" y="6497638"/>
          <p14:tracePt t="791371" x="5129213" y="6483350"/>
          <p14:tracePt t="791381" x="5218113" y="6456363"/>
          <p14:tracePt t="791393" x="5259388" y="6408738"/>
          <p14:tracePt t="791405" x="5280025" y="6367463"/>
          <p14:tracePt t="791415" x="5280025" y="6340475"/>
          <p14:tracePt t="791426" x="5280025" y="6300788"/>
          <p14:tracePt t="791437" x="5259388" y="6253163"/>
          <p14:tracePt t="791448" x="5232400" y="6224588"/>
          <p14:tracePt t="791460" x="5205413" y="6197600"/>
          <p14:tracePt t="791471" x="5149850" y="6184900"/>
          <p14:tracePt t="791481" x="5102225" y="6170613"/>
          <p14:tracePt t="791494" x="5021263" y="6170613"/>
          <p14:tracePt t="791504" x="4932363" y="6170613"/>
          <p14:tracePt t="791515" x="4872038" y="6184900"/>
          <p14:tracePt t="791527" x="4789488" y="6211888"/>
          <p14:tracePt t="791538" x="4729163" y="6253163"/>
          <p14:tracePt t="791549" x="4673600" y="6300788"/>
          <p14:tracePt t="791561" x="4646613" y="6327775"/>
          <p14:tracePt t="791572" x="4625975" y="6367463"/>
          <p14:tracePt t="791583" x="4625975" y="6396038"/>
          <p14:tracePt t="791594" x="4646613" y="6429375"/>
          <p14:tracePt t="791606" x="4673600" y="6456363"/>
          <p14:tracePt t="791616" x="4714875" y="6470650"/>
          <p14:tracePt t="791628" x="4776788" y="6483350"/>
          <p14:tracePt t="791639" x="4843463" y="6483350"/>
          <p14:tracePt t="791650" x="4919663" y="6483350"/>
          <p14:tracePt t="791661" x="4986338" y="6483350"/>
          <p14:tracePt t="791673" x="5062538" y="6470650"/>
          <p14:tracePt t="791685" x="5164138" y="6456363"/>
          <p14:tracePt t="791695" x="5232400" y="6408738"/>
          <p14:tracePt t="791706" x="5259388" y="6381750"/>
          <p14:tracePt t="791719" x="5280025" y="6340475"/>
          <p14:tracePt t="791729" x="5292725" y="6313488"/>
          <p14:tracePt t="791740" x="5280025" y="6265863"/>
          <p14:tracePt t="791753" x="5259388" y="6211888"/>
          <p14:tracePt t="791763" x="5218113" y="6170613"/>
          <p14:tracePt t="791775" x="5191125" y="6137275"/>
          <p14:tracePt t="791786" x="5116513" y="6110288"/>
          <p14:tracePt t="791797" x="5048250" y="6096000"/>
          <p14:tracePt t="791809" x="4973638" y="6081713"/>
          <p14:tracePt t="791820" x="4919663" y="6081713"/>
          <p14:tracePt t="791830" x="4843463" y="6081713"/>
          <p14:tracePt t="791841" x="4789488" y="6096000"/>
          <p14:tracePt t="791854" x="4729163" y="6110288"/>
          <p14:tracePt t="791864" x="4673600" y="6137275"/>
          <p14:tracePt t="791876" x="4625975" y="6170613"/>
          <p14:tracePt t="791887" x="4598988" y="6184900"/>
          <p14:tracePt t="791897" x="4586288" y="6224588"/>
          <p14:tracePt t="791909" x="4586288" y="6253163"/>
          <p14:tracePt t="791920" x="4586288" y="6300788"/>
          <p14:tracePt t="791931" x="4613275" y="6313488"/>
          <p14:tracePt t="791943" x="4646613" y="6340475"/>
          <p14:tracePt t="791955" x="4687888" y="6354763"/>
          <p14:tracePt t="791965" x="4741863" y="6367463"/>
          <p14:tracePt t="791977" x="4816475" y="6381750"/>
          <p14:tracePt t="791988" x="4905375" y="6381750"/>
          <p14:tracePt t="791999" x="4986338" y="6381750"/>
          <p14:tracePt t="792011" x="5089525" y="6367463"/>
          <p14:tracePt t="792022" x="5176838" y="6354763"/>
          <p14:tracePt t="792032" x="5232400" y="6327775"/>
          <p14:tracePt t="792044" x="5259388" y="6300788"/>
          <p14:tracePt t="792055" x="5280025" y="6265863"/>
          <p14:tracePt t="792066" x="5280025" y="6238875"/>
          <p14:tracePt t="792089" x="5259388" y="6211888"/>
          <p14:tracePt t="792093" x="5232400" y="6170613"/>
          <p14:tracePt t="792102" x="5205413" y="6122988"/>
          <p14:tracePt t="792113" x="5164138" y="6110288"/>
          <p14:tracePt t="792123" x="5075238" y="6081713"/>
          <p14:tracePt t="792135" x="4973638" y="6069013"/>
          <p14:tracePt t="792145" x="4884738" y="6069013"/>
          <p14:tracePt t="792156" x="4803775" y="6069013"/>
          <p14:tracePt t="792168" x="4714875" y="6096000"/>
          <p14:tracePt t="792179" x="4660900" y="6122988"/>
          <p14:tracePt t="792190" x="4646613" y="6149975"/>
          <p14:tracePt t="792203" x="4625975" y="6197600"/>
          <p14:tracePt t="792213" x="4625975" y="6224588"/>
          <p14:tracePt t="792224" x="4660900" y="6265863"/>
          <p14:tracePt t="792236" x="4714875" y="6327775"/>
          <p14:tracePt t="792247" x="4803775" y="6367463"/>
          <p14:tracePt t="792258" x="4872038" y="6381750"/>
          <p14:tracePt t="792270" x="4959350" y="6408738"/>
          <p14:tracePt t="792280" x="5062538" y="6408738"/>
          <p14:tracePt t="792303" x="5149850" y="6396038"/>
          <p14:tracePt t="792303" x="5205413" y="6396038"/>
          <p14:tracePt t="792313" x="5245100" y="6367463"/>
          <p14:tracePt t="792325" x="5280025" y="6354763"/>
          <p14:tracePt t="792336" x="5292725" y="6327775"/>
          <p14:tracePt t="792347" x="5292725" y="6300788"/>
          <p14:tracePt t="792359" x="5292725" y="6280150"/>
          <p14:tracePt t="792371" x="5292725" y="6265863"/>
          <p14:tracePt t="792381" x="5280025" y="6253163"/>
          <p14:tracePt t="792393" x="5259388" y="6238875"/>
          <p14:tracePt t="792415" x="5245100" y="6238875"/>
          <p14:tracePt t="792437" x="5232400" y="6253163"/>
          <p14:tracePt t="792448" x="5218113" y="6253163"/>
          <p14:tracePt t="792460" x="5205413" y="6280150"/>
          <p14:tracePt t="792472" x="5176838" y="6327775"/>
          <p14:tracePt t="792483" x="5164138" y="6354763"/>
          <p14:tracePt t="792494" x="5164138" y="6381750"/>
          <p14:tracePt t="792505" x="5149850" y="6396038"/>
          <p14:tracePt t="792516" x="5149850" y="6408738"/>
          <p14:tracePt t="792528" x="5149850" y="6429375"/>
          <p14:tracePt t="792561" x="5164138" y="6429375"/>
          <p14:tracePt t="792572" x="5176838" y="6429375"/>
          <p14:tracePt t="792583" x="5191125" y="6429375"/>
          <p14:tracePt t="792595" x="5205413" y="6408738"/>
          <p14:tracePt t="792618" x="5218113" y="6396038"/>
          <p14:tracePt t="792640" x="5218113" y="6381750"/>
          <p14:tracePt t="792652" x="5205413" y="6381750"/>
          <p14:tracePt t="792696" x="5191125" y="6381750"/>
          <p14:tracePt t="792719" x="5191125" y="6396038"/>
          <p14:tracePt t="792741" x="5191125" y="6408738"/>
          <p14:tracePt t="792763" x="5205413" y="6429375"/>
          <p14:tracePt t="792786" x="5218113" y="6429375"/>
          <p14:tracePt t="792854" x="5205413" y="6408738"/>
          <p14:tracePt t="792866" x="5176838" y="6408738"/>
          <p14:tracePt t="792876" x="5129213" y="6408738"/>
          <p14:tracePt t="792888" x="5102225" y="6396038"/>
          <p14:tracePt t="792899" x="5075238" y="6396038"/>
          <p14:tracePt t="792910" x="5048250" y="6396038"/>
          <p14:tracePt t="792921" x="5033963" y="6408738"/>
          <p14:tracePt t="792966" x="5062538" y="6408738"/>
          <p14:tracePt t="792977" x="5089525" y="6429375"/>
          <p14:tracePt t="792989" x="5129213" y="6429375"/>
          <p14:tracePt t="793002" x="5164138" y="6429375"/>
          <p14:tracePt t="793013" x="5191125" y="6429375"/>
          <p14:tracePt t="793022" x="5205413" y="6429375"/>
          <p14:tracePt t="793067" x="5191125" y="6429375"/>
          <p14:tracePt t="793078" x="5164138" y="6429375"/>
          <p14:tracePt t="793091" x="5149850" y="6429375"/>
          <p14:tracePt t="793103" x="5116513" y="6429375"/>
          <p14:tracePt t="793114" x="5102225" y="6429375"/>
          <p14:tracePt t="793136" x="5089525" y="6429375"/>
          <p14:tracePt t="793170" x="5116513" y="6429375"/>
          <p14:tracePt t="793180" x="5149850" y="6443663"/>
          <p14:tracePt t="793191" x="5176838" y="6443663"/>
          <p14:tracePt t="793204" x="5205413" y="6443663"/>
          <p14:tracePt t="793215" x="5232400" y="6443663"/>
          <p14:tracePt t="793270" x="5218113" y="6443663"/>
          <p14:tracePt t="793281" x="5205413" y="6429375"/>
          <p14:tracePt t="793292" x="5191125" y="6429375"/>
          <p14:tracePt t="793427" x="5191125" y="6443663"/>
          <p14:tracePt t="793585" x="5205413" y="6443663"/>
          <p14:tracePt t="793607" x="5218113" y="6443663"/>
          <p14:tracePt t="793620" x="5205413" y="6443663"/>
          <p14:tracePt t="793834" x="5218113" y="6443663"/>
          <p14:tracePt t="793855" x="5280025" y="6443663"/>
          <p14:tracePt t="793867" x="5348288" y="6456363"/>
          <p14:tracePt t="793878" x="5422900" y="6456363"/>
          <p14:tracePt t="793889" x="5491163" y="6456363"/>
          <p14:tracePt t="793900" x="5578475" y="6456363"/>
          <p14:tracePt t="793911" x="5681663" y="6456363"/>
          <p14:tracePt t="793923" x="5762625" y="6456363"/>
          <p14:tracePt t="793934" x="5864225" y="6456363"/>
          <p14:tracePt t="793945" x="5938838" y="6456363"/>
          <p14:tracePt t="793956" x="5967413" y="6456363"/>
          <p14:tracePt t="793968" x="5994400" y="6456363"/>
          <p14:tracePt t="794079" x="5980113" y="6456363"/>
          <p14:tracePt t="794091" x="5953125" y="6443663"/>
          <p14:tracePt t="794103" x="5926138" y="6443663"/>
          <p14:tracePt t="794114" x="5878513" y="6429375"/>
          <p14:tracePt t="794126" x="5837238" y="6429375"/>
          <p14:tracePt t="794138" x="5824538" y="6429375"/>
          <p14:tracePt t="794148" x="5783263" y="6429375"/>
          <p14:tracePt t="794160" x="5748338" y="6429375"/>
          <p14:tracePt t="794181" x="5721350" y="6429375"/>
          <p14:tracePt t="794184" x="5694363" y="6429375"/>
          <p14:tracePt t="794226" x="5681663" y="6429375"/>
          <p14:tracePt t="794229" x="5646738" y="6429375"/>
          <p14:tracePt t="794240" x="5605463" y="6429375"/>
          <p14:tracePt t="794249" x="5592763" y="6429375"/>
          <p14:tracePt t="794261" x="5592763" y="6443663"/>
          <p14:tracePt t="794349" x="5605463" y="6443663"/>
          <p14:tracePt t="794362" x="5619750" y="6443663"/>
          <p14:tracePt t="794373" x="5634038" y="6443663"/>
          <p14:tracePt t="794384" x="5667375" y="6443663"/>
          <p14:tracePt t="794395" x="5694363" y="6443663"/>
          <p14:tracePt t="794407" x="5721350" y="6443663"/>
          <p14:tracePt t="794418" x="5783263" y="6443663"/>
          <p14:tracePt t="794429" x="5824538" y="6443663"/>
          <p14:tracePt t="794441" x="5851525" y="6443663"/>
          <p14:tracePt t="794451" x="5911850" y="6443663"/>
          <p14:tracePt t="794464" x="5967413" y="6443663"/>
          <p14:tracePt t="794475" x="6007100" y="6443663"/>
          <p14:tracePt t="794485" x="6081713" y="6443663"/>
          <p14:tracePt t="794497" x="6137275" y="6443663"/>
          <p14:tracePt t="794508" x="6197600" y="6443663"/>
          <p14:tracePt t="794519" x="6280150" y="6456363"/>
          <p14:tracePt t="794532" x="6367463" y="6456363"/>
          <p14:tracePt t="794542" x="6429375" y="6470650"/>
          <p14:tracePt t="794553" x="6470650" y="6470650"/>
          <p14:tracePt t="794565" x="6510338" y="6470650"/>
          <p14:tracePt t="794576" x="6545263" y="6470650"/>
          <p14:tracePt t="794586" x="6557963" y="6470650"/>
          <p14:tracePt t="794609" x="6572250" y="6470650"/>
          <p14:tracePt t="794698" x="6572250" y="6456363"/>
          <p14:tracePt t="794710" x="6572250" y="6443663"/>
          <p14:tracePt t="794721" x="6572250" y="6429375"/>
          <p14:tracePt t="794733" x="6572250" y="6408738"/>
          <p14:tracePt t="794744" x="6572250" y="6367463"/>
          <p14:tracePt t="794755" x="6557963" y="6327775"/>
          <p14:tracePt t="794768" x="6557963" y="6280150"/>
          <p14:tracePt t="794778" x="6557963" y="6211888"/>
          <p14:tracePt t="794788" x="6557963" y="6149975"/>
          <p14:tracePt t="794801" x="6557963" y="6096000"/>
          <p14:tracePt t="794812" x="6557963" y="6081713"/>
          <p14:tracePt t="794823" x="6572250" y="6054725"/>
          <p14:tracePt t="794845" x="6572250" y="6042025"/>
          <p14:tracePt t="794968" x="6545263" y="6042025"/>
          <p14:tracePt t="794980" x="6497638" y="6042025"/>
          <p14:tracePt t="794992" x="6443663" y="6042025"/>
          <p14:tracePt t="795004" x="6313488" y="6042025"/>
          <p14:tracePt t="795015" x="6122988" y="6021388"/>
          <p14:tracePt t="795026" x="5967413" y="6021388"/>
          <p14:tracePt t="795037" x="5762625" y="6021388"/>
          <p14:tracePt t="795048" x="5592763" y="6007100"/>
          <p14:tracePt t="795060" x="5462588" y="6007100"/>
          <p14:tracePt t="795071" x="5408613" y="6007100"/>
          <p14:tracePt t="795082" x="5348288" y="6007100"/>
          <p14:tracePt t="795094" x="5334000" y="6007100"/>
          <p14:tracePt t="795239" x="5334000" y="6021388"/>
          <p14:tracePt t="795242" x="5348288" y="6054725"/>
          <p14:tracePt t="795249" x="5348288" y="6081713"/>
          <p14:tracePt t="795261" x="5348288" y="6137275"/>
          <p14:tracePt t="795274" x="5360988" y="6211888"/>
          <p14:tracePt t="795285" x="5375275" y="6280150"/>
          <p14:tracePt t="795296" x="5408613" y="6367463"/>
          <p14:tracePt t="795308" x="5422900" y="6429375"/>
          <p14:tracePt t="795319" x="5435600" y="6456363"/>
          <p14:tracePt t="795330" x="5435600" y="6470650"/>
          <p14:tracePt t="795342" x="5435600" y="6483350"/>
          <p14:tracePt t="795429" x="5449888" y="6483350"/>
          <p14:tracePt t="795463" x="5462588" y="6483350"/>
          <p14:tracePt t="795476" x="5462588" y="6470650"/>
          <p14:tracePt t="795486" x="5476875" y="6470650"/>
          <p14:tracePt t="795498" x="5491163" y="6470650"/>
          <p14:tracePt t="795510" x="5518150" y="6470650"/>
          <p14:tracePt t="795520" x="5578475" y="6470650"/>
          <p14:tracePt t="795532" x="5667375" y="6470650"/>
          <p14:tracePt t="795543" x="5748338" y="6483350"/>
          <p14:tracePt t="795555" x="5864225" y="6497638"/>
          <p14:tracePt t="795567" x="5994400" y="6510338"/>
          <p14:tracePt t="795578" x="6069013" y="6524625"/>
          <p14:tracePt t="795588" x="6081713" y="6524625"/>
          <p14:tracePt t="795812" x="6096000" y="6524625"/>
          <p14:tracePt t="795823" x="6110288" y="6524625"/>
          <p14:tracePt t="795835" x="6149975" y="6524625"/>
          <p14:tracePt t="795848" x="6197600" y="6524625"/>
          <p14:tracePt t="795858" x="6280150" y="6524625"/>
          <p14:tracePt t="795870" x="6354763" y="6524625"/>
          <p14:tracePt t="795882" x="6483350" y="6524625"/>
          <p14:tracePt t="795892" x="6599238" y="6524625"/>
          <p14:tracePt t="795904" x="6653213" y="6524625"/>
          <p14:tracePt t="795916" x="6742113" y="6510338"/>
          <p14:tracePt t="795926" x="6804025" y="6510338"/>
          <p14:tracePt t="795938" x="6858000" y="6510338"/>
          <p14:tracePt t="795949" x="6884988" y="6497638"/>
          <p14:tracePt t="795970" x="6899275" y="6483350"/>
          <p14:tracePt t="796003" x="6899275" y="6470650"/>
          <p14:tracePt t="796015" x="6884988" y="6456363"/>
          <p14:tracePt t="796139" x="6872288" y="6456363"/>
          <p14:tracePt t="796240" x="6858000" y="6456363"/>
          <p14:tracePt t="796251" x="6843713" y="6456363"/>
          <p14:tracePt t="796285" x="6831013" y="6456363"/>
          <p14:tracePt t="796287" x="6804025" y="6456363"/>
          <p14:tracePt t="796297" x="6783388" y="6456363"/>
          <p14:tracePt t="796298" x="6769100" y="6456363"/>
          <p14:tracePt t="796310" x="6756400" y="6456363"/>
          <p14:tracePt t="796499" x="6742113" y="6456363"/>
          <p14:tracePt t="796892" x="6729413" y="6456363"/>
          <p14:tracePt t="796896" x="6715125" y="6456363"/>
          <p14:tracePt t="796906" x="6700838" y="6443663"/>
          <p14:tracePt t="796915" x="6688138" y="6443663"/>
          <p14:tracePt t="796926" x="6673850" y="6443663"/>
          <p14:tracePt t="797004" x="6673850" y="6456363"/>
          <p14:tracePt t="797016" x="6688138" y="6456363"/>
          <p14:tracePt t="797151" x="6700838" y="6456363"/>
          <p14:tracePt t="797185" x="6715125" y="6456363"/>
          <p14:tracePt t="797252" x="6715125" y="6470650"/>
          <p14:tracePt t="797274" x="6729413" y="6470650"/>
          <p14:tracePt t="797297" x="6742113" y="6470650"/>
          <p14:tracePt t="797331" x="6756400" y="6483350"/>
          <p14:tracePt t="797343" x="6769100" y="6483350"/>
          <p14:tracePt t="797344" x="6804025" y="6483350"/>
          <p14:tracePt t="797354" x="6816725" y="6483350"/>
          <p14:tracePt t="797365" x="6843713" y="6483350"/>
          <p14:tracePt t="797376" x="6872288" y="6483350"/>
          <p14:tracePt t="797387" x="6899275" y="6483350"/>
          <p14:tracePt t="797399" x="6911975" y="6483350"/>
          <p14:tracePt t="797410" x="6932613" y="6483350"/>
          <p14:tracePt t="797421" x="6946900" y="6483350"/>
          <p14:tracePt t="797444" x="6959600" y="6483350"/>
          <p14:tracePt t="797477" x="6973888" y="6483350"/>
          <p14:tracePt t="797489" x="6986588" y="6470650"/>
          <p14:tracePt t="797511" x="7000875" y="6456363"/>
          <p14:tracePt t="797523" x="7015163" y="6443663"/>
          <p14:tracePt t="797536" x="7027863" y="6443663"/>
          <p14:tracePt t="797547" x="7027863" y="6429375"/>
          <p14:tracePt t="797557" x="7042150" y="6408738"/>
          <p14:tracePt t="797570" x="7062788" y="6396038"/>
          <p14:tracePt t="797579" x="7075488" y="6381750"/>
          <p14:tracePt t="797591" x="7075488" y="6367463"/>
          <p14:tracePt t="797604" x="7089775" y="6354763"/>
          <p14:tracePt t="797614" x="7089775" y="6340475"/>
          <p14:tracePt t="797625" x="7089775" y="6327775"/>
          <p14:tracePt t="797637" x="7089775" y="6313488"/>
          <p14:tracePt t="797647" x="7089775" y="6300788"/>
          <p14:tracePt t="797669" x="7075488" y="6280150"/>
          <p14:tracePt t="797691" x="7075488" y="6265863"/>
          <p14:tracePt t="797714" x="7062788" y="6253163"/>
          <p14:tracePt t="797758" x="7042150" y="6238875"/>
          <p14:tracePt t="797771" x="7027863" y="6238875"/>
          <p14:tracePt t="797781" x="7015163" y="6224588"/>
          <p14:tracePt t="797794" x="7015163" y="6211888"/>
          <p14:tracePt t="797805" x="7000875" y="6211888"/>
          <p14:tracePt t="797815" x="6986588" y="6197600"/>
          <p14:tracePt t="797828" x="6973888" y="6197600"/>
          <p14:tracePt t="797849" x="6959600" y="6197600"/>
          <p14:tracePt t="797893" x="6946900" y="6197600"/>
          <p14:tracePt t="797916" x="6932613" y="6197600"/>
          <p14:tracePt t="797928" x="6899275" y="6197600"/>
          <p14:tracePt t="797939" x="6884988" y="6211888"/>
          <p14:tracePt t="797950" x="6858000" y="6211888"/>
          <p14:tracePt t="797962" x="6843713" y="6224588"/>
          <p14:tracePt t="797972" x="6831013" y="6238875"/>
          <p14:tracePt t="797984" x="6816725" y="6238875"/>
          <p14:tracePt t="797996" x="6804025" y="6253163"/>
          <p14:tracePt t="798007" x="6783388" y="6253163"/>
          <p14:tracePt t="798018" x="6783388" y="6265863"/>
          <p14:tracePt t="798029" x="6783388" y="6280150"/>
          <p14:tracePt t="798041" x="6769100" y="6300788"/>
          <p14:tracePt t="798051" x="6769100" y="6313488"/>
          <p14:tracePt t="798074" x="6783388" y="6327775"/>
          <p14:tracePt t="798086" x="6783388" y="6354763"/>
          <p14:tracePt t="798107" x="6783388" y="6367463"/>
          <p14:tracePt t="798120" x="6804025" y="6381750"/>
          <p14:tracePt t="798152" x="6816725" y="6381750"/>
          <p14:tracePt t="798163" x="6831013" y="6396038"/>
          <p14:tracePt t="798186" x="6843713" y="6396038"/>
          <p14:tracePt t="798197" x="6872288" y="6396038"/>
          <p14:tracePt t="798210" x="6899275" y="6396038"/>
          <p14:tracePt t="798221" x="6932613" y="6396038"/>
          <p14:tracePt t="798231" x="6973888" y="6381750"/>
          <p14:tracePt t="798244" x="7000875" y="6381750"/>
          <p14:tracePt t="798256" x="7027863" y="6367463"/>
          <p14:tracePt t="798266" x="7062788" y="6340475"/>
          <p14:tracePt t="798278" x="7075488" y="6313488"/>
          <p14:tracePt t="798289" x="7075488" y="6300788"/>
          <p14:tracePt t="798299" x="7089775" y="6265863"/>
          <p14:tracePt t="798311" x="7089775" y="6253163"/>
          <p14:tracePt t="798322" x="7089775" y="6238875"/>
          <p14:tracePt t="798332" x="7075488" y="6224588"/>
          <p14:tracePt t="798345" x="7075488" y="6211888"/>
          <p14:tracePt t="798377" x="7062788" y="6211888"/>
          <p14:tracePt t="798381" x="7062788" y="6197600"/>
          <p14:tracePt t="798390" x="7042150" y="6197600"/>
          <p14:tracePt t="798411" x="7027863" y="6197600"/>
          <p14:tracePt t="798423" x="7015163" y="6197600"/>
          <p14:tracePt t="798434" x="7000875" y="6211888"/>
          <p14:tracePt t="798446" x="6986588" y="6211888"/>
          <p14:tracePt t="798457" x="6959600" y="6224588"/>
          <p14:tracePt t="798468" x="6946900" y="6238875"/>
          <p14:tracePt t="798480" x="6932613" y="6253163"/>
          <p14:tracePt t="798491" x="6932613" y="6265863"/>
          <p14:tracePt t="798503" x="6911975" y="6280150"/>
          <p14:tracePt t="798514" x="6911975" y="6313488"/>
          <p14:tracePt t="798525" x="6911975" y="6327775"/>
          <p14:tracePt t="798536" x="6911975" y="6354763"/>
          <p14:tracePt t="798546" x="6911975" y="6367463"/>
          <p14:tracePt t="798557" x="6911975" y="6381750"/>
          <p14:tracePt t="798570" x="6911975" y="6396038"/>
          <p14:tracePt t="798580" x="6932613" y="6396038"/>
          <p14:tracePt t="798591" x="6946900" y="6408738"/>
          <p14:tracePt t="798604" x="6959600" y="6408738"/>
          <p14:tracePt t="798614" x="6973888" y="6408738"/>
          <p14:tracePt t="798626" x="6986588" y="6408738"/>
          <p14:tracePt t="798647" x="7000875" y="6396038"/>
          <p14:tracePt t="798660" x="7015163" y="6396038"/>
          <p14:tracePt t="798671" x="7015163" y="6381750"/>
          <p14:tracePt t="798681" x="7015163" y="6354763"/>
          <p14:tracePt t="798693" x="7015163" y="6327775"/>
          <p14:tracePt t="798704" x="7015163" y="6300788"/>
          <p14:tracePt t="798715" x="7000875" y="6265863"/>
          <p14:tracePt t="798727" x="6986588" y="6238875"/>
          <p14:tracePt t="798738" x="6973888" y="6224588"/>
          <p14:tracePt t="798749" x="6946900" y="6224588"/>
          <p14:tracePt t="798760" x="6932613" y="6224588"/>
          <p14:tracePt t="798772" x="6899275" y="6224588"/>
          <p14:tracePt t="798782" x="6872288" y="6224588"/>
          <p14:tracePt t="798794" x="6843713" y="6224588"/>
          <p14:tracePt t="798805" x="6816725" y="6238875"/>
          <p14:tracePt t="798816" x="6783388" y="6265863"/>
          <p14:tracePt t="798828" x="6769100" y="6300788"/>
          <p14:tracePt t="798840" x="6769100" y="6313488"/>
          <p14:tracePt t="798850" x="6769100" y="6327775"/>
          <p14:tracePt t="798862" x="6769100" y="6340475"/>
          <p14:tracePt t="798874" x="6769100" y="6354763"/>
          <p14:tracePt t="798884" x="6783388" y="6367463"/>
          <p14:tracePt t="798897" x="6816725" y="6367463"/>
          <p14:tracePt t="798908" x="6831013" y="6367463"/>
          <p14:tracePt t="798920" x="6843713" y="6367463"/>
          <p14:tracePt t="798929" x="6872288" y="6367463"/>
          <p14:tracePt t="798941" x="6899275" y="6367463"/>
          <p14:tracePt t="798951" x="6932613" y="6367463"/>
          <p14:tracePt t="798963" x="6946900" y="6354763"/>
          <p14:tracePt t="798974" x="6959600" y="6340475"/>
          <p14:tracePt t="798986" x="6959600" y="6327775"/>
          <p14:tracePt t="798996" x="6959600" y="6300788"/>
          <p14:tracePt t="799008" x="6959600" y="6265863"/>
          <p14:tracePt t="799020" x="6959600" y="6238875"/>
          <p14:tracePt t="799030" x="6946900" y="6211888"/>
          <p14:tracePt t="799041" x="6911975" y="6197600"/>
          <p14:tracePt t="799054" x="6899275" y="6184900"/>
          <p14:tracePt t="799065" x="6884988" y="6184900"/>
          <p14:tracePt t="799076" x="6872288" y="6184900"/>
          <p14:tracePt t="799087" x="6858000" y="6197600"/>
          <p14:tracePt t="799098" x="6843713" y="6211888"/>
          <p14:tracePt t="799110" x="6831013" y="6238875"/>
          <p14:tracePt t="799122" x="6816725" y="6280150"/>
          <p14:tracePt t="799132" x="6804025" y="6313488"/>
          <p14:tracePt t="799143" x="6804025" y="6354763"/>
          <p14:tracePt t="799154" x="6804025" y="6381750"/>
          <p14:tracePt t="799165" x="6816725" y="6396038"/>
          <p14:tracePt t="799177" x="6831013" y="6408738"/>
          <p14:tracePt t="799189" x="6858000" y="6408738"/>
          <p14:tracePt t="799199" x="6884988" y="6429375"/>
          <p14:tracePt t="799211" x="6899275" y="6429375"/>
          <p14:tracePt t="799222" x="6946900" y="6429375"/>
          <p14:tracePt t="799233" x="6959600" y="6408738"/>
          <p14:tracePt t="799245" x="6973888" y="6408738"/>
          <p14:tracePt t="799255" x="6986588" y="6381750"/>
          <p14:tracePt t="799267" x="7000875" y="6354763"/>
          <p14:tracePt t="799278" x="7000875" y="6327775"/>
          <p14:tracePt t="799289" x="7000875" y="6280150"/>
          <p14:tracePt t="799300" x="6986588" y="6253163"/>
          <p14:tracePt t="799312" x="6973888" y="6224588"/>
          <p14:tracePt t="799323" x="6959600" y="6211888"/>
          <p14:tracePt t="799334" x="6946900" y="6211888"/>
          <p14:tracePt t="799346" x="6911975" y="6197600"/>
          <p14:tracePt t="799357" x="6884988" y="6197600"/>
          <p14:tracePt t="799367" x="6872288" y="6211888"/>
          <p14:tracePt t="799380" x="6831013" y="6224588"/>
          <p14:tracePt t="799391" x="6804025" y="6238875"/>
          <p14:tracePt t="799401" x="6769100" y="6280150"/>
          <p14:tracePt t="799424" x="6742113" y="6313488"/>
          <p14:tracePt t="799427" x="6729413" y="6354763"/>
          <p14:tracePt t="799438" x="6729413" y="6367463"/>
          <p14:tracePt t="799447" x="6729413" y="6381750"/>
          <p14:tracePt t="799459" x="6729413" y="6396038"/>
          <p14:tracePt t="799470" x="6742113" y="6408738"/>
          <p14:tracePt t="799481" x="6769100" y="6408738"/>
          <p14:tracePt t="799493" x="6804025" y="6429375"/>
          <p14:tracePt t="799504" x="6816725" y="6429375"/>
          <p14:tracePt t="799514" x="6858000" y="6429375"/>
          <p14:tracePt t="799525" x="6884988" y="6429375"/>
          <p14:tracePt t="799537" x="6911975" y="6408738"/>
          <p14:tracePt t="799547" x="6946900" y="6408738"/>
          <p14:tracePt t="799559" x="6959600" y="6396038"/>
          <p14:tracePt t="799571" x="6973888" y="6381750"/>
          <p14:tracePt t="799581" x="6986588" y="6367463"/>
          <p14:tracePt t="799593" x="6986588" y="6340475"/>
          <p14:tracePt t="799604" x="6986588" y="6313488"/>
          <p14:tracePt t="799615" x="6973888" y="6300788"/>
          <p14:tracePt t="799628" x="6973888" y="6280150"/>
          <p14:tracePt t="799638" x="6946900" y="6253163"/>
          <p14:tracePt t="799649" x="6932613" y="6253163"/>
          <p14:tracePt t="799661" x="6899275" y="6238875"/>
          <p14:tracePt t="799672" x="6872288" y="6238875"/>
          <p14:tracePt t="799683" x="6858000" y="6238875"/>
          <p14:tracePt t="799694" x="6843713" y="6238875"/>
          <p14:tracePt t="799705" x="6816725" y="6238875"/>
          <p14:tracePt t="799716" x="6804025" y="6238875"/>
          <p14:tracePt t="799728" x="6783388" y="6253163"/>
          <p14:tracePt t="799739" x="6769100" y="6265863"/>
          <p14:tracePt t="799750" x="6756400" y="6300788"/>
          <p14:tracePt t="799762" x="6729413" y="6327775"/>
          <p14:tracePt t="799773" x="6715125" y="6367463"/>
          <p14:tracePt t="799784" x="6700838" y="6396038"/>
          <p14:tracePt t="799796" x="6688138" y="6408738"/>
          <p14:tracePt t="799807" x="6688138" y="6429375"/>
          <p14:tracePt t="799818" x="6688138" y="6443663"/>
          <p14:tracePt t="799840" x="6700838" y="6443663"/>
          <p14:tracePt t="799862" x="6715125" y="6443663"/>
          <p14:tracePt t="799929" x="6729413" y="6429375"/>
          <p14:tracePt t="800031" x="6715125" y="6429375"/>
          <p14:tracePt t="800053" x="6729413" y="6443663"/>
          <p14:tracePt t="800076" x="6742113" y="6443663"/>
          <p14:tracePt t="800088" x="6769100" y="6443663"/>
          <p14:tracePt t="800099" x="6804025" y="6456363"/>
          <p14:tracePt t="800110" x="6831013" y="6456363"/>
          <p14:tracePt t="800122" x="6858000" y="6456363"/>
          <p14:tracePt t="800155" x="6843713" y="6456363"/>
          <p14:tracePt t="800548" x="6858000" y="6456363"/>
          <p14:tracePt t="800616" x="6843713" y="6443663"/>
          <p14:tracePt t="800629" x="6858000" y="6443663"/>
          <p14:tracePt t="800650" x="6858000" y="6456363"/>
          <p14:tracePt t="800663" x="6872288" y="6456363"/>
          <p14:tracePt t="800695" x="6884988" y="6456363"/>
          <p14:tracePt t="800706" x="6899275" y="6456363"/>
          <p14:tracePt t="800718" x="6911975" y="6456363"/>
          <p14:tracePt t="800729" x="6959600" y="6470650"/>
          <p14:tracePt t="800740" x="7000875" y="6483350"/>
          <p14:tracePt t="800752" x="7042150" y="6483350"/>
          <p14:tracePt t="800763" x="7089775" y="6483350"/>
          <p14:tracePt t="800774" x="7129463" y="6483350"/>
          <p14:tracePt t="800785" x="7143750" y="6483350"/>
          <p14:tracePt t="800797" x="7158038" y="6483350"/>
          <p14:tracePt t="801089" x="7170738" y="6483350"/>
          <p14:tracePt t="801111" x="7191375" y="6497638"/>
          <p14:tracePt t="801122" x="7205663" y="6497638"/>
          <p14:tracePt t="801135" x="7218363" y="6510338"/>
          <p14:tracePt t="801145" x="7232650" y="6510338"/>
          <p14:tracePt t="801159" x="7245350" y="6510338"/>
          <p14:tracePt t="801168" x="7259638" y="6510338"/>
          <p14:tracePt t="801179" x="7286625" y="6524625"/>
          <p14:tracePt t="801193" x="7307263" y="6524625"/>
          <p14:tracePt t="801213" x="7319963" y="6524625"/>
          <p14:tracePt t="801225" x="7334250" y="6524625"/>
          <p14:tracePt t="801381" x="7361238" y="6524625"/>
          <p14:tracePt t="801393" x="7375525" y="6524625"/>
          <p14:tracePt t="801404" x="7402513" y="6524625"/>
          <p14:tracePt t="801415" x="7435850" y="6524625"/>
          <p14:tracePt t="801427" x="7462838" y="6524625"/>
          <p14:tracePt t="801439" x="7491413" y="6524625"/>
          <p14:tracePt t="801450" x="7518400" y="6524625"/>
          <p14:tracePt t="801461" x="7531100" y="6524625"/>
          <p14:tracePt t="801473" x="7566025" y="6524625"/>
          <p14:tracePt t="801483" x="7578725" y="6524625"/>
          <p14:tracePt t="801639" x="7578725" y="6510338"/>
          <p14:tracePt t="801662" x="7593013" y="6510338"/>
          <p14:tracePt t="801685" x="7593013" y="6497638"/>
          <p14:tracePt t="807220" x="7620000" y="6497638"/>
          <p14:tracePt t="807224" x="7673975" y="6497638"/>
          <p14:tracePt t="807232" x="7762875" y="6497638"/>
          <p14:tracePt t="807242" x="7851775" y="6497638"/>
          <p14:tracePt t="807254" x="7905750" y="6497638"/>
          <p14:tracePt t="807265" x="7967663" y="6497638"/>
          <p14:tracePt t="807277" x="7994650" y="6497638"/>
          <p14:tracePt t="807287" x="8007350" y="6497638"/>
          <p14:tracePt t="807299" x="8021638" y="6497638"/>
          <p14:tracePt t="807355" x="8021638" y="6483350"/>
          <p14:tracePt t="807367" x="8034338" y="6470650"/>
          <p14:tracePt t="807377" x="8048625" y="6443663"/>
          <p14:tracePt t="807392" x="8048625" y="6354763"/>
          <p14:tracePt t="807401" x="8021638" y="6211888"/>
          <p14:tracePt t="807411" x="7994650" y="6069013"/>
          <p14:tracePt t="807426" x="7891463" y="5824538"/>
          <p14:tracePt t="807435" x="7777163" y="5551488"/>
          <p14:tracePt t="807445" x="7673975" y="5360988"/>
          <p14:tracePt t="807459" x="7545388" y="5164138"/>
          <p14:tracePt t="807469" x="7435850" y="5021263"/>
          <p14:tracePt t="807479" x="7319963" y="4919663"/>
          <p14:tracePt t="807492" x="7245350" y="4857750"/>
          <p14:tracePt t="807502" x="7143750" y="4803775"/>
          <p14:tracePt t="807514" x="7042150" y="4756150"/>
          <p14:tracePt t="807526" x="6986588" y="4741863"/>
          <p14:tracePt t="807536" x="6899275" y="4741863"/>
          <p14:tracePt t="807548" x="6831013" y="4756150"/>
          <p14:tracePt t="807559" x="6769100" y="4776788"/>
          <p14:tracePt t="807570" x="6688138" y="4843463"/>
          <p14:tracePt t="807582" x="6599238" y="4932363"/>
          <p14:tracePt t="807593" x="6497638" y="5048250"/>
          <p14:tracePt t="807603" x="6443663" y="5129213"/>
          <p14:tracePt t="807615" x="6381750" y="5245100"/>
          <p14:tracePt t="807626" x="6354763" y="5348288"/>
          <p14:tracePt t="807637" x="6340475" y="5422900"/>
          <p14:tracePt t="807649" x="6354763" y="5518150"/>
          <p14:tracePt t="807659" x="6381750" y="5592763"/>
          <p14:tracePt t="807670" x="6429375" y="5634038"/>
          <p14:tracePt t="807682" x="6483350" y="5694363"/>
          <p14:tracePt t="807693" x="6557963" y="5735638"/>
          <p14:tracePt t="807704" x="6626225" y="5762625"/>
          <p14:tracePt t="807716" x="6700838" y="5783263"/>
          <p14:tracePt t="807727" x="6783388" y="5810250"/>
          <p14:tracePt t="807738" x="6872288" y="5824538"/>
          <p14:tracePt t="807750" x="6932613" y="5824538"/>
          <p14:tracePt t="807760" x="6986588" y="5837238"/>
          <p14:tracePt t="807771" x="7027863" y="5837238"/>
          <p14:tracePt t="807783" x="7062788" y="5837238"/>
          <p14:tracePt t="807794" x="7102475" y="5824538"/>
          <p14:tracePt t="807816" x="7116763" y="5824538"/>
          <p14:tracePt t="807820" x="7129463" y="5824538"/>
          <p14:tracePt t="807828" x="7143750" y="5824538"/>
          <p14:tracePt t="807850" x="7158038" y="5824538"/>
          <p14:tracePt t="807861" x="7170738" y="5824538"/>
          <p14:tracePt t="807874" x="7205663" y="5837238"/>
          <p14:tracePt t="807884" x="7259638" y="5851525"/>
          <p14:tracePt t="807895" x="7286625" y="5864225"/>
          <p14:tracePt t="807908" x="7361238" y="5878513"/>
          <p14:tracePt t="807918" x="7450138" y="5911850"/>
          <p14:tracePt t="807930" x="7531100" y="5938838"/>
          <p14:tracePt t="807942" x="7605713" y="5953125"/>
          <p14:tracePt t="807952" x="7673975" y="5967413"/>
          <p14:tracePt t="807964" x="7735888" y="5980113"/>
          <p14:tracePt t="807975" x="7762875" y="5994400"/>
          <p14:tracePt t="807985" x="7789863" y="5994400"/>
          <p14:tracePt t="807996" x="7789863" y="6007100"/>
          <p14:tracePt t="808503" x="7789863" y="5953125"/>
          <p14:tracePt t="808515" x="7762875" y="5851525"/>
          <p14:tracePt t="808526" x="7694613" y="5694363"/>
          <p14:tracePt t="808537" x="7646988" y="5578475"/>
          <p14:tracePt t="808549" x="7545388" y="5408613"/>
          <p14:tracePt t="808560" x="7435850" y="5232400"/>
          <p14:tracePt t="808572" x="7348538" y="5102225"/>
          <p14:tracePt t="808582" x="7218363" y="4973638"/>
          <p14:tracePt t="808593" x="7089775" y="4872038"/>
          <p14:tracePt t="808605" x="7000875" y="4830763"/>
          <p14:tracePt t="808616" x="6872288" y="4789488"/>
          <p14:tracePt t="808628" x="6729413" y="4756150"/>
          <p14:tracePt t="808640" x="6557963" y="4756150"/>
          <p14:tracePt t="808649" x="6408738" y="4756150"/>
          <p14:tracePt t="808660" x="6184900" y="4830763"/>
          <p14:tracePt t="808673" x="5967413" y="4946650"/>
          <p14:tracePt t="808682" x="5824538" y="5075238"/>
          <p14:tracePt t="808695" x="5681663" y="5245100"/>
          <p14:tracePt t="808706" x="5619750" y="5422900"/>
          <p14:tracePt t="808717" x="5605463" y="5538788"/>
          <p14:tracePt t="808729" x="5619750" y="5681663"/>
          <p14:tracePt t="808740" x="5681663" y="5795963"/>
          <p14:tracePt t="808750" x="5748338" y="5878513"/>
          <p14:tracePt t="808762" x="5810250" y="5938838"/>
          <p14:tracePt t="808773" x="5926138" y="5994400"/>
          <p14:tracePt t="808784" x="6054725" y="6042025"/>
          <p14:tracePt t="808796" x="6170613" y="6069013"/>
          <p14:tracePt t="808807" x="6313488" y="6081713"/>
          <p14:tracePt t="808817" x="6470650" y="6081713"/>
          <p14:tracePt t="808829" x="6572250" y="6069013"/>
          <p14:tracePt t="808841" x="6673850" y="6042025"/>
          <p14:tracePt t="808862" x="6756400" y="5994400"/>
          <p14:tracePt t="808866" x="6816725" y="5953125"/>
          <p14:tracePt t="808875" x="6843713" y="5911850"/>
          <p14:tracePt t="808886" x="6872288" y="5864225"/>
          <p14:tracePt t="808899" x="6872288" y="5837238"/>
          <p14:tracePt t="808909" x="6872288" y="5810250"/>
          <p14:tracePt t="808919" x="6858000" y="5783263"/>
          <p14:tracePt t="808930" x="6843713" y="5762625"/>
          <p14:tracePt t="808955" x="6831013" y="5762625"/>
          <p14:tracePt t="809133" x="6816725" y="5721350"/>
          <p14:tracePt t="809136" x="6804025" y="5681663"/>
          <p14:tracePt t="809145" x="6769100" y="5619750"/>
          <p14:tracePt t="809157" x="6729413" y="5565775"/>
          <p14:tracePt t="809170" x="6700838" y="5503863"/>
          <p14:tracePt t="809180" x="6626225" y="5449888"/>
          <p14:tracePt t="809191" x="6545263" y="5408613"/>
          <p14:tracePt t="809202" x="6456363" y="5360988"/>
          <p14:tracePt t="809212" x="6313488" y="5319713"/>
          <p14:tracePt t="809224" x="6110288" y="5292725"/>
          <p14:tracePt t="809235" x="5878513" y="5259388"/>
          <p14:tracePt t="809246" x="5681663" y="5259388"/>
          <p14:tracePt t="809740" x="5681663" y="5245100"/>
          <p14:tracePt t="809762" x="5694363" y="5245100"/>
          <p14:tracePt t="809785" x="5708650" y="5245100"/>
          <p14:tracePt t="809796" x="5721350" y="5232400"/>
          <p14:tracePt t="809809" x="5735638" y="5232400"/>
          <p14:tracePt t="809820" x="5748338" y="5232400"/>
          <p14:tracePt t="809831" x="5762625" y="5232400"/>
          <p14:tracePt t="809854" x="5783263" y="5218113"/>
          <p14:tracePt t="809886" x="5795963" y="5218113"/>
          <p14:tracePt t="809910" x="5810250" y="5205413"/>
          <p14:tracePt t="809931" x="5824538" y="5205413"/>
          <p14:tracePt t="809954" x="5837238" y="5191125"/>
          <p14:tracePt t="809987" x="5851525" y="5176838"/>
          <p14:tracePt t="809999" x="5851525" y="5164138"/>
          <p14:tracePt t="810010" x="5864225" y="5149850"/>
          <p14:tracePt t="810022" x="5878513" y="5129213"/>
          <p14:tracePt t="810032" x="5891213" y="5089525"/>
          <p14:tracePt t="810044" x="5891213" y="5021263"/>
          <p14:tracePt t="810055" x="5891213" y="4932363"/>
          <p14:tracePt t="810067" x="5891213" y="4857750"/>
          <p14:tracePt t="810078" x="5878513" y="4789488"/>
          <p14:tracePt t="810089" x="5864225" y="4729163"/>
          <p14:tracePt t="810103" x="5851525" y="4687888"/>
          <p14:tracePt t="810111" x="5824538" y="4660900"/>
          <p14:tracePt t="810123" x="5783263" y="4646613"/>
          <p14:tracePt t="810135" x="5694363" y="4625975"/>
          <p14:tracePt t="810147" x="5592763" y="4613275"/>
          <p14:tracePt t="810606" x="5605463" y="4613275"/>
          <p14:tracePt t="810662" x="5619750" y="4613275"/>
          <p14:tracePt t="810673" x="5619750" y="4598988"/>
          <p14:tracePt t="810741" x="5634038" y="4598988"/>
          <p14:tracePt t="810775" x="5634038" y="4586288"/>
          <p14:tracePt t="810797" x="5646738" y="4572000"/>
          <p14:tracePt t="810810" x="5646738" y="4557713"/>
          <p14:tracePt t="810821" x="5646738" y="4545013"/>
          <p14:tracePt t="810831" x="5646738" y="4518025"/>
          <p14:tracePt t="810845" x="5646738" y="4470400"/>
          <p14:tracePt t="810854" x="5634038" y="4443413"/>
          <p14:tracePt t="810865" x="5592763" y="4367213"/>
          <p14:tracePt t="810876" x="5503863" y="4300538"/>
          <p14:tracePt t="810888" x="5422900" y="4224338"/>
          <p14:tracePt t="810900" x="5280025" y="4122738"/>
          <p14:tracePt t="810911" x="5116513" y="4027488"/>
          <p14:tracePt t="810922" x="4932363" y="3938588"/>
          <p14:tracePt t="810933" x="4776788" y="3863975"/>
          <p14:tracePt t="810966" x="4572000" y="3795713"/>
          <p14:tracePt t="810969" x="4354513" y="3721100"/>
          <p14:tracePt t="810978" x="4211638" y="3694113"/>
          <p14:tracePt t="810983" x="4027488" y="3667125"/>
          <p14:tracePt t="810990" x="3884613" y="3667125"/>
          <p14:tracePt t="811001" x="3783013" y="3694113"/>
          <p14:tracePt t="811013" x="3667125" y="3756025"/>
          <p14:tracePt t="811024" x="3565525" y="3851275"/>
          <p14:tracePt t="811035" x="3497263" y="3938588"/>
          <p14:tracePt t="811046" x="3435350" y="4081463"/>
          <p14:tracePt t="811057" x="3395663" y="4197350"/>
          <p14:tracePt t="811068" x="3360738" y="4313238"/>
          <p14:tracePt t="811079" x="3348038" y="4387850"/>
          <p14:tracePt t="811093" x="3333750" y="4470400"/>
          <p14:tracePt t="811103" x="3348038" y="4572000"/>
          <p14:tracePt t="811114" x="3360738" y="4625975"/>
          <p14:tracePt t="811125" x="3408363" y="4714875"/>
          <p14:tracePt t="811136" x="3449638" y="4803775"/>
          <p14:tracePt t="811148" x="3497263" y="4857750"/>
          <p14:tracePt t="811159" x="3538538" y="4919663"/>
          <p14:tracePt t="811169" x="3592513" y="4973638"/>
          <p14:tracePt t="811181" x="3667125" y="5033963"/>
          <p14:tracePt t="811193" x="3708400" y="5062538"/>
          <p14:tracePt t="811203" x="3783013" y="5102225"/>
          <p14:tracePt t="811214" x="3863975" y="5149850"/>
          <p14:tracePt t="811226" x="3925888" y="5164138"/>
          <p14:tracePt t="811236" x="4014788" y="5191125"/>
          <p14:tracePt t="811248" x="4095750" y="5218113"/>
          <p14:tracePt t="811260" x="4170363" y="5218113"/>
          <p14:tracePt t="811270" x="4271963" y="5232400"/>
          <p14:tracePt t="811282" x="4414838" y="5232400"/>
          <p14:tracePt t="811293" x="4530725" y="5232400"/>
          <p14:tracePt t="811304" x="4729163" y="5218113"/>
          <p14:tracePt t="811315" x="4932363" y="5191125"/>
          <p14:tracePt t="811327" x="5149850" y="5116513"/>
          <p14:tracePt t="811338" x="5319713" y="5062538"/>
          <p14:tracePt t="811350" x="5503863" y="4946650"/>
          <p14:tracePt t="811361" x="5681663" y="4830763"/>
          <p14:tracePt t="811371" x="5795963" y="4729163"/>
          <p14:tracePt t="811383" x="5926138" y="4586288"/>
          <p14:tracePt t="811394" x="6007100" y="4443413"/>
          <p14:tracePt t="811405" x="6054725" y="4354513"/>
          <p14:tracePt t="811417" x="6081713" y="4238625"/>
          <p14:tracePt t="811439" x="6081713" y="4157663"/>
          <p14:tracePt t="811442" x="6054725" y="4068763"/>
          <p14:tracePt t="811451" x="6007100" y="4027488"/>
          <p14:tracePt t="811461" x="5953125" y="3967163"/>
          <p14:tracePt t="811473" x="5878513" y="3925888"/>
          <p14:tracePt t="811485" x="5824538" y="3911600"/>
          <p14:tracePt t="811496" x="5735638" y="3884613"/>
          <p14:tracePt t="811506" x="5634038" y="3884613"/>
          <p14:tracePt t="811518" x="5565775" y="3884613"/>
          <p14:tracePt t="811529" x="5462588" y="3884613"/>
          <p14:tracePt t="811540" x="5375275" y="3911600"/>
          <p14:tracePt t="811552" x="5292725" y="3938588"/>
          <p14:tracePt t="811563" x="5218113" y="3979863"/>
          <p14:tracePt t="811575" x="5149850" y="4054475"/>
          <p14:tracePt t="811586" x="5075238" y="4157663"/>
          <p14:tracePt t="811597" x="5021263" y="4259263"/>
          <p14:tracePt t="811609" x="4973638" y="4456113"/>
          <p14:tracePt t="811619" x="4973638" y="4673600"/>
          <p14:tracePt t="811630" x="5021263" y="4816475"/>
          <p14:tracePt t="811643" x="5075238" y="4973638"/>
          <p14:tracePt t="811653" x="5149850" y="5089525"/>
          <p14:tracePt t="811665" x="5191125" y="5149850"/>
          <p14:tracePt t="811676" x="5205413" y="5176838"/>
          <p14:tracePt t="811687" x="5205413" y="5191125"/>
          <p14:tracePt t="811945" x="5218113" y="5191125"/>
          <p14:tracePt t="811956" x="5232400" y="5191125"/>
          <p14:tracePt t="811968" x="5259388" y="5191125"/>
          <p14:tracePt t="811979" x="5280025" y="5191125"/>
          <p14:tracePt t="811990" x="5292725" y="5191125"/>
          <p14:tracePt t="812012" x="5319713" y="5191125"/>
          <p14:tracePt t="812015" x="5334000" y="5191125"/>
          <p14:tracePt t="812024" x="5348288" y="5191125"/>
          <p14:tracePt t="812038" x="5375275" y="5176838"/>
          <p14:tracePt t="812048" x="5422900" y="5164138"/>
          <p14:tracePt t="812058" x="5449888" y="5149850"/>
          <p14:tracePt t="812071" x="5518150" y="5102225"/>
          <p14:tracePt t="812081" x="5578475" y="5075238"/>
          <p14:tracePt t="812093" x="5634038" y="5000625"/>
          <p14:tracePt t="812105" x="5694363" y="4919663"/>
          <p14:tracePt t="812114" x="5721350" y="4843463"/>
          <p14:tracePt t="812126" x="5762625" y="4741863"/>
          <p14:tracePt t="812138" x="5783263" y="4660900"/>
          <p14:tracePt t="812148" x="5783263" y="4557713"/>
          <p14:tracePt t="812159" x="5783263" y="4483100"/>
          <p14:tracePt t="812171" x="5783263" y="4402138"/>
          <p14:tracePt t="812181" x="5762625" y="4340225"/>
          <p14:tracePt t="812194" x="5735638" y="4286250"/>
          <p14:tracePt t="812205" x="5708650" y="4238625"/>
          <p14:tracePt t="812215" x="5681663" y="4211638"/>
          <p14:tracePt t="812227" x="5667375" y="4197350"/>
          <p14:tracePt t="812238" x="5634038" y="4197350"/>
          <p14:tracePt t="812249" x="5619750" y="4184650"/>
          <p14:tracePt t="812260" x="5605463" y="4184650"/>
          <p14:tracePt t="812272" x="5592763" y="4184650"/>
          <p14:tracePt t="812283" x="5578475" y="4184650"/>
          <p14:tracePt t="812294" x="5565775" y="4184650"/>
          <p14:tracePt t="812306" x="5565775" y="4197350"/>
          <p14:tracePt t="812316" x="5551488" y="4197350"/>
          <p14:tracePt t="812328" x="5538788" y="4197350"/>
          <p14:tracePt t="812340" x="5538788" y="4211638"/>
          <p14:tracePt t="812350" x="5518150" y="4211638"/>
          <p14:tracePt t="812362" x="5503863" y="4211638"/>
          <p14:tracePt t="812485" x="5503863" y="4197350"/>
          <p14:tracePt t="812496" x="5503863" y="4170363"/>
          <p14:tracePt t="812507" x="5503863" y="4122738"/>
          <p14:tracePt t="812521" x="5491163" y="4081463"/>
          <p14:tracePt t="812531" x="5476875" y="4054475"/>
          <p14:tracePt t="812543" x="5449888" y="4027488"/>
          <p14:tracePt t="812555" x="5422900" y="3994150"/>
          <p14:tracePt t="812565" x="5387975" y="3967163"/>
          <p14:tracePt t="812577" x="5334000" y="3938588"/>
          <p14:tracePt t="812589" x="5245100" y="3911600"/>
          <p14:tracePt t="812599" x="5149850" y="3898900"/>
          <p14:tracePt t="812610" x="5048250" y="3884613"/>
          <p14:tracePt t="812622" x="4884738" y="3863975"/>
          <p14:tracePt t="812632" x="4729163" y="3884613"/>
          <p14:tracePt t="812644" x="4625975" y="3898900"/>
          <p14:tracePt t="812656" x="4470400" y="3938588"/>
          <p14:tracePt t="812666" x="4367213" y="4014788"/>
          <p14:tracePt t="812678" x="4313238" y="4068763"/>
          <p14:tracePt t="812689" x="4259263" y="4170363"/>
          <p14:tracePt t="812699" x="4211638" y="4271963"/>
          <p14:tracePt t="812711" x="4197350" y="4402138"/>
          <p14:tracePt t="812722" x="4211638" y="4497388"/>
          <p14:tracePt t="812732" x="4259263" y="4646613"/>
          <p14:tracePt t="812744" x="4340225" y="4816475"/>
          <p14:tracePt t="812755" x="4429125" y="4959350"/>
          <p14:tracePt t="812767" x="4586288" y="5149850"/>
          <p14:tracePt t="812779" x="4776788" y="5319713"/>
          <p14:tracePt t="812790" x="4905375" y="5435600"/>
          <p14:tracePt t="812800" x="5075238" y="5551488"/>
          <p14:tracePt t="812812" x="5218113" y="5619750"/>
          <p14:tracePt t="812823" x="5319713" y="5646738"/>
          <p14:tracePt t="812834" x="5435600" y="5667375"/>
          <p14:tracePt t="812847" x="5551488" y="5667375"/>
          <p14:tracePt t="812857" x="5681663" y="5667375"/>
          <p14:tracePt t="812868" x="5783263" y="5646738"/>
          <p14:tracePt t="812880" x="5891213" y="5592763"/>
          <p14:tracePt t="812891" x="6042025" y="5503863"/>
          <p14:tracePt t="812901" x="6137275" y="5435600"/>
          <p14:tracePt t="812914" x="6300788" y="5307013"/>
          <p14:tracePt t="812925" x="6443663" y="5149850"/>
          <p14:tracePt t="812935" x="6545263" y="5000625"/>
          <p14:tracePt t="812947" x="6673850" y="4776788"/>
          <p14:tracePt t="812958" x="6756400" y="4545013"/>
          <p14:tracePt t="812969" x="6816725" y="4340225"/>
          <p14:tracePt t="812980" x="6831013" y="4224338"/>
          <p14:tracePt t="812992" x="6843713" y="4068763"/>
          <p14:tracePt t="813004" x="6831013" y="3925888"/>
          <p14:tracePt t="813015" x="6804025" y="3824288"/>
          <p14:tracePt t="813027" x="6729413" y="3694113"/>
          <p14:tracePt t="813038" x="6626225" y="3578225"/>
          <p14:tracePt t="813058" x="6545263" y="3509963"/>
          <p14:tracePt t="813062" x="6381750" y="3395663"/>
          <p14:tracePt t="813073" x="6211888" y="3279775"/>
          <p14:tracePt t="813082" x="6081713" y="3217863"/>
          <p14:tracePt t="813095" x="5926138" y="3136900"/>
          <p14:tracePt t="813107" x="5783263" y="3074988"/>
          <p14:tracePt t="813116" x="5667375" y="3033713"/>
          <p14:tracePt t="813128" x="5565775" y="3006725"/>
          <p14:tracePt t="813139" x="5462588" y="2973388"/>
          <p14:tracePt t="813149" x="5348288" y="2946400"/>
          <p14:tracePt t="813161" x="5280025" y="2932113"/>
          <p14:tracePt t="813172" x="5176838" y="2919413"/>
          <p14:tracePt t="813183" x="5089525" y="2905125"/>
          <p14:tracePt t="813194" x="5033963" y="2890838"/>
          <p14:tracePt t="813206" x="4986338" y="2890838"/>
          <p14:tracePt t="813216" x="4946650" y="2905125"/>
          <p14:tracePt t="813228" x="4905375" y="2905125"/>
          <p14:tracePt t="813239" x="4872038" y="2919413"/>
          <p14:tracePt t="813250" x="4830763" y="2932113"/>
          <p14:tracePt t="813262" x="4776788" y="2946400"/>
          <p14:tracePt t="813273" x="4729163" y="2959100"/>
          <p14:tracePt t="813284" x="4646613" y="2994025"/>
          <p14:tracePt t="813296" x="4572000" y="3033713"/>
          <p14:tracePt t="813307" x="4497388" y="3062288"/>
          <p14:tracePt t="813318" x="4443413" y="3089275"/>
          <p14:tracePt t="813329" x="4387850" y="3101975"/>
          <p14:tracePt t="813341" x="4354513" y="3136900"/>
          <p14:tracePt t="813351" x="4313238" y="3163888"/>
          <p14:tracePt t="813363" x="4271963" y="3190875"/>
          <p14:tracePt t="813374" x="4224338" y="3217863"/>
          <p14:tracePt t="813385" x="4211638" y="3252788"/>
          <p14:tracePt t="813397" x="4211638" y="3279775"/>
          <p14:tracePt t="813408" x="4197350" y="3306763"/>
          <p14:tracePt t="813419" x="4197350" y="3348038"/>
          <p14:tracePt t="813430" x="4211638" y="3395663"/>
          <p14:tracePt t="813441" x="4211638" y="3449638"/>
          <p14:tracePt t="813454" x="4224338" y="3497263"/>
          <p14:tracePt t="813464" x="4238625" y="3551238"/>
          <p14:tracePt t="813475" x="4238625" y="3605213"/>
          <p14:tracePt t="813487" x="4238625" y="3667125"/>
          <p14:tracePt t="813498" x="4238625" y="3708400"/>
          <p14:tracePt t="813509" x="4238625" y="3756025"/>
          <p14:tracePt t="813522" x="4238625" y="3783013"/>
          <p14:tracePt t="813531" x="4238625" y="3810000"/>
          <p14:tracePt t="813543" x="4238625" y="3851275"/>
          <p14:tracePt t="813555" x="4238625" y="3911600"/>
          <p14:tracePt t="813565" x="4259263" y="3952875"/>
          <p14:tracePt t="813577" x="4271963" y="4014788"/>
          <p14:tracePt t="813589" x="4271963" y="4068763"/>
          <p14:tracePt t="813599" x="4286250" y="4110038"/>
          <p14:tracePt t="813610" x="4286250" y="4157663"/>
          <p14:tracePt t="813622" x="4286250" y="4197350"/>
          <p14:tracePt t="813633" x="4300538" y="4259263"/>
          <p14:tracePt t="813645" x="4300538" y="4286250"/>
          <p14:tracePt t="813656" x="4313238" y="4313238"/>
          <p14:tracePt t="813666" x="4313238" y="4340225"/>
          <p14:tracePt t="813711" x="4327525" y="4340225"/>
          <p14:tracePt t="813734" x="4340225" y="4327525"/>
          <p14:tracePt t="813737" x="4367213" y="4286250"/>
          <p14:tracePt t="813746" x="4402138" y="4224338"/>
          <p14:tracePt t="813756" x="4456113" y="4157663"/>
          <p14:tracePt t="813768" x="4530725" y="4068763"/>
          <p14:tracePt t="813780" x="4625975" y="3952875"/>
          <p14:tracePt t="813791" x="4687888" y="3863975"/>
          <p14:tracePt t="813801" x="4741863" y="3756025"/>
          <p14:tracePt t="813814" x="4789488" y="3625850"/>
          <p14:tracePt t="813825" x="4803775" y="3524250"/>
          <p14:tracePt t="813835" x="4803775" y="3395663"/>
          <p14:tracePt t="813847" x="4776788" y="3265488"/>
          <p14:tracePt t="813858" x="4729163" y="3136900"/>
          <p14:tracePt t="813869" x="4687888" y="3048000"/>
          <p14:tracePt t="813880" x="4586288" y="2946400"/>
          <p14:tracePt t="813892" x="4483100" y="2843213"/>
          <p14:tracePt t="813903" x="4402138" y="2762250"/>
          <p14:tracePt t="813914" x="4238625" y="2673350"/>
          <p14:tracePt t="813925" x="4068763" y="2586038"/>
          <p14:tracePt t="813938" x="3925888" y="2530475"/>
          <p14:tracePt t="813948" x="3708400" y="2455863"/>
          <p14:tracePt t="813959" x="3476625" y="2414588"/>
          <p14:tracePt t="813971" x="3265488" y="2374900"/>
          <p14:tracePt t="813981" x="3122613" y="2360613"/>
          <p14:tracePt t="813993" x="2973388" y="2360613"/>
          <p14:tracePt t="814005" x="2843213" y="2374900"/>
          <p14:tracePt t="814015" x="2789238" y="2387600"/>
          <p14:tracePt t="814027" x="2735263" y="2414588"/>
          <p14:tracePt t="814039" x="2700338" y="2428875"/>
          <p14:tracePt t="814049" x="2687638" y="2443163"/>
          <p14:tracePt t="814061" x="2660650" y="2443163"/>
          <p14:tracePt t="814072" x="2646363" y="2443163"/>
          <p14:tracePt t="814105" x="2633663" y="2443163"/>
          <p14:tracePt t="814128" x="2619375" y="2428875"/>
          <p14:tracePt t="814139" x="2586038" y="2414588"/>
          <p14:tracePt t="814150" x="2557463" y="2387600"/>
          <p14:tracePt t="814162" x="2530475" y="2374900"/>
          <p14:tracePt t="814173" x="2503488" y="2360613"/>
          <p14:tracePt t="814184" x="2490788" y="2339975"/>
          <p14:tracePt t="814229" x="2503488" y="2360613"/>
          <p14:tracePt t="814240" x="2586038" y="2374900"/>
          <p14:tracePt t="814251" x="2747963" y="2401888"/>
          <p14:tracePt t="814264" x="3006725" y="2443163"/>
          <p14:tracePt t="814274" x="3252788" y="2490788"/>
          <p14:tracePt t="814285" x="3667125" y="2517775"/>
          <p14:tracePt t="814297" x="4238625" y="2557463"/>
          <p14:tracePt t="814308" x="4687888" y="2586038"/>
          <p14:tracePt t="814319" x="5259388" y="2598738"/>
          <p14:tracePt t="814331" x="5878513" y="2598738"/>
          <p14:tracePt t="814343" x="6280150" y="2598738"/>
          <p14:tracePt t="814355" x="6804025" y="2598738"/>
          <p14:tracePt t="814365" x="7129463" y="2598738"/>
          <p14:tracePt t="814377" x="7578725" y="2586038"/>
          <p14:tracePt t="814388" x="7837488" y="2586038"/>
          <p14:tracePt t="814398" x="8150225" y="2586038"/>
          <p14:tracePt t="814409" x="8340725" y="2586038"/>
          <p14:tracePt t="814421" x="8524875" y="2586038"/>
          <p14:tracePt t="814432" x="8653463" y="2586038"/>
          <p14:tracePt t="814443" x="8715375" y="2586038"/>
          <p14:tracePt t="814455" x="8756650" y="2571750"/>
          <p14:tracePt t="814466" x="8769350" y="2571750"/>
          <p14:tracePt t="814477" x="8783638" y="2557463"/>
          <p14:tracePt t="814489" x="8796338" y="2544763"/>
          <p14:tracePt t="814499" x="8810625" y="2530475"/>
          <p14:tracePt t="814511" x="8810625" y="2517775"/>
          <p14:tracePt t="814522" x="8831263" y="2490788"/>
          <p14:tracePt t="814533" x="8810625" y="2455863"/>
          <p14:tracePt t="814545" x="8796338" y="2414588"/>
          <p14:tracePt t="814556" x="8742363" y="2374900"/>
          <p14:tracePt t="814567" x="8626475" y="2300288"/>
          <p14:tracePt t="814579" x="8456613" y="2211388"/>
          <p14:tracePt t="814590" x="8123238" y="2101850"/>
          <p14:tracePt t="814600" x="7694613" y="1952625"/>
          <p14:tracePt t="814612" x="7348538" y="1836738"/>
          <p14:tracePt t="814623" x="6858000" y="1728788"/>
          <p14:tracePt t="814634" x="6224588" y="1598613"/>
          <p14:tracePt t="814646" x="5824538" y="1524000"/>
          <p14:tracePt t="814657" x="5259388" y="1449388"/>
          <p14:tracePt t="814668" x="4741863" y="1395413"/>
          <p14:tracePt t="814680" x="4414838" y="1381125"/>
          <p14:tracePt t="814690" x="3979863" y="1381125"/>
          <p14:tracePt t="814701" x="3721100" y="1395413"/>
          <p14:tracePt t="814713" x="3408363" y="1435100"/>
          <p14:tracePt t="814724" x="3232150" y="1470025"/>
          <p14:tracePt t="814735" x="3048000" y="1524000"/>
          <p14:tracePt t="814747" x="2946400" y="1577975"/>
          <p14:tracePt t="814758" x="2816225" y="1666875"/>
          <p14:tracePt t="814769" x="2735263" y="1741488"/>
          <p14:tracePt t="814781" x="2673350" y="1795463"/>
          <p14:tracePt t="814792" x="2633663" y="1871663"/>
          <p14:tracePt t="814804" x="2598738" y="1925638"/>
          <p14:tracePt t="814814" x="2571750" y="2000250"/>
          <p14:tracePt t="814825" x="2557463" y="2054225"/>
          <p14:tracePt t="814837" x="2557463" y="2128838"/>
          <p14:tracePt t="814847" x="2571750" y="2197100"/>
          <p14:tracePt t="814859" x="2598738" y="2259013"/>
          <p14:tracePt t="814872" x="2673350" y="2339975"/>
          <p14:tracePt t="814882" x="2747963" y="2401888"/>
          <p14:tracePt t="814894" x="2890838" y="2517775"/>
          <p14:tracePt t="814905" x="3021013" y="2586038"/>
          <p14:tracePt t="814915" x="3279775" y="2700338"/>
          <p14:tracePt t="814927" x="3497263" y="2789238"/>
          <p14:tracePt t="814938" x="3884613" y="2890838"/>
          <p14:tracePt t="814949" x="4327525" y="2994025"/>
          <p14:tracePt t="814960" x="4613275" y="3033713"/>
          <p14:tracePt t="814972" x="5048250" y="3089275"/>
          <p14:tracePt t="814982" x="5307013" y="3122613"/>
          <p14:tracePt t="814994" x="5694363" y="3136900"/>
          <p14:tracePt t="815006" x="5938838" y="3136900"/>
          <p14:tracePt t="815016" x="6300788" y="3136900"/>
          <p14:tracePt t="815028" x="6524625" y="3136900"/>
          <p14:tracePt t="815039" x="6872288" y="3122613"/>
          <p14:tracePt t="815050" x="7218363" y="3089275"/>
          <p14:tracePt t="815062" x="7415213" y="3062288"/>
          <p14:tracePt t="815074" x="7673975" y="2994025"/>
          <p14:tracePt t="815084" x="7804150" y="2932113"/>
          <p14:tracePt t="815096" x="7967663" y="2830513"/>
          <p14:tracePt t="815107" x="8034338" y="2762250"/>
          <p14:tracePt t="815117" x="8123238" y="2646363"/>
          <p14:tracePt t="815130" x="8150225" y="2571750"/>
          <p14:tracePt t="815163" x="8177213" y="2490788"/>
          <p14:tracePt t="815167" x="8177213" y="2414588"/>
          <p14:tracePt t="815174" x="8164513" y="2374900"/>
          <p14:tracePt t="815181" x="8137525" y="2312988"/>
          <p14:tracePt t="815190" x="8096250" y="2271713"/>
          <p14:tracePt t="815199" x="8007350" y="2211388"/>
          <p14:tracePt t="815208" x="7878763" y="2157413"/>
          <p14:tracePt t="815223" x="7620000" y="2068513"/>
          <p14:tracePt t="815232" x="7388225" y="2014538"/>
          <p14:tracePt t="815243" x="6959600" y="1952625"/>
          <p14:tracePt t="815258" x="6497638" y="1884363"/>
          <p14:tracePt t="815266" x="6170613" y="1836738"/>
          <p14:tracePt t="815278" x="5667375" y="1795463"/>
          <p14:tracePt t="815289" x="5319713" y="1768475"/>
          <p14:tracePt t="815298" x="4816475" y="1768475"/>
          <p14:tracePt t="815309" x="4497388" y="1768475"/>
          <p14:tracePt t="815321" x="4110038" y="1809750"/>
          <p14:tracePt t="815331" x="3911600" y="1836738"/>
          <p14:tracePt t="815343" x="3681413" y="1898650"/>
          <p14:tracePt t="815356" x="3509963" y="1973263"/>
          <p14:tracePt t="815366" x="3408363" y="2014538"/>
          <p14:tracePt t="815377" x="3306763" y="2081213"/>
          <p14:tracePt t="815389" x="3252788" y="2128838"/>
          <p14:tracePt t="815399" x="3176588" y="2211388"/>
          <p14:tracePt t="815411" x="3149600" y="2259013"/>
          <p14:tracePt t="815422" x="3122613" y="2327275"/>
          <p14:tracePt t="815433" x="3101975" y="2387600"/>
          <p14:tracePt t="815444" x="3122613" y="2443163"/>
          <p14:tracePt t="815456" x="3136900" y="2503488"/>
          <p14:tracePt t="815466" x="3176588" y="2544763"/>
          <p14:tracePt t="815478" x="3265488" y="2619375"/>
          <p14:tracePt t="815490" x="3348038" y="2673350"/>
          <p14:tracePt t="815500" x="3497263" y="2747963"/>
          <p14:tracePt t="815512" x="3605213" y="2789238"/>
          <p14:tracePt t="815523" x="3795713" y="2843213"/>
          <p14:tracePt t="815534" x="3967163" y="2878138"/>
          <p14:tracePt t="815546" x="4224338" y="2919413"/>
          <p14:tracePt t="815557" x="4497388" y="2959100"/>
          <p14:tracePt t="815567" x="4687888" y="2959100"/>
          <p14:tracePt t="815579" x="4946650" y="2973388"/>
          <p14:tracePt t="815590" x="5129213" y="2973388"/>
          <p14:tracePt t="815601" x="5375275" y="2959100"/>
          <p14:tracePt t="815613" x="5551488" y="2946400"/>
          <p14:tracePt t="815624" x="5795963" y="2932113"/>
          <p14:tracePt t="815635" x="6021388" y="2905125"/>
          <p14:tracePt t="815646" x="6149975" y="2890838"/>
          <p14:tracePt t="815658" x="6327775" y="2878138"/>
          <p14:tracePt t="815669" x="6429375" y="2878138"/>
          <p14:tracePt t="815680" x="6524625" y="2863850"/>
          <p14:tracePt t="815692" x="6586538" y="2843213"/>
          <p14:tracePt t="815714" x="6572250" y="2843213"/>
          <p14:tracePt t="816164" x="6572250" y="2830513"/>
          <p14:tracePt t="816400" x="6586538" y="2830513"/>
          <p14:tracePt t="816411" x="6586538" y="2843213"/>
          <p14:tracePt t="816423" x="6599238" y="2843213"/>
          <p14:tracePt t="816435" x="6613525" y="2843213"/>
          <p14:tracePt t="816456" x="6626225" y="2843213"/>
          <p14:tracePt t="816490" x="6640513" y="2843213"/>
          <p14:tracePt t="816492" x="6673850" y="2843213"/>
          <p14:tracePt t="816504" x="6715125" y="2843213"/>
          <p14:tracePt t="816513" x="6756400" y="2843213"/>
          <p14:tracePt t="816524" x="6804025" y="2843213"/>
          <p14:tracePt t="816537" x="6858000" y="2830513"/>
          <p14:tracePt t="816547" x="6911975" y="2816225"/>
          <p14:tracePt t="816559" x="6959600" y="2803525"/>
          <p14:tracePt t="816571" x="7027863" y="2776538"/>
          <p14:tracePt t="816581" x="7089775" y="2735263"/>
          <p14:tracePt t="816593" x="7143750" y="2687638"/>
          <p14:tracePt t="816604" x="7170738" y="2646363"/>
          <p14:tracePt t="816614" x="7205663" y="2598738"/>
          <p14:tracePt t="816626" x="7232650" y="2544763"/>
          <p14:tracePt t="816637" x="7232650" y="2517775"/>
          <p14:tracePt t="816648" x="7245350" y="2470150"/>
          <p14:tracePt t="816659" x="7245350" y="2428875"/>
          <p14:tracePt t="816671" x="7245350" y="2401888"/>
          <p14:tracePt t="816681" x="7245350" y="2387600"/>
          <p14:tracePt t="816693" x="7245350" y="2360613"/>
          <p14:tracePt t="816704" x="7245350" y="2339975"/>
          <p14:tracePt t="816715" x="7245350" y="2327275"/>
          <p14:tracePt t="816727" x="7232650" y="2312988"/>
          <p14:tracePt t="816738" x="7232650" y="2300288"/>
          <p14:tracePt t="816760" x="7232650" y="2286000"/>
          <p14:tracePt t="817401" x="7232650" y="2312988"/>
          <p14:tracePt t="817414" x="7245350" y="2339975"/>
          <p14:tracePt t="817425" x="7259638" y="2374900"/>
          <p14:tracePt t="817435" x="7286625" y="2401888"/>
          <p14:tracePt t="817448" x="7286625" y="2414588"/>
          <p14:tracePt t="817459" x="7286625" y="2443163"/>
          <p14:tracePt t="818043" x="7307263" y="2443163"/>
          <p14:tracePt t="818054" x="7319963" y="2443163"/>
          <p14:tracePt t="818066" x="7334250" y="2443163"/>
          <p14:tracePt t="818078" x="7348538" y="2443163"/>
          <p14:tracePt t="818090" x="7361238" y="2443163"/>
          <p14:tracePt t="818100" x="7375525" y="2455863"/>
          <p14:tracePt t="818111" x="7388225" y="2455863"/>
          <p14:tracePt t="818123" x="7415213" y="2470150"/>
          <p14:tracePt t="818134" x="7435850" y="2470150"/>
          <p14:tracePt t="818145" x="7450138" y="2490788"/>
          <p14:tracePt t="818157" x="7477125" y="2503488"/>
          <p14:tracePt t="818168" x="7504113" y="2530475"/>
          <p14:tracePt t="818179" x="7566025" y="2557463"/>
          <p14:tracePt t="818190" x="7634288" y="2586038"/>
          <p14:tracePt t="818200" x="7777163" y="2660650"/>
          <p14:tracePt t="818212" x="8007350" y="2747963"/>
          <p14:tracePt t="818224" x="8224838" y="2830513"/>
          <p14:tracePt t="818234" x="8539163" y="2932113"/>
          <p14:tracePt t="818246" x="8843963" y="3006725"/>
          <p14:tracePt t="818257" x="9028113" y="3048000"/>
          <p14:tracePt t="818268" x="9197975" y="3089275"/>
          <p14:tracePt t="818280" x="9286875" y="3101975"/>
          <p14:tracePt t="818301" x="9301163" y="3122613"/>
          <p14:tracePt t="818482" x="9313863" y="3101975"/>
          <p14:tracePt t="818495" x="9328150" y="3101975"/>
          <p14:tracePt t="818504" x="9348788" y="3101975"/>
          <p14:tracePt t="818517" x="9375775" y="3122613"/>
          <p14:tracePt t="818529" x="9388475" y="3122613"/>
          <p14:tracePt t="818538" x="9415463" y="3136900"/>
          <p14:tracePt t="818550" x="9456738" y="3149600"/>
          <p14:tracePt t="818562" x="9491663" y="3176588"/>
          <p14:tracePt t="818572" x="9545638" y="3205163"/>
          <p14:tracePt t="818585" x="9605963" y="3252788"/>
          <p14:tracePt t="818596" x="9688513" y="3306763"/>
          <p14:tracePt t="818606" x="9777413" y="3360738"/>
          <p14:tracePt t="818618" x="9864725" y="3422650"/>
          <p14:tracePt t="818629" x="9994900" y="3497263"/>
          <p14:tracePt t="818639" x="10137775" y="3565525"/>
          <p14:tracePt t="818651" x="10253663" y="3625850"/>
          <p14:tracePt t="818662" x="10396538" y="3681413"/>
          <p14:tracePt t="818673" x="10539413" y="3708400"/>
          <p14:tracePt t="818685" x="10668000" y="3721100"/>
          <p14:tracePt t="818696" x="10769600" y="3721100"/>
          <p14:tracePt t="818706" x="10872788" y="3708400"/>
          <p14:tracePt t="818719" x="10953750" y="3694113"/>
          <p14:tracePt t="818729" x="11015663" y="3667125"/>
          <p14:tracePt t="818740" x="11055350" y="3625850"/>
          <p14:tracePt t="818753" x="11082338" y="3578225"/>
          <p14:tracePt t="818763" x="11096625" y="3538538"/>
          <p14:tracePt t="818774" x="11082338" y="3497263"/>
          <p14:tracePt t="818787" x="11069638" y="3435350"/>
          <p14:tracePt t="818797" x="11028363" y="3395663"/>
          <p14:tracePt t="818809" x="10939463" y="3348038"/>
          <p14:tracePt t="818819" x="10810875" y="3306763"/>
          <p14:tracePt t="818831" x="10653713" y="3279775"/>
          <p14:tracePt t="818842" x="10510838" y="3279775"/>
          <p14:tracePt t="818854" x="10307638" y="3306763"/>
          <p14:tracePt t="818864" x="10090150" y="3381375"/>
          <p14:tracePt t="818877" x="9959975" y="3435350"/>
          <p14:tracePt t="818887" x="9831388" y="3538538"/>
          <p14:tracePt t="818898" x="9763125" y="3625850"/>
          <p14:tracePt t="818910" x="9736138" y="3681413"/>
          <p14:tracePt t="818920" x="9721850" y="3735388"/>
          <p14:tracePt t="818931" x="9736138" y="3795713"/>
          <p14:tracePt t="818944" x="9763125" y="3836988"/>
          <p14:tracePt t="818954" x="9790113" y="3851275"/>
          <p14:tracePt t="818966" x="9879013" y="3884613"/>
          <p14:tracePt t="818978" x="10007600" y="3898900"/>
          <p14:tracePt t="818988" x="10123488" y="3898900"/>
          <p14:tracePt t="818999" x="10320338" y="3898900"/>
          <p14:tracePt t="819011" x="10510838" y="3851275"/>
          <p14:tracePt t="819021" x="10614025" y="3810000"/>
          <p14:tracePt t="819033" x="10756900" y="3735388"/>
          <p14:tracePt t="819044" x="10852150" y="3652838"/>
          <p14:tracePt t="819055" x="10912475" y="3578225"/>
          <p14:tracePt t="819067" x="10939463" y="3497263"/>
          <p14:tracePt t="819079" x="10939463" y="3422650"/>
          <p14:tracePt t="819089" x="10926763" y="3381375"/>
          <p14:tracePt t="819101" x="10885488" y="3348038"/>
          <p14:tracePt t="819112" x="10810875" y="3319463"/>
          <p14:tracePt t="819123" x="10709275" y="3306763"/>
          <p14:tracePt t="819135" x="10626725" y="3306763"/>
          <p14:tracePt t="819146" x="10525125" y="3333750"/>
          <p14:tracePt t="819156" x="10436225" y="3381375"/>
          <p14:tracePt t="819168" x="10396538" y="3422650"/>
          <p14:tracePt t="819180" x="10334625" y="3476625"/>
          <p14:tracePt t="819190" x="10307638" y="3551238"/>
          <p14:tracePt t="819202" x="10307638" y="3592513"/>
          <p14:tracePt t="819213" x="10307638" y="3625850"/>
          <p14:tracePt t="819224" x="10334625" y="3667125"/>
          <p14:tracePt t="819235" x="10382250" y="3694113"/>
          <p14:tracePt t="819247" x="10436225" y="3708400"/>
          <p14:tracePt t="819258" x="10525125" y="3721100"/>
          <p14:tracePt t="819269" x="10626725" y="3735388"/>
          <p14:tracePt t="819281" x="10694988" y="3735388"/>
          <p14:tracePt t="819292" x="10769600" y="3721100"/>
          <p14:tracePt t="819303" x="10825163" y="3694113"/>
          <p14:tracePt t="819314" x="10837863" y="3681413"/>
          <p14:tracePt t="819326" x="10852150" y="3667125"/>
          <p14:tracePt t="819347" x="10852150" y="3652838"/>
          <p14:tracePt t="819351" x="10837863" y="3652838"/>
          <p14:tracePt t="819363" x="10825163" y="3652838"/>
          <p14:tracePt t="819372" x="10783888" y="3652838"/>
          <p14:tracePt t="819383" x="10721975" y="3667125"/>
          <p14:tracePt t="819394" x="10653713" y="3708400"/>
          <p14:tracePt t="819404" x="10552113" y="3783013"/>
          <p14:tracePt t="819416" x="10450513" y="3884613"/>
          <p14:tracePt t="819428" x="10382250" y="3967163"/>
          <p14:tracePt t="819438" x="10307638" y="4081463"/>
          <p14:tracePt t="819450" x="10253663" y="4197350"/>
          <p14:tracePt t="819461" x="10191750" y="4313238"/>
          <p14:tracePt t="819471" x="10177463" y="4367213"/>
          <p14:tracePt t="819483" x="10164763" y="4429125"/>
          <p14:tracePt t="819494" x="10177463" y="4470400"/>
          <p14:tracePt t="819505" x="10177463" y="4497388"/>
          <p14:tracePt t="819517" x="10206038" y="4530725"/>
          <p14:tracePt t="819528" x="10239375" y="4557713"/>
          <p14:tracePt t="819539" x="10280650" y="4557713"/>
          <p14:tracePt t="819550" x="10367963" y="4572000"/>
          <p14:tracePt t="819562" x="10436225" y="4572000"/>
          <p14:tracePt t="819573" x="10498138" y="4572000"/>
          <p14:tracePt t="819584" x="10579100" y="4557713"/>
          <p14:tracePt t="819596" x="10641013" y="4545013"/>
          <p14:tracePt t="819607" x="10694988" y="4518025"/>
          <p14:tracePt t="819619" x="10709275" y="4497388"/>
          <p14:tracePt t="819630" x="10709275" y="4483100"/>
          <p14:tracePt t="819640" x="10709275" y="4456113"/>
          <p14:tracePt t="819652" x="10694988" y="4456113"/>
          <p14:tracePt t="819663" x="10653713" y="4443413"/>
          <p14:tracePt t="819674" x="10579100" y="4443413"/>
          <p14:tracePt t="819685" x="10510838" y="4456113"/>
          <p14:tracePt t="819696" x="10382250" y="4497388"/>
          <p14:tracePt t="819707" x="10239375" y="4625975"/>
          <p14:tracePt t="819719" x="10090150" y="4776788"/>
          <p14:tracePt t="819730" x="10007600" y="4872038"/>
          <p14:tracePt t="819741" x="9932988" y="5000625"/>
          <p14:tracePt t="819753" x="9879013" y="5089525"/>
          <p14:tracePt t="819764" x="9864725" y="5129213"/>
          <p14:tracePt t="819776" x="9864725" y="5176838"/>
          <p14:tracePt t="819786" x="9891713" y="5205413"/>
          <p14:tracePt t="819798" x="9947275" y="5232400"/>
          <p14:tracePt t="819810" x="10048875" y="5280025"/>
          <p14:tracePt t="819820" x="10206038" y="5307013"/>
          <p14:tracePt t="819831" x="10334625" y="5319713"/>
          <p14:tracePt t="819845" x="10525125" y="5319713"/>
          <p14:tracePt t="819855" x="10721975" y="5319713"/>
          <p14:tracePt t="819865" x="10912475" y="5292725"/>
          <p14:tracePt t="819877" x="11015663" y="5259388"/>
          <p14:tracePt t="819887" x="11117263" y="5218113"/>
          <p14:tracePt t="819899" x="11158538" y="5176838"/>
          <p14:tracePt t="819911" x="11171238" y="5149850"/>
          <p14:tracePt t="819921" x="11171238" y="5089525"/>
          <p14:tracePt t="819933" x="11129963" y="5048250"/>
          <p14:tracePt t="819944" x="11082338" y="5021263"/>
          <p14:tracePt t="819955" x="11001375" y="4986338"/>
          <p14:tracePt t="819967" x="10912475" y="4986338"/>
          <p14:tracePt t="819979" x="10810875" y="5000625"/>
          <p14:tracePt t="819989" x="10721975" y="5033963"/>
          <p14:tracePt t="820001" x="10593388" y="5089525"/>
          <p14:tracePt t="820012" x="10498138" y="5176838"/>
          <p14:tracePt t="820023" x="10436225" y="5232400"/>
          <p14:tracePt t="820034" x="10396538" y="5319713"/>
          <p14:tracePt t="820045" x="10367963" y="5387975"/>
          <p14:tracePt t="820056" x="10382250" y="5435600"/>
          <p14:tracePt t="820068" x="10396538" y="5491163"/>
          <p14:tracePt t="820079" x="10436225" y="5538788"/>
          <p14:tracePt t="820090" x="10483850" y="5565775"/>
          <p14:tracePt t="820102" x="10552113" y="5578475"/>
          <p14:tracePt t="820113" x="10641013" y="5592763"/>
          <p14:tracePt t="820124" x="10742613" y="5592763"/>
          <p14:tracePt t="820135" x="10825163" y="5578475"/>
          <p14:tracePt t="820147" x="10968038" y="5551488"/>
          <p14:tracePt t="820158" x="11082338" y="5518150"/>
          <p14:tracePt t="820169" x="11171238" y="5476875"/>
          <p14:tracePt t="820181" x="11260138" y="5408613"/>
          <p14:tracePt t="820192" x="11301413" y="5348288"/>
          <p14:tracePt t="820203" x="11314113" y="5280025"/>
          <p14:tracePt t="820215" x="11314113" y="5191125"/>
          <p14:tracePt t="820226" x="11287125" y="5116513"/>
          <p14:tracePt t="820236" x="11245850" y="5062538"/>
          <p14:tracePt t="820247" x="11198225" y="5021263"/>
          <p14:tracePt t="820260" x="11129963" y="4986338"/>
          <p14:tracePt t="820271" x="11042650" y="4959350"/>
          <p14:tracePt t="820283" x="10968038" y="4946650"/>
          <p14:tracePt t="820294" x="10837863" y="4932363"/>
          <p14:tracePt t="820304" x="10694988" y="4932363"/>
          <p14:tracePt t="820315" x="10593388" y="4959350"/>
          <p14:tracePt t="820328" x="10450513" y="5048250"/>
          <p14:tracePt t="820338" x="10266363" y="5176838"/>
          <p14:tracePt t="820349" x="10137775" y="5280025"/>
          <p14:tracePt t="820361" x="9994900" y="5422900"/>
          <p14:tracePt t="820371" x="9906000" y="5551488"/>
          <p14:tracePt t="820405" x="9879013" y="5646738"/>
          <p14:tracePt t="820406" x="9864725" y="5708650"/>
          <p14:tracePt t="820416" x="9879013" y="5783263"/>
          <p14:tracePt t="820420" x="9906000" y="5851525"/>
          <p14:tracePt t="820428" x="9947275" y="5891213"/>
          <p14:tracePt t="820440" x="10048875" y="5953125"/>
          <p14:tracePt t="820452" x="10150475" y="5994400"/>
          <p14:tracePt t="820463" x="10253663" y="6007100"/>
          <p14:tracePt t="820473" x="10382250" y="6007100"/>
          <p14:tracePt t="820484" x="10510838" y="5994400"/>
          <p14:tracePt t="820496" x="10653713" y="5967413"/>
          <p14:tracePt t="820506" x="10769600" y="5938838"/>
          <p14:tracePt t="820518" x="10885488" y="5878513"/>
          <p14:tracePt t="820529" x="10968038" y="5824538"/>
          <p14:tracePt t="820540" x="11028363" y="5783263"/>
          <p14:tracePt t="820552" x="11082338" y="5721350"/>
          <p14:tracePt t="820563" x="11117263" y="5646738"/>
          <p14:tracePt t="820574" x="11129963" y="5605463"/>
          <p14:tracePt t="820586" x="11144250" y="5503863"/>
          <p14:tracePt t="820597" x="11144250" y="5387975"/>
          <p14:tracePt t="820608" x="11144250" y="5292725"/>
          <p14:tracePt t="820619" x="11129963" y="5149850"/>
          <p14:tracePt t="820630" x="11117263" y="4959350"/>
          <p14:tracePt t="820641" x="11096625" y="4756150"/>
          <p14:tracePt t="820653" x="11082338" y="4586288"/>
          <p14:tracePt t="820664" x="11069638" y="4387850"/>
          <p14:tracePt t="820676" x="11055350" y="4197350"/>
          <p14:tracePt t="820686" x="11042650" y="4081463"/>
          <p14:tracePt t="820698" x="11028363" y="3952875"/>
          <p14:tracePt t="820712" x="11001375" y="3851275"/>
          <p14:tracePt t="820722" x="10980738" y="3795713"/>
          <p14:tracePt t="820733" x="10953750" y="3735388"/>
          <p14:tracePt t="820745" x="10926763" y="3694113"/>
          <p14:tracePt t="820754" x="10899775" y="3681413"/>
          <p14:tracePt t="820766" x="10885488" y="3667125"/>
          <p14:tracePt t="820778" x="10852150" y="3667125"/>
          <p14:tracePt t="820799" x="10837863" y="3667125"/>
          <p14:tracePt t="820811" x="10825163" y="3667125"/>
          <p14:tracePt t="820821" x="10783888" y="3667125"/>
          <p14:tracePt t="820833" x="10756900" y="3667125"/>
          <p14:tracePt t="820845" x="10721975" y="3652838"/>
          <p14:tracePt t="820855" x="10668000" y="3652838"/>
          <p14:tracePt t="820867" x="10641013" y="3652838"/>
          <p14:tracePt t="820878" x="10614025" y="3667125"/>
          <p14:tracePt t="820889" x="10566400" y="3667125"/>
          <p14:tracePt t="820900" x="10552113" y="3694113"/>
          <p14:tracePt t="820912" x="10539413" y="3708400"/>
          <p14:tracePt t="820923" x="10525125" y="3735388"/>
          <p14:tracePt t="820935" x="10510838" y="3783013"/>
          <p14:tracePt t="820946" x="10525125" y="3795713"/>
          <p14:tracePt t="820956" x="10525125" y="3824288"/>
          <p14:tracePt t="820968" x="10566400" y="3851275"/>
          <p14:tracePt t="820979" x="10593388" y="3863975"/>
          <p14:tracePt t="820990" x="10641013" y="3884613"/>
          <p14:tracePt t="821002" x="10694988" y="3884613"/>
          <p14:tracePt t="821013" x="10742613" y="3884613"/>
          <p14:tracePt t="821024" x="10783888" y="3884613"/>
          <p14:tracePt t="821036" x="10825163" y="3851275"/>
          <p14:tracePt t="821047" x="10852150" y="3824288"/>
          <p14:tracePt t="821058" x="10885488" y="3795713"/>
          <p14:tracePt t="821070" x="10899775" y="3735388"/>
          <p14:tracePt t="821080" x="10899775" y="3681413"/>
          <p14:tracePt t="821092" x="10899775" y="3640138"/>
          <p14:tracePt t="821103" x="10872788" y="3565525"/>
          <p14:tracePt t="821114" x="10825163" y="3524250"/>
          <p14:tracePt t="821126" x="10796588" y="3476625"/>
          <p14:tracePt t="821137" x="10742613" y="3449638"/>
          <p14:tracePt t="821149" x="10694988" y="3435350"/>
          <p14:tracePt t="821161" x="10626725" y="3422650"/>
          <p14:tracePt t="821170" x="10579100" y="3422650"/>
          <p14:tracePt t="821181" x="10525125" y="3449638"/>
          <p14:tracePt t="821194" x="10450513" y="3497263"/>
          <p14:tracePt t="821204" x="10409238" y="3524250"/>
          <p14:tracePt t="821217" x="10367963" y="3578225"/>
          <p14:tracePt t="821229" x="10320338" y="3652838"/>
          <p14:tracePt t="821239" x="10320338" y="3708400"/>
          <p14:tracePt t="821250" x="10320338" y="3795713"/>
          <p14:tracePt t="821261" x="10367963" y="3863975"/>
          <p14:tracePt t="821271" x="10409238" y="3938588"/>
          <p14:tracePt t="821284" x="10463213" y="3967163"/>
          <p14:tracePt t="821295" x="10552113" y="4014788"/>
          <p14:tracePt t="821305" x="10668000" y="4027488"/>
          <p14:tracePt t="821317" x="10769600" y="4041775"/>
          <p14:tracePt t="821329" x="10872788" y="4027488"/>
          <p14:tracePt t="821340" x="10968038" y="3994150"/>
          <p14:tracePt t="821352" x="11028363" y="3967163"/>
          <p14:tracePt t="821363" x="11082338" y="3925888"/>
          <p14:tracePt t="821373" x="11117263" y="3851275"/>
          <p14:tracePt t="821385" x="11117263" y="3768725"/>
          <p14:tracePt t="821396" x="11117263" y="3694113"/>
          <p14:tracePt t="821406" x="11069638" y="3605213"/>
          <p14:tracePt t="821418" x="11028363" y="3538538"/>
          <p14:tracePt t="821451" x="10968038" y="3476625"/>
          <p14:tracePt t="821455" x="10885488" y="3435350"/>
          <p14:tracePt t="821463" x="10756900" y="3422650"/>
          <p14:tracePt t="821470" x="10668000" y="3408363"/>
          <p14:tracePt t="821479" x="10539413" y="3422650"/>
          <p14:tracePt t="821488" x="10436225" y="3462338"/>
          <p14:tracePt t="821498" x="10382250" y="3509963"/>
          <p14:tracePt t="821508" x="10320338" y="3578225"/>
          <p14:tracePt t="821523" x="10307638" y="3640138"/>
          <p14:tracePt t="821531" x="10320338" y="3681413"/>
          <p14:tracePt t="821544" x="10355263" y="3721100"/>
          <p14:tracePt t="821554" x="10409238" y="3768725"/>
          <p14:tracePt t="821565" x="10510838" y="3810000"/>
          <p14:tracePt t="821576" x="10593388" y="3824288"/>
          <p14:tracePt t="821586" x="10742613" y="3836988"/>
          <p14:tracePt t="821598" x="10852150" y="3836988"/>
          <p14:tracePt t="821610" x="10926763" y="3824288"/>
          <p14:tracePt t="821620" x="11015663" y="3783013"/>
          <p14:tracePt t="821632" x="11055350" y="3735388"/>
          <p14:tracePt t="821644" x="11069638" y="3694113"/>
          <p14:tracePt t="821654" x="11082338" y="3652838"/>
          <p14:tracePt t="821666" x="11069638" y="3592513"/>
          <p14:tracePt t="821677" x="11055350" y="3538538"/>
          <p14:tracePt t="821688" x="11028363" y="3524250"/>
          <p14:tracePt t="821699" x="11001375" y="3497263"/>
          <p14:tracePt t="821711" x="10968038" y="3476625"/>
          <p14:tracePt t="821721" x="10953750" y="3462338"/>
          <p14:tracePt t="821734" x="10939463" y="3462338"/>
          <p14:tracePt t="821745" x="10926763" y="3462338"/>
          <p14:tracePt t="821991" x="10899775" y="3462338"/>
          <p14:tracePt t="822003" x="10885488" y="3462338"/>
          <p14:tracePt t="822014" x="10852150" y="3449638"/>
          <p14:tracePt t="822025" x="10810875" y="3449638"/>
          <p14:tracePt t="822037" x="10756900" y="3449638"/>
          <p14:tracePt t="822048" x="10694988" y="3462338"/>
          <p14:tracePt t="822060" x="10641013" y="3476625"/>
          <p14:tracePt t="822070" x="10552113" y="3509963"/>
          <p14:tracePt t="822083" x="10463213" y="3551238"/>
          <p14:tracePt t="822095" x="10409238" y="3578225"/>
          <p14:tracePt t="822105" x="10355263" y="3640138"/>
          <p14:tracePt t="822116" x="10320338" y="3694113"/>
          <p14:tracePt t="822128" x="10320338" y="3721100"/>
          <p14:tracePt t="822137" x="10320338" y="3768725"/>
          <p14:tracePt t="822149" x="10320338" y="3795713"/>
          <p14:tracePt t="822161" x="10334625" y="3824288"/>
          <p14:tracePt t="822172" x="10355263" y="3824288"/>
          <p14:tracePt t="822183" x="10367963" y="3836988"/>
          <p14:tracePt t="822195" x="10396538" y="3836988"/>
          <p14:tracePt t="822205" x="10409238" y="3836988"/>
          <p14:tracePt t="822216" x="10436225" y="3836988"/>
          <p14:tracePt t="822228" x="10450513" y="3836988"/>
          <p14:tracePt t="822250" x="10463213" y="3836988"/>
          <p14:tracePt t="822407" x="10450513" y="3836988"/>
          <p14:tracePt t="822420" x="10436225" y="3836988"/>
          <p14:tracePt t="822430" x="10409238" y="3836988"/>
          <p14:tracePt t="822441" x="10382250" y="3836988"/>
          <p14:tracePt t="822767" x="10396538" y="3836988"/>
          <p14:tracePt t="822779" x="10409238" y="3836988"/>
          <p14:tracePt t="822801" x="10423525" y="3836988"/>
          <p14:tracePt t="822902" x="10436225" y="3836988"/>
          <p14:tracePt t="822969" x="10450513" y="3836988"/>
          <p14:tracePt t="823026" x="10450513" y="3824288"/>
          <p14:tracePt t="823206" x="10450513" y="3810000"/>
          <p14:tracePt t="823239" x="10450513" y="3795713"/>
          <p14:tracePt t="823252" x="10436225" y="3783013"/>
          <p14:tracePt t="823263" x="10423525" y="3768725"/>
          <p14:tracePt t="823274" x="10409238" y="3756025"/>
          <p14:tracePt t="823286" x="10367963" y="3721100"/>
          <p14:tracePt t="823297" x="10307638" y="3694113"/>
          <p14:tracePt t="823308" x="10191750" y="3640138"/>
          <p14:tracePt t="823319" x="10021888" y="3565525"/>
          <p14:tracePt t="823331" x="9777413" y="3462338"/>
          <p14:tracePt t="823341" x="9572625" y="3395663"/>
          <p14:tracePt t="823353" x="9286875" y="3292475"/>
          <p14:tracePt t="823364" x="9028113" y="3217863"/>
          <p14:tracePt t="823376" x="8872538" y="3176588"/>
          <p14:tracePt t="823387" x="8715375" y="3149600"/>
          <p14:tracePt t="823399" x="8566150" y="3122613"/>
          <p14:tracePt t="823412" x="8497888" y="3089275"/>
          <p14:tracePt t="823421" x="8408988" y="3074988"/>
          <p14:tracePt t="823432" x="8355013" y="3062288"/>
          <p14:tracePt t="823443" x="8328025" y="3048000"/>
          <p14:tracePt t="823455" x="8293100" y="3048000"/>
          <p14:tracePt t="823466" x="8280400" y="3048000"/>
          <p14:tracePt t="823487" x="8266113" y="3048000"/>
          <p14:tracePt t="823691" x="8197850" y="3048000"/>
          <p14:tracePt t="823691" x="8069263" y="3021013"/>
          <p14:tracePt t="823703" x="7953375" y="3006725"/>
          <p14:tracePt t="823724" x="7748588" y="2959100"/>
          <p14:tracePt t="823728" x="7518400" y="2905125"/>
          <p14:tracePt t="823736" x="7361238" y="2863850"/>
          <p14:tracePt t="823747" x="7089775" y="2803525"/>
          <p14:tracePt t="823761" x="6831013" y="2747963"/>
          <p14:tracePt t="823771" x="6557963" y="2687638"/>
          <p14:tracePt t="823781" x="6381750" y="2646363"/>
          <p14:tracePt t="823793" x="6184900" y="2619375"/>
          <p14:tracePt t="823803" x="6021388" y="2586038"/>
          <p14:tracePt t="823815" x="5938838" y="2571750"/>
          <p14:tracePt t="823827" x="5864225" y="2557463"/>
          <p14:tracePt t="823837" x="5824538" y="2557463"/>
          <p14:tracePt t="823848" x="5795963" y="2557463"/>
          <p14:tracePt t="824039" x="5783263" y="2557463"/>
          <p14:tracePt t="824042" x="5748338" y="2557463"/>
          <p14:tracePt t="824051" x="5735638" y="2557463"/>
          <p14:tracePt t="824062" x="5721350" y="2557463"/>
          <p14:tracePt t="824073" x="5708650" y="2557463"/>
          <p14:tracePt t="824085" x="5681663" y="2571750"/>
          <p14:tracePt t="824097" x="5634038" y="2571750"/>
          <p14:tracePt t="824108" x="5619750" y="2571750"/>
          <p14:tracePt t="824118" x="5605463" y="2571750"/>
          <p14:tracePt t="824129" x="5592763" y="2571750"/>
          <p14:tracePt t="824410" x="5578475" y="2571750"/>
          <p14:tracePt t="824421" x="5565775" y="2586038"/>
          <p14:tracePt t="824433" x="5551488" y="2598738"/>
          <p14:tracePt t="824445" x="5538788" y="2598738"/>
          <p14:tracePt t="824455" x="5518150" y="2619375"/>
          <p14:tracePt t="824467" x="5503863" y="2619375"/>
          <p14:tracePt t="824489" x="5491163" y="2633663"/>
          <p14:tracePt t="824512" x="5476875" y="2633663"/>
          <p14:tracePt t="824669" x="5491163" y="2633663"/>
          <p14:tracePt t="824681" x="5518150" y="2633663"/>
          <p14:tracePt t="824691" x="5592763" y="2646363"/>
          <p14:tracePt t="824705" x="5667375" y="2660650"/>
          <p14:tracePt t="824715" x="5810250" y="2673350"/>
          <p14:tracePt t="824727" x="6007100" y="2687638"/>
          <p14:tracePt t="824738" x="6170613" y="2700338"/>
          <p14:tracePt t="824749" x="6313488" y="2714625"/>
          <p14:tracePt t="824760" x="6408738" y="2735263"/>
          <p14:tracePt t="824781" x="6470650" y="2735263"/>
          <p14:tracePt t="824785" x="6497638" y="2735263"/>
          <p14:tracePt t="824815" x="6497638" y="2714625"/>
          <p14:tracePt t="824838" x="6483350" y="2700338"/>
          <p14:tracePt t="824860" x="6456363" y="2687638"/>
          <p14:tracePt t="824872" x="6429375" y="2673350"/>
          <p14:tracePt t="824883" x="6381750" y="2660650"/>
          <p14:tracePt t="824895" x="6340475" y="2646363"/>
          <p14:tracePt t="824907" x="6253163" y="2619375"/>
          <p14:tracePt t="824918" x="6184900" y="2598738"/>
          <p14:tracePt t="824929" x="6110288" y="2586038"/>
          <p14:tracePt t="824941" x="6021388" y="2571750"/>
          <p14:tracePt t="824951" x="5953125" y="2557463"/>
          <p14:tracePt t="824963" x="5911850" y="2557463"/>
          <p14:tracePt t="824974" x="5878513" y="2557463"/>
          <p14:tracePt t="824984" x="5864225" y="2557463"/>
          <p14:tracePt t="825029" x="5878513" y="2557463"/>
          <p14:tracePt t="825040" x="5891213" y="2557463"/>
          <p14:tracePt t="825051" x="5938838" y="2557463"/>
          <p14:tracePt t="825063" x="5967413" y="2557463"/>
          <p14:tracePt t="825074" x="5980113" y="2557463"/>
          <p14:tracePt t="825085" x="5994400" y="2557463"/>
          <p14:tracePt t="825163" x="6007100" y="2571750"/>
          <p14:tracePt t="825175" x="6021388" y="2598738"/>
          <p14:tracePt t="825186" x="6042025" y="2619375"/>
          <p14:tracePt t="825199" x="6069013" y="2646363"/>
          <p14:tracePt t="825210" x="6069013" y="2660650"/>
          <p14:tracePt t="825546" x="6081713" y="2646363"/>
          <p14:tracePt t="825658" x="6096000" y="2633663"/>
          <p14:tracePt t="825682" x="6110288" y="2633663"/>
          <p14:tracePt t="825693" x="6110288" y="2619375"/>
          <p14:tracePt t="825704" x="6122988" y="2619375"/>
          <p14:tracePt t="825716" x="6137275" y="2619375"/>
          <p14:tracePt t="825728" x="6137275" y="2598738"/>
          <p14:tracePt t="825749" x="6137275" y="2586038"/>
          <p14:tracePt t="825760" x="6122988" y="2571750"/>
          <p14:tracePt t="825772" x="6110288" y="2557463"/>
          <p14:tracePt t="825784" x="6081713" y="2544763"/>
          <p14:tracePt t="825795" x="6021388" y="2517775"/>
          <p14:tracePt t="825807" x="5953125" y="2470150"/>
          <p14:tracePt t="825819" x="5878513" y="2455863"/>
          <p14:tracePt t="825829" x="5795963" y="2414588"/>
          <p14:tracePt t="825839" x="5694363" y="2401888"/>
          <p14:tracePt t="825853" x="5605463" y="2401888"/>
          <p14:tracePt t="825862" x="5551488" y="2401888"/>
          <p14:tracePt t="825874" x="5476875" y="2414588"/>
          <p14:tracePt t="825886" x="5422900" y="2455863"/>
          <p14:tracePt t="825896" x="5387975" y="2490788"/>
          <p14:tracePt t="825908" x="5360988" y="2530475"/>
          <p14:tracePt t="825919" x="5348288" y="2557463"/>
          <p14:tracePt t="825930" x="5348288" y="2586038"/>
          <p14:tracePt t="825942" x="5348288" y="2619375"/>
          <p14:tracePt t="825952" x="5348288" y="2633663"/>
          <p14:tracePt t="825962" x="5360988" y="2646363"/>
          <p14:tracePt t="825975" x="5375275" y="2646363"/>
          <p14:tracePt t="825986" x="5408613" y="2660650"/>
          <p14:tracePt t="825996" x="5435600" y="2660650"/>
          <p14:tracePt t="826008" x="5462588" y="2673350"/>
          <p14:tracePt t="826020" x="5491163" y="2673350"/>
          <p14:tracePt t="826030" x="5538788" y="2660650"/>
          <p14:tracePt t="826041" x="5565775" y="2660650"/>
          <p14:tracePt t="826053" x="5592763" y="2646363"/>
          <p14:tracePt t="826064" x="5605463" y="2646363"/>
          <p14:tracePt t="826075" x="5619750" y="2633663"/>
          <p14:tracePt t="826131" x="5605463" y="2619375"/>
          <p14:tracePt t="826210" x="5619750" y="2619375"/>
          <p14:tracePt t="826223" x="5634038" y="2619375"/>
          <p14:tracePt t="826234" x="5694363" y="2633663"/>
          <p14:tracePt t="826244" x="5810250" y="2646363"/>
          <p14:tracePt t="826257" x="6069013" y="2660650"/>
          <p14:tracePt t="826269" x="6313488" y="2687638"/>
          <p14:tracePt t="826278" x="6742113" y="2714625"/>
          <p14:tracePt t="826290" x="7245350" y="2747963"/>
          <p14:tracePt t="826301" x="7646988" y="2762250"/>
          <p14:tracePt t="826311" x="8137525" y="2762250"/>
          <p14:tracePt t="826323" x="8510588" y="2762250"/>
          <p14:tracePt t="826335" x="8694738" y="2762250"/>
          <p14:tracePt t="826346" x="8729663" y="2762250"/>
          <p14:tracePt t="826526" x="8742363" y="2762250"/>
          <p14:tracePt t="826537" x="8769350" y="2762250"/>
          <p14:tracePt t="826548" x="8796338" y="2762250"/>
          <p14:tracePt t="826560" x="8885238" y="2747963"/>
          <p14:tracePt t="826570" x="9001125" y="2747963"/>
          <p14:tracePt t="826582" x="9232900" y="2735263"/>
          <p14:tracePt t="826594" x="9477375" y="2735263"/>
          <p14:tracePt t="826604" x="9661525" y="2714625"/>
          <p14:tracePt t="826616" x="9947275" y="2700338"/>
          <p14:tracePt t="826628" x="10123488" y="2673350"/>
          <p14:tracePt t="826639" x="10367963" y="2646363"/>
          <p14:tracePt t="826650" x="10510838" y="2619375"/>
          <p14:tracePt t="826662" x="10653713" y="2586038"/>
          <p14:tracePt t="826694" x="10742613" y="2571750"/>
          <p14:tracePt t="826695" x="10810875" y="2544763"/>
          <p14:tracePt t="826706" x="10852150" y="2544763"/>
          <p14:tracePt t="826707" x="10852150" y="2530475"/>
          <p14:tracePt t="826718" x="10852150" y="2517775"/>
          <p14:tracePt t="826729" x="10852150" y="2490788"/>
          <p14:tracePt t="826739" x="10852150" y="2455863"/>
          <p14:tracePt t="826750" x="10825163" y="2414588"/>
          <p14:tracePt t="826762" x="10796588" y="2374900"/>
          <p14:tracePt t="826772" x="10756900" y="2339975"/>
          <p14:tracePt t="826785" x="10721975" y="2327275"/>
          <p14:tracePt t="826796" x="10682288" y="2312988"/>
          <p14:tracePt t="826807" x="10641013" y="2312988"/>
          <p14:tracePt t="826819" x="10614025" y="2312988"/>
          <p14:tracePt t="826829" x="10579100" y="2312988"/>
          <p14:tracePt t="826840" x="10539413" y="2327275"/>
          <p14:tracePt t="826852" x="10498138" y="2339975"/>
          <p14:tracePt t="826864" x="10450513" y="2374900"/>
          <p14:tracePt t="826874" x="10396538" y="2428875"/>
          <p14:tracePt t="826887" x="10367963" y="2455863"/>
          <p14:tracePt t="826898" x="10320338" y="2517775"/>
          <p14:tracePt t="826908" x="10293350" y="2571750"/>
          <p14:tracePt t="826920" x="10293350" y="2619375"/>
          <p14:tracePt t="826931" x="10293350" y="2646363"/>
          <p14:tracePt t="826941" x="10293350" y="2673350"/>
          <p14:tracePt t="826953" x="10307638" y="2700338"/>
          <p14:tracePt t="826964" x="10320338" y="2714625"/>
          <p14:tracePt t="826975" x="10367963" y="2747963"/>
          <p14:tracePt t="826988" x="10423525" y="2762250"/>
          <p14:tracePt t="826999" x="10463213" y="2762250"/>
          <p14:tracePt t="827009" x="10525125" y="2776538"/>
          <p14:tracePt t="827021" x="10579100" y="2776538"/>
          <p14:tracePt t="827032" x="10653713" y="2762250"/>
          <p14:tracePt t="827042" x="10682288" y="2762250"/>
          <p14:tracePt t="827054" x="10721975" y="2747963"/>
          <p14:tracePt t="827066" x="10756900" y="2735263"/>
          <p14:tracePt t="827077" x="10769600" y="2714625"/>
          <p14:tracePt t="827088" x="10769600" y="2687638"/>
          <p14:tracePt t="827099" x="10769600" y="2660650"/>
          <p14:tracePt t="827111" x="10742613" y="2646363"/>
          <p14:tracePt t="827122" x="10694988" y="2598738"/>
          <p14:tracePt t="827134" x="10593388" y="2571750"/>
          <p14:tracePt t="827146" x="10498138" y="2557463"/>
          <p14:tracePt t="827156" x="10367963" y="2544763"/>
          <p14:tracePt t="827168" x="10218738" y="2544763"/>
          <p14:tracePt t="827179" x="10063163" y="2586038"/>
          <p14:tracePt t="827189" x="9947275" y="2633663"/>
          <p14:tracePt t="827201" x="9804400" y="2714625"/>
          <p14:tracePt t="827213" x="9701213" y="2803525"/>
          <p14:tracePt t="827223" x="9674225" y="2863850"/>
          <p14:tracePt t="827235" x="9674225" y="2919413"/>
          <p14:tracePt t="827246" x="9688513" y="2959100"/>
          <p14:tracePt t="827256" x="9736138" y="3006725"/>
          <p14:tracePt t="827269" x="9831388" y="3062288"/>
          <p14:tracePt t="827280" x="9994900" y="3101975"/>
          <p14:tracePt t="827290" x="10191750" y="3136900"/>
          <p14:tracePt t="827303" x="10355263" y="3136900"/>
          <p14:tracePt t="827313" x="10566400" y="3136900"/>
          <p14:tracePt t="827324" x="10769600" y="3122613"/>
          <p14:tracePt t="827335" x="10912475" y="3089275"/>
          <p14:tracePt t="827347" x="11055350" y="3033713"/>
          <p14:tracePt t="827358" x="11171238" y="2973388"/>
          <p14:tracePt t="827370" x="11212513" y="2932113"/>
          <p14:tracePt t="827381" x="11225213" y="2863850"/>
          <p14:tracePt t="827391" x="11212513" y="2789238"/>
          <p14:tracePt t="827404" x="11158538" y="2714625"/>
          <p14:tracePt t="827415" x="11028363" y="2619375"/>
          <p14:tracePt t="827425" x="10825163" y="2530475"/>
          <p14:tracePt t="827437" x="10593388" y="2470150"/>
          <p14:tracePt t="827448" x="10409238" y="2428875"/>
          <p14:tracePt t="827459" x="10110788" y="2428875"/>
          <p14:tracePt t="827470" x="9804400" y="2470150"/>
          <p14:tracePt t="827481" x="9572625" y="2544763"/>
          <p14:tracePt t="827494" x="9313863" y="2660650"/>
          <p14:tracePt t="827504" x="9170988" y="2776538"/>
          <p14:tracePt t="827515" x="9129713" y="2843213"/>
          <p14:tracePt t="827528" x="9117013" y="2919413"/>
          <p14:tracePt t="827538" x="9129713" y="2994025"/>
          <p14:tracePt t="827549" x="9170988" y="3048000"/>
          <p14:tracePt t="827562" x="9245600" y="3101975"/>
          <p14:tracePt t="827572" x="9388475" y="3176588"/>
          <p14:tracePt t="827584" x="9558338" y="3217863"/>
          <p14:tracePt t="827596" x="9701213" y="3252788"/>
          <p14:tracePt t="827607" x="9906000" y="3265488"/>
          <p14:tracePt t="827618" x="10090150" y="3252788"/>
          <p14:tracePt t="827630" x="10206038" y="3232150"/>
          <p14:tracePt t="827640" x="10355263" y="3190875"/>
          <p14:tracePt t="827652" x="10436225" y="3149600"/>
          <p14:tracePt t="827663" x="10463213" y="3101975"/>
          <p14:tracePt t="827673" x="10483850" y="3062288"/>
          <p14:tracePt t="827685" x="10483850" y="3021013"/>
          <p14:tracePt t="827696" x="10450513" y="2973388"/>
          <p14:tracePt t="827707" x="10436225" y="2959100"/>
          <p14:tracePt t="827719" x="10396538" y="2932113"/>
          <p14:tracePt t="827740" x="10334625" y="2919413"/>
          <p14:tracePt t="827744" x="10307638" y="2919413"/>
          <p14:tracePt t="827753" x="10253663" y="2919413"/>
          <p14:tracePt t="827764" x="10206038" y="2932113"/>
          <p14:tracePt t="827776" x="10177463" y="2946400"/>
          <p14:tracePt t="827787" x="10150475" y="2959100"/>
          <p14:tracePt t="827798" x="10123488" y="2959100"/>
          <p14:tracePt t="827808" x="10123488" y="2973388"/>
          <p14:tracePt t="827830" x="10110788" y="2973388"/>
          <p14:tracePt t="827864" x="10090150" y="2994025"/>
          <p14:tracePt t="827875" x="10075863" y="3006725"/>
          <p14:tracePt t="827888" x="10048875" y="3021013"/>
          <p14:tracePt t="827899" x="9959975" y="3074988"/>
          <p14:tracePt t="827909" x="9804400" y="3176588"/>
          <p14:tracePt t="827921" x="9634538" y="3279775"/>
          <p14:tracePt t="827932" x="9286875" y="3422650"/>
          <p14:tracePt t="827944" x="8885238" y="3578225"/>
          <p14:tracePt t="827954" x="8510588" y="3768725"/>
          <p14:tracePt t="827965" x="8293100" y="3898900"/>
          <p14:tracePt t="827978" x="8096250" y="4054475"/>
          <p14:tracePt t="827988" x="7967663" y="4197350"/>
          <p14:tracePt t="828000" x="7891463" y="4300538"/>
          <p14:tracePt t="828012" x="7824788" y="4387850"/>
          <p14:tracePt t="828022" x="7748588" y="4443413"/>
          <p14:tracePt t="828033" x="7735888" y="4456113"/>
          <p14:tracePt t="828337" x="7735888" y="4470400"/>
          <p14:tracePt t="828348" x="7708900" y="4483100"/>
          <p14:tracePt t="828362" x="7661275" y="4497388"/>
          <p14:tracePt t="828373" x="7620000" y="4518025"/>
          <p14:tracePt t="828383" x="7545388" y="4545013"/>
          <p14:tracePt t="828395" x="7462838" y="4598988"/>
          <p14:tracePt t="828406" x="7388225" y="4646613"/>
          <p14:tracePt t="828416" x="7245350" y="4741863"/>
          <p14:tracePt t="828428" x="7102475" y="4857750"/>
          <p14:tracePt t="828439" x="6946900" y="5021263"/>
          <p14:tracePt t="828449" x="6831013" y="5149850"/>
          <p14:tracePt t="828461" x="6653213" y="5319713"/>
          <p14:tracePt t="828473" x="6470650" y="5491163"/>
          <p14:tracePt t="828483" x="6300788" y="5619750"/>
          <p14:tracePt t="828494" x="6081713" y="5735638"/>
          <p14:tracePt t="828506" x="5891213" y="5837238"/>
          <p14:tracePt t="828516" x="5795963" y="5891213"/>
          <p14:tracePt t="828528" x="5681663" y="5967413"/>
          <p14:tracePt t="828540" x="5592763" y="6007100"/>
          <p14:tracePt t="828551" x="5538788" y="6054725"/>
          <p14:tracePt t="828563" x="5491163" y="6081713"/>
          <p14:tracePt t="828574" x="5462588" y="6096000"/>
          <p14:tracePt t="828584" x="5435600" y="6110288"/>
          <p14:tracePt t="828596" x="5422900" y="6122988"/>
          <p14:tracePt t="828617" x="5408613" y="6122988"/>
          <p14:tracePt t="828640" x="5375275" y="6122988"/>
          <p14:tracePt t="828651" x="5360988" y="6137275"/>
          <p14:tracePt t="828663" x="5334000" y="6137275"/>
          <p14:tracePt t="828674" x="5292725" y="6170613"/>
          <p14:tracePt t="828685" x="5245100" y="6184900"/>
          <p14:tracePt t="828698" x="5218113" y="6211888"/>
          <p14:tracePt t="828708" x="5191125" y="6224588"/>
          <p14:tracePt t="828719" x="5149850" y="6238875"/>
          <p14:tracePt t="828731" x="5102225" y="6238875"/>
          <p14:tracePt t="828742" x="5075238" y="6253163"/>
          <p14:tracePt t="828752" x="5021263" y="6265863"/>
          <p14:tracePt t="828765" x="4973638" y="6265863"/>
          <p14:tracePt t="828786" x="4946650" y="6280150"/>
          <p14:tracePt t="828790" x="4919663" y="6300788"/>
          <p14:tracePt t="828798" x="4872038" y="6313488"/>
          <p14:tracePt t="828810" x="4857750" y="6327775"/>
          <p14:tracePt t="828822" x="4830763" y="6340475"/>
          <p14:tracePt t="828833" x="4803775" y="6340475"/>
          <p14:tracePt t="828844" x="4756150" y="6354763"/>
          <p14:tracePt t="828857" x="4741863" y="6354763"/>
          <p14:tracePt t="828866" x="4729163" y="6354763"/>
          <p14:tracePt t="828879" x="4700588" y="6354763"/>
          <p14:tracePt t="828899" x="4687888" y="6354763"/>
          <p14:tracePt t="828911" x="4687888" y="6367463"/>
          <p14:tracePt t="828923" x="4673600" y="6367463"/>
          <p14:tracePt t="828977" x="4660900" y="6367463"/>
          <p14:tracePt t="828990" x="4625975" y="6367463"/>
          <p14:tracePt t="829000" x="4613275" y="6367463"/>
          <p14:tracePt t="829012" x="4572000" y="6381750"/>
          <p14:tracePt t="829023" x="4545013" y="6381750"/>
          <p14:tracePt t="829034" x="4518025" y="6396038"/>
          <p14:tracePt t="829046" x="4483100" y="6396038"/>
          <p14:tracePt t="829057" x="4456113" y="6408738"/>
          <p14:tracePt t="829068" x="4429125" y="6408738"/>
          <p14:tracePt t="829080" x="4402138" y="6408738"/>
          <p14:tracePt t="829091" x="4387850" y="6429375"/>
          <p14:tracePt t="829169" x="4402138" y="6429375"/>
          <p14:tracePt t="829181" x="4402138" y="6408738"/>
          <p14:tracePt t="829192" x="4414838" y="6408738"/>
          <p14:tracePt t="829202" x="4429125" y="6408738"/>
          <p14:tracePt t="829225" x="4443413" y="6408738"/>
          <p14:tracePt t="829236" x="4470400" y="6408738"/>
          <p14:tracePt t="829249" x="4483100" y="6408738"/>
          <p14:tracePt t="829259" x="4497388" y="6408738"/>
          <p14:tracePt t="829270" x="4518025" y="6408738"/>
          <p14:tracePt t="829282" x="4545013" y="6408738"/>
          <p14:tracePt t="829293" x="4557713" y="6408738"/>
          <p14:tracePt t="829304" x="4586288" y="6408738"/>
          <p14:tracePt t="829316" x="4598988" y="6408738"/>
          <p14:tracePt t="829327" x="4613275" y="6408738"/>
          <p14:tracePt t="829338" x="4646613" y="6408738"/>
          <p14:tracePt t="829350" x="4660900" y="6408738"/>
          <p14:tracePt t="829361" x="4673600" y="6408738"/>
          <p14:tracePt t="829372" x="4687888" y="6408738"/>
          <p14:tracePt t="829383" x="4700588" y="6408738"/>
          <p14:tracePt t="829394" x="4714875" y="6408738"/>
          <p14:tracePt t="829406" x="4729163" y="6408738"/>
          <p14:tracePt t="829417" x="4741863" y="6408738"/>
          <p14:tracePt t="829428" x="4756150" y="6408738"/>
          <p14:tracePt t="829440" x="4789488" y="6408738"/>
          <p14:tracePt t="829450" x="4816475" y="6408738"/>
          <p14:tracePt t="829462" x="4857750" y="6429375"/>
          <p14:tracePt t="829474" x="4884738" y="6429375"/>
          <p14:tracePt t="829484" x="4932363" y="6429375"/>
          <p14:tracePt t="829496" x="4959350" y="6429375"/>
          <p14:tracePt t="829508" x="5000625" y="6429375"/>
          <p14:tracePt t="829518" x="5033963" y="6429375"/>
          <p14:tracePt t="829530" x="5062538" y="6429375"/>
          <p14:tracePt t="829541" x="5089525" y="6443663"/>
          <p14:tracePt t="829551" x="5102225" y="6443663"/>
          <p14:tracePt t="829563" x="5129213" y="6443663"/>
          <p14:tracePt t="829574" x="5164138" y="6443663"/>
          <p14:tracePt t="829585" x="5176838" y="6443663"/>
          <p14:tracePt t="829597" x="5205413" y="6443663"/>
          <p14:tracePt t="829608" x="5232400" y="6443663"/>
          <p14:tracePt t="829619" x="5280025" y="6443663"/>
          <p14:tracePt t="829631" x="5307013" y="6443663"/>
          <p14:tracePt t="829642" x="5360988" y="6443663"/>
          <p14:tracePt t="829653" x="5435600" y="6443663"/>
          <p14:tracePt t="829665" x="5491163" y="6443663"/>
          <p14:tracePt t="829676" x="5565775" y="6456363"/>
          <p14:tracePt t="829686" x="5646738" y="6456363"/>
          <p14:tracePt t="829698" x="5721350" y="6456363"/>
          <p14:tracePt t="829709" x="5824538" y="6456363"/>
          <p14:tracePt t="829720" x="5967413" y="6470650"/>
          <p14:tracePt t="829733" x="6054725" y="6470650"/>
          <p14:tracePt t="829744" x="6149975" y="6483350"/>
          <p14:tracePt t="829755" x="6238875" y="6497638"/>
          <p14:tracePt t="829767" x="6327775" y="6497638"/>
          <p14:tracePt t="829778" x="6381750" y="6497638"/>
          <p14:tracePt t="829790" x="6456363" y="6510338"/>
          <p14:tracePt t="829801" x="6545263" y="6510338"/>
          <p14:tracePt t="829812" x="6613525" y="6524625"/>
          <p14:tracePt t="829833" x="6688138" y="6524625"/>
          <p14:tracePt t="829837" x="6769100" y="6545263"/>
          <p14:tracePt t="829847" x="6831013" y="6545263"/>
          <p14:tracePt t="829860" x="6884988" y="6545263"/>
          <p14:tracePt t="829870" x="6911975" y="6545263"/>
          <p14:tracePt t="829880" x="6946900" y="6545263"/>
          <p14:tracePt t="829892" x="6973888" y="6545263"/>
          <p14:tracePt t="829901" x="7000875" y="6545263"/>
          <p14:tracePt t="829912" x="7042150" y="6545263"/>
          <p14:tracePt t="829924" x="7075488" y="6545263"/>
          <p14:tracePt t="829934" x="7129463" y="6557963"/>
          <p14:tracePt t="829946" x="7191375" y="6557963"/>
          <p14:tracePt t="829958" x="7245350" y="6557963"/>
          <p14:tracePt t="829968" x="7319963" y="6557963"/>
          <p14:tracePt t="829979" x="7402513" y="6572250"/>
          <p14:tracePt t="829991" x="7462838" y="6572250"/>
          <p14:tracePt t="830002" x="7518400" y="6572250"/>
          <p14:tracePt t="830013" x="7578725" y="6586538"/>
          <p14:tracePt t="830024" x="7620000" y="6586538"/>
          <p14:tracePt t="830035" x="7646988" y="6586538"/>
          <p14:tracePt t="830047" x="7673975" y="6586538"/>
          <p14:tracePt t="830069" x="7694613" y="6586538"/>
          <p14:tracePt t="830159" x="7694613" y="6572250"/>
          <p14:tracePt t="830170" x="7708900" y="6572250"/>
          <p14:tracePt t="830181" x="7708900" y="6557963"/>
          <p14:tracePt t="830193" x="7721600" y="6510338"/>
          <p14:tracePt t="830204" x="7721600" y="6470650"/>
          <p14:tracePt t="830215" x="7735888" y="6443663"/>
          <p14:tracePt t="830227" x="7748588" y="6367463"/>
          <p14:tracePt t="830238" x="7777163" y="6300788"/>
          <p14:tracePt t="830249" x="7789863" y="6224588"/>
          <p14:tracePt t="830262" x="7804150" y="6149975"/>
          <p14:tracePt t="830272" x="7824788" y="6096000"/>
          <p14:tracePt t="830284" x="7837488" y="6069013"/>
          <p14:tracePt t="830296" x="7837488" y="6054725"/>
          <p14:tracePt t="830395" x="7837488" y="6042025"/>
          <p14:tracePt t="830406" x="7762875" y="6042025"/>
          <p14:tracePt t="830418" x="7620000" y="6007100"/>
          <p14:tracePt t="830429" x="7375525" y="5967413"/>
          <p14:tracePt t="830440" x="7170738" y="5938838"/>
          <p14:tracePt t="830452" x="6899275" y="5911850"/>
          <p14:tracePt t="830464" x="6613525" y="5891213"/>
          <p14:tracePt t="830474" x="6396038" y="5891213"/>
          <p14:tracePt t="830486" x="6122988" y="5878513"/>
          <p14:tracePt t="830497" x="5864225" y="5878513"/>
          <p14:tracePt t="830508" x="5708650" y="5864225"/>
          <p14:tracePt t="830520" x="5551488" y="5864225"/>
          <p14:tracePt t="830531" x="5435600" y="5864225"/>
          <p14:tracePt t="830541" x="5375275" y="5864225"/>
          <p14:tracePt t="830554" x="5319713" y="5864225"/>
          <p14:tracePt t="830565" x="5292725" y="5864225"/>
          <p14:tracePt t="830575" x="5259388" y="5864225"/>
          <p14:tracePt t="830587" x="5245100" y="5864225"/>
          <p14:tracePt t="830600" x="5232400" y="5851525"/>
          <p14:tracePt t="830631" x="5218113" y="5851525"/>
          <p14:tracePt t="830642" x="5205413" y="5851525"/>
          <p14:tracePt t="830665" x="5191125" y="5851525"/>
          <p14:tracePt t="830699" x="5176838" y="5851525"/>
          <p14:tracePt t="830721" x="5164138" y="5851525"/>
          <p14:tracePt t="830733" x="5149850" y="5851525"/>
          <p14:tracePt t="830744" x="5102225" y="5864225"/>
          <p14:tracePt t="830755" x="5062538" y="5864225"/>
          <p14:tracePt t="830768" x="5021263" y="5864225"/>
          <p14:tracePt t="830778" x="4959350" y="5864225"/>
          <p14:tracePt t="830790" x="4884738" y="5878513"/>
          <p14:tracePt t="830800" x="4843463" y="5878513"/>
          <p14:tracePt t="830811" x="4803775" y="5878513"/>
          <p14:tracePt t="830823" x="4756150" y="5878513"/>
          <p14:tracePt t="830834" x="4729163" y="5878513"/>
          <p14:tracePt t="830845" x="4714875" y="5878513"/>
          <p14:tracePt t="830923" x="4714875" y="5891213"/>
          <p14:tracePt t="831048" x="4700588" y="5891213"/>
          <p14:tracePt t="831059" x="4687888" y="5891213"/>
          <p14:tracePt t="831071" x="4673600" y="5891213"/>
          <p14:tracePt t="831083" x="4660900" y="5911850"/>
          <p14:tracePt t="831094" x="4646613" y="5938838"/>
          <p14:tracePt t="831105" x="4613275" y="5967413"/>
          <p14:tracePt t="831122" x="4586288" y="6042025"/>
          <p14:tracePt t="831134" x="4572000" y="6110288"/>
          <p14:tracePt t="831139" x="4557713" y="6170613"/>
          <p14:tracePt t="831152" x="4545013" y="6211888"/>
          <p14:tracePt t="831162" x="4545013" y="6253163"/>
          <p14:tracePt t="831171" x="4545013" y="6280150"/>
          <p14:tracePt t="831184" x="4545013" y="6313488"/>
          <p14:tracePt t="831194" x="4545013" y="6327775"/>
          <p14:tracePt t="831903" x="4530725" y="6327775"/>
          <p14:tracePt t="831936" x="4497388" y="6340475"/>
          <p14:tracePt t="831940" x="4483100" y="6340475"/>
          <p14:tracePt t="831948" x="4456113" y="6340475"/>
          <p14:tracePt t="831952" x="4443413" y="6354763"/>
          <p14:tracePt t="831961" x="4429125" y="6354763"/>
          <p14:tracePt t="831971" x="4429125" y="6367463"/>
          <p14:tracePt t="831982" x="4414838" y="6381750"/>
          <p14:tracePt t="833647" x="4414838" y="6396038"/>
          <p14:tracePt t="839452" x="4673600" y="6396038"/>
          <p14:tracePt t="839463" x="4932363" y="6396038"/>
          <p14:tracePt t="839474" x="5245100" y="6381750"/>
          <p14:tracePt t="839485" x="5462588" y="6367463"/>
          <p14:tracePt t="839496" x="5824538" y="6340475"/>
          <p14:tracePt t="839508" x="6081713" y="6313488"/>
          <p14:tracePt t="839522" x="6429375" y="6224588"/>
          <p14:tracePt t="839531" x="6640513" y="6149975"/>
          <p14:tracePt t="839542" x="6932613" y="6007100"/>
          <p14:tracePt t="839555" x="7116763" y="5878513"/>
          <p14:tracePt t="839564" x="7375525" y="5667375"/>
          <p14:tracePt t="839576" x="7566025" y="5462588"/>
          <p14:tracePt t="839588" x="7661275" y="5334000"/>
          <p14:tracePt t="839598" x="7777163" y="5149850"/>
          <p14:tracePt t="839609" x="7824788" y="5033963"/>
          <p14:tracePt t="839623" x="7851775" y="4857750"/>
          <p14:tracePt t="839633" x="7851775" y="4756150"/>
          <p14:tracePt t="839644" x="7837488" y="4598988"/>
          <p14:tracePt t="839657" x="7789863" y="4456113"/>
          <p14:tracePt t="839667" x="7748588" y="4367213"/>
          <p14:tracePt t="839678" x="7661275" y="4238625"/>
          <p14:tracePt t="839690" x="7605713" y="4170363"/>
          <p14:tracePt t="839700" x="7477125" y="4054475"/>
          <p14:tracePt t="839712" x="7375525" y="3979863"/>
          <p14:tracePt t="839723" x="7205663" y="3884613"/>
          <p14:tracePt t="839734" x="7062788" y="3810000"/>
          <p14:tracePt t="839746" x="6816725" y="3708400"/>
          <p14:tracePt t="839757" x="6524625" y="3625850"/>
          <p14:tracePt t="839767" x="6265863" y="3565525"/>
          <p14:tracePt t="839778" x="5824538" y="3524250"/>
          <p14:tracePt t="839789" x="5462588" y="3509963"/>
          <p14:tracePt t="839800" x="4973638" y="3538538"/>
          <p14:tracePt t="839812" x="4687888" y="3592513"/>
          <p14:tracePt t="839823" x="4367213" y="3708400"/>
          <p14:tracePt t="839834" x="4143375" y="3863975"/>
          <p14:tracePt t="839847" x="4027488" y="3994150"/>
          <p14:tracePt t="839858" x="3863975" y="4238625"/>
          <p14:tracePt t="839868" x="3810000" y="4429125"/>
          <p14:tracePt t="839880" x="3756025" y="4729163"/>
          <p14:tracePt t="839891" x="3768725" y="4932363"/>
          <p14:tracePt t="839902" x="3836988" y="5259388"/>
          <p14:tracePt t="839913" x="3952875" y="5476875"/>
          <p14:tracePt t="839924" x="4184650" y="5795963"/>
          <p14:tracePt t="839935" x="4443413" y="6081713"/>
          <p14:tracePt t="839947" x="4613275" y="6224588"/>
          <p14:tracePt t="839958" x="4830763" y="6381750"/>
          <p14:tracePt t="839969" x="4959350" y="6470650"/>
          <p14:tracePt t="839980" x="5164138" y="6545263"/>
          <p14:tracePt t="839992" x="5334000" y="6572250"/>
          <p14:tracePt t="840004" x="5605463" y="6572250"/>
          <p14:tracePt t="840014" x="5810250" y="6545263"/>
          <p14:tracePt t="840025" x="6110288" y="6443663"/>
          <p14:tracePt t="840038" x="6429375" y="6224588"/>
          <p14:tracePt t="840048" x="6640513" y="6042025"/>
          <p14:tracePt t="840059" x="6959600" y="5681663"/>
          <p14:tracePt t="840072" x="7129463" y="5422900"/>
          <p14:tracePt t="840081" x="7307263" y="5048250"/>
          <p14:tracePt t="840093" x="7348538" y="4803775"/>
          <p14:tracePt t="840105" x="7348538" y="4483100"/>
          <p14:tracePt t="840115" x="7272338" y="4224338"/>
          <p14:tracePt t="840138" x="7205663" y="4081463"/>
          <p14:tracePt t="840142" x="7075488" y="3911600"/>
          <p14:tracePt t="840150" x="6959600" y="3810000"/>
          <p14:tracePt t="840161" x="6756400" y="3681413"/>
          <p14:tracePt t="840174" x="6599238" y="3592513"/>
          <p14:tracePt t="840184" x="6340475" y="3476625"/>
          <p14:tracePt t="840195" x="6170613" y="3422650"/>
          <p14:tracePt t="840206" x="5911850" y="3360738"/>
          <p14:tracePt t="840217" x="5681663" y="3333750"/>
          <p14:tracePt t="840228" x="5538788" y="3333750"/>
          <p14:tracePt t="840239" x="5334000" y="3333750"/>
          <p14:tracePt t="840250" x="5218113" y="3360738"/>
          <p14:tracePt t="840262" x="5075238" y="3408363"/>
          <p14:tracePt t="840273" x="4986338" y="3462338"/>
          <p14:tracePt t="840284" x="4857750" y="3551238"/>
          <p14:tracePt t="840296" x="4789488" y="3652838"/>
          <p14:tracePt t="840318" x="4700588" y="3810000"/>
          <p14:tracePt t="840319" x="4646613" y="4014788"/>
          <p14:tracePt t="840330" x="4613275" y="4170363"/>
          <p14:tracePt t="840341" x="4598988" y="4387850"/>
          <p14:tracePt t="840352" x="4613275" y="4545013"/>
          <p14:tracePt t="840363" x="4646613" y="4729163"/>
          <p14:tracePt t="840374" x="4687888" y="4857750"/>
          <p14:tracePt t="840385" x="4776788" y="5033963"/>
          <p14:tracePt t="840397" x="4905375" y="5205413"/>
          <p14:tracePt t="840408" x="5021263" y="5319713"/>
          <p14:tracePt t="840420" x="5176838" y="5462588"/>
          <p14:tracePt t="840431" x="5292725" y="5551488"/>
          <p14:tracePt t="840442" x="5476875" y="5667375"/>
          <p14:tracePt t="840455" x="5619750" y="5721350"/>
          <p14:tracePt t="840465" x="5837238" y="5762625"/>
          <p14:tracePt t="840476" x="5980113" y="5795963"/>
          <p14:tracePt t="840488" x="6224588" y="5795963"/>
          <p14:tracePt t="840498" x="6483350" y="5795963"/>
          <p14:tracePt t="840509" x="6673850" y="5762625"/>
          <p14:tracePt t="840522" x="6932613" y="5694363"/>
          <p14:tracePt t="840532" x="7129463" y="5619750"/>
          <p14:tracePt t="840544" x="7388225" y="5491163"/>
          <p14:tracePt t="840558" x="7531100" y="5387975"/>
          <p14:tracePt t="840566" x="7721600" y="5232400"/>
          <p14:tracePt t="840578" x="7804150" y="5102225"/>
          <p14:tracePt t="840590" x="7905750" y="4905375"/>
          <p14:tracePt t="840600" x="7953375" y="4714875"/>
          <p14:tracePt t="840612" x="7967663" y="4598988"/>
          <p14:tracePt t="840622" x="7980363" y="4470400"/>
          <p14:tracePt t="840633" x="7980363" y="4402138"/>
          <p14:tracePt t="840644" x="7953375" y="4313238"/>
          <p14:tracePt t="840656" x="7920038" y="4259263"/>
          <p14:tracePt t="840666" x="7864475" y="4184650"/>
          <p14:tracePt t="840679" x="7789863" y="4122738"/>
          <p14:tracePt t="840689" x="7661275" y="4041775"/>
          <p14:tracePt t="840700" x="7477125" y="3938588"/>
          <p14:tracePt t="840712" x="7319963" y="3884613"/>
          <p14:tracePt t="840723" x="7062788" y="3810000"/>
          <p14:tracePt t="840734" x="6858000" y="3783013"/>
          <p14:tracePt t="840745" x="6545263" y="3783013"/>
          <p14:tracePt t="840757" x="6313488" y="3795713"/>
          <p14:tracePt t="840768" x="5980113" y="3884613"/>
          <p14:tracePt t="840779" x="5708650" y="4027488"/>
          <p14:tracePt t="840791" x="5551488" y="4157663"/>
          <p14:tracePt t="840801" x="5375275" y="4387850"/>
          <p14:tracePt t="840813" x="5280025" y="4545013"/>
          <p14:tracePt t="840825" x="5176838" y="4789488"/>
          <p14:tracePt t="840835" x="5116513" y="4932363"/>
          <p14:tracePt t="840847" x="5075238" y="5116513"/>
          <p14:tracePt t="840858" x="5075238" y="5245100"/>
          <p14:tracePt t="840870" x="5102225" y="5422900"/>
          <p14:tracePt t="840881" x="5164138" y="5578475"/>
          <p14:tracePt t="840892" x="5218113" y="5681663"/>
          <p14:tracePt t="840904" x="5348288" y="5810250"/>
          <p14:tracePt t="840915" x="5422900" y="5864225"/>
          <p14:tracePt t="840925" x="5551488" y="5953125"/>
          <p14:tracePt t="840938" x="5681663" y="6007100"/>
          <p14:tracePt t="840948" x="5795963" y="6021388"/>
          <p14:tracePt t="840960" x="5926138" y="6054725"/>
          <p14:tracePt t="840972" x="6149975" y="6054725"/>
          <p14:tracePt t="840982" x="6408738" y="6021388"/>
          <p14:tracePt t="840993" x="6586538" y="5967413"/>
          <p14:tracePt t="841005" x="6872288" y="5851525"/>
          <p14:tracePt t="841015" x="7042150" y="5735638"/>
          <p14:tracePt t="841027" x="7307263" y="5491163"/>
          <p14:tracePt t="841038" x="7435850" y="5319713"/>
          <p14:tracePt t="841049" x="7593013" y="5062538"/>
          <p14:tracePt t="841061" x="7661275" y="4884738"/>
          <p14:tracePt t="841072" x="7694613" y="4673600"/>
          <p14:tracePt t="841083" x="7694613" y="4483100"/>
          <p14:tracePt t="841094" x="7661275" y="4367213"/>
          <p14:tracePt t="841106" x="7620000" y="4238625"/>
          <p14:tracePt t="841117" x="7566025" y="4170363"/>
          <p14:tracePt t="841129" x="7477125" y="4081463"/>
          <p14:tracePt t="841140" x="7402513" y="4014788"/>
          <p14:tracePt t="841150" x="7272338" y="3938588"/>
          <p14:tracePt t="841163" x="7129463" y="3863975"/>
          <p14:tracePt t="841174" x="7042150" y="3824288"/>
          <p14:tracePt t="841184" x="6899275" y="3783013"/>
          <p14:tracePt t="841196" x="6816725" y="3768725"/>
          <p14:tracePt t="841207" x="6700838" y="3756025"/>
          <p14:tracePt t="841218" x="6613525" y="3756025"/>
          <p14:tracePt t="841230" x="6483350" y="3768725"/>
          <p14:tracePt t="841241" x="6396038" y="3783013"/>
          <p14:tracePt t="841252" x="6265863" y="3836988"/>
          <p14:tracePt t="841263" x="6149975" y="3911600"/>
          <p14:tracePt t="841274" x="6069013" y="3967163"/>
          <p14:tracePt t="841285" x="5953125" y="4081463"/>
          <p14:tracePt t="841297" x="5878513" y="4157663"/>
          <p14:tracePt t="841309" x="5762625" y="4286250"/>
          <p14:tracePt t="841320" x="5694363" y="4387850"/>
          <p14:tracePt t="841331" x="5592763" y="4545013"/>
          <p14:tracePt t="841342" x="5538788" y="4660900"/>
          <p14:tracePt t="841375" x="5462588" y="4830763"/>
          <p14:tracePt t="841379" x="5422900" y="4986338"/>
          <p14:tracePt t="841390" x="5387975" y="5149850"/>
          <p14:tracePt t="841399" x="5387975" y="5176838"/>
          <p14:tracePt t="841410" x="5387975" y="5218113"/>
          <p14:tracePt t="841422" x="5408613" y="5245100"/>
          <p14:tracePt t="841432" x="5435600" y="5280025"/>
          <p14:tracePt t="841444" x="5449888" y="5292725"/>
          <p14:tracePt t="841465" x="5462588" y="5307013"/>
          <p14:tracePt t="841691" x="5422900" y="5292725"/>
          <p14:tracePt t="841691" x="5375275" y="5292725"/>
          <p14:tracePt t="841702" x="5307013" y="5292725"/>
          <p14:tracePt t="841714" x="5218113" y="5307013"/>
          <p14:tracePt t="841726" x="5164138" y="5319713"/>
          <p14:tracePt t="841736" x="5048250" y="5360988"/>
          <p14:tracePt t="841747" x="4932363" y="5408613"/>
          <p14:tracePt t="841759" x="4843463" y="5462588"/>
          <p14:tracePt t="841769" x="4789488" y="5503863"/>
          <p14:tracePt t="841782" x="4729163" y="5551488"/>
          <p14:tracePt t="841793" x="4700588" y="5592763"/>
          <p14:tracePt t="841803" x="4700588" y="5605463"/>
          <p14:tracePt t="841814" x="4687888" y="5619750"/>
          <p14:tracePt t="841827" x="4687888" y="5634038"/>
          <p14:tracePt t="841836" x="4700588" y="5634038"/>
          <p14:tracePt t="841860" x="4714875" y="5646738"/>
          <p14:tracePt t="841892" x="4729163" y="5646738"/>
          <p14:tracePt t="841937" x="4729163" y="5634038"/>
          <p14:tracePt t="842039" x="4729163" y="5619750"/>
          <p14:tracePt t="842051" x="4714875" y="5605463"/>
          <p14:tracePt t="842062" x="4700588" y="5592763"/>
          <p14:tracePt t="842073" x="4687888" y="5565775"/>
          <p14:tracePt t="842085" x="4660900" y="5538788"/>
          <p14:tracePt t="842096" x="4613275" y="5491163"/>
          <p14:tracePt t="842108" x="4545013" y="5449888"/>
          <p14:tracePt t="842120" x="4470400" y="5387975"/>
          <p14:tracePt t="842130" x="4414838" y="5348288"/>
          <p14:tracePt t="842142" x="4387850" y="5334000"/>
          <p14:tracePt t="842154" x="4367213" y="5319713"/>
          <p14:tracePt t="842164" x="4354513" y="5319713"/>
          <p14:tracePt t="842176" x="4340225" y="5307013"/>
          <p14:tracePt t="842187" x="4327525" y="5307013"/>
          <p14:tracePt t="842208" x="4313238" y="5292725"/>
          <p14:tracePt t="842219" x="4300538" y="5292725"/>
          <p14:tracePt t="842230" x="4286250" y="5280025"/>
          <p14:tracePt t="842242" x="4259263" y="5280025"/>
          <p14:tracePt t="842253" x="4211638" y="5259388"/>
          <p14:tracePt t="842264" x="4170363" y="5259388"/>
          <p14:tracePt t="842276" x="4095750" y="5245100"/>
          <p14:tracePt t="842287" x="4054475" y="5232400"/>
          <p14:tracePt t="842298" x="3994150" y="5232400"/>
          <p14:tracePt t="842310" x="3952875" y="5232400"/>
          <p14:tracePt t="842321" x="3925888" y="5232400"/>
          <p14:tracePt t="842332" x="3884613" y="5245100"/>
          <p14:tracePt t="842344" x="3836988" y="5259388"/>
          <p14:tracePt t="842355" x="3795713" y="5292725"/>
          <p14:tracePt t="842365" x="3756025" y="5307013"/>
          <p14:tracePt t="842377" x="3708400" y="5334000"/>
          <p14:tracePt t="842388" x="3681413" y="5348288"/>
          <p14:tracePt t="842421" x="3667125" y="5360988"/>
          <p14:tracePt t="842425" x="3652838" y="5375275"/>
          <p14:tracePt t="842603" x="3667125" y="5375275"/>
          <p14:tracePt t="842625" x="3667125" y="5387975"/>
          <p14:tracePt t="842636" x="3667125" y="5408613"/>
          <p14:tracePt t="842646" x="3667125" y="5435600"/>
          <p14:tracePt t="842658" x="3667125" y="5462588"/>
          <p14:tracePt t="842670" x="3667125" y="5518150"/>
          <p14:tracePt t="842680" x="3667125" y="5551488"/>
          <p14:tracePt t="842692" x="3667125" y="5578475"/>
          <p14:tracePt t="842704" x="3667125" y="5592763"/>
          <p14:tracePt t="842714" x="3681413" y="5605463"/>
          <p14:tracePt t="842726" x="3694113" y="5605463"/>
          <p14:tracePt t="842738" x="3721100" y="5619750"/>
          <p14:tracePt t="842748" x="3756025" y="5634038"/>
          <p14:tracePt t="842760" x="3768725" y="5646738"/>
          <p14:tracePt t="843355" x="3783013" y="5646738"/>
          <p14:tracePt t="843400" x="3795713" y="5646738"/>
          <p14:tracePt t="843613" x="3810000" y="5646738"/>
          <p14:tracePt t="843648" x="3824288" y="5646738"/>
          <p14:tracePt t="843760" x="3836988" y="5646738"/>
          <p14:tracePt t="843771" x="3836988" y="5634038"/>
          <p14:tracePt t="843906" x="3836988" y="5619750"/>
          <p14:tracePt t="843951" x="3836988" y="5605463"/>
          <p14:tracePt t="843962" x="3851275" y="5605463"/>
          <p14:tracePt t="843974" x="3851275" y="5592763"/>
          <p14:tracePt t="843985" x="3863975" y="5565775"/>
          <p14:tracePt t="843997" x="3884613" y="5538788"/>
          <p14:tracePt t="844008" x="3898900" y="5503863"/>
          <p14:tracePt t="844019" x="3938588" y="5435600"/>
          <p14:tracePt t="844031" x="3979863" y="5360988"/>
          <p14:tracePt t="844042" x="4014788" y="5307013"/>
          <p14:tracePt t="844053" x="4054475" y="5232400"/>
          <p14:tracePt t="844064" x="4081463" y="5176838"/>
          <p14:tracePt t="844075" x="4095750" y="5149850"/>
          <p14:tracePt t="844087" x="4110038" y="5116513"/>
          <p14:tracePt t="844100" x="4110038" y="5102225"/>
          <p14:tracePt t="844639" x="4122738" y="5075238"/>
          <p14:tracePt t="844639" x="4122738" y="5062538"/>
          <p14:tracePt t="844652" x="4122738" y="5048250"/>
          <p14:tracePt t="844671" x="4122738" y="5033963"/>
          <p14:tracePt t="844694" x="4122738" y="5021263"/>
          <p14:tracePt t="845077" x="4143375" y="4986338"/>
          <p14:tracePt t="845089" x="4143375" y="4973638"/>
          <p14:tracePt t="845099" x="4143375" y="4959350"/>
          <p14:tracePt t="845132" x="4143375" y="4946650"/>
          <p14:tracePt t="845155" x="4122738" y="4946650"/>
        </p14:tracePtLst>
      </p14:laserTraceLst>
    </p:ext>
  </p:extLs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20C42-B4E7-4C1D-AF99-27F72C3BFA6C}"/>
              </a:ext>
            </a:extLst>
          </p:cNvPr>
          <p:cNvSpPr>
            <a:spLocks noGrp="1"/>
          </p:cNvSpPr>
          <p:nvPr>
            <p:ph type="title"/>
          </p:nvPr>
        </p:nvSpPr>
        <p:spPr/>
        <p:txBody>
          <a:bodyPr/>
          <a:lstStyle/>
          <a:p>
            <a:pPr algn="l"/>
            <a:r>
              <a:rPr dirty="0" lang="en-US"/>
              <a:t>RSA Example</a:t>
            </a:r>
          </a:p>
        </p:txBody>
      </p:sp>
      <p:grpSp>
        <p:nvGrpSpPr>
          <p:cNvPr id="26" name="Group 25">
            <a:extLst>
              <a:ext uri="{FF2B5EF4-FFF2-40B4-BE49-F238E27FC236}">
                <a16:creationId xmlns:a16="http://schemas.microsoft.com/office/drawing/2014/main" id="{9934681B-7E51-4F04-8CCA-39E699F3BF10}"/>
              </a:ext>
            </a:extLst>
          </p:cNvPr>
          <p:cNvGrpSpPr/>
          <p:nvPr/>
        </p:nvGrpSpPr>
        <p:grpSpPr>
          <a:xfrm>
            <a:off x="5880807" y="118477"/>
            <a:ext cx="6311193" cy="1815883"/>
            <a:chOff x="5177407" y="-35662"/>
            <a:chExt cx="6311193" cy="1815883"/>
          </a:xfrm>
        </p:grpSpPr>
        <p:sp>
          <p:nvSpPr>
            <p:cNvPr id="23" name="Rectangle 22">
              <a:extLst>
                <a:ext uri="{FF2B5EF4-FFF2-40B4-BE49-F238E27FC236}">
                  <a16:creationId xmlns:a16="http://schemas.microsoft.com/office/drawing/2014/main" id="{CB8E57C5-3D94-4D2D-BD1A-DD37B5F32A4B}"/>
                </a:ext>
              </a:extLst>
            </p:cNvPr>
            <p:cNvSpPr/>
            <p:nvPr/>
          </p:nvSpPr>
          <p:spPr>
            <a:xfrm>
              <a:off x="5177407" y="-35662"/>
              <a:ext cx="5917313" cy="1586556"/>
            </a:xfrm>
            <a:prstGeom prst="rect">
              <a:avLst/>
            </a:prstGeom>
            <a:noFill/>
            <a:ln>
              <a:solidFill>
                <a:schemeClr val="bg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buFont charset="0" pitchFamily="34" typeface="Arial"/>
                <a:buChar char="•"/>
              </a:pPr>
              <a:r>
                <a:rPr dirty="0" lang="en-US"/>
                <a:t> </a:t>
              </a:r>
            </a:p>
          </p:txBody>
        </p:sp>
        <p:sp>
          <p:nvSpPr>
            <p:cNvPr id="24" name="TextBox 23">
              <a:extLst>
                <a:ext uri="{FF2B5EF4-FFF2-40B4-BE49-F238E27FC236}">
                  <a16:creationId xmlns:a16="http://schemas.microsoft.com/office/drawing/2014/main" id="{C1BBFB83-CB3E-4933-B78C-5D96EA47C736}"/>
                </a:ext>
              </a:extLst>
            </p:cNvPr>
            <p:cNvSpPr txBox="1"/>
            <p:nvPr/>
          </p:nvSpPr>
          <p:spPr>
            <a:xfrm>
              <a:off x="5200693" y="-35661"/>
              <a:ext cx="6287907" cy="1815882"/>
            </a:xfrm>
            <a:prstGeom prst="rect">
              <a:avLst/>
            </a:prstGeom>
            <a:noFill/>
          </p:spPr>
          <p:txBody>
            <a:bodyPr rtlCol="0" wrap="square">
              <a:spAutoFit/>
            </a:bodyPr>
            <a:lstStyle/>
            <a:p>
              <a:r>
                <a:rPr b="1" dirty="0" lang="en-US" sz="1400"/>
                <a:t>RSA Key Generation</a:t>
              </a:r>
              <a:br>
                <a:rPr b="1" dirty="0" lang="en-US" sz="1400"/>
              </a:br>
              <a:r>
                <a:rPr b="1" dirty="0" lang="en-US" sz="1400"/>
                <a:t>Output</a:t>
              </a:r>
              <a:r>
                <a:rPr dirty="0" lang="en-US" sz="1400"/>
                <a:t>: public key: </a:t>
              </a:r>
              <a:r>
                <a:rPr dirty="0" err="1" i="1" lang="en-US" sz="1400">
                  <a:solidFill>
                    <a:schemeClr val="accent1">
                      <a:lumMod val="75000"/>
                    </a:schemeClr>
                  </a:solidFill>
                </a:rPr>
                <a:t>k</a:t>
              </a:r>
              <a:r>
                <a:rPr baseline="-25000" dirty="0" err="1" i="1" lang="en-US" sz="1400">
                  <a:solidFill>
                    <a:schemeClr val="accent1">
                      <a:lumMod val="75000"/>
                    </a:schemeClr>
                  </a:solidFill>
                </a:rPr>
                <a:t>pub</a:t>
              </a:r>
              <a:r>
                <a:rPr dirty="0" i="1" lang="en-US" sz="1400"/>
                <a:t> </a:t>
              </a:r>
              <a:r>
                <a:rPr dirty="0" lang="en-US" sz="1400"/>
                <a:t>= (</a:t>
              </a:r>
              <a:r>
                <a:rPr dirty="0" i="1" lang="en-US" sz="1400">
                  <a:solidFill>
                    <a:schemeClr val="accent1">
                      <a:lumMod val="75000"/>
                    </a:schemeClr>
                  </a:solidFill>
                </a:rPr>
                <a:t>n</a:t>
              </a:r>
              <a:r>
                <a:rPr dirty="0" lang="en-US" sz="1400"/>
                <a:t>,</a:t>
              </a:r>
              <a:r>
                <a:rPr dirty="0" i="1" lang="en-US" sz="1400">
                  <a:solidFill>
                    <a:srgbClr val="0070C0"/>
                  </a:solidFill>
                </a:rPr>
                <a:t> e</a:t>
              </a:r>
              <a:r>
                <a:rPr dirty="0" lang="en-US" sz="1400"/>
                <a:t>) and private key: </a:t>
              </a:r>
              <a:r>
                <a:rPr dirty="0" err="1" i="1" lang="en-US" sz="1400">
                  <a:solidFill>
                    <a:schemeClr val="tx2">
                      <a:lumMod val="75000"/>
                    </a:schemeClr>
                  </a:solidFill>
                </a:rPr>
                <a:t>k</a:t>
              </a:r>
              <a:r>
                <a:rPr baseline="-25000" dirty="0" err="1" i="1" lang="en-US" sz="1400">
                  <a:solidFill>
                    <a:schemeClr val="tx2">
                      <a:lumMod val="75000"/>
                    </a:schemeClr>
                  </a:solidFill>
                </a:rPr>
                <a:t>pr</a:t>
              </a:r>
              <a:r>
                <a:rPr dirty="0" i="1" lang="en-US" sz="1400"/>
                <a:t> </a:t>
              </a:r>
              <a:r>
                <a:rPr dirty="0" lang="en-US" sz="1400"/>
                <a:t>= </a:t>
              </a:r>
              <a:r>
                <a:rPr dirty="0" i="1" lang="en-US" sz="1400">
                  <a:solidFill>
                    <a:schemeClr val="tx2">
                      <a:lumMod val="75000"/>
                    </a:schemeClr>
                  </a:solidFill>
                </a:rPr>
                <a:t>d</a:t>
              </a:r>
              <a:br>
                <a:rPr dirty="0" lang="en-US" sz="1400"/>
              </a:br>
              <a:r>
                <a:rPr dirty="0" lang="en-US" sz="1400"/>
                <a:t>1. Choose two large primes </a:t>
              </a:r>
              <a:r>
                <a:rPr dirty="0" i="1" lang="en-US" sz="1400">
                  <a:solidFill>
                    <a:srgbClr val="FF0000"/>
                  </a:solidFill>
                </a:rPr>
                <a:t>p</a:t>
              </a:r>
              <a:r>
                <a:rPr dirty="0" i="1" lang="en-US" sz="1400"/>
                <a:t> </a:t>
              </a:r>
              <a:r>
                <a:rPr dirty="0" lang="en-US" sz="1400"/>
                <a:t>and </a:t>
              </a:r>
              <a:r>
                <a:rPr dirty="0" i="1" lang="en-US" sz="1400">
                  <a:solidFill>
                    <a:srgbClr val="FF0000"/>
                  </a:solidFill>
                </a:rPr>
                <a:t>q</a:t>
              </a:r>
              <a:r>
                <a:rPr dirty="0" lang="en-US" sz="1400"/>
                <a:t>.</a:t>
              </a:r>
              <a:br>
                <a:rPr dirty="0" lang="en-US" sz="1400"/>
              </a:br>
              <a:r>
                <a:rPr dirty="0" lang="en-US" sz="1400"/>
                <a:t>2. Compute </a:t>
              </a:r>
              <a:r>
                <a:rPr dirty="0" i="1" lang="en-US" sz="1400">
                  <a:solidFill>
                    <a:schemeClr val="accent1">
                      <a:lumMod val="75000"/>
                    </a:schemeClr>
                  </a:solidFill>
                </a:rPr>
                <a:t>n</a:t>
              </a:r>
              <a:r>
                <a:rPr dirty="0" i="1" lang="en-US" sz="1400"/>
                <a:t> </a:t>
              </a:r>
              <a:r>
                <a:rPr dirty="0" lang="en-US" sz="1400"/>
                <a:t>= </a:t>
              </a:r>
              <a:r>
                <a:rPr dirty="0" err="1" i="1" lang="en-US" sz="1400">
                  <a:solidFill>
                    <a:srgbClr val="FF0000"/>
                  </a:solidFill>
                </a:rPr>
                <a:t>p</a:t>
              </a:r>
              <a:r>
                <a:rPr dirty="0" err="1" lang="en-US" sz="1400"/>
                <a:t>·</a:t>
              </a:r>
              <a:r>
                <a:rPr dirty="0" err="1" i="1" lang="en-US" sz="1400">
                  <a:solidFill>
                    <a:srgbClr val="FF0000"/>
                  </a:solidFill>
                </a:rPr>
                <a:t>q</a:t>
              </a:r>
              <a:r>
                <a:rPr dirty="0" lang="en-US" sz="1400"/>
                <a:t>.</a:t>
              </a:r>
              <a:br>
                <a:rPr dirty="0" lang="en-US" sz="1400"/>
              </a:br>
              <a:r>
                <a:rPr dirty="0" lang="en-US" sz="1400"/>
                <a:t>3. Compute </a:t>
              </a:r>
              <a:r>
                <a:rPr dirty="0" lang="el-GR" sz="1400">
                  <a:solidFill>
                    <a:srgbClr val="7030A0"/>
                  </a:solidFill>
                </a:rPr>
                <a:t>Φ(</a:t>
              </a:r>
              <a:r>
                <a:rPr dirty="0" i="1" lang="en-US" sz="1400">
                  <a:solidFill>
                    <a:srgbClr val="7030A0"/>
                  </a:solidFill>
                </a:rPr>
                <a:t>n</a:t>
              </a:r>
              <a:r>
                <a:rPr dirty="0" lang="en-US" sz="1400">
                  <a:solidFill>
                    <a:srgbClr val="7030A0"/>
                  </a:solidFill>
                </a:rPr>
                <a:t>)</a:t>
              </a:r>
              <a:r>
                <a:rPr dirty="0" lang="en-US" sz="1400"/>
                <a:t> = (</a:t>
              </a:r>
              <a:r>
                <a:rPr dirty="0" i="1" lang="en-US" sz="1400">
                  <a:solidFill>
                    <a:srgbClr val="FF0000"/>
                  </a:solidFill>
                </a:rPr>
                <a:t>p</a:t>
              </a:r>
              <a:r>
                <a:rPr dirty="0" lang="en-US" sz="1400"/>
                <a:t>−1)(</a:t>
              </a:r>
              <a:r>
                <a:rPr dirty="0" i="1" lang="en-US" sz="1400">
                  <a:solidFill>
                    <a:srgbClr val="FF0000"/>
                  </a:solidFill>
                </a:rPr>
                <a:t>q</a:t>
              </a:r>
              <a:r>
                <a:rPr dirty="0" lang="en-US" sz="1400"/>
                <a:t>−1).</a:t>
              </a:r>
              <a:br>
                <a:rPr dirty="0" lang="en-US" sz="1400"/>
              </a:br>
              <a:r>
                <a:rPr dirty="0" lang="en-US" sz="1400"/>
                <a:t>4. Select the public exponent </a:t>
              </a:r>
              <a:r>
                <a:rPr dirty="0" i="1" lang="en-US" sz="1400">
                  <a:solidFill>
                    <a:srgbClr val="0070C0"/>
                  </a:solidFill>
                </a:rPr>
                <a:t>e</a:t>
              </a:r>
              <a:r>
                <a:rPr dirty="0" i="1" lang="en-US" sz="1400"/>
                <a:t> </a:t>
              </a:r>
              <a:r>
                <a:rPr dirty="0" lang="en-US" sz="1400"/>
                <a:t>∈ {1,2,...,</a:t>
              </a:r>
              <a:r>
                <a:rPr dirty="0" lang="el-GR" sz="1400">
                  <a:solidFill>
                    <a:srgbClr val="7030A0"/>
                  </a:solidFill>
                </a:rPr>
                <a:t>Φ(</a:t>
              </a:r>
              <a:r>
                <a:rPr dirty="0" i="1" lang="en-US" sz="1400">
                  <a:solidFill>
                    <a:srgbClr val="7030A0"/>
                  </a:solidFill>
                </a:rPr>
                <a:t>n</a:t>
              </a:r>
              <a:r>
                <a:rPr dirty="0" lang="en-US" sz="1400">
                  <a:solidFill>
                    <a:srgbClr val="7030A0"/>
                  </a:solidFill>
                </a:rPr>
                <a:t>)</a:t>
              </a:r>
              <a:r>
                <a:rPr dirty="0" lang="en-US" sz="1400"/>
                <a:t>−1} such that </a:t>
              </a:r>
              <a:r>
                <a:rPr dirty="0" err="1" lang="en-US" sz="1400"/>
                <a:t>gcd</a:t>
              </a:r>
              <a:r>
                <a:rPr dirty="0" lang="en-US" sz="1400"/>
                <a:t>(</a:t>
              </a:r>
              <a:r>
                <a:rPr dirty="0" i="1" lang="en-US" sz="1400">
                  <a:solidFill>
                    <a:srgbClr val="0070C0"/>
                  </a:solidFill>
                </a:rPr>
                <a:t>e</a:t>
              </a:r>
              <a:r>
                <a:rPr dirty="0" lang="en-US" sz="1400"/>
                <a:t>,</a:t>
              </a:r>
              <a:r>
                <a:rPr dirty="0" lang="el-GR" sz="1400">
                  <a:solidFill>
                    <a:srgbClr val="7030A0"/>
                  </a:solidFill>
                </a:rPr>
                <a:t>Φ(</a:t>
              </a:r>
              <a:r>
                <a:rPr dirty="0" i="1" lang="en-US" sz="1400">
                  <a:solidFill>
                    <a:srgbClr val="7030A0"/>
                  </a:solidFill>
                </a:rPr>
                <a:t>n</a:t>
              </a:r>
              <a:r>
                <a:rPr dirty="0" lang="en-US" sz="1400">
                  <a:solidFill>
                    <a:srgbClr val="7030A0"/>
                  </a:solidFill>
                </a:rPr>
                <a:t>)</a:t>
              </a:r>
              <a:r>
                <a:rPr dirty="0" lang="en-US" sz="1400"/>
                <a:t>) = 1. </a:t>
              </a:r>
            </a:p>
            <a:p>
              <a:r>
                <a:rPr dirty="0" lang="en-US" sz="1400"/>
                <a:t>5. Compute the private key </a:t>
              </a:r>
              <a:r>
                <a:rPr dirty="0" i="1" lang="en-US" sz="1400">
                  <a:solidFill>
                    <a:schemeClr val="tx2">
                      <a:lumMod val="75000"/>
                    </a:schemeClr>
                  </a:solidFill>
                </a:rPr>
                <a:t>d</a:t>
              </a:r>
              <a:r>
                <a:rPr dirty="0" i="1" lang="en-US" sz="1400"/>
                <a:t> </a:t>
              </a:r>
              <a:r>
                <a:rPr dirty="0" lang="en-US" sz="1400"/>
                <a:t>such that </a:t>
              </a:r>
              <a:r>
                <a:rPr dirty="0" i="1" lang="en-US" sz="1400">
                  <a:solidFill>
                    <a:schemeClr val="tx2">
                      <a:lumMod val="75000"/>
                    </a:schemeClr>
                  </a:solidFill>
                </a:rPr>
                <a:t>d</a:t>
              </a:r>
              <a:r>
                <a:rPr dirty="0" lang="en-US" sz="1400"/>
                <a:t>·</a:t>
              </a:r>
              <a:r>
                <a:rPr dirty="0" i="1" lang="en-US" sz="1400">
                  <a:solidFill>
                    <a:srgbClr val="0070C0"/>
                  </a:solidFill>
                </a:rPr>
                <a:t> e</a:t>
              </a:r>
              <a:r>
                <a:rPr dirty="0" i="1" lang="en-US" sz="1400"/>
                <a:t> </a:t>
              </a:r>
              <a:r>
                <a:rPr dirty="0" lang="en-US" sz="1400"/>
                <a:t>≡ 1 mod </a:t>
              </a:r>
              <a:r>
                <a:rPr dirty="0" lang="el-GR" sz="1400">
                  <a:solidFill>
                    <a:srgbClr val="7030A0"/>
                  </a:solidFill>
                </a:rPr>
                <a:t>Φ(</a:t>
              </a:r>
              <a:r>
                <a:rPr dirty="0" i="1" lang="en-US" sz="1400">
                  <a:solidFill>
                    <a:srgbClr val="7030A0"/>
                  </a:solidFill>
                </a:rPr>
                <a:t>n</a:t>
              </a:r>
              <a:r>
                <a:rPr dirty="0" lang="en-US" sz="1400">
                  <a:solidFill>
                    <a:srgbClr val="7030A0"/>
                  </a:solidFill>
                </a:rPr>
                <a:t>)</a:t>
              </a:r>
              <a:r>
                <a:rPr dirty="0" lang="en-US" sz="1400"/>
                <a:t> </a:t>
              </a:r>
            </a:p>
            <a:p>
              <a:endParaRPr dirty="0" lang="en-US" sz="1400"/>
            </a:p>
          </p:txBody>
        </p:sp>
      </p:grpSp>
      <p:sp>
        <p:nvSpPr>
          <p:cNvPr id="8" name="Rectangle 7">
            <a:extLst>
              <a:ext uri="{FF2B5EF4-FFF2-40B4-BE49-F238E27FC236}">
                <a16:creationId xmlns:a16="http://schemas.microsoft.com/office/drawing/2014/main" id="{BCCE6915-0B10-46C3-84CB-825F2364EE7B}"/>
              </a:ext>
            </a:extLst>
          </p:cNvPr>
          <p:cNvSpPr/>
          <p:nvPr/>
        </p:nvSpPr>
        <p:spPr>
          <a:xfrm>
            <a:off x="766868" y="3472965"/>
            <a:ext cx="742511" cy="369332"/>
          </a:xfrm>
          <a:prstGeom prst="rect">
            <a:avLst/>
          </a:prstGeom>
        </p:spPr>
        <p:txBody>
          <a:bodyPr wrap="none">
            <a:spAutoFit/>
          </a:bodyPr>
          <a:lstStyle/>
          <a:p>
            <a:r>
              <a:rPr b="1" dirty="0" lang="en-US">
                <a:latin charset="0" pitchFamily="2" typeface="Times"/>
              </a:rPr>
              <a:t>Alice </a:t>
            </a:r>
            <a:endParaRPr dirty="0" lang="en-US"/>
          </a:p>
        </p:txBody>
      </p:sp>
      <p:pic>
        <p:nvPicPr>
          <p:cNvPr descr="Illustration of Alice, the sender in the RSA encryption example" id="6" name="Picture 5">
            <a:extLst>
              <a:ext uri="{FF2B5EF4-FFF2-40B4-BE49-F238E27FC236}">
                <a16:creationId xmlns:a16="http://schemas.microsoft.com/office/drawing/2014/main" id="{8B00AE42-9C08-4652-A4AA-69EC659972FC}"/>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b="89827" l="9949" r="92347" t="3896">
                        <a14:foregroundMark x1="53444" x2="53444" y1="14394" y2="14394"/>
                        <a14:foregroundMark x1="55995" x2="55995" y1="12338" y2="12338"/>
                        <a14:foregroundMark x1="56760" x2="56760" y1="15801" y2="15801"/>
                        <a14:foregroundMark x1="59311" x2="59311" y1="20779" y2="20779"/>
                        <a14:foregroundMark x1="59311" x2="59311" y1="20779" y2="20779"/>
                        <a14:foregroundMark x1="29464" x2="29464" y1="14394" y2="14394"/>
                        <a14:foregroundMark x1="29464" x2="29464" y1="14394" y2="14394"/>
                        <a14:foregroundMark x1="27041" x2="37755" y1="22835" y2="17208"/>
                        <a14:foregroundMark x1="32015" x2="66582" y1="12987" y2="33658"/>
                        <a14:foregroundMark x1="66582" x2="70026" y1="33658" y2="69156"/>
                        <a14:foregroundMark x1="70026" x2="27296" y1="69156" y2="71970"/>
                        <a14:foregroundMark x1="27296" x2="75255" y1="71970" y2="74892"/>
                        <a14:foregroundMark x1="75255" x2="92347" y1="74892" y2="71320"/>
                        <a14:foregroundMark x1="71684" x2="49362" y1="29221" y2="11580"/>
                        <a14:foregroundMark x1="40306" x2="71684" y1="10173" y2="34957"/>
                        <a14:foregroundMark x1="71684" x2="50383" y1="34957" y2="3896"/>
                        <a14:foregroundMark x1="50383" x2="21684" y1="3896" y2="30736"/>
                        <a14:foregroundMark x1="12370" x2="10204" y1="58046" y2="64394"/>
                        <a14:foregroundMark x1="21684" x2="13678" y1="30736" y2="54212"/>
                        <a14:foregroundMark x1="10204" x2="50128" y1="64394" y2="78247"/>
                        <a14:foregroundMark x1="50128" x2="91071" y1="78247" y2="70022"/>
                        <a14:foregroundMark x1="91071" x2="66709" y1="70022" y2="53030"/>
                        <a14:foregroundMark x1="77423" x2="84056" y1="66342" y2="71320"/>
                        <a14:backgroundMark x1="13010" x2="13010" y1="56494" y2="56494"/>
                        <a14:backgroundMark x1="10459" x2="10459" y1="56494" y2="56494"/>
                        <a14:backgroundMark x1="8801" x2="13776" y1="56494" y2="56494"/>
                        <a14:backgroundMark x1="9694" x2="9694" y1="55087" y2="55087"/>
                        <a14:backgroundMark x1="8036" x2="13010" y1="54437" y2="55844"/>
                        <a14:backgroundMark x1="13010" x2="13010" y1="55087" y2="55087"/>
                      </a14:backgroundRemoval>
                    </a14:imgEffect>
                  </a14:imgLayer>
                </a14:imgProps>
              </a:ext>
            </a:extLst>
          </a:blip>
          <a:stretch>
            <a:fillRect/>
          </a:stretch>
        </p:blipFill>
        <p:spPr>
          <a:xfrm>
            <a:off x="556233" y="3783086"/>
            <a:ext cx="1163782" cy="1371600"/>
          </a:xfrm>
          <a:prstGeom prst="rect">
            <a:avLst/>
          </a:prstGeom>
        </p:spPr>
      </p:pic>
      <p:sp>
        <p:nvSpPr>
          <p:cNvPr id="4" name="Rectangle 3">
            <a:extLst>
              <a:ext uri="{FF2B5EF4-FFF2-40B4-BE49-F238E27FC236}">
                <a16:creationId xmlns:a16="http://schemas.microsoft.com/office/drawing/2014/main" id="{4B38213D-4EEC-4626-B9DF-D068171F5499}"/>
              </a:ext>
            </a:extLst>
          </p:cNvPr>
          <p:cNvSpPr/>
          <p:nvPr/>
        </p:nvSpPr>
        <p:spPr>
          <a:xfrm>
            <a:off x="1913889" y="3334465"/>
            <a:ext cx="1719253" cy="646331"/>
          </a:xfrm>
          <a:prstGeom prst="rect">
            <a:avLst/>
          </a:prstGeom>
        </p:spPr>
        <p:txBody>
          <a:bodyPr wrap="square">
            <a:spAutoFit/>
          </a:bodyPr>
          <a:lstStyle/>
          <a:p>
            <a:r>
              <a:rPr dirty="0" lang="en-US">
                <a:latin charset="0" pitchFamily="2" typeface="Times"/>
              </a:rPr>
              <a:t>message</a:t>
            </a:r>
            <a:r>
              <a:rPr altLang="en-US" dirty="0" lang="zh-CN">
                <a:latin charset="0" pitchFamily="2" typeface="Times"/>
              </a:rPr>
              <a:t> </a:t>
            </a:r>
            <a:r>
              <a:rPr dirty="0" i="1" lang="en-US">
                <a:solidFill>
                  <a:srgbClr val="FF0000"/>
                </a:solidFill>
                <a:latin charset="0" pitchFamily="2" typeface="Times"/>
              </a:rPr>
              <a:t>x </a:t>
            </a:r>
            <a:r>
              <a:rPr dirty="0" lang="en-US">
                <a:latin typeface="CMR10"/>
              </a:rPr>
              <a:t>= </a:t>
            </a:r>
            <a:r>
              <a:rPr altLang="zh-CN" dirty="0" lang="en-US">
                <a:solidFill>
                  <a:srgbClr val="FF0000"/>
                </a:solidFill>
                <a:latin charset="0" pitchFamily="2" typeface="Times"/>
              </a:rPr>
              <a:t>8</a:t>
            </a:r>
            <a:r>
              <a:rPr dirty="0" lang="en-US">
                <a:latin charset="0" pitchFamily="2" typeface="Times"/>
              </a:rPr>
              <a:t> </a:t>
            </a:r>
            <a:endParaRPr dirty="0" lang="en-US"/>
          </a:p>
          <a:p>
            <a:endParaRPr dirty="0" lang="en-US"/>
          </a:p>
        </p:txBody>
      </p:sp>
      <p:sp>
        <p:nvSpPr>
          <p:cNvPr id="12" name="TextBox 11">
            <a:extLst>
              <a:ext uri="{FF2B5EF4-FFF2-40B4-BE49-F238E27FC236}">
                <a16:creationId xmlns:a16="http://schemas.microsoft.com/office/drawing/2014/main" id="{AEE13923-3C29-4E4C-BE69-9CD5EDF6B5AA}"/>
              </a:ext>
            </a:extLst>
          </p:cNvPr>
          <p:cNvSpPr txBox="1"/>
          <p:nvPr/>
        </p:nvSpPr>
        <p:spPr>
          <a:xfrm>
            <a:off x="5351734" y="3486891"/>
            <a:ext cx="1226618" cy="369332"/>
          </a:xfrm>
          <a:prstGeom prst="rect">
            <a:avLst/>
          </a:prstGeom>
          <a:noFill/>
        </p:spPr>
        <p:txBody>
          <a:bodyPr rtlCol="0" wrap="none">
            <a:spAutoFit/>
          </a:bodyPr>
          <a:lstStyle/>
          <a:p>
            <a:r>
              <a:rPr dirty="0" err="1" i="1" lang="en-US">
                <a:solidFill>
                  <a:schemeClr val="accent1">
                    <a:lumMod val="75000"/>
                  </a:schemeClr>
                </a:solidFill>
              </a:rPr>
              <a:t>k</a:t>
            </a:r>
            <a:r>
              <a:rPr baseline="-25000" dirty="0" err="1" i="1" lang="en-US">
                <a:solidFill>
                  <a:schemeClr val="accent1">
                    <a:lumMod val="75000"/>
                  </a:schemeClr>
                </a:solidFill>
              </a:rPr>
              <a:t>pub</a:t>
            </a:r>
            <a:r>
              <a:rPr dirty="0" i="1" lang="en-US"/>
              <a:t> </a:t>
            </a:r>
            <a:r>
              <a:rPr dirty="0" lang="en-US"/>
              <a:t>= (</a:t>
            </a:r>
            <a:r>
              <a:rPr dirty="0" i="1" lang="en-US">
                <a:solidFill>
                  <a:schemeClr val="accent1">
                    <a:lumMod val="75000"/>
                  </a:schemeClr>
                </a:solidFill>
              </a:rPr>
              <a:t>n</a:t>
            </a:r>
            <a:r>
              <a:rPr dirty="0" lang="en-US"/>
              <a:t>,</a:t>
            </a:r>
            <a:r>
              <a:rPr dirty="0" i="1" lang="en-US">
                <a:solidFill>
                  <a:srgbClr val="0070C0"/>
                </a:solidFill>
              </a:rPr>
              <a:t> e</a:t>
            </a:r>
            <a:r>
              <a:rPr dirty="0" lang="en-US"/>
              <a:t>)</a:t>
            </a:r>
            <a:endParaRPr baseline="-25000" dirty="0" lang="en-US"/>
          </a:p>
        </p:txBody>
      </p:sp>
      <p:cxnSp>
        <p:nvCxnSpPr>
          <p:cNvPr id="11" name="Straight Arrow Connector 10">
            <a:extLst>
              <a:ext uri="{FF2B5EF4-FFF2-40B4-BE49-F238E27FC236}">
                <a16:creationId xmlns:a16="http://schemas.microsoft.com/office/drawing/2014/main" id="{E26B41E9-41B0-4997-A2A8-0EAB5A94B183}"/>
              </a:ext>
              <a:ext uri="{C183D7F6-B498-43B3-948B-1728B52AA6E4}">
                <adec:decorative xmlns:adec="http://schemas.microsoft.com/office/drawing/2017/decorative" val="0"/>
              </a:ext>
            </a:extLst>
          </p:cNvPr>
          <p:cNvCxnSpPr/>
          <p:nvPr/>
        </p:nvCxnSpPr>
        <p:spPr>
          <a:xfrm flipH="1">
            <a:off x="3827016" y="3828421"/>
            <a:ext cx="365760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E0858340-E532-42F4-A130-1DD26A5D0259}"/>
              </a:ext>
            </a:extLst>
          </p:cNvPr>
          <p:cNvSpPr/>
          <p:nvPr/>
        </p:nvSpPr>
        <p:spPr>
          <a:xfrm>
            <a:off x="7256017" y="2150660"/>
            <a:ext cx="4572000" cy="553998"/>
          </a:xfrm>
          <a:prstGeom prst="rect">
            <a:avLst/>
          </a:prstGeom>
        </p:spPr>
        <p:txBody>
          <a:bodyPr>
            <a:spAutoFit/>
          </a:bodyPr>
          <a:lstStyle/>
          <a:p>
            <a:r>
              <a:rPr dirty="0" lang="en-US">
                <a:latin charset="0" pitchFamily="2" typeface="Times"/>
              </a:rPr>
              <a:t>1.choose </a:t>
            </a:r>
            <a:r>
              <a:rPr dirty="0" i="1" lang="en-US">
                <a:solidFill>
                  <a:srgbClr val="FF0000"/>
                </a:solidFill>
                <a:latin charset="0" pitchFamily="2" typeface="Times"/>
              </a:rPr>
              <a:t>p</a:t>
            </a:r>
            <a:r>
              <a:rPr dirty="0" i="1" lang="en-US">
                <a:latin charset="0" pitchFamily="2" typeface="Times"/>
              </a:rPr>
              <a:t> = </a:t>
            </a:r>
            <a:r>
              <a:rPr altLang="zh-CN" dirty="0" i="1" lang="en-US">
                <a:latin charset="0" pitchFamily="2" typeface="Times"/>
              </a:rPr>
              <a:t>7</a:t>
            </a:r>
            <a:r>
              <a:rPr altLang="en-US" dirty="0" i="1" lang="zh-CN">
                <a:latin charset="0" pitchFamily="2" typeface="Times"/>
              </a:rPr>
              <a:t> </a:t>
            </a:r>
            <a:r>
              <a:rPr dirty="0" lang="en-US">
                <a:latin charset="0" pitchFamily="2" typeface="Times"/>
              </a:rPr>
              <a:t>and</a:t>
            </a:r>
            <a:r>
              <a:rPr altLang="en-US" dirty="0" lang="zh-CN">
                <a:latin charset="0" pitchFamily="2" typeface="Times"/>
              </a:rPr>
              <a:t> </a:t>
            </a:r>
            <a:r>
              <a:rPr dirty="0" i="1" lang="en-US">
                <a:solidFill>
                  <a:srgbClr val="FF0000"/>
                </a:solidFill>
                <a:latin charset="0" pitchFamily="2" typeface="Times"/>
              </a:rPr>
              <a:t>q</a:t>
            </a:r>
            <a:r>
              <a:rPr dirty="0" i="1" lang="en-US">
                <a:latin charset="0" pitchFamily="2" typeface="Times"/>
              </a:rPr>
              <a:t> = </a:t>
            </a:r>
            <a:r>
              <a:rPr altLang="zh-CN" dirty="0" i="1" lang="en-US">
                <a:latin charset="0" pitchFamily="2" typeface="Times"/>
              </a:rPr>
              <a:t>5</a:t>
            </a:r>
            <a:r>
              <a:rPr altLang="en-US" dirty="0" i="1" lang="zh-CN">
                <a:latin charset="0" pitchFamily="2" typeface="Times"/>
              </a:rPr>
              <a:t> </a:t>
            </a:r>
            <a:br>
              <a:rPr dirty="0" lang="en-US">
                <a:latin charset="0" pitchFamily="2" typeface="Times"/>
              </a:rPr>
            </a:br>
            <a:endParaRPr baseline="30000" dirty="0" lang="en-US"/>
          </a:p>
        </p:txBody>
      </p:sp>
      <p:sp>
        <p:nvSpPr>
          <p:cNvPr id="17" name="Rectangle 16">
            <a:extLst>
              <a:ext uri="{FF2B5EF4-FFF2-40B4-BE49-F238E27FC236}">
                <a16:creationId xmlns:a16="http://schemas.microsoft.com/office/drawing/2014/main" id="{0E4E5068-C8F1-48AC-B688-202C02E631B8}"/>
              </a:ext>
            </a:extLst>
          </p:cNvPr>
          <p:cNvSpPr/>
          <p:nvPr/>
        </p:nvSpPr>
        <p:spPr>
          <a:xfrm>
            <a:off x="7256017" y="2471228"/>
            <a:ext cx="4572000" cy="553998"/>
          </a:xfrm>
          <a:prstGeom prst="rect">
            <a:avLst/>
          </a:prstGeom>
        </p:spPr>
        <p:txBody>
          <a:bodyPr>
            <a:spAutoFit/>
          </a:bodyPr>
          <a:lstStyle/>
          <a:p>
            <a:r>
              <a:rPr dirty="0" lang="en-US">
                <a:latin charset="0" pitchFamily="2" typeface="Times"/>
              </a:rPr>
              <a:t>2. </a:t>
            </a:r>
            <a:r>
              <a:rPr dirty="0" i="1" lang="en-US">
                <a:solidFill>
                  <a:schemeClr val="accent1">
                    <a:lumMod val="75000"/>
                  </a:schemeClr>
                </a:solidFill>
              </a:rPr>
              <a:t>n</a:t>
            </a:r>
            <a:r>
              <a:rPr dirty="0" i="1" lang="en-US">
                <a:latin charset="0" pitchFamily="2" typeface="Times"/>
              </a:rPr>
              <a:t> </a:t>
            </a:r>
            <a:r>
              <a:rPr dirty="0" lang="en-US">
                <a:latin typeface="CMR10"/>
              </a:rPr>
              <a:t>= </a:t>
            </a:r>
            <a:r>
              <a:rPr dirty="0" i="1" lang="en-US">
                <a:latin charset="0" pitchFamily="2" typeface="Times"/>
              </a:rPr>
              <a:t>p </a:t>
            </a:r>
            <a:r>
              <a:rPr dirty="0" lang="en-US">
                <a:latin typeface="CMSY10"/>
              </a:rPr>
              <a:t>· </a:t>
            </a:r>
            <a:r>
              <a:rPr dirty="0" i="1" lang="en-US">
                <a:latin charset="0" pitchFamily="2" typeface="Times"/>
              </a:rPr>
              <a:t>q = </a:t>
            </a:r>
            <a:r>
              <a:rPr altLang="zh-CN" dirty="0" i="1" lang="en-US">
                <a:solidFill>
                  <a:schemeClr val="accent1">
                    <a:lumMod val="75000"/>
                  </a:schemeClr>
                </a:solidFill>
                <a:latin charset="0" pitchFamily="2" typeface="Times"/>
              </a:rPr>
              <a:t>35</a:t>
            </a:r>
            <a:br>
              <a:rPr dirty="0" lang="en-US">
                <a:latin charset="0" pitchFamily="2" typeface="Times"/>
              </a:rPr>
            </a:br>
            <a:endParaRPr baseline="30000" dirty="0" lang="en-US"/>
          </a:p>
        </p:txBody>
      </p:sp>
      <p:sp>
        <p:nvSpPr>
          <p:cNvPr id="18" name="Rectangle 17">
            <a:extLst>
              <a:ext uri="{FF2B5EF4-FFF2-40B4-BE49-F238E27FC236}">
                <a16:creationId xmlns:a16="http://schemas.microsoft.com/office/drawing/2014/main" id="{DB58E894-798B-4ABD-910D-5ACCD815A8E1}"/>
              </a:ext>
            </a:extLst>
          </p:cNvPr>
          <p:cNvSpPr/>
          <p:nvPr/>
        </p:nvSpPr>
        <p:spPr>
          <a:xfrm>
            <a:off x="7256017" y="2750736"/>
            <a:ext cx="4572000" cy="369332"/>
          </a:xfrm>
          <a:prstGeom prst="rect">
            <a:avLst/>
          </a:prstGeom>
        </p:spPr>
        <p:txBody>
          <a:bodyPr>
            <a:spAutoFit/>
          </a:bodyPr>
          <a:lstStyle/>
          <a:p>
            <a:r>
              <a:rPr dirty="0" lang="en-US">
                <a:latin charset="0" pitchFamily="2" typeface="Times"/>
              </a:rPr>
              <a:t>3. </a:t>
            </a:r>
            <a:r>
              <a:rPr dirty="0" lang="el-GR">
                <a:solidFill>
                  <a:srgbClr val="7030A0"/>
                </a:solidFill>
                <a:latin charset="0" pitchFamily="2" typeface="Times"/>
              </a:rPr>
              <a:t>Φ(</a:t>
            </a:r>
            <a:r>
              <a:rPr dirty="0" lang="en-US">
                <a:solidFill>
                  <a:srgbClr val="7030A0"/>
                </a:solidFill>
                <a:latin charset="0" pitchFamily="2" typeface="Times"/>
              </a:rPr>
              <a:t>n)</a:t>
            </a:r>
            <a:r>
              <a:rPr dirty="0" lang="en-US">
                <a:latin charset="0" pitchFamily="2" typeface="Times"/>
              </a:rPr>
              <a:t> = (p−1)(q−1) = </a:t>
            </a:r>
            <a:r>
              <a:rPr altLang="zh-CN" dirty="0" lang="en-US">
                <a:solidFill>
                  <a:srgbClr val="7030A0"/>
                </a:solidFill>
                <a:latin charset="0" pitchFamily="2" typeface="Times"/>
              </a:rPr>
              <a:t>24</a:t>
            </a:r>
            <a:r>
              <a:rPr dirty="0" lang="en-US">
                <a:latin charset="0" pitchFamily="2" typeface="Times"/>
              </a:rPr>
              <a:t> </a:t>
            </a:r>
          </a:p>
        </p:txBody>
      </p:sp>
      <p:sp>
        <p:nvSpPr>
          <p:cNvPr id="19" name="Rectangle 18">
            <a:extLst>
              <a:ext uri="{FF2B5EF4-FFF2-40B4-BE49-F238E27FC236}">
                <a16:creationId xmlns:a16="http://schemas.microsoft.com/office/drawing/2014/main" id="{66F955C9-916E-4BF3-82D6-9E755E4D31B2}"/>
              </a:ext>
            </a:extLst>
          </p:cNvPr>
          <p:cNvSpPr/>
          <p:nvPr/>
        </p:nvSpPr>
        <p:spPr>
          <a:xfrm>
            <a:off x="7256017" y="3074524"/>
            <a:ext cx="4572000" cy="553998"/>
          </a:xfrm>
          <a:prstGeom prst="rect">
            <a:avLst/>
          </a:prstGeom>
        </p:spPr>
        <p:txBody>
          <a:bodyPr>
            <a:spAutoFit/>
          </a:bodyPr>
          <a:lstStyle/>
          <a:p>
            <a:r>
              <a:rPr dirty="0" lang="en-US">
                <a:latin charset="0" pitchFamily="2" typeface="Times"/>
              </a:rPr>
              <a:t>4. choose </a:t>
            </a:r>
            <a:r>
              <a:rPr dirty="0" i="1" lang="en-US">
                <a:solidFill>
                  <a:srgbClr val="0070C0"/>
                </a:solidFill>
                <a:latin charset="0" pitchFamily="2" typeface="Times"/>
              </a:rPr>
              <a:t>e = </a:t>
            </a:r>
            <a:r>
              <a:rPr altLang="zh-CN" dirty="0" i="1" lang="en-US">
                <a:solidFill>
                  <a:srgbClr val="0070C0"/>
                </a:solidFill>
                <a:latin charset="0" pitchFamily="2" typeface="Times"/>
              </a:rPr>
              <a:t>5</a:t>
            </a:r>
            <a:br>
              <a:rPr dirty="0" lang="en-US">
                <a:latin charset="0" pitchFamily="2" typeface="Times"/>
              </a:rPr>
            </a:br>
            <a:endParaRPr baseline="30000" dirty="0" lang="en-US"/>
          </a:p>
        </p:txBody>
      </p:sp>
      <p:sp>
        <p:nvSpPr>
          <p:cNvPr id="20" name="Rectangle 19">
            <a:extLst>
              <a:ext uri="{FF2B5EF4-FFF2-40B4-BE49-F238E27FC236}">
                <a16:creationId xmlns:a16="http://schemas.microsoft.com/office/drawing/2014/main" id="{B8945C40-D8AA-4FCA-9B8B-8952839849EF}"/>
              </a:ext>
            </a:extLst>
          </p:cNvPr>
          <p:cNvSpPr/>
          <p:nvPr/>
        </p:nvSpPr>
        <p:spPr>
          <a:xfrm>
            <a:off x="7271344" y="3381423"/>
            <a:ext cx="2034531" cy="369332"/>
          </a:xfrm>
          <a:prstGeom prst="rect">
            <a:avLst/>
          </a:prstGeom>
        </p:spPr>
        <p:txBody>
          <a:bodyPr wrap="none">
            <a:spAutoFit/>
          </a:bodyPr>
          <a:lstStyle/>
          <a:p>
            <a:r>
              <a:rPr dirty="0" lang="en-US">
                <a:latin charset="0" pitchFamily="2" typeface="Times"/>
              </a:rPr>
              <a:t>5.</a:t>
            </a:r>
            <a:r>
              <a:rPr altLang="en-US" dirty="0" lang="zh-CN">
                <a:latin charset="0" pitchFamily="2" typeface="Times"/>
              </a:rPr>
              <a:t> </a:t>
            </a:r>
            <a:r>
              <a:rPr dirty="0" i="1" lang="en-US">
                <a:solidFill>
                  <a:schemeClr val="tx2">
                    <a:lumMod val="75000"/>
                  </a:schemeClr>
                </a:solidFill>
              </a:rPr>
              <a:t>d </a:t>
            </a:r>
            <a:r>
              <a:rPr dirty="0" lang="en-US">
                <a:latin typeface="CMSY10"/>
              </a:rPr>
              <a:t>≡</a:t>
            </a:r>
            <a:r>
              <a:rPr dirty="0" i="1" lang="en-US">
                <a:solidFill>
                  <a:srgbClr val="0070C0"/>
                </a:solidFill>
                <a:latin charset="0" pitchFamily="2" typeface="Times"/>
              </a:rPr>
              <a:t>e</a:t>
            </a:r>
            <a:r>
              <a:rPr baseline="30000" dirty="0" i="1" lang="en-US">
                <a:latin charset="0" pitchFamily="2" typeface="Times"/>
              </a:rPr>
              <a:t>-1</a:t>
            </a:r>
            <a:r>
              <a:rPr dirty="0" lang="en-US">
                <a:latin typeface="CMSY10"/>
              </a:rPr>
              <a:t> ≡ </a:t>
            </a:r>
            <a:r>
              <a:rPr altLang="zh-CN" dirty="0" i="1" lang="en-US">
                <a:solidFill>
                  <a:schemeClr val="tx2">
                    <a:lumMod val="75000"/>
                  </a:schemeClr>
                </a:solidFill>
                <a:latin charset="0" pitchFamily="2" typeface="Times"/>
              </a:rPr>
              <a:t>5</a:t>
            </a:r>
            <a:r>
              <a:rPr dirty="0" i="1" lang="en-US">
                <a:solidFill>
                  <a:srgbClr val="0070C0"/>
                </a:solidFill>
                <a:latin charset="0" pitchFamily="2" typeface="Times"/>
              </a:rPr>
              <a:t> </a:t>
            </a:r>
            <a:r>
              <a:rPr dirty="0" i="1" lang="en-US">
                <a:latin charset="0" pitchFamily="2" typeface="Times"/>
              </a:rPr>
              <a:t>mod </a:t>
            </a:r>
            <a:r>
              <a:rPr altLang="zh-CN" dirty="0" i="1" lang="en-US">
                <a:solidFill>
                  <a:srgbClr val="7030A0"/>
                </a:solidFill>
                <a:latin charset="0" pitchFamily="2" typeface="Times"/>
              </a:rPr>
              <a:t>24</a:t>
            </a:r>
            <a:endParaRPr dirty="0" lang="en-US">
              <a:solidFill>
                <a:srgbClr val="7030A0"/>
              </a:solidFill>
            </a:endParaRPr>
          </a:p>
        </p:txBody>
      </p:sp>
      <p:sp>
        <p:nvSpPr>
          <p:cNvPr id="9" name="Rectangle 8">
            <a:extLst>
              <a:ext uri="{FF2B5EF4-FFF2-40B4-BE49-F238E27FC236}">
                <a16:creationId xmlns:a16="http://schemas.microsoft.com/office/drawing/2014/main" id="{4107EBB9-C869-4C48-905B-CD88D9280AB5}"/>
              </a:ext>
            </a:extLst>
          </p:cNvPr>
          <p:cNvSpPr/>
          <p:nvPr/>
        </p:nvSpPr>
        <p:spPr>
          <a:xfrm>
            <a:off x="10900275" y="3472965"/>
            <a:ext cx="639919" cy="369332"/>
          </a:xfrm>
          <a:prstGeom prst="rect">
            <a:avLst/>
          </a:prstGeom>
        </p:spPr>
        <p:txBody>
          <a:bodyPr wrap="none">
            <a:spAutoFit/>
          </a:bodyPr>
          <a:lstStyle/>
          <a:p>
            <a:r>
              <a:rPr b="1" dirty="0" lang="en-US">
                <a:latin charset="0" pitchFamily="2" typeface="Times"/>
              </a:rPr>
              <a:t>Bob </a:t>
            </a:r>
            <a:endParaRPr dirty="0" lang="en-US"/>
          </a:p>
        </p:txBody>
      </p:sp>
      <p:pic>
        <p:nvPicPr>
          <p:cNvPr descr="Illustration of Bob, the receiver in the RSA encryption example" id="7" name="Content Placeholder 4">
            <a:extLst>
              <a:ext uri="{FF2B5EF4-FFF2-40B4-BE49-F238E27FC236}">
                <a16:creationId xmlns:a16="http://schemas.microsoft.com/office/drawing/2014/main" id="{786F0F55-2A7D-4750-8C5C-F0F2FADD203F}"/>
              </a:ext>
            </a:extLst>
          </p:cNvPr>
          <p:cNvPicPr>
            <a:picLocks noChangeAspect="1" noGrp="1"/>
          </p:cNvPicPr>
          <p:nvPr/>
        </p:nvPicPr>
        <p:blipFill>
          <a:blip r:embed="rId6">
            <a:extLst>
              <a:ext uri="{BEBA8EAE-BF5A-486C-A8C5-ECC9F3942E4B}">
                <a14:imgProps xmlns:a14="http://schemas.microsoft.com/office/drawing/2010/main">
                  <a14:imgLayer r:embed="rId7">
                    <a14:imgEffect>
                      <a14:backgroundRemoval b="96667" l="9941" r="96588" t="7302">
                        <a14:foregroundMark x1="41543" x2="54303" y1="11111" y2="7302"/>
                        <a14:foregroundMark x1="54303" x2="56380" y1="7302" y2="9683"/>
                        <a14:foregroundMark x1="88872" x2="95252" y1="68095" y2="80476"/>
                        <a14:foregroundMark x1="95252" x2="95401" y1="80476" y2="95079"/>
                        <a14:foregroundMark x1="95401" x2="40801" y1="95079" y2="94921"/>
                        <a14:foregroundMark x1="40801" x2="53858" y1="94921" y2="84762"/>
                        <a14:foregroundMark x1="53858" x2="40356" y1="84762" y2="90159"/>
                        <a14:foregroundMark x1="40356" x2="57270" y1="90159" y2="81587"/>
                        <a14:foregroundMark x1="57270" x2="71810" y1="81587" y2="80794"/>
                        <a14:foregroundMark x1="71810" x2="85312" y1="80794" y2="83333"/>
                        <a14:foregroundMark x1="85312" x2="75223" y1="83333" y2="93016"/>
                        <a14:foregroundMark x1="75223" x2="45252" y1="93016" y2="92063"/>
                        <a14:foregroundMark x1="45252" x2="72404" y1="92063" y2="91587"/>
                        <a14:foregroundMark x1="72404" x2="33680" y1="91587" y2="87619"/>
                        <a14:foregroundMark x1="33680" x2="59199" y1="87619" y2="86825"/>
                        <a14:foregroundMark x1="59199" x2="43620" y1="86825" y2="87619"/>
                        <a14:foregroundMark x1="43620" x2="56380" y1="87619" y2="82222"/>
                        <a14:foregroundMark x1="56380" x2="43323" y1="82222" y2="88254"/>
                        <a14:foregroundMark x1="43323" x2="54896" y1="88254" y2="80794"/>
                        <a14:foregroundMark x1="54896" x2="35905" y1="80794" y2="87619"/>
                        <a14:foregroundMark x1="35905" x2="66914" y1="87619" y2="83175"/>
                        <a14:foregroundMark x1="66914" x2="47478" y1="83175" y2="87460"/>
                        <a14:foregroundMark x1="47478" x2="82938" y1="87460" y2="86667"/>
                        <a14:foregroundMark x1="82938" x2="63353" y1="86667" y2="88095"/>
                        <a14:foregroundMark x1="63353" x2="64243" y1="88095" y2="88571"/>
                        <a14:foregroundMark x1="10089" x2="8605" y1="75714" y2="90635"/>
                        <a14:foregroundMark x1="8605" x2="26706" y1="90635" y2="91905"/>
                        <a14:foregroundMark x1="26706" x2="11573" y1="91905" y2="85714"/>
                        <a14:foregroundMark x1="11573" x2="40950" y1="85714" y2="88889"/>
                        <a14:foregroundMark x1="40950" x2="18398" y1="88889" y2="89841"/>
                        <a14:foregroundMark x1="18398" x2="34125" y1="89841" y2="90159"/>
                        <a14:foregroundMark x1="34125" x2="17507" y1="90159" y2="90000"/>
                        <a14:foregroundMark x1="17507" x2="32789" y1="90000" y2="89524"/>
                        <a14:foregroundMark x1="32789" x2="50593" y1="89524" y2="90476"/>
                        <a14:foregroundMark x1="50593" x2="14243" y1="90476" y2="93810"/>
                        <a14:foregroundMark x1="14243" x2="34273" y1="93810" y2="96825"/>
                        <a14:foregroundMark x1="34273" x2="79525" y1="96825" y2="92063"/>
                        <a14:foregroundMark x1="79525" x2="90801" y1="92063" y2="83968"/>
                        <a14:foregroundMark x1="90801" x2="85163" y1="83968" y2="97143"/>
                        <a14:foregroundMark x1="85163" x2="15579" y1="97143" y2="94762"/>
                        <a14:foregroundMark x1="15579" x2="31157" y1="94762" y2="95397"/>
                        <a14:foregroundMark x1="31157" x2="45549" y1="95397" y2="95079"/>
                        <a14:foregroundMark x1="45549" x2="17062" y1="95079" y2="96667"/>
                        <a14:foregroundMark x1="17062" x2="82641" y1="96667" y2="90317"/>
                        <a14:foregroundMark x1="82641" x2="92285" y1="90317" y2="79365"/>
                        <a14:foregroundMark x1="92285" x2="91543" y1="79365" y2="93810"/>
                        <a14:foregroundMark x1="91543" x2="61128" y1="93810" y2="94127"/>
                        <a14:foregroundMark x1="61128" x2="79970" y1="94127" y2="92063"/>
                        <a14:foregroundMark x1="92433" x2="95994" y1="71429" y2="84921"/>
                        <a14:foregroundMark x1="95994" x2="92730" y1="84921" y2="71270"/>
                        <a14:foregroundMark x1="92730" x2="96142" y1="71270" y2="84921"/>
                        <a14:foregroundMark x1="96142" x2="89466" y1="84921" y2="97302"/>
                        <a14:foregroundMark x1="89466" x2="94659" y1="97302" y2="82381"/>
                        <a14:foregroundMark x1="94659" x2="95104" y1="82381" y2="96667"/>
                        <a14:foregroundMark x1="95104" x2="96588" y1="96667" y2="94286"/>
                      </a14:backgroundRemoval>
                    </a14:imgEffect>
                  </a14:imgLayer>
                </a14:imgProps>
              </a:ext>
              <a:ext uri="{28A0092B-C50C-407E-A947-70E740481C1C}">
                <a14:useLocalDpi xmlns:a14="http://schemas.microsoft.com/office/drawing/2010/main" val="0"/>
              </a:ext>
            </a:extLst>
          </a:blip>
          <a:stretch>
            <a:fillRect/>
          </a:stretch>
        </p:blipFill>
        <p:spPr>
          <a:xfrm>
            <a:off x="10572734" y="3759376"/>
            <a:ext cx="1165891" cy="1089780"/>
          </a:xfrm>
          <a:prstGeom prst="rect">
            <a:avLst/>
          </a:prstGeom>
        </p:spPr>
      </p:pic>
      <mc:AlternateContent xmlns:a14="http://schemas.microsoft.com/office/drawing/2010/main" xmlns:mc="http://schemas.openxmlformats.org/markup-compatibility/2006">
        <mc:Choice Requires="a14">
          <p:sp>
            <p:nvSpPr>
              <p:cNvPr id="16" name="Rectangle 15">
                <a:extLst>
                  <a:ext uri="{FF2B5EF4-FFF2-40B4-BE49-F238E27FC236}">
                    <a16:creationId xmlns:a16="http://schemas.microsoft.com/office/drawing/2014/main" id="{A7ECCD1F-6527-4A9C-B4E3-B71182F30EEA}"/>
                  </a:ext>
                </a:extLst>
              </p:cNvPr>
              <p:cNvSpPr/>
              <p:nvPr/>
            </p:nvSpPr>
            <p:spPr>
              <a:xfrm>
                <a:off x="8001415" y="4092967"/>
                <a:ext cx="2705055" cy="931345"/>
              </a:xfrm>
              <a:prstGeom prst="rect">
                <a:avLst/>
              </a:prstGeom>
            </p:spPr>
            <p:txBody>
              <a:bodyPr wrap="square">
                <a:spAutoFit/>
              </a:bodyPr>
              <a:lstStyle/>
              <a:p>
                <a:r>
                  <a:rPr dirty="0" lang="en-US">
                    <a:solidFill>
                      <a:srgbClr val="FF0000"/>
                    </a:solidFill>
                  </a:rPr>
                  <a:t> </a:t>
                </a:r>
                <a14:m>
                  <m:oMath xmlns:m="http://schemas.openxmlformats.org/officeDocument/2006/math">
                    <m:r>
                      <a:rPr dirty="0" i="1" lang="en-US" smtClean="0">
                        <a:solidFill>
                          <a:srgbClr val="FF0000"/>
                        </a:solidFill>
                        <a:latin charset="0" panose="02040503050406030204" pitchFamily="18" typeface="Cambria Math"/>
                      </a:rPr>
                      <m:t>𝑥</m:t>
                    </m:r>
                    <m:r>
                      <a:rPr dirty="0" i="1" lang="en-US">
                        <a:latin charset="0" panose="02040503050406030204" pitchFamily="18" typeface="Cambria Math"/>
                        <a:ea charset="0" panose="02040503050406030204" pitchFamily="18" typeface="Cambria Math"/>
                      </a:rPr>
                      <m:t>≡</m:t>
                    </m:r>
                    <m:sSup>
                      <m:sSupPr>
                        <m:ctrlPr>
                          <a:rPr dirty="0" i="1" lang="en-US" smtClean="0">
                            <a:latin charset="0" panose="02040503050406030204" pitchFamily="18" typeface="Cambria Math"/>
                          </a:rPr>
                        </m:ctrlPr>
                      </m:sSupPr>
                      <m:e>
                        <m:r>
                          <a:rPr b="0" dirty="0" i="1" lang="en-US" smtClean="0">
                            <a:latin charset="0" panose="02040503050406030204" pitchFamily="18" typeface="Cambria Math"/>
                          </a:rPr>
                          <m:t>𝑦</m:t>
                        </m:r>
                      </m:e>
                      <m:sup>
                        <m:r>
                          <a:rPr b="0" dirty="0" i="1" lang="en-US" smtClean="0">
                            <a:solidFill>
                              <a:schemeClr val="tx2">
                                <a:lumMod val="75000"/>
                              </a:schemeClr>
                            </a:solidFill>
                            <a:latin charset="0" panose="02040503050406030204" pitchFamily="18" typeface="Cambria Math"/>
                          </a:rPr>
                          <m:t>𝑑</m:t>
                        </m:r>
                      </m:sup>
                    </m:sSup>
                    <m:r>
                      <a:rPr dirty="0" i="1" lang="en-US">
                        <a:solidFill>
                          <a:srgbClr val="92D050"/>
                        </a:solidFill>
                        <a:latin charset="0" panose="02040503050406030204" pitchFamily="18" typeface="Cambria Math"/>
                      </a:rPr>
                      <m:t> </m:t>
                    </m:r>
                    <m:r>
                      <a:rPr dirty="0" i="1" lang="en-US">
                        <a:latin charset="0" panose="02040503050406030204" pitchFamily="18" typeface="Cambria Math"/>
                      </a:rPr>
                      <m:t>𝑚𝑜𝑑</m:t>
                    </m:r>
                    <m:r>
                      <a:rPr dirty="0" i="1" lang="en-US">
                        <a:latin charset="0" panose="02040503050406030204" pitchFamily="18" typeface="Cambria Math"/>
                      </a:rPr>
                      <m:t> </m:t>
                    </m:r>
                    <m:r>
                      <a:rPr dirty="0" i="1" lang="en-US" smtClean="0">
                        <a:solidFill>
                          <a:schemeClr val="accent1">
                            <a:lumMod val="75000"/>
                          </a:schemeClr>
                        </a:solidFill>
                        <a:latin charset="0" panose="02040503050406030204" pitchFamily="18" typeface="Cambria Math"/>
                      </a:rPr>
                      <m:t>𝑛</m:t>
                    </m:r>
                    <m:r>
                      <a:rPr dirty="0" i="1" lang="en-US">
                        <a:solidFill>
                          <a:schemeClr val="accent6"/>
                        </a:solidFill>
                        <a:latin charset="0" panose="02040503050406030204" pitchFamily="18" typeface="Cambria Math"/>
                      </a:rPr>
                      <m:t> </m:t>
                    </m:r>
                  </m:oMath>
                </a14:m>
                <a:endParaRPr dirty="0" i="1" lang="en-US">
                  <a:solidFill>
                    <a:schemeClr val="accent6"/>
                  </a:solidFill>
                  <a:latin charset="0" pitchFamily="2" typeface="Times"/>
                </a:endParaRPr>
              </a:p>
              <a:p>
                <a:r>
                  <a:rPr dirty="0" lang="en-US"/>
                  <a:t> </a:t>
                </a:r>
                <a14:m>
                  <m:oMath xmlns:m="http://schemas.openxmlformats.org/officeDocument/2006/math">
                    <m:r>
                      <a:rPr dirty="0" i="1" lang="en-US">
                        <a:latin charset="0" panose="02040503050406030204" pitchFamily="18" typeface="Cambria Math"/>
                        <a:ea charset="0" panose="02040503050406030204" pitchFamily="18" typeface="Cambria Math"/>
                      </a:rPr>
                      <m:t>≡</m:t>
                    </m:r>
                    <m:sSup>
                      <m:sSupPr>
                        <m:ctrlPr>
                          <a:rPr dirty="0" i="1" lang="en-US" smtClean="0">
                            <a:latin charset="0" panose="02040503050406030204" pitchFamily="18" typeface="Cambria Math"/>
                            <a:ea charset="0" panose="02040503050406030204" pitchFamily="18" typeface="Cambria Math"/>
                          </a:rPr>
                        </m:ctrlPr>
                      </m:sSupPr>
                      <m:e>
                        <m:r>
                          <a:rPr b="0" dirty="0" i="1" lang="en-US" smtClean="0">
                            <a:latin charset="0" panose="02040503050406030204" pitchFamily="18" typeface="Cambria Math"/>
                            <a:ea charset="0" panose="02040503050406030204" pitchFamily="18" typeface="Cambria Math"/>
                          </a:rPr>
                          <m:t>8</m:t>
                        </m:r>
                      </m:e>
                      <m:sup>
                        <m:r>
                          <a:rPr b="0" dirty="0" i="1" lang="en-US" smtClean="0">
                            <a:latin charset="0" panose="02040503050406030204" pitchFamily="18" typeface="Cambria Math"/>
                            <a:ea charset="0" panose="02040503050406030204" pitchFamily="18" typeface="Cambria Math"/>
                          </a:rPr>
                          <m:t>5</m:t>
                        </m:r>
                      </m:sup>
                    </m:sSup>
                    <m:r>
                      <a:rPr baseline="30000" dirty="0" i="1" lang="en-US">
                        <a:solidFill>
                          <a:srgbClr val="92D050"/>
                        </a:solidFill>
                        <a:latin charset="0" panose="02040503050406030204" pitchFamily="18" typeface="Cambria Math"/>
                      </a:rPr>
                      <m:t> </m:t>
                    </m:r>
                    <m:r>
                      <a:rPr dirty="0" i="1" lang="en-US">
                        <a:latin charset="0" panose="02040503050406030204" pitchFamily="18" typeface="Cambria Math"/>
                      </a:rPr>
                      <m:t>𝑚𝑜𝑑</m:t>
                    </m:r>
                    <m:r>
                      <a:rPr dirty="0" i="1" lang="en-US">
                        <a:solidFill>
                          <a:srgbClr val="92D050"/>
                        </a:solidFill>
                        <a:latin charset="0" panose="02040503050406030204" pitchFamily="18" typeface="Cambria Math"/>
                      </a:rPr>
                      <m:t> </m:t>
                    </m:r>
                    <m:r>
                      <a:rPr dirty="0" i="1" lang="en-US" smtClean="0">
                        <a:solidFill>
                          <a:schemeClr val="accent1">
                            <a:lumMod val="75000"/>
                          </a:schemeClr>
                        </a:solidFill>
                        <a:latin charset="0" panose="02040503050406030204" pitchFamily="18" typeface="Cambria Math"/>
                      </a:rPr>
                      <m:t>3</m:t>
                    </m:r>
                    <m:r>
                      <a:rPr b="0" dirty="0" i="1" lang="en-US" smtClean="0">
                        <a:solidFill>
                          <a:schemeClr val="accent1">
                            <a:lumMod val="75000"/>
                          </a:schemeClr>
                        </a:solidFill>
                        <a:latin charset="0" panose="02040503050406030204" pitchFamily="18" typeface="Cambria Math"/>
                      </a:rPr>
                      <m:t>5</m:t>
                    </m:r>
                    <m:r>
                      <a:rPr dirty="0" i="1" lang="en-US">
                        <a:solidFill>
                          <a:schemeClr val="accent6"/>
                        </a:solidFill>
                        <a:latin charset="0" panose="02040503050406030204" pitchFamily="18" typeface="Cambria Math"/>
                      </a:rPr>
                      <m:t> </m:t>
                    </m:r>
                  </m:oMath>
                </a14:m>
                <a:endParaRPr dirty="0" i="1" lang="en-US">
                  <a:solidFill>
                    <a:schemeClr val="accent6"/>
                  </a:solidFill>
                  <a:latin charset="0" pitchFamily="2" typeface="Times"/>
                </a:endParaRPr>
              </a:p>
              <a:p>
                <a:r>
                  <a:rPr dirty="0" lang="en-US"/>
                  <a:t> </a:t>
                </a:r>
                <a14:m>
                  <m:oMath xmlns:m="http://schemas.openxmlformats.org/officeDocument/2006/math">
                    <m:r>
                      <a:rPr dirty="0" i="1" lang="en-US">
                        <a:latin charset="0" panose="02040503050406030204" pitchFamily="18" typeface="Cambria Math"/>
                        <a:ea charset="0" panose="02040503050406030204" pitchFamily="18" typeface="Cambria Math"/>
                      </a:rPr>
                      <m:t>≡</m:t>
                    </m:r>
                    <m:r>
                      <a:rPr b="0" dirty="0" i="1" lang="en-US" smtClean="0">
                        <a:latin charset="0" panose="02040503050406030204" pitchFamily="18" typeface="Cambria Math"/>
                        <a:ea charset="0" panose="02040503050406030204" pitchFamily="18" typeface="Cambria Math"/>
                      </a:rPr>
                      <m:t>8</m:t>
                    </m:r>
                  </m:oMath>
                </a14:m>
                <a:endParaRPr dirty="0" lang="en-US"/>
              </a:p>
            </p:txBody>
          </p:sp>
        </mc:Choice>
        <mc:Fallback>
          <p:sp>
            <p:nvSpPr>
              <p:cNvPr id="16" name="Rectangle 15">
                <a:extLst>
                  <a:ext uri="{FF2B5EF4-FFF2-40B4-BE49-F238E27FC236}">
                    <a16:creationId xmlns:a16="http://schemas.microsoft.com/office/drawing/2014/main" id="{A7ECCD1F-6527-4A9C-B4E3-B71182F30EEA}"/>
                  </a:ext>
                </a:extLst>
              </p:cNvPr>
              <p:cNvSpPr>
                <a:spLocks noAdjustHandles="1" noChangeArrowheads="1" noChangeAspect="1" noChangeShapeType="1" noEditPoints="1" noMove="1" noResize="1" noRot="1" noTextEdit="1"/>
              </p:cNvSpPr>
              <p:nvPr/>
            </p:nvSpPr>
            <p:spPr>
              <a:xfrm>
                <a:off x="8001415" y="4092967"/>
                <a:ext cx="2705055" cy="931345"/>
              </a:xfrm>
              <a:prstGeom prst="rect">
                <a:avLst/>
              </a:prstGeom>
              <a:blipFill>
                <a:blip r:embed="rId11"/>
                <a:stretch>
                  <a:fillRect/>
                </a:stretch>
              </a:blipFill>
            </p:spPr>
            <p:txBody>
              <a:bodyPr/>
              <a:lstStyle/>
              <a:p>
                <a:r>
                  <a:rPr lang="en-US">
                    <a:noFill/>
                  </a:rPr>
                  <a:t> </a:t>
                </a:r>
              </a:p>
            </p:txBody>
          </p:sp>
        </mc:Fallback>
      </mc:AlternateContent>
      <p:sp>
        <p:nvSpPr>
          <p:cNvPr id="15" name="TextBox 14">
            <a:extLst>
              <a:ext uri="{FF2B5EF4-FFF2-40B4-BE49-F238E27FC236}">
                <a16:creationId xmlns:a16="http://schemas.microsoft.com/office/drawing/2014/main" id="{CDDD5540-9F01-4126-AAE7-2771AAEF36AE}"/>
              </a:ext>
            </a:extLst>
          </p:cNvPr>
          <p:cNvSpPr txBox="1"/>
          <p:nvPr/>
        </p:nvSpPr>
        <p:spPr>
          <a:xfrm>
            <a:off x="5593549" y="4005454"/>
            <a:ext cx="287258" cy="369332"/>
          </a:xfrm>
          <a:prstGeom prst="rect">
            <a:avLst/>
          </a:prstGeom>
          <a:noFill/>
        </p:spPr>
        <p:txBody>
          <a:bodyPr rtlCol="0" wrap="none">
            <a:spAutoFit/>
          </a:bodyPr>
          <a:lstStyle/>
          <a:p>
            <a:r>
              <a:rPr dirty="0" i="1" lang="en-US">
                <a:latin charset="0" pitchFamily="2" typeface="Times"/>
              </a:rPr>
              <a:t>y</a:t>
            </a:r>
            <a:endParaRPr baseline="-25000" dirty="0" lang="en-US"/>
          </a:p>
        </p:txBody>
      </p:sp>
      <p:cxnSp>
        <p:nvCxnSpPr>
          <p:cNvPr id="14" name="Straight Arrow Connector 13">
            <a:extLst>
              <a:ext uri="{FF2B5EF4-FFF2-40B4-BE49-F238E27FC236}">
                <a16:creationId xmlns:a16="http://schemas.microsoft.com/office/drawing/2014/main" id="{BC6CD094-D5E8-4B02-8086-90017381F60D}"/>
              </a:ext>
              <a:ext uri="{C183D7F6-B498-43B3-948B-1728B52AA6E4}">
                <adec:decorative xmlns:adec="http://schemas.microsoft.com/office/drawing/2017/decorative" val="0"/>
              </a:ext>
            </a:extLst>
          </p:cNvPr>
          <p:cNvCxnSpPr>
            <a:cxnSpLocks/>
          </p:cNvCxnSpPr>
          <p:nvPr/>
        </p:nvCxnSpPr>
        <p:spPr>
          <a:xfrm flipV="1">
            <a:off x="3827016" y="4020150"/>
            <a:ext cx="365760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a14="http://schemas.microsoft.com/office/drawing/2010/main" xmlns:mc="http://schemas.openxmlformats.org/markup-compatibility/2006">
        <mc:Choice Requires="a14">
          <p:sp>
            <p:nvSpPr>
              <p:cNvPr id="13" name="Rectangle 12">
                <a:extLst>
                  <a:ext uri="{FF2B5EF4-FFF2-40B4-BE49-F238E27FC236}">
                    <a16:creationId xmlns:a16="http://schemas.microsoft.com/office/drawing/2014/main" id="{9855B924-50CB-48B3-B7C5-4EA730D68C73}"/>
                  </a:ext>
                </a:extLst>
              </p:cNvPr>
              <p:cNvSpPr/>
              <p:nvPr/>
            </p:nvSpPr>
            <p:spPr>
              <a:xfrm>
                <a:off x="1891606" y="4284220"/>
                <a:ext cx="1689373" cy="926407"/>
              </a:xfrm>
              <a:prstGeom prst="rect">
                <a:avLst/>
              </a:prstGeom>
            </p:spPr>
            <p:txBody>
              <a:bodyPr wrap="none">
                <a:spAutoFit/>
              </a:bodyPr>
              <a:lstStyle/>
              <a:p>
                <a:r>
                  <a:rPr dirty="0" lang="en-US"/>
                  <a:t> </a:t>
                </a:r>
                <a14:m>
                  <m:oMath xmlns:m="http://schemas.openxmlformats.org/officeDocument/2006/math">
                    <m:r>
                      <a:rPr dirty="0" i="1" lang="en-US" smtClean="0">
                        <a:latin charset="0" panose="02040503050406030204" pitchFamily="18" typeface="Cambria Math"/>
                      </a:rPr>
                      <m:t>𝑦</m:t>
                    </m:r>
                    <m:r>
                      <a:rPr dirty="0" i="1" lang="en-US">
                        <a:solidFill>
                          <a:schemeClr val="bg2">
                            <a:lumMod val="50000"/>
                          </a:schemeClr>
                        </a:solidFill>
                        <a:latin charset="0" panose="02040503050406030204" pitchFamily="18" typeface="Cambria Math"/>
                      </a:rPr>
                      <m:t> </m:t>
                    </m:r>
                    <m:r>
                      <a:rPr dirty="0" i="1" lang="en-US">
                        <a:latin charset="0" panose="02040503050406030204" pitchFamily="18" typeface="Cambria Math"/>
                        <a:ea charset="0" panose="02040503050406030204" pitchFamily="18" typeface="Cambria Math"/>
                      </a:rPr>
                      <m:t>≡</m:t>
                    </m:r>
                    <m:r>
                      <a:rPr dirty="0" i="1" lang="en-US">
                        <a:latin charset="0" panose="02040503050406030204" pitchFamily="18" typeface="Cambria Math"/>
                      </a:rPr>
                      <m:t> </m:t>
                    </m:r>
                    <m:r>
                      <a:rPr dirty="0" err="1" i="1" lang="en-US">
                        <a:solidFill>
                          <a:srgbClr val="FF0000"/>
                        </a:solidFill>
                        <a:latin charset="0" panose="02040503050406030204" pitchFamily="18" typeface="Cambria Math"/>
                      </a:rPr>
                      <m:t>𝑥</m:t>
                    </m:r>
                    <m:r>
                      <a:rPr baseline="30000" dirty="0" err="1" i="1" lang="en-US">
                        <a:solidFill>
                          <a:srgbClr val="0070C0"/>
                        </a:solidFill>
                        <a:latin charset="0" panose="02040503050406030204" pitchFamily="18" typeface="Cambria Math"/>
                      </a:rPr>
                      <m:t>𝑒</m:t>
                    </m:r>
                    <m:r>
                      <a:rPr dirty="0" i="1" lang="en-US">
                        <a:latin charset="0" panose="02040503050406030204" pitchFamily="18" typeface="Cambria Math"/>
                      </a:rPr>
                      <m:t> </m:t>
                    </m:r>
                    <m:r>
                      <a:rPr dirty="0" i="1" lang="en-US">
                        <a:latin charset="0" panose="02040503050406030204" pitchFamily="18" typeface="Cambria Math"/>
                      </a:rPr>
                      <m:t>𝑚𝑜𝑑</m:t>
                    </m:r>
                    <m:r>
                      <a:rPr dirty="0" i="1" lang="en-US">
                        <a:latin charset="0" panose="02040503050406030204" pitchFamily="18" typeface="Cambria Math"/>
                      </a:rPr>
                      <m:t> </m:t>
                    </m:r>
                    <m:r>
                      <a:rPr dirty="0" i="1" lang="en-US">
                        <a:solidFill>
                          <a:schemeClr val="accent1">
                            <a:lumMod val="75000"/>
                          </a:schemeClr>
                        </a:solidFill>
                        <a:latin charset="0" panose="02040503050406030204" pitchFamily="18" typeface="Cambria Math"/>
                      </a:rPr>
                      <m:t>𝑛</m:t>
                    </m:r>
                  </m:oMath>
                </a14:m>
                <a:endParaRPr dirty="0" i="1" lang="en-US">
                  <a:solidFill>
                    <a:schemeClr val="accent1">
                      <a:lumMod val="75000"/>
                    </a:schemeClr>
                  </a:solidFill>
                  <a:latin charset="0" pitchFamily="2" typeface="Times"/>
                </a:endParaRPr>
              </a:p>
              <a:p>
                <a:r>
                  <a:rPr dirty="0" lang="en-US"/>
                  <a:t> </a:t>
                </a:r>
                <a14:m>
                  <m:oMath xmlns:m="http://schemas.openxmlformats.org/officeDocument/2006/math">
                    <m:r>
                      <a:rPr dirty="0" i="1" lang="en-US" smtClean="0">
                        <a:latin charset="0" panose="02040503050406030204" pitchFamily="18" typeface="Cambria Math"/>
                        <a:ea charset="0" panose="02040503050406030204" pitchFamily="18" typeface="Cambria Math"/>
                      </a:rPr>
                      <m:t>≡</m:t>
                    </m:r>
                    <m:sSup>
                      <m:sSupPr>
                        <m:ctrlPr>
                          <a:rPr altLang="zh-CN" b="0" dirty="0" i="1" lang="en-US" smtClean="0">
                            <a:latin charset="0" panose="02040503050406030204" pitchFamily="18" typeface="Cambria Math"/>
                            <a:ea charset="0" panose="02040503050406030204" pitchFamily="18" typeface="Cambria Math"/>
                          </a:rPr>
                        </m:ctrlPr>
                      </m:sSupPr>
                      <m:e>
                        <m:r>
                          <a:rPr altLang="zh-CN" b="0" dirty="0" i="1" lang="en-US" smtClean="0">
                            <a:latin charset="0" panose="02040503050406030204" pitchFamily="18" typeface="Cambria Math"/>
                            <a:ea charset="0" panose="02040503050406030204" pitchFamily="18" typeface="Cambria Math"/>
                          </a:rPr>
                          <m:t>8</m:t>
                        </m:r>
                      </m:e>
                      <m:sup>
                        <m:r>
                          <a:rPr altLang="zh-CN" b="0" dirty="0" i="1" lang="en-US" smtClean="0">
                            <a:latin charset="0" panose="02040503050406030204" pitchFamily="18" typeface="Cambria Math"/>
                            <a:ea charset="0" panose="02040503050406030204" pitchFamily="18" typeface="Cambria Math"/>
                          </a:rPr>
                          <m:t>5</m:t>
                        </m:r>
                      </m:sup>
                    </m:sSup>
                    <m:r>
                      <a:rPr dirty="0" i="1" lang="en-US">
                        <a:solidFill>
                          <a:srgbClr val="0070C0"/>
                        </a:solidFill>
                        <a:latin charset="0" panose="02040503050406030204" pitchFamily="18" typeface="Cambria Math"/>
                      </a:rPr>
                      <m:t> </m:t>
                    </m:r>
                    <m:r>
                      <a:rPr dirty="0" i="1" lang="en-US">
                        <a:latin charset="0" panose="02040503050406030204" pitchFamily="18" typeface="Cambria Math"/>
                      </a:rPr>
                      <m:t>𝑚𝑜𝑑</m:t>
                    </m:r>
                    <m:r>
                      <a:rPr dirty="0" i="1" lang="en-US">
                        <a:latin charset="0" panose="02040503050406030204" pitchFamily="18" typeface="Cambria Math"/>
                      </a:rPr>
                      <m:t> 35</m:t>
                    </m:r>
                  </m:oMath>
                </a14:m>
                <a:endParaRPr dirty="0" i="1" lang="en-US">
                  <a:latin charset="0" pitchFamily="2" typeface="Times"/>
                </a:endParaRPr>
              </a:p>
              <a:p>
                <a:r>
                  <a:rPr b="0" dirty="0" lang="en-US">
                    <a:solidFill>
                      <a:schemeClr val="tx1"/>
                    </a:solidFill>
                  </a:rPr>
                  <a:t> </a:t>
                </a:r>
                <a14:m>
                  <m:oMath xmlns:m="http://schemas.openxmlformats.org/officeDocument/2006/math">
                    <m:r>
                      <a:rPr b="0" dirty="0" i="1" lang="en-US" smtClean="0">
                        <a:solidFill>
                          <a:schemeClr val="tx1"/>
                        </a:solidFill>
                        <a:latin charset="0" panose="02040503050406030204" pitchFamily="18" typeface="Cambria Math"/>
                        <a:ea charset="0" panose="02040503050406030204" pitchFamily="18" typeface="Cambria Math"/>
                      </a:rPr>
                      <m:t>≡</m:t>
                    </m:r>
                    <m:r>
                      <a:rPr b="0" dirty="0" i="0" lang="en-US" smtClean="0">
                        <a:solidFill>
                          <a:schemeClr val="tx1"/>
                        </a:solidFill>
                        <a:latin charset="0" panose="02040503050406030204" pitchFamily="18" typeface="Cambria Math"/>
                        <a:ea charset="0" panose="02040503050406030204" pitchFamily="18" typeface="Cambria Math"/>
                      </a:rPr>
                      <m:t>8</m:t>
                    </m:r>
                  </m:oMath>
                </a14:m>
                <a:endParaRPr baseline="30000" dirty="0" lang="en-US">
                  <a:solidFill>
                    <a:schemeClr val="tx1"/>
                  </a:solidFill>
                </a:endParaRPr>
              </a:p>
            </p:txBody>
          </p:sp>
        </mc:Choice>
        <mc:Fallback>
          <p:sp>
            <p:nvSpPr>
              <p:cNvPr id="13" name="Rectangle 12">
                <a:extLst>
                  <a:ext uri="{FF2B5EF4-FFF2-40B4-BE49-F238E27FC236}">
                    <a16:creationId xmlns:a16="http://schemas.microsoft.com/office/drawing/2014/main" id="{9855B924-50CB-48B3-B7C5-4EA730D68C73}"/>
                  </a:ext>
                </a:extLst>
              </p:cNvPr>
              <p:cNvSpPr>
                <a:spLocks noAdjustHandles="1" noChangeArrowheads="1" noChangeAspect="1" noChangeShapeType="1" noEditPoints="1" noMove="1" noResize="1" noRot="1" noTextEdit="1"/>
              </p:cNvSpPr>
              <p:nvPr/>
            </p:nvSpPr>
            <p:spPr>
              <a:xfrm>
                <a:off x="1891606" y="4284220"/>
                <a:ext cx="1689373" cy="926407"/>
              </a:xfrm>
              <a:prstGeom prst="rect">
                <a:avLst/>
              </a:prstGeom>
              <a:blipFill>
                <a:blip r:embed="rId10"/>
                <a:stretch>
                  <a:fillRect/>
                </a:stretch>
              </a:blipFill>
            </p:spPr>
            <p:txBody>
              <a:bodyPr/>
              <a:lstStyle/>
              <a:p>
                <a:r>
                  <a:rPr lang="en-US">
                    <a:noFill/>
                  </a:rPr>
                  <a:t> </a:t>
                </a:r>
              </a:p>
            </p:txBody>
          </p:sp>
        </mc:Fallback>
      </mc:AlternateContent>
      <mc:AlternateContent xmlns:a14="http://schemas.microsoft.com/office/drawing/2010/main" xmlns:mc="http://schemas.openxmlformats.org/markup-compatibility/2006">
        <mc:Choice Requires="a14">
          <p:sp>
            <p:nvSpPr>
              <p:cNvPr id="10" name="TextBox 9">
                <a:extLst>
                  <a:ext uri="{FF2B5EF4-FFF2-40B4-BE49-F238E27FC236}">
                    <a16:creationId xmlns:a16="http://schemas.microsoft.com/office/drawing/2014/main" id="{0523CA11-F6D3-5521-D695-1B8C5CAC477D}"/>
                  </a:ext>
                </a:extLst>
              </p:cNvPr>
              <p:cNvSpPr txBox="1"/>
              <p:nvPr/>
            </p:nvSpPr>
            <p:spPr>
              <a:xfrm>
                <a:off x="556233" y="5301208"/>
                <a:ext cx="4025461" cy="1200329"/>
              </a:xfrm>
              <a:prstGeom prst="rect">
                <a:avLst/>
              </a:prstGeom>
              <a:noFill/>
            </p:spPr>
            <p:txBody>
              <a:bodyPr rtlCol="0" wrap="none">
                <a:spAutoFit/>
              </a:bodyPr>
              <a:lstStyle/>
              <a:p>
                <a:r>
                  <a:rPr altLang="zh-CN" dirty="0" lang="en-US"/>
                  <a:t>5</a:t>
                </a:r>
                <a:r>
                  <a:rPr altLang="en-US" dirty="0" lang="zh-CN"/>
                  <a:t> </a:t>
                </a:r>
                <a:r>
                  <a:rPr altLang="zh-CN" dirty="0" lang="en-US">
                    <a:sym charset="2" pitchFamily="2" typeface="Wingdings"/>
                  </a:rPr>
                  <a:t> 101</a:t>
                </a:r>
              </a:p>
              <a:p>
                <a:r>
                  <a:rPr dirty="0" lang="en-US">
                    <a:sym charset="2" pitchFamily="2" typeface="Wingdings"/>
                  </a:rPr>
                  <a:t>1: 8 mod 35 = 8</a:t>
                </a:r>
              </a:p>
              <a:p>
                <a:r>
                  <a:rPr dirty="0" lang="en-US">
                    <a:sym charset="2" pitchFamily="2" typeface="Wingdings"/>
                  </a:rPr>
                  <a:t>0: 8</a:t>
                </a:r>
                <a:r>
                  <a:rPr baseline="30000" dirty="0" lang="en-US">
                    <a:sym charset="2" pitchFamily="2" typeface="Wingdings"/>
                  </a:rPr>
                  <a:t>2</a:t>
                </a:r>
                <a:r>
                  <a:rPr dirty="0" lang="en-US">
                    <a:sym charset="2" pitchFamily="2" typeface="Wingdings"/>
                  </a:rPr>
                  <a:t> mod 35 = 29</a:t>
                </a:r>
              </a:p>
              <a:p>
                <a:r>
                  <a:rPr dirty="0" lang="en-US">
                    <a:sym charset="2" pitchFamily="2" typeface="Wingdings"/>
                  </a:rPr>
                  <a:t>1: 29</a:t>
                </a:r>
                <a:r>
                  <a:rPr baseline="30000" dirty="0" lang="en-US">
                    <a:sym charset="2" pitchFamily="2" typeface="Wingdings"/>
                  </a:rPr>
                  <a:t>2</a:t>
                </a:r>
                <a:r>
                  <a:rPr dirty="0" lang="en-US">
                    <a:sym charset="2" pitchFamily="2" typeface="Wingdings"/>
                  </a:rPr>
                  <a:t> </a:t>
                </a:r>
                <a14:m>
                  <m:oMath xmlns:m="http://schemas.openxmlformats.org/officeDocument/2006/math">
                    <m:r>
                      <a:rPr i="1" lang="en-US" smtClean="0">
                        <a:latin charset="0" panose="02040503050406030204" pitchFamily="18" typeface="Cambria Math"/>
                        <a:ea charset="0" panose="02040503050406030204" pitchFamily="18" typeface="Cambria Math"/>
                        <a:sym charset="2" pitchFamily="2" typeface="Wingdings"/>
                      </a:rPr>
                      <m:t>∙</m:t>
                    </m:r>
                  </m:oMath>
                </a14:m>
                <a:r>
                  <a:rPr dirty="0" lang="en-US">
                    <a:sym charset="2" pitchFamily="2" typeface="Wingdings"/>
                  </a:rPr>
                  <a:t> 8 mod 35 = 1</a:t>
                </a:r>
                <a:r>
                  <a:rPr baseline="30000" dirty="0" lang="en-US">
                    <a:sym charset="2" pitchFamily="2" typeface="Wingdings"/>
                  </a:rPr>
                  <a:t>2</a:t>
                </a:r>
                <a:r>
                  <a:rPr dirty="0" lang="en-US">
                    <a:sym charset="2" pitchFamily="2" typeface="Wingdings"/>
                  </a:rPr>
                  <a:t> </a:t>
                </a:r>
                <a14:m>
                  <m:oMath xmlns:m="http://schemas.openxmlformats.org/officeDocument/2006/math">
                    <m:r>
                      <a:rPr i="1" lang="en-US">
                        <a:latin charset="0" panose="02040503050406030204" pitchFamily="18" typeface="Cambria Math"/>
                        <a:ea charset="0" panose="02040503050406030204" pitchFamily="18" typeface="Cambria Math"/>
                        <a:sym charset="2" pitchFamily="2" typeface="Wingdings"/>
                      </a:rPr>
                      <m:t>∙</m:t>
                    </m:r>
                  </m:oMath>
                </a14:m>
                <a:r>
                  <a:rPr dirty="0" lang="en-US">
                    <a:sym charset="2" pitchFamily="2" typeface="Wingdings"/>
                  </a:rPr>
                  <a:t> 8 mod 35 = 1 </a:t>
                </a:r>
                <a:endParaRPr dirty="0" lang="en-US"/>
              </a:p>
            </p:txBody>
          </p:sp>
        </mc:Choice>
        <mc:Fallback>
          <p:sp>
            <p:nvSpPr>
              <p:cNvPr id="10" name="TextBox 9">
                <a:extLst>
                  <a:ext uri="{FF2B5EF4-FFF2-40B4-BE49-F238E27FC236}">
                    <a16:creationId xmlns:a16="http://schemas.microsoft.com/office/drawing/2014/main" id="{0523CA11-F6D3-5521-D695-1B8C5CAC477D}"/>
                  </a:ext>
                </a:extLst>
              </p:cNvPr>
              <p:cNvSpPr txBox="1">
                <a:spLocks noAdjustHandles="1" noChangeArrowheads="1" noChangeAspect="1" noChangeShapeType="1" noEditPoints="1" noMove="1" noResize="1" noRot="1" noTextEdit="1"/>
              </p:cNvSpPr>
              <p:nvPr/>
            </p:nvSpPr>
            <p:spPr>
              <a:xfrm>
                <a:off x="556233" y="5301208"/>
                <a:ext cx="4025461" cy="1200329"/>
              </a:xfrm>
              <a:prstGeom prst="rect">
                <a:avLst/>
              </a:prstGeom>
              <a:blipFill>
                <a:blip r:embed="rId12"/>
                <a:stretch>
                  <a:fillRect b="-6250" l="-1258" r="-314" t="-3125"/>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8CF0A931-A966-4404-A65D-7F5D0D857D59}"/>
              </a:ext>
            </a:extLst>
          </p:cNvPr>
          <p:cNvSpPr>
            <a:spLocks noGrp="1"/>
          </p:cNvSpPr>
          <p:nvPr>
            <p:ph idx="12" sz="quarter" type="sldNum"/>
          </p:nvPr>
        </p:nvSpPr>
        <p:spPr/>
        <p:txBody>
          <a:bodyPr/>
          <a:lstStyle/>
          <a:p>
            <a:fld id="{3EE413A7-32C0-42B9-8169-A32BFBDA280A}" type="slidenum">
              <a:rPr lang="en-US" smtClean="0"/>
              <a:t>12</a:t>
            </a:fld>
            <a:endParaRPr lang="en-US"/>
          </a:p>
        </p:txBody>
      </p:sp>
    </p:spTree>
    <p:custDataLst>
      <p:tags r:id="rId1"/>
    </p:custDataLst>
    <p:extLst>
      <p:ext uri="{BB962C8B-B14F-4D97-AF65-F5344CB8AC3E}">
        <p14:creationId xmlns:p14="http://schemas.microsoft.com/office/powerpoint/2010/main" val="1441904793"/>
      </p:ext>
    </p:extLst>
  </p:cSld>
  <p:clrMapOvr>
    <a:masterClrMapping/>
  </p:clrMapOvr>
  <mc:AlternateContent xmlns:mc="http://schemas.openxmlformats.org/markup-compatibility/2006" xmlns:p14="http://schemas.microsoft.com/office/powerpoint/2010/main">
    <mc:Choice Requires="p14">
      <p:transition advTm="989856" p14:dur="2000" spd="slow"/>
    </mc:Choice>
    <mc:Fallback>
      <p:transition advTm="989856" spd="slow"/>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id="5" nodeType="clickEffect" presetClass="entr" presetID="3" presetSubtype="10">
                                  <p:stCondLst>
                                    <p:cond delay="0"/>
                                  </p:stCondLst>
                                  <p:childTnLst>
                                    <p:set>
                                      <p:cBhvr>
                                        <p:cTn dur="1" fill="hold" id="6">
                                          <p:stCondLst>
                                            <p:cond delay="0"/>
                                          </p:stCondLst>
                                        </p:cTn>
                                        <p:tgtEl>
                                          <p:spTgt spid="5">
                                            <p:txEl>
                                              <p:pRg end="0" st="0"/>
                                            </p:txEl>
                                          </p:spTgt>
                                        </p:tgtEl>
                                        <p:attrNameLst>
                                          <p:attrName>style.visibility</p:attrName>
                                        </p:attrNameLst>
                                      </p:cBhvr>
                                      <p:to>
                                        <p:strVal val="visible"/>
                                      </p:to>
                                    </p:set>
                                    <p:animEffect filter="blinds(horizontal)" transition="in">
                                      <p:cBhvr>
                                        <p:cTn dur="500" id="7"/>
                                        <p:tgtEl>
                                          <p:spTgt spid="5">
                                            <p:txEl>
                                              <p:pRg end="0" st="0"/>
                                            </p:txEl>
                                          </p:spTgt>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3" presetSubtype="10">
                                  <p:stCondLst>
                                    <p:cond delay="0"/>
                                  </p:stCondLst>
                                  <p:childTnLst>
                                    <p:set>
                                      <p:cBhvr>
                                        <p:cTn dur="1" fill="hold" id="11">
                                          <p:stCondLst>
                                            <p:cond delay="0"/>
                                          </p:stCondLst>
                                        </p:cTn>
                                        <p:tgtEl>
                                          <p:spTgt spid="19"/>
                                        </p:tgtEl>
                                        <p:attrNameLst>
                                          <p:attrName>style.visibility</p:attrName>
                                        </p:attrNameLst>
                                      </p:cBhvr>
                                      <p:to>
                                        <p:strVal val="visible"/>
                                      </p:to>
                                    </p:set>
                                    <p:animEffect filter="blinds(horizontal)" transition="in">
                                      <p:cBhvr>
                                        <p:cTn dur="500" id="12"/>
                                        <p:tgtEl>
                                          <p:spTgt spid="19"/>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3" presetSubtype="10">
                                  <p:stCondLst>
                                    <p:cond delay="0"/>
                                  </p:stCondLst>
                                  <p:childTnLst>
                                    <p:set>
                                      <p:cBhvr>
                                        <p:cTn dur="1" fill="hold" id="16">
                                          <p:stCondLst>
                                            <p:cond delay="0"/>
                                          </p:stCondLst>
                                        </p:cTn>
                                        <p:tgtEl>
                                          <p:spTgt spid="17"/>
                                        </p:tgtEl>
                                        <p:attrNameLst>
                                          <p:attrName>style.visibility</p:attrName>
                                        </p:attrNameLst>
                                      </p:cBhvr>
                                      <p:to>
                                        <p:strVal val="visible"/>
                                      </p:to>
                                    </p:set>
                                    <p:animEffect filter="blinds(horizontal)" transition="in">
                                      <p:cBhvr>
                                        <p:cTn dur="500" id="17"/>
                                        <p:tgtEl>
                                          <p:spTgt spid="17"/>
                                        </p:tgtEl>
                                      </p:cBhvr>
                                    </p:animEffect>
                                  </p:childTnLst>
                                </p:cTn>
                              </p:par>
                            </p:childTnLst>
                          </p:cTn>
                        </p:par>
                      </p:childTnLst>
                    </p:cTn>
                  </p:par>
                  <p:par>
                    <p:cTn fill="hold" id="18">
                      <p:stCondLst>
                        <p:cond delay="indefinite"/>
                      </p:stCondLst>
                      <p:childTnLst>
                        <p:par>
                          <p:cTn fill="hold" id="19">
                            <p:stCondLst>
                              <p:cond delay="0"/>
                            </p:stCondLst>
                            <p:childTnLst>
                              <p:par>
                                <p:cTn fill="hold" grpId="0" id="20" nodeType="clickEffect" presetClass="entr" presetID="3" presetSubtype="10">
                                  <p:stCondLst>
                                    <p:cond delay="0"/>
                                  </p:stCondLst>
                                  <p:childTnLst>
                                    <p:set>
                                      <p:cBhvr>
                                        <p:cTn dur="1" fill="hold" id="21">
                                          <p:stCondLst>
                                            <p:cond delay="0"/>
                                          </p:stCondLst>
                                        </p:cTn>
                                        <p:tgtEl>
                                          <p:spTgt spid="18"/>
                                        </p:tgtEl>
                                        <p:attrNameLst>
                                          <p:attrName>style.visibility</p:attrName>
                                        </p:attrNameLst>
                                      </p:cBhvr>
                                      <p:to>
                                        <p:strVal val="visible"/>
                                      </p:to>
                                    </p:set>
                                    <p:animEffect filter="blinds(horizontal)" transition="in">
                                      <p:cBhvr>
                                        <p:cTn dur="500" id="22"/>
                                        <p:tgtEl>
                                          <p:spTgt spid="18"/>
                                        </p:tgtEl>
                                      </p:cBhvr>
                                    </p:animEffect>
                                  </p:childTnLst>
                                </p:cTn>
                              </p:par>
                            </p:childTnLst>
                          </p:cTn>
                        </p:par>
                      </p:childTnLst>
                    </p:cTn>
                  </p:par>
                  <p:par>
                    <p:cTn fill="hold" id="23">
                      <p:stCondLst>
                        <p:cond delay="indefinite"/>
                      </p:stCondLst>
                      <p:childTnLst>
                        <p:par>
                          <p:cTn fill="hold" id="24">
                            <p:stCondLst>
                              <p:cond delay="0"/>
                            </p:stCondLst>
                            <p:childTnLst>
                              <p:par>
                                <p:cTn fill="hold" grpId="0" id="25" nodeType="clickEffect" presetClass="entr" presetID="3" presetSubtype="10">
                                  <p:stCondLst>
                                    <p:cond delay="0"/>
                                  </p:stCondLst>
                                  <p:childTnLst>
                                    <p:set>
                                      <p:cBhvr>
                                        <p:cTn dur="1" fill="hold" id="26">
                                          <p:stCondLst>
                                            <p:cond delay="0"/>
                                          </p:stCondLst>
                                        </p:cTn>
                                        <p:tgtEl>
                                          <p:spTgt spid="20"/>
                                        </p:tgtEl>
                                        <p:attrNameLst>
                                          <p:attrName>style.visibility</p:attrName>
                                        </p:attrNameLst>
                                      </p:cBhvr>
                                      <p:to>
                                        <p:strVal val="visible"/>
                                      </p:to>
                                    </p:set>
                                    <p:animEffect filter="blinds(horizontal)" transition="in">
                                      <p:cBhvr>
                                        <p:cTn dur="500" id="27"/>
                                        <p:tgtEl>
                                          <p:spTgt spid="20"/>
                                        </p:tgtEl>
                                      </p:cBhvr>
                                    </p:animEffect>
                                  </p:childTnLst>
                                </p:cTn>
                              </p:par>
                            </p:childTnLst>
                          </p:cTn>
                        </p:par>
                      </p:childTnLst>
                    </p:cTn>
                  </p:par>
                  <p:par>
                    <p:cTn fill="hold" id="28">
                      <p:stCondLst>
                        <p:cond delay="indefinite"/>
                      </p:stCondLst>
                      <p:childTnLst>
                        <p:par>
                          <p:cTn fill="hold" id="29">
                            <p:stCondLst>
                              <p:cond delay="0"/>
                            </p:stCondLst>
                            <p:childTnLst>
                              <p:par>
                                <p:cTn fill="hold" id="30" nodeType="clickEffect" presetClass="entr" presetID="3" presetSubtype="10">
                                  <p:stCondLst>
                                    <p:cond delay="0"/>
                                  </p:stCondLst>
                                  <p:childTnLst>
                                    <p:set>
                                      <p:cBhvr>
                                        <p:cTn dur="1" fill="hold" id="31">
                                          <p:stCondLst>
                                            <p:cond delay="0"/>
                                          </p:stCondLst>
                                        </p:cTn>
                                        <p:tgtEl>
                                          <p:spTgt spid="11"/>
                                        </p:tgtEl>
                                        <p:attrNameLst>
                                          <p:attrName>style.visibility</p:attrName>
                                        </p:attrNameLst>
                                      </p:cBhvr>
                                      <p:to>
                                        <p:strVal val="visible"/>
                                      </p:to>
                                    </p:set>
                                    <p:animEffect filter="blinds(horizontal)" transition="in">
                                      <p:cBhvr>
                                        <p:cTn dur="500" id="32"/>
                                        <p:tgtEl>
                                          <p:spTgt spid="11"/>
                                        </p:tgtEl>
                                      </p:cBhvr>
                                    </p:animEffect>
                                  </p:childTnLst>
                                </p:cTn>
                              </p:par>
                              <p:par>
                                <p:cTn fill="hold" grpId="0" id="33" nodeType="withEffect" presetClass="entr" presetID="3" presetSubtype="10">
                                  <p:stCondLst>
                                    <p:cond delay="0"/>
                                  </p:stCondLst>
                                  <p:childTnLst>
                                    <p:set>
                                      <p:cBhvr>
                                        <p:cTn dur="1" fill="hold" id="34">
                                          <p:stCondLst>
                                            <p:cond delay="0"/>
                                          </p:stCondLst>
                                        </p:cTn>
                                        <p:tgtEl>
                                          <p:spTgt spid="12"/>
                                        </p:tgtEl>
                                        <p:attrNameLst>
                                          <p:attrName>style.visibility</p:attrName>
                                        </p:attrNameLst>
                                      </p:cBhvr>
                                      <p:to>
                                        <p:strVal val="visible"/>
                                      </p:to>
                                    </p:set>
                                    <p:animEffect filter="blinds(horizontal)" transition="in">
                                      <p:cBhvr>
                                        <p:cTn dur="500" id="35"/>
                                        <p:tgtEl>
                                          <p:spTgt spid="12"/>
                                        </p:tgtEl>
                                      </p:cBhvr>
                                    </p:animEffect>
                                  </p:childTnLst>
                                </p:cTn>
                              </p:par>
                            </p:childTnLst>
                          </p:cTn>
                        </p:par>
                      </p:childTnLst>
                    </p:cTn>
                  </p:par>
                  <p:par>
                    <p:cTn fill="hold" id="36">
                      <p:stCondLst>
                        <p:cond delay="indefinite"/>
                      </p:stCondLst>
                      <p:childTnLst>
                        <p:par>
                          <p:cTn fill="hold" id="37">
                            <p:stCondLst>
                              <p:cond delay="0"/>
                            </p:stCondLst>
                            <p:childTnLst>
                              <p:par>
                                <p:cTn fill="hold" grpId="0" id="38" nodeType="clickEffect" presetClass="entr" presetID="1" presetSubtype="0">
                                  <p:stCondLst>
                                    <p:cond delay="0"/>
                                  </p:stCondLst>
                                  <p:childTnLst>
                                    <p:set>
                                      <p:cBhvr>
                                        <p:cTn dur="1" fill="hold" id="39">
                                          <p:stCondLst>
                                            <p:cond delay="0"/>
                                          </p:stCondLst>
                                        </p:cTn>
                                        <p:tgtEl>
                                          <p:spTgt spid="13">
                                            <p:txEl>
                                              <p:pRg end="0" st="0"/>
                                            </p:txEl>
                                          </p:spTgt>
                                        </p:tgtEl>
                                        <p:attrNameLst>
                                          <p:attrName>style.visibility</p:attrName>
                                        </p:attrNameLst>
                                      </p:cBhvr>
                                      <p:to>
                                        <p:strVal val="visible"/>
                                      </p:to>
                                    </p:set>
                                  </p:childTnLst>
                                </p:cTn>
                              </p:par>
                            </p:childTnLst>
                          </p:cTn>
                        </p:par>
                      </p:childTnLst>
                    </p:cTn>
                  </p:par>
                  <p:par>
                    <p:cTn fill="hold" id="40">
                      <p:stCondLst>
                        <p:cond delay="indefinite"/>
                      </p:stCondLst>
                      <p:childTnLst>
                        <p:par>
                          <p:cTn fill="hold" id="41">
                            <p:stCondLst>
                              <p:cond delay="0"/>
                            </p:stCondLst>
                            <p:childTnLst>
                              <p:par>
                                <p:cTn fill="hold" grpId="0" id="42" nodeType="clickEffect" presetClass="entr" presetID="1" presetSubtype="0">
                                  <p:stCondLst>
                                    <p:cond delay="0"/>
                                  </p:stCondLst>
                                  <p:childTnLst>
                                    <p:set>
                                      <p:cBhvr>
                                        <p:cTn dur="1" fill="hold" id="43">
                                          <p:stCondLst>
                                            <p:cond delay="0"/>
                                          </p:stCondLst>
                                        </p:cTn>
                                        <p:tgtEl>
                                          <p:spTgt spid="10"/>
                                        </p:tgtEl>
                                        <p:attrNameLst>
                                          <p:attrName>style.visibility</p:attrName>
                                        </p:attrNameLst>
                                      </p:cBhvr>
                                      <p:to>
                                        <p:strVal val="visible"/>
                                      </p:to>
                                    </p:set>
                                  </p:childTnLst>
                                </p:cTn>
                              </p:par>
                            </p:childTnLst>
                          </p:cTn>
                        </p:par>
                      </p:childTnLst>
                    </p:cTn>
                  </p:par>
                  <p:par>
                    <p:cTn fill="hold" id="44">
                      <p:stCondLst>
                        <p:cond delay="indefinite"/>
                      </p:stCondLst>
                      <p:childTnLst>
                        <p:par>
                          <p:cTn fill="hold" id="45">
                            <p:stCondLst>
                              <p:cond delay="0"/>
                            </p:stCondLst>
                            <p:childTnLst>
                              <p:par>
                                <p:cTn fill="hold" grpId="0" id="46" nodeType="clickEffect" presetClass="entr" presetID="1" presetSubtype="0">
                                  <p:stCondLst>
                                    <p:cond delay="0"/>
                                  </p:stCondLst>
                                  <p:childTnLst>
                                    <p:set>
                                      <p:cBhvr>
                                        <p:cTn dur="1" fill="hold" id="47">
                                          <p:stCondLst>
                                            <p:cond delay="0"/>
                                          </p:stCondLst>
                                        </p:cTn>
                                        <p:tgtEl>
                                          <p:spTgt spid="13">
                                            <p:txEl>
                                              <p:pRg end="1" st="1"/>
                                            </p:txEl>
                                          </p:spTgt>
                                        </p:tgtEl>
                                        <p:attrNameLst>
                                          <p:attrName>style.visibility</p:attrName>
                                        </p:attrNameLst>
                                      </p:cBhvr>
                                      <p:to>
                                        <p:strVal val="visible"/>
                                      </p:to>
                                    </p:set>
                                  </p:childTnLst>
                                </p:cTn>
                              </p:par>
                            </p:childTnLst>
                          </p:cTn>
                        </p:par>
                      </p:childTnLst>
                    </p:cTn>
                  </p:par>
                  <p:par>
                    <p:cTn fill="hold" id="48">
                      <p:stCondLst>
                        <p:cond delay="indefinite"/>
                      </p:stCondLst>
                      <p:childTnLst>
                        <p:par>
                          <p:cTn fill="hold" id="49">
                            <p:stCondLst>
                              <p:cond delay="0"/>
                            </p:stCondLst>
                            <p:childTnLst>
                              <p:par>
                                <p:cTn fill="hold" grpId="0" id="50" nodeType="clickEffect" presetClass="entr" presetID="1" presetSubtype="0">
                                  <p:stCondLst>
                                    <p:cond delay="0"/>
                                  </p:stCondLst>
                                  <p:childTnLst>
                                    <p:set>
                                      <p:cBhvr>
                                        <p:cTn dur="1" fill="hold" id="51">
                                          <p:stCondLst>
                                            <p:cond delay="0"/>
                                          </p:stCondLst>
                                        </p:cTn>
                                        <p:tgtEl>
                                          <p:spTgt spid="13">
                                            <p:txEl>
                                              <p:pRg end="2" st="2"/>
                                            </p:txEl>
                                          </p:spTgt>
                                        </p:tgtEl>
                                        <p:attrNameLst>
                                          <p:attrName>style.visibility</p:attrName>
                                        </p:attrNameLst>
                                      </p:cBhvr>
                                      <p:to>
                                        <p:strVal val="visible"/>
                                      </p:to>
                                    </p:set>
                                  </p:childTnLst>
                                </p:cTn>
                              </p:par>
                            </p:childTnLst>
                          </p:cTn>
                        </p:par>
                      </p:childTnLst>
                    </p:cTn>
                  </p:par>
                  <p:par>
                    <p:cTn fill="hold" id="52">
                      <p:stCondLst>
                        <p:cond delay="indefinite"/>
                      </p:stCondLst>
                      <p:childTnLst>
                        <p:par>
                          <p:cTn fill="hold" id="53">
                            <p:stCondLst>
                              <p:cond delay="0"/>
                            </p:stCondLst>
                            <p:childTnLst>
                              <p:par>
                                <p:cTn fill="hold" id="54" nodeType="clickEffect" presetClass="entr" presetID="3" presetSubtype="10">
                                  <p:stCondLst>
                                    <p:cond delay="0"/>
                                  </p:stCondLst>
                                  <p:childTnLst>
                                    <p:set>
                                      <p:cBhvr>
                                        <p:cTn dur="1" fill="hold" id="55">
                                          <p:stCondLst>
                                            <p:cond delay="0"/>
                                          </p:stCondLst>
                                        </p:cTn>
                                        <p:tgtEl>
                                          <p:spTgt spid="14"/>
                                        </p:tgtEl>
                                        <p:attrNameLst>
                                          <p:attrName>style.visibility</p:attrName>
                                        </p:attrNameLst>
                                      </p:cBhvr>
                                      <p:to>
                                        <p:strVal val="visible"/>
                                      </p:to>
                                    </p:set>
                                    <p:animEffect filter="blinds(horizontal)" transition="in">
                                      <p:cBhvr>
                                        <p:cTn dur="500" id="56"/>
                                        <p:tgtEl>
                                          <p:spTgt spid="14"/>
                                        </p:tgtEl>
                                      </p:cBhvr>
                                    </p:animEffect>
                                  </p:childTnLst>
                                </p:cTn>
                              </p:par>
                              <p:par>
                                <p:cTn fill="hold" grpId="0" id="57" nodeType="withEffect" presetClass="entr" presetID="3" presetSubtype="10">
                                  <p:stCondLst>
                                    <p:cond delay="0"/>
                                  </p:stCondLst>
                                  <p:childTnLst>
                                    <p:set>
                                      <p:cBhvr>
                                        <p:cTn dur="1" fill="hold" id="58">
                                          <p:stCondLst>
                                            <p:cond delay="0"/>
                                          </p:stCondLst>
                                        </p:cTn>
                                        <p:tgtEl>
                                          <p:spTgt spid="15"/>
                                        </p:tgtEl>
                                        <p:attrNameLst>
                                          <p:attrName>style.visibility</p:attrName>
                                        </p:attrNameLst>
                                      </p:cBhvr>
                                      <p:to>
                                        <p:strVal val="visible"/>
                                      </p:to>
                                    </p:set>
                                    <p:animEffect filter="blinds(horizontal)" transition="in">
                                      <p:cBhvr>
                                        <p:cTn dur="500" id="59"/>
                                        <p:tgtEl>
                                          <p:spTgt spid="15"/>
                                        </p:tgtEl>
                                      </p:cBhvr>
                                    </p:animEffect>
                                  </p:childTnLst>
                                </p:cTn>
                              </p:par>
                            </p:childTnLst>
                          </p:cTn>
                        </p:par>
                      </p:childTnLst>
                    </p:cTn>
                  </p:par>
                  <p:par>
                    <p:cTn fill="hold" id="60">
                      <p:stCondLst>
                        <p:cond delay="indefinite"/>
                      </p:stCondLst>
                      <p:childTnLst>
                        <p:par>
                          <p:cTn fill="hold" id="61">
                            <p:stCondLst>
                              <p:cond delay="0"/>
                            </p:stCondLst>
                            <p:childTnLst>
                              <p:par>
                                <p:cTn fill="hold" grpId="0" id="62" nodeType="clickEffect" presetClass="entr" presetID="1" presetSubtype="0">
                                  <p:stCondLst>
                                    <p:cond delay="0"/>
                                  </p:stCondLst>
                                  <p:childTnLst>
                                    <p:set>
                                      <p:cBhvr>
                                        <p:cTn dur="1" fill="hold" id="63">
                                          <p:stCondLst>
                                            <p:cond delay="0"/>
                                          </p:stCondLst>
                                        </p:cTn>
                                        <p:tgtEl>
                                          <p:spTgt spid="16">
                                            <p:txEl>
                                              <p:pRg end="0" st="0"/>
                                            </p:txEl>
                                          </p:spTgt>
                                        </p:tgtEl>
                                        <p:attrNameLst>
                                          <p:attrName>style.visibility</p:attrName>
                                        </p:attrNameLst>
                                      </p:cBhvr>
                                      <p:to>
                                        <p:strVal val="visible"/>
                                      </p:to>
                                    </p:set>
                                  </p:childTnLst>
                                </p:cTn>
                              </p:par>
                            </p:childTnLst>
                          </p:cTn>
                        </p:par>
                      </p:childTnLst>
                    </p:cTn>
                  </p:par>
                  <p:par>
                    <p:cTn fill="hold" id="64">
                      <p:stCondLst>
                        <p:cond delay="indefinite"/>
                      </p:stCondLst>
                      <p:childTnLst>
                        <p:par>
                          <p:cTn fill="hold" id="65">
                            <p:stCondLst>
                              <p:cond delay="0"/>
                            </p:stCondLst>
                            <p:childTnLst>
                              <p:par>
                                <p:cTn fill="hold" grpId="0" id="66" nodeType="clickEffect" presetClass="entr" presetID="1" presetSubtype="0">
                                  <p:stCondLst>
                                    <p:cond delay="0"/>
                                  </p:stCondLst>
                                  <p:childTnLst>
                                    <p:set>
                                      <p:cBhvr>
                                        <p:cTn dur="1" fill="hold" id="67">
                                          <p:stCondLst>
                                            <p:cond delay="0"/>
                                          </p:stCondLst>
                                        </p:cTn>
                                        <p:tgtEl>
                                          <p:spTgt spid="16">
                                            <p:txEl>
                                              <p:pRg end="1" st="1"/>
                                            </p:txEl>
                                          </p:spTgt>
                                        </p:tgtEl>
                                        <p:attrNameLst>
                                          <p:attrName>style.visibility</p:attrName>
                                        </p:attrNameLst>
                                      </p:cBhvr>
                                      <p:to>
                                        <p:strVal val="visible"/>
                                      </p:to>
                                    </p:set>
                                  </p:childTnLst>
                                </p:cTn>
                              </p:par>
                            </p:childTnLst>
                          </p:cTn>
                        </p:par>
                      </p:childTnLst>
                    </p:cTn>
                  </p:par>
                  <p:par>
                    <p:cTn fill="hold" id="68">
                      <p:stCondLst>
                        <p:cond delay="indefinite"/>
                      </p:stCondLst>
                      <p:childTnLst>
                        <p:par>
                          <p:cTn fill="hold" id="69">
                            <p:stCondLst>
                              <p:cond delay="0"/>
                            </p:stCondLst>
                            <p:childTnLst>
                              <p:par>
                                <p:cTn fill="hold" grpId="0" id="70" nodeType="clickEffect" presetClass="entr" presetID="1" presetSubtype="0">
                                  <p:stCondLst>
                                    <p:cond delay="0"/>
                                  </p:stCondLst>
                                  <p:childTnLst>
                                    <p:set>
                                      <p:cBhvr>
                                        <p:cTn dur="1" fill="hold" id="71">
                                          <p:stCondLst>
                                            <p:cond delay="0"/>
                                          </p:stCondLst>
                                        </p:cTn>
                                        <p:tgtEl>
                                          <p:spTgt spid="16">
                                            <p:txEl>
                                              <p:pRg end="2" st="2"/>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12"/>
      <p:bldP grpId="0" spid="17"/>
      <p:bldP grpId="0" spid="18"/>
      <p:bldP grpId="0" spid="19"/>
      <p:bldP grpId="0" spid="20"/>
      <p:bldP build="p" grpId="0" spid="16"/>
      <p:bldP grpId="0" spid="15"/>
      <p:bldP build="p" grpId="0" spid="13" uiExpand="1"/>
      <p:bldP grpId="0" spid="10"/>
    </p:bldLst>
  </p:timing>
  <p:extLst>
    <p:ext uri="{3A86A75C-4F4B-4683-9AE1-C65F6400EC91}">
      <p14:laserTraceLst xmlns:p14="http://schemas.microsoft.com/office/powerpoint/2010/main">
        <p14:tracePtLst>
          <p14:tracePt t="11297" x="4714875" y="4830763"/>
          <p14:tracePt t="11307" x="5205413" y="4756150"/>
          <p14:tracePt t="11318" x="5748338" y="4687888"/>
          <p14:tracePt t="11328" x="6170613" y="4646613"/>
          <p14:tracePt t="11337" x="6586538" y="4613275"/>
          <p14:tracePt t="11349" x="7075488" y="4557713"/>
          <p14:tracePt t="11360" x="7170738" y="4530725"/>
          <p14:tracePt t="11371" x="7170738" y="4518025"/>
          <p14:tracePt t="11382" x="7143750" y="4470400"/>
          <p14:tracePt t="11394" x="7089775" y="4429125"/>
          <p14:tracePt t="11405" x="6986588" y="4327525"/>
          <p14:tracePt t="11416" x="6932613" y="4259263"/>
          <p14:tracePt t="11428" x="6872288" y="4184650"/>
          <p14:tracePt t="11438" x="6843713" y="4143375"/>
          <p14:tracePt t="11450" x="6831013" y="4110038"/>
          <p14:tracePt t="11461" x="6783388" y="4068763"/>
          <p14:tracePt t="11472" x="6756400" y="4041775"/>
          <p14:tracePt t="11484" x="6653213" y="3967163"/>
          <p14:tracePt t="11495" x="6572250" y="3911600"/>
          <p14:tracePt t="11506" x="6429375" y="3810000"/>
          <p14:tracePt t="11517" x="6313488" y="3735388"/>
          <p14:tracePt t="11530" x="6170613" y="3640138"/>
          <p14:tracePt t="11540" x="6007100" y="3551238"/>
          <p14:tracePt t="11551" x="5891213" y="3509963"/>
          <p14:tracePt t="11563" x="5694363" y="3449638"/>
          <p14:tracePt t="11573" x="5518150" y="3408363"/>
          <p14:tracePt t="11585" x="5259388" y="3360738"/>
          <p14:tracePt t="11596" x="5075238" y="3348038"/>
          <p14:tracePt t="11609" x="4729163" y="3348038"/>
          <p14:tracePt t="11619" x="4327525" y="3360738"/>
          <p14:tracePt t="11630" x="4054475" y="3395663"/>
          <p14:tracePt t="11642" x="3681413" y="3435350"/>
          <p14:tracePt t="11652" x="3449638" y="3462338"/>
          <p14:tracePt t="11663" x="3163888" y="3509963"/>
          <p14:tracePt t="11676" x="3021013" y="3551238"/>
          <p14:tracePt t="11686" x="2830513" y="3578225"/>
          <p14:tracePt t="11697" x="2747963" y="3605213"/>
          <p14:tracePt t="11710" x="2633663" y="3667125"/>
          <p14:tracePt t="11720" x="2571750" y="3694113"/>
          <p14:tracePt t="11731" x="2557463" y="3708400"/>
          <p14:tracePt t="11743" x="2544763" y="3721100"/>
          <p14:tracePt t="11754" x="2544763" y="3735388"/>
          <p14:tracePt t="11798" x="2557463" y="3721100"/>
          <p14:tracePt t="11810" x="2557463" y="3708400"/>
          <p14:tracePt t="11832" x="2544763" y="3694113"/>
          <p14:tracePt t="11844" x="2530475" y="3694113"/>
          <p14:tracePt t="11855" x="2503488" y="3694113"/>
          <p14:tracePt t="11866" x="2490788" y="3708400"/>
          <p14:tracePt t="11878" x="2470150" y="3721100"/>
          <p14:tracePt t="11889" x="2455863" y="3756025"/>
          <p14:tracePt t="11900" x="2455863" y="3783013"/>
          <p14:tracePt t="12046" x="2470150" y="3795713"/>
          <p14:tracePt t="12050" x="2490788" y="3795713"/>
          <p14:tracePt t="12062" x="2503488" y="3783013"/>
          <p14:tracePt t="12071" x="2530475" y="3783013"/>
          <p14:tracePt t="12081" x="2557463" y="3795713"/>
          <p14:tracePt t="12093" x="2619375" y="3795713"/>
          <p14:tracePt t="12103" x="2714625" y="3795713"/>
          <p14:tracePt t="12114" x="2878138" y="3795713"/>
          <p14:tracePt t="12126" x="3021013" y="3795713"/>
          <p14:tracePt t="12136" x="3232150" y="3756025"/>
          <p14:tracePt t="12148" x="3435350" y="3708400"/>
          <p14:tracePt t="12160" x="3592513" y="3652838"/>
          <p14:tracePt t="12170" x="3681413" y="3625850"/>
          <p14:tracePt t="12181" x="3795713" y="3551238"/>
          <p14:tracePt t="12193" x="3863975" y="3476625"/>
          <p14:tracePt t="12203" x="3911600" y="3422650"/>
          <p14:tracePt t="12215" x="3911600" y="3348038"/>
          <p14:tracePt t="12249" x="3884613" y="3292475"/>
          <p14:tracePt t="12253" x="3810000" y="3252788"/>
          <p14:tracePt t="12262" x="3735388" y="3205163"/>
          <p14:tracePt t="12264" x="3578225" y="3176588"/>
          <p14:tracePt t="12274" x="3381375" y="3149600"/>
          <p14:tracePt t="12284" x="3205163" y="3149600"/>
          <p14:tracePt t="12294" x="2994025" y="3163888"/>
          <p14:tracePt t="12305" x="2789238" y="3190875"/>
          <p14:tracePt t="12316" x="2660650" y="3232150"/>
          <p14:tracePt t="12328" x="2517775" y="3306763"/>
          <p14:tracePt t="12339" x="2414588" y="3360738"/>
          <p14:tracePt t="12350" x="2339975" y="3422650"/>
          <p14:tracePt t="12362" x="2327275" y="3449638"/>
          <p14:tracePt t="12372" x="2327275" y="3497263"/>
          <p14:tracePt t="12384" x="2339975" y="3524250"/>
          <p14:tracePt t="12395" x="2374900" y="3551238"/>
          <p14:tracePt t="12406" x="2443163" y="3565525"/>
          <p14:tracePt t="12417" x="2557463" y="3578225"/>
          <p14:tracePt t="12429" x="2660650" y="3578225"/>
          <p14:tracePt t="12440" x="2843213" y="3565525"/>
          <p14:tracePt t="12451" x="3048000" y="3538538"/>
          <p14:tracePt t="12462" x="3217863" y="3497263"/>
          <p14:tracePt t="12473" x="3306763" y="3449638"/>
          <p14:tracePt t="12485" x="3408363" y="3395663"/>
          <p14:tracePt t="12496" x="3449638" y="3333750"/>
          <p14:tracePt t="12507" x="3449638" y="3292475"/>
          <p14:tracePt t="12519" x="3435350" y="3232150"/>
          <p14:tracePt t="12531" x="3395663" y="3190875"/>
          <p14:tracePt t="12543" x="3333750" y="3163888"/>
          <p14:tracePt t="12553" x="3232150" y="3149600"/>
          <p14:tracePt t="12564" x="3089275" y="3149600"/>
          <p14:tracePt t="12576" x="2946400" y="3176588"/>
          <p14:tracePt t="12586" x="2863850" y="3205163"/>
          <p14:tracePt t="12598" x="2747963" y="3279775"/>
          <p14:tracePt t="12610" x="2660650" y="3360738"/>
          <p14:tracePt t="12620" x="2633663" y="3422650"/>
          <p14:tracePt t="12631" x="2619375" y="3497263"/>
          <p14:tracePt t="12643" x="2619375" y="3551238"/>
          <p14:tracePt t="12654" x="2633663" y="3592513"/>
          <p14:tracePt t="12665" x="2673350" y="3640138"/>
          <p14:tracePt t="12677" x="2747963" y="3667125"/>
          <p14:tracePt t="12687" x="2830513" y="3681413"/>
          <p14:tracePt t="12699" x="2919413" y="3681413"/>
          <p14:tracePt t="12710" x="3062288" y="3667125"/>
          <p14:tracePt t="12721" x="3217863" y="3640138"/>
          <p14:tracePt t="12733" x="3333750" y="3592513"/>
          <p14:tracePt t="12744" x="3449638" y="3538538"/>
          <p14:tracePt t="12755" x="3509963" y="3462338"/>
          <p14:tracePt t="12767" x="3538538" y="3422650"/>
          <p14:tracePt t="12778" x="3551238" y="3360738"/>
          <p14:tracePt t="12789" x="3551238" y="3319463"/>
          <p14:tracePt t="12800" x="3509963" y="3292475"/>
          <p14:tracePt t="12812" x="3462338" y="3279775"/>
          <p14:tracePt t="12822" x="3381375" y="3265488"/>
          <p14:tracePt t="12834" x="3265488" y="3265488"/>
          <p14:tracePt t="12845" x="3163888" y="3292475"/>
          <p14:tracePt t="12856" x="3033713" y="3333750"/>
          <p14:tracePt t="12867" x="2932113" y="3395663"/>
          <p14:tracePt t="12879" x="2890838" y="3435350"/>
          <p14:tracePt t="12890" x="2863850" y="3497263"/>
          <p14:tracePt t="12901" x="2843213" y="3538538"/>
          <p14:tracePt t="12912" x="2863850" y="3565525"/>
          <p14:tracePt t="12925" x="2878138" y="3592513"/>
          <p14:tracePt t="12935" x="2905125" y="3605213"/>
          <p14:tracePt t="12947" x="2959100" y="3625850"/>
          <p14:tracePt t="12959" x="3021013" y="3625850"/>
          <p14:tracePt t="12968" x="3122613" y="3605213"/>
          <p14:tracePt t="12980" x="3217863" y="3578225"/>
          <p14:tracePt t="12992" x="3292475" y="3538538"/>
          <p14:tracePt t="13002" x="3360738" y="3476625"/>
          <p14:tracePt t="13014" x="3395663" y="3422650"/>
          <p14:tracePt t="13026" x="3408363" y="3381375"/>
          <p14:tracePt t="13036" x="3395663" y="3348038"/>
          <p14:tracePt t="13048" x="3348038" y="3306763"/>
          <p14:tracePt t="13060" x="3292475" y="3279775"/>
          <p14:tracePt t="13070" x="3217863" y="3265488"/>
          <p14:tracePt t="13081" x="3089275" y="3252788"/>
          <p14:tracePt t="13093" x="2946400" y="3265488"/>
          <p14:tracePt t="13104" x="2863850" y="3292475"/>
          <p14:tracePt t="13115" x="2735263" y="3333750"/>
          <p14:tracePt t="13127" x="2646363" y="3381375"/>
          <p14:tracePt t="13137" x="2586038" y="3422650"/>
          <p14:tracePt t="13149" x="2557463" y="3462338"/>
          <p14:tracePt t="13160" x="2544763" y="3497263"/>
          <p14:tracePt t="13171" x="2544763" y="3524250"/>
          <p14:tracePt t="13182" x="2544763" y="3551238"/>
          <p14:tracePt t="13194" x="2557463" y="3565525"/>
          <p14:tracePt t="13216" x="2586038" y="3578225"/>
          <p14:tracePt t="13220" x="2598738" y="3592513"/>
          <p14:tracePt t="13228" x="2633663" y="3605213"/>
          <p14:tracePt t="13241" x="2673350" y="3605213"/>
          <p14:tracePt t="13251" x="2700338" y="3605213"/>
          <p14:tracePt t="13262" x="2714625" y="3605213"/>
          <p14:tracePt t="13272" x="2747963" y="3605213"/>
          <p14:tracePt t="13297" x="2762250" y="3605213"/>
          <p14:tracePt t="13306" x="2762250" y="3592513"/>
          <p14:tracePt t="13475" x="2776538" y="3592513"/>
          <p14:tracePt t="13478" x="2789238" y="3592513"/>
          <p14:tracePt t="13487" x="2803525" y="3592513"/>
          <p14:tracePt t="13499" x="2816225" y="3592513"/>
          <p14:tracePt t="13510" x="2830513" y="3605213"/>
          <p14:tracePt t="13655" x="2843213" y="3605213"/>
          <p14:tracePt t="13666" x="2863850" y="3605213"/>
          <p14:tracePt t="13677" x="2878138" y="3605213"/>
          <p14:tracePt t="13688" x="2890838" y="3605213"/>
          <p14:tracePt t="13700" x="2905125" y="3605213"/>
          <p14:tracePt t="13711" x="2919413" y="3605213"/>
          <p14:tracePt t="13722" x="2932113" y="3605213"/>
          <p14:tracePt t="13734" x="2946400" y="3605213"/>
          <p14:tracePt t="25945" x="3122613" y="3625850"/>
          <p14:tracePt t="25946" x="3538538" y="3667125"/>
          <p14:tracePt t="25954" x="3952875" y="3694113"/>
          <p14:tracePt t="25966" x="4756150" y="3735388"/>
          <p14:tracePt t="25976" x="5634038" y="3810000"/>
          <p14:tracePt t="25987" x="6253163" y="3863975"/>
          <p14:tracePt t="25997" x="7158038" y="3952875"/>
          <p14:tracePt t="26008" x="7708900" y="4014788"/>
          <p14:tracePt t="26020" x="8456613" y="4081463"/>
          <p14:tracePt t="26030" x="8858250" y="4110038"/>
          <p14:tracePt t="26041" x="9375775" y="4122738"/>
          <p14:tracePt t="26053" x="9674225" y="4143375"/>
          <p14:tracePt t="26064" x="10021888" y="4143375"/>
          <p14:tracePt t="26075" x="10191750" y="4143375"/>
          <p14:tracePt t="26087" x="10355263" y="4122738"/>
          <p14:tracePt t="26098" x="10450513" y="4122738"/>
          <p14:tracePt t="26109" x="10498138" y="4110038"/>
          <p14:tracePt t="26121" x="10552113" y="4095750"/>
          <p14:tracePt t="26131" x="10566400" y="4095750"/>
          <p14:tracePt t="26143" x="10593388" y="4095750"/>
          <p14:tracePt t="26154" x="10626725" y="4081463"/>
          <p14:tracePt t="26165" x="10653713" y="4081463"/>
          <p14:tracePt t="26176" x="10682288" y="4081463"/>
          <p14:tracePt t="26188" x="10694988" y="4081463"/>
          <p14:tracePt t="26199" x="10721975" y="4081463"/>
          <p14:tracePt t="26210" x="10742613" y="4068763"/>
          <p14:tracePt t="26222" x="10769600" y="4068763"/>
          <p14:tracePt t="26232" x="10796588" y="4068763"/>
          <p14:tracePt t="26244" x="10825163" y="4054475"/>
          <p14:tracePt t="26255" x="10852150" y="4054475"/>
          <p14:tracePt t="26267" x="10872788" y="4041775"/>
          <p14:tracePt t="26278" x="10872788" y="4027488"/>
          <p14:tracePt t="26289" x="10837863" y="3994150"/>
          <p14:tracePt t="26301" x="10796588" y="3967163"/>
          <p14:tracePt t="26311" x="10694988" y="3911600"/>
          <p14:tracePt t="26322" x="10552113" y="3863975"/>
          <p14:tracePt t="26335" x="10293350" y="3783013"/>
          <p14:tracePt t="26345" x="9994900" y="3694113"/>
          <p14:tracePt t="26356" x="9748838" y="3625850"/>
          <p14:tracePt t="26368" x="9402763" y="3538538"/>
          <p14:tracePt t="26379" x="9117013" y="3476625"/>
          <p14:tracePt t="26390" x="8974138" y="3449638"/>
          <p14:tracePt t="26402" x="8858250" y="3422650"/>
          <p14:tracePt t="26413" x="8783638" y="3422650"/>
          <p14:tracePt t="26424" x="8769350" y="3422650"/>
          <p14:tracePt t="26446" x="8756650" y="3435350"/>
          <p14:tracePt t="26458" x="8756650" y="3449638"/>
          <p14:tracePt t="26469" x="8756650" y="3462338"/>
          <p14:tracePt t="26480" x="8769350" y="3509963"/>
          <p14:tracePt t="26491" x="8783638" y="3538538"/>
          <p14:tracePt t="26505" x="8831263" y="3592513"/>
          <p14:tracePt t="26515" x="8872538" y="3640138"/>
          <p14:tracePt t="26526" x="8926513" y="3667125"/>
          <p14:tracePt t="26537" x="8986838" y="3681413"/>
          <p14:tracePt t="26548" x="9028113" y="3681413"/>
          <p14:tracePt t="26559" x="9090025" y="3681413"/>
          <p14:tracePt t="26571" x="9158288" y="3652838"/>
          <p14:tracePt t="26581" x="9185275" y="3625850"/>
          <p14:tracePt t="26593" x="9245600" y="3565525"/>
          <p14:tracePt t="26605" x="9272588" y="3497263"/>
          <p14:tracePt t="26615" x="9272588" y="3408363"/>
          <p14:tracePt t="26626" x="9259888" y="3348038"/>
          <p14:tracePt t="26637" x="9218613" y="3265488"/>
          <p14:tracePt t="26649" x="9102725" y="3176588"/>
          <p14:tracePt t="26660" x="9001125" y="3136900"/>
          <p14:tracePt t="26672" x="8843963" y="3089275"/>
          <p14:tracePt t="26684" x="8667750" y="3089275"/>
          <p14:tracePt t="26693" x="8586788" y="3101975"/>
          <p14:tracePt t="26705" x="8483600" y="3149600"/>
          <p14:tracePt t="26717" x="8408988" y="3190875"/>
          <p14:tracePt t="26728" x="8382000" y="3252788"/>
          <p14:tracePt t="26739" x="8367713" y="3292475"/>
          <p14:tracePt t="26751" x="8367713" y="3348038"/>
          <p14:tracePt t="26761" x="8382000" y="3408363"/>
          <p14:tracePt t="26773" x="8408988" y="3435350"/>
          <p14:tracePt t="26785" x="8456613" y="3476625"/>
          <p14:tracePt t="26795" x="8539163" y="3497263"/>
          <p14:tracePt t="26806" x="8613775" y="3509963"/>
          <p14:tracePt t="26818" x="8715375" y="3509963"/>
          <p14:tracePt t="26829" x="8810625" y="3476625"/>
          <p14:tracePt t="26840" x="8899525" y="3422650"/>
          <p14:tracePt t="26852" x="8959850" y="3381375"/>
          <p14:tracePt t="26863" x="9015413" y="3306763"/>
          <p14:tracePt t="26874" x="9028113" y="3217863"/>
          <p14:tracePt t="26885" x="9015413" y="3163888"/>
          <p14:tracePt t="26896" x="8974138" y="3074988"/>
          <p14:tracePt t="26930" x="8858250" y="3006725"/>
          <p14:tracePt t="26936" x="8694738" y="2946400"/>
          <p14:tracePt t="26946" x="8340725" y="2919413"/>
          <p14:tracePt t="26956" x="8137525" y="2932113"/>
          <p14:tracePt t="26964" x="8007350" y="2973388"/>
          <p14:tracePt t="26975" x="7878763" y="3033713"/>
          <p14:tracePt t="26986" x="7804150" y="3089275"/>
          <p14:tracePt t="26998" x="7777163" y="3149600"/>
          <p14:tracePt t="27009" x="7789863" y="3217863"/>
          <p14:tracePt t="27021" x="7824788" y="3292475"/>
          <p14:tracePt t="27031" x="7891463" y="3360738"/>
          <p14:tracePt t="27054" x="7967663" y="3408363"/>
          <p14:tracePt t="27058" x="8081963" y="3449638"/>
          <p14:tracePt t="27070" x="8224838" y="3476625"/>
          <p14:tracePt t="27080" x="8328025" y="3476625"/>
          <p14:tracePt t="27089" x="8435975" y="3462338"/>
          <p14:tracePt t="27100" x="8539163" y="3435350"/>
          <p14:tracePt t="27110" x="8599488" y="3408363"/>
          <p14:tracePt t="27121" x="8653463" y="3348038"/>
          <p14:tracePt t="27134" x="8667750" y="3306763"/>
          <p14:tracePt t="27143" x="8667750" y="3252788"/>
          <p14:tracePt t="27155" x="8653463" y="3217863"/>
          <p14:tracePt t="27167" x="8599488" y="3163888"/>
          <p14:tracePt t="27177" x="8524875" y="3122613"/>
          <p14:tracePt t="27189" x="8456613" y="3101975"/>
          <p14:tracePt t="27202" x="8367713" y="3089275"/>
          <p14:tracePt t="27211" x="8280400" y="3089275"/>
          <p14:tracePt t="27223" x="8239125" y="3089275"/>
          <p14:tracePt t="27235" x="8197850" y="3122613"/>
          <p14:tracePt t="27245" x="8177213" y="3136900"/>
          <p14:tracePt t="27256" x="8164513" y="3163888"/>
          <p14:tracePt t="27269" x="8164513" y="3176588"/>
          <p14:tracePt t="27279" x="8164513" y="3190875"/>
          <p14:tracePt t="27301" x="8177213" y="3205163"/>
          <p14:tracePt t="27313" x="8197850" y="3205163"/>
          <p14:tracePt t="27324" x="8212138" y="3205163"/>
          <p14:tracePt t="27336" x="8224838" y="3217863"/>
          <p14:tracePt t="27346" x="8253413" y="3217863"/>
          <p14:tracePt t="27357" x="8253413" y="3232150"/>
          <p14:tracePt t="27684" x="8253413" y="3265488"/>
          <p14:tracePt t="27695" x="8280400" y="3292475"/>
          <p14:tracePt t="27706" x="8355013" y="3306763"/>
          <p14:tracePt t="27718" x="8483600" y="3319463"/>
          <p14:tracePt t="27729" x="8586788" y="3319463"/>
          <p14:tracePt t="27740" x="8682038" y="3319463"/>
          <p14:tracePt t="27753" x="8756650" y="3306763"/>
          <p14:tracePt t="27763" x="8796338" y="3292475"/>
          <p14:tracePt t="27774" x="8843963" y="3279775"/>
          <p14:tracePt t="27786" x="8858250" y="3265488"/>
          <p14:tracePt t="27796" x="8872538" y="3232150"/>
          <p14:tracePt t="27807" x="8872538" y="3217863"/>
          <p14:tracePt t="27820" x="8858250" y="3205163"/>
          <p14:tracePt t="27830" x="8796338" y="3190875"/>
          <p14:tracePt t="27841" x="8715375" y="3176588"/>
          <p14:tracePt t="27853" x="8599488" y="3163888"/>
          <p14:tracePt t="27864" x="8510588" y="3163888"/>
          <p14:tracePt t="27875" x="8382000" y="3190875"/>
          <p14:tracePt t="27887" x="8293100" y="3205163"/>
          <p14:tracePt t="27898" x="8239125" y="3232150"/>
          <p14:tracePt t="27909" x="8197850" y="3279775"/>
          <p14:tracePt t="27920" x="8197850" y="3306763"/>
          <p14:tracePt t="27931" x="8197850" y="3333750"/>
          <p14:tracePt t="27942" x="8212138" y="3381375"/>
          <p14:tracePt t="27976" x="8266113" y="3422650"/>
          <p14:tracePt t="27980" x="8340725" y="3449638"/>
          <p14:tracePt t="27989" x="8408988" y="3476625"/>
          <p14:tracePt t="27992" x="8510588" y="3497263"/>
          <p14:tracePt t="28003" x="8626475" y="3497263"/>
          <p14:tracePt t="28012" x="8682038" y="3497263"/>
          <p14:tracePt t="28022" x="8769350" y="3462338"/>
          <p14:tracePt t="28033" x="8810625" y="3422650"/>
          <p14:tracePt t="28044" x="8843963" y="3395663"/>
          <p14:tracePt t="28055" x="8872538" y="3333750"/>
          <p14:tracePt t="28066" x="8872538" y="3292475"/>
          <p14:tracePt t="28077" x="8843963" y="3252788"/>
          <p14:tracePt t="28089" x="8810625" y="3205163"/>
          <p14:tracePt t="28100" x="8742363" y="3176588"/>
          <p14:tracePt t="28111" x="8653463" y="3149600"/>
          <p14:tracePt t="28123" x="8566150" y="3149600"/>
          <p14:tracePt t="28134" x="8483600" y="3149600"/>
          <p14:tracePt t="28145" x="8408988" y="3176588"/>
          <p14:tracePt t="28157" x="8367713" y="3205163"/>
          <p14:tracePt t="28167" x="8340725" y="3232150"/>
          <p14:tracePt t="28179" x="8328025" y="3279775"/>
          <p14:tracePt t="28190" x="8340725" y="3319463"/>
          <p14:tracePt t="28202" x="8355013" y="3348038"/>
          <p14:tracePt t="28213" x="8408988" y="3395663"/>
          <p14:tracePt t="28224" x="8470900" y="3422650"/>
          <p14:tracePt t="28236" x="8539163" y="3435350"/>
          <p14:tracePt t="28246" x="8613775" y="3435350"/>
          <p14:tracePt t="28257" x="8682038" y="3435350"/>
          <p14:tracePt t="28270" x="8742363" y="3422650"/>
          <p14:tracePt t="28280" x="8783638" y="3395663"/>
          <p14:tracePt t="28292" x="8810625" y="3348038"/>
          <p14:tracePt t="28304" x="8831263" y="3306763"/>
          <p14:tracePt t="28314" x="8843963" y="3279775"/>
          <p14:tracePt t="28326" x="8831263" y="3232150"/>
          <p14:tracePt t="28337" x="8796338" y="3190875"/>
          <p14:tracePt t="28347" x="8769350" y="3149600"/>
          <p14:tracePt t="28359" x="8715375" y="3122613"/>
          <p14:tracePt t="28370" x="8626475" y="3089275"/>
          <p14:tracePt t="28381" x="8551863" y="3074988"/>
          <p14:tracePt t="28393" x="8456613" y="3062288"/>
          <p14:tracePt t="28405" x="8355013" y="3048000"/>
          <p14:tracePt t="28415" x="8266113" y="3048000"/>
          <p14:tracePt t="28427" x="8212138" y="3048000"/>
          <p14:tracePt t="28438" x="8150225" y="3062288"/>
          <p14:tracePt t="28449" x="8110538" y="3074988"/>
          <p14:tracePt t="28460" x="8096250" y="3089275"/>
          <p14:tracePt t="28472" x="8096250" y="3101975"/>
          <p14:tracePt t="28482" x="8081963" y="3122613"/>
          <p14:tracePt t="28505" x="8081963" y="3136900"/>
          <p14:tracePt t="28516" x="8081963" y="3149600"/>
          <p14:tracePt t="28528" x="8096250" y="3149600"/>
          <p14:tracePt t="28539" x="8096250" y="3163888"/>
          <p14:tracePt t="28561" x="8110538" y="3163888"/>
          <p14:tracePt t="28572" x="8123238" y="3163888"/>
          <p14:tracePt t="28595" x="8137525" y="3163888"/>
          <p14:tracePt t="28617" x="8150225" y="3163888"/>
          <p14:tracePt t="28662" x="8164513" y="3163888"/>
          <p14:tracePt t="28707" x="8197850" y="3176588"/>
          <p14:tracePt t="28720" x="8212138" y="3190875"/>
          <p14:tracePt t="28730" x="8253413" y="3205163"/>
          <p14:tracePt t="28742" x="8293100" y="3217863"/>
          <p14:tracePt t="28754" x="8382000" y="3252788"/>
          <p14:tracePt t="28764" x="8456613" y="3279775"/>
          <p14:tracePt t="28776" x="8539163" y="3306763"/>
          <p14:tracePt t="28787" x="8626475" y="3319463"/>
          <p14:tracePt t="28799" x="8667750" y="3333750"/>
          <p14:tracePt t="28811" x="8729663" y="3348038"/>
          <p14:tracePt t="28822" x="8756650" y="3348038"/>
          <p14:tracePt t="28832" x="8769350" y="3348038"/>
          <p14:tracePt t="28844" x="8783638" y="3348038"/>
          <p14:tracePt t="29858" x="8756650" y="3360738"/>
          <p14:tracePt t="30035" x="8769350" y="3360738"/>
          <p14:tracePt t="30046" x="8783638" y="3360738"/>
          <p14:tracePt t="30069" x="8810625" y="3360738"/>
          <p14:tracePt t="30102" x="8831263" y="3348038"/>
          <p14:tracePt t="30106" x="8843963" y="3348038"/>
          <p14:tracePt t="30116" x="8858250" y="3348038"/>
          <p14:tracePt t="30117" x="8872538" y="3333750"/>
          <p14:tracePt t="30126" x="8885238" y="3333750"/>
          <p14:tracePt t="30138" x="8926513" y="3319463"/>
          <p14:tracePt t="30148" x="8959850" y="3306763"/>
          <p14:tracePt t="30159" x="9001125" y="3292475"/>
          <p14:tracePt t="30173" x="9015413" y="3292475"/>
          <p14:tracePt t="30183" x="9055100" y="3265488"/>
          <p14:tracePt t="30193" x="9090025" y="3252788"/>
          <p14:tracePt t="30207" x="9117013" y="3217863"/>
          <p14:tracePt t="30217" x="9158288" y="3190875"/>
          <p14:tracePt t="30227" x="9197975" y="3149600"/>
          <p14:tracePt t="30241" x="9245600" y="3122613"/>
          <p14:tracePt t="30251" x="9272588" y="3074988"/>
          <p14:tracePt t="30262" x="9313863" y="3033713"/>
          <p14:tracePt t="30274" x="9361488" y="2973388"/>
          <p14:tracePt t="30284" x="9388475" y="2919413"/>
          <p14:tracePt t="30295" x="9429750" y="2816225"/>
          <p14:tracePt t="30306" x="9456738" y="2714625"/>
          <p14:tracePt t="30317" x="9477375" y="2646363"/>
          <p14:tracePt t="30329" x="9491663" y="2557463"/>
          <p14:tracePt t="30340" x="9504363" y="2470150"/>
          <p14:tracePt t="30350" x="9504363" y="2401888"/>
          <p14:tracePt t="30362" x="9504363" y="2327275"/>
          <p14:tracePt t="30373" x="9504363" y="2271713"/>
          <p14:tracePt t="30384" x="9504363" y="2197100"/>
          <p14:tracePt t="30395" x="9491663" y="2157413"/>
          <p14:tracePt t="30407" x="9477375" y="2101850"/>
          <p14:tracePt t="30418" x="9444038" y="2054225"/>
          <p14:tracePt t="30430" x="9429750" y="2027238"/>
          <p14:tracePt t="30441" x="9402763" y="2014538"/>
          <p14:tracePt t="30452" x="9375775" y="1985963"/>
          <p14:tracePt t="30464" x="9361488" y="1985963"/>
          <p14:tracePt t="30475" x="9348788" y="1985963"/>
          <p14:tracePt t="30485" x="9313863" y="1973263"/>
          <p14:tracePt t="30497" x="9286875" y="1973263"/>
          <p14:tracePt t="30509" x="9245600" y="1973263"/>
          <p14:tracePt t="30519" x="9197975" y="1973263"/>
          <p14:tracePt t="30531" x="9144000" y="1973263"/>
          <p14:tracePt t="30542" x="9102725" y="1973263"/>
          <p14:tracePt t="30552" x="9042400" y="1973263"/>
          <p14:tracePt t="30563" x="8986838" y="1973263"/>
          <p14:tracePt t="30575" x="8926513" y="1973263"/>
          <p14:tracePt t="30587" x="8872538" y="1952625"/>
          <p14:tracePt t="30597" x="8831263" y="1952625"/>
          <p14:tracePt t="30609" x="8796338" y="1952625"/>
          <p14:tracePt t="30621" x="8783638" y="1952625"/>
          <p14:tracePt t="30631" x="8769350" y="1952625"/>
          <p14:tracePt t="30643" x="8756650" y="1952625"/>
          <p14:tracePt t="30676" x="8742363" y="1952625"/>
          <p14:tracePt t="30698" x="8729663" y="1952625"/>
          <p14:tracePt t="30710" x="8715375" y="1973263"/>
          <p14:tracePt t="30722" x="8694738" y="1973263"/>
          <p14:tracePt t="30733" x="8682038" y="1973263"/>
          <p14:tracePt t="30745" x="8667750" y="1973263"/>
          <p14:tracePt t="30756" x="8653463" y="1973263"/>
          <p14:tracePt t="30766" x="8640763" y="1973263"/>
          <p14:tracePt t="30778" x="8626475" y="1973263"/>
          <p14:tracePt t="30800" x="8613775" y="1985963"/>
          <p14:tracePt t="30811" x="8599488" y="1985963"/>
          <p14:tracePt t="30823" x="8586788" y="1985963"/>
          <p14:tracePt t="30834" x="8566150" y="1985963"/>
          <p14:tracePt t="30846" x="8551863" y="2000250"/>
          <p14:tracePt t="30857" x="8524875" y="2000250"/>
          <p14:tracePt t="30867" x="8483600" y="2014538"/>
          <p14:tracePt t="30880" x="8470900" y="2014538"/>
          <p14:tracePt t="30891" x="8423275" y="2027238"/>
          <p14:tracePt t="30901" x="8396288" y="2041525"/>
          <p14:tracePt t="30915" x="8367713" y="2054225"/>
          <p14:tracePt t="30924" x="8340725" y="2081213"/>
          <p14:tracePt t="30936" x="8307388" y="2101850"/>
          <p14:tracePt t="30948" x="8293100" y="2143125"/>
          <p14:tracePt t="30959" x="8280400" y="2170113"/>
          <p14:tracePt t="30970" x="8266113" y="2211388"/>
          <p14:tracePt t="30981" x="8266113" y="2271713"/>
          <p14:tracePt t="30992" x="8266113" y="2300288"/>
          <p14:tracePt t="31004" x="8266113" y="2360613"/>
          <p14:tracePt t="31014" x="8266113" y="2387600"/>
          <p14:tracePt t="31025" x="8280400" y="2401888"/>
          <p14:tracePt t="31038" x="8293100" y="2428875"/>
          <p14:tracePt t="31048" x="8307388" y="2455863"/>
          <p14:tracePt t="31060" x="8340725" y="2470150"/>
          <p14:tracePt t="31072" x="8367713" y="2503488"/>
          <p14:tracePt t="31092" x="8423275" y="2517775"/>
          <p14:tracePt t="31096" x="8497888" y="2544763"/>
          <p14:tracePt t="31126" x="8551863" y="2557463"/>
          <p14:tracePt t="31130" x="8640763" y="2586038"/>
          <p14:tracePt t="31140" x="8729663" y="2598738"/>
          <p14:tracePt t="31141" x="8796338" y="2598738"/>
          <p14:tracePt t="31150" x="8899525" y="2619375"/>
          <p14:tracePt t="31161" x="9001125" y="2619375"/>
          <p14:tracePt t="31174" x="9129713" y="2619375"/>
          <p14:tracePt t="31183" x="9232900" y="2619375"/>
          <p14:tracePt t="31195" x="9361488" y="2619375"/>
          <p14:tracePt t="31206" x="9491663" y="2598738"/>
          <p14:tracePt t="31217" x="9593263" y="2586038"/>
          <p14:tracePt t="31229" x="9688513" y="2571750"/>
          <p14:tracePt t="31240" x="9763125" y="2530475"/>
          <p14:tracePt t="31251" x="9804400" y="2517775"/>
          <p14:tracePt t="31263" x="9852025" y="2490788"/>
          <p14:tracePt t="31274" x="9864725" y="2455863"/>
          <p14:tracePt t="31285" x="9864725" y="2428875"/>
          <p14:tracePt t="31296" x="9864725" y="2401888"/>
          <p14:tracePt t="31307" x="9852025" y="2374900"/>
          <p14:tracePt t="31317" x="9831388" y="2360613"/>
          <p14:tracePt t="31330" x="9817100" y="2339975"/>
          <p14:tracePt t="31341" x="9790113" y="2312988"/>
          <p14:tracePt t="31351" x="9763125" y="2312988"/>
          <p14:tracePt t="31363" x="9736138" y="2300288"/>
          <p14:tracePt t="31375" x="9701213" y="2300288"/>
          <p14:tracePt t="31385" x="9661525" y="2300288"/>
          <p14:tracePt t="31397" x="9634538" y="2312988"/>
          <p14:tracePt t="31408" x="9593263" y="2327275"/>
          <p14:tracePt t="31419" x="9531350" y="2360613"/>
          <p14:tracePt t="31430" x="9477375" y="2414588"/>
          <p14:tracePt t="31442" x="9402763" y="2490788"/>
          <p14:tracePt t="31454" x="9313863" y="2633663"/>
          <p14:tracePt t="31464" x="9245600" y="2789238"/>
          <p14:tracePt t="31475" x="9218613" y="2919413"/>
          <p14:tracePt t="31487" x="9185275" y="3089275"/>
          <p14:tracePt t="31498" x="9158288" y="3265488"/>
          <p14:tracePt t="31510" x="9144000" y="3408363"/>
          <p14:tracePt t="31522" x="9129713" y="3497263"/>
          <p14:tracePt t="31533" x="9129713" y="3578225"/>
          <p14:tracePt t="31544" x="9129713" y="3625850"/>
          <p14:tracePt t="31555" x="9129713" y="3652838"/>
          <p14:tracePt t="31576" x="9129713" y="3667125"/>
          <p14:tracePt t="31610" x="9129713" y="3652838"/>
          <p14:tracePt t="31621" x="9144000" y="3640138"/>
          <p14:tracePt t="31633" x="9144000" y="3592513"/>
          <p14:tracePt t="31644" x="9129713" y="3551238"/>
          <p14:tracePt t="31656" x="9102725" y="3476625"/>
          <p14:tracePt t="31667" x="9042400" y="3422650"/>
          <p14:tracePt t="31679" x="8926513" y="3348038"/>
          <p14:tracePt t="31691" x="8756650" y="3279775"/>
          <p14:tracePt t="31701" x="8599488" y="3217863"/>
          <p14:tracePt t="31713" x="8382000" y="3205163"/>
          <p14:tracePt t="31724" x="8164513" y="3205163"/>
          <p14:tracePt t="31734" x="7953375" y="3232150"/>
          <p14:tracePt t="31746" x="7789863" y="3279775"/>
          <p14:tracePt t="31757" x="7578725" y="3348038"/>
          <p14:tracePt t="31768" x="7402513" y="3435350"/>
          <p14:tracePt t="31780" x="7286625" y="3497263"/>
          <p14:tracePt t="31791" x="7191375" y="3578225"/>
          <p14:tracePt t="31801" x="7102475" y="3640138"/>
          <p14:tracePt t="31813" x="7062788" y="3667125"/>
          <p14:tracePt t="31825" x="6986588" y="3708400"/>
          <p14:tracePt t="31835" x="6911975" y="3735388"/>
          <p14:tracePt t="31847" x="6843713" y="3756025"/>
          <p14:tracePt t="31858" x="6715125" y="3783013"/>
          <p14:tracePt t="31869" x="6497638" y="3783013"/>
          <p14:tracePt t="31880" x="6184900" y="3768725"/>
          <p14:tracePt t="31892" x="5878513" y="3735388"/>
          <p14:tracePt t="31904" x="5462588" y="3708400"/>
          <p14:tracePt t="31914" x="5062538" y="3681413"/>
          <p14:tracePt t="31925" x="4803775" y="3667125"/>
          <p14:tracePt t="31937" x="4497388" y="3667125"/>
          <p14:tracePt t="31948" x="4271963" y="3652838"/>
          <p14:tracePt t="31959" x="4143375" y="3652838"/>
          <p14:tracePt t="31972" x="4014788" y="3652838"/>
          <p14:tracePt t="31981" x="3938588" y="3652838"/>
          <p14:tracePt t="31993" x="3884613" y="3652838"/>
          <p14:tracePt t="32005" x="3863975" y="3652838"/>
          <p14:tracePt t="32015" x="3851275" y="3667125"/>
          <p14:tracePt t="32027" x="3836988" y="3667125"/>
          <p14:tracePt t="32251" x="3836988" y="3625850"/>
          <p14:tracePt t="32263" x="3824288" y="3565525"/>
          <p14:tracePt t="32276" x="3768725" y="3497263"/>
          <p14:tracePt t="32286" x="3681413" y="3422650"/>
          <p14:tracePt t="32297" x="3509963" y="3292475"/>
          <p14:tracePt t="32309" x="3319463" y="3163888"/>
          <p14:tracePt t="32320" x="3163888" y="3062288"/>
          <p14:tracePt t="32331" x="2959100" y="2959100"/>
          <p14:tracePt t="32343" x="2789238" y="2878138"/>
          <p14:tracePt t="32353" x="2673350" y="2830513"/>
          <p14:tracePt t="32365" x="2530475" y="2803525"/>
          <p14:tracePt t="32377" x="2401888" y="2789238"/>
          <p14:tracePt t="32387" x="2300288" y="2789238"/>
          <p14:tracePt t="32398" x="2244725" y="2789238"/>
          <p14:tracePt t="32410" x="2170113" y="2816225"/>
          <p14:tracePt t="32420" x="2081213" y="2830513"/>
          <p14:tracePt t="32433" x="2041525" y="2863850"/>
          <p14:tracePt t="32444" x="1985963" y="2890838"/>
          <p14:tracePt t="32455" x="1938338" y="2919413"/>
          <p14:tracePt t="32467" x="1925638" y="2946400"/>
          <p14:tracePt t="32478" x="1911350" y="2973388"/>
          <p14:tracePt t="32488" x="1911350" y="3021013"/>
          <p14:tracePt t="32500" x="1911350" y="3048000"/>
          <p14:tracePt t="32511" x="1911350" y="3062288"/>
          <p14:tracePt t="32521" x="1925638" y="3089275"/>
          <p14:tracePt t="32533" x="1938338" y="3101975"/>
          <p14:tracePt t="32544" x="1973263" y="3101975"/>
          <p14:tracePt t="32555" x="2041525" y="3122613"/>
          <p14:tracePt t="32567" x="2157413" y="3136900"/>
          <p14:tracePt t="32578" x="2271713" y="3136900"/>
          <p14:tracePt t="32589" x="2470150" y="3149600"/>
          <p14:tracePt t="32601" x="2700338" y="3136900"/>
          <p14:tracePt t="32612" x="2932113" y="3136900"/>
          <p14:tracePt t="32622" x="3101975" y="3122613"/>
          <p14:tracePt t="32635" x="3232150" y="3122613"/>
          <p14:tracePt t="32646" x="3279775" y="3101975"/>
          <p14:tracePt t="32847" x="3292475" y="3101975"/>
          <p14:tracePt t="32861" x="3306763" y="3101975"/>
          <p14:tracePt t="32872" x="3319463" y="3122613"/>
          <p14:tracePt t="32885" x="3333750" y="3149600"/>
          <p14:tracePt t="32895" x="3348038" y="3176588"/>
          <p14:tracePt t="32906" x="3333750" y="3205163"/>
          <p14:tracePt t="32917" x="3319463" y="3217863"/>
          <p14:tracePt t="32928" x="3292475" y="3252788"/>
          <p14:tracePt t="32939" x="3265488" y="3279775"/>
          <p14:tracePt t="32952" x="3190875" y="3306763"/>
          <p14:tracePt t="32962" x="3149600" y="3319463"/>
          <p14:tracePt t="32973" x="3101975" y="3360738"/>
          <p14:tracePt t="32984" x="3062288" y="3395663"/>
          <p14:tracePt t="32995" x="3033713" y="3422650"/>
          <p14:tracePt t="33007" x="3006725" y="3462338"/>
          <p14:tracePt t="33019" x="2994025" y="3497263"/>
          <p14:tracePt t="33029" x="2973388" y="3538538"/>
          <p14:tracePt t="33041" x="2973388" y="3578225"/>
          <p14:tracePt t="33051" x="2973388" y="3625850"/>
          <p14:tracePt t="33062" x="3006725" y="3667125"/>
          <p14:tracePt t="33074" x="3033713" y="3681413"/>
          <p14:tracePt t="33086" x="3089275" y="3721100"/>
          <p14:tracePt t="33095" x="3149600" y="3735388"/>
          <p14:tracePt t="33108" x="3217863" y="3768725"/>
          <p14:tracePt t="33119" x="3292475" y="3768725"/>
          <p14:tracePt t="33129" x="3408363" y="3768725"/>
          <p14:tracePt t="33141" x="3509963" y="3756025"/>
          <p14:tracePt t="33152" x="3640138" y="3721100"/>
          <p14:tracePt t="33163" x="3735388" y="3681413"/>
          <p14:tracePt t="33175" x="3768725" y="3640138"/>
          <p14:tracePt t="33186" x="3795713" y="3578225"/>
          <p14:tracePt t="33219" x="3795713" y="3524250"/>
          <p14:tracePt t="33222" x="3783013" y="3462338"/>
          <p14:tracePt t="33235" x="3756025" y="3435350"/>
          <p14:tracePt t="33236" x="3681413" y="3408363"/>
          <p14:tracePt t="33242" x="3605213" y="3395663"/>
          <p14:tracePt t="33253" x="3476625" y="3395663"/>
          <p14:tracePt t="33264" x="3319463" y="3422650"/>
          <p14:tracePt t="33276" x="3217863" y="3449638"/>
          <p14:tracePt t="33287" x="3074988" y="3509963"/>
          <p14:tracePt t="33298" x="2994025" y="3551238"/>
          <p14:tracePt t="33309" x="2905125" y="3625850"/>
          <p14:tracePt t="33320" x="2878138" y="3652838"/>
          <p14:tracePt t="33331" x="2863850" y="3694113"/>
          <p14:tracePt t="33343" x="2863850" y="3721100"/>
          <p14:tracePt t="33354" x="2863850" y="3756025"/>
          <p14:tracePt t="33366" x="2890838" y="3783013"/>
          <p14:tracePt t="33377" x="2919413" y="3795713"/>
          <p14:tracePt t="33388" x="2994025" y="3810000"/>
          <p14:tracePt t="33400" x="3062288" y="3824288"/>
          <p14:tracePt t="33410" x="3205163" y="3824288"/>
          <p14:tracePt t="33421" x="3360738" y="3824288"/>
          <p14:tracePt t="33434" x="3652838" y="3824288"/>
          <p14:tracePt t="33444" x="4068763" y="3795713"/>
          <p14:tracePt t="33455" x="4402138" y="3783013"/>
          <p14:tracePt t="33467" x="4973638" y="3735388"/>
          <p14:tracePt t="33477" x="5435600" y="3681413"/>
          <p14:tracePt t="33489" x="6170613" y="3605213"/>
          <p14:tracePt t="33501" x="6946900" y="3524250"/>
          <p14:tracePt t="33511" x="7450138" y="3462338"/>
          <p14:tracePt t="33524" x="7920038" y="3395663"/>
          <p14:tracePt t="33536" x="8551863" y="3279775"/>
          <p14:tracePt t="33546" x="9055100" y="3176588"/>
          <p14:tracePt t="33558" x="9286875" y="3122613"/>
          <p14:tracePt t="33570" x="9491663" y="3048000"/>
          <p14:tracePt t="33580" x="9558338" y="3006725"/>
          <p14:tracePt t="33593" x="9605963" y="2973388"/>
          <p14:tracePt t="33604" x="9605963" y="2946400"/>
          <p14:tracePt t="33614" x="9593263" y="2919413"/>
          <p14:tracePt t="33626" x="9558338" y="2890838"/>
          <p14:tracePt t="33636" x="9444038" y="2843213"/>
          <p14:tracePt t="33647" x="9272588" y="2776538"/>
          <p14:tracePt t="33659" x="9102725" y="2735263"/>
          <p14:tracePt t="33669" x="8843963" y="2673350"/>
          <p14:tracePt t="33680" x="8653463" y="2660650"/>
          <p14:tracePt t="33692" x="8396288" y="2660650"/>
          <p14:tracePt t="33703" x="8239125" y="2673350"/>
          <p14:tracePt t="33714" x="8034338" y="2747963"/>
          <p14:tracePt t="33725" x="7878763" y="2863850"/>
          <p14:tracePt t="33737" x="7804150" y="2959100"/>
          <p14:tracePt t="33748" x="7735888" y="3122613"/>
          <p14:tracePt t="33759" x="7721600" y="3217863"/>
          <p14:tracePt t="33770" x="7735888" y="3333750"/>
          <p14:tracePt t="33781" x="7748588" y="3395663"/>
          <p14:tracePt t="33793" x="7804150" y="3449638"/>
          <p14:tracePt t="33804" x="7864475" y="3476625"/>
          <p14:tracePt t="33816" x="7994650" y="3524250"/>
          <p14:tracePt t="33827" x="8164513" y="3538538"/>
          <p14:tracePt t="33838" x="8307388" y="3524250"/>
          <p14:tracePt t="33850" x="8510588" y="3497263"/>
          <p14:tracePt t="33860" x="8626475" y="3449638"/>
          <p14:tracePt t="33872" x="8742363" y="3395663"/>
          <p14:tracePt t="33884" x="8783638" y="3333750"/>
          <p14:tracePt t="33894" x="8783638" y="3252788"/>
          <p14:tracePt t="33905" x="8769350" y="3190875"/>
          <p14:tracePt t="33918" x="8715375" y="3122613"/>
          <p14:tracePt t="33928" x="8626475" y="3062288"/>
          <p14:tracePt t="33939" x="8539163" y="3033713"/>
          <p14:tracePt t="33951" x="8340725" y="3021013"/>
          <p14:tracePt t="33961" x="8177213" y="3021013"/>
          <p14:tracePt t="33973" x="7932738" y="3062288"/>
          <p14:tracePt t="33984" x="7762875" y="3101975"/>
          <p14:tracePt t="33995" x="7593013" y="3176588"/>
          <p14:tracePt t="34007" x="7504113" y="3232150"/>
          <p14:tracePt t="34019" x="7435850" y="3292475"/>
          <p14:tracePt t="34029" x="7402513" y="3333750"/>
          <p14:tracePt t="34041" x="7402513" y="3360738"/>
          <p14:tracePt t="34052" x="7435850" y="3395663"/>
          <p14:tracePt t="34063" x="7491413" y="3408363"/>
          <p14:tracePt t="34075" x="7661275" y="3435350"/>
          <p14:tracePt t="34086" x="7824788" y="3435350"/>
          <p14:tracePt t="34096" x="8137525" y="3422650"/>
          <p14:tracePt t="34108" x="8524875" y="3348038"/>
          <p14:tracePt t="34119" x="8796338" y="3265488"/>
          <p14:tracePt t="34130" x="9170988" y="3101975"/>
          <p14:tracePt t="34142" x="9388475" y="2973388"/>
          <p14:tracePt t="34153" x="9634538" y="2776538"/>
          <p14:tracePt t="34164" x="9736138" y="2646363"/>
          <p14:tracePt t="34176" x="9817100" y="2490788"/>
          <p14:tracePt t="34187" x="9852025" y="2387600"/>
          <p14:tracePt t="34198" x="9817100" y="2259013"/>
          <p14:tracePt t="34209" x="9736138" y="2128838"/>
          <p14:tracePt t="34221" x="9620250" y="2027238"/>
          <p14:tracePt t="34231" x="9375775" y="1898650"/>
          <p14:tracePt t="34243" x="9185275" y="1836738"/>
          <p14:tracePt t="34265" x="8858250" y="1782763"/>
          <p14:tracePt t="34269" x="8640763" y="1768475"/>
          <p14:tracePt t="34278" x="8355013" y="1795463"/>
          <p14:tracePt t="34289" x="8150225" y="1824038"/>
          <p14:tracePt t="34302" x="7920038" y="1911350"/>
          <p14:tracePt t="34312" x="7762875" y="2000250"/>
          <p14:tracePt t="34323" x="7694613" y="2054225"/>
          <p14:tracePt t="34334" x="7634288" y="2116138"/>
          <p14:tracePt t="34344" x="7605713" y="2170113"/>
          <p14:tracePt t="34356" x="7605713" y="2232025"/>
          <p14:tracePt t="34368" x="7634288" y="2271713"/>
          <p14:tracePt t="34378" x="7708900" y="2327275"/>
          <p14:tracePt t="34390" x="7804150" y="2387600"/>
          <p14:tracePt t="34401" x="8034338" y="2470150"/>
          <p14:tracePt t="34411" x="8340725" y="2544763"/>
          <p14:tracePt t="34422" x="8613775" y="2571750"/>
          <p14:tracePt t="34434" x="9028113" y="2571750"/>
          <p14:tracePt t="34445" x="9313863" y="2557463"/>
          <p14:tracePt t="34457" x="9647238" y="2490788"/>
          <p14:tracePt t="34468" x="9817100" y="2414588"/>
          <p14:tracePt t="34479" x="9947275" y="2327275"/>
          <p14:tracePt t="34491" x="9980613" y="2271713"/>
          <p14:tracePt t="34502" x="9959975" y="2197100"/>
          <p14:tracePt t="34514" x="9891713" y="2116138"/>
          <p14:tracePt t="34526" x="9763125" y="2041525"/>
          <p14:tracePt t="34537" x="9429750" y="1925638"/>
          <p14:tracePt t="34547" x="9090025" y="1871663"/>
          <p14:tracePt t="34558" x="8340725" y="1809750"/>
          <p14:tracePt t="34570" x="7388225" y="1795463"/>
          <p14:tracePt t="34580" x="6640513" y="1824038"/>
          <p14:tracePt t="34591" x="5503863" y="2000250"/>
          <p14:tracePt t="34605" x="4741863" y="2170113"/>
          <p14:tracePt t="34618" x="3694113" y="2530475"/>
          <p14:tracePt t="34627" x="3089275" y="2762250"/>
          <p14:tracePt t="34638" x="2360613" y="3122613"/>
          <p14:tracePt t="34648" x="2014538" y="3319463"/>
          <p14:tracePt t="34659" x="1728788" y="3565525"/>
          <p14:tracePt t="34671" x="1612900" y="3694113"/>
          <p14:tracePt t="34683" x="1470025" y="3851275"/>
          <p14:tracePt t="34694" x="1408113" y="3952875"/>
          <p14:tracePt t="34706" x="1395413" y="3979863"/>
          <p14:tracePt t="34718" x="1408113" y="4014788"/>
          <p14:tracePt t="34727" x="1435100" y="4014788"/>
          <p14:tracePt t="34738" x="1524000" y="4027488"/>
          <p14:tracePt t="34752" x="1639888" y="4014788"/>
          <p14:tracePt t="34762" x="1728788" y="3994150"/>
          <p14:tracePt t="34773" x="1884363" y="3938588"/>
          <p14:tracePt t="34785" x="2027238" y="3851275"/>
          <p14:tracePt t="34795" x="2143125" y="3795713"/>
          <p14:tracePt t="34806" x="2232025" y="3721100"/>
          <p14:tracePt t="34818" x="2259013" y="3681413"/>
          <p14:tracePt t="34829" x="2271713" y="3667125"/>
          <p14:tracePt t="34841" x="2271713" y="3652838"/>
          <p14:tracePt t="34851" x="2259013" y="3652838"/>
          <p14:tracePt t="34861" x="2244725" y="3652838"/>
          <p14:tracePt t="34873" x="2232025" y="3652838"/>
          <p14:tracePt t="34884" x="2197100" y="3694113"/>
          <p14:tracePt t="34895" x="2184400" y="3756025"/>
          <p14:tracePt t="34907" x="2184400" y="3824288"/>
          <p14:tracePt t="34918" x="2197100" y="3911600"/>
          <p14:tracePt t="34929" x="2259013" y="3979863"/>
          <p14:tracePt t="34941" x="2300288" y="4014788"/>
          <p14:tracePt t="34952" x="2374900" y="4041775"/>
          <p14:tracePt t="34963" x="2455863" y="4041775"/>
          <p14:tracePt t="34974" x="2586038" y="4041775"/>
          <p14:tracePt t="34986" x="2700338" y="4041775"/>
          <p14:tracePt t="34996" x="2863850" y="3994150"/>
          <p14:tracePt t="35009" x="2973388" y="3952875"/>
          <p14:tracePt t="35020" x="3048000" y="3911600"/>
          <p14:tracePt t="35030" x="3101975" y="3863975"/>
          <p14:tracePt t="35042" x="3163888" y="3810000"/>
          <p14:tracePt t="35053" x="3176588" y="3783013"/>
          <p14:tracePt t="35064" x="3190875" y="3768725"/>
          <p14:tracePt t="35076" x="3205163" y="3735388"/>
          <p14:tracePt t="35087" x="3205163" y="3721100"/>
          <p14:tracePt t="35097" x="3217863" y="3708400"/>
          <p14:tracePt t="35109" x="3217863" y="3694113"/>
          <p14:tracePt t="35120" x="3232150" y="3667125"/>
          <p14:tracePt t="35131" x="3252788" y="3652838"/>
          <p14:tracePt t="35143" x="3265488" y="3625850"/>
          <p14:tracePt t="35154" x="3279775" y="3578225"/>
          <p14:tracePt t="35166" x="3279775" y="3551238"/>
          <p14:tracePt t="35177" x="3279775" y="3524250"/>
          <p14:tracePt t="35188" x="3279775" y="3497263"/>
          <p14:tracePt t="35221" x="3279775" y="3476625"/>
          <p14:tracePt t="35277" x="3279775" y="3462338"/>
          <p14:tracePt t="35311" x="3279775" y="3449638"/>
          <p14:tracePt t="35324" x="3279775" y="3435350"/>
          <p14:tracePt t="35337" x="3279775" y="3422650"/>
          <p14:tracePt t="35346" x="3279775" y="3408363"/>
          <p14:tracePt t="35357" x="3279775" y="3395663"/>
          <p14:tracePt t="35379" x="3279775" y="3381375"/>
          <p14:tracePt t="35705" x="3319463" y="3348038"/>
          <p14:tracePt t="35708" x="3360738" y="3292475"/>
          <p14:tracePt t="35716" x="3408363" y="3252788"/>
          <p14:tracePt t="35728" x="3422650" y="3217863"/>
          <p14:tracePt t="35739" x="3435350" y="3176588"/>
          <p14:tracePt t="35752" x="3449638" y="3149600"/>
          <p14:tracePt t="35763" x="3462338" y="3149600"/>
          <p14:tracePt t="35784" x="3449638" y="3149600"/>
          <p14:tracePt t="35795" x="3435350" y="3149600"/>
          <p14:tracePt t="35807" x="3422650" y="3149600"/>
          <p14:tracePt t="36616" x="3435350" y="3149600"/>
          <p14:tracePt t="36695" x="3449638" y="3149600"/>
          <p14:tracePt t="36728" x="3462338" y="3149600"/>
          <p14:tracePt t="36863" x="3476625" y="3149600"/>
          <p14:tracePt t="36920" x="3497263" y="3149600"/>
          <p14:tracePt t="37134" x="3509963" y="3149600"/>
          <p14:tracePt t="37156" x="3524250" y="3149600"/>
          <p14:tracePt t="37179" x="3538538" y="3149600"/>
          <p14:tracePt t="37685" x="3551238" y="3149600"/>
          <p14:tracePt t="37752" x="3565525" y="3149600"/>
          <p14:tracePt t="37786" x="3578225" y="3149600"/>
          <p14:tracePt t="37876" x="3592513" y="3149600"/>
          <p14:tracePt t="37899" x="3605213" y="3149600"/>
          <p14:tracePt t="37910" x="3640138" y="3149600"/>
          <p14:tracePt t="37924" x="3652838" y="3149600"/>
          <p14:tracePt t="37932" x="3694113" y="3163888"/>
          <p14:tracePt t="37944" x="3768725" y="3176588"/>
          <p14:tracePt t="37957" x="3836988" y="3176588"/>
          <p14:tracePt t="37967" x="3952875" y="3190875"/>
          <p14:tracePt t="37978" x="4122738" y="3205163"/>
          <p14:tracePt t="37991" x="4271963" y="3217863"/>
          <p14:tracePt t="38001" x="4470400" y="3217863"/>
          <p14:tracePt t="38012" x="4687888" y="3217863"/>
          <p14:tracePt t="38025" x="4884738" y="3232150"/>
          <p14:tracePt t="38035" x="5021263" y="3252788"/>
          <p14:tracePt t="38046" x="5164138" y="3265488"/>
          <p14:tracePt t="38059" x="5280025" y="3265488"/>
          <p14:tracePt t="38070" x="5334000" y="3265488"/>
          <p14:tracePt t="38081" x="5408613" y="3265488"/>
          <p14:tracePt t="38091" x="5449888" y="3265488"/>
          <p14:tracePt t="38102" x="5462588" y="3265488"/>
          <p14:tracePt t="38115" x="5476875" y="3265488"/>
          <p14:tracePt t="38180" x="5462588" y="3265488"/>
          <p14:tracePt t="38193" x="5435600" y="3265488"/>
          <p14:tracePt t="38204" x="5422900" y="3252788"/>
          <p14:tracePt t="38664" x="5435600" y="3252788"/>
          <p14:tracePt t="38708" x="5435600" y="3265488"/>
          <p14:tracePt t="38843" x="5449888" y="3265488"/>
          <p14:tracePt t="39316" x="5462588" y="3265488"/>
          <p14:tracePt t="39339" x="5476875" y="3265488"/>
          <p14:tracePt t="39395" x="5491163" y="3265488"/>
          <p14:tracePt t="39552" x="5518150" y="3265488"/>
          <p14:tracePt t="39564" x="5551488" y="3265488"/>
          <p14:tracePt t="39575" x="5592763" y="3265488"/>
          <p14:tracePt t="39589" x="5634038" y="3265488"/>
          <p14:tracePt t="39609" x="5708650" y="3265488"/>
          <p14:tracePt t="39612" x="5795963" y="3279775"/>
          <p14:tracePt t="39622" x="5837238" y="3279775"/>
          <p14:tracePt t="39633" x="5891213" y="3279775"/>
          <p14:tracePt t="39643" x="5938838" y="3265488"/>
          <p14:tracePt t="39656" x="5967413" y="3265488"/>
          <p14:tracePt t="39666" x="5967413" y="3252788"/>
          <p14:tracePt t="39676" x="5980113" y="3252788"/>
          <p14:tracePt t="39690" x="5980113" y="3217863"/>
          <p14:tracePt t="39701" x="5980113" y="3205163"/>
          <p14:tracePt t="39711" x="5980113" y="3190875"/>
          <p14:tracePt t="39724" x="5980113" y="3163888"/>
          <p14:tracePt t="39734" x="5967413" y="3149600"/>
          <p14:tracePt t="39745" x="5967413" y="3122613"/>
          <p14:tracePt t="39757" x="5953125" y="3101975"/>
          <p14:tracePt t="39768" x="5953125" y="3089275"/>
          <p14:tracePt t="39779" x="5938838" y="3074988"/>
          <p14:tracePt t="39800" x="5926138" y="3062288"/>
          <p14:tracePt t="39834" x="5911850" y="3062288"/>
          <p14:tracePt t="39846" x="5911850" y="3048000"/>
          <p14:tracePt t="39857" x="5891213" y="3048000"/>
          <p14:tracePt t="39879" x="5878513" y="3048000"/>
          <p14:tracePt t="39890" x="5864225" y="3048000"/>
          <p14:tracePt t="39901" x="5851525" y="3048000"/>
          <p14:tracePt t="39914" x="5837238" y="3048000"/>
          <p14:tracePt t="39926" x="5824538" y="3048000"/>
          <p14:tracePt t="39936" x="5810250" y="3048000"/>
          <p14:tracePt t="39948" x="5795963" y="3048000"/>
          <p14:tracePt t="39959" x="5783263" y="3048000"/>
          <p14:tracePt t="39970" x="5762625" y="3048000"/>
          <p14:tracePt t="39982" x="5748338" y="3048000"/>
          <p14:tracePt t="39993" x="5721350" y="3048000"/>
          <p14:tracePt t="40005" x="5708650" y="3048000"/>
          <p14:tracePt t="40015" x="5681663" y="3033713"/>
          <p14:tracePt t="40026" x="5634038" y="3033713"/>
          <p14:tracePt t="40037" x="5619750" y="3033713"/>
          <p14:tracePt t="40049" x="5592763" y="3048000"/>
          <p14:tracePt t="40061" x="5551488" y="3048000"/>
          <p14:tracePt t="40073" x="5518150" y="3062288"/>
          <p14:tracePt t="40084" x="5462588" y="3062288"/>
          <p14:tracePt t="40094" x="5408613" y="3074988"/>
          <p14:tracePt t="40106" x="5360988" y="3089275"/>
          <p14:tracePt t="40117" x="5292725" y="3101975"/>
          <p14:tracePt t="40128" x="5232400" y="3122613"/>
          <p14:tracePt t="40141" x="5164138" y="3149600"/>
          <p14:tracePt t="40151" x="5116513" y="3163888"/>
          <p14:tracePt t="40163" x="5033963" y="3190875"/>
          <p14:tracePt t="40175" x="4959350" y="3217863"/>
          <p14:tracePt t="40184" x="4905375" y="3252788"/>
          <p14:tracePt t="40196" x="4843463" y="3279775"/>
          <p14:tracePt t="40208" x="4803775" y="3319463"/>
          <p14:tracePt t="40218" x="4776788" y="3348038"/>
          <p14:tracePt t="40229" x="4741863" y="3395663"/>
          <p14:tracePt t="40241" x="4729163" y="3422650"/>
          <p14:tracePt t="40251" x="4700588" y="3476625"/>
          <p14:tracePt t="40263" x="4700588" y="3509963"/>
          <p14:tracePt t="40274" x="4687888" y="3551238"/>
          <p14:tracePt t="40284" x="4687888" y="3592513"/>
          <p14:tracePt t="40296" x="4687888" y="3640138"/>
          <p14:tracePt t="40307" x="4687888" y="3681413"/>
          <p14:tracePt t="40318" x="4687888" y="3735388"/>
          <p14:tracePt t="40329" x="4700588" y="3768725"/>
          <p14:tracePt t="40341" x="4700588" y="3810000"/>
          <p14:tracePt t="40351" x="4714875" y="3836988"/>
          <p14:tracePt t="40363" x="4729163" y="3884613"/>
          <p14:tracePt t="40374" x="4741863" y="3911600"/>
          <p14:tracePt t="40385" x="4776788" y="3938588"/>
          <p14:tracePt t="40397" x="4803775" y="3979863"/>
          <p14:tracePt t="40408" x="4830763" y="3994150"/>
          <p14:tracePt t="40419" x="4872038" y="4027488"/>
          <p14:tracePt t="40430" x="4919663" y="4041775"/>
          <p14:tracePt t="40442" x="4959350" y="4054475"/>
          <p14:tracePt t="40453" x="5033963" y="4068763"/>
          <p14:tracePt t="40465" x="5129213" y="4081463"/>
          <p14:tracePt t="40476" x="5218113" y="4095750"/>
          <p14:tracePt t="40486" x="5348288" y="4110038"/>
          <p14:tracePt t="40498" x="5462588" y="4122738"/>
          <p14:tracePt t="40509" x="5578475" y="4143375"/>
          <p14:tracePt t="40520" x="5646738" y="4143375"/>
          <p14:tracePt t="40532" x="5748338" y="4143375"/>
          <p14:tracePt t="40555" x="5837238" y="4122738"/>
          <p14:tracePt t="40555" x="5891213" y="4110038"/>
          <p14:tracePt t="40566" x="5980113" y="4095750"/>
          <p14:tracePt t="40578" x="6054725" y="4081463"/>
          <p14:tracePt t="40590" x="6122988" y="4054475"/>
          <p14:tracePt t="40600" x="6184900" y="4041775"/>
          <p14:tracePt t="40612" x="6224588" y="4027488"/>
          <p14:tracePt t="40624" x="6253163" y="4014788"/>
          <p14:tracePt t="40634" x="6265863" y="3994150"/>
          <p14:tracePt t="40645" x="6280150" y="3994150"/>
          <p14:tracePt t="40657" x="6300788" y="3979863"/>
          <p14:tracePt t="40677" x="6313488" y="3967163"/>
          <p14:tracePt t="40689" x="6313488" y="3952875"/>
          <p14:tracePt t="40700" x="6313488" y="3938588"/>
          <p14:tracePt t="40712" x="6313488" y="3925888"/>
          <p14:tracePt t="40723" x="6313488" y="3911600"/>
          <p14:tracePt t="40734" x="6313488" y="3884613"/>
          <p14:tracePt t="40746" x="6313488" y="3863975"/>
          <p14:tracePt t="40779" x="6313488" y="3851275"/>
          <p14:tracePt t="40801" x="6300788" y="3851275"/>
          <p14:tracePt t="40835" x="6300788" y="3836988"/>
          <p14:tracePt t="40857" x="6300788" y="3824288"/>
          <p14:tracePt t="40869" x="6300788" y="3810000"/>
          <p14:tracePt t="40881" x="6280150" y="3795713"/>
          <p14:tracePt t="40891" x="6280150" y="3768725"/>
          <p14:tracePt t="40903" x="6280150" y="3756025"/>
          <p14:tracePt t="40916" x="6265863" y="3735388"/>
          <p14:tracePt t="40925" x="6265863" y="3721100"/>
          <p14:tracePt t="40938" x="6265863" y="3708400"/>
          <p14:tracePt t="40948" x="6253163" y="3694113"/>
          <p14:tracePt t="40961" x="6253163" y="3681413"/>
          <p14:tracePt t="40972" x="6238875" y="3667125"/>
          <p14:tracePt t="40982" x="6224588" y="3667125"/>
          <p14:tracePt t="40994" x="6211888" y="3652838"/>
          <p14:tracePt t="41007" x="6197600" y="3652838"/>
          <p14:tracePt t="41017" x="6170613" y="3640138"/>
          <p14:tracePt t="41028" x="6149975" y="3625850"/>
          <p14:tracePt t="41040" x="6137275" y="3625850"/>
          <p14:tracePt t="41050" x="6110288" y="3625850"/>
          <p14:tracePt t="41062" x="6096000" y="3605213"/>
          <p14:tracePt t="41073" x="6081713" y="3605213"/>
          <p14:tracePt t="41083" x="6054725" y="3605213"/>
          <p14:tracePt t="41095" x="6042025" y="3592513"/>
          <p14:tracePt t="41107" x="6007100" y="3592513"/>
          <p14:tracePt t="41117" x="5994400" y="3592513"/>
          <p14:tracePt t="41129" x="5967413" y="3592513"/>
          <p14:tracePt t="41140" x="5926138" y="3592513"/>
          <p14:tracePt t="41150" x="5891213" y="3592513"/>
          <p14:tracePt t="41163" x="5864225" y="3592513"/>
          <p14:tracePt t="41173" x="5824538" y="3592513"/>
          <p14:tracePt t="41184" x="5795963" y="3592513"/>
          <p14:tracePt t="41196" x="5762625" y="3605213"/>
          <p14:tracePt t="41207" x="5721350" y="3625850"/>
          <p14:tracePt t="41218" x="5667375" y="3652838"/>
          <p14:tracePt t="41230" x="5605463" y="3681413"/>
          <p14:tracePt t="41241" x="5538788" y="3735388"/>
          <p14:tracePt t="41251" x="5476875" y="3783013"/>
          <p14:tracePt t="41264" x="5435600" y="3810000"/>
          <p14:tracePt t="41275" x="5408613" y="3836988"/>
          <p14:tracePt t="41285" x="5375275" y="3863975"/>
          <p14:tracePt t="41298" x="5375275" y="3898900"/>
          <p14:tracePt t="41309" x="5360988" y="3925888"/>
          <p14:tracePt t="41319" x="5375275" y="3952875"/>
          <p14:tracePt t="41331" x="5408613" y="3994150"/>
          <p14:tracePt t="41342" x="5435600" y="4027488"/>
          <p14:tracePt t="41355" x="5491163" y="4068763"/>
          <p14:tracePt t="41365" x="5551488" y="4081463"/>
          <p14:tracePt t="41377" x="5592763" y="4095750"/>
          <p14:tracePt t="41388" x="5634038" y="4110038"/>
          <p14:tracePt t="41399" x="5681663" y="4110038"/>
          <p14:tracePt t="41411" x="5708650" y="4110038"/>
          <p14:tracePt t="41422" x="5721350" y="4110038"/>
          <p14:tracePt t="678416" x="11858625" y="6524625"/>
          <p14:tracePt t="678426" x="11314113" y="6443663"/>
          <p14:tracePt t="678433" x="10852150" y="6327775"/>
          <p14:tracePt t="678442" x="10668000" y="6265863"/>
          <p14:tracePt t="678450" x="10334625" y="6122988"/>
          <p14:tracePt t="678457" x="10075863" y="5994400"/>
          <p14:tracePt t="678466" x="9864725" y="5851525"/>
          <p14:tracePt t="678473" x="9721850" y="5694363"/>
          <p14:tracePt t="678482" x="9605963" y="5538788"/>
          <p14:tracePt t="678490" x="9531350" y="5375275"/>
          <p14:tracePt t="678513" x="9456738" y="4986338"/>
          <p14:tracePt t="678519" x="9456738" y="4776788"/>
          <p14:tracePt t="678528" x="9456738" y="4572000"/>
          <p14:tracePt t="678533" x="9491663" y="4387850"/>
          <p14:tracePt t="678544" x="9545638" y="4197350"/>
          <p14:tracePt t="678562" x="9634538" y="3979863"/>
          <p14:tracePt t="678570" x="9674225" y="3863975"/>
          <p14:tracePt t="678576" x="9688513" y="3824288"/>
          <p14:tracePt t="678582" x="9721850" y="3756025"/>
          <p14:tracePt t="678600" x="9763125" y="3667125"/>
          <p14:tracePt t="678610" x="9777413" y="3625850"/>
          <p14:tracePt t="678620" x="9790113" y="3565525"/>
          <p14:tracePt t="678833" x="9777413" y="3565525"/>
          <p14:tracePt t="678845" x="9701213" y="3509963"/>
          <p14:tracePt t="678850" x="9605963" y="3435350"/>
          <p14:tracePt t="678860" x="9504363" y="3360738"/>
          <p14:tracePt t="678867" x="9348788" y="3217863"/>
          <p14:tracePt t="678877" x="9245600" y="3122613"/>
          <p14:tracePt t="678886" x="9069388" y="2932113"/>
          <p14:tracePt t="678894" x="8885238" y="2747963"/>
          <p14:tracePt t="678904" x="8831263" y="2673350"/>
          <p14:tracePt t="678912" x="8694738" y="2530475"/>
          <p14:tracePt t="678921" x="8599488" y="2401888"/>
          <p14:tracePt t="678928" x="8524875" y="2300288"/>
          <p14:tracePt t="678938" x="8497888" y="2271713"/>
          <p14:tracePt t="678945" x="8456613" y="2211388"/>
          <p14:tracePt t="678954" x="8423275" y="2170113"/>
          <p14:tracePt t="678962" x="8396288" y="2143125"/>
          <p14:tracePt t="678970" x="8382000" y="2128838"/>
          <p14:tracePt t="678979" x="8382000" y="2116138"/>
          <p14:tracePt t="678994" x="8367713" y="2116138"/>
          <p14:tracePt t="679038" x="8355013" y="2128838"/>
          <p14:tracePt t="679048" x="8355013" y="2143125"/>
          <p14:tracePt t="679055" x="8355013" y="2157413"/>
          <p14:tracePt t="679066" x="8340725" y="2170113"/>
          <p14:tracePt t="679071" x="8307388" y="2197100"/>
          <p14:tracePt t="679081" x="8280400" y="2211388"/>
          <p14:tracePt t="679089" x="8253413" y="2244725"/>
          <p14:tracePt t="679098" x="8212138" y="2271713"/>
          <p14:tracePt t="679106" x="8177213" y="2300288"/>
          <p14:tracePt t="679120" x="8150225" y="2300288"/>
          <p14:tracePt t="679121" x="8123238" y="2327275"/>
          <p14:tracePt t="679130" x="8096250" y="2339975"/>
          <p14:tracePt t="679140" x="8081963" y="2360613"/>
          <p14:tracePt t="679147" x="8048625" y="2374900"/>
          <p14:tracePt t="679156" x="8034338" y="2387600"/>
          <p14:tracePt t="679171" x="8021638" y="2387600"/>
          <p14:tracePt t="679181" x="8021638" y="2401888"/>
          <p14:tracePt t="679194" x="8021638" y="2414588"/>
          <p14:tracePt t="679219" x="8021638" y="2428875"/>
          <p14:tracePt t="679227" x="8034338" y="2443163"/>
          <p14:tracePt t="679238" x="8048625" y="2455863"/>
          <p14:tracePt t="679246" x="8081963" y="2470150"/>
          <p14:tracePt t="679255" x="8110538" y="2490788"/>
          <p14:tracePt t="679262" x="8150225" y="2503488"/>
          <p14:tracePt t="679271" x="8197850" y="2517775"/>
          <p14:tracePt t="679279" x="8266113" y="2517775"/>
          <p14:tracePt t="679288" x="8382000" y="2530475"/>
          <p14:tracePt t="679300" x="8497888" y="2530475"/>
          <p14:tracePt t="679302" x="8626475" y="2530475"/>
          <p14:tracePt t="679311" x="8756650" y="2530475"/>
          <p14:tracePt t="679322" x="8899525" y="2530475"/>
          <p14:tracePt t="679327" x="9042400" y="2517775"/>
          <p14:tracePt t="679338" x="9185275" y="2503488"/>
          <p14:tracePt t="679345" x="9259888" y="2503488"/>
          <p14:tracePt t="679355" x="9361488" y="2470150"/>
          <p14:tracePt t="679362" x="9402763" y="2470150"/>
          <p14:tracePt t="679371" x="9477375" y="2455863"/>
          <p14:tracePt t="679380" x="9545638" y="2455863"/>
          <p14:tracePt t="679387" x="9593263" y="2455863"/>
          <p14:tracePt t="679395" x="9605963" y="2455863"/>
          <p14:tracePt t="679404" x="9634538" y="2455863"/>
          <p14:tracePt t="679422" x="9647238" y="2455863"/>
          <p14:tracePt t="679447" x="9634538" y="2455863"/>
          <p14:tracePt t="679457" x="9605963" y="2455863"/>
          <p14:tracePt t="679466" x="9531350" y="2455863"/>
          <p14:tracePt t="679475" x="9444038" y="2455863"/>
          <p14:tracePt t="679486" x="9328150" y="2455863"/>
          <p14:tracePt t="679491" x="9197975" y="2470150"/>
          <p14:tracePt t="679501" x="9055100" y="2503488"/>
          <p14:tracePt t="679514" x="8986838" y="2517775"/>
          <p14:tracePt t="679515" x="8843963" y="2544763"/>
          <p14:tracePt t="679522" x="8729663" y="2571750"/>
          <p14:tracePt t="679536" x="8626475" y="2586038"/>
          <p14:tracePt t="679542" x="8586788" y="2598738"/>
          <p14:tracePt t="679549" x="8524875" y="2619375"/>
          <p14:tracePt t="679559" x="8470900" y="2633663"/>
          <p14:tracePt t="679567" x="8435975" y="2646363"/>
          <p14:tracePt t="679577" x="8423275" y="2646363"/>
          <p14:tracePt t="679589" x="8408988" y="2646363"/>
          <p14:tracePt t="679590" x="8408988" y="2660650"/>
          <p14:tracePt t="679627" x="8497888" y="2646363"/>
          <p14:tracePt t="683079" x="8456613" y="2660650"/>
          <p14:tracePt t="683085" x="8423275" y="2660650"/>
          <p14:tracePt t="683095" x="8408988" y="2673350"/>
          <p14:tracePt t="683106" x="8396288" y="2673350"/>
          <p14:tracePt t="683171" x="8408988" y="2673350"/>
          <p14:tracePt t="683182" x="8423275" y="2673350"/>
          <p14:tracePt t="683194" x="8435975" y="2673350"/>
          <p14:tracePt t="683205" x="8456613" y="2660650"/>
          <p14:tracePt t="683216" x="8483600" y="2660650"/>
          <p14:tracePt t="683228" x="8524875" y="2660650"/>
          <p14:tracePt t="683239" x="8586788" y="2660650"/>
          <p14:tracePt t="683250" x="8667750" y="2660650"/>
          <p14:tracePt t="683261" x="8729663" y="2660650"/>
          <p14:tracePt t="683272" x="8796338" y="2660650"/>
          <p14:tracePt t="683283" x="8872538" y="2660650"/>
          <p14:tracePt t="683295" x="8939213" y="2660650"/>
          <p14:tracePt t="683306" x="8986838" y="2660650"/>
          <p14:tracePt t="683317" x="9015413" y="2660650"/>
          <p14:tracePt t="683351" x="9028113" y="2660650"/>
          <p14:tracePt t="683355" x="9042400" y="2660650"/>
          <p14:tracePt t="683407" x="9028113" y="2660650"/>
          <p14:tracePt t="683418" x="9015413" y="2660650"/>
          <p14:tracePt t="683430" x="8986838" y="2660650"/>
          <p14:tracePt t="683442" x="8939213" y="2660650"/>
          <p14:tracePt t="683452" x="8858250" y="2660650"/>
          <p14:tracePt t="683463" x="8796338" y="2660650"/>
          <p14:tracePt t="683476" x="8682038" y="2660650"/>
          <p14:tracePt t="683486" x="8566150" y="2660650"/>
          <p14:tracePt t="683497" x="8435975" y="2660650"/>
          <p14:tracePt t="683510" x="8367713" y="2660650"/>
          <p14:tracePt t="683520" x="8280400" y="2660650"/>
          <p14:tracePt t="683531" x="8239125" y="2673350"/>
          <p14:tracePt t="683543" x="8197850" y="2673350"/>
          <p14:tracePt t="683554" x="8177213" y="2673350"/>
          <p14:tracePt t="683565" x="8164513" y="2673350"/>
          <p14:tracePt t="683643" x="8177213" y="2687638"/>
          <p14:tracePt t="683655" x="8212138" y="2687638"/>
          <p14:tracePt t="683666" x="8239125" y="2700338"/>
          <p14:tracePt t="683678" x="8280400" y="2700338"/>
          <p14:tracePt t="683688" x="8340725" y="2714625"/>
          <p14:tracePt t="683700" x="8408988" y="2714625"/>
          <p14:tracePt t="683712" x="8456613" y="2735263"/>
          <p14:tracePt t="683722" x="8497888" y="2735263"/>
          <p14:tracePt t="683733" x="8539163" y="2747963"/>
          <p14:tracePt t="683746" x="8551863" y="2747963"/>
          <p14:tracePt t="683812" x="8539163" y="2747963"/>
          <p14:tracePt t="683823" x="8524875" y="2747963"/>
          <p14:tracePt t="683835" x="8510588" y="2747963"/>
          <p14:tracePt t="683846" x="8483600" y="2747963"/>
          <p14:tracePt t="683857" x="8435975" y="2747963"/>
          <p14:tracePt t="683868" x="8408988" y="2747963"/>
          <p14:tracePt t="683880" x="8382000" y="2747963"/>
          <p14:tracePt t="683891" x="8328025" y="2747963"/>
          <p14:tracePt t="683902" x="8293100" y="2747963"/>
          <p14:tracePt t="683914" x="8266113" y="2747963"/>
          <p14:tracePt t="683926" x="8239125" y="2747963"/>
          <p14:tracePt t="683936" x="8224838" y="2747963"/>
          <p14:tracePt t="683992" x="8239125" y="2747963"/>
          <p14:tracePt t="684003" x="8253413" y="2747963"/>
          <p14:tracePt t="684015" x="8293100" y="2747963"/>
          <p14:tracePt t="684027" x="8328025" y="2747963"/>
          <p14:tracePt t="684037" x="8355013" y="2762250"/>
          <p14:tracePt t="684049" x="8396288" y="2762250"/>
          <p14:tracePt t="684061" x="8423275" y="2762250"/>
          <p14:tracePt t="684071" x="8435975" y="2762250"/>
          <p14:tracePt t="684082" x="8456613" y="2762250"/>
          <p14:tracePt t="684127" x="8456613" y="2776538"/>
          <p14:tracePt t="684138" x="8408988" y="2776538"/>
          <p14:tracePt t="684150" x="8367713" y="2762250"/>
          <p14:tracePt t="684162" x="8328025" y="2762250"/>
          <p14:tracePt t="684172" x="8280400" y="2762250"/>
          <p14:tracePt t="684184" x="8253413" y="2762250"/>
          <p14:tracePt t="684195" x="8224838" y="2762250"/>
          <p14:tracePt t="684206" x="8197850" y="2776538"/>
          <p14:tracePt t="684218" x="8150225" y="2776538"/>
          <p14:tracePt t="684633" x="8150225" y="2762250"/>
          <p14:tracePt t="684757" x="8164513" y="2762250"/>
          <p14:tracePt t="684768" x="8150225" y="2762250"/>
          <p14:tracePt t="684781" x="8164513" y="2762250"/>
          <p14:tracePt t="684869" x="8177213" y="2762250"/>
          <p14:tracePt t="684892" x="8197850" y="2762250"/>
          <p14:tracePt t="684937" x="8212138" y="2762250"/>
          <p14:tracePt t="684993" x="8212138" y="2776538"/>
          <p14:tracePt t="685060" x="8197850" y="2776538"/>
          <p14:tracePt t="685072" x="8164513" y="2776538"/>
          <p14:tracePt t="685084" x="8137525" y="2776538"/>
          <p14:tracePt t="685095" x="8110538" y="2776538"/>
          <p14:tracePt t="685106" x="8069263" y="2776538"/>
          <p14:tracePt t="685117" x="8034338" y="2789238"/>
          <p14:tracePt t="685129" x="8007350" y="2789238"/>
          <p14:tracePt t="685141" x="7994650" y="2789238"/>
          <p14:tracePt t="685151" x="7967663" y="2789238"/>
          <p14:tracePt t="685162" x="7953375" y="2789238"/>
          <p14:tracePt t="685174" x="7932738" y="2789238"/>
          <p14:tracePt t="685354" x="7953375" y="2789238"/>
          <p14:tracePt t="685366" x="7967663" y="2789238"/>
          <p14:tracePt t="685590" x="7967663" y="2803525"/>
          <p14:tracePt t="685601" x="7980363" y="2803525"/>
          <p14:tracePt t="685612" x="7994650" y="2803525"/>
          <p14:tracePt t="685624" x="8007350" y="2803525"/>
          <p14:tracePt t="685635" x="8021638" y="2803525"/>
          <p14:tracePt t="685646" x="8034338" y="2803525"/>
          <p14:tracePt t="685668" x="8048625" y="2803525"/>
          <p14:tracePt t="685871" x="8069263" y="2803525"/>
          <p14:tracePt t="685884" x="8081963" y="2803525"/>
          <p14:tracePt t="685894" x="8096250" y="2803525"/>
          <p14:tracePt t="685908" x="8110538" y="2803525"/>
          <p14:tracePt t="685917" x="8123238" y="2816225"/>
          <p14:tracePt t="685927" x="8137525" y="2816225"/>
          <p14:tracePt t="685941" x="8150225" y="2816225"/>
          <p14:tracePt t="685951" x="8164513" y="2816225"/>
          <p14:tracePt t="686039" x="8177213" y="2816225"/>
          <p14:tracePt t="686095" x="8197850" y="2816225"/>
          <p14:tracePt t="686129" x="8212138" y="2816225"/>
          <p14:tracePt t="686152" x="8212138" y="2803525"/>
          <p14:tracePt t="686264" x="8224838" y="2803525"/>
          <p14:tracePt t="686287" x="8239125" y="2816225"/>
          <p14:tracePt t="686501" x="8253413" y="2816225"/>
          <p14:tracePt t="686507" x="8266113" y="2816225"/>
          <p14:tracePt t="686512" x="8280400" y="2816225"/>
          <p14:tracePt t="686516" x="8293100" y="2816225"/>
          <p14:tracePt t="686524" x="8307388" y="2816225"/>
          <p14:tracePt t="686525" x="8328025" y="2816225"/>
          <p14:tracePt t="686535" x="8355013" y="2816225"/>
          <p14:tracePt t="686546" x="8382000" y="2816225"/>
          <p14:tracePt t="686557" x="8408988" y="2816225"/>
          <p14:tracePt t="686570" x="8435975" y="2816225"/>
          <p14:tracePt t="686580" x="8470900" y="2816225"/>
          <p14:tracePt t="686591" x="8497888" y="2816225"/>
          <p14:tracePt t="686605" x="8524875" y="2816225"/>
          <p14:tracePt t="686614" x="8551863" y="2816225"/>
          <p14:tracePt t="686625" x="8599488" y="2816225"/>
          <p14:tracePt t="686638" x="8613775" y="2816225"/>
          <p14:tracePt t="686648" x="8653463" y="2816225"/>
          <p14:tracePt t="686659" x="8682038" y="2816225"/>
          <p14:tracePt t="686671" x="8715375" y="2816225"/>
          <p14:tracePt t="686681" x="8742363" y="2816225"/>
          <p14:tracePt t="686693" x="8769350" y="2816225"/>
          <p14:tracePt t="686705" x="8783638" y="2803525"/>
          <p14:tracePt t="686726" x="8796338" y="2803525"/>
          <p14:tracePt t="686760" x="8783638" y="2803525"/>
          <p14:tracePt t="686771" x="8769350" y="2789238"/>
          <p14:tracePt t="686782" x="8742363" y="2789238"/>
          <p14:tracePt t="686794" x="8715375" y="2776538"/>
          <p14:tracePt t="686805" x="8682038" y="2762250"/>
          <p14:tracePt t="686816" x="8653463" y="2747963"/>
          <p14:tracePt t="686828" x="8640763" y="2735263"/>
          <p14:tracePt t="686839" x="8626475" y="2735263"/>
          <p14:tracePt t="686850" x="8613775" y="2714625"/>
          <p14:tracePt t="686872" x="8613775" y="2700338"/>
          <p14:tracePt t="686962" x="8613775" y="2687638"/>
          <p14:tracePt t="686996" x="8626475" y="2673350"/>
          <p14:tracePt t="687008" x="8626475" y="2660650"/>
          <p14:tracePt t="687030" x="8626475" y="2646363"/>
          <p14:tracePt t="687053" x="8640763" y="2633663"/>
          <p14:tracePt t="687446" x="8640763" y="2660650"/>
          <p14:tracePt t="687448" x="8640763" y="2673350"/>
          <p14:tracePt t="687457" x="8640763" y="2687638"/>
          <p14:tracePt t="687470" x="8640763" y="2700338"/>
          <p14:tracePt t="687480" x="8640763" y="2714625"/>
          <p14:tracePt t="687502" x="8640763" y="2735263"/>
          <p14:tracePt t="688211" x="8653463" y="2735263"/>
          <p14:tracePt t="688549" x="8653463" y="2700338"/>
          <p14:tracePt t="688561" x="8653463" y="2687638"/>
          <p14:tracePt t="688594" x="8653463" y="2673350"/>
          <p14:tracePt t="688594" x="8667750" y="2646363"/>
          <p14:tracePt t="688605" x="8667750" y="2633663"/>
          <p14:tracePt t="688608" x="8682038" y="2598738"/>
          <p14:tracePt t="688617" x="8682038" y="2571750"/>
          <p14:tracePt t="688627" x="8682038" y="2557463"/>
          <p14:tracePt t="688639" x="8682038" y="2544763"/>
          <p14:tracePt t="688651" x="8682038" y="2530475"/>
          <p14:tracePt t="688673" x="8682038" y="2517775"/>
          <p14:tracePt t="688796" x="8682038" y="2503488"/>
          <p14:tracePt t="688818" x="8682038" y="2490788"/>
          <p14:tracePt t="688841" x="8682038" y="2470150"/>
          <p14:tracePt t="688863" x="8682038" y="2455863"/>
          <p14:tracePt t="689201" x="8682038" y="2443163"/>
          <p14:tracePt t="689204" x="8682038" y="2428875"/>
          <p14:tracePt t="689369" x="8667750" y="2401888"/>
          <p14:tracePt t="689382" x="8667750" y="2387600"/>
          <p14:tracePt t="689392" x="8653463" y="2374900"/>
          <p14:tracePt t="689404" x="8640763" y="2360613"/>
          <p14:tracePt t="689415" x="8640763" y="2339975"/>
          <p14:tracePt t="689427" x="8640763" y="2312988"/>
          <p14:tracePt t="689438" x="8640763" y="2300288"/>
          <p14:tracePt t="689471" x="8640763" y="2286000"/>
          <p14:tracePt t="689516" x="8653463" y="2286000"/>
          <p14:tracePt t="689529" x="8667750" y="2286000"/>
          <p14:tracePt t="689550" x="8694738" y="2286000"/>
          <p14:tracePt t="689572" x="8715375" y="2286000"/>
          <p14:tracePt t="689583" x="8729663" y="2286000"/>
          <p14:tracePt t="689684" x="8715375" y="2312988"/>
          <p14:tracePt t="689697" x="8715375" y="2327275"/>
          <p14:tracePt t="689707" x="8694738" y="2360613"/>
          <p14:tracePt t="689719" x="8667750" y="2374900"/>
          <p14:tracePt t="689730" x="8653463" y="2401888"/>
          <p14:tracePt t="689741" x="8640763" y="2414588"/>
          <p14:tracePt t="689753" x="8626475" y="2428875"/>
          <p14:tracePt t="689765" x="8626475" y="2443163"/>
          <p14:tracePt t="689853" x="8626475" y="2428875"/>
          <p14:tracePt t="689876" x="8640763" y="2414588"/>
          <p14:tracePt t="689898" x="8653463" y="2401888"/>
          <p14:tracePt t="689910" x="8667750" y="2387600"/>
          <p14:tracePt t="689988" x="8682038" y="2387600"/>
          <p14:tracePt t="689999" x="8682038" y="2414588"/>
          <p14:tracePt t="690011" x="8694738" y="2428875"/>
          <p14:tracePt t="690024" x="8694738" y="2443163"/>
          <p14:tracePt t="690035" x="8715375" y="2455863"/>
          <p14:tracePt t="694786" x="8667750" y="2735263"/>
          <p14:tracePt t="694795" x="8640763" y="2830513"/>
          <p14:tracePt t="694806" x="8626475" y="2919413"/>
          <p14:tracePt t="694818" x="8613775" y="2959100"/>
          <p14:tracePt t="694827" x="8613775" y="3006725"/>
          <p14:tracePt t="694838" x="8599488" y="3033713"/>
          <p14:tracePt t="694849" x="8599488" y="3062288"/>
          <p14:tracePt t="694883" x="8586788" y="3089275"/>
          <p14:tracePt t="694887" x="8586788" y="3101975"/>
          <p14:tracePt t="694897" x="8566150" y="3122613"/>
          <p14:tracePt t="694900" x="8566150" y="3136900"/>
          <p14:tracePt t="694908" x="8566150" y="3149600"/>
          <p14:tracePt t="695175" x="8586788" y="3122613"/>
          <p14:tracePt t="695179" x="8599488" y="3122613"/>
          <p14:tracePt t="695201" x="8613775" y="3101975"/>
          <p14:tracePt t="695659" x="8626475" y="3101975"/>
          <p14:tracePt t="695670" x="8667750" y="3101975"/>
          <p14:tracePt t="695682" x="8715375" y="3101975"/>
          <p14:tracePt t="695692" x="8756650" y="3101975"/>
          <p14:tracePt t="695704" x="8796338" y="3101975"/>
          <p14:tracePt t="695715" x="8843963" y="3122613"/>
          <p14:tracePt t="695726" x="8872538" y="3136900"/>
          <p14:tracePt t="695749" x="8858250" y="3149600"/>
          <p14:tracePt t="695985" x="8872538" y="3149600"/>
          <p14:tracePt t="696030" x="8885238" y="3149600"/>
          <p14:tracePt t="696052" x="8899525" y="3149600"/>
          <p14:tracePt t="696097" x="8912225" y="3149600"/>
          <p14:tracePt t="696119" x="8926513" y="3149600"/>
          <p14:tracePt t="696142" x="8939213" y="3149600"/>
          <p14:tracePt t="696198" x="8959850" y="3149600"/>
          <p14:tracePt t="696221" x="8959850" y="3163888"/>
          <p14:tracePt t="696333" x="8974138" y="3163888"/>
          <p14:tracePt t="696389" x="8986838" y="3163888"/>
          <p14:tracePt t="696412" x="9001125" y="3163888"/>
          <p14:tracePt t="696434" x="9015413" y="3163888"/>
          <p14:tracePt t="696446" x="9028113" y="3163888"/>
          <p14:tracePt t="696468" x="9042400" y="3163888"/>
          <p14:tracePt t="696491" x="9055100" y="3163888"/>
          <p14:tracePt t="696795" x="9042400" y="3163888"/>
          <p14:tracePt t="696806" x="9015413" y="3163888"/>
          <p14:tracePt t="696817" x="8986838" y="3149600"/>
          <p14:tracePt t="696828" x="8974138" y="3149600"/>
          <p14:tracePt t="696840" x="8939213" y="3136900"/>
          <p14:tracePt t="696851" x="8926513" y="3122613"/>
          <p14:tracePt t="696864" x="8899525" y="3101975"/>
          <p14:tracePt t="696875" x="8885238" y="3089275"/>
          <p14:tracePt t="696885" x="8843963" y="3062288"/>
          <p14:tracePt t="696898" x="8810625" y="3021013"/>
          <p14:tracePt t="696908" x="8796338" y="2994025"/>
          <p14:tracePt t="696919" x="8769350" y="2932113"/>
          <p14:tracePt t="696931" x="8742363" y="2878138"/>
          <p14:tracePt t="696941" x="8715375" y="2816225"/>
          <p14:tracePt t="696953" x="8715375" y="2776538"/>
          <p14:tracePt t="696975" x="8682038" y="2714625"/>
          <p14:tracePt t="696979" x="8682038" y="2660650"/>
          <p14:tracePt t="696988" x="8667750" y="2619375"/>
          <p14:tracePt t="696998" x="8667750" y="2571750"/>
          <p14:tracePt t="697009" x="8653463" y="2530475"/>
          <p14:tracePt t="697022" x="8653463" y="2503488"/>
          <p14:tracePt t="697033" x="8653463" y="2470150"/>
          <p14:tracePt t="697043" x="8653463" y="2455863"/>
          <p14:tracePt t="697054" x="8653463" y="2443163"/>
          <p14:tracePt t="697223" x="8653463" y="2428875"/>
          <p14:tracePt t="697234" x="8653463" y="2414588"/>
          <p14:tracePt t="697245" x="8653463" y="2401888"/>
          <p14:tracePt t="697258" x="8640763" y="2387600"/>
          <p14:tracePt t="697268" x="8640763" y="2374900"/>
          <p14:tracePt t="697280" x="8640763" y="2360613"/>
          <p14:tracePt t="697306" x="8640763" y="2339975"/>
          <p14:tracePt t="697309" x="8640763" y="2327275"/>
          <p14:tracePt t="697335" x="8640763" y="2312988"/>
          <p14:tracePt t="697361" x="8640763" y="2300288"/>
          <p14:tracePt t="697875" x="8626475" y="2312988"/>
          <p14:tracePt t="697886" x="8626475" y="2327275"/>
          <p14:tracePt t="697909" x="8626475" y="2339975"/>
          <p14:tracePt t="697931" x="8626475" y="2360613"/>
          <p14:tracePt t="697953" x="8626475" y="2374900"/>
          <p14:tracePt t="698021" x="8640763" y="2374900"/>
          <p14:tracePt t="698033" x="8667750" y="2387600"/>
          <p14:tracePt t="698055" x="8682038" y="2387600"/>
          <p14:tracePt t="698066" x="8715375" y="2387600"/>
          <p14:tracePt t="698078" x="8729663" y="2401888"/>
          <p14:tracePt t="698089" x="8742363" y="2414588"/>
          <p14:tracePt t="698100" x="8769350" y="2414588"/>
          <p14:tracePt t="698112" x="8783638" y="2443163"/>
          <p14:tracePt t="698123" x="8796338" y="2455863"/>
          <p14:tracePt t="698134" x="8810625" y="2470150"/>
          <p14:tracePt t="698145" x="8810625" y="2503488"/>
          <p14:tracePt t="698156" x="8783638" y="2517775"/>
          <p14:tracePt t="698168" x="8769350" y="2530475"/>
          <p14:tracePt t="698179" x="8769350" y="2544763"/>
          <p14:tracePt t="698325" x="8769350" y="2530475"/>
          <p14:tracePt t="698336" x="8769350" y="2517775"/>
          <p14:tracePt t="698358" x="8783638" y="2517775"/>
          <p14:tracePt t="698381" x="8796338" y="2517775"/>
          <p14:tracePt t="698392" x="8831263" y="2517775"/>
          <p14:tracePt t="698404" x="8858250" y="2503488"/>
          <p14:tracePt t="698417" x="8872538" y="2503488"/>
          <p14:tracePt t="698427" x="8899525" y="2503488"/>
          <p14:tracePt t="698438" x="8926513" y="2503488"/>
          <p14:tracePt t="698451" x="8939213" y="2503488"/>
          <p14:tracePt t="698461" x="8974138" y="2503488"/>
          <p14:tracePt t="698472" x="9001125" y="2503488"/>
          <p14:tracePt t="698494" x="9028113" y="2490788"/>
          <p14:tracePt t="698499" x="9055100" y="2490788"/>
          <p14:tracePt t="698508" x="9090025" y="2490788"/>
          <p14:tracePt t="698518" x="9129713" y="2470150"/>
          <p14:tracePt t="698530" x="9170988" y="2470150"/>
          <p14:tracePt t="698539" x="9197975" y="2470150"/>
          <p14:tracePt t="698551" x="9232900" y="2470150"/>
          <p14:tracePt t="698561" x="9259888" y="2470150"/>
          <p14:tracePt t="698573" x="9286875" y="2470150"/>
          <p14:tracePt t="698584" x="9313863" y="2470150"/>
          <p14:tracePt t="698595" x="9348788" y="2455863"/>
          <p14:tracePt t="698608" x="9375775" y="2455863"/>
          <p14:tracePt t="698618" x="9402763" y="2455863"/>
          <p14:tracePt t="698629" x="9415463" y="2455863"/>
          <p14:tracePt t="698640" x="9456738" y="2443163"/>
          <p14:tracePt t="698662" x="9491663" y="2428875"/>
          <p14:tracePt t="698666" x="9518650" y="2428875"/>
          <p14:tracePt t="698675" x="9558338" y="2414588"/>
          <p14:tracePt t="698685" x="9593263" y="2401888"/>
          <p14:tracePt t="698699" x="9620250" y="2387600"/>
          <p14:tracePt t="698709" x="9634538" y="2374900"/>
          <p14:tracePt t="698720" x="9647238" y="2374900"/>
          <p14:tracePt t="698730" x="9661525" y="2374900"/>
          <p14:tracePt t="698741" x="9661525" y="2360613"/>
          <p14:tracePt t="698842" x="9661525" y="2339975"/>
          <p14:tracePt t="698898" x="9661525" y="2327275"/>
          <p14:tracePt t="698932" x="9661525" y="2312988"/>
          <p14:tracePt t="698966" x="9661525" y="2300288"/>
          <p14:tracePt t="699168" x="9661525" y="2312988"/>
          <p14:tracePt t="699202" x="9661525" y="2327275"/>
          <p14:tracePt t="699236" x="9661525" y="2339975"/>
          <p14:tracePt t="699258" x="9661525" y="2360613"/>
          <p14:tracePt t="699269" x="9661525" y="2374900"/>
          <p14:tracePt t="699292" x="9674225" y="2387600"/>
          <p14:tracePt t="699326" x="9674225" y="2401888"/>
          <p14:tracePt t="699506" x="9688513" y="2401888"/>
          <p14:tracePt t="699528" x="9701213" y="2401888"/>
          <p14:tracePt t="699540" x="9701213" y="2387600"/>
          <p14:tracePt t="699821" x="9721850" y="2387600"/>
          <p14:tracePt t="699843" x="9736138" y="2387600"/>
          <p14:tracePt t="699888" x="9748838" y="2387600"/>
          <p14:tracePt t="700239" x="9736138" y="2387600"/>
          <p14:tracePt t="700249" x="9736138" y="2401888"/>
          <p14:tracePt t="700260" x="9721850" y="2401888"/>
          <p14:tracePt t="700271" x="9701213" y="2401888"/>
          <p14:tracePt t="700283" x="9674225" y="2401888"/>
          <p14:tracePt t="700294" x="9647238" y="2414588"/>
          <p14:tracePt t="700307" x="9605963" y="2414588"/>
          <p14:tracePt t="700317" x="9572625" y="2428875"/>
          <p14:tracePt t="700327" x="9545638" y="2443163"/>
          <p14:tracePt t="700341" x="9504363" y="2455863"/>
          <p14:tracePt t="700351" x="9444038" y="2470150"/>
          <p14:tracePt t="700361" x="9415463" y="2470150"/>
          <p14:tracePt t="700375" x="9375775" y="2490788"/>
          <p14:tracePt t="700384" x="9328150" y="2517775"/>
          <p14:tracePt t="700395" x="9301163" y="2517775"/>
          <p14:tracePt t="700409" x="9272588" y="2530475"/>
          <p14:tracePt t="700419" x="9259888" y="2544763"/>
          <p14:tracePt t="700429" x="9245600" y="2544763"/>
          <p14:tracePt t="700845" x="9259888" y="2530475"/>
          <p14:tracePt t="700857" x="9272588" y="2517775"/>
          <p14:tracePt t="700868" x="9286875" y="2503488"/>
          <p14:tracePt t="700879" x="9301163" y="2490788"/>
          <p14:tracePt t="700892" x="9313863" y="2455863"/>
          <p14:tracePt t="700901" x="9348788" y="2443163"/>
          <p14:tracePt t="700915" x="9375775" y="2414588"/>
          <p14:tracePt t="700926" x="9388475" y="2401888"/>
          <p14:tracePt t="700936" x="9415463" y="2387600"/>
          <p14:tracePt t="700948" x="9429750" y="2374900"/>
          <p14:tracePt t="700959" x="9444038" y="2360613"/>
          <p14:tracePt t="700969" x="9444038" y="2339975"/>
          <p14:tracePt t="700981" x="9456738" y="2339975"/>
          <p14:tracePt t="701565" x="9444038" y="2339975"/>
          <p14:tracePt t="701568" x="9429750" y="2360613"/>
          <p14:tracePt t="701576" x="9415463" y="2360613"/>
          <p14:tracePt t="701588" x="9388475" y="2374900"/>
          <p14:tracePt t="701603" x="9375775" y="2374900"/>
          <p14:tracePt t="701621" x="9361488" y="2387600"/>
          <p14:tracePt t="701633" x="9348788" y="2387600"/>
          <p14:tracePt t="701655" x="9328150" y="2387600"/>
          <p14:tracePt t="701667" x="9328150" y="2401888"/>
          <p14:tracePt t="701733" x="9328150" y="2414588"/>
          <p14:tracePt t="701744" x="9313863" y="2414588"/>
          <p14:tracePt t="701757" x="9313863" y="2428875"/>
          <p14:tracePt t="701778" x="9313863" y="2443163"/>
          <p14:tracePt t="701791" x="9313863" y="2455863"/>
          <p14:tracePt t="701812" x="9313863" y="2470150"/>
          <p14:tracePt t="701825" x="9313863" y="2503488"/>
          <p14:tracePt t="701836" x="9313863" y="2517775"/>
          <p14:tracePt t="701846" x="9328150" y="2544763"/>
          <p14:tracePt t="701859" x="9328150" y="2557463"/>
          <p14:tracePt t="701870" x="9348788" y="2586038"/>
          <p14:tracePt t="701881" x="9361488" y="2598738"/>
          <p14:tracePt t="701892" x="9361488" y="2619375"/>
          <p14:tracePt t="701902" x="9375775" y="2619375"/>
          <p14:tracePt t="701913" x="9388475" y="2633663"/>
          <p14:tracePt t="701947" x="9402763" y="2633663"/>
          <p14:tracePt t="702139" x="9415463" y="2633663"/>
          <p14:tracePt t="702140" x="9429750" y="2633663"/>
          <p14:tracePt t="702152" x="9444038" y="2633663"/>
          <p14:tracePt t="702162" x="9456738" y="2633663"/>
          <p14:tracePt t="702183" x="9477375" y="2633663"/>
          <p14:tracePt t="702195" x="9491663" y="2633663"/>
          <p14:tracePt t="702217" x="9504363" y="2633663"/>
          <p14:tracePt t="702465" x="9518650" y="2660650"/>
          <p14:tracePt t="702468" x="9531350" y="2673350"/>
          <p14:tracePt t="702477" x="9545638" y="2687638"/>
          <p14:tracePt t="702487" x="9545638" y="2714625"/>
          <p14:tracePt t="702498" x="9558338" y="2747963"/>
          <p14:tracePt t="702511" x="9558338" y="2776538"/>
          <p14:tracePt t="702521" x="9572625" y="2803525"/>
          <p14:tracePt t="702535" x="9572625" y="2816225"/>
          <p14:tracePt t="702544" x="9572625" y="2830513"/>
          <p14:tracePt t="702556" x="9572625" y="2843213"/>
          <p14:tracePt t="702568" x="9572625" y="2863850"/>
          <p14:tracePt t="702578" x="9572625" y="2878138"/>
          <p14:tracePt t="702600" x="9572625" y="2890838"/>
          <p14:tracePt t="702622" x="9593263" y="2905125"/>
          <p14:tracePt t="702645" x="9593263" y="2919413"/>
          <p14:tracePt t="702657" x="9605963" y="2919413"/>
          <p14:tracePt t="702712" x="9620250" y="2919413"/>
          <p14:tracePt t="702770" x="9634538" y="2919413"/>
          <p14:tracePt t="702781" x="9634538" y="2905125"/>
          <p14:tracePt t="702791" x="9647238" y="2905125"/>
          <p14:tracePt t="702803" x="9661525" y="2890838"/>
          <p14:tracePt t="702814" x="9661525" y="2878138"/>
          <p14:tracePt t="702825" x="9674225" y="2863850"/>
          <p14:tracePt t="702837" x="9674225" y="2843213"/>
          <p14:tracePt t="702848" x="9674225" y="2830513"/>
          <p14:tracePt t="702860" x="9674225" y="2816225"/>
          <p14:tracePt t="702871" x="9661525" y="2803525"/>
          <p14:tracePt t="702892" x="9661525" y="2789238"/>
          <p14:tracePt t="702904" x="9647238" y="2789238"/>
          <p14:tracePt t="702926" x="9634538" y="2789238"/>
          <p14:tracePt t="702938" x="9620250" y="2789238"/>
          <p14:tracePt t="702948" x="9593263" y="2803525"/>
          <p14:tracePt t="702961" x="9558338" y="2830513"/>
          <p14:tracePt t="702971" x="9545638" y="2843213"/>
          <p14:tracePt t="702983" x="9531350" y="2843213"/>
          <p14:tracePt t="702995" x="9518650" y="2863850"/>
          <p14:tracePt t="703005" x="9504363" y="2878138"/>
          <p14:tracePt t="703018" x="9504363" y="2890838"/>
          <p14:tracePt t="703029" x="9504363" y="2905125"/>
          <p14:tracePt t="703040" x="9518650" y="2919413"/>
          <p14:tracePt t="703052" x="9518650" y="2932113"/>
          <p14:tracePt t="703061" x="9545638" y="2946400"/>
          <p14:tracePt t="703074" x="9572625" y="2959100"/>
          <p14:tracePt t="703086" x="9620250" y="2973388"/>
          <p14:tracePt t="703096" x="9647238" y="2973388"/>
          <p14:tracePt t="703107" x="9701213" y="2994025"/>
          <p14:tracePt t="703119" x="9777413" y="2973388"/>
          <p14:tracePt t="703130" x="9817100" y="2959100"/>
          <p14:tracePt t="703141" x="9864725" y="2946400"/>
          <p14:tracePt t="703153" x="9906000" y="2919413"/>
          <p14:tracePt t="703163" x="9920288" y="2890838"/>
          <p14:tracePt t="703175" x="9932988" y="2863850"/>
          <p14:tracePt t="703186" x="9932988" y="2830513"/>
          <p14:tracePt t="703196" x="9920288" y="2803525"/>
          <p14:tracePt t="703208" x="9906000" y="2789238"/>
          <p14:tracePt t="703220" x="9891713" y="2762250"/>
          <p14:tracePt t="703230" x="9852025" y="2747963"/>
          <p14:tracePt t="703242" x="9817100" y="2747963"/>
          <p14:tracePt t="703275" x="9790113" y="2747963"/>
          <p14:tracePt t="703278" x="9748838" y="2747963"/>
          <p14:tracePt t="703288" x="9661525" y="2789238"/>
          <p14:tracePt t="703289" x="9605963" y="2816225"/>
          <p14:tracePt t="703300" x="9545638" y="2863850"/>
          <p14:tracePt t="703311" x="9504363" y="2919413"/>
          <p14:tracePt t="703322" x="9491663" y="2946400"/>
          <p14:tracePt t="703332" x="9477375" y="2959100"/>
          <p14:tracePt t="703343" x="9477375" y="2994025"/>
          <p14:tracePt t="703354" x="9491663" y="3033713"/>
          <p14:tracePt t="703365" x="9518650" y="3062288"/>
          <p14:tracePt t="703377" x="9545638" y="3089275"/>
          <p14:tracePt t="703388" x="9605963" y="3101975"/>
          <p14:tracePt t="703399" x="9661525" y="3122613"/>
          <p14:tracePt t="703410" x="9721850" y="3136900"/>
          <p14:tracePt t="703421" x="9777413" y="3136900"/>
          <p14:tracePt t="703432" x="9831388" y="3122613"/>
          <p14:tracePt t="703444" x="9879013" y="3101975"/>
          <p14:tracePt t="703455" x="9906000" y="3074988"/>
          <p14:tracePt t="703466" x="9932988" y="3048000"/>
          <p14:tracePt t="703478" x="9947275" y="3033713"/>
          <p14:tracePt t="703489" x="9947275" y="3006725"/>
          <p14:tracePt t="703500" x="9932988" y="2973388"/>
          <p14:tracePt t="703511" x="9920288" y="2946400"/>
          <p14:tracePt t="703523" x="9891713" y="2932113"/>
          <p14:tracePt t="703535" x="9864725" y="2919413"/>
          <p14:tracePt t="703545" x="9804400" y="2905125"/>
          <p14:tracePt t="703556" x="9748838" y="2890838"/>
          <p14:tracePt t="703569" x="9688513" y="2890838"/>
          <p14:tracePt t="703578" x="9661525" y="2890838"/>
          <p14:tracePt t="703590" x="9620250" y="2890838"/>
          <p14:tracePt t="703602" x="9593263" y="2905125"/>
          <p14:tracePt t="703613" x="9593263" y="2919413"/>
          <p14:tracePt t="703623" x="9572625" y="2919413"/>
          <p14:tracePt t="703646" x="9572625" y="2932113"/>
          <p14:tracePt t="704063" x="9558338" y="2932113"/>
          <p14:tracePt t="704065" x="9545638" y="2946400"/>
          <p14:tracePt t="704074" x="9504363" y="2973388"/>
          <p14:tracePt t="704086" x="9415463" y="3033713"/>
          <p14:tracePt t="704099" x="9348788" y="3062288"/>
          <p14:tracePt t="704109" x="9218613" y="3136900"/>
          <p14:tracePt t="704120" x="9117013" y="3190875"/>
          <p14:tracePt t="704131" x="9028113" y="3252788"/>
          <p14:tracePt t="704141" x="8974138" y="3279775"/>
          <p14:tracePt t="704154" x="8885238" y="3306763"/>
          <p14:tracePt t="704165" x="8831263" y="3333750"/>
          <p14:tracePt t="704176" x="8796338" y="3360738"/>
          <p14:tracePt t="704187" x="8756650" y="3395663"/>
          <p14:tracePt t="704199" x="8715375" y="3422650"/>
          <p14:tracePt t="704209" x="8653463" y="3449638"/>
          <p14:tracePt t="704221" x="8613775" y="3476625"/>
          <p14:tracePt t="704233" x="8599488" y="3476625"/>
          <p14:tracePt t="704580" x="8599488" y="3497263"/>
          <p14:tracePt t="704602" x="8613775" y="3497263"/>
          <p14:tracePt t="704624" x="8613775" y="3476625"/>
          <p14:tracePt t="704725" x="8613775" y="3462338"/>
          <p14:tracePt t="704748" x="8599488" y="3462338"/>
          <p14:tracePt t="704782" x="8586788" y="3462338"/>
          <p14:tracePt t="704816" x="8566150" y="3462338"/>
          <p14:tracePt t="704828" x="8539163" y="3462338"/>
          <p14:tracePt t="704839" x="8524875" y="3462338"/>
          <p14:tracePt t="704853" x="8483600" y="3449638"/>
          <p14:tracePt t="704861" x="8435975" y="3449638"/>
          <p14:tracePt t="704872" x="8367713" y="3435350"/>
          <p14:tracePt t="704886" x="8307388" y="3422650"/>
          <p14:tracePt t="704896" x="8224838" y="3408363"/>
          <p14:tracePt t="704906" x="8137525" y="3395663"/>
          <p14:tracePt t="704920" x="8081963" y="3381375"/>
          <p14:tracePt t="704930" x="8048625" y="3381375"/>
          <p14:tracePt t="704940" x="8034338" y="3381375"/>
          <p14:tracePt t="704952" x="8021638" y="3381375"/>
          <p14:tracePt t="704973" x="8034338" y="3381375"/>
          <p14:tracePt t="704985" x="8048625" y="3381375"/>
          <p14:tracePt t="704996" x="8081963" y="3381375"/>
          <p14:tracePt t="705008" x="8137525" y="3395663"/>
          <p14:tracePt t="705020" x="8239125" y="3408363"/>
          <p14:tracePt t="705031" x="8382000" y="3422650"/>
          <p14:tracePt t="705043" x="8470900" y="3422650"/>
          <p14:tracePt t="705054" x="8613775" y="3435350"/>
          <p14:tracePt t="705065" x="8729663" y="3435350"/>
          <p14:tracePt t="705076" x="8796338" y="3435350"/>
          <p14:tracePt t="705087" x="8810625" y="3435350"/>
          <p14:tracePt t="705097" x="8831263" y="3435350"/>
          <p14:tracePt t="705109" x="8810625" y="3435350"/>
          <p14:tracePt t="705121" x="8756650" y="3435350"/>
          <p14:tracePt t="705131" x="8626475" y="3422650"/>
          <p14:tracePt t="705143" x="8435975" y="3408363"/>
          <p14:tracePt t="705155" x="8239125" y="3360738"/>
          <p14:tracePt t="705166" x="8069263" y="3348038"/>
          <p14:tracePt t="705178" x="7878763" y="3319463"/>
          <p14:tracePt t="705189" x="7735888" y="3306763"/>
          <p14:tracePt t="705200" x="7646988" y="3292475"/>
          <p14:tracePt t="705211" x="7620000" y="3279775"/>
          <p14:tracePt t="705243" x="7634288" y="3279775"/>
          <p14:tracePt t="705255" x="7673975" y="3279775"/>
          <p14:tracePt t="705267" x="7762875" y="3292475"/>
          <p14:tracePt t="705277" x="7891463" y="3306763"/>
          <p14:tracePt t="705290" x="8007350" y="3319463"/>
          <p14:tracePt t="705302" x="8197850" y="3348038"/>
          <p14:tracePt t="705312" x="8382000" y="3381375"/>
          <p14:tracePt t="705323" x="8510588" y="3395663"/>
          <p14:tracePt t="705335" x="8653463" y="3408363"/>
          <p14:tracePt t="705367" x="8756650" y="3422650"/>
          <p14:tracePt t="705372" x="8810625" y="3422650"/>
          <p14:tracePt t="705380" x="8831263" y="3435350"/>
          <p14:tracePt t="705403" x="8810625" y="3435350"/>
          <p14:tracePt t="705413" x="8769350" y="3435350"/>
          <p14:tracePt t="705425" x="8682038" y="3422650"/>
          <p14:tracePt t="705436" x="8599488" y="3422650"/>
          <p14:tracePt t="705446" x="8510588" y="3408363"/>
          <p14:tracePt t="705459" x="8408988" y="3395663"/>
          <p14:tracePt t="705470" x="8307388" y="3360738"/>
          <p14:tracePt t="705481" x="8253413" y="3360738"/>
          <p14:tracePt t="705492" x="8212138" y="3348038"/>
          <p14:tracePt t="705505" x="8197850" y="3348038"/>
          <p14:tracePt t="705547" x="8212138" y="3348038"/>
          <p14:tracePt t="705550" x="8239125" y="3360738"/>
          <p14:tracePt t="705559" x="8280400" y="3360738"/>
          <p14:tracePt t="705570" x="8367713" y="3381375"/>
          <p14:tracePt t="705582" x="8470900" y="3395663"/>
          <p14:tracePt t="705594" x="8586788" y="3408363"/>
          <p14:tracePt t="705605" x="8653463" y="3422650"/>
          <p14:tracePt t="705616" x="8729663" y="3435350"/>
          <p14:tracePt t="705628" x="8756650" y="3449638"/>
          <p14:tracePt t="705639" x="8769350" y="3449638"/>
          <p14:tracePt t="705660" x="8742363" y="3449638"/>
          <p14:tracePt t="705671" x="8667750" y="3449638"/>
          <p14:tracePt t="705682" x="8599488" y="3449638"/>
          <p14:tracePt t="705694" x="8470900" y="3435350"/>
          <p14:tracePt t="705705" x="8340725" y="3422650"/>
          <p14:tracePt t="705717" x="8224838" y="3408363"/>
          <p14:tracePt t="705728" x="8150225" y="3408363"/>
          <p14:tracePt t="705739" x="8096250" y="3408363"/>
          <p14:tracePt t="705751" x="8081963" y="3408363"/>
          <p14:tracePt t="705784" x="8096250" y="3408363"/>
          <p14:tracePt t="705795" x="8123238" y="3408363"/>
          <p14:tracePt t="705806" x="8177213" y="3408363"/>
          <p14:tracePt t="705818" x="8280400" y="3422650"/>
          <p14:tracePt t="705829" x="8382000" y="3435350"/>
          <p14:tracePt t="705841" x="8483600" y="3449638"/>
          <p14:tracePt t="705853" x="8524875" y="3449638"/>
          <p14:tracePt t="705862" x="8566150" y="3449638"/>
          <p14:tracePt t="705874" x="8566150" y="3462338"/>
          <p14:tracePt t="705896" x="8551863" y="3462338"/>
          <p14:tracePt t="705908" x="8524875" y="3462338"/>
          <p14:tracePt t="705919" x="8483600" y="3449638"/>
          <p14:tracePt t="705930" x="8456613" y="3449638"/>
          <p14:tracePt t="705942" x="8423275" y="3435350"/>
          <p14:tracePt t="705953" x="8408988" y="3435350"/>
          <p14:tracePt t="705964" x="8408988" y="3422650"/>
          <p14:tracePt t="705976" x="8396288" y="3408363"/>
          <p14:tracePt t="705987" x="8396288" y="3395663"/>
          <p14:tracePt t="705997" x="8396288" y="3381375"/>
          <p14:tracePt t="706346" x="8423275" y="3381375"/>
          <p14:tracePt t="706349" x="8470900" y="3381375"/>
          <p14:tracePt t="706359" x="8497888" y="3381375"/>
          <p14:tracePt t="706369" x="8524875" y="3381375"/>
          <p14:tracePt t="706383" x="8551863" y="3381375"/>
          <p14:tracePt t="706393" x="8566150" y="3381375"/>
          <p14:tracePt t="706470" x="8539163" y="3395663"/>
          <p14:tracePt t="706482" x="8483600" y="3395663"/>
          <p14:tracePt t="706492" x="8423275" y="3395663"/>
          <p14:tracePt t="706506" x="8367713" y="3395663"/>
          <p14:tracePt t="706518" x="8340725" y="3395663"/>
          <p14:tracePt t="706528" x="8307388" y="3395663"/>
          <p14:tracePt t="706537" x="8293100" y="3395663"/>
          <p14:tracePt t="706593" x="8307388" y="3408363"/>
          <p14:tracePt t="706606" x="8328025" y="3408363"/>
          <p14:tracePt t="706617" x="8382000" y="3408363"/>
          <p14:tracePt t="706627" x="8483600" y="3422650"/>
          <p14:tracePt t="706640" x="8586788" y="3435350"/>
          <p14:tracePt t="706651" x="8653463" y="3435350"/>
          <p14:tracePt t="706661" x="8742363" y="3449638"/>
          <p14:tracePt t="706673" x="8796338" y="3449638"/>
          <p14:tracePt t="706684" x="8831263" y="3449638"/>
          <p14:tracePt t="706695" x="8858250" y="3449638"/>
          <p14:tracePt t="706707" x="8872538" y="3435350"/>
          <p14:tracePt t="706751" x="8858250" y="3435350"/>
          <p14:tracePt t="706762" x="8796338" y="3422650"/>
          <p14:tracePt t="706775" x="8729663" y="3408363"/>
          <p14:tracePt t="706786" x="8640763" y="3408363"/>
          <p14:tracePt t="706797" x="8551863" y="3395663"/>
          <p14:tracePt t="706809" x="8510588" y="3395663"/>
          <p14:tracePt t="706819" x="8470900" y="3395663"/>
          <p14:tracePt t="706830" x="8435975" y="3408363"/>
          <p14:tracePt t="706876" x="8470900" y="3408363"/>
          <p14:tracePt t="706886" x="8510588" y="3422650"/>
          <p14:tracePt t="706897" x="8613775" y="3435350"/>
          <p14:tracePt t="706910" x="8769350" y="3449638"/>
          <p14:tracePt t="706920" x="8926513" y="3449638"/>
          <p14:tracePt t="706932" x="9028113" y="3449638"/>
          <p14:tracePt t="706943" x="9117013" y="3435350"/>
          <p14:tracePt t="706955" x="9170988" y="3422650"/>
          <p14:tracePt t="706966" x="9185275" y="3408363"/>
          <p14:tracePt t="706977" x="9185275" y="3395663"/>
          <p14:tracePt t="706988" x="9170988" y="3381375"/>
          <p14:tracePt t="706999" x="9144000" y="3348038"/>
          <p14:tracePt t="707021" x="9117013" y="3333750"/>
          <p14:tracePt t="707025" x="9015413" y="3292475"/>
          <p14:tracePt t="707036" x="8872538" y="3252788"/>
          <p14:tracePt t="707045" x="8729663" y="3232150"/>
          <p14:tracePt t="707056" x="8626475" y="3232150"/>
          <p14:tracePt t="707068" x="8510588" y="3252788"/>
          <p14:tracePt t="707078" x="8435975" y="3279775"/>
          <p14:tracePt t="707090" x="8408988" y="3292475"/>
          <p14:tracePt t="707101" x="8396288" y="3319463"/>
          <p14:tracePt t="707111" x="8396288" y="3348038"/>
          <p14:tracePt t="707123" x="8396288" y="3360738"/>
          <p14:tracePt t="707134" x="8423275" y="3381375"/>
          <p14:tracePt t="707145" x="8470900" y="3408363"/>
          <p14:tracePt t="707157" x="8539163" y="3422650"/>
          <p14:tracePt t="707168" x="8613775" y="3435350"/>
          <p14:tracePt t="707178" x="8729663" y="3435350"/>
          <p14:tracePt t="707190" x="8831263" y="3435350"/>
          <p14:tracePt t="707201" x="8926513" y="3422650"/>
          <p14:tracePt t="707212" x="8986838" y="3395663"/>
          <p14:tracePt t="707224" x="9028113" y="3360738"/>
          <p14:tracePt t="707235" x="9055100" y="3333750"/>
          <p14:tracePt t="707246" x="9055100" y="3306763"/>
          <p14:tracePt t="707257" x="9042400" y="3279775"/>
          <p14:tracePt t="707269" x="9001125" y="3252788"/>
          <p14:tracePt t="707280" x="8899525" y="3205163"/>
          <p14:tracePt t="707292" x="8796338" y="3163888"/>
          <p14:tracePt t="707303" x="8586788" y="3136900"/>
          <p14:tracePt t="707313" x="8382000" y="3122613"/>
          <p14:tracePt t="707325" x="8164513" y="3136900"/>
          <p14:tracePt t="707336" x="8069263" y="3163888"/>
          <p14:tracePt t="707347" x="7953375" y="3205163"/>
          <p14:tracePt t="707359" x="7905750" y="3252788"/>
          <p14:tracePt t="707370" x="7905750" y="3279775"/>
          <p14:tracePt t="707381" x="7905750" y="3306763"/>
          <p14:tracePt t="707393" x="7932738" y="3348038"/>
          <p14:tracePt t="707404" x="7994650" y="3381375"/>
          <p14:tracePt t="707416" x="8081963" y="3395663"/>
          <p14:tracePt t="707427" x="8212138" y="3422650"/>
          <p14:tracePt t="707439" x="8382000" y="3435350"/>
          <p14:tracePt t="707460" x="8497888" y="3422650"/>
          <p14:tracePt t="707464" x="8626475" y="3408363"/>
          <p14:tracePt t="707473" x="8715375" y="3360738"/>
          <p14:tracePt t="707486" x="8769350" y="3333750"/>
          <p14:tracePt t="707495" x="8769350" y="3319463"/>
          <p14:tracePt t="707507" x="8769350" y="3292475"/>
          <p14:tracePt t="707518" x="8756650" y="3265488"/>
          <p14:tracePt t="707528" x="8729663" y="3252788"/>
          <p14:tracePt t="707540" x="8653463" y="3217863"/>
          <p14:tracePt t="707551" x="8551863" y="3205163"/>
          <p14:tracePt t="707562" x="8435975" y="3205163"/>
          <p14:tracePt t="707573" x="8355013" y="3205163"/>
          <p14:tracePt t="707584" x="8266113" y="3217863"/>
          <p14:tracePt t="707595" x="8197850" y="3232150"/>
          <p14:tracePt t="707607" x="8164513" y="3265488"/>
          <p14:tracePt t="707618" x="8150225" y="3279775"/>
          <p14:tracePt t="707629" x="8137525" y="3306763"/>
          <p14:tracePt t="707641" x="8137525" y="3333750"/>
          <p14:tracePt t="707652" x="8137525" y="3348038"/>
          <p14:tracePt t="707662" x="8150225" y="3381375"/>
          <p14:tracePt t="707674" x="8164513" y="3408363"/>
          <p14:tracePt t="707685" x="8177213" y="3462338"/>
          <p14:tracePt t="707696" x="8197850" y="3538538"/>
          <p14:tracePt t="707708" x="8212138" y="3681413"/>
          <p14:tracePt t="707719" x="8224838" y="3884613"/>
          <p14:tracePt t="707730" x="8224838" y="4068763"/>
          <p14:tracePt t="707742" x="8224838" y="4327525"/>
          <p14:tracePt t="707753" x="8224838" y="4586288"/>
          <p14:tracePt t="707763" x="8212138" y="4789488"/>
          <p14:tracePt t="707775" x="8197850" y="4905375"/>
          <p14:tracePt t="707787" x="8164513" y="5021263"/>
          <p14:tracePt t="707797" x="8137525" y="5116513"/>
          <p14:tracePt t="707809" x="8123238" y="5176838"/>
          <p14:tracePt t="707820" x="8096250" y="5232400"/>
          <p14:tracePt t="707831" x="8081963" y="5259388"/>
          <p14:tracePt t="707842" x="8069263" y="5280025"/>
          <p14:tracePt t="708147" x="8081963" y="5280025"/>
          <p14:tracePt t="708168" x="8069263" y="5259388"/>
          <p14:tracePt t="708181" x="8048625" y="5245100"/>
          <p14:tracePt t="708192" x="8021638" y="5232400"/>
          <p14:tracePt t="708203" x="8007350" y="5218113"/>
          <p14:tracePt t="708215" x="7994650" y="5218113"/>
          <p14:tracePt t="708225" x="7967663" y="5218113"/>
          <p14:tracePt t="708236" x="7920038" y="5218113"/>
          <p14:tracePt t="708248" x="7905750" y="5232400"/>
          <p14:tracePt t="708259" x="7891463" y="5232400"/>
          <p14:tracePt t="708271" x="7878763" y="5259388"/>
          <p14:tracePt t="708282" x="7851775" y="5292725"/>
          <p14:tracePt t="708292" x="7824788" y="5319713"/>
          <p14:tracePt t="708305" x="7735888" y="5408613"/>
          <p14:tracePt t="708317" x="7578725" y="5503863"/>
          <p14:tracePt t="708327" x="7348538" y="5681663"/>
          <p14:tracePt t="708339" x="7170738" y="5810250"/>
          <p14:tracePt t="708350" x="6959600" y="6007100"/>
          <p14:tracePt t="708360" x="6783388" y="6184900"/>
          <p14:tracePt t="708372" x="6653213" y="6340475"/>
          <p14:tracePt t="708384" x="6572250" y="6429375"/>
          <p14:tracePt t="708394" x="6483350" y="6497638"/>
          <p14:tracePt t="708406" x="6443663" y="6557963"/>
          <p14:tracePt t="708418" x="6408738" y="6572250"/>
          <p14:tracePt t="708428" x="6396038" y="6599238"/>
          <p14:tracePt t="708440" x="6396038" y="6613525"/>
          <p14:tracePt t="708461" x="6381750" y="6613525"/>
          <p14:tracePt t="708485" x="6381750" y="6626225"/>
          <p14:tracePt t="708517" x="6367463" y="6626225"/>
          <p14:tracePt t="708520" x="6354763" y="6640513"/>
          <p14:tracePt t="708529" x="6327775" y="6653213"/>
          <p14:tracePt t="708536" x="6265863" y="6688138"/>
          <p14:tracePt t="708543" x="6224588" y="6729413"/>
          <p14:tracePt t="708552" x="6170613" y="6804025"/>
          <p14:tracePt t="709311" x="0" y="0"/>
        </p14:tracePtLst>
        <p14:tracePtLst>
          <p14:tracePt t="969385" x="3708400" y="6756400"/>
          <p14:tracePt t="969396" x="3708400" y="6497638"/>
          <p14:tracePt t="969407" x="3694113" y="6184900"/>
          <p14:tracePt t="969418" x="3652838" y="5911850"/>
          <p14:tracePt t="969429" x="3551238" y="5503863"/>
          <p14:tracePt t="969441" x="3435350" y="5149850"/>
          <p14:tracePt t="969452" x="3306763" y="4857750"/>
          <p14:tracePt t="969463" x="3205163" y="4687888"/>
          <p14:tracePt t="969475" x="3074988" y="4497388"/>
          <p14:tracePt t="969486" x="2946400" y="4354513"/>
          <p14:tracePt t="969497" x="2843213" y="4259263"/>
          <p14:tracePt t="969508" x="2687638" y="4157663"/>
          <p14:tracePt t="969520" x="2544763" y="4081463"/>
          <p14:tracePt t="969531" x="2401888" y="4027488"/>
          <p14:tracePt t="969542" x="2286000" y="3994150"/>
          <p14:tracePt t="969555" x="2157413" y="3979863"/>
          <p14:tracePt t="969566" x="2041525" y="3994150"/>
          <p14:tracePt t="969576" x="1985963" y="4027488"/>
          <p14:tracePt t="969587" x="1925638" y="4068763"/>
          <p14:tracePt t="969609" x="1871663" y="4122738"/>
          <p14:tracePt t="969613" x="1836738" y="4197350"/>
          <p14:tracePt t="969621" x="1824038" y="4238625"/>
          <p14:tracePt t="969633" x="1809750" y="4313238"/>
          <p14:tracePt t="969644" x="1809750" y="4387850"/>
          <p14:tracePt t="969655" x="1824038" y="4429125"/>
          <p14:tracePt t="969668" x="1884363" y="4497388"/>
          <p14:tracePt t="969678" x="1938338" y="4586288"/>
          <p14:tracePt t="969689" x="2000250" y="4625975"/>
          <p14:tracePt t="969701" x="2101850" y="4687888"/>
          <p14:tracePt t="969711" x="2197100" y="4714875"/>
          <p14:tracePt t="969723" x="2300288" y="4729163"/>
          <p14:tracePt t="969735" x="2374900" y="4714875"/>
          <p14:tracePt t="969746" x="2443163" y="4700588"/>
          <p14:tracePt t="969758" x="2503488" y="4660900"/>
          <p14:tracePt t="969769" x="2517775" y="4598988"/>
          <p14:tracePt t="969779" x="2530475" y="4545013"/>
          <p14:tracePt t="969791" x="2530475" y="4456113"/>
          <p14:tracePt t="969801" x="2503488" y="4367213"/>
          <p14:tracePt t="969812" x="2443163" y="4313238"/>
          <p14:tracePt t="969824" x="2339975" y="4259263"/>
          <p14:tracePt t="969835" x="2211388" y="4197350"/>
          <p14:tracePt t="969845" x="2116138" y="4184650"/>
          <p14:tracePt t="969857" x="1973263" y="4184650"/>
          <p14:tracePt t="969868" x="1809750" y="4211638"/>
          <p14:tracePt t="969879" x="1652588" y="4286250"/>
          <p14:tracePt t="969891" x="1565275" y="4354513"/>
          <p14:tracePt t="969902" x="1482725" y="4483100"/>
          <p14:tracePt t="969913" x="1435100" y="4598988"/>
          <p14:tracePt t="969925" x="1435100" y="4700588"/>
          <p14:tracePt t="969936" x="1482725" y="4803775"/>
          <p14:tracePt t="969947" x="1538288" y="4905375"/>
          <p14:tracePt t="969959" x="1639888" y="4986338"/>
          <p14:tracePt t="969970" x="1728788" y="5048250"/>
          <p14:tracePt t="969981" x="1884363" y="5102225"/>
          <p14:tracePt t="969993" x="2068513" y="5102225"/>
          <p14:tracePt t="970003" x="2244725" y="5102225"/>
          <p14:tracePt t="970014" x="2503488" y="5033963"/>
          <p14:tracePt t="970025" x="2762250" y="4932363"/>
          <p14:tracePt t="970037" x="2932113" y="4830763"/>
          <p14:tracePt t="970048" x="3136900" y="4673600"/>
          <p14:tracePt t="970059" x="3265488" y="4530725"/>
          <p14:tracePt t="970071" x="3333750" y="4414838"/>
          <p14:tracePt t="970083" x="3348038" y="4354513"/>
          <p14:tracePt t="970093" x="3333750" y="4286250"/>
          <p14:tracePt t="970105" x="3279775" y="4224338"/>
          <p14:tracePt t="970127" x="3190875" y="4197350"/>
          <p14:tracePt t="970131" x="3033713" y="4157663"/>
          <p14:tracePt t="970140" x="2816225" y="4122738"/>
          <p14:tracePt t="970153" x="2571750" y="4143375"/>
          <p14:tracePt t="970162" x="2374900" y="4170363"/>
          <p14:tracePt t="970174" x="2170113" y="4259263"/>
          <p14:tracePt t="970185" x="2027238" y="4354513"/>
          <p14:tracePt t="970195" x="1952625" y="4443413"/>
          <p14:tracePt t="970206" x="1911350" y="4545013"/>
          <p14:tracePt t="970218" x="1911350" y="4646613"/>
          <p14:tracePt t="970228" x="1952625" y="4741863"/>
          <p14:tracePt t="970240" x="2027238" y="4816475"/>
          <p14:tracePt t="970251" x="2184400" y="4905375"/>
          <p14:tracePt t="970262" x="2401888" y="4959350"/>
          <p14:tracePt t="970273" x="2619375" y="4973638"/>
          <p14:tracePt t="970284" x="2932113" y="4973638"/>
          <p14:tracePt t="970295" x="3252788" y="4946650"/>
          <p14:tracePt t="970307" x="3462338" y="4884738"/>
          <p14:tracePt t="970319" x="3681413" y="4830763"/>
          <p14:tracePt t="970329" x="3795713" y="4776788"/>
          <p14:tracePt t="970341" x="3836988" y="4741863"/>
          <p14:tracePt t="970352" x="3851275" y="4729163"/>
          <p14:tracePt t="970374" x="3836988" y="4729163"/>
          <p14:tracePt t="970385" x="3836988" y="4714875"/>
          <p14:tracePt t="970396" x="3810000" y="4714875"/>
          <p14:tracePt t="970408" x="3783013" y="4729163"/>
          <p14:tracePt t="970419" x="3756025" y="4729163"/>
          <p14:tracePt t="970430" x="3735388" y="4741863"/>
          <p14:tracePt t="970442" x="3708400" y="4776788"/>
          <p14:tracePt t="970453" x="3667125" y="4843463"/>
          <p14:tracePt t="970464" x="3605213" y="4919663"/>
          <p14:tracePt t="970667" x="3625850" y="4905375"/>
          <p14:tracePt t="970689" x="3640138" y="4905375"/>
          <p14:tracePt t="970701" x="3667125" y="4905375"/>
          <p14:tracePt t="970711" x="3708400" y="4884738"/>
          <p14:tracePt t="970723" x="3810000" y="4884738"/>
          <p14:tracePt t="970735" x="3938588" y="4872038"/>
          <p14:tracePt t="970746" x="4041775" y="4857750"/>
          <p14:tracePt t="970758" x="4197350" y="4843463"/>
          <p14:tracePt t="970769" x="4354513" y="4830763"/>
          <p14:tracePt t="970780" x="4497388" y="4803775"/>
          <p14:tracePt t="970792" x="4613275" y="4803775"/>
          <p14:tracePt t="970803" x="4830763" y="4776788"/>
          <p14:tracePt t="970813" x="5129213" y="4789488"/>
          <p14:tracePt t="970825" x="5387975" y="4803775"/>
          <p14:tracePt t="970837" x="5824538" y="4843463"/>
          <p14:tracePt t="970847" x="6381750" y="4919663"/>
          <p14:tracePt t="970859" x="6858000" y="4959350"/>
          <p14:tracePt t="970870" x="7721600" y="5048250"/>
          <p14:tracePt t="970880" x="8212138" y="5075238"/>
          <p14:tracePt t="970892" x="8926513" y="5089525"/>
          <p14:tracePt t="970904" x="9375775" y="5102225"/>
          <p14:tracePt t="970915" x="9980613" y="5129213"/>
          <p14:tracePt t="970927" x="10334625" y="5129213"/>
          <p14:tracePt t="970938" x="10825163" y="5164138"/>
          <p14:tracePt t="970948" x="11117263" y="5164138"/>
          <p14:tracePt t="970970" x="11403013" y="5164138"/>
          <p14:tracePt t="970974" x="11587163" y="5164138"/>
          <p14:tracePt t="970982" x="11647488" y="5164138"/>
          <p14:tracePt t="970995" x="11661775" y="5164138"/>
          <p14:tracePt t="971015" x="11647488" y="5164138"/>
          <p14:tracePt t="971038" x="11614150" y="5149850"/>
          <p14:tracePt t="971049" x="11587163" y="5129213"/>
          <p14:tracePt t="971061" x="11545888" y="5116513"/>
          <p14:tracePt t="971072" x="11471275" y="5102225"/>
          <p14:tracePt t="971083" x="11355388" y="5089525"/>
          <p14:tracePt t="971095" x="11212513" y="5062538"/>
          <p14:tracePt t="971106" x="11001375" y="5021263"/>
          <p14:tracePt t="971117" x="10721975" y="4973638"/>
          <p14:tracePt t="971128" x="10552113" y="4946650"/>
          <p14:tracePt t="971141" x="10355263" y="4919663"/>
          <p14:tracePt t="971152" x="10218738" y="4884738"/>
          <p14:tracePt t="971162" x="10164763" y="4884738"/>
          <p14:tracePt t="971173" x="10110788" y="4872038"/>
          <p14:tracePt t="971185" x="10090150" y="4872038"/>
          <p14:tracePt t="971195" x="10075863" y="4872038"/>
          <p14:tracePt t="971206" x="10063163" y="4872038"/>
          <p14:tracePt t="971229" x="10048875" y="4872038"/>
          <p14:tracePt t="972287" x="10063163" y="4857750"/>
          <p14:tracePt t="972291" x="10090150" y="4857750"/>
          <p14:tracePt t="972298" x="10150475" y="4843463"/>
          <p14:tracePt t="972311" x="10177463" y="4843463"/>
          <p14:tracePt t="972320" x="10206038" y="4843463"/>
          <p14:tracePt t="972410" x="10206038" y="4830763"/>
          <p14:tracePt t="972422" x="10177463" y="4830763"/>
          <p14:tracePt t="972434" x="10137775" y="4830763"/>
          <p14:tracePt t="972444" x="10034588" y="4803775"/>
          <p14:tracePt t="972458" x="9864725" y="4789488"/>
          <p14:tracePt t="972467" x="9748838" y="4776788"/>
          <p14:tracePt t="972478" x="9647238" y="4756150"/>
          <p14:tracePt t="972491" x="9593263" y="4741863"/>
          <p14:tracePt t="972502" x="9558338" y="4729163"/>
          <p14:tracePt t="972512" x="9504363" y="4714875"/>
          <p14:tracePt t="972525" x="9402763" y="4700588"/>
          <p14:tracePt t="972535" x="9218613" y="4673600"/>
          <p14:tracePt t="972547" x="9055100" y="4660900"/>
          <p14:tracePt t="972559" x="8831263" y="4625975"/>
          <p14:tracePt t="972569" x="8613775" y="4613275"/>
          <p14:tracePt t="972581" x="8497888" y="4613275"/>
          <p14:tracePt t="972592" x="8367713" y="4613275"/>
          <p14:tracePt t="972602" x="8266113" y="4625975"/>
          <p14:tracePt t="972615" x="8212138" y="4646613"/>
          <p14:tracePt t="972626" x="8150225" y="4673600"/>
          <p14:tracePt t="972637" x="8110538" y="4687888"/>
          <p14:tracePt t="972648" x="8081963" y="4714875"/>
          <p14:tracePt t="972659" x="8081963" y="4741863"/>
          <p14:tracePt t="972669" x="8081963" y="4776788"/>
          <p14:tracePt t="972680" x="8096250" y="4803775"/>
          <p14:tracePt t="972692" x="8123238" y="4843463"/>
          <p14:tracePt t="972703" x="8177213" y="4884738"/>
          <p14:tracePt t="972716" x="8253413" y="4932363"/>
          <p14:tracePt t="972726" x="8328025" y="4959350"/>
          <p14:tracePt t="972738" x="8367713" y="4973638"/>
          <p14:tracePt t="972759" x="8408988" y="4973638"/>
          <p14:tracePt t="972760" x="8435975" y="4973638"/>
          <p14:tracePt t="972770" x="8470900" y="4973638"/>
          <p14:tracePt t="972782" x="8483600" y="4959350"/>
          <p14:tracePt t="972794" x="8497888" y="4932363"/>
          <p14:tracePt t="972805" x="8497888" y="4884738"/>
          <p14:tracePt t="972816" x="8497888" y="4843463"/>
          <p14:tracePt t="972827" x="8470900" y="4789488"/>
          <p14:tracePt t="972839" x="8435975" y="4729163"/>
          <p14:tracePt t="972850" x="8396288" y="4687888"/>
          <p14:tracePt t="972862" x="8340725" y="4660900"/>
          <p14:tracePt t="972874" x="8266113" y="4660900"/>
          <p14:tracePt t="972883" x="8197850" y="4673600"/>
          <p14:tracePt t="972895" x="8110538" y="4700588"/>
          <p14:tracePt t="972907" x="8021638" y="4741863"/>
          <p14:tracePt t="972917" x="7932738" y="4803775"/>
          <p14:tracePt t="972929" x="7878763" y="4843463"/>
          <p14:tracePt t="972941" x="7837488" y="4905375"/>
          <p14:tracePt t="972951" x="7804150" y="4959350"/>
          <p14:tracePt t="972962" x="7804150" y="4986338"/>
          <p14:tracePt t="972973" x="7824788" y="5033963"/>
          <p14:tracePt t="972984" x="7851775" y="5075238"/>
          <p14:tracePt t="972996" x="7920038" y="5102225"/>
          <p14:tracePt t="973008" x="8007350" y="5116513"/>
          <p14:tracePt t="973018" x="8123238" y="5129213"/>
          <p14:tracePt t="973030" x="8266113" y="5129213"/>
          <p14:tracePt t="973041" x="8367713" y="5129213"/>
          <p14:tracePt t="973051" x="8470900" y="5089525"/>
          <p14:tracePt t="973064" x="8551863" y="5048250"/>
          <p14:tracePt t="973074" x="8599488" y="5000625"/>
          <p14:tracePt t="973085" x="8613775" y="4973638"/>
          <p14:tracePt t="973097" x="8613775" y="4932363"/>
          <p14:tracePt t="973108" x="8613775" y="4905375"/>
          <p14:tracePt t="973119" x="8586788" y="4872038"/>
          <p14:tracePt t="973132" x="8551863" y="4843463"/>
          <p14:tracePt t="973143" x="8510588" y="4830763"/>
          <p14:tracePt t="973153" x="8470900" y="4816475"/>
          <p14:tracePt t="973165" x="8408988" y="4803775"/>
          <p14:tracePt t="973176" x="8355013" y="4803775"/>
          <p14:tracePt t="973187" x="8293100" y="4803775"/>
          <p14:tracePt t="973198" x="8253413" y="4803775"/>
          <p14:tracePt t="973209" x="8212138" y="4803775"/>
          <p14:tracePt t="973220" x="8177213" y="4816475"/>
          <p14:tracePt t="973232" x="8150225" y="4843463"/>
          <p14:tracePt t="973243" x="8123238" y="4872038"/>
          <p14:tracePt t="973255" x="8110538" y="4919663"/>
          <p14:tracePt t="973266" x="8081963" y="4946650"/>
          <p14:tracePt t="973277" x="8081963" y="4973638"/>
          <p14:tracePt t="973289" x="8081963" y="5021263"/>
          <p14:tracePt t="973299" x="8110538" y="5062538"/>
          <p14:tracePt t="973311" x="8123238" y="5089525"/>
          <p14:tracePt t="973323" x="8164513" y="5116513"/>
          <p14:tracePt t="973333" x="8212138" y="5149850"/>
          <p14:tracePt t="973345" x="8266113" y="5164138"/>
          <p14:tracePt t="973356" x="8340725" y="5176838"/>
          <p14:tracePt t="973367" x="8423275" y="5176838"/>
          <p14:tracePt t="973378" x="8510588" y="5176838"/>
          <p14:tracePt t="973390" x="8586788" y="5164138"/>
          <p14:tracePt t="973400" x="8667750" y="5129213"/>
          <p14:tracePt t="973412" x="8742363" y="5102225"/>
          <p14:tracePt t="973423" x="8769350" y="5062538"/>
          <p14:tracePt t="973434" x="8796338" y="5000625"/>
          <p14:tracePt t="973446" x="8810625" y="4932363"/>
          <p14:tracePt t="973457" x="8796338" y="4872038"/>
          <p14:tracePt t="973468" x="8783638" y="4843463"/>
          <p14:tracePt t="973480" x="8769350" y="4803775"/>
          <p14:tracePt t="973491" x="8729663" y="4776788"/>
          <p14:tracePt t="973501" x="8694738" y="4756150"/>
          <p14:tracePt t="973513" x="8640763" y="4741863"/>
          <p14:tracePt t="973525" x="8586788" y="4741863"/>
          <p14:tracePt t="973535" x="8497888" y="4741863"/>
          <p14:tracePt t="973547" x="8423275" y="4756150"/>
          <p14:tracePt t="973558" x="8340725" y="4789488"/>
          <p14:tracePt t="973569" x="8253413" y="4830763"/>
          <p14:tracePt t="973581" x="8212138" y="4857750"/>
          <p14:tracePt t="973592" x="8164513" y="4905375"/>
          <p14:tracePt t="973603" x="8150225" y="4946650"/>
          <p14:tracePt t="973616" x="8150225" y="4973638"/>
          <p14:tracePt t="973626" x="8150225" y="5000625"/>
          <p14:tracePt t="973637" x="8164513" y="5021263"/>
          <p14:tracePt t="973649" x="8197850" y="5048250"/>
          <p14:tracePt t="973660" x="8212138" y="5062538"/>
          <p14:tracePt t="973670" x="8239125" y="5075238"/>
          <p14:tracePt t="973682" x="8280400" y="5089525"/>
          <p14:tracePt t="973693" x="8293100" y="5089525"/>
          <p14:tracePt t="973705" x="8328025" y="5102225"/>
          <p14:tracePt t="973715" x="8367713" y="5102225"/>
          <p14:tracePt t="973727" x="8396288" y="5089525"/>
          <p14:tracePt t="973739" x="8408988" y="5089525"/>
          <p14:tracePt t="973749" x="8423275" y="5075238"/>
          <p14:tracePt t="973761" x="8435975" y="5062538"/>
          <p14:tracePt t="973773" x="8456613" y="5062538"/>
          <p14:tracePt t="973783" x="8456613" y="5048250"/>
          <p14:tracePt t="973806" x="8456613" y="5033963"/>
          <p14:tracePt t="973985" x="8456613" y="5048250"/>
          <p14:tracePt t="974018" x="8435975" y="5048250"/>
          <p14:tracePt t="974031" x="8423275" y="5048250"/>
          <p14:tracePt t="974042" x="8423275" y="5062538"/>
          <p14:tracePt t="974525" x="8435975" y="5062538"/>
          <p14:tracePt t="974548" x="8456613" y="5062538"/>
          <p14:tracePt t="974570" x="8456613" y="5048250"/>
          <p14:tracePt t="974660" x="8470900" y="5048250"/>
          <p14:tracePt t="976044" x="8497888" y="5048250"/>
          <p14:tracePt t="976045" x="8539163" y="5048250"/>
          <p14:tracePt t="976056" x="8551863" y="5048250"/>
          <p14:tracePt t="976067" x="8613775" y="5062538"/>
          <p14:tracePt t="976078" x="8653463" y="5062538"/>
          <p14:tracePt t="976090" x="8682038" y="5062538"/>
          <p14:tracePt t="976101" x="8742363" y="5062538"/>
          <p14:tracePt t="976114" x="8783638" y="5062538"/>
          <p14:tracePt t="976123" x="8872538" y="5048250"/>
          <p14:tracePt t="976135" x="8926513" y="5048250"/>
          <p14:tracePt t="976147" x="9042400" y="5000625"/>
          <p14:tracePt t="976156" x="9185275" y="4919663"/>
          <p14:tracePt t="976169" x="9286875" y="4830763"/>
          <p14:tracePt t="976182" x="9429750" y="4673600"/>
          <p14:tracePt t="976191" x="9531350" y="4545013"/>
          <p14:tracePt t="976202" x="9634538" y="4354513"/>
          <p14:tracePt t="976214" x="9661525" y="4224338"/>
          <p14:tracePt t="976224" x="9674225" y="4041775"/>
          <p14:tracePt t="976236" x="9634538" y="3863975"/>
          <p14:tracePt t="976248" x="9572625" y="3756025"/>
          <p14:tracePt t="976259" x="9429750" y="3578225"/>
          <p14:tracePt t="976270" x="9301163" y="3476625"/>
          <p14:tracePt t="976282" x="9042400" y="3319463"/>
          <p14:tracePt t="976292" x="8858250" y="3232150"/>
          <p14:tracePt t="976304" x="8497888" y="3101975"/>
          <p14:tracePt t="976316" x="8081963" y="3021013"/>
          <p14:tracePt t="976326" x="7789863" y="2973388"/>
          <p14:tracePt t="976338" x="7348538" y="2946400"/>
          <p14:tracePt t="976350" x="7027863" y="2959100"/>
          <p14:tracePt t="976360" x="6613525" y="2994025"/>
          <p14:tracePt t="976371" x="6327775" y="3033713"/>
          <p14:tracePt t="976382" x="5926138" y="3163888"/>
          <p14:tracePt t="976393" x="5551488" y="3333750"/>
          <p14:tracePt t="976405" x="5319713" y="3497263"/>
          <p14:tracePt t="976416" x="5033963" y="3756025"/>
          <p14:tracePt t="976427" x="4905375" y="3925888"/>
          <p14:tracePt t="976439" x="4756150" y="4184650"/>
          <p14:tracePt t="976450" x="4700588" y="4340225"/>
          <p14:tracePt t="976460" x="4646613" y="4557713"/>
          <p14:tracePt t="976472" x="4646613" y="4687888"/>
          <p14:tracePt t="976483" x="4673600" y="4843463"/>
          <p14:tracePt t="976494" x="4741863" y="4986338"/>
          <p14:tracePt t="976506" x="4816475" y="5089525"/>
          <p14:tracePt t="976517" x="4959350" y="5232400"/>
          <p14:tracePt t="976528" x="5075238" y="5334000"/>
          <p14:tracePt t="976539" x="5307013" y="5462588"/>
          <p14:tracePt t="976550" x="5476875" y="5538788"/>
          <p14:tracePt t="976562" x="5735638" y="5619750"/>
          <p14:tracePt t="976573" x="6007100" y="5694363"/>
          <p14:tracePt t="976584" x="6224588" y="5721350"/>
          <p14:tracePt t="976596" x="6557963" y="5735638"/>
          <p14:tracePt t="976607" x="6804025" y="5735638"/>
          <p14:tracePt t="976618" x="7143750" y="5708650"/>
          <p14:tracePt t="976630" x="7361238" y="5667375"/>
          <p14:tracePt t="976640" x="7708900" y="5565775"/>
          <p14:tracePt t="976652" x="7980363" y="5435600"/>
          <p14:tracePt t="976664" x="8137525" y="5319713"/>
          <p14:tracePt t="976674" x="8340725" y="5149850"/>
          <p14:tracePt t="976685" x="8423275" y="5033963"/>
          <p14:tracePt t="976698" x="8497888" y="4872038"/>
          <p14:tracePt t="976708" x="8510588" y="4789488"/>
          <p14:tracePt t="976720" x="8497888" y="4673600"/>
          <p14:tracePt t="976731" x="8456613" y="4557713"/>
          <p14:tracePt t="976742" x="8408988" y="4483100"/>
          <p14:tracePt t="976754" x="8280400" y="4367213"/>
          <p14:tracePt t="976766" x="8177213" y="4286250"/>
          <p14:tracePt t="976776" x="7994650" y="4184650"/>
          <p14:tracePt t="976788" x="7837488" y="4122738"/>
          <p14:tracePt t="976799" x="7566025" y="4054475"/>
          <p14:tracePt t="976809" x="7375525" y="4027488"/>
          <p14:tracePt t="976821" x="7089775" y="3994150"/>
          <p14:tracePt t="976832" x="6816725" y="3994150"/>
          <p14:tracePt t="976843" x="6640513" y="4027488"/>
          <p14:tracePt t="976855" x="6396038" y="4081463"/>
          <p14:tracePt t="976866" x="6238875" y="4143375"/>
          <p14:tracePt t="976876" x="6054725" y="4271963"/>
          <p14:tracePt t="976888" x="5967413" y="4354513"/>
          <p14:tracePt t="976899" x="5864225" y="4483100"/>
          <p14:tracePt t="976910" x="5810250" y="4613275"/>
          <p14:tracePt t="976922" x="5810250" y="4687888"/>
          <p14:tracePt t="976955" x="5810250" y="4756150"/>
          <p14:tracePt t="976958" x="5824538" y="4803775"/>
          <p14:tracePt t="976967" x="5851525" y="4857750"/>
          <p14:tracePt t="976968" x="5878513" y="4872038"/>
          <p14:tracePt t="976978" x="5926138" y="4919663"/>
          <p14:tracePt t="976991" x="5980113" y="4946650"/>
          <p14:tracePt t="977002" x="6021388" y="4959350"/>
          <p14:tracePt t="977012" x="6110288" y="4959350"/>
          <p14:tracePt t="977023" x="6184900" y="4959350"/>
          <p14:tracePt t="977034" x="6280150" y="4959350"/>
          <p14:tracePt t="977046" x="6354763" y="4959350"/>
          <p14:tracePt t="977056" x="6408738" y="4959350"/>
          <p14:tracePt t="977068" x="6443663" y="4959350"/>
          <p14:tracePt t="977090" x="6456363" y="4959350"/>
          <p14:tracePt t="977102" x="6470650" y="4946650"/>
          <p14:tracePt t="977125" x="6483350" y="4946650"/>
          <p14:tracePt t="977137" x="6497638" y="4959350"/>
          <p14:tracePt t="977148" x="6524625" y="4959350"/>
          <p14:tracePt t="977158" x="6545263" y="4973638"/>
          <p14:tracePt t="977170" x="6545263" y="4986338"/>
          <p14:tracePt t="977181" x="6557963" y="4986338"/>
          <p14:tracePt t="977191" x="6557963" y="5000625"/>
          <p14:tracePt t="977765" x="6557963" y="4986338"/>
          <p14:tracePt t="977900" x="6572250" y="4986338"/>
          <p14:tracePt t="978003" x="6586538" y="4986338"/>
          <p14:tracePt t="978102" x="6599238" y="4986338"/>
          <p14:tracePt t="978429" x="6613525" y="4986338"/>
          <p14:tracePt t="978440" x="6626225" y="4986338"/>
          <p14:tracePt t="978462" x="6640513" y="4986338"/>
          <p14:tracePt t="978474" x="6653213" y="4973638"/>
          <p14:tracePt t="978496" x="6673850" y="4973638"/>
          <p14:tracePt t="978530" x="6673850" y="4959350"/>
          <p14:tracePt t="978542" x="6688138" y="4959350"/>
          <p14:tracePt t="978564" x="6688138" y="4946650"/>
          <p14:tracePt t="978598" x="6700838" y="4932363"/>
          <p14:tracePt t="978620" x="6715125" y="4932363"/>
          <p14:tracePt t="978631" x="6715125" y="4919663"/>
          <p14:tracePt t="978643" x="6729413" y="4919663"/>
          <p14:tracePt t="978654" x="6756400" y="4905375"/>
          <p14:tracePt t="978665" x="6804025" y="4884738"/>
          <p14:tracePt t="978677" x="6831013" y="4872038"/>
          <p14:tracePt t="978688" x="6884988" y="4843463"/>
          <p14:tracePt t="978699" x="6946900" y="4816475"/>
          <p14:tracePt t="978711" x="7027863" y="4776788"/>
          <p14:tracePt t="978722" x="7116763" y="4729163"/>
          <p14:tracePt t="978733" x="7205663" y="4687888"/>
          <p14:tracePt t="978757" x="7361238" y="4572000"/>
          <p14:tracePt t="978768" x="7435850" y="4518025"/>
          <p14:tracePt t="978779" x="7477125" y="4429125"/>
          <p14:tracePt t="978790" x="7518400" y="4354513"/>
          <p14:tracePt t="978802" x="7518400" y="4313238"/>
          <p14:tracePt t="978812" x="7518400" y="4259263"/>
          <p14:tracePt t="978823" x="7504113" y="4184650"/>
          <p14:tracePt t="978836" x="7477125" y="4143375"/>
          <p14:tracePt t="978846" x="7435850" y="4081463"/>
          <p14:tracePt t="978859" x="7388225" y="4041775"/>
          <p14:tracePt t="978870" x="7348538" y="4027488"/>
          <p14:tracePt t="978879" x="7307263" y="3994150"/>
          <p14:tracePt t="978892" x="7245350" y="3979863"/>
          <p14:tracePt t="978902" x="7170738" y="3967163"/>
          <p14:tracePt t="978914" x="7129463" y="3967163"/>
          <p14:tracePt t="978926" x="7042150" y="3967163"/>
          <p14:tracePt t="978936" x="6959600" y="3967163"/>
          <p14:tracePt t="978947" x="6884988" y="3979863"/>
          <p14:tracePt t="978959" x="6804025" y="4014788"/>
          <p14:tracePt t="978969" x="6700838" y="4041775"/>
          <p14:tracePt t="978982" x="6626225" y="4068763"/>
          <p14:tracePt t="978994" x="6557963" y="4110038"/>
          <p14:tracePt t="979004" x="6470650" y="4157663"/>
          <p14:tracePt t="979016" x="6396038" y="4211638"/>
          <p14:tracePt t="979028" x="6340475" y="4259263"/>
          <p14:tracePt t="979048" x="6280150" y="4300538"/>
          <p14:tracePt t="979051" x="6224588" y="4354513"/>
          <p14:tracePt t="979061" x="6184900" y="4414838"/>
          <p14:tracePt t="979072" x="6137275" y="4483100"/>
          <p14:tracePt t="979082" x="6096000" y="4557713"/>
          <p14:tracePt t="979094" x="6069013" y="4660900"/>
          <p14:tracePt t="979104" x="6042025" y="4729163"/>
          <p14:tracePt t="979116" x="6021388" y="4816475"/>
          <p14:tracePt t="979127" x="6021388" y="4884738"/>
          <p14:tracePt t="979137" x="6021388" y="4946650"/>
          <p14:tracePt t="979149" x="6021388" y="5021263"/>
          <p14:tracePt t="979161" x="6042025" y="5075238"/>
          <p14:tracePt t="979172" x="6054725" y="5129213"/>
          <p14:tracePt t="979183" x="6081713" y="5176838"/>
          <p14:tracePt t="979194" x="6122988" y="5218113"/>
          <p14:tracePt t="979205" x="6170613" y="5259388"/>
          <p14:tracePt t="979217" x="6197600" y="5280025"/>
          <p14:tracePt t="979229" x="6238875" y="5307013"/>
          <p14:tracePt t="979239" x="6280150" y="5319713"/>
          <p14:tracePt t="979251" x="6327775" y="5319713"/>
          <p14:tracePt t="979262" x="6354763" y="5319713"/>
          <p14:tracePt t="979273" x="6396038" y="5319713"/>
          <p14:tracePt t="979284" x="6443663" y="5319713"/>
          <p14:tracePt t="979295" x="6470650" y="5319713"/>
          <p14:tracePt t="979306" x="6510338" y="5307013"/>
          <p14:tracePt t="979319" x="6557963" y="5307013"/>
          <p14:tracePt t="979329" x="6599238" y="5292725"/>
          <p14:tracePt t="979340" x="6673850" y="5280025"/>
          <p14:tracePt t="979352" x="6729413" y="5259388"/>
          <p14:tracePt t="979363" x="6804025" y="5245100"/>
          <p14:tracePt t="979375" x="6858000" y="5232400"/>
          <p14:tracePt t="979386" x="6946900" y="5218113"/>
          <p14:tracePt t="979396" x="7027863" y="5191125"/>
          <p14:tracePt t="979409" x="7089775" y="5164138"/>
          <p14:tracePt t="979419" x="7170738" y="5116513"/>
          <p14:tracePt t="979431" x="7259638" y="5062538"/>
          <p14:tracePt t="979443" x="7348538" y="4986338"/>
          <p14:tracePt t="979453" x="7388225" y="4932363"/>
          <p14:tracePt t="979465" x="7435850" y="4857750"/>
          <p14:tracePt t="979477" x="7462838" y="4776788"/>
          <p14:tracePt t="979486" x="7477125" y="4714875"/>
          <p14:tracePt t="979498" x="7491413" y="4625975"/>
          <p14:tracePt t="979510" x="7491413" y="4557713"/>
          <p14:tracePt t="979521" x="7477125" y="4518025"/>
          <p14:tracePt t="979532" x="7462838" y="4456113"/>
          <p14:tracePt t="979544" x="7435850" y="4402138"/>
          <p14:tracePt t="979554" x="7402513" y="4354513"/>
          <p14:tracePt t="979566" x="7375525" y="4327525"/>
          <p14:tracePt t="979577" x="7334250" y="4313238"/>
          <p14:tracePt t="979588" x="7307263" y="4286250"/>
          <p14:tracePt t="979600" x="7272338" y="4286250"/>
          <p14:tracePt t="979611" x="7245350" y="4271963"/>
          <p14:tracePt t="979621" x="7232650" y="4259263"/>
          <p14:tracePt t="979634" x="7218363" y="4259263"/>
          <p14:tracePt t="979645" x="7205663" y="4259263"/>
          <p14:tracePt t="979666" x="7191375" y="4259263"/>
          <p14:tracePt t="979700" x="7170738" y="4259263"/>
          <p14:tracePt t="979734" x="7158038" y="4259263"/>
          <p14:tracePt t="979756" x="7143750" y="4259263"/>
          <p14:tracePt t="980128" x="7129463" y="4271963"/>
          <p14:tracePt t="980140" x="7102475" y="4286250"/>
          <p14:tracePt t="980151" x="7089775" y="4313238"/>
          <p14:tracePt t="980163" x="7042150" y="4354513"/>
          <p14:tracePt t="980174" x="7000875" y="4387850"/>
          <p14:tracePt t="980184" x="6959600" y="4443413"/>
          <p14:tracePt t="980197" x="6899275" y="4483100"/>
          <p14:tracePt t="980208" x="6858000" y="4530725"/>
          <p14:tracePt t="980220" x="6843713" y="4572000"/>
          <p14:tracePt t="980231" x="6816725" y="4625975"/>
          <p14:tracePt t="980241" x="6804025" y="4673600"/>
          <p14:tracePt t="980254" x="6783388" y="4714875"/>
          <p14:tracePt t="980265" x="6783388" y="4756150"/>
          <p14:tracePt t="980275" x="6783388" y="4789488"/>
          <p14:tracePt t="980286" x="6783388" y="4803775"/>
          <p14:tracePt t="980297" x="6783388" y="4830763"/>
          <p14:tracePt t="980308" x="6783388" y="4872038"/>
          <p14:tracePt t="980319" x="6783388" y="4905375"/>
          <p14:tracePt t="980331" x="6804025" y="4946650"/>
          <p14:tracePt t="980342" x="6816725" y="4973638"/>
          <p14:tracePt t="980354" x="6843713" y="5021263"/>
          <p14:tracePt t="980364" x="6858000" y="5048250"/>
          <p14:tracePt t="980375" x="6884988" y="5075238"/>
          <p14:tracePt t="980386" x="6932613" y="5102225"/>
          <p14:tracePt t="980401" x="6959600" y="5129213"/>
          <p14:tracePt t="980410" x="6973888" y="5149850"/>
          <p14:tracePt t="980422" x="7000875" y="5164138"/>
          <p14:tracePt t="980433" x="7027863" y="5176838"/>
          <p14:tracePt t="980445" x="7042150" y="5191125"/>
          <p14:tracePt t="980455" x="7075488" y="5191125"/>
          <p14:tracePt t="980466" x="7102475" y="5205413"/>
          <p14:tracePt t="980477" x="7116763" y="5205413"/>
          <p14:tracePt t="980488" x="7143750" y="5205413"/>
          <p14:tracePt t="980499" x="7170738" y="5205413"/>
          <p14:tracePt t="980510" x="7218363" y="5205413"/>
          <p14:tracePt t="980522" x="7245350" y="5205413"/>
          <p14:tracePt t="980533" x="7286625" y="5205413"/>
          <p14:tracePt t="980545" x="7319963" y="5191125"/>
          <p14:tracePt t="980555" x="7348538" y="5191125"/>
          <p14:tracePt t="980567" x="7375525" y="5191125"/>
          <p14:tracePt t="980579" x="7402513" y="5176838"/>
          <p14:tracePt t="980589" x="7415213" y="5176838"/>
          <p14:tracePt t="980972" x="7435850" y="5164138"/>
          <p14:tracePt t="980984" x="7450138" y="5164138"/>
          <p14:tracePt t="980995" x="7450138" y="5149850"/>
          <p14:tracePt t="981005" x="7462838" y="5129213"/>
          <p14:tracePt t="981017" x="7477125" y="5129213"/>
          <p14:tracePt t="981028" x="7504113" y="5116513"/>
          <p14:tracePt t="981040" x="7545388" y="5089525"/>
          <p14:tracePt t="981051" x="7593013" y="5062538"/>
          <p14:tracePt t="981063" x="7661275" y="5000625"/>
          <p14:tracePt t="981074" x="7735888" y="4932363"/>
          <p14:tracePt t="981085" x="7824788" y="4816475"/>
          <p14:tracePt t="981097" x="7878763" y="4714875"/>
          <p14:tracePt t="981108" x="7953375" y="4572000"/>
          <p14:tracePt t="981118" x="7994650" y="4429125"/>
          <p14:tracePt t="981152" x="8007350" y="4340225"/>
          <p14:tracePt t="981152" x="8007350" y="4238625"/>
          <p14:tracePt t="981165" x="7932738" y="4110038"/>
          <p14:tracePt t="981176" x="7878763" y="4068763"/>
          <p14:tracePt t="981187" x="7804150" y="4041775"/>
          <p14:tracePt t="981198" x="7721600" y="4027488"/>
          <p14:tracePt t="981209" x="7661275" y="4014788"/>
          <p14:tracePt t="981220" x="7566025" y="4014788"/>
          <p14:tracePt t="981232" x="7462838" y="4027488"/>
          <p14:tracePt t="981243" x="7388225" y="4041775"/>
          <p14:tracePt t="981254" x="7259638" y="4068763"/>
          <p14:tracePt t="981266" x="7143750" y="4095750"/>
          <p14:tracePt t="981277" x="7000875" y="4157663"/>
          <p14:tracePt t="981288" x="6911975" y="4197350"/>
          <p14:tracePt t="981299" x="6804025" y="4271963"/>
          <p14:tracePt t="981311" x="6700838" y="4354513"/>
          <p14:tracePt t="981321" x="6626225" y="4429125"/>
          <p14:tracePt t="981333" x="6557963" y="4545013"/>
          <p14:tracePt t="981344" x="6497638" y="4660900"/>
          <p14:tracePt t="981354" x="6483350" y="4756150"/>
          <p14:tracePt t="981365" x="6483350" y="4830763"/>
          <p14:tracePt t="981377" x="6497638" y="4905375"/>
          <p14:tracePt t="981388" x="6510338" y="4946650"/>
          <p14:tracePt t="981399" x="6524625" y="4973638"/>
          <p14:tracePt t="981411" x="6557963" y="5000625"/>
          <p14:tracePt t="981422" x="6586538" y="5021263"/>
          <p14:tracePt t="981434" x="6599238" y="5033963"/>
          <p14:tracePt t="981444" x="6626225" y="5048250"/>
          <p14:tracePt t="981455" x="6640513" y="5048250"/>
          <p14:tracePt t="981467" x="6653213" y="5048250"/>
          <p14:tracePt t="981478" x="6673850" y="5048250"/>
          <p14:tracePt t="981490" x="6688138" y="5048250"/>
          <p14:tracePt t="981601" x="6700838" y="5062538"/>
          <p14:tracePt t="981612" x="6715125" y="5075238"/>
          <p14:tracePt t="981625" x="6742113" y="5089525"/>
          <p14:tracePt t="981635" x="6783388" y="5102225"/>
          <p14:tracePt t="981647" x="6831013" y="5116513"/>
          <p14:tracePt t="981659" x="6899275" y="5129213"/>
          <p14:tracePt t="981669" x="6959600" y="5129213"/>
          <p14:tracePt t="981681" x="7062788" y="5149850"/>
          <p14:tracePt t="981692" x="7191375" y="5149850"/>
          <p14:tracePt t="981703" x="7286625" y="5149850"/>
          <p14:tracePt t="981715" x="7462838" y="5129213"/>
          <p14:tracePt t="981736" x="7634288" y="5089525"/>
          <p14:tracePt t="981740" x="7851775" y="5033963"/>
          <p14:tracePt t="981749" x="8007350" y="4959350"/>
          <p14:tracePt t="981761" x="8224838" y="4843463"/>
          <p14:tracePt t="981772" x="8456613" y="4700588"/>
          <p14:tracePt t="981783" x="8640763" y="4586288"/>
          <p14:tracePt t="981794" x="8885238" y="4402138"/>
          <p14:tracePt t="981805" x="9144000" y="4197350"/>
          <p14:tracePt t="981817" x="9301163" y="4068763"/>
          <p14:tracePt t="981828" x="9477375" y="3925888"/>
          <p14:tracePt t="981839" x="9593263" y="3810000"/>
          <p14:tracePt t="981851" x="9674225" y="3721100"/>
          <p14:tracePt t="981862" x="9721850" y="3667125"/>
          <p14:tracePt t="981872" x="9748838" y="3605213"/>
          <p14:tracePt t="981884" x="9763125" y="3565525"/>
          <p14:tracePt t="981895" x="9763125" y="3538538"/>
          <p14:tracePt t="981905" x="9748838" y="3509963"/>
          <p14:tracePt t="981917" x="9736138" y="3462338"/>
          <p14:tracePt t="981929" x="9701213" y="3422650"/>
          <p14:tracePt t="981939" x="9674225" y="3395663"/>
          <p14:tracePt t="981951" x="9620250" y="3348038"/>
          <p14:tracePt t="981962" x="9558338" y="3319463"/>
          <p14:tracePt t="981973" x="9504363" y="3292475"/>
          <p14:tracePt t="981995" x="9415463" y="3265488"/>
          <p14:tracePt t="981999" x="9313863" y="3232150"/>
          <p14:tracePt t="982011" x="9218613" y="3217863"/>
          <p14:tracePt t="982019" x="9090025" y="3190875"/>
          <p14:tracePt t="982030" x="8959850" y="3176588"/>
          <p14:tracePt t="982043" x="8831263" y="3149600"/>
          <p14:tracePt t="982052" x="8742363" y="3149600"/>
          <p14:tracePt t="982063" x="8653463" y="3136900"/>
          <p14:tracePt t="982074" x="8586788" y="3122613"/>
          <p14:tracePt t="982086" x="8539163" y="3122613"/>
          <p14:tracePt t="982097" x="8483600" y="3101975"/>
          <p14:tracePt t="982109" x="8435975" y="3101975"/>
          <p14:tracePt t="982119" x="8396288" y="3101975"/>
          <p14:tracePt t="982130" x="8367713" y="3101975"/>
          <p14:tracePt t="982143" x="8340725" y="3101975"/>
          <p14:tracePt t="982153" x="8280400" y="3101975"/>
          <p14:tracePt t="982164" x="8239125" y="3089275"/>
          <p14:tracePt t="982197" x="8177213" y="3089275"/>
          <p14:tracePt t="982201" x="8123238" y="3089275"/>
          <p14:tracePt t="982212" x="7994650" y="3089275"/>
          <p14:tracePt t="982222" x="7905750" y="3089275"/>
          <p14:tracePt t="982233" x="7837488" y="3089275"/>
          <p14:tracePt t="982244" x="7777163" y="3089275"/>
          <p14:tracePt t="982254" x="7694613" y="3089275"/>
          <p14:tracePt t="982266" x="7620000" y="3089275"/>
          <p14:tracePt t="982277" x="7566025" y="3089275"/>
          <p14:tracePt t="982288" x="7462838" y="3101975"/>
          <p14:tracePt t="982300" x="7361238" y="3122613"/>
          <p14:tracePt t="982312" x="7218363" y="3149600"/>
          <p14:tracePt t="982322" x="7102475" y="3176588"/>
          <p14:tracePt t="982334" x="6932613" y="3217863"/>
          <p14:tracePt t="982345" x="6742113" y="3279775"/>
          <p14:tracePt t="982355" x="6613525" y="3333750"/>
          <p14:tracePt t="982367" x="6429375" y="3435350"/>
          <p14:tracePt t="982378" x="6238875" y="3551238"/>
          <p14:tracePt t="982389" x="6122988" y="3640138"/>
          <p14:tracePt t="982401" x="5994400" y="3768725"/>
          <p14:tracePt t="982412" x="5911850" y="3898900"/>
          <p14:tracePt t="982423" x="5851525" y="4041775"/>
          <p14:tracePt t="982435" x="5837238" y="4143375"/>
          <p14:tracePt t="982447" x="5851525" y="4286250"/>
          <p14:tracePt t="982457" x="5878513" y="4429125"/>
          <p14:tracePt t="982469" x="5911850" y="4518025"/>
          <p14:tracePt t="982480" x="5967413" y="4625975"/>
          <p14:tracePt t="982491" x="6042025" y="4714875"/>
          <p14:tracePt t="982502" x="6081713" y="4756150"/>
          <p14:tracePt t="982513" x="6137275" y="4830763"/>
          <p14:tracePt t="982524" x="6211888" y="4872038"/>
          <p14:tracePt t="982535" x="6300788" y="4905375"/>
          <p14:tracePt t="982547" x="6354763" y="4919663"/>
          <p14:tracePt t="982558" x="6429375" y="4932363"/>
          <p14:tracePt t="982569" x="6483350" y="4932363"/>
          <p14:tracePt t="982580" x="6545263" y="4932363"/>
          <p14:tracePt t="982593" x="6586538" y="4919663"/>
          <p14:tracePt t="982603" x="6626225" y="4905375"/>
          <p14:tracePt t="982615" x="6673850" y="4884738"/>
          <p14:tracePt t="982626" x="6715125" y="4857750"/>
          <p14:tracePt t="982637" x="6783388" y="4830763"/>
          <p14:tracePt t="982648" x="6872288" y="4789488"/>
          <p14:tracePt t="982660" x="6959600" y="4741863"/>
          <p14:tracePt t="982671" x="7089775" y="4687888"/>
          <p14:tracePt t="982682" x="7245350" y="4613275"/>
          <p14:tracePt t="982694" x="7361238" y="4557713"/>
          <p14:tracePt t="982704" x="7531100" y="4456113"/>
          <p14:tracePt t="982716" x="7708900" y="4327525"/>
          <p14:tracePt t="982727" x="7878763" y="4197350"/>
          <p14:tracePt t="982738" x="7967663" y="4095750"/>
          <p14:tracePt t="982750" x="8069263" y="3979863"/>
          <p14:tracePt t="982761" x="8110538" y="3863975"/>
          <p14:tracePt t="982772" x="8123238" y="3795713"/>
          <p14:tracePt t="982783" x="8123238" y="3694113"/>
          <p14:tracePt t="982795" x="8081963" y="3578225"/>
          <p14:tracePt t="982806" x="7994650" y="3462338"/>
          <p14:tracePt t="982818" x="7891463" y="3381375"/>
          <p14:tracePt t="982829" x="7748588" y="3279775"/>
          <p14:tracePt t="982839" x="7605713" y="3205163"/>
          <p14:tracePt t="982852" x="7477125" y="3163888"/>
          <p14:tracePt t="982863" x="7286625" y="3101975"/>
          <p14:tracePt t="982873" x="7102475" y="3062288"/>
          <p14:tracePt t="982885" x="6899275" y="3033713"/>
          <p14:tracePt t="982896" x="6742113" y="3021013"/>
          <p14:tracePt t="982907" x="6524625" y="3006725"/>
          <p14:tracePt t="982918" x="6340475" y="3006725"/>
          <p14:tracePt t="982930" x="6211888" y="3006725"/>
          <p14:tracePt t="982940" x="6054725" y="3006725"/>
          <p14:tracePt t="982952" x="5938838" y="3048000"/>
          <p14:tracePt t="982963" x="5864225" y="3074988"/>
          <p14:tracePt t="982974" x="5783263" y="3122613"/>
          <p14:tracePt t="982985" x="5708650" y="3163888"/>
          <p14:tracePt t="982997" x="5634038" y="3217863"/>
          <p14:tracePt t="983009" x="5592763" y="3279775"/>
          <p14:tracePt t="983019" x="5538788" y="3360738"/>
          <p14:tracePt t="983030" x="5476875" y="3476625"/>
          <p14:tracePt t="983043" x="5435600" y="3578225"/>
          <p14:tracePt t="983053" x="5387975" y="3721100"/>
          <p14:tracePt t="983065" x="5375275" y="3863975"/>
          <p14:tracePt t="983077" x="5375275" y="3967163"/>
          <p14:tracePt t="983087" x="5408613" y="4095750"/>
          <p14:tracePt t="983099" x="5449888" y="4211638"/>
          <p14:tracePt t="983110" x="5518150" y="4340225"/>
          <p14:tracePt t="983121" x="5592763" y="4414838"/>
          <p14:tracePt t="983133" x="5708650" y="4530725"/>
          <p14:tracePt t="983144" x="5837238" y="4625975"/>
          <p14:tracePt t="983154" x="5953125" y="4687888"/>
          <p14:tracePt t="983166" x="6149975" y="4776788"/>
          <p14:tracePt t="983177" x="6367463" y="4830763"/>
          <p14:tracePt t="983188" x="6599238" y="4857750"/>
          <p14:tracePt t="983199" x="6804025" y="4857750"/>
          <p14:tracePt t="983211" x="7075488" y="4857750"/>
          <p14:tracePt t="983221" x="7375525" y="4803775"/>
          <p14:tracePt t="983244" x="7578725" y="4741863"/>
          <p14:tracePt t="983248" x="7864475" y="4598988"/>
          <p14:tracePt t="983257" x="8123238" y="4429125"/>
          <p14:tracePt t="983268" x="8266113" y="4271963"/>
          <p14:tracePt t="983279" x="8408988" y="4054475"/>
          <p14:tracePt t="983289" x="8456613" y="3795713"/>
          <p14:tracePt t="983301" x="8435975" y="3565525"/>
          <p14:tracePt t="983312" x="8396288" y="3408363"/>
          <p14:tracePt t="983323" x="8280400" y="3232150"/>
          <p14:tracePt t="983335" x="8137525" y="3089275"/>
          <p14:tracePt t="983346" x="8007350" y="3006725"/>
          <p14:tracePt t="983356" x="7804150" y="2919413"/>
          <p14:tracePt t="983368" x="7566025" y="2830513"/>
          <p14:tracePt t="983379" x="7286625" y="2789238"/>
          <p14:tracePt t="983390" x="7102475" y="2762250"/>
          <p14:tracePt t="983402" x="6884988" y="2762250"/>
          <p14:tracePt t="983413" x="6688138" y="2789238"/>
          <p14:tracePt t="983424" x="6524625" y="2816225"/>
          <p14:tracePt t="983436" x="6327775" y="2878138"/>
          <p14:tracePt t="983447" x="6170613" y="2959100"/>
          <p14:tracePt t="983459" x="6054725" y="3033713"/>
          <p14:tracePt t="983469" x="5926138" y="3122613"/>
          <p14:tracePt t="983480" x="5851525" y="3205163"/>
          <p14:tracePt t="983492" x="5783263" y="3279775"/>
          <p14:tracePt t="983503" x="5735638" y="3348038"/>
          <p14:tracePt t="983515" x="5681663" y="3449638"/>
          <p14:tracePt t="983528" x="5619750" y="3578225"/>
          <p14:tracePt t="983538" x="5592763" y="3667125"/>
          <p14:tracePt t="983550" x="5578475" y="3795713"/>
          <p14:tracePt t="983561" x="5578475" y="3898900"/>
          <p14:tracePt t="983571" x="5592763" y="3994150"/>
          <p14:tracePt t="983583" x="5619750" y="4054475"/>
          <p14:tracePt t="983594" x="5681663" y="4143375"/>
          <p14:tracePt t="983605" x="5748338" y="4197350"/>
          <p14:tracePt t="983617" x="5810250" y="4238625"/>
          <p14:tracePt t="983628" x="5911850" y="4300538"/>
          <p14:tracePt t="983638" x="6021388" y="4340225"/>
          <p14:tracePt t="983650" x="6137275" y="4354513"/>
          <p14:tracePt t="983661" x="6313488" y="4367213"/>
          <p14:tracePt t="983671" x="6524625" y="4367213"/>
          <p14:tracePt t="983683" x="6769100" y="4327525"/>
          <p14:tracePt t="983694" x="6986588" y="4286250"/>
          <p14:tracePt t="983705" x="7245350" y="4184650"/>
          <p14:tracePt t="983717" x="7477125" y="4068763"/>
          <p14:tracePt t="983728" x="7605713" y="3979863"/>
          <p14:tracePt t="983739" x="7721600" y="3863975"/>
          <p14:tracePt t="983751" x="7789863" y="3768725"/>
          <p14:tracePt t="983762" x="7824788" y="3652838"/>
          <p14:tracePt t="983773" x="7824788" y="3565525"/>
          <p14:tracePt t="983784" x="7789863" y="3449638"/>
          <p14:tracePt t="983796" x="7735888" y="3333750"/>
          <p14:tracePt t="983806" x="7661275" y="3265488"/>
          <p14:tracePt t="983819" x="7578725" y="3190875"/>
          <p14:tracePt t="983830" x="7462838" y="3136900"/>
          <p14:tracePt t="983840" x="7361238" y="3089275"/>
          <p14:tracePt t="983853" x="7191375" y="3062288"/>
          <p14:tracePt t="983863" x="7015163" y="3048000"/>
          <p14:tracePt t="983874" x="6831013" y="3033713"/>
          <p14:tracePt t="983886" x="6688138" y="3048000"/>
          <p14:tracePt t="983897" x="6510338" y="3074988"/>
          <p14:tracePt t="983909" x="6340475" y="3136900"/>
          <p14:tracePt t="983919" x="6238875" y="3176588"/>
          <p14:tracePt t="983930" x="6096000" y="3265488"/>
          <p14:tracePt t="983943" x="5967413" y="3360738"/>
          <p14:tracePt t="983954" x="5878513" y="3449638"/>
          <p14:tracePt t="983965" x="5851525" y="3524250"/>
          <p14:tracePt t="983977" x="5824538" y="3640138"/>
          <p14:tracePt t="983987" x="5824538" y="3768725"/>
          <p14:tracePt t="983999" x="5851525" y="3863975"/>
          <p14:tracePt t="984011" x="5938838" y="3994150"/>
          <p14:tracePt t="984021" x="6069013" y="4110038"/>
          <p14:tracePt t="984033" x="6170613" y="4184650"/>
          <p14:tracePt t="984044" x="6327775" y="4271963"/>
          <p14:tracePt t="984054" x="6497638" y="4313238"/>
          <p14:tracePt t="984066" x="6715125" y="4340225"/>
          <p14:tracePt t="984077" x="6884988" y="4354513"/>
          <p14:tracePt t="984088" x="7191375" y="4313238"/>
          <p14:tracePt t="984099" x="7531100" y="4224338"/>
          <p14:tracePt t="984111" x="7789863" y="4110038"/>
          <p14:tracePt t="984121" x="8123238" y="3925888"/>
          <p14:tracePt t="984133" x="8396288" y="3694113"/>
          <p14:tracePt t="984145" x="8586788" y="3462338"/>
          <p14:tracePt t="984155" x="8640763" y="3306763"/>
          <p14:tracePt t="984168" x="8653463" y="3101975"/>
          <p14:tracePt t="984179" x="8599488" y="2919413"/>
          <p14:tracePt t="984189" x="8524875" y="2816225"/>
          <p14:tracePt t="984201" x="8355013" y="2714625"/>
          <p14:tracePt t="984212" x="8110538" y="2619375"/>
          <p14:tracePt t="984223" x="7851775" y="2557463"/>
          <p14:tracePt t="984234" x="7435850" y="2503488"/>
          <p14:tracePt t="984246" x="6973888" y="2490788"/>
          <p14:tracePt t="984257" x="6483350" y="2557463"/>
          <p14:tracePt t="984268" x="6170613" y="2633663"/>
          <p14:tracePt t="984290" x="5762625" y="2776538"/>
          <p14:tracePt t="984294" x="5435600" y="2973388"/>
          <p14:tracePt t="984303" x="5245100" y="3122613"/>
          <p14:tracePt t="984313" x="5089525" y="3306763"/>
          <p14:tracePt t="984325" x="5000625" y="3497263"/>
          <p14:tracePt t="984335" x="4973638" y="3652838"/>
          <p14:tracePt t="984347" x="4986338" y="3768725"/>
          <p14:tracePt t="984358" x="5021263" y="3898900"/>
          <p14:tracePt t="984369" x="5089525" y="3994150"/>
          <p14:tracePt t="984381" x="5176838" y="4068763"/>
          <p14:tracePt t="984392" x="5348288" y="4170363"/>
          <p14:tracePt t="984403" x="5551488" y="4238625"/>
          <p14:tracePt t="984415" x="5735638" y="4286250"/>
          <p14:tracePt t="984427" x="6021388" y="4313238"/>
          <p14:tracePt t="984437" x="6313488" y="4313238"/>
          <p14:tracePt t="984448" x="6613525" y="4313238"/>
          <p14:tracePt t="984460" x="6804025" y="4300538"/>
          <p14:tracePt t="984470" x="7075488" y="4238625"/>
          <p14:tracePt t="984482" x="7307263" y="4170363"/>
          <p14:tracePt t="984493" x="7462838" y="4122738"/>
          <p14:tracePt t="984505" x="7605713" y="4054475"/>
          <p14:tracePt t="984516" x="7735888" y="3952875"/>
          <p14:tracePt t="984529" x="7789863" y="3884613"/>
          <p14:tracePt t="984539" x="7864475" y="3768725"/>
          <p14:tracePt t="984551" x="7905750" y="3652838"/>
          <p14:tracePt t="984562" x="7920038" y="3524250"/>
          <p14:tracePt t="984572" x="7920038" y="3422650"/>
          <p14:tracePt t="984584" x="7905750" y="3292475"/>
          <p14:tracePt t="984595" x="7837488" y="3149600"/>
          <p14:tracePt t="984605" x="7777163" y="3048000"/>
          <p14:tracePt t="984617" x="7646988" y="2932113"/>
          <p14:tracePt t="984629" x="7462838" y="2803525"/>
          <p14:tracePt t="984639" x="7232650" y="2700338"/>
          <p14:tracePt t="984651" x="7062788" y="2646363"/>
          <p14:tracePt t="984662" x="6756400" y="2586038"/>
          <p14:tracePt t="984673" x="6443663" y="2557463"/>
          <p14:tracePt t="984685" x="6211888" y="2544763"/>
          <p14:tracePt t="984695" x="5851525" y="2557463"/>
          <p14:tracePt t="984706" x="5503863" y="2633663"/>
          <p14:tracePt t="984718" x="5280025" y="2687638"/>
          <p14:tracePt t="984730" x="4973638" y="2830513"/>
          <p14:tracePt t="984740" x="4700588" y="3006725"/>
          <p14:tracePt t="984752" x="4497388" y="3176588"/>
          <p14:tracePt t="984763" x="4387850" y="3306763"/>
          <p14:tracePt t="984775" x="4271963" y="3476625"/>
          <p14:tracePt t="984786" x="4197350" y="3640138"/>
          <p14:tracePt t="984797" x="4157663" y="3735388"/>
          <p14:tracePt t="984809" x="4122738" y="3863975"/>
          <p14:tracePt t="984820" x="4110038" y="3979863"/>
          <p14:tracePt t="984830" x="4110038" y="4095750"/>
          <p14:tracePt t="984843" x="4110038" y="4184650"/>
          <p14:tracePt t="984853" x="4110038" y="4286250"/>
          <p14:tracePt t="984864" x="4157663" y="4387850"/>
          <p14:tracePt t="984877" x="4184650" y="4443413"/>
          <p14:tracePt t="984887" x="4259263" y="4530725"/>
          <p14:tracePt t="984899" x="4327525" y="4586288"/>
          <p14:tracePt t="984910" x="4367213" y="4613275"/>
          <p14:tracePt t="984920" x="4429125" y="4660900"/>
          <p14:tracePt t="984932" x="4470400" y="4687888"/>
          <p14:tracePt t="984944" x="4518025" y="4700588"/>
          <p14:tracePt t="984954" x="4545013" y="4714875"/>
          <p14:tracePt t="984966" x="4572000" y="4741863"/>
          <p14:tracePt t="984977" x="4598988" y="4756150"/>
          <p14:tracePt t="984988" x="4613275" y="4756150"/>
          <p14:tracePt t="985000" x="4625975" y="4776788"/>
          <p14:tracePt t="985011" x="4646613" y="4776788"/>
          <p14:tracePt t="985111" x="4660900" y="4776788"/>
          <p14:tracePt t="985156" x="4673600" y="4776788"/>
          <p14:tracePt t="985168" x="4687888" y="4776788"/>
          <p14:tracePt t="985190" x="4700588" y="4776788"/>
          <p14:tracePt t="985201" x="4729163" y="4789488"/>
          <p14:tracePt t="985213" x="4776788" y="4803775"/>
          <p14:tracePt t="985226" x="4816475" y="4816475"/>
          <p14:tracePt t="985237" x="4905375" y="4843463"/>
          <p14:tracePt t="985247" x="5000625" y="4872038"/>
          <p14:tracePt t="985260" x="5116513" y="4884738"/>
          <p14:tracePt t="985270" x="5348288" y="4919663"/>
          <p14:tracePt t="985282" x="5667375" y="4932363"/>
          <p14:tracePt t="985294" x="5938838" y="4932363"/>
          <p14:tracePt t="985303" x="6327775" y="4919663"/>
          <p14:tracePt t="985316" x="6700838" y="4843463"/>
          <p14:tracePt t="985337" x="7042150" y="4756150"/>
          <p14:tracePt t="985337" x="7286625" y="4646613"/>
          <p14:tracePt t="985349" x="7578725" y="4470400"/>
          <p14:tracePt t="985361" x="7804150" y="4286250"/>
          <p14:tracePt t="985371" x="7932738" y="4122738"/>
          <p14:tracePt t="985383" x="8048625" y="3938588"/>
          <p14:tracePt t="985395" x="8096250" y="3768725"/>
          <p14:tracePt t="985406" x="8096250" y="3605213"/>
          <p14:tracePt t="985417" x="8048625" y="3509963"/>
          <p14:tracePt t="985432" x="7980363" y="3381375"/>
          <p14:tracePt t="985439" x="7864475" y="3279775"/>
          <p14:tracePt t="985450" x="7762875" y="3205163"/>
          <p14:tracePt t="985461" x="7593013" y="3136900"/>
          <p14:tracePt t="985473" x="7402513" y="3089275"/>
          <p14:tracePt t="985485" x="7259638" y="3062288"/>
          <p14:tracePt t="985496" x="7062788" y="3048000"/>
          <p14:tracePt t="985506" x="6884988" y="3048000"/>
          <p14:tracePt t="985516" x="6729413" y="3074988"/>
          <p14:tracePt t="985529" x="6640513" y="3101975"/>
          <p14:tracePt t="985539" x="6497638" y="3163888"/>
          <p14:tracePt t="985551" x="6381750" y="3232150"/>
          <p14:tracePt t="985562" x="6313488" y="3279775"/>
          <p14:tracePt t="985573" x="6224588" y="3348038"/>
          <p14:tracePt t="985585" x="6149975" y="3422650"/>
          <p14:tracePt t="985596" x="6122988" y="3462338"/>
          <p14:tracePt t="985607" x="6096000" y="3509963"/>
          <p14:tracePt t="985619" x="6081713" y="3551238"/>
          <p14:tracePt t="985630" x="6069013" y="3565525"/>
          <p14:tracePt t="985651" x="6069013" y="3578225"/>
          <p14:tracePt t="986147" x="6110288" y="3551238"/>
          <p14:tracePt t="986150" x="6184900" y="3509963"/>
          <p14:tracePt t="986159" x="6265863" y="3462338"/>
          <p14:tracePt t="986170" x="6327775" y="3435350"/>
          <p14:tracePt t="986184" x="6396038" y="3408363"/>
          <p14:tracePt t="986195" x="6470650" y="3381375"/>
          <p14:tracePt t="986205" x="6557963" y="3333750"/>
          <p14:tracePt t="986216" x="6626225" y="3306763"/>
          <p14:tracePt t="986226" x="6700838" y="3279775"/>
          <p14:tracePt t="986249" x="6742113" y="3265488"/>
          <p14:tracePt t="986250" x="6756400" y="3252788"/>
          <p14:tracePt t="986260" x="6769100" y="3252788"/>
        </p14:tracePtLst>
      </p14:laserTraceLst>
    </p:ext>
  </p:extLs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5778" name="Rectangle 2"/>
          <p:cNvSpPr>
            <a:spLocks noChangeArrowheads="1" noGrp="1"/>
          </p:cNvSpPr>
          <p:nvPr>
            <p:ph type="title"/>
          </p:nvPr>
        </p:nvSpPr>
        <p:spPr/>
        <p:txBody>
          <a:bodyPr/>
          <a:lstStyle/>
          <a:p>
            <a:r>
              <a:rPr dirty="0" lang="en-US"/>
              <a:t>Key Generation</a:t>
            </a:r>
            <a:endParaRPr dirty="0" lang="en-AU"/>
          </a:p>
        </p:txBody>
      </p:sp>
      <p:sp>
        <p:nvSpPr>
          <p:cNvPr id="75779" name="Rectangle 3"/>
          <p:cNvSpPr>
            <a:spLocks noChangeArrowheads="1" noGrp="1"/>
          </p:cNvSpPr>
          <p:nvPr>
            <p:ph idx="1" sz="half"/>
          </p:nvPr>
        </p:nvSpPr>
        <p:spPr/>
        <p:txBody>
          <a:bodyPr>
            <a:normAutofit/>
          </a:bodyPr>
          <a:lstStyle/>
          <a:p>
            <a:r>
              <a:rPr dirty="0" lang="en-US"/>
              <a:t>Before the application of the public-key cryptosystem each participant must generate a pair of keys:</a:t>
            </a:r>
          </a:p>
          <a:p>
            <a:pPr lvl="1"/>
            <a:r>
              <a:rPr dirty="0" lang="en-US"/>
              <a:t>Determine two prime numbers </a:t>
            </a:r>
            <a:r>
              <a:rPr dirty="0" i="1" lang="en-AU"/>
              <a:t>p</a:t>
            </a:r>
            <a:r>
              <a:rPr dirty="0" lang="en-AU"/>
              <a:t> and </a:t>
            </a:r>
            <a:r>
              <a:rPr dirty="0" i="1" lang="en-AU"/>
              <a:t>q</a:t>
            </a:r>
            <a:r>
              <a:rPr dirty="0" lang="en-AU"/>
              <a:t> </a:t>
            </a:r>
          </a:p>
          <a:p>
            <a:pPr lvl="1"/>
            <a:r>
              <a:rPr dirty="0" lang="en-US"/>
              <a:t>Select either </a:t>
            </a:r>
            <a:r>
              <a:rPr dirty="0" i="1" lang="en-US"/>
              <a:t>e</a:t>
            </a:r>
            <a:r>
              <a:rPr dirty="0" lang="en-US"/>
              <a:t> or </a:t>
            </a:r>
            <a:r>
              <a:rPr dirty="0" i="1" lang="en-US"/>
              <a:t>d</a:t>
            </a:r>
            <a:r>
              <a:rPr dirty="0" lang="en-US"/>
              <a:t> and calculate the other</a:t>
            </a:r>
          </a:p>
        </p:txBody>
      </p:sp>
      <p:sp>
        <p:nvSpPr>
          <p:cNvPr id="4" name="Content Placeholder 3"/>
          <p:cNvSpPr>
            <a:spLocks noGrp="1"/>
          </p:cNvSpPr>
          <p:nvPr>
            <p:ph idx="2" sz="half"/>
          </p:nvPr>
        </p:nvSpPr>
        <p:spPr/>
        <p:txBody>
          <a:bodyPr>
            <a:normAutofit/>
          </a:bodyPr>
          <a:lstStyle/>
          <a:p>
            <a:r>
              <a:rPr dirty="0" lang="en-AU"/>
              <a:t>Because the value of </a:t>
            </a:r>
            <a:r>
              <a:rPr dirty="0" err="1" i="1" lang="en-AU"/>
              <a:t>n</a:t>
            </a:r>
            <a:r>
              <a:rPr dirty="0" i="1" lang="en-AU"/>
              <a:t> = </a:t>
            </a:r>
            <a:r>
              <a:rPr dirty="0" err="1" i="1" lang="en-AU"/>
              <a:t>pq</a:t>
            </a:r>
            <a:r>
              <a:rPr dirty="0" i="1" lang="en-AU"/>
              <a:t> </a:t>
            </a:r>
            <a:r>
              <a:rPr dirty="0" lang="en-AU"/>
              <a:t>will be known to any potential adversary, primes must be chosen from a sufficiently large set</a:t>
            </a:r>
          </a:p>
          <a:p>
            <a:pPr lvl="1"/>
            <a:r>
              <a:rPr dirty="0" lang="en-AU"/>
              <a:t>The method used for finding large primes must be reasonably efficient</a:t>
            </a:r>
          </a:p>
          <a:p>
            <a:endParaRPr dirty="0" lang="en-US"/>
          </a:p>
        </p:txBody>
      </p:sp>
    </p:spTree>
  </p:cSld>
  <p:clrMapOvr>
    <a:masterClrMapping/>
  </p:clrMapOvr>
  <mc:AlternateContent xmlns:mc="http://schemas.openxmlformats.org/markup-compatibility/2006" xmlns:p14="http://schemas.microsoft.com/office/powerpoint/2010/main">
    <mc:Choice Requires="p14">
      <p:transition advTm="120800" p14:dur="2000" spd="slow"/>
    </mc:Choice>
    <mc:Fallback>
      <p:transition advTm="120800" spd="slow"/>
    </mc:Fallback>
  </mc:AlternateContent>
  <p:extLst>
    <p:ext uri="{3A86A75C-4F4B-4683-9AE1-C65F6400EC91}">
      <p14:laserTraceLst xmlns:p14="http://schemas.microsoft.com/office/powerpoint/2010/main">
        <p14:tracePtLst>
          <p14:tracePt t="13734" x="11403013" y="6700838"/>
          <p14:tracePt t="13743" x="10939463" y="6626225"/>
          <p14:tracePt t="13755" x="10367963" y="6545263"/>
          <p14:tracePt t="13767" x="9920288" y="6510338"/>
          <p14:tracePt t="13777" x="9661525" y="6510338"/>
          <p14:tracePt t="13789" x="9301163" y="6510338"/>
          <p14:tracePt t="13800" x="9102725" y="6510338"/>
          <p14:tracePt t="13811" x="8872538" y="6510338"/>
          <p14:tracePt t="13825" x="8769350" y="6510338"/>
          <p14:tracePt t="13835" x="8729663" y="6510338"/>
          <p14:tracePt t="13845" x="8729663" y="6524625"/>
          <p14:tracePt t="14171" x="8742363" y="6524625"/>
          <p14:tracePt t="14182" x="8715375" y="6483350"/>
          <p14:tracePt t="14193" x="8599488" y="6396038"/>
          <p14:tracePt t="14205" x="8197850" y="6224588"/>
          <p14:tracePt t="14216" x="7762875" y="6069013"/>
          <p14:tracePt t="14238" x="6932613" y="5810250"/>
          <p14:tracePt t="14241" x="5953125" y="5503863"/>
          <p14:tracePt t="14250" x="5232400" y="5307013"/>
          <p14:tracePt t="14261" x="4157663" y="5033963"/>
          <p14:tracePt t="14274" x="3497263" y="4884738"/>
          <p14:tracePt t="14285" x="2646363" y="4700588"/>
          <p14:tracePt t="14295" x="2232025" y="4598988"/>
          <p14:tracePt t="14309" x="1768475" y="4483100"/>
          <p14:tracePt t="14318" x="1550988" y="4443413"/>
          <p14:tracePt t="14328" x="1339850" y="4402138"/>
          <p14:tracePt t="14341" x="1190625" y="4387850"/>
          <p14:tracePt t="14598" x="1223963" y="4367213"/>
          <p14:tracePt t="14601" x="1252538" y="4354513"/>
          <p14:tracePt t="14609" x="1306513" y="4354513"/>
          <p14:tracePt t="14622" x="1354138" y="4354513"/>
          <p14:tracePt t="14633" x="1408113" y="4340225"/>
          <p14:tracePt t="14644" x="1524000" y="4340225"/>
          <p14:tracePt t="14655" x="1652588" y="4340225"/>
          <p14:tracePt t="14668" x="1884363" y="4354513"/>
          <p14:tracePt t="14678" x="2068513" y="4354513"/>
          <p14:tracePt t="14689" x="2374900" y="4354513"/>
          <p14:tracePt t="14702" x="2571750" y="4354513"/>
          <p14:tracePt t="14712" x="2878138" y="4354513"/>
          <p14:tracePt t="14725" x="3101975" y="4354513"/>
          <p14:tracePt t="14736" x="3176588" y="4354513"/>
          <p14:tracePt t="14746" x="3190875" y="4354513"/>
          <p14:tracePt t="14981" x="3190875" y="4340225"/>
          <p14:tracePt t="14984" x="3205163" y="4327525"/>
          <p14:tracePt t="14992" x="3292475" y="4313238"/>
          <p14:tracePt t="15005" x="3381375" y="4313238"/>
          <p14:tracePt t="15016" x="3524250" y="4313238"/>
          <p14:tracePt t="15027" x="3640138" y="4313238"/>
          <p14:tracePt t="15038" x="3708400" y="4313238"/>
          <p14:tracePt t="15049" x="3795713" y="4313238"/>
          <p14:tracePt t="15060" x="3863975" y="4313238"/>
          <p14:tracePt t="15072" x="3938588" y="4313238"/>
          <p14:tracePt t="15082" x="3994150" y="4313238"/>
          <p14:tracePt t="15094" x="4068763" y="4313238"/>
          <p14:tracePt t="15106" x="4122738" y="4313238"/>
          <p14:tracePt t="15116" x="4170363" y="4313238"/>
          <p14:tracePt t="15127" x="4211638" y="4313238"/>
          <p14:tracePt t="15139" x="4238625" y="4300538"/>
          <p14:tracePt t="15150" x="4286250" y="4300538"/>
          <p14:tracePt t="15161" x="4313238" y="4286250"/>
          <p14:tracePt t="15172" x="4354513" y="4271963"/>
          <p14:tracePt t="15183" x="4414838" y="4238625"/>
          <p14:tracePt t="15195" x="4443413" y="4224338"/>
          <p14:tracePt t="15206" x="4483100" y="4197350"/>
          <p14:tracePt t="15217" x="4497388" y="4170363"/>
          <p14:tracePt t="15229" x="4497388" y="4122738"/>
          <p14:tracePt t="15240" x="4497388" y="4095750"/>
          <p14:tracePt t="15251" x="4483100" y="4054475"/>
          <p14:tracePt t="15262" x="4443413" y="4014788"/>
          <p14:tracePt t="15274" x="4387850" y="3979863"/>
          <p14:tracePt t="15285" x="4300538" y="3952875"/>
          <p14:tracePt t="15297" x="4224338" y="3925888"/>
          <p14:tracePt t="15308" x="4095750" y="3911600"/>
          <p14:tracePt t="15318" x="4014788" y="3898900"/>
          <p14:tracePt t="15330" x="3884613" y="3884613"/>
          <p14:tracePt t="15341" x="3795713" y="3884613"/>
          <p14:tracePt t="15352" x="3652838" y="3884613"/>
          <p14:tracePt t="15364" x="3524250" y="3898900"/>
          <p14:tracePt t="15375" x="3422650" y="3911600"/>
          <p14:tracePt t="15386" x="3306763" y="3925888"/>
          <p14:tracePt t="15397" x="3232150" y="3938588"/>
          <p14:tracePt t="15409" x="3149600" y="3967163"/>
          <p14:tracePt t="15421" x="3101975" y="3994150"/>
          <p14:tracePt t="15431" x="3074988" y="4014788"/>
          <p14:tracePt t="15442" x="3048000" y="4041775"/>
          <p14:tracePt t="15454" x="3033713" y="4054475"/>
          <p14:tracePt t="15465" x="3021013" y="4081463"/>
          <p14:tracePt t="15476" x="3021013" y="4095750"/>
          <p14:tracePt t="15488" x="3021013" y="4110038"/>
          <p14:tracePt t="15498" x="3021013" y="4122738"/>
          <p14:tracePt t="15510" x="3033713" y="4143375"/>
          <p14:tracePt t="15523" x="3062288" y="4157663"/>
          <p14:tracePt t="15532" x="3101975" y="4170363"/>
          <p14:tracePt t="15544" x="3149600" y="4184650"/>
          <p14:tracePt t="15556" x="3232150" y="4184650"/>
          <p14:tracePt t="15566" x="3348038" y="4197350"/>
          <p14:tracePt t="15577" x="3449638" y="4211638"/>
          <p14:tracePt t="15589" x="3640138" y="4211638"/>
          <p14:tracePt t="15600" x="3836988" y="4211638"/>
          <p14:tracePt t="15611" x="4054475" y="4184650"/>
          <p14:tracePt t="15622" x="4211638" y="4170363"/>
          <p14:tracePt t="15633" x="4429125" y="4110038"/>
          <p14:tracePt t="15645" x="4613275" y="4081463"/>
          <p14:tracePt t="15656" x="4714875" y="4054475"/>
          <p14:tracePt t="15667" x="4857750" y="4014788"/>
          <p14:tracePt t="15679" x="4959350" y="3967163"/>
          <p14:tracePt t="15690" x="5021263" y="3938588"/>
          <p14:tracePt t="15701" x="5033963" y="3925888"/>
          <p14:tracePt t="15713" x="5048250" y="3898900"/>
          <p14:tracePt t="15724" x="5033963" y="3863975"/>
          <p14:tracePt t="15735" x="5033963" y="3851275"/>
          <p14:tracePt t="15746" x="5000625" y="3824288"/>
          <p14:tracePt t="15758" x="4959350" y="3810000"/>
          <p14:tracePt t="15768" x="4919663" y="3795713"/>
          <p14:tracePt t="15780" x="4843463" y="3783013"/>
          <p14:tracePt t="15792" x="4756150" y="3768725"/>
          <p14:tracePt t="15802" x="4660900" y="3768725"/>
          <p14:tracePt t="15813" x="4572000" y="3768725"/>
          <p14:tracePt t="15825" x="4443413" y="3768725"/>
          <p14:tracePt t="15836" x="4313238" y="3783013"/>
          <p14:tracePt t="15848" x="4224338" y="3795713"/>
          <p14:tracePt t="15859" x="4122738" y="3836988"/>
          <p14:tracePt t="15871" x="4054475" y="3863975"/>
          <p14:tracePt t="15881" x="3979863" y="3898900"/>
          <p14:tracePt t="15893" x="3952875" y="3938588"/>
          <p14:tracePt t="15905" x="3925888" y="3967163"/>
          <p14:tracePt t="15915" x="3898900" y="3994150"/>
          <p14:tracePt t="15926" x="3898900" y="4027488"/>
          <p14:tracePt t="15938" x="3898900" y="4054475"/>
          <p14:tracePt t="15949" x="3911600" y="4081463"/>
          <p14:tracePt t="15960" x="3938588" y="4110038"/>
          <p14:tracePt t="15972" x="3967163" y="4122738"/>
          <p14:tracePt t="15993" x="4027488" y="4157663"/>
          <p14:tracePt t="15994" x="4081463" y="4184650"/>
          <p14:tracePt t="16006" x="4143375" y="4184650"/>
          <p14:tracePt t="16016" x="4238625" y="4197350"/>
          <p14:tracePt t="16028" x="4340225" y="4211638"/>
          <p14:tracePt t="16040" x="4443413" y="4211638"/>
          <p14:tracePt t="16050" x="4557713" y="4197350"/>
          <p14:tracePt t="16061" x="4673600" y="4184650"/>
          <p14:tracePt t="16072" x="4776788" y="4157663"/>
          <p14:tracePt t="16083" x="4843463" y="4122738"/>
          <p14:tracePt t="16095" x="4905375" y="4081463"/>
          <p14:tracePt t="16106" x="4932363" y="4054475"/>
          <p14:tracePt t="16117" x="4946650" y="4041775"/>
          <p14:tracePt t="16129" x="4946650" y="4027488"/>
          <p14:tracePt t="16140" x="4932363" y="4014788"/>
          <p14:tracePt t="16151" x="4919663" y="3979863"/>
          <p14:tracePt t="16163" x="4884738" y="3967163"/>
          <p14:tracePt t="16174" x="4830763" y="3952875"/>
          <p14:tracePt t="16184" x="4741863" y="3938588"/>
          <p14:tracePt t="16197" x="4660900" y="3938588"/>
          <p14:tracePt t="16208" x="4530725" y="3925888"/>
          <p14:tracePt t="16218" x="4387850" y="3925888"/>
          <p14:tracePt t="16230" x="4286250" y="3938588"/>
          <p14:tracePt t="16241" x="4143375" y="3967163"/>
          <p14:tracePt t="16252" x="3994150" y="3994150"/>
          <p14:tracePt t="16264" x="3836988" y="4054475"/>
          <p14:tracePt t="16275" x="3735388" y="4095750"/>
          <p14:tracePt t="16286" x="3640138" y="4157663"/>
          <p14:tracePt t="16297" x="3578225" y="4184650"/>
          <p14:tracePt t="16309" x="3565525" y="4211638"/>
          <p14:tracePt t="16319" x="3565525" y="4224338"/>
          <p14:tracePt t="16331" x="3565525" y="4238625"/>
          <p14:tracePt t="16342" x="3565525" y="4259263"/>
          <p14:tracePt t="16355" x="3578225" y="4271963"/>
          <p14:tracePt t="16365" x="3592513" y="4286250"/>
          <p14:tracePt t="16376" x="3640138" y="4300538"/>
          <p14:tracePt t="16388" x="3667125" y="4300538"/>
          <p14:tracePt t="16398" x="3708400" y="4300538"/>
          <p14:tracePt t="16410" x="3756025" y="4300538"/>
          <p14:tracePt t="16423" x="3810000" y="4300538"/>
          <p14:tracePt t="16432" x="3851275" y="4300538"/>
          <p14:tracePt t="16443" x="3911600" y="4286250"/>
          <p14:tracePt t="16456" x="3952875" y="4286250"/>
          <p14:tracePt t="16466" x="3979863" y="4271963"/>
          <p14:tracePt t="16477" x="3994150" y="4259263"/>
          <p14:tracePt t="16489" x="4014788" y="4259263"/>
          <p14:tracePt t="16499" x="4027488" y="4238625"/>
          <p14:tracePt t="16544" x="4027488" y="4224338"/>
          <p14:tracePt t="16713" x="4041775" y="4224338"/>
          <p14:tracePt t="16725" x="4054475" y="4224338"/>
          <p14:tracePt t="16747" x="4068763" y="4224338"/>
          <p14:tracePt t="16882" x="4054475" y="4224338"/>
          <p14:tracePt t="16894" x="4027488" y="4224338"/>
          <p14:tracePt t="16905" x="3979863" y="4224338"/>
          <p14:tracePt t="16916" x="3911600" y="4238625"/>
          <p14:tracePt t="16929" x="3851275" y="4271963"/>
          <p14:tracePt t="16940" x="3756025" y="4300538"/>
          <p14:tracePt t="16952" x="3681413" y="4327525"/>
          <p14:tracePt t="16961" x="3640138" y="4354513"/>
          <p14:tracePt t="16973" x="3605213" y="4367213"/>
          <p14:tracePt t="16985" x="3592513" y="4367213"/>
          <p14:tracePt t="16995" x="3592513" y="4387850"/>
          <p14:tracePt t="17039" x="3605213" y="4402138"/>
          <p14:tracePt t="17053" x="3640138" y="4402138"/>
          <p14:tracePt t="17064" x="3652838" y="4402138"/>
          <p14:tracePt t="17075" x="3681413" y="4387850"/>
          <p14:tracePt t="17086" x="3694113" y="4387850"/>
          <p14:tracePt t="17096" x="3708400" y="4387850"/>
          <p14:tracePt t="17107" x="3721100" y="4367213"/>
          <p14:tracePt t="17119" x="3735388" y="4367213"/>
          <p14:tracePt t="17141" x="3756025" y="4367213"/>
          <p14:tracePt t="17163" x="3756025" y="4354513"/>
          <p14:tracePt t="17343" x="3768725" y="4354513"/>
          <p14:tracePt t="17354" x="3783013" y="4367213"/>
          <p14:tracePt t="17366" x="3810000" y="4367213"/>
          <p14:tracePt t="17379" x="3824288" y="4367213"/>
          <p14:tracePt t="17389" x="3851275" y="4367213"/>
          <p14:tracePt t="17400" x="3884613" y="4367213"/>
          <p14:tracePt t="17412" x="3925888" y="4367213"/>
          <p14:tracePt t="17423" x="3952875" y="4367213"/>
          <p14:tracePt t="17435" x="4014788" y="4387850"/>
          <p14:tracePt t="17447" x="4068763" y="4387850"/>
          <p14:tracePt t="17457" x="4122738" y="4387850"/>
          <p14:tracePt t="17468" x="4170363" y="4387850"/>
          <p14:tracePt t="17480" x="4211638" y="4387850"/>
          <p14:tracePt t="17490" x="4238625" y="4402138"/>
          <p14:tracePt t="17501" x="4259263" y="4402138"/>
          <p14:tracePt t="17513" x="4271963" y="4402138"/>
          <p14:tracePt t="17590" x="4238625" y="4402138"/>
          <p14:tracePt t="17602" x="4224338" y="4402138"/>
          <p14:tracePt t="17614" x="4211638" y="4414838"/>
          <p14:tracePt t="17624" x="4184650" y="4414838"/>
          <p14:tracePt t="17637" x="4170363" y="4414838"/>
          <p14:tracePt t="17648" x="4143375" y="4414838"/>
          <p14:tracePt t="17659" x="4122738" y="4414838"/>
          <p14:tracePt t="17670" x="4110038" y="4414838"/>
          <p14:tracePt t="17681" x="4081463" y="4414838"/>
          <p14:tracePt t="17692" x="4054475" y="4429125"/>
          <p14:tracePt t="17704" x="4014788" y="4443413"/>
          <p14:tracePt t="17716" x="3979863" y="4443413"/>
          <p14:tracePt t="17726" x="3938588" y="4470400"/>
          <p14:tracePt t="17738" x="3911600" y="4483100"/>
          <p14:tracePt t="17750" x="3863975" y="4497388"/>
          <p14:tracePt t="17760" x="3824288" y="4518025"/>
          <p14:tracePt t="17772" x="3795713" y="4530725"/>
          <p14:tracePt t="17783" x="3756025" y="4557713"/>
          <p14:tracePt t="17794" x="3708400" y="4572000"/>
          <p14:tracePt t="17806" x="3667125" y="4586288"/>
          <p14:tracePt t="17827" x="3625850" y="4598988"/>
          <p14:tracePt t="17831" x="3605213" y="4598988"/>
          <p14:tracePt t="18086" x="3605213" y="4586288"/>
          <p14:tracePt t="18097" x="3625850" y="4586288"/>
          <p14:tracePt t="18120" x="3640138" y="4586288"/>
          <p14:tracePt t="18153" x="3652838" y="4586288"/>
          <p14:tracePt t="18165" x="3667125" y="4586288"/>
          <p14:tracePt t="18176" x="3694113" y="4598988"/>
          <p14:tracePt t="18189" x="3721100" y="4598988"/>
          <p14:tracePt t="18200" x="3756025" y="4598988"/>
          <p14:tracePt t="18210" x="3783013" y="4598988"/>
          <p14:tracePt t="18223" x="3824288" y="4598988"/>
          <p14:tracePt t="18233" x="3851275" y="4598988"/>
          <p14:tracePt t="18245" x="3863975" y="4598988"/>
          <p14:tracePt t="18256" x="3884613" y="4598988"/>
          <p14:tracePt t="18267" x="3898900" y="4598988"/>
          <p14:tracePt t="18279" x="3911600" y="4598988"/>
          <p14:tracePt t="18290" x="3911600" y="4586288"/>
          <p14:tracePt t="18311" x="3911600" y="4572000"/>
          <p14:tracePt t="18333" x="3884613" y="4557713"/>
          <p14:tracePt t="18345" x="3863975" y="4545013"/>
          <p14:tracePt t="18356" x="3836988" y="4530725"/>
          <p14:tracePt t="18368" x="3810000" y="4518025"/>
          <p14:tracePt t="18380" x="3768725" y="4518025"/>
          <p14:tracePt t="18392" x="3735388" y="4518025"/>
          <p14:tracePt t="18404" x="3694113" y="4518025"/>
          <p14:tracePt t="18414" x="3652838" y="4530725"/>
          <p14:tracePt t="18424" x="3605213" y="4545013"/>
          <p14:tracePt t="18437" x="3565525" y="4557713"/>
          <p14:tracePt t="18448" x="3524250" y="4586288"/>
          <p14:tracePt t="18457" x="3476625" y="4613275"/>
          <p14:tracePt t="18470" x="3435350" y="4646613"/>
          <p14:tracePt t="18481" x="3408363" y="4673600"/>
          <p14:tracePt t="18493" x="3381375" y="4700588"/>
          <p14:tracePt t="18504" x="3348038" y="4729163"/>
          <p14:tracePt t="18514" x="3333750" y="4756150"/>
          <p14:tracePt t="18526" x="3319463" y="4803775"/>
          <p14:tracePt t="18538" x="3319463" y="4830763"/>
          <p14:tracePt t="18548" x="3319463" y="4857750"/>
          <p14:tracePt t="18558" x="3319463" y="4905375"/>
          <p14:tracePt t="18570" x="3348038" y="4932363"/>
          <p14:tracePt t="18581" x="3381375" y="4959350"/>
          <p14:tracePt t="18593" x="3435350" y="4986338"/>
          <p14:tracePt t="18604" x="3524250" y="5000625"/>
          <p14:tracePt t="18614" x="3592513" y="5033963"/>
          <p14:tracePt t="18626" x="3667125" y="5033963"/>
          <p14:tracePt t="18638" x="3756025" y="5048250"/>
          <p14:tracePt t="18649" x="3836988" y="5048250"/>
          <p14:tracePt t="18660" x="3898900" y="5033963"/>
          <p14:tracePt t="18671" x="3952875" y="5021263"/>
          <p14:tracePt t="18682" x="3979863" y="4986338"/>
          <p14:tracePt t="18694" x="3994150" y="4959350"/>
          <p14:tracePt t="18705" x="4014788" y="4932363"/>
          <p14:tracePt t="18716" x="4014788" y="4884738"/>
          <p14:tracePt t="18727" x="3994150" y="4857750"/>
          <p14:tracePt t="18739" x="3967163" y="4816475"/>
          <p14:tracePt t="18750" x="3938588" y="4789488"/>
          <p14:tracePt t="18762" x="3898900" y="4776788"/>
          <p14:tracePt t="18773" x="3851275" y="4756150"/>
          <p14:tracePt t="18783" x="3810000" y="4741863"/>
          <p14:tracePt t="18795" x="3756025" y="4741863"/>
          <p14:tracePt t="18806" x="3694113" y="4741863"/>
          <p14:tracePt t="18817" x="3652838" y="4756150"/>
          <p14:tracePt t="18829" x="3578225" y="4803775"/>
          <p14:tracePt t="18840" x="3524250" y="4857750"/>
          <p14:tracePt t="18851" x="3509963" y="4884738"/>
          <p14:tracePt t="18862" x="3497263" y="4932363"/>
          <p14:tracePt t="18873" x="3476625" y="4959350"/>
          <p14:tracePt t="18886" x="3476625" y="4973638"/>
          <p14:tracePt t="18896" x="3497263" y="4986338"/>
          <p14:tracePt t="18908" x="3509963" y="5000625"/>
          <p14:tracePt t="18920" x="3538538" y="5021263"/>
          <p14:tracePt t="18930" x="3565525" y="5021263"/>
          <p14:tracePt t="18941" x="3625850" y="5021263"/>
          <p14:tracePt t="18953" x="3708400" y="5033963"/>
          <p14:tracePt t="18964" x="3810000" y="5021263"/>
          <p14:tracePt t="18975" x="3898900" y="5021263"/>
          <p14:tracePt t="18987" x="4014788" y="5000625"/>
          <p14:tracePt t="18997" x="4122738" y="4959350"/>
          <p14:tracePt t="19009" x="4184650" y="4946650"/>
          <p14:tracePt t="19021" x="4238625" y="4905375"/>
          <p14:tracePt t="19031" x="4286250" y="4872038"/>
          <p14:tracePt t="19042" x="4286250" y="4843463"/>
          <p14:tracePt t="19054" x="4286250" y="4830763"/>
          <p14:tracePt t="19064" x="4286250" y="4803775"/>
          <p14:tracePt t="19076" x="4271963" y="4803775"/>
          <p14:tracePt t="19088" x="4259263" y="4789488"/>
          <p14:tracePt t="19098" x="4224338" y="4789488"/>
          <p14:tracePt t="19110" x="4211638" y="4789488"/>
          <p14:tracePt t="19143" x="4197350" y="4803775"/>
          <p14:tracePt t="19147" x="4184650" y="4816475"/>
          <p14:tracePt t="19157" x="4170363" y="4830763"/>
          <p14:tracePt t="19158" x="4170363" y="4843463"/>
          <p14:tracePt t="19168" x="4170363" y="4857750"/>
          <p14:tracePt t="19179" x="4170363" y="4872038"/>
          <p14:tracePt t="19190" x="4157663" y="4872038"/>
          <p14:tracePt t="19200" x="4157663" y="4884738"/>
          <p14:tracePt t="19211" x="4143375" y="4884738"/>
          <p14:tracePt t="19223" x="4122738" y="4884738"/>
          <p14:tracePt t="19424" x="4143375" y="4884738"/>
          <p14:tracePt t="19447" x="4157663" y="4905375"/>
          <p14:tracePt t="19460" x="4184650" y="4905375"/>
          <p14:tracePt t="19471" x="4197350" y="4905375"/>
          <p14:tracePt t="19481" x="4211638" y="4905375"/>
          <p14:tracePt t="19515" x="4211638" y="4884738"/>
          <p14:tracePt t="19537" x="4224338" y="4884738"/>
          <p14:tracePt t="19604" x="4238625" y="4884738"/>
          <p14:tracePt t="19661" x="4238625" y="4872038"/>
          <p14:tracePt t="20111" x="4259263" y="4872038"/>
          <p14:tracePt t="20269" x="4259263" y="4857750"/>
          <p14:tracePt t="20271" x="4271963" y="4857750"/>
          <p14:tracePt t="20280" x="4286250" y="4857750"/>
          <p14:tracePt t="20295" x="4313238" y="4843463"/>
          <p14:tracePt t="20303" x="4340225" y="4843463"/>
          <p14:tracePt t="20313" x="4387850" y="4830763"/>
          <p14:tracePt t="20325" x="4414838" y="4816475"/>
          <p14:tracePt t="20337" x="4443413" y="4816475"/>
          <p14:tracePt t="20347" x="4456113" y="4803775"/>
          <p14:tracePt t="20359" x="4470400" y="4789488"/>
          <p14:tracePt t="20381" x="4470400" y="4776788"/>
          <p14:tracePt t="20392" x="4470400" y="4756150"/>
          <p14:tracePt t="20425" x="4470400" y="4741863"/>
          <p14:tracePt t="20438" x="4456113" y="4741863"/>
          <p14:tracePt t="20493" x="4443413" y="4756150"/>
          <p14:tracePt t="20505" x="4429125" y="4756150"/>
          <p14:tracePt t="20527" x="4414838" y="4776788"/>
          <p14:tracePt t="20549" x="4414838" y="4789488"/>
          <p14:tracePt t="20605" x="4429125" y="4789488"/>
          <p14:tracePt t="20628" x="4456113" y="4789488"/>
          <p14:tracePt t="20640" x="4470400" y="4789488"/>
          <p14:tracePt t="20652" x="4497388" y="4776788"/>
          <p14:tracePt t="20662" x="4518025" y="4756150"/>
          <p14:tracePt t="20674" x="4545013" y="4741863"/>
          <p14:tracePt t="20685" x="4545013" y="4729163"/>
          <p14:tracePt t="20697" x="4557713" y="4714875"/>
          <p14:tracePt t="20708" x="4557713" y="4687888"/>
          <p14:tracePt t="20719" x="4545013" y="4673600"/>
          <p14:tracePt t="20731" x="4545013" y="4660900"/>
          <p14:tracePt t="20741" x="4530725" y="4660900"/>
          <p14:tracePt t="20752" x="4518025" y="4660900"/>
          <p14:tracePt t="20764" x="4497388" y="4660900"/>
          <p14:tracePt t="20775" x="4483100" y="4660900"/>
          <p14:tracePt t="20789" x="4456113" y="4660900"/>
          <p14:tracePt t="20799" x="4443413" y="4673600"/>
          <p14:tracePt t="20809" x="4429125" y="4673600"/>
          <p14:tracePt t="20821" x="4429125" y="4687888"/>
          <p14:tracePt t="20831" x="4414838" y="4700588"/>
          <p14:tracePt t="20844" x="4414838" y="4714875"/>
          <p14:tracePt t="20855" x="4414838" y="4729163"/>
          <p14:tracePt t="20865" x="4429125" y="4729163"/>
          <p14:tracePt t="20876" x="4429125" y="4741863"/>
          <p14:tracePt t="20888" x="4443413" y="4741863"/>
          <p14:tracePt t="20898" x="4470400" y="4756150"/>
          <p14:tracePt t="20910" x="4518025" y="4756150"/>
          <p14:tracePt t="20922" x="4545013" y="4756150"/>
          <p14:tracePt t="20932" x="4572000" y="4741863"/>
          <p14:tracePt t="20944" x="4598988" y="4729163"/>
          <p14:tracePt t="20955" x="4613275" y="4729163"/>
          <p14:tracePt t="20966" x="4625975" y="4714875"/>
          <p14:tracePt t="20988" x="4646613" y="4700588"/>
          <p14:tracePt t="21078" x="4646613" y="4714875"/>
          <p14:tracePt t="21089" x="4646613" y="4741863"/>
          <p14:tracePt t="21101" x="4673600" y="4776788"/>
          <p14:tracePt t="21113" x="4687888" y="4789488"/>
          <p14:tracePt t="21125" x="4700588" y="4803775"/>
          <p14:tracePt t="21135" x="4714875" y="4816475"/>
          <p14:tracePt t="21147" x="4729163" y="4816475"/>
          <p14:tracePt t="21158" x="4741863" y="4816475"/>
          <p14:tracePt t="21213" x="4729163" y="4816475"/>
          <p14:tracePt t="21235" x="4714875" y="4830763"/>
          <p14:tracePt t="21240" x="4700588" y="4830763"/>
          <p14:tracePt t="21248" x="4687888" y="4830763"/>
          <p14:tracePt t="21250" x="4646613" y="4830763"/>
          <p14:tracePt t="21259" x="4613275" y="4830763"/>
          <p14:tracePt t="21272" x="4557713" y="4830763"/>
          <p14:tracePt t="21282" x="4470400" y="4830763"/>
          <p14:tracePt t="21293" x="4387850" y="4830763"/>
          <p14:tracePt t="21303" x="4300538" y="4830763"/>
          <p14:tracePt t="21315" x="4170363" y="4830763"/>
          <p14:tracePt t="21326" x="4068763" y="4843463"/>
          <p14:tracePt t="21338" x="3994150" y="4843463"/>
          <p14:tracePt t="21349" x="3911600" y="4843463"/>
          <p14:tracePt t="21360" x="3851275" y="4843463"/>
          <p14:tracePt t="21372" x="3810000" y="4857750"/>
          <p14:tracePt t="21382" x="3768725" y="4857750"/>
          <p14:tracePt t="21393" x="3735388" y="4857750"/>
          <p14:tracePt t="21416" x="3708400" y="4872038"/>
          <p14:tracePt t="21419" x="3694113" y="4872038"/>
          <p14:tracePt t="21429" x="3681413" y="4872038"/>
          <p14:tracePt t="21440" x="3667125" y="4884738"/>
          <p14:tracePt t="21451" x="3652838" y="4884738"/>
          <p14:tracePt t="21472" x="3640138" y="4884738"/>
          <p14:tracePt t="21483" x="3625850" y="4905375"/>
          <p14:tracePt t="21495" x="3605213" y="4919663"/>
          <p14:tracePt t="21506" x="3578225" y="4932363"/>
          <p14:tracePt t="21517" x="3565525" y="4946650"/>
          <p14:tracePt t="21529" x="3565525" y="4959350"/>
          <p14:tracePt t="21540" x="3551238" y="4973638"/>
          <p14:tracePt t="21551" x="3551238" y="4986338"/>
          <p14:tracePt t="21573" x="3551238" y="5000625"/>
          <p14:tracePt t="21596" x="3551238" y="5021263"/>
          <p14:tracePt t="21618" x="3565525" y="5021263"/>
          <p14:tracePt t="21753" x="3565525" y="5000625"/>
          <p14:tracePt t="21798" x="3551238" y="5000625"/>
          <p14:tracePt t="21809" x="3538538" y="4986338"/>
          <p14:tracePt t="21843" x="3538538" y="5000625"/>
          <p14:tracePt t="21888" x="3551238" y="5000625"/>
          <p14:tracePt t="21899" x="3551238" y="5021263"/>
          <p14:tracePt t="21913" x="3565525" y="5021263"/>
          <p14:tracePt t="21923" x="3578225" y="5033963"/>
          <p14:tracePt t="21934" x="3592513" y="5033963"/>
          <p14:tracePt t="21945" x="3605213" y="5048250"/>
          <p14:tracePt t="21956" x="3625850" y="5048250"/>
          <p14:tracePt t="21967" x="3652838" y="5048250"/>
          <p14:tracePt t="21979" x="3681413" y="5062538"/>
          <p14:tracePt t="21990" x="3721100" y="5062538"/>
          <p14:tracePt t="22001" x="3756025" y="5062538"/>
          <p14:tracePt t="22014" x="3810000" y="5062538"/>
          <p14:tracePt t="22024" x="3898900" y="5062538"/>
          <p14:tracePt t="22037" x="3952875" y="5075238"/>
          <p14:tracePt t="22047" x="4054475" y="5075238"/>
          <p14:tracePt t="22057" x="4143375" y="5089525"/>
          <p14:tracePt t="22070" x="4211638" y="5089525"/>
          <p14:tracePt t="22080" x="4313238" y="5089525"/>
          <p14:tracePt t="22091" x="4402138" y="5102225"/>
          <p14:tracePt t="22103" x="4470400" y="5102225"/>
          <p14:tracePt t="22114" x="4530725" y="5102225"/>
          <p14:tracePt t="22125" x="4586288" y="5116513"/>
          <p14:tracePt t="22137" x="4646613" y="5129213"/>
          <p14:tracePt t="22148" x="4673600" y="5129213"/>
          <p14:tracePt t="22158" x="4687888" y="5149850"/>
          <p14:tracePt t="22170" x="4673600" y="5149850"/>
          <p14:tracePt t="22181" x="4646613" y="5149850"/>
          <p14:tracePt t="22597" x="4660900" y="5149850"/>
          <p14:tracePt t="22608" x="4687888" y="5149850"/>
          <p14:tracePt t="22620" x="4700588" y="5164138"/>
          <p14:tracePt t="22631" x="4729163" y="5164138"/>
          <p14:tracePt t="22642" x="4756150" y="5164138"/>
          <p14:tracePt t="22655" x="4789488" y="5164138"/>
          <p14:tracePt t="22665" x="4803775" y="5164138"/>
          <p14:tracePt t="22676" x="4816475" y="5149850"/>
          <p14:tracePt t="22688" x="4843463" y="5129213"/>
          <p14:tracePt t="22699" x="4857750" y="5129213"/>
          <p14:tracePt t="22710" x="4872038" y="5116513"/>
          <p14:tracePt t="22732" x="4884738" y="5102225"/>
          <p14:tracePt t="22755" x="4884738" y="5089525"/>
          <p14:tracePt t="23058" x="4905375" y="5089525"/>
          <p14:tracePt t="23080" x="4884738" y="5102225"/>
          <p14:tracePt t="23103" x="4872038" y="5102225"/>
          <p14:tracePt t="23115" x="4857750" y="5102225"/>
          <p14:tracePt t="23823" x="4872038" y="5102225"/>
          <p14:tracePt t="23947" x="4884738" y="5102225"/>
          <p14:tracePt t="24048" x="4872038" y="5102225"/>
          <p14:tracePt t="24070" x="4857750" y="5102225"/>
          <p14:tracePt t="24082" x="4843463" y="5089525"/>
          <p14:tracePt t="24341" x="4884738" y="5075238"/>
          <p14:tracePt t="24352" x="4932363" y="5075238"/>
          <p14:tracePt t="24386" x="4986338" y="5075238"/>
          <p14:tracePt t="24388" x="5000625" y="5075238"/>
          <p14:tracePt t="24398" x="5021263" y="5075238"/>
          <p14:tracePt t="24400" x="5000625" y="5062538"/>
          <p14:tracePt t="24417" x="5000625" y="5048250"/>
          <p14:tracePt t="24422" x="4986338" y="5033963"/>
          <p14:tracePt t="24431" x="4973638" y="5021263"/>
          <p14:tracePt t="24443" x="4973638" y="5000625"/>
          <p14:tracePt t="24454" x="4959350" y="4973638"/>
          <p14:tracePt t="24465" x="4959350" y="4959350"/>
          <p14:tracePt t="24476" x="4959350" y="4932363"/>
          <p14:tracePt t="24487" x="4959350" y="4905375"/>
          <p14:tracePt t="24500" x="4946650" y="4857750"/>
          <p14:tracePt t="24510" x="4946650" y="4816475"/>
          <p14:tracePt t="24523" x="4946650" y="4776788"/>
          <p14:tracePt t="24534" x="4946650" y="4729163"/>
          <p14:tracePt t="24543" x="4932363" y="4687888"/>
          <p14:tracePt t="24555" x="4919663" y="4625975"/>
          <p14:tracePt t="24568" x="4884738" y="4586288"/>
          <p14:tracePt t="24578" x="4857750" y="4557713"/>
          <p14:tracePt t="24589" x="4816475" y="4497388"/>
          <p14:tracePt t="24603" x="4756150" y="4456113"/>
          <p14:tracePt t="24613" x="4700588" y="4429125"/>
          <p14:tracePt t="24623" x="4613275" y="4387850"/>
          <p14:tracePt t="24635" x="4518025" y="4354513"/>
          <p14:tracePt t="24646" x="4387850" y="4340225"/>
          <p14:tracePt t="24658" x="4300538" y="4327525"/>
          <p14:tracePt t="24668" x="4170363" y="4327525"/>
          <p14:tracePt t="24678" x="4054475" y="4340225"/>
          <p14:tracePt t="24690" x="3979863" y="4354513"/>
          <p14:tracePt t="24701" x="3911600" y="4387850"/>
          <p14:tracePt t="24712" x="3836988" y="4429125"/>
          <p14:tracePt t="24724" x="3810000" y="4456113"/>
          <p14:tracePt t="24735" x="3783013" y="4497388"/>
          <p14:tracePt t="24746" x="3768725" y="4545013"/>
          <p14:tracePt t="24758" x="3783013" y="4572000"/>
          <p14:tracePt t="24769" x="3795713" y="4598988"/>
          <p14:tracePt t="24779" x="3824288" y="4646613"/>
          <p14:tracePt t="24792" x="3884613" y="4687888"/>
          <p14:tracePt t="24803" x="3925888" y="4700588"/>
          <p14:tracePt t="24813" x="3994150" y="4729163"/>
          <p14:tracePt t="24825" x="4068763" y="4729163"/>
          <p14:tracePt t="24836" x="4122738" y="4741863"/>
          <p14:tracePt t="24847" x="4197350" y="4741863"/>
          <p14:tracePt t="24858" x="4271963" y="4741863"/>
          <p14:tracePt t="24872" x="4327525" y="4741863"/>
          <p14:tracePt t="24884" x="4340225" y="4741863"/>
          <p14:tracePt t="24894" x="4367213" y="4741863"/>
          <p14:tracePt t="24904" x="4367213" y="4729163"/>
          <p14:tracePt t="24926" x="4367213" y="4714875"/>
          <p14:tracePt t="24937" x="4367213" y="4700588"/>
          <p14:tracePt t="24948" x="4354513" y="4673600"/>
          <p14:tracePt t="24960" x="4340225" y="4660900"/>
          <p14:tracePt t="24972" x="4327525" y="4625975"/>
          <p14:tracePt t="24984" x="4300538" y="4613275"/>
          <p14:tracePt t="25005" x="4259263" y="4586288"/>
          <p14:tracePt t="25006" x="4197350" y="4572000"/>
          <p14:tracePt t="25017" x="4143375" y="4557713"/>
          <p14:tracePt t="25028" x="4081463" y="4545013"/>
          <p14:tracePt t="25040" x="4027488" y="4545013"/>
          <p14:tracePt t="25051" x="3967163" y="4545013"/>
          <p14:tracePt t="25061" x="3938588" y="4557713"/>
          <p14:tracePt t="25073" x="3911600" y="4572000"/>
          <p14:tracePt t="25084" x="3898900" y="4586288"/>
          <p14:tracePt t="25095" x="3898900" y="4598988"/>
          <p14:tracePt t="25106" x="3898900" y="4613275"/>
          <p14:tracePt t="25118" x="3911600" y="4646613"/>
          <p14:tracePt t="25129" x="3925888" y="4660900"/>
          <p14:tracePt t="25140" x="3967163" y="4673600"/>
          <p14:tracePt t="25151" x="4014788" y="4687888"/>
          <p14:tracePt t="25162" x="4068763" y="4700588"/>
          <p14:tracePt t="25174" x="4143375" y="4700588"/>
          <p14:tracePt t="25185" x="4184650" y="4700588"/>
          <p14:tracePt t="25196" x="4259263" y="4687888"/>
          <p14:tracePt t="25208" x="4313238" y="4673600"/>
          <p14:tracePt t="25219" x="4340225" y="4660900"/>
          <p14:tracePt t="25230" x="4367213" y="4613275"/>
          <p14:tracePt t="25242" x="4367213" y="4586288"/>
          <p14:tracePt t="25253" x="4367213" y="4545013"/>
          <p14:tracePt t="25263" x="4354513" y="4518025"/>
          <p14:tracePt t="25275" x="4327525" y="4483100"/>
          <p14:tracePt t="25287" x="4286250" y="4456113"/>
          <p14:tracePt t="25297" x="4224338" y="4429125"/>
          <p14:tracePt t="25309" x="4157663" y="4414838"/>
          <p14:tracePt t="25320" x="4068763" y="4414838"/>
          <p14:tracePt t="25331" x="3994150" y="4414838"/>
          <p14:tracePt t="25343" x="3925888" y="4429125"/>
          <p14:tracePt t="25354" x="3863975" y="4456113"/>
          <p14:tracePt t="25365" x="3810000" y="4497388"/>
          <p14:tracePt t="25376" x="3795713" y="4530725"/>
          <p14:tracePt t="25387" x="3768725" y="4557713"/>
          <p14:tracePt t="25398" x="3768725" y="4586288"/>
          <p14:tracePt t="25432" x="3768725" y="4598988"/>
          <p14:tracePt t="25436" x="3783013" y="4625975"/>
          <p14:tracePt t="25444" x="3810000" y="4646613"/>
          <p14:tracePt t="25446" x="3836988" y="4660900"/>
          <p14:tracePt t="25455" x="3884613" y="4673600"/>
          <p14:tracePt t="25469" x="3925888" y="4673600"/>
          <p14:tracePt t="25478" x="3967163" y="4673600"/>
          <p14:tracePt t="25489" x="3994150" y="4673600"/>
          <p14:tracePt t="25501" x="4054475" y="4673600"/>
          <p14:tracePt t="25511" x="4095750" y="4660900"/>
          <p14:tracePt t="25523" x="4122738" y="4646613"/>
          <p14:tracePt t="25534" x="4170363" y="4625975"/>
          <p14:tracePt t="25545" x="4184650" y="4613275"/>
          <p14:tracePt t="25557" x="4197350" y="4598988"/>
          <p14:tracePt t="25568" x="4197350" y="4586288"/>
          <p14:tracePt t="25579" x="4197350" y="4557713"/>
          <p14:tracePt t="25590" x="4197350" y="4545013"/>
          <p14:tracePt t="25601" x="4184650" y="4530725"/>
          <p14:tracePt t="25612" x="4170363" y="4497388"/>
          <p14:tracePt t="25624" x="4122738" y="4483100"/>
          <p14:tracePt t="25635" x="4081463" y="4470400"/>
          <p14:tracePt t="25646" x="4041775" y="4470400"/>
          <p14:tracePt t="25658" x="3967163" y="4483100"/>
          <p14:tracePt t="25669" x="3911600" y="4483100"/>
          <p14:tracePt t="25680" x="3863975" y="4497388"/>
          <p14:tracePt t="25692" x="3824288" y="4530725"/>
          <p14:tracePt t="25703" x="3783013" y="4545013"/>
          <p14:tracePt t="25713" x="3756025" y="4572000"/>
          <p14:tracePt t="25725" x="3735388" y="4586288"/>
          <p14:tracePt t="25736" x="3735388" y="4598988"/>
          <p14:tracePt t="25747" x="3735388" y="4613275"/>
          <p14:tracePt t="25758" x="3756025" y="4625975"/>
          <p14:tracePt t="25770" x="3795713" y="4646613"/>
          <p14:tracePt t="25781" x="3836988" y="4660900"/>
          <p14:tracePt t="25793" x="3863975" y="4673600"/>
          <p14:tracePt t="25804" x="3938588" y="4673600"/>
          <p14:tracePt t="25815" x="3994150" y="4673600"/>
          <p14:tracePt t="25826" x="4054475" y="4673600"/>
          <p14:tracePt t="25837" x="4122738" y="4660900"/>
          <p14:tracePt t="25850" x="4184650" y="4646613"/>
          <p14:tracePt t="25860" x="4211638" y="4625975"/>
          <p14:tracePt t="25871" x="4211638" y="4613275"/>
          <p14:tracePt t="25884" x="4224338" y="4598988"/>
          <p14:tracePt t="25893" x="4211638" y="4586288"/>
          <p14:tracePt t="25905" x="4211638" y="4572000"/>
          <p14:tracePt t="25918" x="4184650" y="4557713"/>
          <p14:tracePt t="25928" x="4157663" y="4545013"/>
          <p14:tracePt t="25939" x="4110038" y="4545013"/>
          <p14:tracePt t="25951" x="4068763" y="4530725"/>
          <p14:tracePt t="25961" x="3994150" y="4530725"/>
          <p14:tracePt t="25973" x="3938588" y="4545013"/>
          <p14:tracePt t="25984" x="3898900" y="4545013"/>
          <p14:tracePt t="25994" x="3851275" y="4557713"/>
          <p14:tracePt t="26007" x="3824288" y="4586288"/>
          <p14:tracePt t="26018" x="3810000" y="4586288"/>
          <p14:tracePt t="26029" x="3795713" y="4613275"/>
          <p14:tracePt t="26041" x="3795713" y="4625975"/>
          <p14:tracePt t="26052" x="3810000" y="4646613"/>
          <p14:tracePt t="26063" x="3824288" y="4660900"/>
          <p14:tracePt t="26075" x="3851275" y="4673600"/>
          <p14:tracePt t="26086" x="3884613" y="4673600"/>
          <p14:tracePt t="26096" x="3925888" y="4687888"/>
          <p14:tracePt t="26108" x="3952875" y="4687888"/>
          <p14:tracePt t="26119" x="3994150" y="4687888"/>
          <p14:tracePt t="26130" x="4041775" y="4687888"/>
          <p14:tracePt t="26141" x="4081463" y="4687888"/>
          <p14:tracePt t="26152" x="4110038" y="4673600"/>
          <p14:tracePt t="26164" x="4122738" y="4660900"/>
          <p14:tracePt t="26186" x="4122738" y="4646613"/>
          <p14:tracePt t="26197" x="4122738" y="4625975"/>
          <p14:tracePt t="26209" x="4122738" y="4613275"/>
          <p14:tracePt t="26220" x="4110038" y="4598988"/>
          <p14:tracePt t="26231" x="4081463" y="4586288"/>
          <p14:tracePt t="26243" x="4054475" y="4572000"/>
          <p14:tracePt t="26254" x="4027488" y="4557713"/>
          <p14:tracePt t="26265" x="3979863" y="4557713"/>
          <p14:tracePt t="26277" x="3952875" y="4557713"/>
          <p14:tracePt t="26288" x="3925888" y="4545013"/>
          <p14:tracePt t="26300" x="3898900" y="4557713"/>
          <p14:tracePt t="26311" x="3863975" y="4557713"/>
          <p14:tracePt t="26322" x="3836988" y="4572000"/>
          <p14:tracePt t="26333" x="3836988" y="4586288"/>
          <p14:tracePt t="26343" x="3824288" y="4598988"/>
          <p14:tracePt t="26366" x="3824288" y="4613275"/>
          <p14:tracePt t="26388" x="3836988" y="4625975"/>
          <p14:tracePt t="26401" x="3851275" y="4625975"/>
          <p14:tracePt t="26411" x="3863975" y="4625975"/>
          <p14:tracePt t="26422" x="3884613" y="4625975"/>
          <p14:tracePt t="26434" x="3898900" y="4625975"/>
          <p14:tracePt t="26445" x="3911600" y="4625975"/>
          <p14:tracePt t="26457" x="3911600" y="4613275"/>
          <p14:tracePt t="26479" x="3925888" y="4613275"/>
          <p14:tracePt t="26490" x="3925888" y="4598988"/>
          <p14:tracePt t="26512" x="3925888" y="4586288"/>
          <p14:tracePt t="26962" x="3925888" y="4598988"/>
          <p14:tracePt t="26985" x="3938588" y="4598988"/>
          <p14:tracePt t="27007" x="3925888" y="4598988"/>
          <p14:tracePt t="27311" x="3938588" y="4598988"/>
          <p14:tracePt t="27333" x="3952875" y="4598988"/>
          <p14:tracePt t="27345" x="3967163" y="4598988"/>
          <p14:tracePt t="27367" x="3979863" y="4598988"/>
          <p14:tracePt t="27379" x="3994150" y="4586288"/>
          <p14:tracePt t="27390" x="4027488" y="4586288"/>
          <p14:tracePt t="27403" x="4041775" y="4586288"/>
          <p14:tracePt t="27413" x="4054475" y="4586288"/>
          <p14:tracePt t="27424" x="4068763" y="4586288"/>
          <p14:tracePt t="27437" x="4068763" y="4572000"/>
          <p14:tracePt t="27457" x="4068763" y="4557713"/>
          <p14:tracePt t="27480" x="4068763" y="4545013"/>
          <p14:tracePt t="27580" x="4081463" y="4545013"/>
          <p14:tracePt t="27705" x="4095750" y="4545013"/>
          <p14:tracePt t="27727" x="4110038" y="4545013"/>
          <p14:tracePt t="27740" x="4122738" y="4545013"/>
          <p14:tracePt t="27751" x="4143375" y="4545013"/>
          <p14:tracePt t="27761" x="4184650" y="4545013"/>
          <p14:tracePt t="27775" x="4238625" y="4530725"/>
          <p14:tracePt t="27783" x="4327525" y="4483100"/>
          <p14:tracePt t="27795" x="4414838" y="4456113"/>
          <p14:tracePt t="27807" x="4557713" y="4387850"/>
          <p14:tracePt t="27817" x="4741863" y="4313238"/>
          <p14:tracePt t="27829" x="4905375" y="4259263"/>
          <p14:tracePt t="27843" x="5129213" y="4157663"/>
          <p14:tracePt t="27851" x="5348288" y="4054475"/>
          <p14:tracePt t="27863" x="5538788" y="3979863"/>
          <p14:tracePt t="27877" x="5634038" y="3938588"/>
          <p14:tracePt t="27887" x="5783263" y="3898900"/>
          <p14:tracePt t="27897" x="5926138" y="3863975"/>
          <p14:tracePt t="27911" x="6042025" y="3851275"/>
          <p14:tracePt t="27921" x="6184900" y="3824288"/>
          <p14:tracePt t="27930" x="6313488" y="3810000"/>
          <p14:tracePt t="27944" x="6396038" y="3795713"/>
          <p14:tracePt t="27954" x="6510338" y="3783013"/>
          <p14:tracePt t="27964" x="6586538" y="3783013"/>
          <p14:tracePt t="27977" x="6653213" y="3795713"/>
          <p14:tracePt t="27987" x="6688138" y="3810000"/>
          <p14:tracePt t="27999" x="6688138" y="3824288"/>
          <p14:tracePt t="28222" x="6715125" y="3824288"/>
          <p14:tracePt t="28233" x="6729413" y="3824288"/>
          <p14:tracePt t="28245" x="6742113" y="3824288"/>
          <p14:tracePt t="28267" x="6742113" y="3810000"/>
          <p14:tracePt t="28279" x="6756400" y="3810000"/>
          <p14:tracePt t="28323" x="6756400" y="3795713"/>
          <p14:tracePt t="28537" x="6769100" y="3783013"/>
          <p14:tracePt t="28549" x="6804025" y="3768725"/>
          <p14:tracePt t="28582" x="6843713" y="3735388"/>
          <p14:tracePt t="28585" x="6946900" y="3667125"/>
          <p14:tracePt t="28595" x="7116763" y="3538538"/>
          <p14:tracePt t="28596" x="7307263" y="3422650"/>
          <p14:tracePt t="28605" x="7593013" y="3252788"/>
          <p14:tracePt t="28617" x="7932738" y="3033713"/>
          <p14:tracePt t="28629" x="8266113" y="2843213"/>
          <p14:tracePt t="28639" x="8510588" y="2735263"/>
          <p14:tracePt t="28650" x="8843963" y="2586038"/>
          <p14:tracePt t="28664" x="9102725" y="2503488"/>
          <p14:tracePt t="28674" x="9245600" y="2455863"/>
          <p14:tracePt t="28685" x="9388475" y="2428875"/>
          <p14:tracePt t="28697" x="9456738" y="2414588"/>
          <p14:tracePt t="28707" x="9504363" y="2414588"/>
          <p14:tracePt t="28719" x="9518650" y="2414588"/>
          <p14:tracePt t="28729" x="9531350" y="2414588"/>
          <p14:tracePt t="28830" x="9518650" y="2414588"/>
          <p14:tracePt t="28841" x="9491663" y="2428875"/>
          <p14:tracePt t="28853" x="9456738" y="2443163"/>
          <p14:tracePt t="28864" x="9429750" y="2443163"/>
          <p14:tracePt t="28875" x="9415463" y="2443163"/>
          <p14:tracePt t="28898" x="9402763" y="2428875"/>
          <p14:tracePt t="28909" x="9388475" y="2414588"/>
          <p14:tracePt t="28922" x="9361488" y="2401888"/>
          <p14:tracePt t="28935" x="9328150" y="2387600"/>
          <p14:tracePt t="28944" x="9313863" y="2374900"/>
          <p14:tracePt t="28955" x="9301163" y="2374900"/>
          <p14:tracePt t="28967" x="9286875" y="2360613"/>
          <p14:tracePt t="28987" x="9286875" y="2339975"/>
          <p14:tracePt t="29032" x="9286875" y="2327275"/>
          <p14:tracePt t="29043" x="9301163" y="2327275"/>
          <p14:tracePt t="29066" x="9313863" y="2312988"/>
          <p14:tracePt t="29077" x="9348788" y="2312988"/>
          <p14:tracePt t="29090" x="9375775" y="2312988"/>
          <p14:tracePt t="29101" x="9402763" y="2312988"/>
          <p14:tracePt t="29111" x="9429750" y="2300288"/>
          <p14:tracePt t="29124" x="9456738" y="2300288"/>
          <p14:tracePt t="29135" x="9477375" y="2300288"/>
          <p14:tracePt t="29145" x="9491663" y="2300288"/>
          <p14:tracePt t="29212" x="9477375" y="2286000"/>
          <p14:tracePt t="29225" x="9444038" y="2286000"/>
          <p14:tracePt t="29235" x="9415463" y="2286000"/>
          <p14:tracePt t="29246" x="9402763" y="2286000"/>
          <p14:tracePt t="29258" x="9388475" y="2286000"/>
          <p14:tracePt t="29269" x="9375775" y="2286000"/>
          <p14:tracePt t="29280" x="9361488" y="2286000"/>
          <p14:tracePt t="29359" x="9375775" y="2286000"/>
          <p14:tracePt t="29370" x="9388475" y="2286000"/>
          <p14:tracePt t="29383" x="9415463" y="2286000"/>
          <p14:tracePt t="29394" x="9444038" y="2300288"/>
          <p14:tracePt t="29406" x="9477375" y="2300288"/>
          <p14:tracePt t="29418" x="9518650" y="2300288"/>
          <p14:tracePt t="29428" x="9545638" y="2300288"/>
          <p14:tracePt t="29439" x="9558338" y="2300288"/>
          <p14:tracePt t="29452" x="9593263" y="2300288"/>
          <p14:tracePt t="29462" x="9605963" y="2300288"/>
          <p14:tracePt t="29474" x="9620250" y="2300288"/>
          <p14:tracePt t="29494" x="9634538" y="2300288"/>
          <p14:tracePt t="29528" x="9634538" y="2312988"/>
          <p14:tracePt t="29549" x="9634538" y="2327275"/>
          <p14:tracePt t="29561" x="9634538" y="2339975"/>
          <p14:tracePt t="29573" x="9620250" y="2360613"/>
          <p14:tracePt t="29775" x="9620250" y="2374900"/>
          <p14:tracePt t="29788" x="9593263" y="2360613"/>
          <p14:tracePt t="29800" x="9572625" y="2360613"/>
          <p14:tracePt t="29820" x="9558338" y="2360613"/>
          <p14:tracePt t="29843" x="9545638" y="2360613"/>
          <p14:tracePt t="29865" x="9545638" y="2339975"/>
          <p14:tracePt t="29932" x="9545638" y="2327275"/>
          <p14:tracePt t="29955" x="9531350" y="2327275"/>
          <p14:tracePt t="29977" x="9531350" y="2312988"/>
          <p14:tracePt t="30123" x="9531350" y="2300288"/>
          <p14:tracePt t="30157" x="9531350" y="2286000"/>
          <p14:tracePt t="30179" x="9531350" y="2271713"/>
          <p14:tracePt t="30191" x="9531350" y="2259013"/>
          <p14:tracePt t="30202" x="9531350" y="2244725"/>
          <p14:tracePt t="30214" x="9531350" y="2232025"/>
          <p14:tracePt t="30225" x="9531350" y="2211388"/>
          <p14:tracePt t="30247" x="9545638" y="2197100"/>
          <p14:tracePt t="30259" x="9545638" y="2184400"/>
          <p14:tracePt t="30281" x="9558338" y="2184400"/>
          <p14:tracePt t="30293" x="9572625" y="2170113"/>
          <p14:tracePt t="30585" x="9593263" y="2170113"/>
          <p14:tracePt t="30598" x="9605963" y="2184400"/>
          <p14:tracePt t="30619" x="9620250" y="2184400"/>
          <p14:tracePt t="30631" x="9634538" y="2184400"/>
          <p14:tracePt t="30641" x="9647238" y="2184400"/>
          <p14:tracePt t="30655" x="9661525" y="2184400"/>
          <p14:tracePt t="30676" x="9674225" y="2184400"/>
          <p14:tracePt t="31124" x="9661525" y="2197100"/>
          <p14:tracePt t="31136" x="9647238" y="2197100"/>
          <p14:tracePt t="31147" x="9634538" y="2211388"/>
          <p14:tracePt t="31159" x="9620250" y="2232025"/>
          <p14:tracePt t="31170" x="9593263" y="2232025"/>
          <p14:tracePt t="31181" x="9558338" y="2244725"/>
          <p14:tracePt t="31194" x="9531350" y="2259013"/>
          <p14:tracePt t="31204" x="9504363" y="2271713"/>
          <p14:tracePt t="31215" x="9456738" y="2286000"/>
          <p14:tracePt t="31228" x="9429750" y="2300288"/>
          <p14:tracePt t="31237" x="9388475" y="2312988"/>
          <p14:tracePt t="31249" x="9348788" y="2327275"/>
          <p14:tracePt t="31261" x="9301163" y="2327275"/>
          <p14:tracePt t="31272" x="9259888" y="2339975"/>
          <p14:tracePt t="31282" x="9218613" y="2360613"/>
          <p14:tracePt t="31296" x="9170988" y="2374900"/>
          <p14:tracePt t="31306" x="9129713" y="2374900"/>
          <p14:tracePt t="31317" x="9090025" y="2387600"/>
          <p14:tracePt t="31329" x="9028113" y="2387600"/>
          <p14:tracePt t="31339" x="8986838" y="2401888"/>
          <p14:tracePt t="31351" x="8912225" y="2401888"/>
          <p14:tracePt t="31362" x="8831263" y="2414588"/>
          <p14:tracePt t="31372" x="8756650" y="2428875"/>
          <p14:tracePt t="31384" x="8694738" y="2428875"/>
          <p14:tracePt t="31395" x="8613775" y="2443163"/>
          <p14:tracePt t="31406" x="8539163" y="2443163"/>
          <p14:tracePt t="31417" x="8497888" y="2443163"/>
          <p14:tracePt t="31429" x="8423275" y="2443163"/>
          <p14:tracePt t="31440" x="8355013" y="2443163"/>
          <p14:tracePt t="31451" x="8293100" y="2443163"/>
          <p14:tracePt t="31463" x="8212138" y="2443163"/>
          <p14:tracePt t="31474" x="8137525" y="2428875"/>
          <p14:tracePt t="31486" x="8069263" y="2428875"/>
          <p14:tracePt t="31497" x="8007350" y="2428875"/>
          <p14:tracePt t="31507" x="7953375" y="2428875"/>
          <p14:tracePt t="31519" x="7891463" y="2428875"/>
          <p14:tracePt t="31530" x="7851775" y="2414588"/>
          <p14:tracePt t="31541" x="7804150" y="2414588"/>
          <p14:tracePt t="31553" x="7762875" y="2414588"/>
          <p14:tracePt t="31564" x="7708900" y="2414588"/>
          <p14:tracePt t="31575" x="7673975" y="2414588"/>
          <p14:tracePt t="31586" x="7634288" y="2414588"/>
          <p14:tracePt t="31597" x="7620000" y="2414588"/>
          <p14:tracePt t="31609" x="7605713" y="2414588"/>
          <p14:tracePt t="31620" x="7593013" y="2414588"/>
          <p14:tracePt t="31676" x="7593013" y="2428875"/>
          <p14:tracePt t="31722" x="7593013" y="2443163"/>
          <p14:tracePt t="31734" x="7605713" y="2443163"/>
          <p14:tracePt t="31754" x="7634288" y="2455863"/>
          <p14:tracePt t="31767" x="7661275" y="2455863"/>
          <p14:tracePt t="31778" x="7694613" y="2470150"/>
          <p14:tracePt t="31789" x="7735888" y="2470150"/>
          <p14:tracePt t="31801" x="7762875" y="2470150"/>
          <p14:tracePt t="31812" x="7804150" y="2490788"/>
          <p14:tracePt t="31823" x="7851775" y="2490788"/>
          <p14:tracePt t="31835" x="7878763" y="2490788"/>
          <p14:tracePt t="31846" x="7905750" y="2490788"/>
          <p14:tracePt t="31856" x="7920038" y="2490788"/>
          <p14:tracePt t="32531" x="7932738" y="2490788"/>
          <p14:tracePt t="32533" x="7953375" y="2490788"/>
          <p14:tracePt t="32543" x="7980363" y="2490788"/>
          <p14:tracePt t="32555" x="8007350" y="2490788"/>
          <p14:tracePt t="32565" x="8021638" y="2490788"/>
          <p14:tracePt t="32578" x="8048625" y="2503488"/>
          <p14:tracePt t="32588" x="8096250" y="2503488"/>
          <p14:tracePt t="32603" x="8110538" y="2517775"/>
          <p14:tracePt t="32610" x="8123238" y="2517775"/>
          <p14:tracePt t="32643" x="8123238" y="2530475"/>
          <p14:tracePt t="32722" x="8110538" y="2530475"/>
          <p14:tracePt t="32734" x="8096250" y="2530475"/>
          <p14:tracePt t="32745" x="8069263" y="2530475"/>
          <p14:tracePt t="32767" x="8048625" y="2530475"/>
          <p14:tracePt t="32770" x="8021638" y="2517775"/>
          <p14:tracePt t="32779" x="7994650" y="2517775"/>
          <p14:tracePt t="32790" x="7980363" y="2517775"/>
          <p14:tracePt t="32801" x="7967663" y="2517775"/>
          <p14:tracePt t="32814" x="7932738" y="2517775"/>
          <p14:tracePt t="32825" x="7920038" y="2517775"/>
          <p14:tracePt t="32846" x="7905750" y="2517775"/>
          <p14:tracePt t="33982" x="7891463" y="2571750"/>
          <p14:tracePt t="33986" x="7891463" y="2598738"/>
          <p14:tracePt t="33994" x="7891463" y="2633663"/>
          <p14:tracePt t="33997" x="7891463" y="2646363"/>
          <p14:tracePt t="34005" x="7891463" y="2673350"/>
          <p14:tracePt t="34016" x="7891463" y="2687638"/>
          <p14:tracePt t="34028" x="7891463" y="2714625"/>
          <p14:tracePt t="34039" x="7891463" y="2735263"/>
          <p14:tracePt t="34052" x="7891463" y="2747963"/>
          <p14:tracePt t="34072" x="7905750" y="2762250"/>
          <p14:tracePt t="34095" x="7905750" y="2776538"/>
          <p14:tracePt t="34118" x="7905750" y="2789238"/>
          <p14:tracePt t="34151" x="7920038" y="2789238"/>
          <p14:tracePt t="34162" x="7932738" y="2803525"/>
          <p14:tracePt t="34186" x="7967663" y="2816225"/>
          <p14:tracePt t="34197" x="7980363" y="2816225"/>
          <p14:tracePt t="34207" x="8007350" y="2816225"/>
          <p14:tracePt t="34221" x="8021638" y="2816225"/>
          <p14:tracePt t="34231" x="8048625" y="2830513"/>
          <p14:tracePt t="34241" x="8081963" y="2830513"/>
          <p14:tracePt t="34254" x="8096250" y="2830513"/>
          <p14:tracePt t="34264" x="8123238" y="2830513"/>
          <p14:tracePt t="34276" x="8137525" y="2830513"/>
          <p14:tracePt t="34287" x="8150225" y="2830513"/>
          <p14:tracePt t="34298" x="8164513" y="2830513"/>
          <p14:tracePt t="34320" x="8177213" y="2830513"/>
          <p14:tracePt t="34376" x="8197850" y="2830513"/>
          <p14:tracePt t="34398" x="8212138" y="2830513"/>
          <p14:tracePt t="34421" x="8224838" y="2830513"/>
          <p14:tracePt t="45694" x="8048625" y="2905125"/>
          <p14:tracePt t="45695" x="7932738" y="2959100"/>
          <p14:tracePt t="45705" x="7762875" y="3048000"/>
          <p14:tracePt t="45716" x="7646988" y="3101975"/>
          <p14:tracePt t="45728" x="7504113" y="3190875"/>
          <p14:tracePt t="45739" x="7361238" y="3292475"/>
          <p14:tracePt t="45750" x="7286625" y="3348038"/>
          <p14:tracePt t="45764" x="7170738" y="3422650"/>
          <p14:tracePt t="45772" x="7089775" y="3462338"/>
          <p14:tracePt t="45785" x="6986588" y="3509963"/>
          <p14:tracePt t="45797" x="6932613" y="3538538"/>
          <p14:tracePt t="45806" x="6858000" y="3578225"/>
          <p14:tracePt t="45819" x="6804025" y="3605213"/>
          <p14:tracePt t="45831" x="6756400" y="3640138"/>
          <p14:tracePt t="45841" x="6700838" y="3652838"/>
          <p14:tracePt t="45851" x="6673850" y="3667125"/>
          <p14:tracePt t="45865" x="6640513" y="3694113"/>
          <p14:tracePt t="45874" x="6613525" y="3694113"/>
          <p14:tracePt t="45885" x="6572250" y="3708400"/>
          <p14:tracePt t="45898" x="6510338" y="3721100"/>
          <p14:tracePt t="45909" x="6483350" y="3735388"/>
          <p14:tracePt t="45920" x="6470650" y="3735388"/>
          <p14:tracePt t="45997" x="6470650" y="3721100"/>
          <p14:tracePt t="46008" x="6483350" y="3721100"/>
          <p14:tracePt t="46020" x="6510338" y="3721100"/>
          <p14:tracePt t="46031" x="6545263" y="3721100"/>
          <p14:tracePt t="46042" x="6586538" y="3708400"/>
          <p14:tracePt t="46054" x="6626225" y="3708400"/>
          <p14:tracePt t="46065" x="6700838" y="3708400"/>
          <p14:tracePt t="46076" x="6756400" y="3721100"/>
          <p14:tracePt t="46088" x="6858000" y="3721100"/>
          <p14:tracePt t="46099" x="6959600" y="3721100"/>
          <p14:tracePt t="46110" x="7027863" y="3735388"/>
          <p14:tracePt t="46122" x="7116763" y="3756025"/>
          <p14:tracePt t="46133" x="7205663" y="3768725"/>
          <p14:tracePt t="46143" x="7272338" y="3768725"/>
          <p14:tracePt t="46155" x="7334250" y="3768725"/>
          <p14:tracePt t="46166" x="7415213" y="3783013"/>
          <p14:tracePt t="46177" x="7477125" y="3783013"/>
          <p14:tracePt t="46189" x="7531100" y="3783013"/>
          <p14:tracePt t="46200" x="7578725" y="3783013"/>
          <p14:tracePt t="46211" x="7620000" y="3795713"/>
          <p14:tracePt t="46224" x="7661275" y="3795713"/>
          <p14:tracePt t="46235" x="7694613" y="3795713"/>
          <p14:tracePt t="46246" x="7735888" y="3795713"/>
          <p14:tracePt t="46256" x="7762875" y="3795713"/>
          <p14:tracePt t="46268" x="7789863" y="3795713"/>
          <p14:tracePt t="46280" x="7837488" y="3810000"/>
          <p14:tracePt t="46290" x="7891463" y="3810000"/>
          <p14:tracePt t="46301" x="7932738" y="3810000"/>
          <p14:tracePt t="46314" x="8007350" y="3824288"/>
          <p14:tracePt t="46324" x="8081963" y="3824288"/>
          <p14:tracePt t="46336" x="8150225" y="3824288"/>
          <p14:tracePt t="46347" x="8224838" y="3836988"/>
          <p14:tracePt t="46357" x="8293100" y="3836988"/>
          <p14:tracePt t="46369" x="8382000" y="3824288"/>
          <p14:tracePt t="46381" x="8435975" y="3824288"/>
          <p14:tracePt t="46402" x="8551863" y="3795713"/>
          <p14:tracePt t="46407" x="8682038" y="3756025"/>
          <p14:tracePt t="46415" x="8796338" y="3721100"/>
          <p14:tracePt t="46426" x="8885238" y="3681413"/>
          <p14:tracePt t="46437" x="8939213" y="3667125"/>
          <p14:tracePt t="46449" x="8959850" y="3640138"/>
          <p14:tracePt t="46459" x="8974138" y="3625850"/>
          <p14:tracePt t="46471" x="8974138" y="3592513"/>
          <p14:tracePt t="46482" x="8974138" y="3578225"/>
          <p14:tracePt t="46493" x="8974138" y="3565525"/>
          <p14:tracePt t="46504" x="8974138" y="3551238"/>
          <p14:tracePt t="46515" x="8959850" y="3524250"/>
          <p14:tracePt t="46526" x="8939213" y="3509963"/>
          <p14:tracePt t="46538" x="8912225" y="3476625"/>
          <p14:tracePt t="46549" x="8858250" y="3449638"/>
          <p14:tracePt t="46560" x="8769350" y="3422650"/>
          <p14:tracePt t="46572" x="8694738" y="3395663"/>
          <p14:tracePt t="46583" x="8566150" y="3360738"/>
          <p14:tracePt t="46594" x="8423275" y="3333750"/>
          <p14:tracePt t="46606" x="8293100" y="3306763"/>
          <p14:tracePt t="46616" x="8197850" y="3292475"/>
          <p14:tracePt t="46628" x="8034338" y="3265488"/>
          <p14:tracePt t="46639" x="7878763" y="3252788"/>
          <p14:tracePt t="46650" x="7777163" y="3252788"/>
          <p14:tracePt t="46661" x="7646988" y="3232150"/>
          <p14:tracePt t="46673" x="7504113" y="3232150"/>
          <p14:tracePt t="46684" x="7402513" y="3252788"/>
          <p14:tracePt t="46696" x="7319963" y="3265488"/>
          <p14:tracePt t="46706" x="7205663" y="3292475"/>
          <p14:tracePt t="46717" x="7089775" y="3306763"/>
          <p14:tracePt t="46730" x="7015163" y="3319463"/>
          <p14:tracePt t="46740" x="6911975" y="3348038"/>
          <p14:tracePt t="46751" x="6831013" y="3381375"/>
          <p14:tracePt t="46764" x="6769100" y="3395663"/>
          <p14:tracePt t="46774" x="6742113" y="3422650"/>
          <p14:tracePt t="46785" x="6700838" y="3435350"/>
          <p14:tracePt t="46798" x="6688138" y="3462338"/>
          <p14:tracePt t="46807" x="6673850" y="3476625"/>
          <p14:tracePt t="46819" x="6653213" y="3509963"/>
          <p14:tracePt t="46831" x="6673850" y="3538538"/>
          <p14:tracePt t="46841" x="6673850" y="3565525"/>
          <p14:tracePt t="46852" x="6688138" y="3578225"/>
          <p14:tracePt t="46864" x="6729413" y="3605213"/>
          <p14:tracePt t="46875" x="6769100" y="3625850"/>
          <p14:tracePt t="46887" x="6831013" y="3640138"/>
          <p14:tracePt t="46898" x="6911975" y="3652838"/>
          <p14:tracePt t="46909" x="7015163" y="3667125"/>
          <p14:tracePt t="46920" x="7102475" y="3681413"/>
          <p14:tracePt t="46932" x="7232650" y="3694113"/>
          <p14:tracePt t="46942" x="7361238" y="3708400"/>
          <p14:tracePt t="46954" x="7491413" y="3721100"/>
          <p14:tracePt t="46966" x="7605713" y="3735388"/>
          <p14:tracePt t="46976" x="7748588" y="3756025"/>
          <p14:tracePt t="46988" x="7878763" y="3756025"/>
          <p14:tracePt t="46999" x="7980363" y="3768725"/>
          <p14:tracePt t="47010" x="8110538" y="3768725"/>
          <p14:tracePt t="47021" x="8239125" y="3768725"/>
          <p14:tracePt t="47032" x="8382000" y="3768725"/>
          <p14:tracePt t="47044" x="8470900" y="3768725"/>
          <p14:tracePt t="47055" x="8613775" y="3756025"/>
          <p14:tracePt t="47067" x="8729663" y="3735388"/>
          <p14:tracePt t="47078" x="8796338" y="3721100"/>
          <p14:tracePt t="47089" x="8899525" y="3708400"/>
          <p14:tracePt t="47100" x="8986838" y="3681413"/>
          <p14:tracePt t="47111" x="9028113" y="3667125"/>
          <p14:tracePt t="47123" x="9090025" y="3652838"/>
          <p14:tracePt t="47134" x="9129713" y="3625850"/>
          <p14:tracePt t="47146" x="9158288" y="3592513"/>
          <p14:tracePt t="47156" x="9170988" y="3578225"/>
          <p14:tracePt t="47167" x="9170988" y="3565525"/>
          <p14:tracePt t="47180" x="9170988" y="3538538"/>
          <p14:tracePt t="47190" x="9170988" y="3524250"/>
          <p14:tracePt t="47201" x="9170988" y="3509963"/>
          <p14:tracePt t="47214" x="9144000" y="3476625"/>
          <p14:tracePt t="47224" x="9129713" y="3449638"/>
          <p14:tracePt t="47235" x="9102725" y="3435350"/>
          <p14:tracePt t="47247" x="9042400" y="3408363"/>
          <p14:tracePt t="47258" x="8986838" y="3395663"/>
          <p14:tracePt t="47269" x="8912225" y="3395663"/>
          <p14:tracePt t="47281" x="8796338" y="3381375"/>
          <p14:tracePt t="47291" x="8667750" y="3360738"/>
          <p14:tracePt t="47303" x="8524875" y="3360738"/>
          <p14:tracePt t="47314" x="8423275" y="3381375"/>
          <p14:tracePt t="47325" x="8280400" y="3381375"/>
          <p14:tracePt t="47336" x="8137525" y="3408363"/>
          <p14:tracePt t="47348" x="8048625" y="3408363"/>
          <p14:tracePt t="47359" x="7953375" y="3435350"/>
          <p14:tracePt t="47371" x="7864475" y="3449638"/>
          <p14:tracePt t="47382" x="7804150" y="3462338"/>
          <p14:tracePt t="47392" x="7735888" y="3497263"/>
          <p14:tracePt t="47405" x="7708900" y="3509963"/>
          <p14:tracePt t="47416" x="7673975" y="3538538"/>
          <p14:tracePt t="47426" x="7661275" y="3551238"/>
          <p14:tracePt t="47449" x="7661275" y="3578225"/>
          <p14:tracePt t="47452" x="7661275" y="3592513"/>
          <p14:tracePt t="47464" x="7661275" y="3605213"/>
          <p14:tracePt t="47473" x="7661275" y="3625850"/>
          <p14:tracePt t="47483" x="7673975" y="3640138"/>
          <p14:tracePt t="47494" x="7694613" y="3652838"/>
          <p14:tracePt t="47505" x="7708900" y="3652838"/>
          <p14:tracePt t="47516" x="7735888" y="3667125"/>
          <p14:tracePt t="47528" x="7762875" y="3681413"/>
          <p14:tracePt t="47539" x="7777163" y="3681413"/>
          <p14:tracePt t="47550" x="7789863" y="3681413"/>
          <p14:tracePt t="47561" x="7804150" y="3694113"/>
          <p14:tracePt t="47573" x="7837488" y="3694113"/>
          <p14:tracePt t="47595" x="7864475" y="3694113"/>
          <p14:tracePt t="47606" x="7878763" y="3708400"/>
          <p14:tracePt t="47617" x="7905750" y="3708400"/>
          <p14:tracePt t="47630" x="7932738" y="3708400"/>
          <p14:tracePt t="47640" x="7967663" y="3708400"/>
          <p14:tracePt t="47651" x="8007350" y="3721100"/>
          <p14:tracePt t="47664" x="8081963" y="3721100"/>
          <p14:tracePt t="47674" x="8164513" y="3735388"/>
          <p14:tracePt t="47686" x="8280400" y="3756025"/>
          <p14:tracePt t="47697" x="8382000" y="3756025"/>
          <p14:tracePt t="47707" x="8510588" y="3756025"/>
          <p14:tracePt t="47719" x="8653463" y="3756025"/>
          <p14:tracePt t="47731" x="8742363" y="3756025"/>
          <p14:tracePt t="47741" x="8872538" y="3735388"/>
          <p14:tracePt t="47752" x="8974138" y="3708400"/>
          <p14:tracePt t="47764" x="9055100" y="3681413"/>
          <p14:tracePt t="47775" x="9102725" y="3667125"/>
          <p14:tracePt t="47786" x="9158288" y="3625850"/>
          <p14:tracePt t="47798" x="9170988" y="3605213"/>
          <p14:tracePt t="47809" x="9185275" y="3592513"/>
          <p14:tracePt t="47821" x="9185275" y="3565525"/>
          <p14:tracePt t="47832" x="9185275" y="3551238"/>
          <p14:tracePt t="47843" x="9170988" y="3538538"/>
          <p14:tracePt t="47854" x="9158288" y="3524250"/>
          <p14:tracePt t="47866" x="9117013" y="3497263"/>
          <p14:tracePt t="47876" x="9069388" y="3476625"/>
          <p14:tracePt t="47888" x="9015413" y="3462338"/>
          <p14:tracePt t="47899" x="8926513" y="3449638"/>
          <p14:tracePt t="47910" x="8796338" y="3422650"/>
          <p14:tracePt t="47922" x="8694738" y="3422650"/>
          <p14:tracePt t="47933" x="8566150" y="3408363"/>
          <p14:tracePt t="47944" x="8456613" y="3408363"/>
          <p14:tracePt t="47955" x="8340725" y="3422650"/>
          <p14:tracePt t="47966" x="8266113" y="3422650"/>
          <p14:tracePt t="47977" x="8197850" y="3435350"/>
          <p14:tracePt t="47990" x="8150225" y="3449638"/>
          <p14:tracePt t="48000" x="8123238" y="3462338"/>
          <p14:tracePt t="48022" x="8123238" y="3476625"/>
          <p14:tracePt t="55099" x="8096250" y="3509963"/>
          <p14:tracePt t="55110" x="8048625" y="3551238"/>
          <p14:tracePt t="55122" x="8034338" y="3592513"/>
          <p14:tracePt t="55133" x="8007350" y="3640138"/>
          <p14:tracePt t="55144" x="7994650" y="3652838"/>
          <p14:tracePt t="55157" x="7980363" y="3681413"/>
          <p14:tracePt t="55166" x="7980363" y="3694113"/>
          <p14:tracePt t="55178" x="7967663" y="3708400"/>
          <p14:tracePt t="55191" x="7953375" y="3721100"/>
          <p14:tracePt t="55201" x="7953375" y="3735388"/>
          <p14:tracePt t="55212" x="7953375" y="3756025"/>
          <p14:tracePt t="55225" x="7932738" y="3783013"/>
          <p14:tracePt t="55235" x="7920038" y="3795713"/>
          <p14:tracePt t="55245" x="7920038" y="3810000"/>
          <p14:tracePt t="55258" x="7905750" y="3836988"/>
          <p14:tracePt t="55269" x="7891463" y="3884613"/>
          <p14:tracePt t="55280" x="7878763" y="3911600"/>
          <p14:tracePt t="55292" x="7864475" y="3952875"/>
          <p14:tracePt t="55302" x="7851775" y="4014788"/>
          <p14:tracePt t="55314" x="7851775" y="4068763"/>
          <p14:tracePt t="55325" x="7837488" y="4122738"/>
          <p14:tracePt t="55335" x="7837488" y="4197350"/>
          <p14:tracePt t="55347" x="7837488" y="4271963"/>
          <p14:tracePt t="55358" x="7837488" y="4313238"/>
          <p14:tracePt t="55369" x="7837488" y="4354513"/>
          <p14:tracePt t="55380" x="7837488" y="4402138"/>
          <p14:tracePt t="55392" x="7851775" y="4443413"/>
          <p14:tracePt t="55402" x="7851775" y="4456113"/>
          <p14:tracePt t="55414" x="7864475" y="4483100"/>
          <p14:tracePt t="55426" x="7878763" y="4518025"/>
          <p14:tracePt t="55436" x="7891463" y="4530725"/>
          <p14:tracePt t="55448" x="7920038" y="4557713"/>
          <p14:tracePt t="55459" x="7953375" y="4572000"/>
          <p14:tracePt t="55470" x="7994650" y="4586288"/>
          <p14:tracePt t="55481" x="8021638" y="4598988"/>
          <p14:tracePt t="55492" x="8069263" y="4613275"/>
          <p14:tracePt t="55504" x="8123238" y="4613275"/>
          <p14:tracePt t="55515" x="8164513" y="4625975"/>
          <p14:tracePt t="55527" x="8224838" y="4625975"/>
          <p14:tracePt t="55538" x="8293100" y="4625975"/>
          <p14:tracePt t="55549" x="8367713" y="4625975"/>
          <p14:tracePt t="55560" x="8435975" y="4625975"/>
          <p14:tracePt t="55572" x="8510588" y="4613275"/>
          <p14:tracePt t="55583" x="8599488" y="4613275"/>
          <p14:tracePt t="55594" x="8653463" y="4598988"/>
          <p14:tracePt t="55606" x="8715375" y="4586288"/>
          <p14:tracePt t="55616" x="8756650" y="4557713"/>
          <p14:tracePt t="55628" x="8796338" y="4530725"/>
          <p14:tracePt t="55640" x="8831263" y="4497388"/>
          <p14:tracePt t="55650" x="8858250" y="4456113"/>
          <p14:tracePt t="55661" x="8872538" y="4387850"/>
          <p14:tracePt t="55673" x="8872538" y="4327525"/>
          <p14:tracePt t="55684" x="8872538" y="4259263"/>
          <p14:tracePt t="55695" x="8858250" y="4170363"/>
          <p14:tracePt t="55707" x="8843963" y="4110038"/>
          <p14:tracePt t="55718" x="8810625" y="4041775"/>
          <p14:tracePt t="55730" x="8769350" y="3967163"/>
          <p14:tracePt t="55741" x="8729663" y="3911600"/>
          <p14:tracePt t="55751" x="8682038" y="3884613"/>
          <p14:tracePt t="55763" x="8613775" y="3836988"/>
          <p14:tracePt t="55774" x="8539163" y="3810000"/>
          <p14:tracePt t="55785" x="8483600" y="3795713"/>
          <p14:tracePt t="55797" x="8423275" y="3783013"/>
          <p14:tracePt t="55808" x="8355013" y="3768725"/>
          <p14:tracePt t="55841" x="8293100" y="3768725"/>
          <p14:tracePt t="55844" x="8239125" y="3768725"/>
          <p14:tracePt t="55857" x="8081963" y="3795713"/>
          <p14:tracePt t="55866" x="8021638" y="3810000"/>
          <p14:tracePt t="55877" x="7953375" y="3851275"/>
          <p14:tracePt t="55887" x="7878763" y="3898900"/>
          <p14:tracePt t="55898" x="7804150" y="3938588"/>
          <p14:tracePt t="55910" x="7762875" y="3967163"/>
          <p14:tracePt t="55920" x="7708900" y="4014788"/>
          <p14:tracePt t="55931" x="7646988" y="4054475"/>
          <p14:tracePt t="55943" x="7620000" y="4081463"/>
          <p14:tracePt t="55954" x="7605713" y="4122738"/>
          <p14:tracePt t="55966" x="7578725" y="4143375"/>
          <p14:tracePt t="55977" x="7578725" y="4170363"/>
          <p14:tracePt t="55989" x="7566025" y="4184650"/>
          <p14:tracePt t="56000" x="7566025" y="4211638"/>
          <p14:tracePt t="56010" x="7545388" y="4259263"/>
          <p14:tracePt t="56022" x="7545388" y="4271963"/>
          <p14:tracePt t="56033" x="7545388" y="4313238"/>
          <p14:tracePt t="56044" x="7545388" y="4340225"/>
          <p14:tracePt t="56056" x="7545388" y="4367213"/>
          <p14:tracePt t="56066" x="7566025" y="4402138"/>
          <p14:tracePt t="56078" x="7578725" y="4429125"/>
          <p14:tracePt t="56090" x="7593013" y="4456113"/>
          <p14:tracePt t="56100" x="7620000" y="4483100"/>
          <p14:tracePt t="56112" x="7646988" y="4530725"/>
          <p14:tracePt t="56124" x="7694613" y="4572000"/>
          <p14:tracePt t="56134" x="7721600" y="4598988"/>
          <p14:tracePt t="56146" x="7735888" y="4613275"/>
          <p14:tracePt t="56157" x="7762875" y="4646613"/>
          <p14:tracePt t="56168" x="7789863" y="4660900"/>
          <p14:tracePt t="56179" x="7804150" y="4660900"/>
          <p14:tracePt t="56190" x="7837488" y="4673600"/>
          <p14:tracePt t="56201" x="7878763" y="4687888"/>
          <p14:tracePt t="56213" x="7905750" y="4700588"/>
          <p14:tracePt t="56224" x="7932738" y="4700588"/>
          <p14:tracePt t="56235" x="7980363" y="4700588"/>
          <p14:tracePt t="56246" x="8034338" y="4700588"/>
          <p14:tracePt t="56258" x="8081963" y="4714875"/>
          <p14:tracePt t="56269" x="8137525" y="4714875"/>
          <p14:tracePt t="56280" x="8177213" y="4714875"/>
          <p14:tracePt t="56291" x="8224838" y="4714875"/>
          <p14:tracePt t="56303" x="8280400" y="4700588"/>
          <p14:tracePt t="56315" x="8328025" y="4700588"/>
          <p14:tracePt t="56325" x="8367713" y="4687888"/>
          <p14:tracePt t="56336" x="8408988" y="4673600"/>
          <p14:tracePt t="56348" x="8456613" y="4660900"/>
          <p14:tracePt t="56359" x="8510588" y="4625975"/>
          <p14:tracePt t="56370" x="8551863" y="4598988"/>
          <p14:tracePt t="56382" x="8626475" y="4545013"/>
          <p14:tracePt t="56393" x="8694738" y="4483100"/>
          <p14:tracePt t="56404" x="8742363" y="4429125"/>
          <p14:tracePt t="56416" x="8783638" y="4367213"/>
          <p14:tracePt t="56427" x="8810625" y="4313238"/>
          <p14:tracePt t="56438" x="8831263" y="4259263"/>
          <p14:tracePt t="56449" x="8843963" y="4197350"/>
          <p14:tracePt t="56460" x="8843963" y="4143375"/>
          <p14:tracePt t="56472" x="8810625" y="4081463"/>
          <p14:tracePt t="56483" x="8796338" y="4027488"/>
          <p14:tracePt t="56494" x="8756650" y="3967163"/>
          <p14:tracePt t="56506" x="8715375" y="3925888"/>
          <p14:tracePt t="56516" x="8640763" y="3863975"/>
          <p14:tracePt t="56528" x="8599488" y="3851275"/>
          <p14:tracePt t="56540" x="8510588" y="3810000"/>
          <p14:tracePt t="56550" x="8435975" y="3783013"/>
          <p14:tracePt t="56562" x="8367713" y="3756025"/>
          <p14:tracePt t="56574" x="8266113" y="3735388"/>
          <p14:tracePt t="56584" x="8177213" y="3721100"/>
          <p14:tracePt t="56595" x="8123238" y="3721100"/>
          <p14:tracePt t="56607" x="8048625" y="3721100"/>
          <p14:tracePt t="56617" x="7994650" y="3721100"/>
          <p14:tracePt t="56629" x="7932738" y="3735388"/>
          <p14:tracePt t="56640" x="7878763" y="3756025"/>
          <p14:tracePt t="56651" x="7789863" y="3795713"/>
          <p14:tracePt t="56663" x="7708900" y="3851275"/>
          <p14:tracePt t="56675" x="7646988" y="3898900"/>
          <p14:tracePt t="56685" x="7593013" y="3967163"/>
          <p14:tracePt t="56697" x="7566025" y="4014788"/>
          <p14:tracePt t="56708" x="7531100" y="4054475"/>
          <p14:tracePt t="56719" x="7518400" y="4068763"/>
          <p14:tracePt t="56730" x="7518400" y="4081463"/>
          <p14:tracePt t="56741" x="7504113" y="4110038"/>
          <p14:tracePt t="56764" x="7504113" y="4122738"/>
          <p14:tracePt t="56775" x="7504113" y="4143375"/>
          <p14:tracePt t="56798" x="7504113" y="4157663"/>
          <p14:tracePt t="56864" x="7504113" y="4170363"/>
          <p14:tracePt t="56932" x="7504113" y="4184650"/>
          <p14:tracePt t="56966" x="7504113" y="4197350"/>
          <p14:tracePt t="57000" x="7518400" y="4197350"/>
          <p14:tracePt t="57012" x="7518400" y="4211638"/>
          <p14:tracePt t="57024" x="7531100" y="4211638"/>
          <p14:tracePt t="57035" x="7566025" y="4224338"/>
          <p14:tracePt t="57045" x="7578725" y="4238625"/>
          <p14:tracePt t="57057" x="7605713" y="4238625"/>
          <p14:tracePt t="57069" x="7634288" y="4259263"/>
          <p14:tracePt t="57079" x="7673975" y="4259263"/>
          <p14:tracePt t="57092" x="7708900" y="4259263"/>
          <p14:tracePt t="57102" x="7735888" y="4259263"/>
          <p14:tracePt t="57113" x="7777163" y="4259263"/>
          <p14:tracePt t="57126" x="7804150" y="4259263"/>
          <p14:tracePt t="57136" x="7837488" y="4259263"/>
          <p14:tracePt t="57148" x="7878763" y="4259263"/>
          <p14:tracePt t="57158" x="7905750" y="4259263"/>
          <p14:tracePt t="57169" x="7953375" y="4259263"/>
          <p14:tracePt t="57180" x="7980363" y="4238625"/>
          <p14:tracePt t="57192" x="8021638" y="4238625"/>
          <p14:tracePt t="57203" x="8069263" y="4238625"/>
          <p14:tracePt t="57214" x="8110538" y="4224338"/>
          <p14:tracePt t="57225" x="8150225" y="4211638"/>
          <p14:tracePt t="57236" x="8177213" y="4197350"/>
          <p14:tracePt t="57248" x="8212138" y="4184650"/>
          <p14:tracePt t="57259" x="8212138" y="4170363"/>
          <p14:tracePt t="57270" x="8224838" y="4157663"/>
          <p14:tracePt t="57281" x="8224838" y="4143375"/>
          <p14:tracePt t="57293" x="8224838" y="4122738"/>
          <p14:tracePt t="57304" x="8212138" y="4110038"/>
          <p14:tracePt t="57316" x="8212138" y="4095750"/>
          <p14:tracePt t="57674" x="8212138" y="4110038"/>
          <p14:tracePt t="57697" x="8224838" y="4110038"/>
          <p14:tracePt t="57765" x="8239125" y="4095750"/>
          <p14:tracePt t="57821" x="8239125" y="4081463"/>
          <p14:tracePt t="57935" x="8253413" y="4081463"/>
          <p14:tracePt t="57989" x="8253413" y="4068763"/>
          <p14:tracePt t="58023" x="8253413" y="4054475"/>
          <p14:tracePt t="58046" x="8253413" y="4041775"/>
          <p14:tracePt t="58069" x="8253413" y="4027488"/>
          <p14:tracePt t="58091" x="8253413" y="4014788"/>
          <p14:tracePt t="58103" x="8253413" y="3994150"/>
          <p14:tracePt t="58114" x="8239125" y="3979863"/>
          <p14:tracePt t="58125" x="8239125" y="3967163"/>
          <p14:tracePt t="58136" x="8224838" y="3952875"/>
          <p14:tracePt t="58148" x="8224838" y="3938588"/>
          <p14:tracePt t="58159" x="8212138" y="3911600"/>
          <p14:tracePt t="58171" x="8197850" y="3898900"/>
          <p14:tracePt t="58182" x="8177213" y="3863975"/>
          <p14:tracePt t="58193" x="8164513" y="3836988"/>
          <p14:tracePt t="58206" x="8137525" y="3810000"/>
          <p14:tracePt t="58215" x="8123238" y="3783013"/>
          <p14:tracePt t="58227" x="8096250" y="3756025"/>
          <p14:tracePt t="58240" x="8069263" y="3735388"/>
          <p14:tracePt t="58249" x="8021638" y="3721100"/>
          <p14:tracePt t="58260" x="7994650" y="3694113"/>
          <p14:tracePt t="58274" x="7967663" y="3681413"/>
          <p14:tracePt t="58284" x="7932738" y="3681413"/>
          <p14:tracePt t="58296" x="7891463" y="3667125"/>
          <p14:tracePt t="58307" x="7864475" y="3667125"/>
          <p14:tracePt t="58317" x="7837488" y="3652838"/>
          <p14:tracePt t="58329" x="7804150" y="3652838"/>
          <p14:tracePt t="58339" x="7762875" y="3667125"/>
          <p14:tracePt t="58352" x="7721600" y="3681413"/>
          <p14:tracePt t="58363" x="7694613" y="3694113"/>
          <p14:tracePt t="58374" x="7646988" y="3721100"/>
          <p14:tracePt t="58384" x="7605713" y="3756025"/>
          <p14:tracePt t="58396" x="7566025" y="3768725"/>
          <p14:tracePt t="58407" x="7518400" y="3795713"/>
          <p14:tracePt t="58418" x="7477125" y="3836988"/>
          <p14:tracePt t="58430" x="7450138" y="3863975"/>
          <p14:tracePt t="58441" x="7415213" y="3911600"/>
          <p14:tracePt t="58451" x="7402513" y="3952875"/>
          <p14:tracePt t="58463" x="7388225" y="3994150"/>
          <p14:tracePt t="58474" x="7388225" y="4041775"/>
          <p14:tracePt t="58485" x="7388225" y="4095750"/>
          <p14:tracePt t="58496" x="7388225" y="4157663"/>
          <p14:tracePt t="58508" x="7388225" y="4184650"/>
          <p14:tracePt t="58519" x="7402513" y="4238625"/>
          <p14:tracePt t="58531" x="7415213" y="4300538"/>
          <p14:tracePt t="58542" x="7450138" y="4340225"/>
          <p14:tracePt t="58552" x="7462838" y="4367213"/>
          <p14:tracePt t="58564" x="7491413" y="4414838"/>
          <p14:tracePt t="58586" x="7504113" y="4429125"/>
          <p14:tracePt t="58590" x="7518400" y="4443413"/>
          <p14:tracePt t="58598" x="7545388" y="4456113"/>
          <p14:tracePt t="58609" x="7566025" y="4470400"/>
          <p14:tracePt t="58622" x="7578725" y="4470400"/>
          <p14:tracePt t="58631" x="7593013" y="4470400"/>
          <p14:tracePt t="58643" x="7605713" y="4483100"/>
          <p14:tracePt t="58655" x="7634288" y="4483100"/>
          <p14:tracePt t="58665" x="7646988" y="4483100"/>
          <p14:tracePt t="58676" x="7661275" y="4483100"/>
          <p14:tracePt t="58690" x="7694613" y="4483100"/>
          <p14:tracePt t="58710" x="7708900" y="4470400"/>
          <p14:tracePt t="58723" x="7721600" y="4470400"/>
          <p14:tracePt t="59993" x="8367713" y="4081463"/>
          <p14:tracePt t="60004" x="8694738" y="3925888"/>
          <p14:tracePt t="60038" x="9144000" y="3681413"/>
          <p14:tracePt t="60038" x="9375775" y="3538538"/>
          <p14:tracePt t="60049" x="9605963" y="3381375"/>
          <p14:tracePt t="60050" x="9688513" y="3279775"/>
          <p14:tracePt t="60063" x="9688513" y="3252788"/>
          <p14:tracePt t="60375" x="9701213" y="3252788"/>
          <p14:tracePt t="60386" x="9721850" y="3232150"/>
          <p14:tracePt t="60398" x="9748838" y="3205163"/>
          <p14:tracePt t="60409" x="9763125" y="3190875"/>
          <p14:tracePt t="60421" x="9763125" y="3163888"/>
          <p14:tracePt t="60435" x="9777413" y="3136900"/>
          <p14:tracePt t="60443" x="9790113" y="3122613"/>
          <p14:tracePt t="60454" x="9790113" y="3101975"/>
          <p14:tracePt t="60468" x="9804400" y="3089275"/>
          <p14:tracePt t="60478" x="9804400" y="3074988"/>
          <p14:tracePt t="60510" x="9790113" y="3074988"/>
          <p14:tracePt t="60544" x="9777413" y="3074988"/>
          <p14:tracePt t="60556" x="9777413" y="3089275"/>
          <p14:tracePt t="60588" x="9777413" y="3101975"/>
          <p14:tracePt t="60611" x="9790113" y="3101975"/>
          <p14:tracePt t="75597" x="9701213" y="3176588"/>
          <p14:tracePt t="75608" x="9491663" y="3348038"/>
          <p14:tracePt t="75619" x="9286875" y="3538538"/>
          <p14:tracePt t="75630" x="8939213" y="3863975"/>
          <p14:tracePt t="75642" x="8715375" y="4143375"/>
          <p14:tracePt t="75653" x="8340725" y="4545013"/>
          <p14:tracePt t="75665" x="8096250" y="4830763"/>
          <p14:tracePt t="75675" x="7721600" y="5232400"/>
          <p14:tracePt t="75687" x="7450138" y="5592763"/>
          <p14:tracePt t="75700" x="7319963" y="5795963"/>
          <p14:tracePt t="75709" x="7205663" y="6007100"/>
          <p14:tracePt t="75721" x="7143750" y="6137275"/>
          <p14:tracePt t="75735" x="7075488" y="6300788"/>
          <p14:tracePt t="75766" x="7027863" y="6396038"/>
          <p14:tracePt t="75769" x="6959600" y="6545263"/>
          <p14:tracePt t="75777" x="6911975" y="6653213"/>
          <p14:tracePt t="75784" x="6884988" y="6729413"/>
          <p14:tracePt t="75790" x="6843713" y="6816725"/>
          <p14:tracePt t="76489" x="0" y="0"/>
        </p14:tracePtLst>
      </p14:laserTraceLst>
    </p:ext>
  </p:extLs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lang="en-US"/>
              <a:t>Procedure for Picking a Prime Number</a:t>
            </a:r>
          </a:p>
        </p:txBody>
      </p:sp>
      <p:sp>
        <p:nvSpPr>
          <p:cNvPr id="3" name="Content Placeholder 2"/>
          <p:cNvSpPr>
            <a:spLocks noGrp="1"/>
          </p:cNvSpPr>
          <p:nvPr>
            <p:ph idx="1"/>
          </p:nvPr>
        </p:nvSpPr>
        <p:spPr>
          <a:xfrm>
            <a:off x="1056218" y="1762126"/>
            <a:ext cx="10094383" cy="4638675"/>
          </a:xfrm>
        </p:spPr>
        <p:txBody>
          <a:bodyPr/>
          <a:lstStyle/>
          <a:p>
            <a:r>
              <a:rPr dirty="0" lang="en-US"/>
              <a:t>Pick an odd integer </a:t>
            </a:r>
            <a:r>
              <a:rPr dirty="0" i="1" lang="en-US"/>
              <a:t>n</a:t>
            </a:r>
            <a:r>
              <a:rPr dirty="0" lang="en-US"/>
              <a:t> at random</a:t>
            </a:r>
          </a:p>
          <a:p>
            <a:r>
              <a:rPr dirty="0" lang="en-US"/>
              <a:t>Pick an integer </a:t>
            </a:r>
            <a:r>
              <a:rPr dirty="0" i="1" lang="en-US"/>
              <a:t>a &lt; n </a:t>
            </a:r>
            <a:r>
              <a:rPr dirty="0" lang="en-US"/>
              <a:t>at random</a:t>
            </a:r>
          </a:p>
          <a:p>
            <a:r>
              <a:rPr dirty="0" lang="en-US"/>
              <a:t>Perform the probabilistic primality test</a:t>
            </a:r>
            <a:r>
              <a:rPr altLang="en-US" dirty="0" lang="zh-CN"/>
              <a:t> </a:t>
            </a:r>
            <a:r>
              <a:rPr altLang="zh-CN" dirty="0" lang="en-US"/>
              <a:t>(such as </a:t>
            </a:r>
            <a:r>
              <a:rPr altLang="zh-CN" dirty="0" lang="en-US">
                <a:hlinkClick r:id="rId3"/>
              </a:rPr>
              <a:t>Miller-Rabin</a:t>
            </a:r>
            <a:r>
              <a:rPr altLang="zh-CN" dirty="0" lang="en-US"/>
              <a:t>)</a:t>
            </a:r>
            <a:r>
              <a:rPr dirty="0" lang="en-US"/>
              <a:t> with </a:t>
            </a:r>
            <a:r>
              <a:rPr dirty="0" i="1" lang="en-US"/>
              <a:t>a </a:t>
            </a:r>
            <a:r>
              <a:rPr dirty="0" lang="en-US"/>
              <a:t>as a parameter.  If </a:t>
            </a:r>
            <a:r>
              <a:rPr dirty="0" i="1" lang="en-US"/>
              <a:t>n </a:t>
            </a:r>
            <a:r>
              <a:rPr dirty="0" lang="en-US"/>
              <a:t>fails the test, reject the value </a:t>
            </a:r>
            <a:r>
              <a:rPr dirty="0" i="1" lang="en-US"/>
              <a:t>n </a:t>
            </a:r>
            <a:r>
              <a:rPr dirty="0" lang="en-US"/>
              <a:t>and go to step 1</a:t>
            </a:r>
          </a:p>
          <a:p>
            <a:r>
              <a:rPr dirty="0" lang="en-US"/>
              <a:t>If </a:t>
            </a:r>
            <a:r>
              <a:rPr dirty="0" i="1" lang="en-US"/>
              <a:t>n </a:t>
            </a:r>
            <a:r>
              <a:rPr dirty="0" lang="en-US"/>
              <a:t>has passed a sufficient number of tests, accept </a:t>
            </a:r>
            <a:r>
              <a:rPr dirty="0" i="1" lang="en-US"/>
              <a:t>n; </a:t>
            </a:r>
            <a:r>
              <a:rPr dirty="0" lang="en-US"/>
              <a:t>otherwise, go to step 2</a:t>
            </a:r>
          </a:p>
        </p:txBody>
      </p:sp>
    </p:spTree>
  </p:cSld>
  <p:clrMapOvr>
    <a:masterClrMapping/>
  </p:clrMapOvr>
  <mc:AlternateContent xmlns:mc="http://schemas.openxmlformats.org/markup-compatibility/2006" xmlns:p14="http://schemas.microsoft.com/office/powerpoint/2010/main">
    <mc:Choice Requires="p14">
      <p:transition advTm="37173" p14:dur="2000" spd="slow"/>
    </mc:Choice>
    <mc:Fallback>
      <p:transition advTm="37173"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lang="en-US"/>
              <a:t>Miller–Rabin primality test</a:t>
            </a:r>
          </a:p>
        </p:txBody>
      </p:sp>
      <mc:AlternateContent xmlns:a14="http://schemas.microsoft.com/office/drawing/2010/main" xmlns:mc="http://schemas.openxmlformats.org/markup-compatibility/2006">
        <mc:Choice Requires="a14">
          <p:sp>
            <p:nvSpPr>
              <p:cNvPr id="3" name="Content Placeholder 2"/>
              <p:cNvSpPr>
                <a:spLocks noGrp="1"/>
              </p:cNvSpPr>
              <p:nvPr>
                <p:ph idx="1"/>
              </p:nvPr>
            </p:nvSpPr>
            <p:spPr>
              <a:xfrm>
                <a:off x="695400" y="1762126"/>
                <a:ext cx="11017224" cy="4638675"/>
              </a:xfrm>
            </p:spPr>
            <p:txBody>
              <a:bodyPr/>
              <a:lstStyle/>
              <a:p>
                <a:r>
                  <a:rPr dirty="0" lang="en-US"/>
                  <a:t>Test whether an odd integer n is a prime number.</a:t>
                </a:r>
              </a:p>
              <a:p>
                <a:r>
                  <a:rPr dirty="0" lang="en-US"/>
                  <a:t>For a given odd integer </a:t>
                </a:r>
                <a:r>
                  <a:rPr dirty="0" i="1" lang="en-US"/>
                  <a:t>n</a:t>
                </a:r>
                <a:r>
                  <a:rPr dirty="0" lang="en-US"/>
                  <a:t> &gt; 2, let’s write </a:t>
                </a:r>
                <a:r>
                  <a:rPr dirty="0" i="1" lang="en-US"/>
                  <a:t>n</a:t>
                </a:r>
                <a:r>
                  <a:rPr dirty="0" lang="en-US"/>
                  <a:t> as </a:t>
                </a:r>
                <a:r>
                  <a:rPr dirty="0" lang="en-US" u="sng"/>
                  <a:t>2</a:t>
                </a:r>
                <a:r>
                  <a:rPr baseline="30000" dirty="0" i="1" lang="en-US" u="sng"/>
                  <a:t>s</a:t>
                </a:r>
                <a:r>
                  <a:rPr dirty="0" lang="en-US" u="sng"/>
                  <a:t>⋅</a:t>
                </a:r>
                <a:r>
                  <a:rPr dirty="0" i="1" lang="en-US" u="sng"/>
                  <a:t>d</a:t>
                </a:r>
                <a:r>
                  <a:rPr dirty="0" lang="en-US" u="sng"/>
                  <a:t> + 1 </a:t>
                </a:r>
                <a:r>
                  <a:rPr dirty="0" lang="en-US"/>
                  <a:t>where </a:t>
                </a:r>
                <a:r>
                  <a:rPr dirty="0" i="1" lang="en-US"/>
                  <a:t>s</a:t>
                </a:r>
                <a:r>
                  <a:rPr dirty="0" lang="en-US"/>
                  <a:t> and </a:t>
                </a:r>
                <a:r>
                  <a:rPr dirty="0" i="1" lang="en-US"/>
                  <a:t>d</a:t>
                </a:r>
                <a:r>
                  <a:rPr dirty="0" lang="en-US"/>
                  <a:t> are positive integers and </a:t>
                </a:r>
                <a:r>
                  <a:rPr dirty="0" i="1" lang="en-US"/>
                  <a:t>d</a:t>
                </a:r>
                <a:r>
                  <a:rPr dirty="0" lang="en-US"/>
                  <a:t> is odd.</a:t>
                </a:r>
              </a:p>
              <a:p>
                <a:r>
                  <a:rPr dirty="0" lang="en-US"/>
                  <a:t>Let’s consider an integer </a:t>
                </a:r>
                <a:r>
                  <a:rPr dirty="0" i="1" lang="en-US"/>
                  <a:t>a</a:t>
                </a:r>
                <a:r>
                  <a:rPr dirty="0" lang="en-US"/>
                  <a:t>, called a </a:t>
                </a:r>
                <a:r>
                  <a:rPr dirty="0" i="1" lang="en-US"/>
                  <a:t>base</a:t>
                </a:r>
                <a:r>
                  <a:rPr dirty="0" lang="en-US"/>
                  <a:t>, such that 0 &lt; </a:t>
                </a:r>
                <a:r>
                  <a:rPr dirty="0" i="1" lang="en-US"/>
                  <a:t>a</a:t>
                </a:r>
                <a:r>
                  <a:rPr dirty="0" lang="en-US"/>
                  <a:t> &lt; </a:t>
                </a:r>
                <a:r>
                  <a:rPr dirty="0" i="1" lang="en-US"/>
                  <a:t>n</a:t>
                </a:r>
                <a:r>
                  <a:rPr dirty="0" lang="en-US"/>
                  <a:t>.</a:t>
                </a:r>
              </a:p>
              <a:p>
                <a:r>
                  <a:rPr dirty="0" lang="en-US"/>
                  <a:t>Then, </a:t>
                </a:r>
                <a:r>
                  <a:rPr dirty="0" i="1" lang="en-US"/>
                  <a:t>n</a:t>
                </a:r>
                <a:r>
                  <a:rPr dirty="0" lang="en-US"/>
                  <a:t> is said to be a </a:t>
                </a:r>
                <a:r>
                  <a:rPr b="1" dirty="0" lang="en-US"/>
                  <a:t>strong probable prime to base </a:t>
                </a:r>
                <a:r>
                  <a:rPr b="1" dirty="0" i="1" lang="en-US"/>
                  <a:t>a</a:t>
                </a:r>
                <a:r>
                  <a:rPr dirty="0" lang="en-US"/>
                  <a:t> if one of these congruence relations holds:</a:t>
                </a:r>
              </a:p>
              <a:p>
                <a:pPr lvl="1"/>
                <a:r>
                  <a:rPr dirty="0" i="1" lang="en-US"/>
                  <a:t>a</a:t>
                </a:r>
                <a:r>
                  <a:rPr baseline="30000" dirty="0" i="1" lang="en-US"/>
                  <a:t>d</a:t>
                </a:r>
                <a14:m>
                  <m:oMath xmlns:m="http://schemas.openxmlformats.org/officeDocument/2006/math">
                    <m:r>
                      <a:rPr i="1" lang="en-US" smtClean="0">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 </m:t>
                    </m:r>
                  </m:oMath>
                </a14:m>
                <a:r>
                  <a:rPr dirty="0" lang="en-US"/>
                  <a:t>1 mod n</a:t>
                </a:r>
              </a:p>
              <a:p>
                <a:pPr lvl="1"/>
                <a14:m>
                  <m:oMath xmlns:m="http://schemas.openxmlformats.org/officeDocument/2006/math">
                    <m:sSup>
                      <m:sSupPr>
                        <m:ctrlPr>
                          <a:rPr i="1" lang="en-US" smtClean="0">
                            <a:latin charset="0" panose="02040503050406030204" pitchFamily="18" typeface="Cambria Math"/>
                            <a:ea charset="0" panose="02040503050406030204" pitchFamily="18" typeface="Cambria Math"/>
                          </a:rPr>
                        </m:ctrlPr>
                      </m:sSupPr>
                      <m:e>
                        <m:r>
                          <a:rPr b="0" i="1" lang="en-US" smtClean="0">
                            <a:latin charset="0" panose="02040503050406030204" pitchFamily="18" typeface="Cambria Math"/>
                            <a:ea charset="0" panose="02040503050406030204" pitchFamily="18" typeface="Cambria Math"/>
                          </a:rPr>
                          <m:t>𝑎</m:t>
                        </m:r>
                      </m:e>
                      <m:sup>
                        <m:sSup>
                          <m:sSupPr>
                            <m:ctrlPr>
                              <a:rPr i="1" lang="en-US" smtClean="0">
                                <a:latin charset="0" panose="02040503050406030204" pitchFamily="18" typeface="Cambria Math"/>
                                <a:ea charset="0" panose="02040503050406030204" pitchFamily="18" typeface="Cambria Math"/>
                              </a:rPr>
                            </m:ctrlPr>
                          </m:sSupPr>
                          <m:e>
                            <m:r>
                              <a:rPr b="0" i="1" lang="en-US" smtClean="0">
                                <a:latin charset="0" panose="02040503050406030204" pitchFamily="18" typeface="Cambria Math"/>
                                <a:ea charset="0" panose="02040503050406030204" pitchFamily="18" typeface="Cambria Math"/>
                              </a:rPr>
                              <m:t>2</m:t>
                            </m:r>
                          </m:e>
                          <m:sup>
                            <m:r>
                              <a:rPr b="0" i="1" lang="en-US" smtClean="0">
                                <a:latin charset="0" panose="02040503050406030204" pitchFamily="18" typeface="Cambria Math"/>
                                <a:ea charset="0" panose="02040503050406030204" pitchFamily="18" typeface="Cambria Math"/>
                              </a:rPr>
                              <m:t>𝑟</m:t>
                            </m:r>
                          </m:sup>
                        </m:sSup>
                        <m:r>
                          <a:rPr i="1" lang="en-US" smtClean="0">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𝑑</m:t>
                        </m:r>
                      </m:sup>
                    </m:sSup>
                    <m:r>
                      <a:rPr i="1" lang="en-US">
                        <a:latin charset="0" panose="02040503050406030204" pitchFamily="18" typeface="Cambria Math"/>
                        <a:ea charset="0" panose="02040503050406030204" pitchFamily="18" typeface="Cambria Math"/>
                      </a:rPr>
                      <m:t>≡</m:t>
                    </m:r>
                    <m:r>
                      <a:rPr b="0" i="1" lang="en-US" smtClean="0">
                        <a:latin charset="0" panose="02040503050406030204" pitchFamily="18" typeface="Cambria Math"/>
                        <a:ea charset="0" panose="02040503050406030204" pitchFamily="18" typeface="Cambria Math"/>
                      </a:rPr>
                      <m:t> </m:t>
                    </m:r>
                  </m:oMath>
                </a14:m>
                <a:r>
                  <a:rPr dirty="0" lang="en-US"/>
                  <a:t>-1 mod n, for some 0</a:t>
                </a:r>
                <a14:m>
                  <m:oMath xmlns:m="http://schemas.openxmlformats.org/officeDocument/2006/math">
                    <m:r>
                      <a:rPr i="1" lang="en-US" smtClean="0">
                        <a:latin charset="0" panose="02040503050406030204" pitchFamily="18" typeface="Cambria Math"/>
                        <a:ea charset="0" panose="02040503050406030204" pitchFamily="18" typeface="Cambria Math"/>
                      </a:rPr>
                      <m:t>≤</m:t>
                    </m:r>
                  </m:oMath>
                </a14:m>
                <a:r>
                  <a:rPr dirty="0" lang="en-US"/>
                  <a:t>r</a:t>
                </a:r>
                <a14:m>
                  <m:oMath xmlns:m="http://schemas.openxmlformats.org/officeDocument/2006/math">
                    <m:r>
                      <a:rPr i="1" lang="en-US" smtClean="0">
                        <a:latin charset="0" panose="02040503050406030204" pitchFamily="18" typeface="Cambria Math"/>
                        <a:ea charset="0" panose="02040503050406030204" pitchFamily="18" typeface="Cambria Math"/>
                      </a:rPr>
                      <m:t>&lt;</m:t>
                    </m:r>
                  </m:oMath>
                </a14:m>
                <a:r>
                  <a:rPr dirty="0" lang="en-US"/>
                  <a:t>s</a:t>
                </a:r>
              </a:p>
              <a:p>
                <a:pPr lvl="1"/>
                <a:endParaRPr dirty="0" lang="en-US"/>
              </a:p>
            </p:txBody>
          </p:sp>
        </mc:Choice>
        <mc:Fallback>
          <p:sp>
            <p:nvSpPr>
              <p:cNvPr id="3" name="Content Placeholder 2"/>
              <p:cNvSpPr>
                <a:spLocks noAdjustHandles="1" noChangeArrowheads="1" noChangeAspect="1" noChangeShapeType="1" noEditPoints="1" noGrp="1" noMove="1" noResize="1" noRot="1" noTextEdit="1"/>
              </p:cNvSpPr>
              <p:nvPr>
                <p:ph idx="1"/>
              </p:nvPr>
            </p:nvSpPr>
            <p:spPr>
              <a:xfrm>
                <a:off x="695400" y="1762126"/>
                <a:ext cx="11017224" cy="4638675"/>
              </a:xfrm>
              <a:blipFill>
                <a:blip r:embed="rId5"/>
                <a:stretch>
                  <a:fillRect b="-1362" l="-1151" r="-690" t="-1635"/>
                </a:stretch>
              </a:blipFill>
            </p:spPr>
            <p:txBody>
              <a:bodyPr/>
              <a:lstStyle/>
              <a:p>
                <a:r>
                  <a:rPr lang="en-US">
                    <a:noFill/>
                  </a:rPr>
                  <a:t> </a:t>
                </a:r>
              </a:p>
            </p:txBody>
          </p:sp>
        </mc:Fallback>
      </mc:AlternateContent>
    </p:spTree>
    <p:extLst>
      <p:ext uri="{BB962C8B-B14F-4D97-AF65-F5344CB8AC3E}">
        <p14:creationId xmlns:p14="http://schemas.microsoft.com/office/powerpoint/2010/main" val="1710172160"/>
      </p:ext>
    </p:extLst>
  </p:cSld>
  <p:clrMapOvr>
    <a:masterClrMapping/>
  </p:clrMapOvr>
  <mc:AlternateContent xmlns:mc="http://schemas.openxmlformats.org/markup-compatibility/2006" xmlns:p14="http://schemas.microsoft.com/office/powerpoint/2010/main">
    <mc:Choice Requires="p14">
      <p:transition advTm="102389" p14:dur="2000" spd="slow"/>
    </mc:Choice>
    <mc:Fallback>
      <p:transition advTm="102389"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5F238-E386-40E9-97B1-71C6B98C29E0}"/>
              </a:ext>
            </a:extLst>
          </p:cNvPr>
          <p:cNvSpPr>
            <a:spLocks noGrp="1"/>
          </p:cNvSpPr>
          <p:nvPr>
            <p:ph type="title"/>
          </p:nvPr>
        </p:nvSpPr>
        <p:spPr/>
        <p:txBody>
          <a:bodyPr/>
          <a:lstStyle/>
          <a:p>
            <a:r>
              <a:rPr dirty="0" lang="en-US"/>
              <a:t>Why RSA Secure?</a:t>
            </a:r>
          </a:p>
        </p:txBody>
      </p:sp>
      <p:sp>
        <p:nvSpPr>
          <p:cNvPr id="4" name="Rectangle 3">
            <a:extLst>
              <a:ext uri="{FF2B5EF4-FFF2-40B4-BE49-F238E27FC236}">
                <a16:creationId xmlns:a16="http://schemas.microsoft.com/office/drawing/2014/main" id="{DC6EA54D-88CF-4E4D-B032-8E16E17D77E3}"/>
              </a:ext>
            </a:extLst>
          </p:cNvPr>
          <p:cNvSpPr/>
          <p:nvPr/>
        </p:nvSpPr>
        <p:spPr>
          <a:xfrm>
            <a:off x="3347128" y="2009434"/>
            <a:ext cx="5746318" cy="923330"/>
          </a:xfrm>
          <a:prstGeom prst="rect">
            <a:avLst/>
          </a:prstGeom>
          <a:noFill/>
        </p:spPr>
        <p:txBody>
          <a:bodyPr bIns="45720" lIns="91440" rIns="91440" tIns="45720" wrap="none">
            <a:spAutoFit/>
            <a:scene3d>
              <a:camera prst="orthographicFront"/>
              <a:lightRig dir="t" rig="harsh"/>
            </a:scene3d>
            <a:sp3d extrusionH="57150" prstMaterial="matte">
              <a:bevelT h="12700" prst="angle" w="63500"/>
              <a:contourClr>
                <a:schemeClr val="bg1">
                  <a:lumMod val="65000"/>
                </a:schemeClr>
              </a:contourClr>
            </a:sp3d>
          </a:bodyPr>
          <a:lstStyle/>
          <a:p>
            <a:pPr algn="ctr"/>
            <a:r>
              <a:rPr b="1" dirty="0" lang="en-US" sz="5400">
                <a:ln/>
                <a:solidFill>
                  <a:schemeClr val="accent1"/>
                </a:solidFill>
              </a:rPr>
              <a:t>Prime Factorization</a:t>
            </a:r>
          </a:p>
        </p:txBody>
      </p:sp>
      <p:sp>
        <p:nvSpPr>
          <p:cNvPr id="5" name="TextBox 4">
            <a:extLst>
              <a:ext uri="{FF2B5EF4-FFF2-40B4-BE49-F238E27FC236}">
                <a16:creationId xmlns:a16="http://schemas.microsoft.com/office/drawing/2014/main" id="{64310870-FB2F-4668-A00C-BD7B72AA3661}"/>
              </a:ext>
            </a:extLst>
          </p:cNvPr>
          <p:cNvSpPr txBox="1"/>
          <p:nvPr/>
        </p:nvSpPr>
        <p:spPr>
          <a:xfrm>
            <a:off x="5355306" y="2782669"/>
            <a:ext cx="1729961" cy="646331"/>
          </a:xfrm>
          <a:prstGeom prst="rect">
            <a:avLst/>
          </a:prstGeom>
          <a:noFill/>
        </p:spPr>
        <p:txBody>
          <a:bodyPr rtlCol="0" wrap="none">
            <a:spAutoFit/>
          </a:bodyPr>
          <a:lstStyle>
            <a:defPPr>
              <a:defRPr lang="en-US"/>
            </a:defPPr>
            <a:lvl1pPr>
              <a:defRPr sz="3600"/>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r>
              <a:rPr dirty="0" lang="en-US"/>
              <a:t>n = p </a:t>
            </a:r>
            <a:r>
              <a:rPr dirty="0" lang="pt"/>
              <a:t>· </a:t>
            </a:r>
            <a:r>
              <a:rPr dirty="0" err="1" lang="pt"/>
              <a:t>q</a:t>
            </a:r>
            <a:endParaRPr dirty="0" lang="en-US"/>
          </a:p>
        </p:txBody>
      </p:sp>
      <p:sp>
        <p:nvSpPr>
          <p:cNvPr id="10" name="Slide Number Placeholder 9">
            <a:extLst>
              <a:ext uri="{FF2B5EF4-FFF2-40B4-BE49-F238E27FC236}">
                <a16:creationId xmlns:a16="http://schemas.microsoft.com/office/drawing/2014/main" id="{42854D13-E971-43E9-B108-6E7D2B260D86}"/>
              </a:ext>
            </a:extLst>
          </p:cNvPr>
          <p:cNvSpPr>
            <a:spLocks noGrp="1"/>
          </p:cNvSpPr>
          <p:nvPr>
            <p:ph idx="12" sz="quarter" type="sldNum"/>
          </p:nvPr>
        </p:nvSpPr>
        <p:spPr/>
        <p:txBody>
          <a:bodyPr/>
          <a:lstStyle/>
          <a:p>
            <a:fld id="{3EE413A7-32C0-42B9-8169-A32BFBDA280A}" type="slidenum">
              <a:rPr lang="en-US" smtClean="0"/>
              <a:t>16</a:t>
            </a:fld>
            <a:endParaRPr lang="en-US"/>
          </a:p>
        </p:txBody>
      </p:sp>
      <p:sp>
        <p:nvSpPr>
          <p:cNvPr id="14" name="Rectangle 1">
            <a:extLst>
              <a:ext uri="{FF2B5EF4-FFF2-40B4-BE49-F238E27FC236}">
                <a16:creationId xmlns:a16="http://schemas.microsoft.com/office/drawing/2014/main" id="{FB70A648-816E-4394-BC60-1DE250575272}"/>
              </a:ext>
            </a:extLst>
          </p:cNvPr>
          <p:cNvSpPr>
            <a:spLocks noChangeArrowheads="1"/>
          </p:cNvSpPr>
          <p:nvPr/>
        </p:nvSpPr>
        <p:spPr bwMode="auto">
          <a:xfrm>
            <a:off x="2423151" y="3528839"/>
            <a:ext cx="8213082" cy="2677656"/>
          </a:xfrm>
          <a:prstGeom prst="rect">
            <a:avLst/>
          </a:prstGeom>
          <a:noFill/>
          <a:ln>
            <a:noFill/>
          </a:ln>
          <a:effectLst/>
        </p:spPr>
        <p:txBody>
          <a:bodyPr anchor="ctr" anchorCtr="0" bIns="45720" compatLnSpc="1" lIns="91440" numCol="1" rIns="91440" tIns="45720" vert="horz" wrap="square">
            <a:prstTxWarp prst="textNoShape">
              <a:avLst/>
            </a:prstTxWarp>
            <a:spAutoFit/>
          </a:bodyPr>
          <a:lstStyle/>
          <a:p>
            <a:pPr algn="l" defTabSz="914400" eaLnBrk="0" fontAlgn="base" hangingPunct="0" indent="0" latinLnBrk="0" lvl="0" marL="0" marR="0" rtl="0">
              <a:lnSpc>
                <a:spcPct val="100000"/>
              </a:lnSpc>
              <a:spcBef>
                <a:spcPct val="0"/>
              </a:spcBef>
              <a:spcAft>
                <a:spcPct val="0"/>
              </a:spcAft>
              <a:buClrTx/>
              <a:buSzTx/>
              <a:buFontTx/>
              <a:buNone/>
              <a:tabLst/>
            </a:pPr>
            <a:r>
              <a:rPr altLang="en-US" b="0" baseline="0" cap="none" dirty="0" i="0" kumimoji="0" lang="en-US" normalizeH="0" strike="noStrike" sz="1400" u="none">
                <a:ln>
                  <a:noFill/>
                </a:ln>
                <a:solidFill>
                  <a:srgbClr val="000000"/>
                </a:solidFill>
                <a:effectLst/>
                <a:latin typeface="Arial Unicode MS"/>
                <a:ea charset="0" panose="02070309020205020404" pitchFamily="49" typeface="Courier New"/>
              </a:rPr>
              <a:t>Here are two large prime numbers of </a:t>
            </a:r>
            <a:r>
              <a:rPr altLang="en-US" b="1" baseline="0" cap="none" dirty="0" i="0" kumimoji="0" lang="en-US" normalizeH="0" strike="noStrike" sz="1400" u="none">
                <a:ln>
                  <a:noFill/>
                </a:ln>
                <a:solidFill>
                  <a:srgbClr val="FF0000"/>
                </a:solidFill>
                <a:effectLst/>
                <a:latin typeface="Arial Unicode MS"/>
                <a:ea charset="0" panose="02070309020205020404" pitchFamily="49" typeface="Courier New"/>
              </a:rPr>
              <a:t>512 bits</a:t>
            </a:r>
            <a:r>
              <a:rPr altLang="en-US" b="0" baseline="0" cap="none" dirty="0" i="0" kumimoji="0" lang="en-US" normalizeH="0" strike="noStrike" sz="1400" u="none">
                <a:ln>
                  <a:noFill/>
                </a:ln>
                <a:solidFill>
                  <a:srgbClr val="000000"/>
                </a:solidFill>
                <a:effectLst/>
                <a:latin typeface="Arial Unicode MS"/>
                <a:ea charset="0" panose="02070309020205020404" pitchFamily="49" typeface="Courier New"/>
              </a:rPr>
              <a:t>, about </a:t>
            </a:r>
            <a:r>
              <a:rPr altLang="en-US" b="1" baseline="0" cap="none" dirty="0" i="0" kumimoji="0" lang="en-US" normalizeH="0" strike="noStrike" sz="1400" u="none">
                <a:ln>
                  <a:noFill/>
                </a:ln>
                <a:solidFill>
                  <a:srgbClr val="FF0000"/>
                </a:solidFill>
                <a:effectLst/>
                <a:latin typeface="Arial Unicode MS"/>
                <a:ea charset="0" panose="02070309020205020404" pitchFamily="49" typeface="Courier New"/>
              </a:rPr>
              <a:t>150 decimal digits</a:t>
            </a:r>
            <a:r>
              <a:rPr altLang="en-US" b="0" baseline="0" cap="none" dirty="0" i="0" kumimoji="0" lang="en-US" normalizeH="0" strike="noStrike" sz="1400" u="none">
                <a:ln>
                  <a:noFill/>
                </a:ln>
                <a:solidFill>
                  <a:srgbClr val="000000"/>
                </a:solidFill>
                <a:effectLst/>
                <a:latin typeface="Arial Unicode MS"/>
                <a:ea charset="0" panose="02070309020205020404" pitchFamily="49" typeface="Courier New"/>
              </a:rPr>
              <a:t>.</a:t>
            </a:r>
          </a:p>
          <a:p>
            <a:pPr algn="l" defTabSz="914400" eaLnBrk="0" fontAlgn="base" hangingPunct="0" indent="0" latinLnBrk="0" lvl="0" marL="0" marR="0" rtl="0">
              <a:lnSpc>
                <a:spcPct val="100000"/>
              </a:lnSpc>
              <a:spcBef>
                <a:spcPct val="0"/>
              </a:spcBef>
              <a:spcAft>
                <a:spcPct val="0"/>
              </a:spcAft>
              <a:buClrTx/>
              <a:buSzTx/>
              <a:buFontTx/>
              <a:buNone/>
              <a:tabLst/>
            </a:pPr>
            <a:r>
              <a:rPr altLang="en-US" b="0" baseline="0" cap="none" dirty="0" i="0" kumimoji="0" lang="en-US" normalizeH="0" strike="noStrike" sz="1400" u="none">
                <a:ln>
                  <a:noFill/>
                </a:ln>
                <a:solidFill>
                  <a:srgbClr val="000000"/>
                </a:solidFill>
                <a:effectLst/>
                <a:latin typeface="Arial Unicode MS"/>
                <a:ea charset="0" panose="02070309020205020404" pitchFamily="49" typeface="Courier New"/>
              </a:rPr>
              <a:t>p = 109337661836325758176115170347306682871557999846322234541387456711212734562876</a:t>
            </a:r>
          </a:p>
          <a:p>
            <a:pPr algn="l" defTabSz="914400" eaLnBrk="0" fontAlgn="base" hangingPunct="0" indent="0" latinLnBrk="0" lvl="0" marL="0" marR="0" rtl="0">
              <a:lnSpc>
                <a:spcPct val="100000"/>
              </a:lnSpc>
              <a:spcBef>
                <a:spcPct val="0"/>
              </a:spcBef>
              <a:spcAft>
                <a:spcPct val="0"/>
              </a:spcAft>
              <a:buClrTx/>
              <a:buSzTx/>
              <a:buFontTx/>
              <a:buNone/>
              <a:tabLst/>
            </a:pPr>
            <a:r>
              <a:rPr altLang="en-US" dirty="0" lang="en-US" sz="1400">
                <a:solidFill>
                  <a:srgbClr val="000000"/>
                </a:solidFill>
                <a:latin typeface="Arial Unicode MS"/>
                <a:ea charset="0" panose="02070309020205020404" pitchFamily="49" typeface="Courier New"/>
              </a:rPr>
              <a:t>      </a:t>
            </a:r>
            <a:r>
              <a:rPr altLang="en-US" b="0" baseline="0" cap="none" dirty="0" i="0" kumimoji="0" lang="en-US" normalizeH="0" strike="noStrike" sz="1400" u="none">
                <a:ln>
                  <a:noFill/>
                </a:ln>
                <a:solidFill>
                  <a:srgbClr val="000000"/>
                </a:solidFill>
                <a:effectLst/>
                <a:latin typeface="Arial Unicode MS"/>
                <a:ea charset="0" panose="02070309020205020404" pitchFamily="49" typeface="Courier New"/>
              </a:rPr>
              <a:t>70008290843302875521274970245314593222946129064538358581018615539828479146469</a:t>
            </a:r>
          </a:p>
          <a:p>
            <a:pPr algn="l" defTabSz="914400" eaLnBrk="0" fontAlgn="base" hangingPunct="0" indent="0" latinLnBrk="0" lvl="0" marL="0" marR="0" rtl="0">
              <a:lnSpc>
                <a:spcPct val="100000"/>
              </a:lnSpc>
              <a:spcBef>
                <a:spcPct val="0"/>
              </a:spcBef>
              <a:spcAft>
                <a:spcPct val="0"/>
              </a:spcAft>
              <a:buClrTx/>
              <a:buSzTx/>
              <a:buFontTx/>
              <a:buNone/>
              <a:tabLst/>
            </a:pPr>
            <a:r>
              <a:rPr altLang="en-US" b="0" baseline="0" cap="none" dirty="0" i="0" kumimoji="0" lang="en-US" normalizeH="0" strike="noStrike" sz="1400" u="none">
                <a:ln>
                  <a:noFill/>
                </a:ln>
                <a:solidFill>
                  <a:srgbClr val="000000"/>
                </a:solidFill>
                <a:effectLst/>
                <a:latin typeface="Arial Unicode MS"/>
                <a:ea charset="0" panose="02070309020205020404" pitchFamily="49" typeface="Courier New"/>
              </a:rPr>
              <a:t>q = 109106169673491102317237340786149226453370608821417489682098342251389760111799</a:t>
            </a:r>
          </a:p>
          <a:p>
            <a:pPr algn="l" defTabSz="914400" eaLnBrk="0" fontAlgn="base" hangingPunct="0" indent="0" latinLnBrk="0" lvl="0" marL="0" marR="0" rtl="0">
              <a:lnSpc>
                <a:spcPct val="100000"/>
              </a:lnSpc>
              <a:spcBef>
                <a:spcPct val="0"/>
              </a:spcBef>
              <a:spcAft>
                <a:spcPct val="0"/>
              </a:spcAft>
              <a:buClrTx/>
              <a:buSzTx/>
              <a:buFontTx/>
              <a:buNone/>
              <a:tabLst/>
            </a:pPr>
            <a:r>
              <a:rPr altLang="en-US" dirty="0" lang="en-US" sz="1400">
                <a:solidFill>
                  <a:srgbClr val="000000"/>
                </a:solidFill>
                <a:latin typeface="Arial Unicode MS"/>
                <a:ea charset="0" panose="02070309020205020404" pitchFamily="49" typeface="Courier New"/>
              </a:rPr>
              <a:t>      </a:t>
            </a:r>
            <a:r>
              <a:rPr altLang="en-US" b="0" baseline="0" cap="none" dirty="0" i="0" kumimoji="0" lang="en-US" normalizeH="0" strike="noStrike" sz="1400" u="none">
                <a:ln>
                  <a:noFill/>
                </a:ln>
                <a:solidFill>
                  <a:srgbClr val="000000"/>
                </a:solidFill>
                <a:effectLst/>
                <a:latin typeface="Arial Unicode MS"/>
                <a:ea charset="0" panose="02070309020205020404" pitchFamily="49" typeface="Courier New"/>
              </a:rPr>
              <a:t>93394299810159736904468554021708289824396553412180514827996444845438176099727</a:t>
            </a:r>
          </a:p>
          <a:p>
            <a:pPr algn="l" defTabSz="914400" eaLnBrk="0" fontAlgn="base" hangingPunct="0" indent="0" latinLnBrk="0" lvl="0" marL="0" marR="0" rtl="0">
              <a:lnSpc>
                <a:spcPct val="100000"/>
              </a:lnSpc>
              <a:spcBef>
                <a:spcPct val="0"/>
              </a:spcBef>
              <a:spcAft>
                <a:spcPct val="0"/>
              </a:spcAft>
              <a:buClrTx/>
              <a:buSzTx/>
              <a:buFontTx/>
              <a:buNone/>
              <a:tabLst/>
            </a:pPr>
            <a:endParaRPr altLang="en-US" b="0" baseline="0" cap="none" dirty="0" i="0" kumimoji="0" lang="en-US" normalizeH="0" strike="noStrike" sz="1400" u="none">
              <a:ln>
                <a:noFill/>
              </a:ln>
              <a:solidFill>
                <a:srgbClr val="000000"/>
              </a:solidFill>
              <a:effectLst/>
              <a:latin typeface="Arial Unicode MS"/>
              <a:ea charset="0" panose="02070309020205020404" pitchFamily="49" typeface="Courier New"/>
            </a:endParaRPr>
          </a:p>
          <a:p>
            <a:pPr defTabSz="914400" eaLnBrk="0" fontAlgn="base" hangingPunct="0" lvl="0">
              <a:spcBef>
                <a:spcPct val="0"/>
              </a:spcBef>
              <a:spcAft>
                <a:spcPct val="0"/>
              </a:spcAft>
            </a:pPr>
            <a:r>
              <a:rPr altLang="en-US" dirty="0" lang="en-US" sz="1400">
                <a:solidFill>
                  <a:srgbClr val="000000"/>
                </a:solidFill>
                <a:latin typeface="Arial Unicode MS"/>
              </a:rPr>
              <a:t>The public key n has </a:t>
            </a:r>
            <a:r>
              <a:rPr altLang="en-US" b="1" dirty="0" lang="en-US" sz="1400">
                <a:solidFill>
                  <a:srgbClr val="FF0000"/>
                </a:solidFill>
                <a:latin typeface="Arial Unicode MS"/>
              </a:rPr>
              <a:t>1024 bits</a:t>
            </a:r>
            <a:r>
              <a:rPr altLang="en-US" dirty="0" lang="en-US" sz="1400">
                <a:solidFill>
                  <a:srgbClr val="000000"/>
                </a:solidFill>
                <a:latin typeface="Arial Unicode MS"/>
              </a:rPr>
              <a:t>. That is a number over </a:t>
            </a:r>
            <a:r>
              <a:rPr altLang="en-US" b="1" dirty="0" lang="en-US" sz="1400">
                <a:solidFill>
                  <a:srgbClr val="FF0000"/>
                </a:solidFill>
                <a:latin typeface="Arial Unicode MS"/>
              </a:rPr>
              <a:t>300 decimal digits </a:t>
            </a:r>
            <a:r>
              <a:rPr altLang="en-US" dirty="0" lang="en-US" sz="1400">
                <a:solidFill>
                  <a:srgbClr val="000000"/>
                </a:solidFill>
                <a:latin typeface="Arial Unicode MS"/>
              </a:rPr>
              <a:t>long. </a:t>
            </a:r>
          </a:p>
          <a:p>
            <a:pPr defTabSz="914400" eaLnBrk="0" fontAlgn="base" hangingPunct="0" lvl="0">
              <a:spcBef>
                <a:spcPct val="0"/>
              </a:spcBef>
              <a:spcAft>
                <a:spcPct val="0"/>
              </a:spcAft>
            </a:pPr>
            <a:r>
              <a:rPr altLang="en-US" dirty="0" lang="pt-BR" sz="1400">
                <a:solidFill>
                  <a:srgbClr val="000000"/>
                </a:solidFill>
                <a:latin typeface="Arial Unicode MS"/>
              </a:rPr>
              <a:t>n = </a:t>
            </a:r>
          </a:p>
          <a:p>
            <a:pPr defTabSz="914400" eaLnBrk="0" fontAlgn="base" hangingPunct="0" lvl="0">
              <a:spcBef>
                <a:spcPct val="0"/>
              </a:spcBef>
              <a:spcAft>
                <a:spcPct val="0"/>
              </a:spcAft>
            </a:pPr>
            <a:r>
              <a:rPr altLang="en-US" dirty="0" lang="pt-BR" sz="1400">
                <a:solidFill>
                  <a:srgbClr val="000000"/>
                </a:solidFill>
                <a:latin typeface="Arial Unicode MS"/>
              </a:rPr>
              <a:t>11929413484016950905552721133125564964460656966152763801206748195494305685115033</a:t>
            </a:r>
          </a:p>
          <a:p>
            <a:pPr defTabSz="914400" eaLnBrk="0" fontAlgn="base" hangingPunct="0" lvl="0">
              <a:spcBef>
                <a:spcPct val="0"/>
              </a:spcBef>
              <a:spcAft>
                <a:spcPct val="0"/>
              </a:spcAft>
            </a:pPr>
            <a:r>
              <a:rPr altLang="en-US" dirty="0" lang="pt-BR" sz="1400">
                <a:solidFill>
                  <a:srgbClr val="000000"/>
                </a:solidFill>
                <a:latin typeface="Arial Unicode MS"/>
              </a:rPr>
              <a:t>38063159570377156202973050001186287708466899691128922122454571180605749959895170</a:t>
            </a:r>
          </a:p>
          <a:p>
            <a:pPr defTabSz="914400" eaLnBrk="0" fontAlgn="base" hangingPunct="0" lvl="0">
              <a:spcBef>
                <a:spcPct val="0"/>
              </a:spcBef>
              <a:spcAft>
                <a:spcPct val="0"/>
              </a:spcAft>
            </a:pPr>
            <a:r>
              <a:rPr altLang="en-US" dirty="0" lang="pt-BR" sz="1400">
                <a:solidFill>
                  <a:srgbClr val="000000"/>
                </a:solidFill>
                <a:latin typeface="Arial Unicode MS"/>
              </a:rPr>
              <a:t>80042105263427376322274266393116193517839570773505632231596681121927337473973220</a:t>
            </a:r>
          </a:p>
          <a:p>
            <a:pPr defTabSz="914400" eaLnBrk="0" fontAlgn="base" hangingPunct="0" lvl="0">
              <a:spcBef>
                <a:spcPct val="0"/>
              </a:spcBef>
              <a:spcAft>
                <a:spcPct val="0"/>
              </a:spcAft>
            </a:pPr>
            <a:r>
              <a:rPr altLang="en-US" dirty="0" lang="pt-BR" sz="1400">
                <a:solidFill>
                  <a:srgbClr val="000000"/>
                </a:solidFill>
                <a:latin typeface="Arial Unicode MS"/>
              </a:rPr>
              <a:t>312512599061231322250945506260066557538238517575390621262940383913963</a:t>
            </a:r>
            <a:endParaRPr altLang="en-US" dirty="0" lang="en-US" sz="1400">
              <a:solidFill>
                <a:srgbClr val="000000"/>
              </a:solidFill>
              <a:latin typeface="Arial Unicode MS"/>
            </a:endParaRPr>
          </a:p>
        </p:txBody>
      </p:sp>
    </p:spTree>
    <p:custDataLst>
      <p:tags r:id="rId1"/>
    </p:custDataLst>
    <p:extLst>
      <p:ext uri="{BB962C8B-B14F-4D97-AF65-F5344CB8AC3E}">
        <p14:creationId xmlns:p14="http://schemas.microsoft.com/office/powerpoint/2010/main" val="4285112141"/>
      </p:ext>
    </p:extLst>
  </p:cSld>
  <p:clrMapOvr>
    <a:masterClrMapping/>
  </p:clrMapOvr>
  <mc:AlternateContent xmlns:mc="http://schemas.openxmlformats.org/markup-compatibility/2006" xmlns:p14="http://schemas.microsoft.com/office/powerpoint/2010/main">
    <mc:Choice Requires="p14">
      <p:transition advTm="149920" p14:dur="2000" spd="slow"/>
    </mc:Choice>
    <mc:Fallback>
      <p:transition advTm="149920" spd="slow"/>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0" presetSubtype="0">
                                  <p:stCondLst>
                                    <p:cond delay="0"/>
                                  </p:stCondLst>
                                  <p:childTnLst>
                                    <p:set>
                                      <p:cBhvr>
                                        <p:cTn dur="1" fill="hold" id="6">
                                          <p:stCondLst>
                                            <p:cond delay="0"/>
                                          </p:stCondLst>
                                        </p:cTn>
                                        <p:tgtEl>
                                          <p:spTgt spid="4"/>
                                        </p:tgtEl>
                                        <p:attrNameLst>
                                          <p:attrName>style.visibility</p:attrName>
                                        </p:attrNameLst>
                                      </p:cBhvr>
                                      <p:to>
                                        <p:strVal val="visible"/>
                                      </p:to>
                                    </p:set>
                                    <p:animEffect filter="fade" transition="in">
                                      <p:cBhvr>
                                        <p:cTn dur="500" id="7"/>
                                        <p:tgtEl>
                                          <p:spTgt spid="4"/>
                                        </p:tgtEl>
                                      </p:cBhvr>
                                    </p:animEffect>
                                  </p:childTnLst>
                                </p:cTn>
                              </p:par>
                            </p:childTnLst>
                          </p:cTn>
                        </p:par>
                      </p:childTnLst>
                    </p:cTn>
                  </p:par>
                  <p:par>
                    <p:cTn fill="hold" id="8">
                      <p:stCondLst>
                        <p:cond delay="indefinite"/>
                      </p:stCondLst>
                      <p:childTnLst>
                        <p:par>
                          <p:cTn fill="hold" id="9">
                            <p:stCondLst>
                              <p:cond delay="0"/>
                            </p:stCondLst>
                            <p:childTnLst>
                              <p:par>
                                <p:cTn fill="hold" grpId="0" id="10" nodeType="clickEffect" presetClass="entr" presetID="3" presetSubtype="10">
                                  <p:stCondLst>
                                    <p:cond delay="0"/>
                                  </p:stCondLst>
                                  <p:childTnLst>
                                    <p:set>
                                      <p:cBhvr>
                                        <p:cTn dur="1" fill="hold" id="11">
                                          <p:stCondLst>
                                            <p:cond delay="0"/>
                                          </p:stCondLst>
                                        </p:cTn>
                                        <p:tgtEl>
                                          <p:spTgt spid="5"/>
                                        </p:tgtEl>
                                        <p:attrNameLst>
                                          <p:attrName>style.visibility</p:attrName>
                                        </p:attrNameLst>
                                      </p:cBhvr>
                                      <p:to>
                                        <p:strVal val="visible"/>
                                      </p:to>
                                    </p:set>
                                    <p:animEffect filter="blinds(horizontal)" transition="in">
                                      <p:cBhvr>
                                        <p:cTn dur="500" id="12"/>
                                        <p:tgtEl>
                                          <p:spTgt spid="5"/>
                                        </p:tgtEl>
                                      </p:cBhvr>
                                    </p:animEffec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1" presetSubtype="0">
                                  <p:stCondLst>
                                    <p:cond delay="0"/>
                                  </p:stCondLst>
                                  <p:childTnLst>
                                    <p:set>
                                      <p:cBhvr>
                                        <p:cTn dur="1" fill="hold" id="16">
                                          <p:stCondLst>
                                            <p:cond delay="0"/>
                                          </p:stCondLst>
                                        </p:cTn>
                                        <p:tgtEl>
                                          <p:spTgt spid="14">
                                            <p:txEl>
                                              <p:pRg end="0" st="0"/>
                                            </p:txEl>
                                          </p:spTgt>
                                        </p:tgtEl>
                                        <p:attrNameLst>
                                          <p:attrName>style.visibility</p:attrName>
                                        </p:attrNameLst>
                                      </p:cBhvr>
                                      <p:to>
                                        <p:strVal val="visible"/>
                                      </p:to>
                                    </p:set>
                                  </p:childTnLst>
                                </p:cTn>
                              </p:par>
                            </p:childTnLst>
                          </p:cTn>
                        </p:par>
                      </p:childTnLst>
                    </p:cTn>
                  </p:par>
                  <p:par>
                    <p:cTn fill="hold" id="17">
                      <p:stCondLst>
                        <p:cond delay="indefinite"/>
                      </p:stCondLst>
                      <p:childTnLst>
                        <p:par>
                          <p:cTn fill="hold" id="18">
                            <p:stCondLst>
                              <p:cond delay="0"/>
                            </p:stCondLst>
                            <p:childTnLst>
                              <p:par>
                                <p:cTn fill="hold" grpId="0" id="19" nodeType="clickEffect" presetClass="entr" presetID="1" presetSubtype="0">
                                  <p:stCondLst>
                                    <p:cond delay="0"/>
                                  </p:stCondLst>
                                  <p:childTnLst>
                                    <p:set>
                                      <p:cBhvr>
                                        <p:cTn dur="1" fill="hold" id="20">
                                          <p:stCondLst>
                                            <p:cond delay="0"/>
                                          </p:stCondLst>
                                        </p:cTn>
                                        <p:tgtEl>
                                          <p:spTgt spid="14">
                                            <p:txEl>
                                              <p:pRg end="1" st="1"/>
                                            </p:txEl>
                                          </p:spTgt>
                                        </p:tgtEl>
                                        <p:attrNameLst>
                                          <p:attrName>style.visibility</p:attrName>
                                        </p:attrNameLst>
                                      </p:cBhvr>
                                      <p:to>
                                        <p:strVal val="visible"/>
                                      </p:to>
                                    </p:set>
                                  </p:childTnLst>
                                </p:cTn>
                              </p:par>
                              <p:par>
                                <p:cTn fill="hold" grpId="0" id="21" nodeType="withEffect" presetClass="entr" presetID="1" presetSubtype="0">
                                  <p:stCondLst>
                                    <p:cond delay="0"/>
                                  </p:stCondLst>
                                  <p:childTnLst>
                                    <p:set>
                                      <p:cBhvr>
                                        <p:cTn dur="1" fill="hold" id="22">
                                          <p:stCondLst>
                                            <p:cond delay="0"/>
                                          </p:stCondLst>
                                        </p:cTn>
                                        <p:tgtEl>
                                          <p:spTgt spid="14">
                                            <p:txEl>
                                              <p:pRg end="2" st="2"/>
                                            </p:txEl>
                                          </p:spTgt>
                                        </p:tgtEl>
                                        <p:attrNameLst>
                                          <p:attrName>style.visibility</p:attrName>
                                        </p:attrNameLst>
                                      </p:cBhvr>
                                      <p:to>
                                        <p:strVal val="visible"/>
                                      </p:to>
                                    </p:set>
                                  </p:childTnLst>
                                </p:cTn>
                              </p:par>
                            </p:childTnLst>
                          </p:cTn>
                        </p:par>
                      </p:childTnLst>
                    </p:cTn>
                  </p:par>
                  <p:par>
                    <p:cTn fill="hold" id="23">
                      <p:stCondLst>
                        <p:cond delay="indefinite"/>
                      </p:stCondLst>
                      <p:childTnLst>
                        <p:par>
                          <p:cTn fill="hold" id="24">
                            <p:stCondLst>
                              <p:cond delay="0"/>
                            </p:stCondLst>
                            <p:childTnLst>
                              <p:par>
                                <p:cTn fill="hold" grpId="0" id="25" nodeType="clickEffect" presetClass="entr" presetID="1" presetSubtype="0">
                                  <p:stCondLst>
                                    <p:cond delay="0"/>
                                  </p:stCondLst>
                                  <p:childTnLst>
                                    <p:set>
                                      <p:cBhvr>
                                        <p:cTn dur="1" fill="hold" id="26">
                                          <p:stCondLst>
                                            <p:cond delay="0"/>
                                          </p:stCondLst>
                                        </p:cTn>
                                        <p:tgtEl>
                                          <p:spTgt spid="14">
                                            <p:txEl>
                                              <p:pRg end="3" st="3"/>
                                            </p:txEl>
                                          </p:spTgt>
                                        </p:tgtEl>
                                        <p:attrNameLst>
                                          <p:attrName>style.visibility</p:attrName>
                                        </p:attrNameLst>
                                      </p:cBhvr>
                                      <p:to>
                                        <p:strVal val="visible"/>
                                      </p:to>
                                    </p:set>
                                  </p:childTnLst>
                                </p:cTn>
                              </p:par>
                              <p:par>
                                <p:cTn fill="hold" grpId="0" id="27" nodeType="withEffect" presetClass="entr" presetID="1" presetSubtype="0">
                                  <p:stCondLst>
                                    <p:cond delay="0"/>
                                  </p:stCondLst>
                                  <p:childTnLst>
                                    <p:set>
                                      <p:cBhvr>
                                        <p:cTn dur="1" fill="hold" id="28">
                                          <p:stCondLst>
                                            <p:cond delay="0"/>
                                          </p:stCondLst>
                                        </p:cTn>
                                        <p:tgtEl>
                                          <p:spTgt spid="14">
                                            <p:txEl>
                                              <p:pRg end="4" st="4"/>
                                            </p:txEl>
                                          </p:spTgt>
                                        </p:tgtEl>
                                        <p:attrNameLst>
                                          <p:attrName>style.visibility</p:attrName>
                                        </p:attrNameLst>
                                      </p:cBhvr>
                                      <p:to>
                                        <p:strVal val="visible"/>
                                      </p:to>
                                    </p:set>
                                  </p:childTnLst>
                                </p:cTn>
                              </p:par>
                            </p:childTnLst>
                          </p:cTn>
                        </p:par>
                      </p:childTnLst>
                    </p:cTn>
                  </p:par>
                  <p:par>
                    <p:cTn fill="hold" id="29">
                      <p:stCondLst>
                        <p:cond delay="indefinite"/>
                      </p:stCondLst>
                      <p:childTnLst>
                        <p:par>
                          <p:cTn fill="hold" id="30">
                            <p:stCondLst>
                              <p:cond delay="0"/>
                            </p:stCondLst>
                            <p:childTnLst>
                              <p:par>
                                <p:cTn fill="hold" grpId="0" id="31" nodeType="clickEffect" presetClass="entr" presetID="1" presetSubtype="0">
                                  <p:stCondLst>
                                    <p:cond delay="0"/>
                                  </p:stCondLst>
                                  <p:childTnLst>
                                    <p:set>
                                      <p:cBhvr>
                                        <p:cTn dur="1" fill="hold" id="32">
                                          <p:stCondLst>
                                            <p:cond delay="0"/>
                                          </p:stCondLst>
                                        </p:cTn>
                                        <p:tgtEl>
                                          <p:spTgt spid="14">
                                            <p:txEl>
                                              <p:pRg end="6" st="6"/>
                                            </p:txEl>
                                          </p:spTgt>
                                        </p:tgtEl>
                                        <p:attrNameLst>
                                          <p:attrName>style.visibility</p:attrName>
                                        </p:attrNameLst>
                                      </p:cBhvr>
                                      <p:to>
                                        <p:strVal val="visible"/>
                                      </p:to>
                                    </p:set>
                                  </p:childTnLst>
                                </p:cTn>
                              </p:par>
                            </p:childTnLst>
                          </p:cTn>
                        </p:par>
                      </p:childTnLst>
                    </p:cTn>
                  </p:par>
                  <p:par>
                    <p:cTn fill="hold" id="33">
                      <p:stCondLst>
                        <p:cond delay="indefinite"/>
                      </p:stCondLst>
                      <p:childTnLst>
                        <p:par>
                          <p:cTn fill="hold" id="34">
                            <p:stCondLst>
                              <p:cond delay="0"/>
                            </p:stCondLst>
                            <p:childTnLst>
                              <p:par>
                                <p:cTn fill="hold" grpId="0" id="35" nodeType="clickEffect" presetClass="entr" presetID="1" presetSubtype="0">
                                  <p:stCondLst>
                                    <p:cond delay="0"/>
                                  </p:stCondLst>
                                  <p:childTnLst>
                                    <p:set>
                                      <p:cBhvr>
                                        <p:cTn dur="1" fill="hold" id="36">
                                          <p:stCondLst>
                                            <p:cond delay="0"/>
                                          </p:stCondLst>
                                        </p:cTn>
                                        <p:tgtEl>
                                          <p:spTgt spid="14">
                                            <p:txEl>
                                              <p:pRg end="7" st="7"/>
                                            </p:txEl>
                                          </p:spTgt>
                                        </p:tgtEl>
                                        <p:attrNameLst>
                                          <p:attrName>style.visibility</p:attrName>
                                        </p:attrNameLst>
                                      </p:cBhvr>
                                      <p:to>
                                        <p:strVal val="visible"/>
                                      </p:to>
                                    </p:set>
                                  </p:childTnLst>
                                </p:cTn>
                              </p:par>
                              <p:par>
                                <p:cTn fill="hold" grpId="0" id="37" nodeType="withEffect" presetClass="entr" presetID="1" presetSubtype="0">
                                  <p:stCondLst>
                                    <p:cond delay="0"/>
                                  </p:stCondLst>
                                  <p:childTnLst>
                                    <p:set>
                                      <p:cBhvr>
                                        <p:cTn dur="1" fill="hold" id="38">
                                          <p:stCondLst>
                                            <p:cond delay="0"/>
                                          </p:stCondLst>
                                        </p:cTn>
                                        <p:tgtEl>
                                          <p:spTgt spid="14">
                                            <p:txEl>
                                              <p:pRg end="8" st="8"/>
                                            </p:txEl>
                                          </p:spTgt>
                                        </p:tgtEl>
                                        <p:attrNameLst>
                                          <p:attrName>style.visibility</p:attrName>
                                        </p:attrNameLst>
                                      </p:cBhvr>
                                      <p:to>
                                        <p:strVal val="visible"/>
                                      </p:to>
                                    </p:set>
                                  </p:childTnLst>
                                </p:cTn>
                              </p:par>
                              <p:par>
                                <p:cTn fill="hold" grpId="0" id="39" nodeType="withEffect" presetClass="entr" presetID="1" presetSubtype="0">
                                  <p:stCondLst>
                                    <p:cond delay="0"/>
                                  </p:stCondLst>
                                  <p:childTnLst>
                                    <p:set>
                                      <p:cBhvr>
                                        <p:cTn dur="1" fill="hold" id="40">
                                          <p:stCondLst>
                                            <p:cond delay="0"/>
                                          </p:stCondLst>
                                        </p:cTn>
                                        <p:tgtEl>
                                          <p:spTgt spid="14">
                                            <p:txEl>
                                              <p:pRg end="9" st="9"/>
                                            </p:txEl>
                                          </p:spTgt>
                                        </p:tgtEl>
                                        <p:attrNameLst>
                                          <p:attrName>style.visibility</p:attrName>
                                        </p:attrNameLst>
                                      </p:cBhvr>
                                      <p:to>
                                        <p:strVal val="visible"/>
                                      </p:to>
                                    </p:set>
                                  </p:childTnLst>
                                </p:cTn>
                              </p:par>
                              <p:par>
                                <p:cTn fill="hold" grpId="0" id="41" nodeType="withEffect" presetClass="entr" presetID="1" presetSubtype="0">
                                  <p:stCondLst>
                                    <p:cond delay="0"/>
                                  </p:stCondLst>
                                  <p:childTnLst>
                                    <p:set>
                                      <p:cBhvr>
                                        <p:cTn dur="1" fill="hold" id="42">
                                          <p:stCondLst>
                                            <p:cond delay="0"/>
                                          </p:stCondLst>
                                        </p:cTn>
                                        <p:tgtEl>
                                          <p:spTgt spid="14">
                                            <p:txEl>
                                              <p:pRg end="10" st="10"/>
                                            </p:txEl>
                                          </p:spTgt>
                                        </p:tgtEl>
                                        <p:attrNameLst>
                                          <p:attrName>style.visibility</p:attrName>
                                        </p:attrNameLst>
                                      </p:cBhvr>
                                      <p:to>
                                        <p:strVal val="visible"/>
                                      </p:to>
                                    </p:set>
                                  </p:childTnLst>
                                </p:cTn>
                              </p:par>
                              <p:par>
                                <p:cTn fill="hold" grpId="0" id="43" nodeType="withEffect" presetClass="entr" presetID="1" presetSubtype="0">
                                  <p:stCondLst>
                                    <p:cond delay="0"/>
                                  </p:stCondLst>
                                  <p:childTnLst>
                                    <p:set>
                                      <p:cBhvr>
                                        <p:cTn dur="1" fill="hold" id="44">
                                          <p:stCondLst>
                                            <p:cond delay="0"/>
                                          </p:stCondLst>
                                        </p:cTn>
                                        <p:tgtEl>
                                          <p:spTgt spid="14">
                                            <p:txEl>
                                              <p:pRg end="11" st="11"/>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4"/>
      <p:bldP grpId="0" spid="5"/>
      <p:bldP build="p" grpId="0" spid="14" uiExpand="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78850" name="Rectangle 2"/>
          <p:cNvSpPr>
            <a:spLocks noChangeArrowheads="1" noGrp="1"/>
          </p:cNvSpPr>
          <p:nvPr>
            <p:ph type="title"/>
          </p:nvPr>
        </p:nvSpPr>
        <p:spPr/>
        <p:txBody>
          <a:bodyPr/>
          <a:lstStyle/>
          <a:p>
            <a:r>
              <a:rPr dirty="0" lang="en-AU"/>
              <a:t>RSA Security</a:t>
            </a:r>
          </a:p>
        </p:txBody>
      </p:sp>
      <p:sp>
        <p:nvSpPr>
          <p:cNvPr id="78851" name="Rectangle 3"/>
          <p:cNvSpPr>
            <a:spLocks noChangeArrowheads="1" noGrp="1"/>
          </p:cNvSpPr>
          <p:nvPr>
            <p:ph idx="1"/>
          </p:nvPr>
        </p:nvSpPr>
        <p:spPr/>
        <p:txBody>
          <a:bodyPr/>
          <a:lstStyle/>
          <a:p>
            <a:r>
              <a:rPr dirty="0" lang="en-US"/>
              <a:t>In order to attack RSA, we can try the following methods: </a:t>
            </a:r>
          </a:p>
          <a:p>
            <a:pPr indent="-457200" lvl="1" marL="914400">
              <a:buFont typeface="+mj-lt"/>
              <a:buAutoNum type="arabicPeriod"/>
            </a:pPr>
            <a:r>
              <a:rPr dirty="0" lang="en-US"/>
              <a:t>Factor </a:t>
            </a:r>
            <a:r>
              <a:rPr dirty="0" i="1" lang="en-AU"/>
              <a:t>n</a:t>
            </a:r>
            <a:r>
              <a:rPr dirty="0" lang="en-AU"/>
              <a:t> into its two prime factors. </a:t>
            </a:r>
          </a:p>
          <a:p>
            <a:pPr lvl="2">
              <a:buFont charset="0" panose="02070309020205020404" pitchFamily="49" typeface="Courier New"/>
              <a:buChar char="o"/>
            </a:pPr>
            <a:r>
              <a:rPr dirty="0" lang="en-AU"/>
              <a:t>Then, we can calculate of ø(</a:t>
            </a:r>
            <a:r>
              <a:rPr dirty="0" i="1" lang="en-AU"/>
              <a:t>n</a:t>
            </a:r>
            <a:r>
              <a:rPr dirty="0" lang="en-AU"/>
              <a:t>) = (</a:t>
            </a:r>
            <a:r>
              <a:rPr dirty="0" i="1" lang="en-AU"/>
              <a:t>p – 1) x (q</a:t>
            </a:r>
            <a:r>
              <a:rPr dirty="0" lang="en-AU"/>
              <a:t> – 1), which in turn enables determination of </a:t>
            </a:r>
            <a:r>
              <a:rPr dirty="0" i="1" lang="en-AU"/>
              <a:t>d = e</a:t>
            </a:r>
            <a:r>
              <a:rPr baseline="30000" dirty="0" i="1" lang="en-AU"/>
              <a:t>-1</a:t>
            </a:r>
            <a:r>
              <a:rPr dirty="0" i="1" lang="en-AU"/>
              <a:t> (mod </a:t>
            </a:r>
            <a:r>
              <a:rPr dirty="0" lang="en-AU"/>
              <a:t>ø(n))</a:t>
            </a:r>
          </a:p>
          <a:p>
            <a:pPr indent="-457200" lvl="1" marL="914400">
              <a:buFont typeface="+mj-lt"/>
              <a:buAutoNum type="arabicPeriod"/>
            </a:pPr>
            <a:r>
              <a:rPr dirty="0" lang="en-US"/>
              <a:t>Determine </a:t>
            </a:r>
            <a:r>
              <a:rPr dirty="0" lang="en-AU"/>
              <a:t>ø(n)</a:t>
            </a:r>
            <a:r>
              <a:rPr dirty="0" lang="en-US"/>
              <a:t> directly without first determining </a:t>
            </a:r>
            <a:r>
              <a:rPr dirty="0" i="1" lang="en-US"/>
              <a:t>p </a:t>
            </a:r>
            <a:r>
              <a:rPr dirty="0" lang="en-US"/>
              <a:t>and </a:t>
            </a:r>
            <a:r>
              <a:rPr dirty="0" i="1" lang="en-US"/>
              <a:t>q. </a:t>
            </a:r>
          </a:p>
          <a:p>
            <a:pPr lvl="2">
              <a:buFont charset="0" panose="02070309020205020404" pitchFamily="49" typeface="Courier New"/>
              <a:buChar char="o"/>
            </a:pPr>
            <a:r>
              <a:rPr dirty="0" lang="en-US"/>
              <a:t>Again, this </a:t>
            </a:r>
            <a:r>
              <a:rPr dirty="0" lang="en-AU"/>
              <a:t>enables determination of </a:t>
            </a:r>
            <a:r>
              <a:rPr dirty="0" i="1" lang="en-AU"/>
              <a:t>d = e</a:t>
            </a:r>
            <a:r>
              <a:rPr baseline="30000" dirty="0" i="1" lang="en-AU"/>
              <a:t>-1</a:t>
            </a:r>
            <a:r>
              <a:rPr dirty="0" i="1" lang="en-AU"/>
              <a:t> (mod </a:t>
            </a:r>
            <a:r>
              <a:rPr dirty="0" lang="en-AU"/>
              <a:t>ø(n))</a:t>
            </a:r>
            <a:endParaRPr dirty="0" lang="en-US"/>
          </a:p>
          <a:p>
            <a:pPr indent="-457200" lvl="1" marL="914400">
              <a:buFont typeface="+mj-lt"/>
              <a:buAutoNum type="arabicPeriod"/>
            </a:pPr>
            <a:r>
              <a:rPr dirty="0" lang="en-US"/>
              <a:t>Determine </a:t>
            </a:r>
            <a:r>
              <a:rPr dirty="0" i="1" lang="en-US"/>
              <a:t>d</a:t>
            </a:r>
            <a:r>
              <a:rPr dirty="0" lang="en-US"/>
              <a:t> directly without first determining </a:t>
            </a:r>
            <a:r>
              <a:rPr dirty="0" lang="en-AU"/>
              <a:t>ø(n)</a:t>
            </a:r>
          </a:p>
          <a:p>
            <a:endParaRPr b="1" dirty="0" lang="en-AU">
              <a:solidFill>
                <a:srgbClr val="FF0000"/>
              </a:solidFill>
            </a:endParaRPr>
          </a:p>
          <a:p>
            <a:r>
              <a:rPr b="1" dirty="0" lang="en-AU">
                <a:solidFill>
                  <a:srgbClr val="FF0000"/>
                </a:solidFill>
              </a:rPr>
              <a:t>However, none of them will be possible if we use large prime numbers p and q.</a:t>
            </a:r>
            <a:endParaRPr b="1" dirty="0" lang="en-US">
              <a:solidFill>
                <a:srgbClr val="FF0000"/>
              </a:solidFill>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advTm="127957" p14:dur="2000" spd="slow"/>
    </mc:Choice>
    <mc:Fallback>
      <p:transition advTm="127957" spd="slow"/>
    </mc:Fallback>
  </mc:AlternateContent>
  <p:timing>
    <p:tnLst>
      <p:par>
        <p:cTn dur="indefinite" id="1" nodeType="tmRoot" restart="never">
          <p:childTnLst>
            <p:seq concurrent="1" nextAc="seek">
              <p:cTn dur="indefinite" id="2" nodeType="mainSeq">
                <p:childTnLst>
                  <p:par>
                    <p:cTn fill="hold" id="3">
                      <p:stCondLst>
                        <p:cond delay="indefinite"/>
                      </p:stCondLst>
                      <p:childTnLst>
                        <p:par>
                          <p:cTn fill="hold" id="4">
                            <p:stCondLst>
                              <p:cond delay="0"/>
                            </p:stCondLst>
                            <p:childTnLst>
                              <p:par>
                                <p:cTn fill="hold" grpId="0" id="5" nodeType="clickEffect" presetClass="entr" presetID="1" presetSubtype="0">
                                  <p:stCondLst>
                                    <p:cond delay="0"/>
                                  </p:stCondLst>
                                  <p:childTnLst>
                                    <p:set>
                                      <p:cBhvr>
                                        <p:cTn dur="1" fill="hold" id="6">
                                          <p:stCondLst>
                                            <p:cond delay="0"/>
                                          </p:stCondLst>
                                        </p:cTn>
                                        <p:tgtEl>
                                          <p:spTgt spid="78851">
                                            <p:txEl>
                                              <p:pRg end="0" st="0"/>
                                            </p:txEl>
                                          </p:spTgt>
                                        </p:tgtEl>
                                        <p:attrNameLst>
                                          <p:attrName>style.visibility</p:attrName>
                                        </p:attrNameLst>
                                      </p:cBhvr>
                                      <p:to>
                                        <p:strVal val="visible"/>
                                      </p:to>
                                    </p:set>
                                  </p:childTnLst>
                                </p:cTn>
                              </p:par>
                            </p:childTnLst>
                          </p:cTn>
                        </p:par>
                      </p:childTnLst>
                    </p:cTn>
                  </p:par>
                  <p:par>
                    <p:cTn fill="hold" id="7">
                      <p:stCondLst>
                        <p:cond delay="indefinite"/>
                      </p:stCondLst>
                      <p:childTnLst>
                        <p:par>
                          <p:cTn fill="hold" id="8">
                            <p:stCondLst>
                              <p:cond delay="0"/>
                            </p:stCondLst>
                            <p:childTnLst>
                              <p:par>
                                <p:cTn fill="hold" grpId="0" id="9" nodeType="clickEffect" presetClass="entr" presetID="1" presetSubtype="0">
                                  <p:stCondLst>
                                    <p:cond delay="0"/>
                                  </p:stCondLst>
                                  <p:childTnLst>
                                    <p:set>
                                      <p:cBhvr>
                                        <p:cTn dur="1" fill="hold" id="10">
                                          <p:stCondLst>
                                            <p:cond delay="0"/>
                                          </p:stCondLst>
                                        </p:cTn>
                                        <p:tgtEl>
                                          <p:spTgt spid="78851">
                                            <p:txEl>
                                              <p:pRg end="1" st="1"/>
                                            </p:txEl>
                                          </p:spTgt>
                                        </p:tgtEl>
                                        <p:attrNameLst>
                                          <p:attrName>style.visibility</p:attrName>
                                        </p:attrNameLst>
                                      </p:cBhvr>
                                      <p:to>
                                        <p:strVal val="visible"/>
                                      </p:to>
                                    </p:set>
                                  </p:childTnLst>
                                </p:cTn>
                              </p:par>
                              <p:par>
                                <p:cTn fill="hold" grpId="0" id="11" nodeType="withEffect" presetClass="entr" presetID="1" presetSubtype="0">
                                  <p:stCondLst>
                                    <p:cond delay="0"/>
                                  </p:stCondLst>
                                  <p:childTnLst>
                                    <p:set>
                                      <p:cBhvr>
                                        <p:cTn dur="1" fill="hold" id="12">
                                          <p:stCondLst>
                                            <p:cond delay="0"/>
                                          </p:stCondLst>
                                        </p:cTn>
                                        <p:tgtEl>
                                          <p:spTgt spid="78851">
                                            <p:txEl>
                                              <p:pRg end="2" st="2"/>
                                            </p:txEl>
                                          </p:spTgt>
                                        </p:tgtEl>
                                        <p:attrNameLst>
                                          <p:attrName>style.visibility</p:attrName>
                                        </p:attrNameLst>
                                      </p:cBhvr>
                                      <p:to>
                                        <p:strVal val="visible"/>
                                      </p:to>
                                    </p:set>
                                  </p:childTnLst>
                                </p:cTn>
                              </p:par>
                            </p:childTnLst>
                          </p:cTn>
                        </p:par>
                      </p:childTnLst>
                    </p:cTn>
                  </p:par>
                  <p:par>
                    <p:cTn fill="hold" id="13">
                      <p:stCondLst>
                        <p:cond delay="indefinite"/>
                      </p:stCondLst>
                      <p:childTnLst>
                        <p:par>
                          <p:cTn fill="hold" id="14">
                            <p:stCondLst>
                              <p:cond delay="0"/>
                            </p:stCondLst>
                            <p:childTnLst>
                              <p:par>
                                <p:cTn fill="hold" grpId="0" id="15" nodeType="clickEffect" presetClass="entr" presetID="1" presetSubtype="0">
                                  <p:stCondLst>
                                    <p:cond delay="0"/>
                                  </p:stCondLst>
                                  <p:childTnLst>
                                    <p:set>
                                      <p:cBhvr>
                                        <p:cTn dur="1" fill="hold" id="16">
                                          <p:stCondLst>
                                            <p:cond delay="0"/>
                                          </p:stCondLst>
                                        </p:cTn>
                                        <p:tgtEl>
                                          <p:spTgt spid="78851">
                                            <p:txEl>
                                              <p:pRg end="3" st="3"/>
                                            </p:txEl>
                                          </p:spTgt>
                                        </p:tgtEl>
                                        <p:attrNameLst>
                                          <p:attrName>style.visibility</p:attrName>
                                        </p:attrNameLst>
                                      </p:cBhvr>
                                      <p:to>
                                        <p:strVal val="visible"/>
                                      </p:to>
                                    </p:set>
                                  </p:childTnLst>
                                </p:cTn>
                              </p:par>
                              <p:par>
                                <p:cTn fill="hold" grpId="0" id="17" nodeType="withEffect" presetClass="entr" presetID="1" presetSubtype="0">
                                  <p:stCondLst>
                                    <p:cond delay="0"/>
                                  </p:stCondLst>
                                  <p:childTnLst>
                                    <p:set>
                                      <p:cBhvr>
                                        <p:cTn dur="1" fill="hold" id="18">
                                          <p:stCondLst>
                                            <p:cond delay="0"/>
                                          </p:stCondLst>
                                        </p:cTn>
                                        <p:tgtEl>
                                          <p:spTgt spid="78851">
                                            <p:txEl>
                                              <p:pRg end="4" st="4"/>
                                            </p:txEl>
                                          </p:spTgt>
                                        </p:tgtEl>
                                        <p:attrNameLst>
                                          <p:attrName>style.visibility</p:attrName>
                                        </p:attrNameLst>
                                      </p:cBhvr>
                                      <p:to>
                                        <p:strVal val="visible"/>
                                      </p:to>
                                    </p:set>
                                  </p:childTnLst>
                                </p:cTn>
                              </p:par>
                            </p:childTnLst>
                          </p:cTn>
                        </p:par>
                      </p:childTnLst>
                    </p:cTn>
                  </p:par>
                  <p:par>
                    <p:cTn fill="hold" id="19">
                      <p:stCondLst>
                        <p:cond delay="indefinite"/>
                      </p:stCondLst>
                      <p:childTnLst>
                        <p:par>
                          <p:cTn fill="hold" id="20">
                            <p:stCondLst>
                              <p:cond delay="0"/>
                            </p:stCondLst>
                            <p:childTnLst>
                              <p:par>
                                <p:cTn fill="hold" grpId="0" id="21" nodeType="clickEffect" presetClass="entr" presetID="1" presetSubtype="0">
                                  <p:stCondLst>
                                    <p:cond delay="0"/>
                                  </p:stCondLst>
                                  <p:childTnLst>
                                    <p:set>
                                      <p:cBhvr>
                                        <p:cTn dur="1" fill="hold" id="22">
                                          <p:stCondLst>
                                            <p:cond delay="0"/>
                                          </p:stCondLst>
                                        </p:cTn>
                                        <p:tgtEl>
                                          <p:spTgt spid="78851">
                                            <p:txEl>
                                              <p:pRg end="5" st="5"/>
                                            </p:txEl>
                                          </p:spTgt>
                                        </p:tgtEl>
                                        <p:attrNameLst>
                                          <p:attrName>style.visibility</p:attrName>
                                        </p:attrNameLst>
                                      </p:cBhvr>
                                      <p:to>
                                        <p:strVal val="visible"/>
                                      </p:to>
                                    </p:set>
                                  </p:childTnLst>
                                </p:cTn>
                              </p:par>
                            </p:childTnLst>
                          </p:cTn>
                        </p:par>
                        <p:par>
                          <p:cTn fill="hold" id="23">
                            <p:stCondLst>
                              <p:cond delay="0"/>
                            </p:stCondLst>
                            <p:childTnLst>
                              <p:par>
                                <p:cTn fill="hold" grpId="0" id="24" nodeType="afterEffect" presetClass="entr" presetID="1" presetSubtype="0">
                                  <p:stCondLst>
                                    <p:cond delay="5000"/>
                                  </p:stCondLst>
                                  <p:childTnLst>
                                    <p:set>
                                      <p:cBhvr>
                                        <p:cTn dur="1" fill="hold" id="25">
                                          <p:stCondLst>
                                            <p:cond delay="0"/>
                                          </p:stCondLst>
                                        </p:cTn>
                                        <p:tgtEl>
                                          <p:spTgt spid="78851">
                                            <p:txEl>
                                              <p:pRg end="7" st="7"/>
                                            </p:txEl>
                                          </p:spTgt>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ldLvl="2" build="p" grpId="0" spid="78851" uiExpand="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AF6A1-B56A-21C8-42FA-370EED05ABF4}"/>
              </a:ext>
            </a:extLst>
          </p:cNvPr>
          <p:cNvSpPr>
            <a:spLocks noGrp="1"/>
          </p:cNvSpPr>
          <p:nvPr>
            <p:ph type="title"/>
          </p:nvPr>
        </p:nvSpPr>
        <p:spPr/>
        <p:txBody>
          <a:bodyPr/>
          <a:lstStyle/>
          <a:p>
            <a:r>
              <a:rPr dirty="0" lang="en-US"/>
              <a:t>Summary</a:t>
            </a:r>
          </a:p>
        </p:txBody>
      </p:sp>
      <p:sp>
        <p:nvSpPr>
          <p:cNvPr id="3" name="Content Placeholder 2">
            <a:extLst>
              <a:ext uri="{FF2B5EF4-FFF2-40B4-BE49-F238E27FC236}">
                <a16:creationId xmlns:a16="http://schemas.microsoft.com/office/drawing/2014/main" id="{9542D180-48BA-340C-27EF-495BEC962857}"/>
              </a:ext>
            </a:extLst>
          </p:cNvPr>
          <p:cNvSpPr>
            <a:spLocks noGrp="1"/>
          </p:cNvSpPr>
          <p:nvPr>
            <p:ph idx="1"/>
          </p:nvPr>
        </p:nvSpPr>
        <p:spPr/>
        <p:txBody>
          <a:bodyPr/>
          <a:lstStyle/>
          <a:p>
            <a:r>
              <a:rPr dirty="0" lang="en-US"/>
              <a:t>RSA algorithm details: key generation, encryption, decryption</a:t>
            </a:r>
          </a:p>
          <a:p>
            <a:r>
              <a:rPr dirty="0" lang="en-US"/>
              <a:t>Efficient modular exponentiation operation</a:t>
            </a:r>
          </a:p>
          <a:p>
            <a:pPr lvl="1"/>
            <a:r>
              <a:rPr dirty="0" lang="en-US"/>
              <a:t>Square and Multiply Algorithm</a:t>
            </a:r>
          </a:p>
          <a:p>
            <a:pPr lvl="1"/>
            <a:r>
              <a:rPr dirty="0" lang="en-US"/>
              <a:t>The choice of e</a:t>
            </a:r>
          </a:p>
          <a:p>
            <a:r>
              <a:rPr dirty="0" lang="en-US"/>
              <a:t>Padding algorithm</a:t>
            </a:r>
          </a:p>
          <a:p>
            <a:r>
              <a:rPr dirty="0" lang="en-US"/>
              <a:t>RSA security analysis</a:t>
            </a:r>
          </a:p>
          <a:p>
            <a:pPr lvl="1"/>
            <a:r>
              <a:rPr dirty="0" lang="en-US"/>
              <a:t>Prime factorization problem</a:t>
            </a:r>
          </a:p>
          <a:p>
            <a:endParaRPr dirty="0" lang="en-US"/>
          </a:p>
          <a:p>
            <a:endParaRPr dirty="0" lang="en-US"/>
          </a:p>
          <a:p>
            <a:endParaRPr dirty="0" lang="en-US"/>
          </a:p>
        </p:txBody>
      </p:sp>
    </p:spTree>
    <p:extLst>
      <p:ext uri="{BB962C8B-B14F-4D97-AF65-F5344CB8AC3E}">
        <p14:creationId xmlns:p14="http://schemas.microsoft.com/office/powerpoint/2010/main" val="424208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4|1|5.3"/>
</p:tagLst>
</file>

<file path=ppt/tags/tag2.xml><?xml version="1.0" encoding="utf-8"?>
<p:tagLst xmlns:a="http://schemas.openxmlformats.org/drawingml/2006/main" xmlns:r="http://schemas.openxmlformats.org/officeDocument/2006/relationships" xmlns:p="http://schemas.openxmlformats.org/presentationml/2006/main">
  <p:tag name="TIMING" val="|2.2|27|10.5|0.7"/>
</p:tagLst>
</file>

<file path=ppt/tags/tag3.xml><?xml version="1.0" encoding="utf-8"?>
<p:tagLst xmlns:a="http://schemas.openxmlformats.org/drawingml/2006/main" xmlns:r="http://schemas.openxmlformats.org/officeDocument/2006/relationships" xmlns:p="http://schemas.openxmlformats.org/presentationml/2006/main">
  <p:tag name="TIMING" val="|235.9|0.3|0.4|0.5"/>
</p:tagLst>
</file>

<file path=ppt/tags/tag4.xml><?xml version="1.0" encoding="utf-8"?>
<p:tagLst xmlns:a="http://schemas.openxmlformats.org/drawingml/2006/main" xmlns:r="http://schemas.openxmlformats.org/officeDocument/2006/relationships" xmlns:p="http://schemas.openxmlformats.org/presentationml/2006/main">
  <p:tag name="TIMING" val="|2.4|1.1|0.7|2.3|1.4"/>
</p:tagLst>
</file>

<file path=ppt/tags/tag5.xml><?xml version="1.0" encoding="utf-8"?>
<p:tagLst xmlns:a="http://schemas.openxmlformats.org/drawingml/2006/main" xmlns:r="http://schemas.openxmlformats.org/officeDocument/2006/relationships" xmlns:p="http://schemas.openxmlformats.org/presentationml/2006/main">
  <p:tag name="TIMING" val="|1.4|4.3|35.2|1|5|18.5|98.5|32.1|29.3|8"/>
</p:tagLst>
</file>

<file path=ppt/tags/tag6.xml><?xml version="1.0" encoding="utf-8"?>
<p:tagLst xmlns:a="http://schemas.openxmlformats.org/drawingml/2006/main" xmlns:r="http://schemas.openxmlformats.org/officeDocument/2006/relationships" xmlns:p="http://schemas.openxmlformats.org/presentationml/2006/main">
  <p:tag name="TIMING" val="|15.6|8.6|657.4|10.8|140.8|8.8|5.9|18|63.4|0.3|11.9|5.8|15.4|8.4"/>
</p:tagLst>
</file>

<file path=ppt/tags/tag7.xml><?xml version="1.0" encoding="utf-8"?>
<p:tagLst xmlns:a="http://schemas.openxmlformats.org/drawingml/2006/main" xmlns:r="http://schemas.openxmlformats.org/officeDocument/2006/relationships" xmlns:p="http://schemas.openxmlformats.org/presentationml/2006/main">
  <p:tag name="TIMING" val="|6.8|15.2|40|10.6|2.3|14.1|8.1"/>
</p:tagLst>
</file>

<file path=ppt/tags/tag8.xml><?xml version="1.0" encoding="utf-8"?>
<p:tagLst xmlns:a="http://schemas.openxmlformats.org/drawingml/2006/main" xmlns:r="http://schemas.openxmlformats.org/officeDocument/2006/relationships" xmlns:p="http://schemas.openxmlformats.org/presentationml/2006/main">
  <p:tag name="TIMING" val="|1.9|9.1|24.7|47.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378</TotalTime>
  <Words>2025</Words>
  <Application>Microsoft Office PowerPoint</Application>
  <PresentationFormat>Widescreen</PresentationFormat>
  <Paragraphs>204</Paragraphs>
  <Slides>18</Slides>
  <Notes>11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18</vt:i4>
      </vt:variant>
    </vt:vector>
  </HeadingPairs>
  <TitlesOfParts>
    <vt:vector size="29" baseType="lpstr">
      <vt:lpstr>Arial Unicode MS</vt:lpstr>
      <vt:lpstr>CMR10</vt:lpstr>
      <vt:lpstr>CMSY10</vt:lpstr>
      <vt:lpstr>Aptos</vt:lpstr>
      <vt:lpstr>Aptos Display</vt:lpstr>
      <vt:lpstr>Arial</vt:lpstr>
      <vt:lpstr>Cambria Math</vt:lpstr>
      <vt:lpstr>Courier New</vt:lpstr>
      <vt:lpstr>Times</vt:lpstr>
      <vt:lpstr>Wingdings</vt:lpstr>
      <vt:lpstr>Office Theme</vt:lpstr>
      <vt:lpstr>Public Key Cryptography and RSA</vt:lpstr>
      <vt:lpstr>RSA</vt:lpstr>
      <vt:lpstr>Key Generation</vt:lpstr>
      <vt:lpstr>Encryption &amp; Decryption</vt:lpstr>
      <vt:lpstr>Key Generation</vt:lpstr>
      <vt:lpstr>Key Generation</vt:lpstr>
      <vt:lpstr>Square and Multiply Algorithm</vt:lpstr>
      <vt:lpstr>Efficient Operation Using the Public Key</vt:lpstr>
      <vt:lpstr>Key Generation</vt:lpstr>
      <vt:lpstr>Optimal Asymmetric Encryption Padding (OAEP)</vt:lpstr>
      <vt:lpstr>Proofs of Correctness</vt:lpstr>
      <vt:lpstr>RSA Example</vt:lpstr>
      <vt:lpstr>Key Generation</vt:lpstr>
      <vt:lpstr>Procedure for Picking a Prime Number</vt:lpstr>
      <vt:lpstr>Miller–Rabin primality test</vt:lpstr>
      <vt:lpstr>Why RSA Secure?</vt:lpstr>
      <vt:lpstr>RSA Security</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2026-03-27T20:08:55Z</dcterms:created>
  <dc:creator>Xinyue Zhang</dc:creator>
  <cp:lastModifiedBy>Kuang Qin</cp:lastModifiedBy>
  <dcterms:modified xsi:type="dcterms:W3CDTF">2026-04-03T20:43:47Z</dcterms:modified>
  <cp:revision>21</cp:revision>
  <dc:title>Public Key Cryptography and RSA</dc:title>
</cp:coreProperties>
</file>

<file path=docProps/custom.xml><?xml version="1.0" encoding="utf-8"?>
<Properties xmlns="http://schemas.openxmlformats.org/officeDocument/2006/custom-properties" xmlns:vt="http://schemas.openxmlformats.org/officeDocument/2006/docPropsVTypes">
  <property pid="2" fmtid="{D5CDD505-2E9C-101B-9397-08002B2CF9AE}" name="data-panorama-remediation-history">
    <vt:lpwstr>[{"title":"Public Key Cryptography and RSA","pageNumber":0,"geomIndex":-1,"issueTypeId":"MissingTitleIssue:PPTX","dismiss":false,"pageNumbers":[1],"coordinatesList":[[10.0,10.0,2.0,2.0]]},{"pageNumber":0,"geomIndex":163,"lastGeomIndex":164,"textElement":"4","tableIndex":-1,"rowIndex":-1,"cellIndex":-1,"fontColor":"#ffffff","identifiers":{"PARAGRAPH_ID":"11","RUN_ID":"0","SLIDE_ID":"3"},"issueDetails":{"luminance25":"0.1130792102977901","isHeader":"false","luminance75":"0.1130792102977901","textColor":"000000"},"issueTypeId":"LowContrastIssue:PPTX","dismiss":false,"pageNumbers":[4],"coordinatesList":[[880.4400024414062,518.8079833984375,6.42083740234375,7.340651988983154]]},{"isReadingOrderVerified":"true","pageNumber":0,"geomIndex":-1,"issueTypeId":"ReadingOrderIssue:PPTX","dismiss":false,"pageNumbers":[4],"coordinatesList":[[10.0,10.0,2.0,2.0]]},{"isReadingOrderVerified":"true","pageNumber":0,"geomIndex":-1,"issueTypeId":"ReadingOrderIssue:PPTX","dismiss":false,"pageNumbers":[5],"coordinatesList":[[10.0,10.0,2.0,2.0]]},{"isReadingOrderVerified":"true","pageNumber":0,"geomIndex":-1,"issueTypeId":"ReadingOrderIssue:PPTX","dismiss":false,"pageNumbers":[6],"coordinatesList":[[10.0,10.0,2.0,2.0]]},{"isReadingOrderVerified":"true","pageNumber":0,"geomIndex":-1,"issueTypeId":"ReadingOrderIssue:PPTX","dismiss":false,"pageNumbers":[9],"coordinatesList":[[10.0,10.0,2.0,2.0]]},{"isReadingOrderVerified":"true","pageNumber":0,"geomIndex":-1,"issueTypeId":"ReadingOrderIssue:PPTX","dismiss":false,"pageNumbers":[10],"coordinatesList":[[10.0,10.0,2.0,2.0]]},{"isReadingOrderVerified":"true","pageNumber":0,"geomIndex":-1,"issueTypeId":"ReadingOrderIssue:PPTX","dismiss":false,"pageNumbers":[11],"coordinatesList":[[10.0,10.0,2.0,2.0]]},{"isReadingOrderVerified":"true","pageNumber":0,"geomIndex":-1,"issueTypeId":"ReadingOrderIssue:PPTX","dismiss":false,"pageNumbers":[12],"coordinatesList":[[10.0,10.0,2.0,2.0]]},{"isReadingOrderVerified":"true","pageNumber":0,"geomIndex":-1,"issueTypeId":"ReadingOrderIssue:PPTX","dismiss":false,"pageNumbers":[16],"coordinatesList":[[10.0,10.0,2.0,2.0]]}]</vt:lpwstr>
  </property>
  <property pid="3" fmtid="{D5CDD505-2E9C-101B-9397-08002B2CF9AE}" name="ReadingOrderVerifiedPages">
    <vt:lpwstr>4,5,6,9,10,11,12,16</vt:lpwstr>
  </property>
</Properties>
</file>