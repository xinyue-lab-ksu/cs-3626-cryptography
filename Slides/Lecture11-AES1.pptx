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411" r:id="rId3"/>
    <p:sldId id="414" r:id="rId4"/>
    <p:sldId id="415" r:id="rId5"/>
    <p:sldId id="275" r:id="rId6"/>
    <p:sldId id="417" r:id="rId7"/>
    <p:sldId id="314" r:id="rId8"/>
    <p:sldId id="300" r:id="rId9"/>
    <p:sldId id="319" r:id="rId10"/>
    <p:sldId id="281" r:id="rId11"/>
    <p:sldId id="353" r:id="rId12"/>
    <p:sldId id="315" r:id="rId13"/>
    <p:sldId id="292" r:id="rId14"/>
    <p:sldId id="316" r:id="rId15"/>
    <p:sldId id="317" r:id="rId16"/>
    <p:sldId id="302" r:id="rId17"/>
    <p:sldId id="320" r:id="rId18"/>
    <p:sldId id="318" r:id="rId19"/>
    <p:sldId id="293" r:id="rId20"/>
    <p:sldId id="283" r:id="rId21"/>
    <p:sldId id="41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67" autoAdjust="0"/>
    <p:restoredTop sz="86441" autoAdjust="0"/>
  </p:normalViewPr>
  <p:slideViewPr>
    <p:cSldViewPr snapToGrid="0">
      <p:cViewPr varScale="1">
        <p:scale>
          <a:sx n="66" d="100"/>
          <a:sy n="66" d="100"/>
        </p:scale>
        <p:origin x="90" y="726"/>
      </p:cViewPr>
      <p:guideLst/>
    </p:cSldViewPr>
  </p:slideViewPr>
  <p:outlineViewPr>
    <p:cViewPr>
      <p:scale>
        <a:sx n="33" d="100"/>
        <a:sy n="33" d="100"/>
      </p:scale>
      <p:origin x="0" y="-919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69A1C-D0FB-8B4C-83C2-B758A1D4AB30}"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A30F21-AD4D-0C40-8D7E-BA0D4331ECF7}" type="slidenum">
              <a:rPr lang="en-US" smtClean="0"/>
              <a:t>‹#›</a:t>
            </a:fld>
            <a:endParaRPr lang="en-US"/>
          </a:p>
        </p:txBody>
      </p:sp>
    </p:spTree>
    <p:extLst>
      <p:ext uri="{BB962C8B-B14F-4D97-AF65-F5344CB8AC3E}">
        <p14:creationId xmlns:p14="http://schemas.microsoft.com/office/powerpoint/2010/main" val="1543044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9171186E-E6FF-D24F-86F0-B1F99332E6AF}" type="slidenum">
              <a:rPr lang="en-AU">
                <a:latin typeface="Arial" pitchFamily="-84" charset="0"/>
              </a:rPr>
              <a:pPr/>
              <a:t>3</a:t>
            </a:fld>
            <a:endParaRPr lang="en-AU">
              <a:latin typeface="Arial" pitchFamily="-84" charset="0"/>
            </a:endParaRPr>
          </a:p>
        </p:txBody>
      </p:sp>
      <p:sp>
        <p:nvSpPr>
          <p:cNvPr id="104451" name="Rectangle 1026"/>
          <p:cNvSpPr>
            <a:spLocks noGrp="1" noRot="1" noChangeAspect="1" noChangeArrowheads="1" noTextEdit="1"/>
          </p:cNvSpPr>
          <p:nvPr>
            <p:ph type="sldImg"/>
          </p:nvPr>
        </p:nvSpPr>
        <p:spPr>
          <a:ln/>
        </p:spPr>
      </p:sp>
      <p:sp>
        <p:nvSpPr>
          <p:cNvPr id="104452" name="Rectangle 1027"/>
          <p:cNvSpPr>
            <a:spLocks noGrp="1" noChangeArrowheads="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Tree>
    <p:extLst>
      <p:ext uri="{BB962C8B-B14F-4D97-AF65-F5344CB8AC3E}">
        <p14:creationId xmlns:p14="http://schemas.microsoft.com/office/powerpoint/2010/main" val="1119910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6A564CDF-3D33-9947-AC9C-8B1F1B7D0F94}" type="slidenum">
              <a:rPr lang="en-AU">
                <a:latin typeface="Arial" pitchFamily="-84" charset="0"/>
              </a:rPr>
              <a:pPr/>
              <a:t>5</a:t>
            </a:fld>
            <a:endParaRPr lang="en-AU">
              <a:latin typeface="Arial" pitchFamily="-84" charset="0"/>
            </a:endParaRPr>
          </a:p>
        </p:txBody>
      </p:sp>
      <p:sp>
        <p:nvSpPr>
          <p:cNvPr id="35843" name="Rectangle 2"/>
          <p:cNvSpPr>
            <a:spLocks noGrp="1" noRot="1" noChangeAspect="1" noChangeArrowheads="1" noTextEdit="1"/>
          </p:cNvSpPr>
          <p:nvPr>
            <p:ph type="sldImg"/>
          </p:nvPr>
        </p:nvSpPr>
        <p:spPr>
          <a:xfrm>
            <a:off x="381000" y="685800"/>
            <a:ext cx="6096000" cy="3429000"/>
          </a:xfrm>
          <a:ln/>
        </p:spPr>
      </p:sp>
      <mc:AlternateContent xmlns:mc="http://schemas.openxmlformats.org/markup-compatibility/2006" xmlns:a14="http://schemas.microsoft.com/office/drawing/2010/main">
        <mc:Choice Requires="a14">
          <p:sp>
            <p:nvSpPr>
              <p:cNvPr id="35844"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mc:Choice>
        <mc:Fallback xmlns="">
          <p:sp>
            <p:nvSpPr>
              <p:cNvPr id="35844" name="Rectangle 3"/>
              <p:cNvSpPr>
                <a:spLocks noGrp="1" noChangeArrowheads="1"/>
              </p:cNvSpPr>
              <p:nvPr>
                <p:ph type="body" idx="1"/>
              </p:nvPr>
            </p:nvSpPr>
            <p:spPr>
              <a:noFill/>
              <a:ln/>
            </p:spPr>
            <p:txBody>
              <a:bodyPr/>
              <a:lstStyle/>
              <a:p>
                <a:r>
                  <a:rPr lang="en-US" dirty="0"/>
                  <a:t>AES operates on 8-bit bytes.</a:t>
                </a:r>
              </a:p>
              <a:p>
                <a:r>
                  <a:rPr lang="en-US" dirty="0"/>
                  <a:t>Instead of treating a byte as an integer from 0 to 255, AES treats it as a polynomial of degree at most 7 with coefficients in GF(2).</a:t>
                </a:r>
              </a:p>
              <a:p>
                <a:r>
                  <a:rPr lang="en-US" dirty="0"/>
                  <a:t>For example, the byte 10110011 represents the polynomial</a:t>
                </a:r>
                <a:br>
                  <a:rPr lang="en-US" dirty="0"/>
                </a:br>
                <a:r>
                  <a:rPr lang="ar-AE" sz="1200" i="0" kern="1200">
                    <a:solidFill>
                      <a:schemeClr val="tx1"/>
                    </a:solidFill>
                    <a:latin typeface="+mn-lt"/>
                    <a:ea typeface="+mn-ea"/>
                    <a:cs typeface="+mn-cs"/>
                  </a:rPr>
                  <a:t>𝑥^7+𝑥^5+𝑥^4+𝑥+1</a:t>
                </a:r>
                <a:r>
                  <a:rPr lang="ar-AE" dirty="0"/>
                  <a:t>.</a:t>
                </a:r>
              </a:p>
              <a:p>
                <a:r>
                  <a:rPr lang="en-US" dirty="0"/>
                  <a:t>All arithmetic in AES is performed in the finite field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This field is constructed using polynomial arithmetic modulo the irreducible polynomial</a:t>
                </a:r>
                <a:br>
                  <a:rPr lang="en-US" dirty="0"/>
                </a:br>
                <a:r>
                  <a:rPr lang="ar-AE" sz="1200" i="0" kern="1200">
                    <a:solidFill>
                      <a:schemeClr val="tx1"/>
                    </a:solidFill>
                    <a:latin typeface="+mn-lt"/>
                    <a:ea typeface="+mn-ea"/>
                    <a:cs typeface="+mn-cs"/>
                  </a:rPr>
                  <a:t>𝑥^8+𝑥^4+𝑥^3+𝑥+1</a:t>
                </a:r>
                <a:r>
                  <a:rPr lang="ar-AE" dirty="0"/>
                  <a:t>.</a:t>
                </a:r>
              </a:p>
              <a:p>
                <a:r>
                  <a:rPr lang="en-US" dirty="0"/>
                  <a:t>Addition becomes XOR.</a:t>
                </a:r>
                <a:br>
                  <a:rPr lang="en-US" dirty="0"/>
                </a:br>
                <a:r>
                  <a:rPr lang="en-US" dirty="0"/>
                  <a:t>Multiplication is polynomial multiplication followed by reduction.</a:t>
                </a:r>
                <a:br>
                  <a:rPr lang="en-US" dirty="0"/>
                </a:br>
                <a:r>
                  <a:rPr lang="en-US" dirty="0"/>
                  <a:t>Division is multiplication by a multiplicative inverse.</a:t>
                </a:r>
              </a:p>
              <a:p>
                <a:r>
                  <a:rPr lang="en-US" dirty="0"/>
                  <a:t>The key reason AES uses a finite field is that every nonzero element has an inverse.</a:t>
                </a:r>
              </a:p>
              <a:p>
                <a:r>
                  <a:rPr lang="en-US" dirty="0"/>
                  <a:t>The AES S-box is constructed using multiplicative inverses in this field.</a:t>
                </a:r>
              </a:p>
              <a:p>
                <a:r>
                  <a:rPr lang="en-US" dirty="0"/>
                  <a:t>Without the field structure, AES would not be mathematically well-defined or securely invertible.</a:t>
                </a:r>
              </a:p>
              <a:p>
                <a:endParaRPr lang="en-AU" dirty="0">
                  <a:latin typeface="Arial" pitchFamily="-84" charset="0"/>
                  <a:ea typeface="Arial" pitchFamily="-84" charset="0"/>
                  <a:cs typeface="Arial" pitchFamily="-84" charset="0"/>
                </a:endParaRPr>
              </a:p>
            </p:txBody>
          </p:sp>
        </mc:Fallback>
      </mc:AlternateContent>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p:cNvSpPr>
          <p:nvPr>
            <p:ph type="sldImg"/>
          </p:nvPr>
        </p:nvSpPr>
        <p:spPr>
          <a:xfrm>
            <a:off x="381000" y="685800"/>
            <a:ext cx="6096000" cy="3429000"/>
          </a:xfrm>
          <a:ln/>
        </p:spPr>
      </p:sp>
      <p:sp>
        <p:nvSpPr>
          <p:cNvPr id="3" name="Notes Placeholder 2"/>
          <p:cNvSpPr>
            <a:spLocks noGrp="1"/>
          </p:cNvSpPr>
          <p:nvPr>
            <p:ph type="body" idx="1"/>
          </p:nvPr>
        </p:nvSpPr>
        <p:spPr/>
        <p:txBody>
          <a:bodyPr>
            <a:normAutofit/>
          </a:bodyPr>
          <a:lstStyle/>
          <a:p>
            <a:pPr>
              <a:defRPr/>
            </a:pPr>
            <a:endParaRPr lang="en-US" dirty="0"/>
          </a:p>
        </p:txBody>
      </p:sp>
      <p:sp>
        <p:nvSpPr>
          <p:cNvPr id="44036" name="Slide Number Placeholder 3"/>
          <p:cNvSpPr>
            <a:spLocks noGrp="1"/>
          </p:cNvSpPr>
          <p:nvPr>
            <p:ph type="sldNum" sz="quarter" idx="5"/>
          </p:nvPr>
        </p:nvSpPr>
        <p:spPr>
          <a:noFill/>
        </p:spPr>
        <p:txBody>
          <a:bodyPr/>
          <a:lstStyle/>
          <a:p>
            <a:fld id="{66A32D76-911A-2040-9CE2-098566D28153}" type="slidenum">
              <a:rPr lang="en-AU" smtClean="0">
                <a:latin typeface="Arial" pitchFamily="-84" charset="0"/>
              </a:rPr>
              <a:pPr/>
              <a:t>7</a:t>
            </a:fld>
            <a:endParaRPr lang="en-AU">
              <a:latin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F61E74D2-3F03-3243-A1F1-330250C6D9FA}" type="slidenum">
              <a:rPr lang="en-AU">
                <a:latin typeface="Arial" pitchFamily="-84" charset="0"/>
              </a:rPr>
              <a:pPr/>
              <a:t>8</a:t>
            </a:fld>
            <a:endParaRPr lang="en-AU">
              <a:latin typeface="Arial" pitchFamily="-84" charset="0"/>
            </a:endParaRPr>
          </a:p>
        </p:txBody>
      </p:sp>
      <p:sp>
        <p:nvSpPr>
          <p:cNvPr id="39939" name="Rectangle 2"/>
          <p:cNvSpPr>
            <a:spLocks noGrp="1" noRot="1" noChangeAspect="1" noChangeArrowheads="1" noTextEdit="1"/>
          </p:cNvSpPr>
          <p:nvPr>
            <p:ph type="sldImg"/>
          </p:nvPr>
        </p:nvSpPr>
        <p:spPr>
          <a:xfrm>
            <a:off x="381000" y="685800"/>
            <a:ext cx="6096000" cy="3429000"/>
          </a:xfrm>
          <a:ln/>
        </p:spPr>
      </p:sp>
      <p:sp>
        <p:nvSpPr>
          <p:cNvPr id="39940"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CD3178CD-E717-E34A-A881-B019EC9117C1}" type="slidenum">
              <a:rPr lang="en-AU">
                <a:latin typeface="Arial" pitchFamily="-84" charset="0"/>
              </a:rPr>
              <a:pPr/>
              <a:t>10</a:t>
            </a:fld>
            <a:endParaRPr lang="en-AU">
              <a:latin typeface="Arial" pitchFamily="-84" charset="0"/>
            </a:endParaRPr>
          </a:p>
        </p:txBody>
      </p:sp>
      <p:sp>
        <p:nvSpPr>
          <p:cNvPr id="46083" name="Rectangle 2"/>
          <p:cNvSpPr>
            <a:spLocks noGrp="1" noRot="1" noChangeAspect="1" noChangeArrowheads="1" noTextEdit="1"/>
          </p:cNvSpPr>
          <p:nvPr>
            <p:ph type="sldImg"/>
          </p:nvPr>
        </p:nvSpPr>
        <p:spPr>
          <a:xfrm>
            <a:off x="381000" y="685800"/>
            <a:ext cx="6096000" cy="3429000"/>
          </a:xfrm>
          <a:ln/>
        </p:spPr>
      </p:sp>
      <p:sp>
        <p:nvSpPr>
          <p:cNvPr id="46084" name="Rectangle 3"/>
          <p:cNvSpPr>
            <a:spLocks noGrp="1" noChangeArrowheads="1"/>
          </p:cNvSpPr>
          <p:nvPr>
            <p:ph type="body" idx="1"/>
          </p:nvPr>
        </p:nvSpPr>
        <p:spPr>
          <a:noFill/>
          <a:ln/>
        </p:spPr>
        <p:txBody>
          <a:bodyPr/>
          <a:lstStyle/>
          <a:p>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p:cNvSpPr>
          <p:nvPr>
            <p:ph type="sldImg"/>
          </p:nvPr>
        </p:nvSpPr>
        <p:spPr>
          <a:xfrm>
            <a:off x="381000" y="685800"/>
            <a:ext cx="6096000" cy="3429000"/>
          </a:xfrm>
          <a:ln/>
        </p:spPr>
      </p:sp>
      <p:sp>
        <p:nvSpPr>
          <p:cNvPr id="50179"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50180" name="Slide Number Placeholder 3"/>
          <p:cNvSpPr>
            <a:spLocks noGrp="1"/>
          </p:cNvSpPr>
          <p:nvPr>
            <p:ph type="sldNum" sz="quarter" idx="5"/>
          </p:nvPr>
        </p:nvSpPr>
        <p:spPr>
          <a:noFill/>
        </p:spPr>
        <p:txBody>
          <a:bodyPr/>
          <a:lstStyle/>
          <a:p>
            <a:fld id="{CF851186-7F84-1D42-B3A8-BF536C04C5E0}" type="slidenum">
              <a:rPr lang="en-AU" smtClean="0">
                <a:latin typeface="Arial" pitchFamily="-84" charset="0"/>
              </a:rPr>
              <a:pPr/>
              <a:t>12</a:t>
            </a:fld>
            <a:endParaRPr lang="en-AU">
              <a:latin typeface="Arial" pitchFamily="-8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04B81921-5D11-2649-9E61-C285359FE1C6}" type="slidenum">
              <a:rPr lang="en-AU">
                <a:latin typeface="Arial" pitchFamily="-84" charset="0"/>
              </a:rPr>
              <a:pPr/>
              <a:t>13</a:t>
            </a:fld>
            <a:endParaRPr lang="en-AU">
              <a:latin typeface="Arial" pitchFamily="-84" charset="0"/>
            </a:endParaRPr>
          </a:p>
        </p:txBody>
      </p:sp>
      <p:sp>
        <p:nvSpPr>
          <p:cNvPr id="52227"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52228"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p:cNvSpPr>
          <p:nvPr>
            <p:ph type="sldImg"/>
          </p:nvPr>
        </p:nvSpPr>
        <p:spPr>
          <a:xfrm>
            <a:off x="381000" y="685800"/>
            <a:ext cx="6096000" cy="3429000"/>
          </a:xfrm>
          <a:ln/>
        </p:spPr>
      </p:sp>
      <p:sp>
        <p:nvSpPr>
          <p:cNvPr id="54275"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54276" name="Slide Number Placeholder 3"/>
          <p:cNvSpPr>
            <a:spLocks noGrp="1"/>
          </p:cNvSpPr>
          <p:nvPr>
            <p:ph type="sldNum" sz="quarter" idx="5"/>
          </p:nvPr>
        </p:nvSpPr>
        <p:spPr>
          <a:noFill/>
        </p:spPr>
        <p:txBody>
          <a:bodyPr/>
          <a:lstStyle/>
          <a:p>
            <a:fld id="{F06FA173-A18B-4541-8D0F-321A212E85EA}" type="slidenum">
              <a:rPr lang="en-AU" smtClean="0">
                <a:latin typeface="Arial" pitchFamily="-84" charset="0"/>
              </a:rPr>
              <a:pPr/>
              <a:t>14</a:t>
            </a:fld>
            <a:endParaRPr lang="en-AU">
              <a:latin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xfrm>
            <a:off x="381000" y="685800"/>
            <a:ext cx="6096000" cy="3429000"/>
          </a:xfrm>
          <a:ln/>
        </p:spPr>
      </p:sp>
      <p:sp>
        <p:nvSpPr>
          <p:cNvPr id="56323"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p:sp>
        <p:nvSpPr>
          <p:cNvPr id="56324" name="Slide Number Placeholder 3"/>
          <p:cNvSpPr>
            <a:spLocks noGrp="1"/>
          </p:cNvSpPr>
          <p:nvPr>
            <p:ph type="sldNum" sz="quarter" idx="5"/>
          </p:nvPr>
        </p:nvSpPr>
        <p:spPr>
          <a:noFill/>
        </p:spPr>
        <p:txBody>
          <a:bodyPr/>
          <a:lstStyle/>
          <a:p>
            <a:fld id="{0D1227A5-16D0-8E4F-843F-D8710F30B611}" type="slidenum">
              <a:rPr lang="en-AU" smtClean="0">
                <a:latin typeface="Arial" pitchFamily="-84" charset="0"/>
              </a:rPr>
              <a:pPr/>
              <a:t>15</a:t>
            </a:fld>
            <a:endParaRPr lang="en-AU">
              <a:latin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xfrm>
            <a:off x="381000" y="685800"/>
            <a:ext cx="6096000" cy="3429000"/>
          </a:xfrm>
          <a:ln/>
        </p:spPr>
      </p:sp>
      <p:sp>
        <p:nvSpPr>
          <p:cNvPr id="58371" name="Notes Placeholder 2"/>
          <p:cNvSpPr>
            <a:spLocks noGrp="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Construction of S-Box and IS-Box</a:t>
            </a:r>
          </a:p>
        </p:txBody>
      </p:sp>
      <p:sp>
        <p:nvSpPr>
          <p:cNvPr id="58372" name="Slide Number Placeholder 3"/>
          <p:cNvSpPr>
            <a:spLocks noGrp="1"/>
          </p:cNvSpPr>
          <p:nvPr>
            <p:ph type="sldNum" sz="quarter" idx="5"/>
          </p:nvPr>
        </p:nvSpPr>
        <p:spPr>
          <a:noFill/>
        </p:spPr>
        <p:txBody>
          <a:bodyPr/>
          <a:lstStyle/>
          <a:p>
            <a:fld id="{1E922A7E-6785-4943-8A59-19F756F59150}" type="slidenum">
              <a:rPr lang="en-AU" smtClean="0">
                <a:latin typeface="Arial" pitchFamily="-84" charset="0"/>
              </a:rPr>
              <a:pPr/>
              <a:t>16</a:t>
            </a:fld>
            <a:endParaRPr lang="en-AU">
              <a:latin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xfrm>
            <a:off x="381000" y="685800"/>
            <a:ext cx="6096000" cy="3429000"/>
          </a:xfrm>
          <a:ln/>
        </p:spPr>
      </p:sp>
      <p:sp>
        <p:nvSpPr>
          <p:cNvPr id="58371" name="Notes Placeholder 2"/>
          <p:cNvSpPr>
            <a:spLocks noGrp="1"/>
          </p:cNvSpPr>
          <p:nvPr>
            <p:ph type="body" idx="1"/>
          </p:nvPr>
        </p:nvSpPr>
        <p:spPr>
          <a:noFill/>
          <a:ln/>
        </p:spPr>
        <p:txBody>
          <a:bodyPr/>
          <a:lstStyle/>
          <a:p>
            <a:pPr eaLnBrk="1" hangingPunct="1"/>
            <a:r>
              <a:rPr lang="en-US">
                <a:latin typeface="Arial" pitchFamily="-84" charset="0"/>
                <a:ea typeface="ＭＳ Ｐゴシック" pitchFamily="-84" charset="-128"/>
                <a:cs typeface="ＭＳ Ｐゴシック" pitchFamily="-84" charset="-128"/>
              </a:rPr>
              <a:t>Construction of S-Box and IS-Box</a:t>
            </a:r>
          </a:p>
        </p:txBody>
      </p:sp>
      <p:sp>
        <p:nvSpPr>
          <p:cNvPr id="58372" name="Slide Number Placeholder 3"/>
          <p:cNvSpPr>
            <a:spLocks noGrp="1"/>
          </p:cNvSpPr>
          <p:nvPr>
            <p:ph type="sldNum" sz="quarter" idx="5"/>
          </p:nvPr>
        </p:nvSpPr>
        <p:spPr>
          <a:noFill/>
        </p:spPr>
        <p:txBody>
          <a:bodyPr/>
          <a:lstStyle/>
          <a:p>
            <a:fld id="{1E922A7E-6785-4943-8A59-19F756F59150}" type="slidenum">
              <a:rPr lang="en-AU" smtClean="0">
                <a:latin typeface="Arial" pitchFamily="-84" charset="0"/>
              </a:rPr>
              <a:pPr/>
              <a:t>17</a:t>
            </a:fld>
            <a:endParaRPr lang="en-AU">
              <a:latin typeface="Arial" pitchFamily="-84" charset="0"/>
            </a:endParaRPr>
          </a:p>
        </p:txBody>
      </p:sp>
    </p:spTree>
    <p:extLst>
      <p:ext uri="{BB962C8B-B14F-4D97-AF65-F5344CB8AC3E}">
        <p14:creationId xmlns:p14="http://schemas.microsoft.com/office/powerpoint/2010/main" val="3370050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xfrm>
            <a:off x="381000" y="685800"/>
            <a:ext cx="6096000" cy="3429000"/>
          </a:xfrm>
          <a:ln/>
        </p:spPr>
      </p:sp>
      <mc:AlternateContent xmlns:mc="http://schemas.openxmlformats.org/markup-compatibility/2006" xmlns:a14="http://schemas.microsoft.com/office/drawing/2010/main">
        <mc:Choice Requires="a14">
          <p:sp>
            <p:nvSpPr>
              <p:cNvPr id="60419" name="Notes Placeholder 2"/>
              <p:cNvSpPr>
                <a:spLocks noGrp="1"/>
              </p:cNvSpPr>
              <p:nvPr>
                <p:ph type="body" idx="1"/>
              </p:nvPr>
            </p:nvSpPr>
            <p:spPr>
              <a:noFill/>
              <a:ln/>
            </p:spPr>
            <p:txBody>
              <a:bodyPr/>
              <a:lstStyle/>
              <a:p>
                <a:endParaRPr lang="en-US" dirty="0">
                  <a:latin typeface="Arial" pitchFamily="-84" charset="0"/>
                  <a:ea typeface="ＭＳ Ｐゴシック" pitchFamily="-84" charset="-128"/>
                  <a:cs typeface="ＭＳ Ｐゴシック" pitchFamily="-84" charset="-128"/>
                </a:endParaRPr>
              </a:p>
            </p:txBody>
          </p:sp>
        </mc:Choice>
        <mc:Fallback xmlns="">
          <p:sp>
            <p:nvSpPr>
              <p:cNvPr id="60419" name="Notes Placeholder 2"/>
              <p:cNvSpPr>
                <a:spLocks noGrp="1"/>
              </p:cNvSpPr>
              <p:nvPr>
                <p:ph type="body" idx="1"/>
              </p:nvPr>
            </p:nvSpPr>
            <p:spPr>
              <a:noFill/>
              <a:ln/>
            </p:spPr>
            <p:txBody>
              <a:bodyPr/>
              <a:lstStyle/>
              <a:p>
                <a:r>
                  <a:rPr lang="en-US" dirty="0"/>
                  <a:t>The AES S-box is carefully designed to resist major forms of cryptanalysis, particularly linear and differential cryptanalysis.</a:t>
                </a:r>
              </a:p>
              <a:p>
                <a:r>
                  <a:rPr lang="en-US" dirty="0"/>
                  <a:t>Both of these attacks exploit predictable relationships between input and output bits.</a:t>
                </a:r>
              </a:p>
              <a:p>
                <a:r>
                  <a:rPr lang="en-US" dirty="0"/>
                  <a:t>To prevent this, the S-box must introduce strong nonlinearity.</a:t>
                </a:r>
              </a:p>
              <a:p>
                <a:r>
                  <a:rPr lang="en-US" dirty="0"/>
                  <a:t>AES achieves this by computing the multiplicative inverse of each nonzero byte in the finite field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Inversion in a finite field is a highly nonlinear operation.</a:t>
                </a:r>
              </a:p>
              <a:p>
                <a:r>
                  <a:rPr lang="en-US" dirty="0"/>
                  <a:t>It cannot be expressed as a linear function or even a simple affine function of the input bits.</a:t>
                </a:r>
              </a:p>
              <a:p>
                <a:r>
                  <a:rPr lang="en-US" dirty="0"/>
                  <a:t>This nonlinearity destroys linear correlations that attackers might try to exploit.</a:t>
                </a:r>
              </a:p>
              <a:p>
                <a:r>
                  <a:rPr lang="en-US" dirty="0"/>
                  <a:t>After computing the inverse, AES applies a fixed affine transformation.</a:t>
                </a:r>
              </a:p>
              <a:p>
                <a:r>
                  <a:rPr lang="en-US" dirty="0"/>
                  <a:t>This step further improves diffusion and removes structural symmetries.</a:t>
                </a:r>
              </a:p>
              <a:p>
                <a:r>
                  <a:rPr lang="en-US" dirty="0"/>
                  <a:t>The final result is an S-box that provides strong resistance against known cryptanalytic attacks while remaining efficient to implement.</a:t>
                </a:r>
              </a:p>
              <a:p>
                <a:endParaRPr lang="en-US" dirty="0">
                  <a:latin typeface="Arial" pitchFamily="-84" charset="0"/>
                  <a:ea typeface="ＭＳ Ｐゴシック" pitchFamily="-84" charset="-128"/>
                  <a:cs typeface="ＭＳ Ｐゴシック" pitchFamily="-84" charset="-128"/>
                </a:endParaRPr>
              </a:p>
            </p:txBody>
          </p:sp>
        </mc:Fallback>
      </mc:AlternateContent>
      <p:sp>
        <p:nvSpPr>
          <p:cNvPr id="60420" name="Slide Number Placeholder 3"/>
          <p:cNvSpPr>
            <a:spLocks noGrp="1"/>
          </p:cNvSpPr>
          <p:nvPr>
            <p:ph type="sldNum" sz="quarter" idx="5"/>
          </p:nvPr>
        </p:nvSpPr>
        <p:spPr>
          <a:noFill/>
        </p:spPr>
        <p:txBody>
          <a:bodyPr/>
          <a:lstStyle/>
          <a:p>
            <a:fld id="{DECD479F-36A0-7241-83FB-86FD35AEEF07}" type="slidenum">
              <a:rPr lang="en-AU" smtClean="0">
                <a:latin typeface="Arial" pitchFamily="-84" charset="0"/>
              </a:rPr>
              <a:pPr/>
              <a:t>18</a:t>
            </a:fld>
            <a:endParaRPr lang="en-AU">
              <a:latin typeface="Arial" pitchFamily="-8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2AABA1AE-ED2C-4F4A-9C73-B690BC5BF729}" type="slidenum">
              <a:rPr lang="en-AU">
                <a:latin typeface="Arial" pitchFamily="-84" charset="0"/>
              </a:rPr>
              <a:pPr/>
              <a:t>19</a:t>
            </a:fld>
            <a:endParaRPr lang="en-AU">
              <a:latin typeface="Arial" pitchFamily="-84" charset="0"/>
            </a:endParaRPr>
          </a:p>
        </p:txBody>
      </p:sp>
      <p:sp>
        <p:nvSpPr>
          <p:cNvPr id="62467"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62468" name="Rectangle 3"/>
          <p:cNvSpPr>
            <a:spLocks noGrp="1" noChangeArrowheads="1"/>
          </p:cNvSpPr>
          <p:nvPr>
            <p:ph type="body" idx="1"/>
          </p:nvPr>
        </p:nvSpPr>
        <p:spPr>
          <a:noFill/>
          <a:ln/>
        </p:spPr>
        <p:txBody>
          <a:bodyPr/>
          <a:lstStyle/>
          <a:p>
            <a:endParaRPr lang="en-AU"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90DB20F2-45C8-0547-817A-711951A798F9}" type="slidenum">
              <a:rPr lang="en-AU">
                <a:latin typeface="Arial" pitchFamily="-84" charset="0"/>
              </a:rPr>
              <a:pPr/>
              <a:t>20</a:t>
            </a:fld>
            <a:endParaRPr lang="en-AU">
              <a:latin typeface="Arial" pitchFamily="-84" charset="0"/>
            </a:endParaRPr>
          </a:p>
        </p:txBody>
      </p:sp>
      <p:sp>
        <p:nvSpPr>
          <p:cNvPr id="64515" name="Rectangle 2"/>
          <p:cNvSpPr>
            <a:spLocks noGrp="1" noRot="1" noChangeAspect="1" noChangeArrowheads="1" noTextEdit="1"/>
          </p:cNvSpPr>
          <p:nvPr>
            <p:ph type="sldImg"/>
          </p:nvPr>
        </p:nvSpPr>
        <p:spPr>
          <a:xfrm>
            <a:off x="381000" y="685800"/>
            <a:ext cx="6096000" cy="3429000"/>
          </a:xfrm>
          <a:ln/>
        </p:spPr>
      </p:sp>
      <p:sp>
        <p:nvSpPr>
          <p:cNvPr id="64516"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r>
                  <a:rPr lang="en-US" dirty="0"/>
                  <a:t>Let’s summarize what we’ve covered today.</a:t>
                </a:r>
              </a:p>
              <a:p>
                <a:r>
                  <a:rPr lang="en-US" dirty="0"/>
                  <a:t>First, we reviewed finite field arithmetic and saw that AES operates entirely inside the finite field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(2^8 )</a:t>
                </a:r>
                <a:r>
                  <a:rPr lang="ar-AE" dirty="0"/>
                  <a:t>.</a:t>
                </a:r>
              </a:p>
              <a:p>
                <a:r>
                  <a:rPr lang="en-US" dirty="0"/>
                  <a:t>Each byte is treated as a polynomial over </a:t>
                </a:r>
                <a:r>
                  <a:rPr lang="en-US" sz="1200" i="0" kern="1200">
                    <a:solidFill>
                      <a:schemeClr val="tx1"/>
                    </a:solidFill>
                    <a:latin typeface="+mn-lt"/>
                    <a:ea typeface="+mn-ea"/>
                    <a:cs typeface="+mn-cs"/>
                  </a:rPr>
                  <a:t>𝐺𝐹</a:t>
                </a:r>
                <a:r>
                  <a:rPr lang="ar-AE" sz="1200" i="0" kern="1200">
                    <a:solidFill>
                      <a:schemeClr val="tx1"/>
                    </a:solidFill>
                    <a:latin typeface="+mn-lt"/>
                    <a:ea typeface="+mn-ea"/>
                    <a:cs typeface="+mn-cs"/>
                  </a:rPr>
                  <a:t>(2)</a:t>
                </a:r>
                <a:r>
                  <a:rPr lang="ar-AE" dirty="0"/>
                  <a:t>.</a:t>
                </a:r>
              </a:p>
              <a:p>
                <a:r>
                  <a:rPr lang="en-US" dirty="0"/>
                  <a:t>Addition becomes XOR, multiplication is polynomial multiplication with modular reduction, and division is multiplication by a multiplicative inverse.</a:t>
                </a:r>
              </a:p>
              <a:p>
                <a:r>
                  <a:rPr lang="en-US" dirty="0"/>
                  <a:t>Second, we examined the S-box.</a:t>
                </a:r>
              </a:p>
              <a:p>
                <a:r>
                  <a:rPr lang="en-US" dirty="0"/>
                  <a:t>The S-box introduces strong nonlinearity by computing multiplicative inverses in the finite field, followed by an affine transformation.</a:t>
                </a:r>
              </a:p>
              <a:p>
                <a:r>
                  <a:rPr lang="en-US" dirty="0"/>
                  <a:t>This nonlinearity provides confusion and protects against linear and differential cryptanalysis.</a:t>
                </a:r>
              </a:p>
              <a:p>
                <a:r>
                  <a:rPr lang="en-US" dirty="0"/>
                  <a:t>Third, we studied </a:t>
                </a:r>
                <a:r>
                  <a:rPr lang="en-US" dirty="0" err="1"/>
                  <a:t>ShiftRows</a:t>
                </a:r>
                <a:r>
                  <a:rPr lang="en-US" dirty="0"/>
                  <a:t>.</a:t>
                </a:r>
              </a:p>
              <a:p>
                <a:r>
                  <a:rPr lang="en-US" dirty="0"/>
                  <a:t>Since AES processes data column by column, </a:t>
                </a:r>
                <a:r>
                  <a:rPr lang="en-US" dirty="0" err="1"/>
                  <a:t>ShiftRows</a:t>
                </a:r>
                <a:r>
                  <a:rPr lang="en-US" dirty="0"/>
                  <a:t> moves bytes across columns to enable diffusion.</a:t>
                </a:r>
              </a:p>
              <a:p>
                <a:r>
                  <a:rPr lang="en-US" dirty="0"/>
                  <a:t>When combined with </a:t>
                </a:r>
                <a:r>
                  <a:rPr lang="en-US" dirty="0" err="1"/>
                  <a:t>MixColumns</a:t>
                </a:r>
                <a:r>
                  <a:rPr lang="en-US" dirty="0"/>
                  <a:t>, it ensures that changes in one byte eventually affect the entire state.</a:t>
                </a:r>
              </a:p>
              <a:p>
                <a:r>
                  <a:rPr lang="en-US" dirty="0"/>
                  <a:t>The big picture is this:</a:t>
                </a:r>
              </a:p>
              <a:p>
                <a:r>
                  <a:rPr lang="en-US" dirty="0"/>
                  <a:t>AES security relies on a carefully designed interaction between algebraic structure, nonlinearity, and diffusion.</a:t>
                </a:r>
              </a:p>
              <a:p>
                <a:r>
                  <a:rPr lang="en-US" dirty="0"/>
                  <a:t>In the next lecture, we will see how </a:t>
                </a:r>
                <a:r>
                  <a:rPr lang="en-US" dirty="0" err="1"/>
                  <a:t>MixColumns</a:t>
                </a:r>
                <a:r>
                  <a:rPr lang="en-US"/>
                  <a:t> completes this diffusion process and how all components work together in a full AES round.</a:t>
                </a:r>
              </a:p>
              <a:p>
                <a:endParaRPr lang="en-US"/>
              </a:p>
            </p:txBody>
          </p:sp>
        </mc:Fallback>
      </mc:AlternateContent>
      <p:sp>
        <p:nvSpPr>
          <p:cNvPr id="4" name="Slide Number Placeholder 3"/>
          <p:cNvSpPr>
            <a:spLocks noGrp="1"/>
          </p:cNvSpPr>
          <p:nvPr>
            <p:ph type="sldNum" sz="quarter" idx="5"/>
          </p:nvPr>
        </p:nvSpPr>
        <p:spPr/>
        <p:txBody>
          <a:bodyPr/>
          <a:lstStyle/>
          <a:p>
            <a:fld id="{EDA30F21-AD4D-0C40-8D7E-BA0D4331ECF7}" type="slidenum">
              <a:rPr lang="en-US" smtClean="0"/>
              <a:t>21</a:t>
            </a:fld>
            <a:endParaRPr lang="en-US"/>
          </a:p>
        </p:txBody>
      </p:sp>
    </p:spTree>
    <p:extLst>
      <p:ext uri="{BB962C8B-B14F-4D97-AF65-F5344CB8AC3E}">
        <p14:creationId xmlns:p14="http://schemas.microsoft.com/office/powerpoint/2010/main" val="156033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CE66-FCA3-7724-464B-1B7D22D18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A185CC-ADF8-FF3F-B55C-36B9CC5141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D44747-99F7-305A-39F8-22BD9E498A50}"/>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D6A3357-AAE3-B686-1E77-D213CBF484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7787E4-33D2-2906-78D2-6A65CD41B6E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07714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8386-7C28-4B33-C68E-ED0B759CBE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0F41B6-164A-F85C-EA74-E11F4DF41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3387A0-CD47-638E-9F94-CF3B55E305A7}"/>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3E687EE6-4C84-4F71-9A9C-35E312001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1F498-E2D7-4667-1D8A-7BAB2502B2A3}"/>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54057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5570-47BC-CDED-C7E3-7578479219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EF5A1A-461F-AAFE-F6EC-32799AD1A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1CD001-477E-48A7-7597-2D0190A1E5D9}"/>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548E097D-2E54-6EC8-4A68-D8CB95A88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084DB-C4E4-4749-480F-EBA8F4F8D1A9}"/>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25720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C619-D70E-600B-07EA-D89FA5D3EB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16D8E3-D99B-151A-7746-880B11FCAD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BD1DD7-4CBF-1846-565D-A523F861BE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DC8BD03-2B0A-6D42-9EE1-47B01DCBADA6}"/>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80A3F0AA-3F44-76AB-25CD-6DEC18A659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9C1229-5B4B-1D64-D1E0-6186B95AE5CA}"/>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270139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C4018-69D0-BCE8-4B4A-BECB55B2A0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602A4F-8BD2-7F9F-F6E3-1E024CCC8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EFC8C4-D7EB-11B4-640B-709DEA824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C9B9A7-FEE0-2B95-9F9C-8DB4AE305F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11419B-7C0B-81C1-E232-6BE93251FA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89A10E-5E63-DA06-E4C5-2A0E3D3E9FA8}"/>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8" name="Footer Placeholder 7">
            <a:extLst>
              <a:ext uri="{FF2B5EF4-FFF2-40B4-BE49-F238E27FC236}">
                <a16:creationId xmlns:a16="http://schemas.microsoft.com/office/drawing/2014/main" id="{EE7F663E-9618-8E06-3F14-971E834491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C7C976-0C58-981C-07AC-76955709776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569563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5933-2B58-9CA8-209E-B95F3A4F21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CE9B1C-A47B-D52E-3722-F37E2810FE04}"/>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4" name="Footer Placeholder 3">
            <a:extLst>
              <a:ext uri="{FF2B5EF4-FFF2-40B4-BE49-F238E27FC236}">
                <a16:creationId xmlns:a16="http://schemas.microsoft.com/office/drawing/2014/main" id="{E025BADE-F954-909B-6AEC-7B45FEE2AA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7F4636-2429-CE9E-B110-16289C1210B8}"/>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17312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1847C-0E0D-2743-6714-555F94CBF38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3" name="Footer Placeholder 2">
            <a:extLst>
              <a:ext uri="{FF2B5EF4-FFF2-40B4-BE49-F238E27FC236}">
                <a16:creationId xmlns:a16="http://schemas.microsoft.com/office/drawing/2014/main" id="{E39FAA1B-B4CF-B32A-642F-8C08D8138D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B77954A-9B1D-04B1-5F4C-26C0403B56AC}"/>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683203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6AAD-E20A-006D-BF1E-7BC52C908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D8C6E2-6096-077E-F49A-8EB698D3A9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BFD346-23EB-6A2A-2EA9-9F33C51964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94FEDA-5784-BCE8-9624-A53C917B2872}"/>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AA6E43C3-1FFC-03CF-83A0-B3041E1C3E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F5B54-62FA-C358-3AEC-8C1282E0DA27}"/>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475337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0984-A60A-564A-0ED9-678DE0188B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D7105-0927-3D9A-896B-AF88FCC0F0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9AA3121-D1B8-5F79-E769-CF5A00200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601CC5-0CFF-88FF-CC47-734C6010F2D5}"/>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6" name="Footer Placeholder 5">
            <a:extLst>
              <a:ext uri="{FF2B5EF4-FFF2-40B4-BE49-F238E27FC236}">
                <a16:creationId xmlns:a16="http://schemas.microsoft.com/office/drawing/2014/main" id="{932C8492-AE8D-BD8A-464E-F3B828C02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5E386-9A88-43A2-F564-DE1718D66705}"/>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1458924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619D1-5E2B-24BC-963E-903BAFACD08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50B405-7FDD-CC5F-EE91-777E9F212C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5FE73-34C8-C17A-1BE3-4602E73CB59C}"/>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AAD187A1-5947-BE0B-EDA6-3E3598BB8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2E8D76-350D-62C9-A6A1-9792B83B7362}"/>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238345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792F41-A533-0739-742C-EA04521F97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76777A-090F-5097-1B73-223617EEE3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BE48EE-6A31-8AEC-6950-8343B52FA663}"/>
              </a:ext>
            </a:extLst>
          </p:cNvPr>
          <p:cNvSpPr>
            <a:spLocks noGrp="1"/>
          </p:cNvSpPr>
          <p:nvPr>
            <p:ph type="dt" sz="half" idx="10"/>
          </p:nvPr>
        </p:nvSpPr>
        <p:spPr/>
        <p:txBody>
          <a:body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275EBE66-C6A3-800F-328C-55EB1A54B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090CB3-D657-D68F-82C4-239DB426DF34}"/>
              </a:ext>
            </a:extLst>
          </p:cNvPr>
          <p:cNvSpPr>
            <a:spLocks noGrp="1"/>
          </p:cNvSpPr>
          <p:nvPr>
            <p:ph type="sldNum" sz="quarter" idx="12"/>
          </p:nvPr>
        </p:nvSpPr>
        <p:spPr/>
        <p:txBody>
          <a:bodyPr/>
          <a:lstStyle/>
          <a:p>
            <a:fld id="{6CE7CE58-9EBE-9843-94F4-2C636B645A47}" type="slidenum">
              <a:rPr lang="en-US" smtClean="0"/>
              <a:t>‹#›</a:t>
            </a:fld>
            <a:endParaRPr lang="en-US"/>
          </a:p>
        </p:txBody>
      </p:sp>
    </p:spTree>
    <p:extLst>
      <p:ext uri="{BB962C8B-B14F-4D97-AF65-F5344CB8AC3E}">
        <p14:creationId xmlns:p14="http://schemas.microsoft.com/office/powerpoint/2010/main" val="3080016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851AB-4DE4-6D07-1580-A0B39B1B9D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624D30-877E-31CD-C625-85293F2E9D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1CC00C-C420-5AF7-6669-8098C4C4BD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E469BF-9407-C642-AAFA-55A177E389D6}" type="datetimeFigureOut">
              <a:rPr lang="en-US" smtClean="0"/>
              <a:t>4/20/2026</a:t>
            </a:fld>
            <a:endParaRPr lang="en-US"/>
          </a:p>
        </p:txBody>
      </p:sp>
      <p:sp>
        <p:nvSpPr>
          <p:cNvPr id="5" name="Footer Placeholder 4">
            <a:extLst>
              <a:ext uri="{FF2B5EF4-FFF2-40B4-BE49-F238E27FC236}">
                <a16:creationId xmlns:a16="http://schemas.microsoft.com/office/drawing/2014/main" id="{722F699C-407E-A984-6911-55673DEC31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40316CE-A33D-997F-6331-DE62036D4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E7CE58-9EBE-9843-94F4-2C636B645A47}" type="slidenum">
              <a:rPr lang="en-US" smtClean="0"/>
              <a:t>‹#›</a:t>
            </a:fld>
            <a:endParaRPr lang="en-US"/>
          </a:p>
        </p:txBody>
      </p:sp>
    </p:spTree>
    <p:extLst>
      <p:ext uri="{BB962C8B-B14F-4D97-AF65-F5344CB8AC3E}">
        <p14:creationId xmlns:p14="http://schemas.microsoft.com/office/powerpoint/2010/main" val="2655648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cybernews.com/best-vpn/surfshark-vpn-review/" TargetMode="External"/><Relationship Id="rId2" Type="http://schemas.openxmlformats.org/officeDocument/2006/relationships/hyperlink" Target="https://cybernews.com/best-vpn/nordvpn-review/" TargetMode="External"/><Relationship Id="rId1" Type="http://schemas.openxmlformats.org/officeDocument/2006/relationships/slideLayout" Target="../slideLayouts/slideLayout2.xml"/><Relationship Id="rId4" Type="http://schemas.openxmlformats.org/officeDocument/2006/relationships/hyperlink" Target="https://cybernews.com/best-vpn/expressvpn-review/"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gP4PqVGudtg" TargetMode="External"/><Relationship Id="rId2" Type="http://schemas.openxmlformats.org/officeDocument/2006/relationships/hyperlink" Target="https://formaestudio.com/rijndaelinspector/archivos/Rijndael_Animation_v4_eng-html5.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B041-D6CA-E5F7-B543-E3B38551FE35}"/>
              </a:ext>
            </a:extLst>
          </p:cNvPr>
          <p:cNvSpPr>
            <a:spLocks noGrp="1"/>
          </p:cNvSpPr>
          <p:nvPr>
            <p:ph type="ctrTitle"/>
          </p:nvPr>
        </p:nvSpPr>
        <p:spPr/>
        <p:txBody>
          <a:bodyPr>
            <a:normAutofit/>
          </a:bodyPr>
          <a:lstStyle/>
          <a:p>
            <a:r>
              <a:rPr lang="en-US" dirty="0"/>
              <a:t>Advanced Encryption Standard</a:t>
            </a:r>
          </a:p>
        </p:txBody>
      </p:sp>
      <p:sp>
        <p:nvSpPr>
          <p:cNvPr id="3" name="Subtitle 2">
            <a:extLst>
              <a:ext uri="{FF2B5EF4-FFF2-40B4-BE49-F238E27FC236}">
                <a16:creationId xmlns:a16="http://schemas.microsoft.com/office/drawing/2014/main" id="{03D6572C-C518-0678-FC03-B89091F8048F}"/>
              </a:ext>
            </a:extLst>
          </p:cNvPr>
          <p:cNvSpPr>
            <a:spLocks noGrp="1"/>
          </p:cNvSpPr>
          <p:nvPr>
            <p:ph type="subTitle" idx="1"/>
          </p:nvPr>
        </p:nvSpPr>
        <p:spPr/>
        <p:txBody>
          <a:bodyPr>
            <a:normAutofit fontScale="77500" lnSpcReduction="20000"/>
          </a:bodyPr>
          <a:lstStyle/>
          <a:p>
            <a:r>
              <a:rPr lang="en-US" dirty="0"/>
              <a:t>Dr. Xinyue Zhang</a:t>
            </a:r>
          </a:p>
          <a:p>
            <a:r>
              <a:rPr lang="en-US" dirty="0"/>
              <a:t>Assistant Professor</a:t>
            </a:r>
          </a:p>
          <a:p>
            <a:r>
              <a:rPr lang="en-US" dirty="0"/>
              <a:t>Department of Computer Science</a:t>
            </a:r>
          </a:p>
          <a:p>
            <a:r>
              <a:rPr lang="en-US" dirty="0"/>
              <a:t>Kennesaw State University</a:t>
            </a:r>
          </a:p>
          <a:p>
            <a:r>
              <a:rPr lang="en-US" dirty="0"/>
              <a:t>Marietta, GA, USA</a:t>
            </a:r>
          </a:p>
        </p:txBody>
      </p:sp>
    </p:spTree>
    <p:extLst>
      <p:ext uri="{BB962C8B-B14F-4D97-AF65-F5344CB8AC3E}">
        <p14:creationId xmlns:p14="http://schemas.microsoft.com/office/powerpoint/2010/main" val="40085079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94796-347B-FC46-BF10-EB90218C8561}"/>
              </a:ext>
            </a:extLst>
          </p:cNvPr>
          <p:cNvSpPr>
            <a:spLocks noGrp="1"/>
          </p:cNvSpPr>
          <p:nvPr>
            <p:ph type="title"/>
          </p:nvPr>
        </p:nvSpPr>
        <p:spPr/>
        <p:txBody>
          <a:bodyPr/>
          <a:lstStyle/>
          <a:p>
            <a:r>
              <a:rPr lang="en-US" dirty="0"/>
              <a:t>Finite Field Review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4C3FCA-0FC9-8444-A0E9-CC2C3782151A}"/>
                  </a:ext>
                </a:extLst>
              </p:cNvPr>
              <p:cNvSpPr>
                <a:spLocks noGrp="1"/>
              </p:cNvSpPr>
              <p:nvPr>
                <p:ph idx="1"/>
              </p:nvPr>
            </p:nvSpPr>
            <p:spPr/>
            <p:txBody>
              <a:bodyPr/>
              <a:lstStyle/>
              <a:p>
                <a:r>
                  <a:rPr lang="en-US" dirty="0"/>
                  <a:t>GF(p) has p elements, {0, 1, 2, …, p - 1}, and using modular arithmetic</a:t>
                </a:r>
                <a:r>
                  <a:rPr lang="en-US" i="1" dirty="0"/>
                  <a:t>.</a:t>
                </a:r>
                <a:endParaRPr lang="en-US" dirty="0"/>
              </a:p>
              <a:p>
                <a:r>
                  <a:rPr lang="en-US" dirty="0"/>
                  <a:t>GF(p</a:t>
                </a:r>
                <a:r>
                  <a:rPr lang="en-US" baseline="30000" dirty="0"/>
                  <a:t>m</a:t>
                </a:r>
                <a:r>
                  <a:rPr lang="en-US" dirty="0"/>
                  <a:t>) has p</a:t>
                </a:r>
                <a:r>
                  <a:rPr lang="en-US" baseline="30000" dirty="0"/>
                  <a:t>m</a:t>
                </a:r>
                <a:r>
                  <a:rPr lang="en-US" dirty="0"/>
                  <a:t> elements, and the elements are polynomials. </a:t>
                </a:r>
              </a:p>
              <a:p>
                <a:pPr lvl="1"/>
                <a:r>
                  <a:rPr lang="en-US" dirty="0"/>
                  <a:t>Arithmetic on coefficients is performed modulo p and polynomials are defined modulo a polynomial m(x).</a:t>
                </a:r>
              </a:p>
              <a:p>
                <a:pPr lvl="1" fontAlgn="auto">
                  <a:spcAft>
                    <a:spcPts val="0"/>
                  </a:spcAft>
                  <a:buClr>
                    <a:schemeClr val="accent1">
                      <a:lumMod val="60000"/>
                      <a:lumOff val="40000"/>
                    </a:schemeClr>
                  </a:buClr>
                  <a:buFont typeface="Candara" pitchFamily="34" charset="0"/>
                  <a:buChar char="•"/>
                  <a:defRPr/>
                </a:pPr>
                <a:r>
                  <a:rPr lang="en-US" dirty="0"/>
                  <a:t>For example, in the field GF(2</a:t>
                </a:r>
                <a:r>
                  <a:rPr lang="en-US" baseline="30000" dirty="0"/>
                  <a:t>3</a:t>
                </a:r>
                <a:r>
                  <a:rPr lang="en-US" dirty="0"/>
                  <a:t>), each element </a:t>
                </a:r>
                <a14:m>
                  <m:oMath xmlns:m="http://schemas.openxmlformats.org/officeDocument/2006/math">
                    <m:r>
                      <a:rPr lang="en-US" i="1">
                        <a:latin typeface="Cambria Math" panose="02040503050406030204" pitchFamily="18" charset="0"/>
                      </a:rPr>
                      <m:t>𝐴</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𝐺𝐹</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2</m:t>
                        </m:r>
                      </m:e>
                      <m:sup>
                        <m:r>
                          <a:rPr lang="en-US" b="0" i="1" smtClean="0">
                            <a:latin typeface="Cambria Math" panose="02040503050406030204" pitchFamily="18" charset="0"/>
                            <a:ea typeface="Cambria Math" panose="02040503050406030204" pitchFamily="18" charset="0"/>
                          </a:rPr>
                          <m:t>3</m:t>
                        </m:r>
                      </m:sup>
                    </m:sSup>
                    <m:r>
                      <a:rPr lang="en-US" i="1">
                        <a:latin typeface="Cambria Math" panose="02040503050406030204" pitchFamily="18" charset="0"/>
                        <a:ea typeface="Cambria Math" panose="02040503050406030204" pitchFamily="18" charset="0"/>
                      </a:rPr>
                      <m:t>)</m:t>
                    </m:r>
                  </m:oMath>
                </a14:m>
                <a:r>
                  <a:rPr lang="en-US" dirty="0"/>
                  <a:t> is represented as:</a:t>
                </a:r>
              </a:p>
              <a:p>
                <a:pPr lvl="2">
                  <a:buClr>
                    <a:schemeClr val="accent1">
                      <a:lumMod val="60000"/>
                      <a:lumOff val="40000"/>
                    </a:schemeClr>
                  </a:buClr>
                  <a:buFont typeface="Candara" pitchFamily="34" charset="0"/>
                  <a:buChar char="•"/>
                  <a:defRPr/>
                </a:pPr>
                <a:r>
                  <a:rPr lang="en-US" dirty="0"/>
                  <a:t>A(x) = a</a:t>
                </a:r>
                <a:r>
                  <a:rPr lang="en-US" baseline="-25000" dirty="0"/>
                  <a:t>2</a:t>
                </a:r>
                <a:r>
                  <a:rPr lang="en-US" dirty="0"/>
                  <a:t>x</a:t>
                </a:r>
                <a:r>
                  <a:rPr lang="en-US" baseline="30000" dirty="0"/>
                  <a:t>2</a:t>
                </a:r>
                <a:r>
                  <a:rPr lang="en-US" dirty="0"/>
                  <a:t>+a</a:t>
                </a:r>
                <a:r>
                  <a:rPr lang="en-US" baseline="-25000" dirty="0"/>
                  <a:t>1</a:t>
                </a:r>
                <a:r>
                  <a:rPr lang="en-US" dirty="0"/>
                  <a:t>x</a:t>
                </a:r>
                <a:r>
                  <a:rPr lang="en-US" baseline="30000" dirty="0"/>
                  <a:t>1</a:t>
                </a:r>
                <a:r>
                  <a:rPr lang="en-US" dirty="0"/>
                  <a:t>+a</a:t>
                </a:r>
                <a:r>
                  <a:rPr lang="en-US" baseline="-25000" dirty="0"/>
                  <a:t>0</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𝐺𝐹</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2</m:t>
                        </m:r>
                      </m:e>
                    </m:d>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2A4C3FCA-0FC9-8444-A0E9-CC2C3782151A}"/>
                  </a:ext>
                </a:extLst>
              </p:cNvPr>
              <p:cNvSpPr>
                <a:spLocks noGrp="1" noRot="1" noChangeAspect="1" noMove="1" noResize="1" noEditPoints="1" noAdjustHandles="1" noChangeArrowheads="1" noChangeShapeType="1" noTextEdit="1"/>
              </p:cNvSpPr>
              <p:nvPr>
                <p:ph idx="1"/>
              </p:nvPr>
            </p:nvSpPr>
            <p:spPr>
              <a:blipFill>
                <a:blip r:embed="rId4"/>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675511413"/>
      </p:ext>
    </p:extLst>
  </p:cSld>
  <p:clrMapOvr>
    <a:masterClrMapping/>
  </p:clrMapOvr>
  <mc:AlternateContent xmlns:mc="http://schemas.openxmlformats.org/markup-compatibility/2006" xmlns:p14="http://schemas.microsoft.com/office/powerpoint/2010/main">
    <mc:Choice Requires="p14">
      <p:transition spd="slow" p14:dur="2000" advTm="172064"/>
    </mc:Choice>
    <mc:Fallback xmlns="">
      <p:transition spd="slow" advTm="17206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sz="4800" dirty="0"/>
              <a:t>Finite</a:t>
            </a:r>
            <a:r>
              <a:rPr lang="zh-CN" altLang="en-US" sz="4800" dirty="0"/>
              <a:t> </a:t>
            </a:r>
            <a:r>
              <a:rPr lang="en-US" altLang="zh-CN" sz="4800" dirty="0"/>
              <a:t>Fields with </a:t>
            </a:r>
            <a:r>
              <a:rPr lang="en-US" sz="4800" dirty="0"/>
              <a:t>Polynomial Arithmetic</a:t>
            </a:r>
            <a:endParaRPr lang="en-AU" sz="4800" baseline="-25000"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77C454A-D7D6-B392-93C9-3FC42C03CEC3}"/>
                  </a:ext>
                </a:extLst>
              </p:cNvPr>
              <p:cNvSpPr>
                <a:spLocks noGrp="1"/>
              </p:cNvSpPr>
              <p:nvPr>
                <p:ph idx="1"/>
              </p:nvPr>
            </p:nvSpPr>
            <p:spPr/>
            <p:txBody>
              <a:bodyPr>
                <a:normAutofit fontScale="92500" lnSpcReduction="20000"/>
              </a:bodyPr>
              <a:lstStyle/>
              <a:p>
                <a:r>
                  <a:rPr lang="en-US" dirty="0"/>
                  <a:t>Let </a:t>
                </a:r>
                <a14:m>
                  <m:oMath xmlns:m="http://schemas.openxmlformats.org/officeDocument/2006/math">
                    <m:r>
                      <a:rPr lang="en-US" i="1" dirty="0">
                        <a:latin typeface="Cambria Math" panose="02040503050406030204" pitchFamily="18" charset="0"/>
                      </a:rPr>
                      <m:t>𝐴</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0</m:t>
                        </m:r>
                      </m:sub>
                      <m:sup>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1</m:t>
                        </m:r>
                      </m:sup>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sub>
                        </m:sSub>
                        <m:sSup>
                          <m:sSupPr>
                            <m:ctrlPr>
                              <a:rPr lang="en-US" i="1" dirty="0">
                                <a:latin typeface="Cambria Math" panose="02040503050406030204" pitchFamily="18" charset="0"/>
                              </a:rPr>
                            </m:ctrlPr>
                          </m:sSupPr>
                          <m:e>
                            <m:r>
                              <a:rPr lang="en-US" i="1" dirty="0">
                                <a:latin typeface="Cambria Math" panose="02040503050406030204" pitchFamily="18" charset="0"/>
                              </a:rPr>
                              <m:t>𝑥</m:t>
                            </m:r>
                          </m:e>
                          <m:sup>
                            <m:r>
                              <a:rPr lang="en-US" i="1" dirty="0">
                                <a:latin typeface="Cambria Math" panose="02040503050406030204" pitchFamily="18" charset="0"/>
                              </a:rPr>
                              <m:t>𝑖</m:t>
                            </m:r>
                          </m:sup>
                        </m:sSup>
                      </m:e>
                    </m:nary>
                    <m:r>
                      <a:rPr lang="en-US" i="1" dirty="0" err="1">
                        <a:latin typeface="Cambria Math" panose="02040503050406030204" pitchFamily="18" charset="0"/>
                      </a:rPr>
                      <m:t>,</m:t>
                    </m:r>
                    <m:r>
                      <a:rPr lang="en-US" i="1" dirty="0">
                        <a:latin typeface="Cambria Math" panose="02040503050406030204" pitchFamily="18" charset="0"/>
                      </a:rPr>
                      <m:t>𝐵</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0</m:t>
                        </m:r>
                      </m:sub>
                      <m:sup>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1</m:t>
                        </m:r>
                      </m:sup>
                      <m:e>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𝑖</m:t>
                            </m:r>
                          </m:sub>
                        </m:sSub>
                        <m:sSup>
                          <m:sSupPr>
                            <m:ctrlPr>
                              <a:rPr lang="en-US" i="1" dirty="0">
                                <a:latin typeface="Cambria Math" panose="02040503050406030204" pitchFamily="18" charset="0"/>
                              </a:rPr>
                            </m:ctrlPr>
                          </m:sSupPr>
                          <m:e>
                            <m:r>
                              <a:rPr lang="en-US" i="1" dirty="0">
                                <a:latin typeface="Cambria Math" panose="02040503050406030204" pitchFamily="18" charset="0"/>
                              </a:rPr>
                              <m:t>𝑥</m:t>
                            </m:r>
                          </m:e>
                          <m:sup>
                            <m:r>
                              <a:rPr lang="en-US" i="1" dirty="0">
                                <a:latin typeface="Cambria Math" panose="02040503050406030204" pitchFamily="18" charset="0"/>
                              </a:rPr>
                              <m:t>𝑖</m:t>
                            </m:r>
                          </m:sup>
                        </m:sSup>
                      </m:e>
                    </m:nary>
                    <m:r>
                      <m:rPr>
                        <m:nor/>
                      </m:rPr>
                      <a:rPr lang="en-US"/>
                      <m:t>be</m:t>
                    </m:r>
                    <m:r>
                      <m:rPr>
                        <m:nor/>
                      </m:rPr>
                      <a:rPr lang="en-US"/>
                      <m:t> </m:t>
                    </m:r>
                    <m:r>
                      <m:rPr>
                        <m:nor/>
                      </m:rPr>
                      <a:rPr lang="en-US"/>
                      <m:t>two</m:t>
                    </m:r>
                    <m:r>
                      <m:rPr>
                        <m:nor/>
                      </m:rPr>
                      <a:rPr lang="en-US"/>
                      <m:t> </m:t>
                    </m:r>
                    <m:r>
                      <m:rPr>
                        <m:nor/>
                      </m:rPr>
                      <a:rPr lang="en-US"/>
                      <m:t>elements</m:t>
                    </m:r>
                    <m:r>
                      <m:rPr>
                        <m:nor/>
                      </m:rPr>
                      <a:rPr lang="en-US"/>
                      <m:t> </m:t>
                    </m:r>
                    <m:r>
                      <m:rPr>
                        <m:nor/>
                      </m:rPr>
                      <a:rPr lang="en-US"/>
                      <m:t>of</m:t>
                    </m:r>
                    <m:r>
                      <m:rPr>
                        <m:nor/>
                      </m:rPr>
                      <a:rPr lang="en-US"/>
                      <m:t> </m:t>
                    </m:r>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𝑚</m:t>
                            </m:r>
                          </m:sup>
                        </m:sSup>
                      </m:e>
                    </m:d>
                    <m:r>
                      <m:rPr>
                        <m:nor/>
                      </m:rPr>
                      <a:rPr lang="ar-AE"/>
                      <m:t>, </m:t>
                    </m:r>
                    <m:r>
                      <m:rPr>
                        <m:nor/>
                      </m:rPr>
                      <a:rPr lang="en-US"/>
                      <m:t>where</m:t>
                    </m:r>
                    <m:r>
                      <a:rPr lang="en-US" i="1">
                        <a:latin typeface="Cambria Math" panose="02040503050406030204" pitchFamily="18" charset="0"/>
                      </a:rPr>
                      <m:t> </m:t>
                    </m:r>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i="1">
                            <a:latin typeface="Cambria Math" panose="02040503050406030204" pitchFamily="18" charset="0"/>
                          </a:rPr>
                          <m:t>𝑖</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𝑖</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r>
                      <m:rPr>
                        <m:nor/>
                      </m:rPr>
                      <a:rPr lang="ar-AE"/>
                      <m:t>.</m:t>
                    </m:r>
                  </m:oMath>
                </a14:m>
                <a:endParaRPr lang="en-US" dirty="0"/>
              </a:p>
              <a:p>
                <a:r>
                  <a:rPr lang="en-US" b="1" dirty="0"/>
                  <a:t>Addition</a:t>
                </a:r>
                <a:r>
                  <a:rPr lang="en-US" dirty="0"/>
                  <a:t>:</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𝐴</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0</m:t>
                          </m:r>
                        </m:sub>
                        <m:sup>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1</m:t>
                          </m:r>
                        </m:sup>
                        <m:e>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𝑖</m:t>
                              </m:r>
                            </m:sub>
                          </m:sSub>
                          <m:r>
                            <a:rPr lang="en-US" i="1" dirty="0">
                              <a:latin typeface="Cambria Math" panose="02040503050406030204" pitchFamily="18" charset="0"/>
                            </a:rPr>
                            <m:t> </m:t>
                          </m:r>
                          <m:r>
                            <a:rPr lang="en-US" i="1" dirty="0">
                              <a:latin typeface="Cambria Math" panose="02040503050406030204" pitchFamily="18" charset="0"/>
                            </a:rPr>
                            <m:t>𝑚𝑜𝑑</m:t>
                          </m:r>
                          <m:r>
                            <a:rPr lang="en-US" i="1" dirty="0">
                              <a:latin typeface="Cambria Math" panose="02040503050406030204" pitchFamily="18" charset="0"/>
                            </a:rPr>
                            <m:t> </m:t>
                          </m:r>
                          <m:r>
                            <a:rPr lang="en-US" i="1" dirty="0">
                              <a:latin typeface="Cambria Math" panose="02040503050406030204" pitchFamily="18" charset="0"/>
                            </a:rPr>
                            <m:t>2</m:t>
                          </m:r>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𝑥</m:t>
                              </m:r>
                            </m:e>
                            <m:sup>
                              <m:r>
                                <a:rPr lang="en-US" i="1" dirty="0">
                                  <a:latin typeface="Cambria Math" panose="02040503050406030204" pitchFamily="18" charset="0"/>
                                </a:rPr>
                                <m:t>𝑖</m:t>
                              </m:r>
                            </m:sup>
                          </m:sSup>
                        </m:e>
                      </m:nary>
                    </m:oMath>
                  </m:oMathPara>
                </a14:m>
                <a:endParaRPr lang="en-US" dirty="0"/>
              </a:p>
              <a:p>
                <a:r>
                  <a:rPr lang="en-US" b="1" dirty="0"/>
                  <a:t>Subtraction</a:t>
                </a:r>
                <a:r>
                  <a:rPr lang="en-US" dirty="0"/>
                  <a:t>:</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𝐴</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0</m:t>
                          </m:r>
                        </m:sub>
                        <m:sup>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1</m:t>
                          </m:r>
                        </m:sup>
                        <m:e>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𝑖</m:t>
                              </m:r>
                            </m:sub>
                          </m:sSub>
                          <m:r>
                            <a:rPr lang="en-US" i="1" dirty="0">
                              <a:latin typeface="Cambria Math" panose="02040503050406030204" pitchFamily="18" charset="0"/>
                            </a:rPr>
                            <m:t> </m:t>
                          </m:r>
                          <m:r>
                            <a:rPr lang="en-US" i="1" dirty="0">
                              <a:latin typeface="Cambria Math" panose="02040503050406030204" pitchFamily="18" charset="0"/>
                            </a:rPr>
                            <m:t>𝑚𝑜𝑑</m:t>
                          </m:r>
                          <m:r>
                            <a:rPr lang="en-US" i="1" dirty="0">
                              <a:latin typeface="Cambria Math" panose="02040503050406030204" pitchFamily="18" charset="0"/>
                            </a:rPr>
                            <m:t> </m:t>
                          </m:r>
                          <m:r>
                            <a:rPr lang="en-US" i="1" dirty="0">
                              <a:latin typeface="Cambria Math" panose="02040503050406030204" pitchFamily="18" charset="0"/>
                            </a:rPr>
                            <m:t>2</m:t>
                          </m:r>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𝑥</m:t>
                              </m:r>
                            </m:e>
                            <m:sup>
                              <m:r>
                                <a:rPr lang="en-US" i="1" dirty="0">
                                  <a:latin typeface="Cambria Math" panose="02040503050406030204" pitchFamily="18" charset="0"/>
                                </a:rPr>
                                <m:t>𝑖</m:t>
                              </m:r>
                            </m:sup>
                          </m:sSup>
                        </m:e>
                      </m:nary>
                    </m:oMath>
                  </m:oMathPara>
                </a14:m>
                <a:endParaRPr lang="en-US" dirty="0"/>
              </a:p>
              <a:p>
                <a:r>
                  <a:rPr lang="en-US" dirty="0"/>
                  <a:t>Since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𝑖</m:t>
                        </m:r>
                      </m:sub>
                    </m:sSub>
                    <m:r>
                      <a:rPr lang="en-US" i="1" dirty="0">
                        <a:latin typeface="Cambria Math" panose="02040503050406030204" pitchFamily="18" charset="0"/>
                      </a:rPr>
                      <m:t>​(</m:t>
                    </m:r>
                    <m:r>
                      <a:rPr lang="en-US" i="1" dirty="0">
                        <a:latin typeface="Cambria Math" panose="02040503050406030204" pitchFamily="18" charset="0"/>
                      </a:rPr>
                      <m:t>𝑚𝑜𝑑</m:t>
                    </m:r>
                    <m:r>
                      <a:rPr lang="en-US" i="1" dirty="0">
                        <a:latin typeface="Cambria Math" panose="02040503050406030204" pitchFamily="18" charset="0"/>
                      </a:rPr>
                      <m:t> </m:t>
                    </m:r>
                    <m:r>
                      <a:rPr lang="en-US" i="1" dirty="0">
                        <a:latin typeface="Cambria Math" panose="02040503050406030204" pitchFamily="18" charset="0"/>
                      </a:rPr>
                      <m:t>2</m:t>
                    </m:r>
                    <m:r>
                      <a:rPr lang="en-US" i="1" dirty="0">
                        <a:latin typeface="Cambria Math" panose="02040503050406030204" pitchFamily="18" charset="0"/>
                      </a:rPr>
                      <m:t>)</m:t>
                    </m:r>
                  </m:oMath>
                </a14:m>
                <a:r>
                  <a:rPr lang="en-US" dirty="0"/>
                  <a:t>:</a:t>
                </a:r>
              </a:p>
              <a:p>
                <a:r>
                  <a:rPr lang="en-US" b="1" dirty="0">
                    <a:solidFill>
                      <a:srgbClr val="FF0000"/>
                    </a:solidFill>
                  </a:rPr>
                  <a:t>Addition and subtraction are identical in GF(2</a:t>
                </a:r>
                <a:r>
                  <a:rPr lang="en-US" b="1" baseline="30000" dirty="0">
                    <a:solidFill>
                      <a:srgbClr val="FF0000"/>
                    </a:solidFill>
                  </a:rPr>
                  <a:t>m</a:t>
                </a:r>
                <a:r>
                  <a:rPr lang="en-US" b="1" dirty="0">
                    <a:solidFill>
                      <a:srgbClr val="FF0000"/>
                    </a:solidFill>
                  </a:rPr>
                  <a:t>).</a:t>
                </a:r>
              </a:p>
            </p:txBody>
          </p:sp>
        </mc:Choice>
        <mc:Fallback xmlns="">
          <p:sp>
            <p:nvSpPr>
              <p:cNvPr id="6" name="Content Placeholder 5">
                <a:extLst>
                  <a:ext uri="{FF2B5EF4-FFF2-40B4-BE49-F238E27FC236}">
                    <a16:creationId xmlns:a16="http://schemas.microsoft.com/office/drawing/2014/main" id="{377C454A-D7D6-B392-93C9-3FC42C03CEC3}"/>
                  </a:ext>
                </a:extLst>
              </p:cNvPr>
              <p:cNvSpPr>
                <a:spLocks noGrp="1" noRot="1" noChangeAspect="1" noMove="1" noResize="1" noEditPoints="1" noAdjustHandles="1" noChangeArrowheads="1" noChangeShapeType="1" noTextEdit="1"/>
              </p:cNvSpPr>
              <p:nvPr>
                <p:ph idx="1"/>
              </p:nvPr>
            </p:nvSpPr>
            <p:spPr>
              <a:blipFill>
                <a:blip r:embed="rId5"/>
                <a:stretch>
                  <a:fillRect l="-965" t="-17151" b="-25872"/>
                </a:stretch>
              </a:blipFill>
            </p:spPr>
            <p:txBody>
              <a:bodyPr/>
              <a:lstStyle/>
              <a:p>
                <a:r>
                  <a:rPr lang="en-US">
                    <a:noFill/>
                  </a:rPr>
                  <a:t> </a:t>
                </a:r>
              </a:p>
            </p:txBody>
          </p:sp>
        </mc:Fallback>
      </mc:AlternateContent>
    </p:spTree>
    <p:extLst>
      <p:ext uri="{BB962C8B-B14F-4D97-AF65-F5344CB8AC3E}">
        <p14:creationId xmlns:p14="http://schemas.microsoft.com/office/powerpoint/2010/main" val="441533031"/>
      </p:ext>
    </p:extLst>
  </p:cSld>
  <p:clrMapOvr>
    <a:masterClrMapping/>
  </p:clrMapOvr>
  <mc:AlternateContent xmlns:mc="http://schemas.openxmlformats.org/markup-compatibility/2006" xmlns:p14="http://schemas.microsoft.com/office/powerpoint/2010/main">
    <mc:Choice Requires="p14">
      <p:transition spd="slow" p14:dur="2000" advTm="93845"/>
    </mc:Choice>
    <mc:Fallback xmlns="">
      <p:transition spd="slow" advTm="9384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1F0B-0AB9-6E64-B993-E88EC1732A78}"/>
              </a:ext>
            </a:extLst>
          </p:cNvPr>
          <p:cNvSpPr>
            <a:spLocks noGrp="1"/>
          </p:cNvSpPr>
          <p:nvPr>
            <p:ph type="title"/>
          </p:nvPr>
        </p:nvSpPr>
        <p:spPr/>
        <p:txBody>
          <a:bodyPr/>
          <a:lstStyle/>
          <a:p>
            <a:r>
              <a:rPr lang="en-US" dirty="0"/>
              <a:t>Finite</a:t>
            </a:r>
            <a:r>
              <a:rPr lang="zh-CN" altLang="en-US" dirty="0"/>
              <a:t> </a:t>
            </a:r>
            <a:r>
              <a:rPr lang="en-US" altLang="zh-CN" dirty="0"/>
              <a:t>Fields with </a:t>
            </a:r>
            <a:r>
              <a:rPr lang="en-US" dirty="0"/>
              <a:t>Polynomial Arithmetic - Multiplication</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0D722126-9223-1CEB-E5DE-C57701647228}"/>
                  </a:ext>
                </a:extLst>
              </p:cNvPr>
              <p:cNvSpPr>
                <a:spLocks noGrp="1"/>
              </p:cNvSpPr>
              <p:nvPr>
                <p:ph idx="1"/>
              </p:nvPr>
            </p:nvSpPr>
            <p:spPr/>
            <p:txBody>
              <a:bodyPr/>
              <a:lstStyle/>
              <a:p>
                <a:r>
                  <a:rPr lang="en-US" dirty="0"/>
                  <a:t>Let </a:t>
                </a:r>
                <a14:m>
                  <m:oMath xmlns:m="http://schemas.openxmlformats.org/officeDocument/2006/math">
                    <m:r>
                      <a:rPr lang="en-US" i="1" dirty="0">
                        <a:latin typeface="Cambria Math" panose="02040503050406030204" pitchFamily="18" charset="0"/>
                      </a:rPr>
                      <m:t>𝐴</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err="1">
                        <a:latin typeface="Cambria Math" panose="02040503050406030204" pitchFamily="18" charset="0"/>
                      </a:rPr>
                      <m:t>,</m:t>
                    </m:r>
                    <m:r>
                      <a:rPr lang="en-US" i="1" dirty="0">
                        <a:latin typeface="Cambria Math" panose="02040503050406030204" pitchFamily="18" charset="0"/>
                      </a:rPr>
                      <m:t>𝐵</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ea typeface="Cambria Math" panose="02040503050406030204" pitchFamily="18" charset="0"/>
                      </a:rPr>
                      <m:t>∈</m:t>
                    </m:r>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i="1">
                                <a:latin typeface="Cambria Math" panose="02040503050406030204" pitchFamily="18" charset="0"/>
                              </a:rPr>
                              <m:t>𝑚</m:t>
                            </m:r>
                          </m:sup>
                        </m:sSup>
                      </m:e>
                    </m:d>
                  </m:oMath>
                </a14:m>
                <a:r>
                  <a:rPr lang="en-US" dirty="0"/>
                  <a:t> and </a:t>
                </a:r>
                <a14:m>
                  <m:oMath xmlns:m="http://schemas.openxmlformats.org/officeDocument/2006/math">
                    <m:r>
                      <a:rPr lang="en-US" i="1" dirty="0">
                        <a:latin typeface="Cambria Math" panose="02040503050406030204" pitchFamily="18" charset="0"/>
                      </a:rPr>
                      <m:t>𝑃</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r>
                  <a:rPr lang="en-US" dirty="0"/>
                  <a:t> be an irreducible polynomial of degree </a:t>
                </a:r>
                <a14:m>
                  <m:oMath xmlns:m="http://schemas.openxmlformats.org/officeDocument/2006/math">
                    <m:r>
                      <a:rPr lang="en-US" i="1">
                        <a:latin typeface="Cambria Math" panose="02040503050406030204" pitchFamily="18" charset="0"/>
                      </a:rPr>
                      <m:t>𝑚</m:t>
                    </m:r>
                  </m:oMath>
                </a14:m>
                <a:r>
                  <a:rPr lang="en-US" dirty="0"/>
                  <a:t> over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r>
                          <a:rPr lang="ar-AE">
                            <a:latin typeface="Cambria Math" panose="02040503050406030204" pitchFamily="18" charset="0"/>
                          </a:rPr>
                          <m:t>2</m:t>
                        </m:r>
                      </m:e>
                    </m:d>
                  </m:oMath>
                </a14:m>
                <a:r>
                  <a:rPr lang="en-US" dirty="0"/>
                  <a:t>, where</a:t>
                </a:r>
              </a:p>
              <a:p>
                <a:pPr marL="0" indent="0" algn="ctr">
                  <a:buNone/>
                </a:pPr>
                <a14:m>
                  <m:oMath xmlns:m="http://schemas.openxmlformats.org/officeDocument/2006/math">
                    <m:r>
                      <a:rPr lang="en-US"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m:t>
                        </m:r>
                        <m:r>
                          <a:rPr lang="en-US" i="1" dirty="0">
                            <a:latin typeface="Cambria Math" panose="02040503050406030204" pitchFamily="18" charset="0"/>
                          </a:rPr>
                          <m:t>0</m:t>
                        </m:r>
                      </m:sub>
                      <m:sup>
                        <m:r>
                          <a:rPr lang="en-US" i="1" dirty="0">
                            <a:latin typeface="Cambria Math" panose="02040503050406030204" pitchFamily="18" charset="0"/>
                          </a:rPr>
                          <m:t>𝑚</m:t>
                        </m:r>
                        <m:r>
                          <a:rPr lang="en-US" i="1" dirty="0">
                            <a:latin typeface="Cambria Math" panose="02040503050406030204" pitchFamily="18" charset="0"/>
                          </a:rPr>
                          <m:t>−</m:t>
                        </m:r>
                        <m:r>
                          <a:rPr lang="en-US" i="1" dirty="0">
                            <a:latin typeface="Cambria Math" panose="02040503050406030204" pitchFamily="18" charset="0"/>
                          </a:rPr>
                          <m:t>1</m:t>
                        </m:r>
                      </m:sup>
                      <m:e>
                        <m:sSub>
                          <m:sSubPr>
                            <m:ctrlPr>
                              <a:rPr lang="en-US" i="1" dirty="0">
                                <a:latin typeface="Cambria Math" panose="02040503050406030204" pitchFamily="18" charset="0"/>
                              </a:rPr>
                            </m:ctrlPr>
                          </m:sSubPr>
                          <m:e>
                            <m:r>
                              <a:rPr lang="en-US" i="1" dirty="0">
                                <a:latin typeface="Cambria Math" panose="02040503050406030204" pitchFamily="18" charset="0"/>
                              </a:rPr>
                              <m:t>𝑝</m:t>
                            </m:r>
                          </m:e>
                          <m:sub>
                            <m:r>
                              <a:rPr lang="en-US" i="1" dirty="0">
                                <a:latin typeface="Cambria Math" panose="02040503050406030204" pitchFamily="18" charset="0"/>
                              </a:rPr>
                              <m:t>𝑖</m:t>
                            </m:r>
                          </m:sub>
                        </m:sSub>
                        <m:sSup>
                          <m:sSupPr>
                            <m:ctrlPr>
                              <a:rPr lang="en-US" i="1" dirty="0">
                                <a:latin typeface="Cambria Math" panose="02040503050406030204" pitchFamily="18" charset="0"/>
                              </a:rPr>
                            </m:ctrlPr>
                          </m:sSupPr>
                          <m:e>
                            <m:r>
                              <a:rPr lang="en-US" i="1" dirty="0">
                                <a:latin typeface="Cambria Math" panose="02040503050406030204" pitchFamily="18" charset="0"/>
                              </a:rPr>
                              <m:t>𝑥</m:t>
                            </m:r>
                          </m:e>
                          <m:sup>
                            <m:r>
                              <a:rPr lang="en-US" i="1" dirty="0">
                                <a:latin typeface="Cambria Math" panose="02040503050406030204" pitchFamily="18" charset="0"/>
                              </a:rPr>
                              <m:t>𝑖</m:t>
                            </m:r>
                          </m:sup>
                        </m:sSup>
                      </m:e>
                    </m:nary>
                  </m:oMath>
                </a14:m>
                <a:r>
                  <a:rPr lang="en-US" dirty="0"/>
                  <a:t>, </a:t>
                </a:r>
                <a14:m>
                  <m:oMath xmlns:m="http://schemas.openxmlformats.org/officeDocument/2006/math">
                    <m:sSub>
                      <m:sSubPr>
                        <m:ctrlPr>
                          <a:rPr lang="ar-AE" i="1">
                            <a:latin typeface="Cambria Math" panose="02040503050406030204" pitchFamily="18" charset="0"/>
                          </a:rPr>
                        </m:ctrlPr>
                      </m:sSubPr>
                      <m:e>
                        <m:r>
                          <a:rPr lang="en-US" i="1">
                            <a:latin typeface="Cambria Math" panose="02040503050406030204" pitchFamily="18" charset="0"/>
                          </a:rPr>
                          <m:t>𝑝</m:t>
                        </m:r>
                      </m:e>
                      <m:sub>
                        <m:r>
                          <a:rPr lang="ar-AE" i="1">
                            <a:latin typeface="Cambria Math" panose="02040503050406030204" pitchFamily="18" charset="0"/>
                          </a:rPr>
                          <m:t>𝑖</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r>
                  <a:rPr lang="en-US" dirty="0"/>
                  <a:t>.</a:t>
                </a:r>
              </a:p>
              <a:p>
                <a:endParaRPr lang="en-US" dirty="0"/>
              </a:p>
              <a:p>
                <a:r>
                  <a:rPr lang="en-US" dirty="0"/>
                  <a:t>Polynomial </a:t>
                </a:r>
                <a:r>
                  <a:rPr lang="en-US" b="1" dirty="0"/>
                  <a:t>Multiplication</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𝐶</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m:t>
                      </m:r>
                      <m:r>
                        <a:rPr lang="en-US" i="1" dirty="0">
                          <a:latin typeface="Cambria Math" panose="02040503050406030204" pitchFamily="18" charset="0"/>
                        </a:rPr>
                        <m:t>𝐴</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𝐵</m:t>
                      </m:r>
                      <m:d>
                        <m:dPr>
                          <m:ctrlPr>
                            <a:rPr lang="en-US" i="1" dirty="0">
                              <a:latin typeface="Cambria Math" panose="02040503050406030204" pitchFamily="18" charset="0"/>
                            </a:rPr>
                          </m:ctrlPr>
                        </m:dPr>
                        <m:e>
                          <m:r>
                            <a:rPr lang="en-US" i="1" dirty="0">
                              <a:latin typeface="Cambria Math" panose="02040503050406030204" pitchFamily="18" charset="0"/>
                            </a:rPr>
                            <m:t>𝑥</m:t>
                          </m:r>
                        </m:e>
                      </m:d>
                      <m:r>
                        <a:rPr lang="en-US" i="1" dirty="0">
                          <a:latin typeface="Cambria Math" panose="02040503050406030204" pitchFamily="18" charset="0"/>
                        </a:rPr>
                        <m:t> </m:t>
                      </m:r>
                      <m:r>
                        <a:rPr lang="en-US" i="1" dirty="0">
                          <a:latin typeface="Cambria Math" panose="02040503050406030204" pitchFamily="18" charset="0"/>
                        </a:rPr>
                        <m:t>𝑚𝑜𝑑</m:t>
                      </m:r>
                      <m:r>
                        <a:rPr lang="en-US" i="1" dirty="0">
                          <a:latin typeface="Cambria Math" panose="02040503050406030204" pitchFamily="18" charset="0"/>
                        </a:rPr>
                        <m:t> </m:t>
                      </m:r>
                      <m:r>
                        <a:rPr lang="en-US" i="1" dirty="0">
                          <a:latin typeface="Cambria Math" panose="02040503050406030204" pitchFamily="18" charset="0"/>
                        </a:rPr>
                        <m:t>𝑃</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m:oMathPara>
                </a14:m>
                <a:endParaRPr lang="en-US" dirty="0"/>
              </a:p>
              <a:p>
                <a:endParaRPr lang="en-US" dirty="0"/>
              </a:p>
              <a:p>
                <a:endParaRPr lang="en-US" dirty="0"/>
              </a:p>
            </p:txBody>
          </p:sp>
        </mc:Choice>
        <mc:Fallback xmlns="">
          <p:sp>
            <p:nvSpPr>
              <p:cNvPr id="7" name="Content Placeholder 6">
                <a:extLst>
                  <a:ext uri="{FF2B5EF4-FFF2-40B4-BE49-F238E27FC236}">
                    <a16:creationId xmlns:a16="http://schemas.microsoft.com/office/drawing/2014/main" id="{0D722126-9223-1CEB-E5DE-C57701647228}"/>
                  </a:ext>
                </a:extLst>
              </p:cNvPr>
              <p:cNvSpPr>
                <a:spLocks noGrp="1" noRot="1" noChangeAspect="1" noMove="1" noResize="1" noEditPoints="1" noAdjustHandles="1" noChangeArrowheads="1" noChangeShapeType="1" noTextEdit="1"/>
              </p:cNvSpPr>
              <p:nvPr>
                <p:ph idx="1"/>
              </p:nvPr>
            </p:nvSpPr>
            <p:spPr>
              <a:blipFill>
                <a:blip r:embed="rId5"/>
                <a:stretch>
                  <a:fillRect l="-1086" t="-2326" r="-1206"/>
                </a:stretch>
              </a:blipFill>
            </p:spPr>
            <p:txBody>
              <a:bodyPr/>
              <a:lstStyle/>
              <a:p>
                <a:r>
                  <a:rPr lang="en-US">
                    <a:noFill/>
                  </a:rPr>
                  <a:t> </a:t>
                </a:r>
              </a:p>
            </p:txBody>
          </p:sp>
        </mc:Fallback>
      </mc:AlternateContent>
    </p:spTree>
    <p:extLst>
      <p:ext uri="{BB962C8B-B14F-4D97-AF65-F5344CB8AC3E}">
        <p14:creationId xmlns:p14="http://schemas.microsoft.com/office/powerpoint/2010/main" val="2942741405"/>
      </p:ext>
    </p:extLst>
  </p:cSld>
  <p:clrMapOvr>
    <a:masterClrMapping/>
  </p:clrMapOvr>
  <mc:AlternateContent xmlns:mc="http://schemas.openxmlformats.org/markup-compatibility/2006" xmlns:p14="http://schemas.microsoft.com/office/powerpoint/2010/main">
    <mc:Choice Requires="p14">
      <p:transition spd="slow" p14:dur="2000" advTm="52661"/>
    </mc:Choice>
    <mc:Fallback xmlns="">
      <p:transition spd="slow" advTm="5266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4818" name="Rectangle 2"/>
              <p:cNvSpPr>
                <a:spLocks noGrp="1" noChangeArrowheads="1"/>
              </p:cNvSpPr>
              <p:nvPr>
                <p:ph type="title"/>
              </p:nvPr>
            </p:nvSpPr>
            <p:spPr/>
            <p:txBody>
              <a:bodyPr/>
              <a:lstStyle/>
              <a:p>
                <a:r>
                  <a:rPr lang="en-US" dirty="0"/>
                  <a:t>Why AES Uses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en-AU" dirty="0"/>
              </a:p>
            </p:txBody>
          </p:sp>
        </mc:Choice>
        <mc:Fallback xmlns="">
          <p:sp>
            <p:nvSpPr>
              <p:cNvPr id="34818" name="Rectangle 2"/>
              <p:cNvSpPr>
                <a:spLocks noGrp="1" noRot="1" noChangeAspect="1" noMove="1" noResize="1" noEditPoints="1" noAdjustHandles="1" noChangeArrowheads="1" noChangeShapeType="1" noTextEdit="1"/>
              </p:cNvSpPr>
              <p:nvPr>
                <p:ph type="title"/>
              </p:nvPr>
            </p:nvSpPr>
            <p:spPr>
              <a:blipFill>
                <a:blip r:embed="rId3"/>
                <a:stretch>
                  <a:fillRect l="-24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1056218" y="1762126"/>
                <a:ext cx="10094383" cy="4943475"/>
              </a:xfrm>
            </p:spPr>
            <p:txBody>
              <a:bodyPr rtlCol="0">
                <a:normAutofit fontScale="92500" lnSpcReduction="10000"/>
              </a:bodyPr>
              <a:lstStyle/>
              <a:p>
                <a:r>
                  <a:rPr lang="en-US" b="1" dirty="0"/>
                  <a:t>AES Operates on Bytes</a:t>
                </a:r>
              </a:p>
              <a:p>
                <a:pPr lvl="1"/>
                <a:r>
                  <a:rPr lang="en-US" dirty="0"/>
                  <a:t>AES processes data in 8-bit blocks (bytes)</a:t>
                </a:r>
              </a:p>
              <a:p>
                <a:pPr lvl="1"/>
                <a:r>
                  <a:rPr lang="en-US" dirty="0"/>
                  <a:t>Each byte is interpreted as an element of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ar-AE" dirty="0"/>
              </a:p>
              <a:p>
                <a:r>
                  <a:rPr lang="en-US" b="1" dirty="0"/>
                  <a:t>Byte Representation as Polynomials</a:t>
                </a:r>
              </a:p>
              <a:p>
                <a:pPr lvl="1"/>
                <a:r>
                  <a:rPr lang="en-US" dirty="0"/>
                  <a:t>A byte </a:t>
                </a:r>
                <a14:m>
                  <m:oMath xmlns:m="http://schemas.openxmlformats.org/officeDocument/2006/math">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7</m:t>
                            </m:r>
                          </m:sub>
                        </m:sSub>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6</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0</m:t>
                            </m:r>
                          </m:sub>
                        </m:sSub>
                      </m:e>
                    </m:d>
                  </m:oMath>
                </a14:m>
                <a:r>
                  <a:rPr lang="en-US" dirty="0"/>
                  <a:t> represents the polynomial</a:t>
                </a:r>
              </a:p>
              <a:p>
                <a:pPr marL="457200" lvl="1" indent="0">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7</m:t>
                          </m:r>
                        </m:sub>
                      </m:sSub>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a:latin typeface="Cambria Math" panose="02040503050406030204" pitchFamily="18" charset="0"/>
                            </a:rPr>
                            <m:t>7</m:t>
                          </m:r>
                        </m:sup>
                      </m:s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6</m:t>
                          </m:r>
                        </m:sub>
                      </m:sSub>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a:latin typeface="Cambria Math" panose="02040503050406030204" pitchFamily="18" charset="0"/>
                            </a:rPr>
                            <m:t>6</m:t>
                          </m:r>
                        </m:sup>
                      </m:s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1</m:t>
                          </m:r>
                        </m:sub>
                      </m:sSub>
                      <m:r>
                        <a:rPr lang="ar-AE" i="1">
                          <a:latin typeface="Cambria Math" panose="02040503050406030204" pitchFamily="18" charset="0"/>
                        </a:rPr>
                        <m:t>𝑥</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0</m:t>
                          </m:r>
                        </m:sub>
                      </m:sSub>
                    </m:oMath>
                  </m:oMathPara>
                </a14:m>
                <a:endParaRPr lang="ar-AE" dirty="0"/>
              </a:p>
              <a:p>
                <a:pPr lvl="1"/>
                <a:r>
                  <a:rPr lang="en-US" dirty="0"/>
                  <a:t>with coefficients in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r>
                          <a:rPr lang="ar-AE">
                            <a:latin typeface="Cambria Math" panose="02040503050406030204" pitchFamily="18" charset="0"/>
                          </a:rPr>
                          <m:t>2</m:t>
                        </m:r>
                      </m:e>
                    </m:d>
                  </m:oMath>
                </a14:m>
                <a:endParaRPr lang="ar-AE" dirty="0"/>
              </a:p>
              <a:p>
                <a:r>
                  <a:rPr lang="en-US" b="1" dirty="0"/>
                  <a:t>Arithmetic in AES</a:t>
                </a:r>
              </a:p>
              <a:p>
                <a:pPr lvl="1"/>
                <a:r>
                  <a:rPr lang="en-US" dirty="0"/>
                  <a:t>All arithmetic is performed in:</a:t>
                </a:r>
              </a:p>
              <a:p>
                <a:pPr lvl="1"/>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r>
                      <a:rPr lang="ar-AE">
                        <a:latin typeface="Cambria Math" panose="02040503050406030204" pitchFamily="18" charset="0"/>
                      </a:rPr>
                      <m:t>=</m:t>
                    </m:r>
                    <m:r>
                      <a:rPr lang="ar-AE" i="1">
                        <a:latin typeface="Cambria Math" panose="02040503050406030204" pitchFamily="18" charset="0"/>
                      </a:rPr>
                      <m:t>𝐺𝐹</m:t>
                    </m:r>
                    <m:d>
                      <m:dPr>
                        <m:ctrlPr>
                          <a:rPr lang="ar-AE" i="1">
                            <a:latin typeface="Cambria Math" panose="02040503050406030204" pitchFamily="18" charset="0"/>
                          </a:rPr>
                        </m:ctrlPr>
                      </m:dPr>
                      <m:e>
                        <m:r>
                          <a:rPr lang="ar-AE">
                            <a:latin typeface="Cambria Math" panose="02040503050406030204" pitchFamily="18" charset="0"/>
                          </a:rPr>
                          <m:t>2</m:t>
                        </m:r>
                      </m:e>
                    </m:d>
                    <m:d>
                      <m:dPr>
                        <m:begChr m:val="["/>
                        <m:endChr m:val="]"/>
                        <m:ctrlPr>
                          <a:rPr lang="ar-AE" i="1">
                            <a:latin typeface="Cambria Math" panose="02040503050406030204" pitchFamily="18" charset="0"/>
                          </a:rPr>
                        </m:ctrlPr>
                      </m:dPr>
                      <m:e>
                        <m:r>
                          <a:rPr lang="ar-AE" i="1">
                            <a:latin typeface="Cambria Math" panose="02040503050406030204" pitchFamily="18" charset="0"/>
                          </a:rPr>
                          <m:t>𝑥</m:t>
                        </m:r>
                      </m:e>
                    </m:d>
                    <m:r>
                      <m:rPr>
                        <m:nor/>
                      </m:rPr>
                      <a:rPr lang="ar-AE" i="1"/>
                      <m:t>  </m:t>
                    </m:r>
                    <m:r>
                      <a:rPr lang="ar-AE">
                        <a:latin typeface="Cambria Math" panose="02040503050406030204" pitchFamily="18" charset="0"/>
                      </a:rPr>
                      <m:t>/</m:t>
                    </m:r>
                    <m:r>
                      <m:rPr>
                        <m:nor/>
                      </m:rPr>
                      <a:rPr lang="ar-AE" i="1"/>
                      <m:t>  </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a:latin typeface="Cambria Math" panose="02040503050406030204" pitchFamily="18" charset="0"/>
                              </a:rPr>
                              <m:t>8</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a:latin typeface="Cambria Math" panose="02040503050406030204" pitchFamily="18" charset="0"/>
                              </a:rPr>
                              <m:t>4</m:t>
                            </m:r>
                          </m:sup>
                        </m:s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𝑥</m:t>
                            </m:r>
                          </m:e>
                          <m:sup>
                            <m:r>
                              <a:rPr lang="ar-AE">
                                <a:latin typeface="Cambria Math" panose="02040503050406030204" pitchFamily="18" charset="0"/>
                              </a:rPr>
                              <m:t>3</m:t>
                            </m:r>
                          </m:sup>
                        </m:sSup>
                        <m:r>
                          <a:rPr lang="ar-AE">
                            <a:latin typeface="Cambria Math" panose="02040503050406030204" pitchFamily="18" charset="0"/>
                          </a:rPr>
                          <m:t>+</m:t>
                        </m:r>
                        <m:r>
                          <a:rPr lang="ar-AE" i="1">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1</m:t>
                        </m:r>
                      </m:e>
                    </m:d>
                  </m:oMath>
                </a14:m>
                <a:endParaRPr lang="ar-AE" b="0" dirty="0"/>
              </a:p>
              <a:p>
                <a:pPr lvl="1"/>
                <a:r>
                  <a:rPr lang="en-US" dirty="0"/>
                  <a:t>Addition = XOR</a:t>
                </a:r>
              </a:p>
              <a:p>
                <a:pPr lvl="1"/>
                <a:r>
                  <a:rPr lang="en-US" dirty="0"/>
                  <a:t>Multiplication = polynomial multiply + reduction</a:t>
                </a:r>
              </a:p>
              <a:p>
                <a:pPr lvl="1"/>
                <a:r>
                  <a:rPr lang="en-US" dirty="0"/>
                  <a:t>Division = multiplication by inverse</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1056218" y="1762126"/>
                <a:ext cx="10094383" cy="4943475"/>
              </a:xfrm>
              <a:blipFill>
                <a:blip r:embed="rId4"/>
                <a:stretch>
                  <a:fillRect l="-1006" t="-2308"/>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BD783E9F-223A-C508-9136-FE67DB52EA00}"/>
              </a:ext>
            </a:extLst>
          </p:cNvPr>
          <p:cNvSpPr/>
          <p:nvPr/>
        </p:nvSpPr>
        <p:spPr>
          <a:xfrm>
            <a:off x="7777655" y="2333296"/>
            <a:ext cx="4198445" cy="293238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285750" indent="-285750">
              <a:buFont typeface="Arial" panose="020B0604020202020204" pitchFamily="34" charset="0"/>
              <a:buChar char="•"/>
            </a:pPr>
            <a:r>
              <a:rPr lang="en-US" sz="2400" dirty="0"/>
              <a:t>Every nonzero byte has a multiplicative inverse</a:t>
            </a:r>
          </a:p>
          <a:p>
            <a:pPr marL="285750" indent="-285750">
              <a:buFont typeface="Arial" panose="020B0604020202020204" pitchFamily="34" charset="0"/>
              <a:buChar char="•"/>
            </a:pPr>
            <a:r>
              <a:rPr lang="en-US" sz="2400" dirty="0"/>
              <a:t>The AES S-box is built using this inverse</a:t>
            </a:r>
          </a:p>
          <a:p>
            <a:pPr marL="285750" indent="-285750">
              <a:buFont typeface="Arial" panose="020B0604020202020204" pitchFamily="34" charset="0"/>
              <a:buChar char="•"/>
            </a:pPr>
            <a:r>
              <a:rPr lang="en-US" sz="2400" dirty="0"/>
              <a:t>Field structure guarantees well-defined, reversible operations</a:t>
            </a:r>
          </a:p>
        </p:txBody>
      </p:sp>
    </p:spTree>
  </p:cSld>
  <p:clrMapOvr>
    <a:masterClrMapping/>
  </p:clrMapOvr>
  <mc:AlternateContent xmlns:mc="http://schemas.openxmlformats.org/markup-compatibility/2006" xmlns:p14="http://schemas.microsoft.com/office/powerpoint/2010/main">
    <mc:Choice Requires="p14">
      <p:transition spd="slow" p14:dur="2000" advTm="95616"/>
    </mc:Choice>
    <mc:Fallback xmlns="">
      <p:transition spd="slow" advTm="9561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4564-DE5C-2247-A278-B31D500FACC0}"/>
              </a:ext>
            </a:extLst>
          </p:cNvPr>
          <p:cNvSpPr>
            <a:spLocks noGrp="1"/>
          </p:cNvSpPr>
          <p:nvPr>
            <p:ph type="title"/>
          </p:nvPr>
        </p:nvSpPr>
        <p:spPr/>
        <p:txBody>
          <a:bodyPr/>
          <a:lstStyle/>
          <a:p>
            <a:r>
              <a:rPr lang="en-US" sz="4800" dirty="0"/>
              <a:t>Advanced Encryption Standard (AES)</a:t>
            </a:r>
          </a:p>
        </p:txBody>
      </p:sp>
      <p:sp>
        <p:nvSpPr>
          <p:cNvPr id="3" name="Content Placeholder 2">
            <a:extLst>
              <a:ext uri="{FF2B5EF4-FFF2-40B4-BE49-F238E27FC236}">
                <a16:creationId xmlns:a16="http://schemas.microsoft.com/office/drawing/2014/main" id="{F06BF81F-A406-5E46-8849-0FC051F7452C}"/>
              </a:ext>
            </a:extLst>
          </p:cNvPr>
          <p:cNvSpPr>
            <a:spLocks noGrp="1"/>
          </p:cNvSpPr>
          <p:nvPr>
            <p:ph idx="1"/>
          </p:nvPr>
        </p:nvSpPr>
        <p:spPr/>
        <p:txBody>
          <a:bodyPr/>
          <a:lstStyle/>
          <a:p>
            <a:r>
              <a:rPr lang="en-US" sz="2400" dirty="0"/>
              <a:t>Examples of AES usage:</a:t>
            </a:r>
          </a:p>
          <a:p>
            <a:pPr lvl="1"/>
            <a:r>
              <a:rPr lang="en-US" sz="2000" b="1" u="sng" dirty="0"/>
              <a:t>VPNs (Virtual Private Networks)</a:t>
            </a:r>
            <a:r>
              <a:rPr lang="en-US" sz="2000" b="1" dirty="0"/>
              <a:t>.</a:t>
            </a:r>
            <a:r>
              <a:rPr lang="en-US" sz="2000" dirty="0"/>
              <a:t> The VPNs that use the advanced encryption standard with 256-bit keys include </a:t>
            </a:r>
            <a:r>
              <a:rPr lang="en-US" sz="2000" u="sng" dirty="0">
                <a:hlinkClick r:id="rId2"/>
              </a:rPr>
              <a:t>NordVPN</a:t>
            </a:r>
            <a:r>
              <a:rPr lang="en-US" sz="2000" dirty="0"/>
              <a:t>, </a:t>
            </a:r>
            <a:r>
              <a:rPr lang="en-US" sz="2000" u="sng" dirty="0">
                <a:hlinkClick r:id="rId3"/>
              </a:rPr>
              <a:t>Surfshark</a:t>
            </a:r>
            <a:r>
              <a:rPr lang="en-US" sz="2000" dirty="0"/>
              <a:t>, and </a:t>
            </a:r>
            <a:r>
              <a:rPr lang="en-US" sz="2000" u="sng" dirty="0">
                <a:hlinkClick r:id="rId4"/>
              </a:rPr>
              <a:t>ExpressVPN</a:t>
            </a:r>
            <a:r>
              <a:rPr lang="en-US" sz="2000" dirty="0"/>
              <a:t>.</a:t>
            </a:r>
          </a:p>
          <a:p>
            <a:pPr lvl="1"/>
            <a:r>
              <a:rPr lang="en-US" sz="2200" b="1" dirty="0"/>
              <a:t>Wi-Fi.</a:t>
            </a:r>
            <a:r>
              <a:rPr lang="en-US" sz="2200" dirty="0"/>
              <a:t> That’s right - wireless networks also use AES encryption (usually, together with WPA2). </a:t>
            </a:r>
          </a:p>
          <a:p>
            <a:pPr lvl="1"/>
            <a:r>
              <a:rPr lang="en-US" sz="2200" b="1" dirty="0"/>
              <a:t>Mobile applications.</a:t>
            </a:r>
            <a:r>
              <a:rPr lang="en-US" sz="2200" dirty="0"/>
              <a:t> Many popular apps (like Snapchat and Facebook Messenger) use AES encryption in order to safely send info like photos and messages.</a:t>
            </a:r>
          </a:p>
          <a:p>
            <a:pPr lvl="1"/>
            <a:r>
              <a:rPr lang="en-US" sz="2200" b="1" dirty="0"/>
              <a:t>Archive and compression tools.</a:t>
            </a:r>
            <a:r>
              <a:rPr lang="en-US" sz="2200" dirty="0"/>
              <a:t> All major file compression programs use AES to prevent data from leaking. These tools include 7z, WinZip, and RAR.</a:t>
            </a:r>
          </a:p>
          <a:p>
            <a:pPr lvl="1"/>
            <a:r>
              <a:rPr lang="en-US" sz="2200" b="1" dirty="0"/>
              <a:t>OS system components.</a:t>
            </a:r>
            <a:r>
              <a:rPr lang="en-US" sz="2200" dirty="0"/>
              <a:t> Some operating system components (like file systems) use the advanced encryption standard for an extra layer of safety.</a:t>
            </a:r>
          </a:p>
        </p:txBody>
      </p:sp>
    </p:spTree>
    <p:extLst>
      <p:ext uri="{BB962C8B-B14F-4D97-AF65-F5344CB8AC3E}">
        <p14:creationId xmlns:p14="http://schemas.microsoft.com/office/powerpoint/2010/main" val="3499490700"/>
      </p:ext>
    </p:extLst>
  </p:cSld>
  <p:clrMapOvr>
    <a:masterClrMapping/>
  </p:clrMapOvr>
  <mc:AlternateContent xmlns:mc="http://schemas.openxmlformats.org/markup-compatibility/2006" xmlns:p14="http://schemas.microsoft.com/office/powerpoint/2010/main">
    <mc:Choice Requires="p14">
      <p:transition spd="slow" p14:dur="2000" advTm="145024"/>
    </mc:Choice>
    <mc:Fallback xmlns="">
      <p:transition spd="slow" advTm="14502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2"/>
          <p:cNvSpPr>
            <a:spLocks noGrp="1"/>
          </p:cNvSpPr>
          <p:nvPr>
            <p:ph type="title"/>
          </p:nvPr>
        </p:nvSpPr>
        <p:spPr/>
        <p:txBody>
          <a:bodyPr/>
          <a:lstStyle/>
          <a:p>
            <a:r>
              <a:rPr lang="en-US" dirty="0"/>
              <a:t>Table 6.1</a:t>
            </a:r>
            <a:br>
              <a:rPr lang="en-US" dirty="0"/>
            </a:br>
            <a:r>
              <a:rPr lang="en-US" dirty="0"/>
              <a:t>AES Parameters</a:t>
            </a:r>
          </a:p>
        </p:txBody>
      </p:sp>
      <p:pic>
        <p:nvPicPr>
          <p:cNvPr id="43011" name="Picture 3" descr="Table displaying three columns labeled &quot;4/16/128,&quot; &quot;6/24/192,&quot; and &quot;8/32/256,&quot; with corresponding rows of numerical data including values such as 10, 12, 14, and totals like 44/176, 52/208, and 60/240. The table highlights comparisons of data sets across different categories, with consistent labeling and structured layout for easy analysis of trends and totals."/>
          <p:cNvPicPr>
            <a:picLocks noChangeAspect="1"/>
          </p:cNvPicPr>
          <p:nvPr/>
        </p:nvPicPr>
        <p:blipFill>
          <a:blip r:embed="rId3"/>
          <a:srcRect/>
          <a:stretch>
            <a:fillRect/>
          </a:stretch>
        </p:blipFill>
        <p:spPr bwMode="auto">
          <a:xfrm>
            <a:off x="114723" y="2656855"/>
            <a:ext cx="11962553" cy="2896840"/>
          </a:xfrm>
          <a:prstGeom prst="rect">
            <a:avLst/>
          </a:prstGeom>
          <a:noFill/>
          <a:ln w="9525">
            <a:noFill/>
            <a:miter lim="800000"/>
            <a:headEnd/>
            <a:tailEnd/>
          </a:ln>
        </p:spPr>
      </p:pic>
    </p:spTree>
  </p:cSld>
  <p:clrMapOvr>
    <a:masterClrMapping/>
  </p:clrMapOvr>
  <p:transition advTm="226026">
    <p:dissolve/>
  </p:transition>
  <p:extLst>
    <p:ext uri="{3A86A75C-4F4B-4683-9AE1-C65F6400EC91}">
      <p14:laserTraceLst xmlns:p14="http://schemas.microsoft.com/office/powerpoint/2010/main">
        <p14:tracePtLst>
          <p14:tracePt t="12972" x="1919288" y="4286250"/>
          <p14:tracePt t="13100" x="3128963" y="6530975"/>
          <p14:tracePt t="13109" x="3095625" y="6334125"/>
          <p14:tracePt t="13121" x="3033713" y="5980113"/>
          <p14:tracePt t="13131" x="2959100" y="5578475"/>
          <p14:tracePt t="13143" x="2871788" y="5205413"/>
          <p14:tracePt t="13155" x="2782888" y="4938713"/>
          <p14:tracePt t="13165" x="2667000" y="4625975"/>
          <p14:tracePt t="13176" x="2544763" y="4360863"/>
          <p14:tracePt t="13188" x="2443163" y="4224338"/>
          <p14:tracePt t="13199" x="2319338" y="4102100"/>
          <p14:tracePt t="13210" x="2190750" y="4000500"/>
          <p14:tracePt t="13222" x="2068513" y="3946525"/>
          <p14:tracePt t="13233" x="1993900" y="3925888"/>
          <p14:tracePt t="13244" x="1919288" y="3898900"/>
          <p14:tracePt t="13255" x="1843088" y="3884613"/>
          <p14:tracePt t="13267" x="1789113" y="3871913"/>
          <p14:tracePt t="13279" x="1768475" y="3871913"/>
          <p14:tracePt t="13289" x="1741488" y="3871913"/>
          <p14:tracePt t="13300" x="1714500" y="3871913"/>
          <p14:tracePt t="13311" x="1693863" y="3884613"/>
          <p14:tracePt t="13322" x="1666875" y="3898900"/>
          <p14:tracePt t="13335" x="1639888" y="3925888"/>
          <p14:tracePt t="13346" x="1625600" y="3938588"/>
          <p14:tracePt t="13356" x="1619250" y="3946525"/>
          <p14:tracePt t="13390" x="1604963" y="3946525"/>
          <p14:tracePt t="13412" x="1592263" y="3959225"/>
          <p14:tracePt t="13424" x="1577975" y="3959225"/>
          <p14:tracePt t="13435" x="1544638" y="3959225"/>
          <p14:tracePt t="13603" x="1530350" y="3959225"/>
          <p14:tracePt t="13615" x="1592263" y="3959225"/>
          <p14:tracePt t="13626" x="1755775" y="4000500"/>
          <p14:tracePt t="13638" x="1830388" y="4000500"/>
          <p14:tracePt t="13648" x="1919288" y="4000500"/>
          <p14:tracePt t="13660" x="1979613" y="4000500"/>
          <p14:tracePt t="13671" x="2054225" y="4000500"/>
          <p14:tracePt t="13683" x="2116138" y="3986213"/>
          <p14:tracePt t="13694" x="2143125" y="3959225"/>
          <p14:tracePt t="13705" x="2170113" y="3938588"/>
          <p14:tracePt t="13716" x="2170113" y="3911600"/>
          <p14:tracePt t="13727" x="2170113" y="3884613"/>
          <p14:tracePt t="13739" x="2157413" y="3871913"/>
          <p14:tracePt t="13750" x="2143125" y="3851275"/>
          <p14:tracePt t="13761" x="2095500" y="3824288"/>
          <p14:tracePt t="13772" x="2054225" y="3810000"/>
          <p14:tracePt t="13784" x="1993900" y="3795713"/>
          <p14:tracePt t="13795" x="1905000" y="3789363"/>
          <p14:tracePt t="13809" x="1843088" y="3789363"/>
          <p14:tracePt t="13818" x="1755775" y="3789363"/>
          <p14:tracePt t="13829" x="1693863" y="3789363"/>
          <p14:tracePt t="13841" x="1592263" y="3789363"/>
          <p14:tracePt t="13851" x="1530350" y="3789363"/>
          <p14:tracePt t="13862" x="1443038" y="3789363"/>
          <p14:tracePt t="13874" x="1354138" y="3789363"/>
          <p14:tracePt t="13885" x="1292225" y="3789363"/>
          <p14:tracePt t="13896" x="1223963" y="3789363"/>
          <p14:tracePt t="13908" x="1190625" y="3795713"/>
          <p14:tracePt t="13918" x="1163638" y="3795713"/>
          <p14:tracePt t="13930" x="1163638" y="3810000"/>
          <p14:tracePt t="13941" x="1149350" y="3824288"/>
          <p14:tracePt t="13952" x="1163638" y="3851275"/>
          <p14:tracePt t="13963" x="1163638" y="3863975"/>
          <p14:tracePt t="13975" x="1176338" y="3884613"/>
          <p14:tracePt t="13986" x="1217613" y="3911600"/>
          <p14:tracePt t="13997" x="1252538" y="3925888"/>
          <p14:tracePt t="14009" x="1292225" y="3946525"/>
          <p14:tracePt t="14020" x="1354138" y="3973513"/>
          <p14:tracePt t="14031" x="1443038" y="3986213"/>
          <p14:tracePt t="14042" x="1530350" y="4000500"/>
          <p14:tracePt t="14054" x="1639888" y="4014788"/>
          <p14:tracePt t="14065" x="1768475" y="4014788"/>
          <p14:tracePt t="14076" x="1919288" y="4014788"/>
          <p14:tracePt t="14087" x="2020888" y="4014788"/>
          <p14:tracePt t="14099" x="2143125" y="4000500"/>
          <p14:tracePt t="14132" x="2265363" y="3973513"/>
          <p14:tracePt t="14135" x="2381250" y="3959225"/>
          <p14:tracePt t="14144" x="2443163" y="3938588"/>
          <p14:tracePt t="14148" x="2503488" y="3911600"/>
          <p14:tracePt t="14155" x="2544763" y="3884613"/>
          <p14:tracePt t="14166" x="2571750" y="3871913"/>
          <p14:tracePt t="14177" x="2571750" y="3863975"/>
          <p14:tracePt t="14189" x="2571750" y="3836988"/>
          <p14:tracePt t="14200" x="2544763" y="3824288"/>
          <p14:tracePt t="14211" x="2517775" y="3810000"/>
          <p14:tracePt t="14225" x="2470150" y="3795713"/>
          <p14:tracePt t="14234" x="2381250" y="3789363"/>
          <p14:tracePt t="14245" x="2292350" y="3789363"/>
          <p14:tracePt t="14257" x="2217738" y="3789363"/>
          <p14:tracePt t="14267" x="2101850" y="3789363"/>
          <p14:tracePt t="14278" x="1979613" y="3795713"/>
          <p14:tracePt t="14291" x="1878013" y="3810000"/>
          <p14:tracePt t="14301" x="1830388" y="3824288"/>
          <p14:tracePt t="14312" x="1782763" y="3836988"/>
          <p14:tracePt t="14324" x="1755775" y="3851275"/>
          <p14:tracePt t="14335" x="1741488" y="3871913"/>
          <p14:tracePt t="14346" x="1741488" y="3884613"/>
          <p14:tracePt t="14357" x="1741488" y="3898900"/>
          <p14:tracePt t="14368" x="1768475" y="3911600"/>
          <p14:tracePt t="14380" x="1789113" y="3925888"/>
          <p14:tracePt t="14391" x="1857375" y="3938588"/>
          <p14:tracePt t="14402" x="1931988" y="3959225"/>
          <p14:tracePt t="14413" x="2020888" y="3959225"/>
          <p14:tracePt t="14425" x="2081213" y="3959225"/>
          <p14:tracePt t="14436" x="2143125" y="3959225"/>
          <p14:tracePt t="14447" x="2176463" y="3959225"/>
          <p14:tracePt t="14459" x="2190750" y="3959225"/>
          <p14:tracePt t="14706" x="2190750" y="3946525"/>
          <p14:tracePt t="14740" x="2190750" y="3938588"/>
          <p14:tracePt t="21639" x="2205038" y="3938588"/>
          <p14:tracePt t="21653" x="2292350" y="3938588"/>
          <p14:tracePt t="21661" x="2414588" y="3938588"/>
          <p14:tracePt t="21671" x="2619375" y="3946525"/>
          <p14:tracePt t="21681" x="2755900" y="3946525"/>
          <p14:tracePt t="21692" x="2979738" y="3959225"/>
          <p14:tracePt t="21704" x="3184525" y="3959225"/>
          <p14:tracePt t="21715" x="3292475" y="3959225"/>
          <p14:tracePt t="21726" x="3435350" y="3959225"/>
          <p14:tracePt t="21737" x="3509963" y="3959225"/>
          <p14:tracePt t="21749" x="3605213" y="3959225"/>
          <p14:tracePt t="21760" x="3694113" y="3959225"/>
          <p14:tracePt t="21771" x="3748088" y="3959225"/>
          <p14:tracePt t="21782" x="3824288" y="3959225"/>
          <p14:tracePt t="21794" x="3871913" y="3959225"/>
          <p14:tracePt t="21805" x="3919538" y="3959225"/>
          <p14:tracePt t="21816" x="3986213" y="3959225"/>
          <p14:tracePt t="21827" x="4021138" y="3959225"/>
          <p14:tracePt t="21839" x="4081463" y="3959225"/>
          <p14:tracePt t="21851" x="4110038" y="3959225"/>
          <p14:tracePt t="21861" x="4157663" y="3959225"/>
          <p14:tracePt t="21872" x="4184650" y="3959225"/>
          <p14:tracePt t="21884" x="4211638" y="3959225"/>
          <p14:tracePt t="21895" x="4244975" y="3959225"/>
          <p14:tracePt t="21906" x="4271963" y="3973513"/>
          <p14:tracePt t="21918" x="4319588" y="3973513"/>
          <p14:tracePt t="21929" x="4348163" y="3986213"/>
          <p14:tracePt t="21940" x="4395788" y="3986213"/>
          <p14:tracePt t="21951" x="4449763" y="3986213"/>
          <p14:tracePt t="21962" x="4470400" y="3986213"/>
          <p14:tracePt t="21974" x="4524375" y="4000500"/>
          <p14:tracePt t="21985" x="4551363" y="4000500"/>
          <p14:tracePt t="21996" x="4572000" y="4000500"/>
          <p14:tracePt t="22007" x="4572000" y="3986213"/>
          <p14:tracePt t="22020" x="4586288" y="3986213"/>
          <p14:tracePt t="22030" x="4572000" y="3973513"/>
          <p14:tracePt t="22041" x="4538663" y="3959225"/>
          <p14:tracePt t="22243" x="4551363" y="3973513"/>
          <p14:tracePt t="22266" x="4557713" y="3973513"/>
          <p14:tracePt t="22277" x="4572000" y="3973513"/>
          <p14:tracePt t="22289" x="4598988" y="3973513"/>
          <p14:tracePt t="22300" x="4625975" y="3973513"/>
          <p14:tracePt t="22311" x="4646613" y="3973513"/>
          <p14:tracePt t="22323" x="4673600" y="3973513"/>
          <p14:tracePt t="22334" x="4700588" y="3973513"/>
          <p14:tracePt t="22345" x="4708525" y="3973513"/>
          <p14:tracePt t="22357" x="4721225" y="3973513"/>
          <p14:tracePt t="22401" x="4708525" y="3973513"/>
          <p14:tracePt t="22412" x="4660900" y="3959225"/>
          <p14:tracePt t="22424" x="4557713" y="3946525"/>
          <p14:tracePt t="22435" x="4395788" y="3938588"/>
          <p14:tracePt t="22446" x="4259263" y="3911600"/>
          <p14:tracePt t="22457" x="4006850" y="3871913"/>
          <p14:tracePt t="22469" x="3721100" y="3810000"/>
          <p14:tracePt t="22480" x="3408363" y="3748088"/>
          <p14:tracePt t="22491" x="3170238" y="3700463"/>
          <p14:tracePt t="22525" x="2816225" y="3625850"/>
          <p14:tracePt t="22528" x="2544763" y="3586163"/>
          <p14:tracePt t="22537" x="2354263" y="3551238"/>
          <p14:tracePt t="22542" x="2259013" y="3551238"/>
          <p14:tracePt t="22556" x="2176463" y="3551238"/>
          <p14:tracePt t="22560" x="2116138" y="3557588"/>
          <p14:tracePt t="22572" x="2081213" y="3571875"/>
          <p14:tracePt t="22581" x="2041525" y="3586163"/>
          <p14:tracePt t="22592" x="2020888" y="3613150"/>
          <p14:tracePt t="22604" x="1993900" y="3633788"/>
          <p14:tracePt t="22615" x="1979613" y="3660775"/>
          <p14:tracePt t="22626" x="1966913" y="3687763"/>
          <p14:tracePt t="22637" x="1966913" y="3700463"/>
          <p14:tracePt t="22649" x="1966913" y="3708400"/>
          <p14:tracePt t="22693" x="1979613" y="3708400"/>
          <p14:tracePt t="22705" x="1993900" y="3687763"/>
          <p14:tracePt t="22716" x="2020888" y="3646488"/>
          <p14:tracePt t="22727" x="2041525" y="3586163"/>
          <p14:tracePt t="22739" x="2054225" y="3524250"/>
          <p14:tracePt t="22750" x="2068513" y="3408363"/>
          <p14:tracePt t="22761" x="2054225" y="3286125"/>
          <p14:tracePt t="22772" x="2041525" y="3136900"/>
          <p14:tracePt t="22784" x="2006600" y="3021013"/>
          <p14:tracePt t="22795" x="1952625" y="2911475"/>
          <p14:tracePt t="22806" x="1919288" y="2830513"/>
          <p14:tracePt t="22817" x="1878013" y="2782888"/>
          <p14:tracePt t="22829" x="1863725" y="2755900"/>
          <p14:tracePt t="22840" x="1843088" y="2747963"/>
          <p14:tracePt t="22851" x="1816100" y="2747963"/>
          <p14:tracePt t="22862" x="1803400" y="2747963"/>
          <p14:tracePt t="22875" x="1789113" y="2747963"/>
          <p14:tracePt t="22885" x="1755775" y="2747963"/>
          <p14:tracePt t="22896" x="1728788" y="2755900"/>
          <p14:tracePt t="22909" x="1693863" y="2768600"/>
          <p14:tracePt t="22919" x="1639888" y="2795588"/>
          <p14:tracePt t="22930" x="1577975" y="2830513"/>
          <p14:tracePt t="22942" x="1517650" y="2884488"/>
          <p14:tracePt t="22952" x="1462088" y="2919413"/>
          <p14:tracePt t="22964" x="1428750" y="2959100"/>
          <p14:tracePt t="22975" x="1401763" y="2994025"/>
          <p14:tracePt t="22986" x="1401763" y="3033713"/>
          <p14:tracePt t="22997" x="1401763" y="3048000"/>
          <p14:tracePt t="23020" x="1414463" y="3048000"/>
          <p14:tracePt t="23031" x="1443038" y="3048000"/>
          <p14:tracePt t="23042" x="1462088" y="3048000"/>
          <p14:tracePt t="23054" x="1490663" y="3033713"/>
          <p14:tracePt t="23065" x="1503363" y="3006725"/>
          <p14:tracePt t="23076" x="1503363" y="2994025"/>
          <p14:tracePt t="23087" x="1503363" y="2959100"/>
          <p14:tracePt t="23099" x="1443038" y="2898775"/>
          <p14:tracePt t="23110" x="1312863" y="2824163"/>
          <p14:tracePt t="23121" x="1190625" y="2782888"/>
          <p14:tracePt t="23132" x="1054100" y="2747963"/>
          <p14:tracePt t="23144" x="938213" y="2747963"/>
          <p14:tracePt t="23155" x="830263" y="2768600"/>
          <p14:tracePt t="23166" x="741363" y="2782888"/>
          <p14:tracePt t="23177" x="652463" y="2824163"/>
          <p14:tracePt t="23189" x="592138" y="2871788"/>
          <p14:tracePt t="23200" x="565150" y="2911475"/>
          <p14:tracePt t="23211" x="565150" y="2932113"/>
          <p14:tracePt t="23222" x="577850" y="2959100"/>
          <p14:tracePt t="23234" x="592138" y="2986088"/>
          <p14:tracePt t="23245" x="625475" y="2994025"/>
          <p14:tracePt t="23256" x="687388" y="3006725"/>
          <p14:tracePt t="23267" x="803275" y="3006725"/>
          <p14:tracePt t="23279" x="925513" y="2994025"/>
          <p14:tracePt t="23290" x="1014413" y="2973388"/>
          <p14:tracePt t="23301" x="1101725" y="2932113"/>
          <p14:tracePt t="23312" x="1149350" y="2898775"/>
          <p14:tracePt t="23324" x="1176338" y="2857500"/>
          <p14:tracePt t="23335" x="1176338" y="2843213"/>
          <p14:tracePt t="23346" x="1163638" y="2824163"/>
          <p14:tracePt t="23358" x="1143000" y="2795588"/>
          <p14:tracePt t="23369" x="1089025" y="2782888"/>
          <p14:tracePt t="23380" x="1027113" y="2768600"/>
          <p14:tracePt t="23392" x="952500" y="2768600"/>
          <p14:tracePt t="23402" x="850900" y="2782888"/>
          <p14:tracePt t="23413" x="776288" y="2809875"/>
          <p14:tracePt t="23425" x="687388" y="2830513"/>
          <p14:tracePt t="23436" x="625475" y="2871788"/>
          <p14:tracePt t="23447" x="598488" y="2911475"/>
          <p14:tracePt t="23459" x="592138" y="2932113"/>
          <p14:tracePt t="23470" x="592138" y="2959100"/>
          <p14:tracePt t="23481" x="598488" y="2986088"/>
          <p14:tracePt t="23494" x="639763" y="2994025"/>
          <p14:tracePt t="23503" x="673100" y="2994025"/>
          <p14:tracePt t="23515" x="776288" y="3006725"/>
          <p14:tracePt t="23526" x="904875" y="2994025"/>
          <p14:tracePt t="23537" x="1027113" y="2973388"/>
          <p14:tracePt t="23571" x="1101725" y="2932113"/>
          <p14:tracePt t="23576" x="1176338" y="2898775"/>
          <p14:tracePt t="23583" x="1217613" y="2857500"/>
          <p14:tracePt t="23589" x="1223963" y="2830513"/>
          <p14:tracePt t="23594" x="1217613" y="2809875"/>
          <p14:tracePt t="23606" x="1204913" y="2782888"/>
          <p14:tracePt t="23617" x="1163638" y="2768600"/>
          <p14:tracePt t="23627" x="1128713" y="2768600"/>
          <p14:tracePt t="23639" x="1068388" y="2768600"/>
          <p14:tracePt t="23650" x="1027113" y="2782888"/>
          <p14:tracePt t="23661" x="985838" y="2795588"/>
          <p14:tracePt t="23672" x="979488" y="2809875"/>
          <p14:tracePt t="23695" x="979488" y="2824163"/>
          <p14:tracePt t="23706" x="985838" y="2824163"/>
          <p14:tracePt t="23717" x="1014413" y="2830513"/>
          <p14:tracePt t="23729" x="1089025" y="2830513"/>
          <p14:tracePt t="23740" x="1238250" y="2830513"/>
          <p14:tracePt t="23751" x="1401763" y="2843213"/>
          <p14:tracePt t="23762" x="1700213" y="2857500"/>
          <p14:tracePt t="23774" x="2068513" y="2871788"/>
          <p14:tracePt t="23785" x="2455863" y="2898775"/>
          <p14:tracePt t="23796" x="2741613" y="2932113"/>
          <p14:tracePt t="23808" x="3095625" y="2986088"/>
          <p14:tracePt t="23818" x="3395663" y="3062288"/>
          <p14:tracePt t="23830" x="3660775" y="3136900"/>
          <p14:tracePt t="23842" x="3824288" y="3197225"/>
          <p14:tracePt t="23852" x="4006850" y="3300413"/>
          <p14:tracePt t="23863" x="4170363" y="3395663"/>
          <p14:tracePt t="23875" x="4300538" y="3482975"/>
          <p14:tracePt t="23886" x="4375150" y="3551238"/>
          <p14:tracePt t="23897" x="4449763" y="3625850"/>
          <p14:tracePt t="23909" x="4524375" y="3673475"/>
          <p14:tracePt t="23920" x="4586288" y="3700463"/>
          <p14:tracePt t="23931" x="4646613" y="3735388"/>
          <p14:tracePt t="23942" x="4708525" y="3762375"/>
          <p14:tracePt t="23954" x="4762500" y="3776663"/>
          <p14:tracePt t="23965" x="4776788" y="3776663"/>
          <p14:tracePt t="23987" x="4762500" y="3776663"/>
          <p14:tracePt t="24156" x="4837113" y="3795713"/>
          <p14:tracePt t="24169" x="5048250" y="3836988"/>
          <p14:tracePt t="24180" x="5224463" y="3871913"/>
          <p14:tracePt t="24190" x="5449888" y="3925888"/>
          <p14:tracePt t="24201" x="5688013" y="3959225"/>
          <p14:tracePt t="24212" x="5953125" y="4014788"/>
          <p14:tracePt t="24224" x="6129338" y="4033838"/>
          <p14:tracePt t="24235" x="6327775" y="4048125"/>
          <p14:tracePt t="24246" x="6491288" y="4062413"/>
          <p14:tracePt t="24257" x="6626225" y="4062413"/>
          <p14:tracePt t="24269" x="6715125" y="4048125"/>
          <p14:tracePt t="24280" x="6804025" y="4048125"/>
          <p14:tracePt t="24291" x="6878638" y="4033838"/>
          <p14:tracePt t="24302" x="6926263" y="4033838"/>
          <p14:tracePt t="24314" x="6953250" y="4027488"/>
          <p14:tracePt t="24325" x="6967538" y="4027488"/>
          <p14:tracePt t="24336" x="6967538" y="4014788"/>
          <p14:tracePt t="24358" x="6967538" y="4000500"/>
          <p14:tracePt t="24370" x="6953250" y="4000500"/>
          <p14:tracePt t="24381" x="6953250" y="3986213"/>
          <p14:tracePt t="24392" x="6938963" y="3973513"/>
          <p14:tracePt t="24403" x="6926263" y="3959225"/>
          <p14:tracePt t="24415" x="6919913" y="3946525"/>
          <p14:tracePt t="24426" x="6905625" y="3938588"/>
          <p14:tracePt t="24437" x="6891338" y="3925888"/>
          <p14:tracePt t="24449" x="6878638" y="3911600"/>
          <p14:tracePt t="24461" x="6864350" y="3884613"/>
          <p14:tracePt t="24471" x="6851650" y="3871913"/>
          <p14:tracePt t="24482" x="6831013" y="3863975"/>
          <p14:tracePt t="24494" x="6804025" y="3851275"/>
          <p14:tracePt t="24505" x="6777038" y="3836988"/>
          <p14:tracePt t="24516" x="6742113" y="3836988"/>
          <p14:tracePt t="24528" x="6715125" y="3836988"/>
          <p14:tracePt t="24539" x="6681788" y="3824288"/>
          <p14:tracePt t="24550" x="6640513" y="3836988"/>
          <p14:tracePt t="24561" x="6605588" y="3836988"/>
          <p14:tracePt t="24572" x="6551613" y="3851275"/>
          <p14:tracePt t="24583" x="6503988" y="3871913"/>
          <p14:tracePt t="24606" x="6450013" y="3898900"/>
          <p14:tracePt t="24617" x="6429375" y="3925888"/>
          <p14:tracePt t="24620" x="6402388" y="3938588"/>
          <p14:tracePt t="24629" x="6402388" y="3959225"/>
          <p14:tracePt t="24641" x="6388100" y="3973513"/>
          <p14:tracePt t="24652" x="6402388" y="3986213"/>
          <p14:tracePt t="24662" x="6415088" y="4014788"/>
          <p14:tracePt t="24673" x="6429375" y="4027488"/>
          <p14:tracePt t="24685" x="6462713" y="4033838"/>
          <p14:tracePt t="24696" x="6491288" y="4033838"/>
          <p14:tracePt t="24707" x="6530975" y="4033838"/>
          <p14:tracePt t="24718" x="6565900" y="4033838"/>
          <p14:tracePt t="24730" x="6605588" y="4033838"/>
          <p14:tracePt t="24743" x="6640513" y="4033838"/>
          <p14:tracePt t="24752" x="6681788" y="4027488"/>
          <p14:tracePt t="24764" x="6700838" y="4014788"/>
          <p14:tracePt t="24775" x="6715125" y="4000500"/>
          <p14:tracePt t="24786" x="6715125" y="3986213"/>
          <p14:tracePt t="24797" x="6715125" y="3959225"/>
          <p14:tracePt t="24809" x="6700838" y="3938588"/>
          <p14:tracePt t="24820" x="6688138" y="3898900"/>
          <p14:tracePt t="24831" x="6653213" y="3871913"/>
          <p14:tracePt t="24842" x="6613525" y="3851275"/>
          <p14:tracePt t="24853" x="6578600" y="3824288"/>
          <p14:tracePt t="24865" x="6551613" y="3824288"/>
          <p14:tracePt t="24876" x="6518275" y="3810000"/>
          <p14:tracePt t="24887" x="6491288" y="3810000"/>
          <p14:tracePt t="24898" x="6462713" y="3810000"/>
          <p14:tracePt t="24910" x="6443663" y="3810000"/>
          <p14:tracePt t="24921" x="6415088" y="3810000"/>
          <p14:tracePt t="24932" x="6402388" y="3824288"/>
          <p14:tracePt t="24945" x="6388100" y="3824288"/>
          <p14:tracePt t="24955" x="6375400" y="3836988"/>
          <p14:tracePt t="24966" x="6354763" y="3863975"/>
          <p14:tracePt t="24978" x="6354763" y="3871913"/>
          <p14:tracePt t="24989" x="6340475" y="3898900"/>
          <p14:tracePt t="25000" x="6327775" y="3911600"/>
          <p14:tracePt t="25011" x="6327775" y="3925888"/>
          <p14:tracePt t="25022" x="6327775" y="3938588"/>
          <p14:tracePt t="25033" x="6327775" y="3946525"/>
          <p14:tracePt t="25056" x="6340475" y="3959225"/>
          <p14:tracePt t="25078" x="6354763" y="3973513"/>
          <p14:tracePt t="25090" x="6375400" y="3973513"/>
          <p14:tracePt t="25112" x="6415088" y="3986213"/>
          <p14:tracePt t="25115" x="6443663" y="3986213"/>
          <p14:tracePt t="25124" x="6462713" y="3986213"/>
          <p14:tracePt t="25136" x="6503988" y="3986213"/>
          <p14:tracePt t="25146" x="6530975" y="3973513"/>
          <p14:tracePt t="25157" x="6551613" y="3973513"/>
          <p14:tracePt t="25169" x="6578600" y="3973513"/>
          <p14:tracePt t="25180" x="6605588" y="3959225"/>
          <p14:tracePt t="25191" x="6605588" y="3946525"/>
          <p14:tracePt t="25202" x="6613525" y="3938588"/>
          <p14:tracePt t="25214" x="6626225" y="3925888"/>
          <p14:tracePt t="25225" x="6626225" y="3898900"/>
          <p14:tracePt t="25236" x="6626225" y="3884613"/>
          <p14:tracePt t="25247" x="6613525" y="3863975"/>
          <p14:tracePt t="25259" x="6605588" y="3836988"/>
          <p14:tracePt t="25270" x="6592888" y="3824288"/>
          <p14:tracePt t="25281" x="6578600" y="3810000"/>
          <p14:tracePt t="25292" x="6538913" y="3810000"/>
          <p14:tracePt t="25303" x="6518275" y="3795713"/>
          <p14:tracePt t="25315" x="6477000" y="3795713"/>
          <p14:tracePt t="25326" x="6450013" y="3795713"/>
          <p14:tracePt t="25337" x="6429375" y="3795713"/>
          <p14:tracePt t="25348" x="6388100" y="3824288"/>
          <p14:tracePt t="25361" x="6354763" y="3836988"/>
          <p14:tracePt t="25371" x="6300788" y="3871913"/>
          <p14:tracePt t="25382" x="6265863" y="3911600"/>
          <p14:tracePt t="25395" x="6238875" y="3946525"/>
          <p14:tracePt t="25405" x="6211888" y="3959225"/>
          <p14:tracePt t="25416" x="6205538" y="3986213"/>
          <p14:tracePt t="25428" x="6205538" y="4014788"/>
          <p14:tracePt t="25438" x="6205538" y="4027488"/>
          <p14:tracePt t="25450" x="6211888" y="4033838"/>
          <p14:tracePt t="25461" x="6224588" y="4048125"/>
          <p14:tracePt t="25472" x="6238875" y="4048125"/>
          <p14:tracePt t="25484" x="6265863" y="4048125"/>
          <p14:tracePt t="25495" x="6300788" y="4048125"/>
          <p14:tracePt t="25506" x="6340475" y="4048125"/>
          <p14:tracePt t="25517" x="6388100" y="4048125"/>
          <p14:tracePt t="25529" x="6443663" y="4033838"/>
          <p14:tracePt t="25540" x="6491288" y="4027488"/>
          <p14:tracePt t="25551" x="6551613" y="4014788"/>
          <p14:tracePt t="25562" x="6592888" y="4000500"/>
          <p14:tracePt t="25574" x="6613525" y="3986213"/>
          <p14:tracePt t="25585" x="6653213" y="3973513"/>
          <p14:tracePt t="25596" x="6667500" y="3946525"/>
          <p14:tracePt t="25607" x="6681788" y="3938588"/>
          <p14:tracePt t="25619" x="6681788" y="3925888"/>
          <p14:tracePt t="25630" x="6681788" y="3911600"/>
          <p14:tracePt t="25641" x="6681788" y="3898900"/>
          <p14:tracePt t="25663" x="6681788" y="3884613"/>
          <p14:tracePt t="25666" x="6667500" y="3871913"/>
          <p14:tracePt t="25675" x="6653213" y="3851275"/>
          <p14:tracePt t="25687" x="6640513" y="3836988"/>
          <p14:tracePt t="25697" x="6613525" y="3836988"/>
          <p14:tracePt t="25709" x="6605588" y="3824288"/>
          <p14:tracePt t="25720" x="6565900" y="3810000"/>
          <p14:tracePt t="25731" x="6530975" y="3795713"/>
          <p14:tracePt t="25742" x="6503988" y="3795713"/>
          <p14:tracePt t="25753" x="6450013" y="3789363"/>
          <p14:tracePt t="25765" x="6415088" y="3789363"/>
          <p14:tracePt t="25776" x="6388100" y="3789363"/>
          <p14:tracePt t="25787" x="6367463" y="3795713"/>
          <p14:tracePt t="25798" x="6327775" y="3810000"/>
          <p14:tracePt t="25810" x="6292850" y="3836988"/>
          <p14:tracePt t="25821" x="6265863" y="3851275"/>
          <p14:tracePt t="25832" x="6238875" y="3871913"/>
          <p14:tracePt t="25845" x="6224588" y="3898900"/>
          <p14:tracePt t="25855" x="6211888" y="3911600"/>
          <p14:tracePt t="25866" x="6211888" y="3938588"/>
          <p14:tracePt t="25878" x="6224588" y="3959225"/>
          <p14:tracePt t="25888" x="6238875" y="3973513"/>
          <p14:tracePt t="25900" x="6265863" y="4000500"/>
          <p14:tracePt t="25911" x="6280150" y="4014788"/>
          <p14:tracePt t="25922" x="6313488" y="4027488"/>
          <p14:tracePt t="25934" x="6340475" y="4027488"/>
          <p14:tracePt t="25945" x="6388100" y="4033838"/>
          <p14:tracePt t="25956" x="6429375" y="4033838"/>
          <p14:tracePt t="25967" x="6462713" y="4027488"/>
          <p14:tracePt t="25979" x="6530975" y="4027488"/>
          <p14:tracePt t="25990" x="6565900" y="4014788"/>
          <p14:tracePt t="26001" x="6605588" y="3986213"/>
          <p14:tracePt t="26012" x="6626225" y="3959225"/>
          <p14:tracePt t="26023" x="6640513" y="3925888"/>
          <p14:tracePt t="26035" x="6653213" y="3898900"/>
          <p14:tracePt t="26046" x="6640513" y="3863975"/>
          <p14:tracePt t="26057" x="6626225" y="3836988"/>
          <p14:tracePt t="26069" x="6605588" y="3795713"/>
          <p14:tracePt t="26080" x="6578600" y="3789363"/>
          <p14:tracePt t="26091" x="6538913" y="3762375"/>
          <p14:tracePt t="26102" x="6491288" y="3748088"/>
          <p14:tracePt t="26113" x="6450013" y="3748088"/>
          <p14:tracePt t="26125" x="6429375" y="3748088"/>
          <p14:tracePt t="26136" x="6388100" y="3748088"/>
          <p14:tracePt t="26147" x="6354763" y="3748088"/>
          <p14:tracePt t="26158" x="6327775" y="3762375"/>
          <p14:tracePt t="26170" x="6292850" y="3776663"/>
          <p14:tracePt t="26181" x="6265863" y="3795713"/>
          <p14:tracePt t="26192" x="6238875" y="3810000"/>
          <p14:tracePt t="26204" x="6224588" y="3824288"/>
          <p14:tracePt t="26215" x="6211888" y="3851275"/>
          <p14:tracePt t="26226" x="6211888" y="3863975"/>
          <p14:tracePt t="26237" x="6211888" y="3871913"/>
          <p14:tracePt t="26260" x="6211888" y="3884613"/>
          <p14:tracePt t="26271" x="6211888" y="3898900"/>
          <p14:tracePt t="26282" x="6224588" y="3911600"/>
          <p14:tracePt t="26294" x="6238875" y="3925888"/>
          <p14:tracePt t="26305" x="6253163" y="3938588"/>
          <p14:tracePt t="26316" x="6292850" y="3946525"/>
          <p14:tracePt t="26328" x="6300788" y="3959225"/>
          <p14:tracePt t="26339" x="6340475" y="3973513"/>
          <p14:tracePt t="26350" x="6375400" y="3973513"/>
          <p14:tracePt t="26361" x="6415088" y="3973513"/>
          <p14:tracePt t="26372" x="6450013" y="3973513"/>
          <p14:tracePt t="26383" x="6491288" y="3959225"/>
          <p14:tracePt t="26395" x="6530975" y="3946525"/>
          <p14:tracePt t="26406" x="6551613" y="3925888"/>
          <p14:tracePt t="26417" x="6565900" y="3911600"/>
          <p14:tracePt t="26429" x="6578600" y="3871913"/>
          <p14:tracePt t="26440" x="6578600" y="3836988"/>
          <p14:tracePt t="26451" x="6565900" y="3810000"/>
          <p14:tracePt t="26462" x="6551613" y="3789363"/>
          <p14:tracePt t="26474" x="6530975" y="3762375"/>
          <p14:tracePt t="26485" x="6503988" y="3748088"/>
          <p14:tracePt t="26496" x="6462713" y="3735388"/>
          <p14:tracePt t="26507" x="6415088" y="3721100"/>
          <p14:tracePt t="26519" x="6340475" y="3721100"/>
          <p14:tracePt t="26530" x="6280150" y="3735388"/>
          <p14:tracePt t="26541" x="6224588" y="3748088"/>
          <p14:tracePt t="26552" x="6149975" y="3789363"/>
          <p14:tracePt t="26564" x="6102350" y="3824288"/>
          <p14:tracePt t="26575" x="6062663" y="3863975"/>
          <p14:tracePt t="26586" x="6054725" y="3898900"/>
          <p14:tracePt t="26597" x="6042025" y="3938588"/>
          <p14:tracePt t="26609" x="6042025" y="3973513"/>
          <p14:tracePt t="26620" x="6054725" y="4000500"/>
          <p14:tracePt t="26631" x="6075363" y="4027488"/>
          <p14:tracePt t="26642" x="6116638" y="4048125"/>
          <p14:tracePt t="26653" x="6164263" y="4075113"/>
          <p14:tracePt t="26665" x="6211888" y="4089400"/>
          <p14:tracePt t="26676" x="6280150" y="4089400"/>
          <p14:tracePt t="26687" x="6354763" y="4089400"/>
          <p14:tracePt t="26710" x="6429375" y="4089400"/>
          <p14:tracePt t="26712" x="6477000" y="4075113"/>
          <p14:tracePt t="26722" x="6551613" y="4048125"/>
          <p14:tracePt t="26733" x="6613525" y="4027488"/>
          <p14:tracePt t="26745" x="6640513" y="4000500"/>
          <p14:tracePt t="26755" x="6681788" y="3959225"/>
          <p14:tracePt t="26766" x="6688138" y="3925888"/>
          <p14:tracePt t="26778" x="6688138" y="3898900"/>
          <p14:tracePt t="26789" x="6688138" y="3871913"/>
          <p14:tracePt t="26800" x="6681788" y="3851275"/>
          <p14:tracePt t="26811" x="6653213" y="3824288"/>
          <p14:tracePt t="26822" x="6613525" y="3795713"/>
          <p14:tracePt t="26833" x="6592888" y="3789363"/>
          <p14:tracePt t="26845" x="6538913" y="3776663"/>
          <p14:tracePt t="26856" x="6503988" y="3762375"/>
          <p14:tracePt t="26867" x="6450013" y="3762375"/>
          <p14:tracePt t="26879" x="6415088" y="3762375"/>
          <p14:tracePt t="26890" x="6367463" y="3762375"/>
          <p14:tracePt t="26901" x="6327775" y="3776663"/>
          <p14:tracePt t="26912" x="6300788" y="3789363"/>
          <p14:tracePt t="26923" x="6265863" y="3795713"/>
          <p14:tracePt t="26935" x="6253163" y="3824288"/>
          <p14:tracePt t="26946" x="6224588" y="3851275"/>
          <p14:tracePt t="26957" x="6211888" y="3871913"/>
          <p14:tracePt t="26969" x="6205538" y="3898900"/>
          <p14:tracePt t="26980" x="6205538" y="3925888"/>
          <p14:tracePt t="26991" x="6211888" y="3959225"/>
          <p14:tracePt t="27002" x="6238875" y="3973513"/>
          <p14:tracePt t="27013" x="6265863" y="4000500"/>
          <p14:tracePt t="27025" x="6313488" y="4027488"/>
          <p14:tracePt t="27036" x="6354763" y="4033838"/>
          <p14:tracePt t="27047" x="6402388" y="4033838"/>
          <p14:tracePt t="27059" x="6462713" y="4048125"/>
          <p14:tracePt t="27070" x="6518275" y="4048125"/>
          <p14:tracePt t="27081" x="6551613" y="4048125"/>
          <p14:tracePt t="27092" x="6605588" y="4048125"/>
          <p14:tracePt t="27104" x="6653213" y="4033838"/>
          <p14:tracePt t="27115" x="6688138" y="4027488"/>
          <p14:tracePt t="27126" x="6715125" y="4014788"/>
          <p14:tracePt t="27137" x="6729413" y="4000500"/>
          <p14:tracePt t="27148" x="6756400" y="3973513"/>
          <p14:tracePt t="27160" x="6756400" y="3938588"/>
          <p14:tracePt t="27171" x="6769100" y="3911600"/>
          <p14:tracePt t="27182" x="6769100" y="3884613"/>
          <p14:tracePt t="27194" x="6756400" y="3863975"/>
          <p14:tracePt t="27205" x="6756400" y="3836988"/>
          <p14:tracePt t="27216" x="6742113" y="3810000"/>
          <p14:tracePt t="27228" x="6729413" y="3795713"/>
          <p14:tracePt t="27238" x="6715125" y="3776663"/>
          <p14:tracePt t="27250" x="6700838" y="3776663"/>
          <p14:tracePt t="27261" x="6681788" y="3762375"/>
          <p14:tracePt t="27272" x="6667500" y="3762375"/>
          <p14:tracePt t="27283" x="6640513" y="3762375"/>
          <p14:tracePt t="27295" x="6626225" y="3762375"/>
          <p14:tracePt t="27306" x="6605588" y="3762375"/>
          <p14:tracePt t="27317" x="6578600" y="3762375"/>
          <p14:tracePt t="27329" x="6565900" y="3776663"/>
          <p14:tracePt t="27340" x="6538913" y="3776663"/>
          <p14:tracePt t="27351" x="6530975" y="3776663"/>
          <p14:tracePt t="27362" x="6503988" y="3789363"/>
          <p14:tracePt t="27374" x="6491288" y="3795713"/>
          <p14:tracePt t="27385" x="6462713" y="3810000"/>
          <p14:tracePt t="27396" x="6450013" y="3824288"/>
          <p14:tracePt t="27407" x="6443663" y="3836988"/>
          <p14:tracePt t="27419" x="6443663" y="3851275"/>
          <p14:tracePt t="27430" x="6443663" y="3863975"/>
          <p14:tracePt t="27441" x="6443663" y="3871913"/>
          <p14:tracePt t="27453" x="6443663" y="3884613"/>
          <p14:tracePt t="27475" x="6443663" y="3898900"/>
          <p14:tracePt t="27486" x="6450013" y="3898900"/>
          <p14:tracePt t="27497" x="6462713" y="3911600"/>
          <p14:tracePt t="27509" x="6477000" y="3911600"/>
          <p14:tracePt t="27520" x="6491288" y="3911600"/>
          <p14:tracePt t="27531" x="6503988" y="3911600"/>
          <p14:tracePt t="27542" x="6518275" y="3911600"/>
          <p14:tracePt t="27565" x="6530975" y="3911600"/>
          <p14:tracePt t="27913" x="6530975" y="3898900"/>
          <p14:tracePt t="27938" x="6518275" y="3884613"/>
          <p14:tracePt t="27958" x="6503988" y="3871913"/>
          <p14:tracePt t="27970" x="6477000" y="3863975"/>
          <p14:tracePt t="27981" x="6450013" y="3851275"/>
          <p14:tracePt t="27992" x="6429375" y="3836988"/>
          <p14:tracePt t="28004" x="6402388" y="3824288"/>
          <p14:tracePt t="28015" x="6354763" y="3824288"/>
          <p14:tracePt t="28026" x="6292850" y="3824288"/>
          <p14:tracePt t="28363" x="6300788" y="3810000"/>
          <p14:tracePt t="28408" x="6313488" y="3795713"/>
          <p14:tracePt t="28442" x="6313488" y="3789363"/>
          <p14:tracePt t="28453" x="6327775" y="3789363"/>
          <p14:tracePt t="28465" x="6327775" y="3776663"/>
          <p14:tracePt t="28476" x="6327775" y="3748088"/>
          <p14:tracePt t="28487" x="6327775" y="3721100"/>
          <p14:tracePt t="28502" x="6340475" y="3687763"/>
          <p14:tracePt t="28512" x="6340475" y="3660775"/>
          <p14:tracePt t="28521" x="6340475" y="3598863"/>
          <p14:tracePt t="28534" x="6354763" y="3538538"/>
          <p14:tracePt t="28545" x="6354763" y="3462338"/>
          <p14:tracePt t="28556" x="6340475" y="3408363"/>
          <p14:tracePt t="28567" x="6340475" y="3319463"/>
          <p14:tracePt t="28577" x="6327775" y="3259138"/>
          <p14:tracePt t="28589" x="6327775" y="3211513"/>
          <p14:tracePt t="28600" x="6313488" y="3170238"/>
          <p14:tracePt t="28611" x="6313488" y="3136900"/>
          <p14:tracePt t="28622" x="6313488" y="3109913"/>
          <p14:tracePt t="28634" x="6313488" y="3095625"/>
          <p14:tracePt t="28645" x="6313488" y="3081338"/>
          <p14:tracePt t="28656" x="6313488" y="3068638"/>
          <p14:tracePt t="28679" x="6313488" y="3062288"/>
          <p14:tracePt t="28701" x="6300788" y="3062288"/>
          <p14:tracePt t="28712" x="6300788" y="3048000"/>
          <p14:tracePt t="28735" x="6300788" y="3033713"/>
          <p14:tracePt t="28746" x="6292850" y="3021013"/>
          <p14:tracePt t="28759" x="6292850" y="3006725"/>
          <p14:tracePt t="28769" x="6280150" y="2986088"/>
          <p14:tracePt t="28780" x="6265863" y="2946400"/>
          <p14:tracePt t="28814" x="6265863" y="2911475"/>
          <p14:tracePt t="28817" x="6253163" y="2898775"/>
          <p14:tracePt t="28825" x="6253163" y="2871788"/>
          <p14:tracePt t="28827" x="6253163" y="2843213"/>
          <p14:tracePt t="28836" x="6253163" y="2830513"/>
          <p14:tracePt t="28859" x="6253163" y="2824163"/>
          <p14:tracePt t="28892" x="6238875" y="2830513"/>
          <p14:tracePt t="28904" x="6238875" y="2843213"/>
          <p14:tracePt t="28915" x="6224588" y="2857500"/>
          <p14:tracePt t="28927" x="6224588" y="2871788"/>
          <p14:tracePt t="28939" x="6211888" y="2884488"/>
          <p14:tracePt t="28950" x="6191250" y="2919413"/>
          <p14:tracePt t="28960" x="6176963" y="2932113"/>
          <p14:tracePt t="28972" x="6176963" y="2959100"/>
          <p14:tracePt t="28983" x="6164263" y="2973388"/>
          <p14:tracePt t="28994" x="6149975" y="2986088"/>
          <p14:tracePt t="29027" x="6149975" y="2994025"/>
          <p14:tracePt t="29039" x="6164263" y="2994025"/>
          <p14:tracePt t="29061" x="6176963" y="2994025"/>
          <p14:tracePt t="29072" x="6191250" y="2994025"/>
          <p14:tracePt t="29084" x="6211888" y="2986088"/>
          <p14:tracePt t="29095" x="6224588" y="2986088"/>
          <p14:tracePt t="29106" x="6238875" y="2986088"/>
          <p14:tracePt t="29117" x="6253163" y="2986088"/>
          <p14:tracePt t="29140" x="6265863" y="2986088"/>
          <p14:tracePt t="29196" x="6280150" y="2994025"/>
          <p14:tracePt t="29297" x="6265863" y="2994025"/>
          <p14:tracePt t="29309" x="6253163" y="2994025"/>
          <p14:tracePt t="29320" x="6238875" y="2994025"/>
          <p14:tracePt t="29331" x="6224588" y="2994025"/>
          <p14:tracePt t="29343" x="6211888" y="2994025"/>
          <p14:tracePt t="29354" x="6205538" y="3006725"/>
          <p14:tracePt t="29365" x="6191250" y="3006725"/>
          <p14:tracePt t="29398" x="6191250" y="3021013"/>
          <p14:tracePt t="29410" x="6205538" y="3021013"/>
          <p14:tracePt t="29421" x="6224588" y="3033713"/>
          <p14:tracePt t="29432" x="6253163" y="3033713"/>
          <p14:tracePt t="29443" x="6292850" y="3048000"/>
          <p14:tracePt t="29455" x="6313488" y="3048000"/>
          <p14:tracePt t="29466" x="6327775" y="3048000"/>
          <p14:tracePt t="29477" x="6340475" y="3048000"/>
          <p14:tracePt t="29522" x="6327775" y="3033713"/>
          <p14:tracePt t="29533" x="6292850" y="3033713"/>
          <p14:tracePt t="29545" x="6265863" y="3033713"/>
          <p14:tracePt t="29556" x="6238875" y="3021013"/>
          <p14:tracePt t="29567" x="6205538" y="3021013"/>
          <p14:tracePt t="29579" x="6191250" y="3021013"/>
          <p14:tracePt t="29590" x="6176963" y="3021013"/>
          <p14:tracePt t="29623" x="6176963" y="3033713"/>
          <p14:tracePt t="29646" x="6191250" y="3033713"/>
          <p14:tracePt t="29657" x="6211888" y="3033713"/>
          <p14:tracePt t="29669" x="6238875" y="3033713"/>
          <p14:tracePt t="29680" x="6265863" y="3048000"/>
          <p14:tracePt t="29691" x="6300788" y="3048000"/>
          <p14:tracePt t="29702" x="6327775" y="3048000"/>
          <p14:tracePt t="29713" x="6340475" y="3048000"/>
          <p14:tracePt t="29725" x="6340475" y="3033713"/>
          <p14:tracePt t="29770" x="6327775" y="3033713"/>
          <p14:tracePt t="29781" x="6300788" y="3033713"/>
          <p14:tracePt t="29792" x="6280150" y="3033713"/>
          <p14:tracePt t="29804" x="6253163" y="3033713"/>
          <p14:tracePt t="29815" x="6238875" y="3033713"/>
          <p14:tracePt t="29826" x="6224588" y="3048000"/>
          <p14:tracePt t="29882" x="6238875" y="3048000"/>
          <p14:tracePt t="29894" x="6265863" y="3048000"/>
          <p14:tracePt t="29905" x="6292850" y="3048000"/>
          <p14:tracePt t="29916" x="6327775" y="3048000"/>
          <p14:tracePt t="29927" x="6354763" y="3048000"/>
          <p14:tracePt t="29939" x="6367463" y="3048000"/>
          <p14:tracePt t="29983" x="6354763" y="3048000"/>
          <p14:tracePt t="29995" x="6327775" y="3048000"/>
          <p14:tracePt t="30006" x="6292850" y="3048000"/>
          <p14:tracePt t="30017" x="6265863" y="3048000"/>
          <p14:tracePt t="30028" x="6224588" y="3048000"/>
          <p14:tracePt t="30040" x="6205538" y="3048000"/>
          <p14:tracePt t="30051" x="6191250" y="3048000"/>
          <p14:tracePt t="30062" x="6176963" y="3048000"/>
          <p14:tracePt t="30108" x="6191250" y="3048000"/>
          <p14:tracePt t="30118" x="6205538" y="3048000"/>
          <p14:tracePt t="30130" x="6211888" y="3048000"/>
          <p14:tracePt t="30141" x="6224588" y="3048000"/>
          <p14:tracePt t="30152" x="6253163" y="3048000"/>
          <p14:tracePt t="30163" x="6280150" y="3048000"/>
          <p14:tracePt t="30175" x="6300788" y="3048000"/>
          <p14:tracePt t="30186" x="6313488" y="3048000"/>
          <p14:tracePt t="30197" x="6340475" y="3048000"/>
          <p14:tracePt t="30253" x="6313488" y="3048000"/>
          <p14:tracePt t="30265" x="6292850" y="3048000"/>
          <p14:tracePt t="30276" x="6253163" y="3048000"/>
          <p14:tracePt t="30287" x="6205538" y="3062288"/>
          <p14:tracePt t="30299" x="6176963" y="3062288"/>
          <p14:tracePt t="30310" x="6149975" y="3068638"/>
          <p14:tracePt t="30321" x="6137275" y="3068638"/>
          <p14:tracePt t="30332" x="6129338" y="3068638"/>
          <p14:tracePt t="30377" x="6137275" y="3068638"/>
          <p14:tracePt t="30388" x="6164263" y="3068638"/>
          <p14:tracePt t="30400" x="6191250" y="3068638"/>
          <p14:tracePt t="30411" x="6224588" y="3068638"/>
          <p14:tracePt t="30422" x="6253163" y="3068638"/>
          <p14:tracePt t="30434" x="6280150" y="3068638"/>
          <p14:tracePt t="30445" x="6292850" y="3068638"/>
          <p14:tracePt t="30512" x="6280150" y="3068638"/>
          <p14:tracePt t="30523" x="6265863" y="3068638"/>
          <p14:tracePt t="30535" x="6253163" y="3068638"/>
          <p14:tracePt t="30546" x="6253163" y="3081338"/>
          <p14:tracePt t="30624" x="6265863" y="3081338"/>
          <p14:tracePt t="30636" x="6280150" y="3081338"/>
          <p14:tracePt t="30647" x="6300788" y="3081338"/>
          <p14:tracePt t="30658" x="6327775" y="3081338"/>
          <p14:tracePt t="30670" x="6340475" y="3081338"/>
          <p14:tracePt t="30715" x="6327775" y="3081338"/>
          <p14:tracePt t="30726" x="6313488" y="3081338"/>
          <p14:tracePt t="30737" x="6292850" y="3068638"/>
          <p14:tracePt t="30749" x="6265863" y="3068638"/>
          <p14:tracePt t="30760" x="6238875" y="3068638"/>
          <p14:tracePt t="30771" x="6211888" y="3068638"/>
          <p14:tracePt t="30783" x="6205538" y="3068638"/>
          <p14:tracePt t="30850" x="6211888" y="3068638"/>
          <p14:tracePt t="30861" x="6224588" y="3068638"/>
          <p14:tracePt t="30872" x="6238875" y="3068638"/>
          <p14:tracePt t="30906" x="6265863" y="3068638"/>
          <p14:tracePt t="30908" x="6280150" y="3068638"/>
          <p14:tracePt t="30918" x="6292850" y="3068638"/>
          <p14:tracePt t="30931" x="6300788" y="3068638"/>
          <p14:tracePt t="31750" x="6292850" y="3081338"/>
          <p14:tracePt t="31752" x="6280150" y="3081338"/>
          <p14:tracePt t="31761" x="6265863" y="3081338"/>
          <p14:tracePt t="31772" x="6253163" y="3095625"/>
          <p14:tracePt t="31784" x="6238875" y="3095625"/>
          <p14:tracePt t="31806" x="6238875" y="3109913"/>
          <p14:tracePt t="31918" x="6238875" y="3095625"/>
          <p14:tracePt t="32098" x="6253163" y="3095625"/>
          <p14:tracePt t="32121" x="6280150" y="3095625"/>
          <p14:tracePt t="32133" x="6300788" y="3095625"/>
          <p14:tracePt t="32145" x="6327775" y="3095625"/>
          <p14:tracePt t="32155" x="6340475" y="3095625"/>
          <p14:tracePt t="32166" x="6354763" y="3095625"/>
          <p14:tracePt t="32368" x="6367463" y="3095625"/>
          <p14:tracePt t="32380" x="6375400" y="3095625"/>
          <p14:tracePt t="32402" x="6388100" y="3095625"/>
          <p14:tracePt t="32413" x="6402388" y="3095625"/>
          <p14:tracePt t="32425" x="6415088" y="3095625"/>
          <p14:tracePt t="32437" x="6429375" y="3095625"/>
          <p14:tracePt t="32448" x="6443663" y="3095625"/>
          <p14:tracePt t="32459" x="6462713" y="3095625"/>
          <p14:tracePt t="32471" x="6491288" y="3095625"/>
          <p14:tracePt t="32482" x="6518275" y="3095625"/>
          <p14:tracePt t="32492" x="6565900" y="3095625"/>
          <p14:tracePt t="32504" x="6613525" y="3095625"/>
          <p14:tracePt t="32515" x="6681788" y="3095625"/>
          <p14:tracePt t="32526" x="6729413" y="3095625"/>
          <p14:tracePt t="32537" x="6777038" y="3095625"/>
          <p14:tracePt t="32549" x="6804025" y="3095625"/>
          <p14:tracePt t="32560" x="6831013" y="3095625"/>
          <p14:tracePt t="32582" x="6843713" y="3095625"/>
          <p14:tracePt t="32593" x="6851650" y="3081338"/>
          <p14:tracePt t="32616" x="6864350" y="3081338"/>
          <p14:tracePt t="32627" x="6878638" y="3081338"/>
          <p14:tracePt t="32639" x="6905625" y="3081338"/>
          <p14:tracePt t="32650" x="6919913" y="3068638"/>
          <p14:tracePt t="32661" x="6953250" y="3062288"/>
          <p14:tracePt t="32673" x="6980238" y="3062288"/>
          <p14:tracePt t="32684" x="7007225" y="3048000"/>
          <p14:tracePt t="32695" x="7027863" y="3033713"/>
          <p14:tracePt t="32706" x="7054850" y="3021013"/>
          <p14:tracePt t="32717" x="7081838" y="3006725"/>
          <p14:tracePt t="32729" x="7089775" y="2994025"/>
          <p14:tracePt t="32740" x="7089775" y="2986088"/>
          <p14:tracePt t="32751" x="7089775" y="2973388"/>
          <p14:tracePt t="32763" x="7089775" y="2959100"/>
          <p14:tracePt t="32774" x="7089775" y="2946400"/>
          <p14:tracePt t="32785" x="7081838" y="2932113"/>
          <p14:tracePt t="32796" x="7069138" y="2911475"/>
          <p14:tracePt t="32807" x="7042150" y="2898775"/>
          <p14:tracePt t="32819" x="7007225" y="2884488"/>
          <p14:tracePt t="32830" x="6953250" y="2857500"/>
          <p14:tracePt t="32841" x="6878638" y="2843213"/>
          <p14:tracePt t="32853" x="6816725" y="2843213"/>
          <p14:tracePt t="32866" x="6769100" y="2843213"/>
          <p14:tracePt t="32875" x="6715125" y="2857500"/>
          <p14:tracePt t="32886" x="6667500" y="2871788"/>
          <p14:tracePt t="32899" x="6626225" y="2898775"/>
          <p14:tracePt t="32909" x="6592888" y="2932113"/>
          <p14:tracePt t="32920" x="6565900" y="2986088"/>
          <p14:tracePt t="32932" x="6551613" y="3021013"/>
          <p14:tracePt t="32942" x="6551613" y="3062288"/>
          <p14:tracePt t="32954" x="6565900" y="3095625"/>
          <p14:tracePt t="32965" x="6592888" y="3122613"/>
          <p14:tracePt t="32976" x="6626225" y="3149600"/>
          <p14:tracePt t="33010" x="6667500" y="3170238"/>
          <p14:tracePt t="33012" x="6715125" y="3184525"/>
          <p14:tracePt t="33022" x="6789738" y="3184525"/>
          <p14:tracePt t="33025" x="6843713" y="3184525"/>
          <p14:tracePt t="33033" x="6919913" y="3170238"/>
          <p14:tracePt t="33044" x="6967538" y="3149600"/>
          <p14:tracePt t="33055" x="7015163" y="3109913"/>
          <p14:tracePt t="33066" x="7027863" y="3095625"/>
          <p14:tracePt t="33077" x="7054850" y="3062288"/>
          <p14:tracePt t="33089" x="7054850" y="3033713"/>
          <p14:tracePt t="33100" x="7042150" y="2994025"/>
          <p14:tracePt t="33111" x="7042150" y="2973388"/>
          <p14:tracePt t="33122" x="7015163" y="2932113"/>
          <p14:tracePt t="33134" x="6994525" y="2898775"/>
          <p14:tracePt t="33145" x="6953250" y="2884488"/>
          <p14:tracePt t="33156" x="6926263" y="2871788"/>
          <p14:tracePt t="33167" x="6878638" y="2871788"/>
          <p14:tracePt t="33179" x="6831013" y="2857500"/>
          <p14:tracePt t="33190" x="6789738" y="2871788"/>
          <p14:tracePt t="33201" x="6729413" y="2871788"/>
          <p14:tracePt t="33212" x="6681788" y="2898775"/>
          <p14:tracePt t="33224" x="6640513" y="2919413"/>
          <p14:tracePt t="33235" x="6613525" y="2946400"/>
          <p14:tracePt t="33246" x="6592888" y="2986088"/>
          <p14:tracePt t="33257" x="6578600" y="3021013"/>
          <p14:tracePt t="33269" x="6578600" y="3048000"/>
          <p14:tracePt t="33280" x="6592888" y="3068638"/>
          <p14:tracePt t="33291" x="6605588" y="3109913"/>
          <p14:tracePt t="33303" x="6640513" y="3136900"/>
          <p14:tracePt t="33315" x="6681788" y="3149600"/>
          <p14:tracePt t="33325" x="6715125" y="3157538"/>
          <p14:tracePt t="33336" x="6777038" y="3157538"/>
          <p14:tracePt t="33348" x="6831013" y="3149600"/>
          <p14:tracePt t="33359" x="6878638" y="3149600"/>
          <p14:tracePt t="33370" x="6919913" y="3122613"/>
          <p14:tracePt t="33382" x="6953250" y="3081338"/>
          <p14:tracePt t="33392" x="6980238" y="3062288"/>
          <p14:tracePt t="33404" x="6980238" y="3033713"/>
          <p14:tracePt t="33415" x="6994525" y="3006725"/>
          <p14:tracePt t="33426" x="6994525" y="2994025"/>
          <p14:tracePt t="33437" x="6980238" y="2973388"/>
          <p14:tracePt t="33449" x="6967538" y="2973388"/>
          <p14:tracePt t="33471" x="6967538" y="2959100"/>
          <p14:tracePt t="33474" x="6953250" y="2959100"/>
          <p14:tracePt t="33483" x="6938963" y="2959100"/>
          <p14:tracePt t="33494" x="6926263" y="2959100"/>
          <p14:tracePt t="33505" x="6919913" y="2973388"/>
          <p14:tracePt t="33516" x="6905625" y="2973388"/>
          <p14:tracePt t="33527" x="6905625" y="2994025"/>
          <p14:tracePt t="33539" x="6891338" y="3006725"/>
          <p14:tracePt t="33550" x="6891338" y="3021013"/>
          <p14:tracePt t="33561" x="6891338" y="3033713"/>
          <p14:tracePt t="33628" x="6905625" y="3033713"/>
          <p14:tracePt t="33673" x="6919913" y="3033713"/>
          <p14:tracePt t="33707" x="6926263" y="3033713"/>
          <p14:tracePt t="33730" x="6938963" y="3033713"/>
          <p14:tracePt t="33752" x="6953250" y="3033713"/>
          <p14:tracePt t="33775" x="6967538" y="3033713"/>
          <p14:tracePt t="33786" x="6953250" y="3033713"/>
          <p14:tracePt t="33797" x="6926263" y="3033713"/>
          <p14:tracePt t="34057" x="6938963" y="3033713"/>
          <p14:tracePt t="34069" x="6953250" y="3021013"/>
          <p14:tracePt t="34135" x="6938963" y="3021013"/>
          <p14:tracePt t="34427" x="6926263" y="3021013"/>
          <p14:tracePt t="34450" x="6926263" y="3006725"/>
          <p14:tracePt t="34933" x="6926263" y="2994025"/>
          <p14:tracePt t="35046" x="6926263" y="3006725"/>
          <p14:tracePt t="35057" x="6926263" y="3021013"/>
          <p14:tracePt t="35676" x="6926263" y="3006725"/>
          <p14:tracePt t="35688" x="6938963" y="2994025"/>
          <p14:tracePt t="35699" x="6938963" y="2986088"/>
          <p14:tracePt t="35710" x="6938963" y="2973388"/>
          <p14:tracePt t="35721" x="6953250" y="2946400"/>
          <p14:tracePt t="35732" x="6953250" y="2919413"/>
          <p14:tracePt t="35744" x="6953250" y="2911475"/>
          <p14:tracePt t="35756" x="6953250" y="2884488"/>
          <p14:tracePt t="35766" x="6938963" y="2871788"/>
          <p14:tracePt t="35778" x="6938963" y="2857500"/>
          <p14:tracePt t="35790" x="6926263" y="2843213"/>
          <p14:tracePt t="35800" x="6919913" y="2843213"/>
          <p14:tracePt t="35811" x="6891338" y="2843213"/>
          <p14:tracePt t="35823" x="6864350" y="2830513"/>
          <p14:tracePt t="35835" x="6831013" y="2830513"/>
          <p14:tracePt t="35846" x="6789738" y="2830513"/>
          <p14:tracePt t="35856" x="6756400" y="2843213"/>
          <p14:tracePt t="35867" x="6715125" y="2843213"/>
          <p14:tracePt t="35879" x="6688138" y="2857500"/>
          <p14:tracePt t="35890" x="6667500" y="2871788"/>
          <p14:tracePt t="35901" x="6653213" y="2884488"/>
          <p14:tracePt t="35912" x="6640513" y="2898775"/>
          <p14:tracePt t="35924" x="6640513" y="2919413"/>
          <p14:tracePt t="35935" x="6640513" y="2946400"/>
          <p14:tracePt t="35946" x="6640513" y="2973388"/>
          <p14:tracePt t="35957" x="6653213" y="2986088"/>
          <p14:tracePt t="35969" x="6667500" y="3006725"/>
          <p14:tracePt t="35980" x="6688138" y="3021013"/>
          <p14:tracePt t="35991" x="6715125" y="3021013"/>
          <p14:tracePt t="36002" x="6742113" y="3021013"/>
          <p14:tracePt t="36014" x="6777038" y="3021013"/>
          <p14:tracePt t="36025" x="6831013" y="3006725"/>
          <p14:tracePt t="36036" x="6851650" y="3006725"/>
          <p14:tracePt t="36047" x="6891338" y="2986088"/>
          <p14:tracePt t="36059" x="6905625" y="2973388"/>
          <p14:tracePt t="36070" x="6919913" y="2946400"/>
          <p14:tracePt t="36081" x="6926263" y="2932113"/>
          <p14:tracePt t="36092" x="6938963" y="2919413"/>
          <p14:tracePt t="36104" x="6938963" y="2898775"/>
          <p14:tracePt t="36126" x="6938963" y="2884488"/>
          <p14:tracePt t="36149" x="6926263" y="2871788"/>
          <p14:tracePt t="36205" x="6919913" y="2871788"/>
          <p14:tracePt t="36238" x="6905625" y="2884488"/>
          <p14:tracePt t="36261" x="6905625" y="2898775"/>
          <p14:tracePt t="36294" x="6905625" y="2911475"/>
          <p14:tracePt t="36384" x="6919913" y="2911475"/>
          <p14:tracePt t="36397" x="6919913" y="2898775"/>
          <p14:tracePt t="36407" x="6926263" y="2898775"/>
          <p14:tracePt t="36419" x="6938963" y="2884488"/>
          <p14:tracePt t="36431" x="6938963" y="2871788"/>
          <p14:tracePt t="36475" x="6938963" y="2857500"/>
          <p14:tracePt t="36497" x="6926263" y="2857500"/>
          <p14:tracePt t="36509" x="6919913" y="2843213"/>
          <p14:tracePt t="36520" x="6891338" y="2843213"/>
          <p14:tracePt t="36531" x="6878638" y="2843213"/>
          <p14:tracePt t="36544" x="6851650" y="2843213"/>
          <p14:tracePt t="36555" x="6831013" y="2843213"/>
          <p14:tracePt t="36566" x="6804025" y="2843213"/>
          <p14:tracePt t="36577" x="6789738" y="2843213"/>
          <p14:tracePt t="36588" x="6777038" y="2843213"/>
          <p14:tracePt t="36599" x="6756400" y="2843213"/>
          <p14:tracePt t="36621" x="6742113" y="2843213"/>
          <p14:tracePt t="36643" x="6729413" y="2843213"/>
          <p14:tracePt t="36733" x="6729413" y="2857500"/>
          <p14:tracePt t="38714" x="6742113" y="2857500"/>
          <p14:tracePt t="38730" x="6756400" y="2857500"/>
          <p14:tracePt t="38736" x="6769100" y="2871788"/>
          <p14:tracePt t="38765" x="6831013" y="2884488"/>
          <p14:tracePt t="38770" x="6864350" y="2898775"/>
          <p14:tracePt t="38783" x="6878638" y="2898775"/>
          <p14:tracePt t="39119" x="6891338" y="2898775"/>
          <p14:tracePt t="39209" x="6891338" y="2911475"/>
          <p14:tracePt t="39366" x="6878638" y="2911475"/>
          <p14:tracePt t="39433" x="6891338" y="2911475"/>
          <p14:tracePt t="39660" x="6905625" y="2919413"/>
          <p14:tracePt t="39670" x="6919913" y="2932113"/>
          <p14:tracePt t="39681" x="6926263" y="2946400"/>
          <p14:tracePt t="39693" x="6938963" y="2973388"/>
          <p14:tracePt t="39704" x="6980238" y="3021013"/>
          <p14:tracePt t="39716" x="7027863" y="3095625"/>
          <p14:tracePt t="39727" x="7081838" y="3170238"/>
          <p14:tracePt t="39738" x="7129463" y="3244850"/>
          <p14:tracePt t="39750" x="7218363" y="3333750"/>
          <p14:tracePt t="39760" x="7292975" y="3408363"/>
          <p14:tracePt t="39772" x="7381875" y="3470275"/>
          <p14:tracePt t="39783" x="7491413" y="3538538"/>
          <p14:tracePt t="39794" x="7620000" y="3586163"/>
          <p14:tracePt t="39805" x="7729538" y="3625850"/>
          <p14:tracePt t="39818" x="7804150" y="3633788"/>
          <p14:tracePt t="39828" x="7905750" y="3633788"/>
          <p14:tracePt t="39839" x="7994650" y="3646488"/>
          <p14:tracePt t="39850" x="8081963" y="3646488"/>
          <p14:tracePt t="39861" x="8129588" y="3646488"/>
          <p14:tracePt t="39873" x="8205788" y="3633788"/>
          <p14:tracePt t="39884" x="8280400" y="3633788"/>
          <p14:tracePt t="39895" x="8334375" y="3633788"/>
          <p14:tracePt t="39906" x="8396288" y="3633788"/>
          <p14:tracePt t="39918" x="8429625" y="3633788"/>
          <p14:tracePt t="39929" x="8443913" y="3633788"/>
          <p14:tracePt t="39951" x="8408988" y="3625850"/>
          <p14:tracePt t="40131" x="8429625" y="3625850"/>
          <p14:tracePt t="40143" x="8456613" y="3625850"/>
          <p14:tracePt t="40154" x="8483600" y="3625850"/>
          <p14:tracePt t="40166" x="8510588" y="3625850"/>
          <p14:tracePt t="40176" x="8518525" y="3625850"/>
          <p14:tracePt t="40187" x="8531225" y="3625850"/>
          <p14:tracePt t="40232" x="8531225" y="3633788"/>
          <p14:tracePt t="40244" x="8545513" y="3633788"/>
          <p14:tracePt t="40255" x="8545513" y="3646488"/>
          <p14:tracePt t="40266" x="8558213" y="3660775"/>
          <p14:tracePt t="40278" x="8572500" y="3687763"/>
          <p14:tracePt t="40289" x="8586788" y="3708400"/>
          <p14:tracePt t="40300" x="8593138" y="3735388"/>
          <p14:tracePt t="40312" x="8620125" y="3762375"/>
          <p14:tracePt t="40323" x="8634413" y="3789363"/>
          <p14:tracePt t="40345" x="8661400" y="3795713"/>
          <p14:tracePt t="40347" x="8667750" y="3810000"/>
          <p14:tracePt t="40356" x="8682038" y="3824288"/>
          <p14:tracePt t="40368" x="8694738" y="3824288"/>
          <p14:tracePt t="40379" x="8709025" y="3824288"/>
          <p14:tracePt t="40393" x="8721725" y="3824288"/>
          <p14:tracePt t="40401" x="8748713" y="3810000"/>
          <p14:tracePt t="40413" x="8756650" y="3795713"/>
          <p14:tracePt t="40424" x="8769350" y="3795713"/>
          <p14:tracePt t="40435" x="8796338" y="3776663"/>
          <p14:tracePt t="40447" x="8796338" y="3762375"/>
          <p14:tracePt t="40457" x="8796338" y="3748088"/>
          <p14:tracePt t="40480" x="8783638" y="3735388"/>
          <p14:tracePt t="40491" x="8748713" y="3721100"/>
          <p14:tracePt t="40503" x="8709025" y="3708400"/>
          <p14:tracePt t="40514" x="8647113" y="3708400"/>
          <p14:tracePt t="40525" x="8593138" y="3708400"/>
          <p14:tracePt t="40537" x="8518525" y="3721100"/>
          <p14:tracePt t="40548" x="8483600" y="3735388"/>
          <p14:tracePt t="40559" x="8429625" y="3762375"/>
          <p14:tracePt t="40570" x="8408988" y="3795713"/>
          <p14:tracePt t="40581" x="8382000" y="3836988"/>
          <p14:tracePt t="40592" x="8382000" y="3863975"/>
          <p14:tracePt t="40604" x="8396288" y="3884613"/>
          <p14:tracePt t="40615" x="8408988" y="3925888"/>
          <p14:tracePt t="40626" x="8429625" y="3946525"/>
          <p14:tracePt t="40638" x="8483600" y="3986213"/>
          <p14:tracePt t="40649" x="8531225" y="4014788"/>
          <p14:tracePt t="40660" x="8605838" y="4033838"/>
          <p14:tracePt t="40671" x="8661400" y="4033838"/>
          <p14:tracePt t="40683" x="8721725" y="4033838"/>
          <p14:tracePt t="40694" x="8783638" y="4033838"/>
          <p14:tracePt t="40705" x="8824913" y="4027488"/>
          <p14:tracePt t="40716" x="8858250" y="4014788"/>
          <p14:tracePt t="40728" x="8885238" y="3986213"/>
          <p14:tracePt t="40739" x="8899525" y="3959225"/>
          <p14:tracePt t="40750" x="8899525" y="3946525"/>
          <p14:tracePt t="40761" x="8899525" y="3925888"/>
          <p14:tracePt t="40772" x="8885238" y="3911600"/>
          <p14:tracePt t="40784" x="8872538" y="3884613"/>
          <p14:tracePt t="40795" x="8843963" y="3871913"/>
          <p14:tracePt t="40806" x="8831263" y="3871913"/>
          <p14:tracePt t="40817" x="8824913" y="3871913"/>
          <p14:tracePt t="41402" x="8810625" y="3863975"/>
          <p14:tracePt t="41459" x="8810625" y="3851275"/>
          <p14:tracePt t="41481" x="8824913" y="3836988"/>
          <p14:tracePt t="41493" x="8824913" y="3810000"/>
          <p14:tracePt t="41504" x="8831263" y="3789363"/>
          <p14:tracePt t="41515" x="8858250" y="3762375"/>
          <p14:tracePt t="41526" x="8885238" y="3721100"/>
          <p14:tracePt t="41538" x="8920163" y="3673475"/>
          <p14:tracePt t="41550" x="8947150" y="3646488"/>
          <p14:tracePt t="41560" x="8986838" y="3613150"/>
          <p14:tracePt t="41572" x="8994775" y="3586163"/>
          <p14:tracePt t="41583" x="9007475" y="3571875"/>
          <p14:tracePt t="41594" x="9007475" y="3557588"/>
          <p14:tracePt t="41616" x="8986838" y="3551238"/>
          <p14:tracePt t="41628" x="8920163" y="3538538"/>
          <p14:tracePt t="41886" x="8932863" y="3538538"/>
          <p14:tracePt t="41909" x="8932863" y="3524250"/>
          <p14:tracePt t="41922" x="8947150" y="3524250"/>
          <p14:tracePt t="41942" x="8959850" y="3509963"/>
          <p14:tracePt t="41965" x="8974138" y="3497263"/>
          <p14:tracePt t="41976" x="8986838" y="3482975"/>
          <p14:tracePt t="41988" x="8986838" y="3470275"/>
          <p14:tracePt t="41999" x="9007475" y="3462338"/>
          <p14:tracePt t="42011" x="9021763" y="3449638"/>
          <p14:tracePt t="42022" x="9048750" y="3422650"/>
          <p14:tracePt t="42034" x="9063038" y="3395663"/>
          <p14:tracePt t="42045" x="9082088" y="3375025"/>
          <p14:tracePt t="42056" x="9096375" y="3333750"/>
          <p14:tracePt t="42068" x="9110663" y="3300413"/>
          <p14:tracePt t="42078" x="9123363" y="3271838"/>
          <p14:tracePt t="42090" x="9137650" y="3224213"/>
          <p14:tracePt t="42100" x="9137650" y="3157538"/>
          <p14:tracePt t="42111" x="9137650" y="3122613"/>
          <p14:tracePt t="42123" x="9137650" y="3062288"/>
          <p14:tracePt t="42134" x="9137650" y="3006725"/>
          <p14:tracePt t="42145" x="9123363" y="2959100"/>
          <p14:tracePt t="42156" x="9123363" y="2932113"/>
          <p14:tracePt t="42168" x="9110663" y="2884488"/>
          <p14:tracePt t="42179" x="9096375" y="2830513"/>
          <p14:tracePt t="42190" x="9069388" y="2795588"/>
          <p14:tracePt t="42201" x="9063038" y="2768600"/>
          <p14:tracePt t="42213" x="9034463" y="2747963"/>
          <p14:tracePt t="42224" x="9007475" y="2720975"/>
          <p14:tracePt t="42235" x="8986838" y="2708275"/>
          <p14:tracePt t="42246" x="8974138" y="2708275"/>
          <p14:tracePt t="42258" x="8947150" y="2693988"/>
          <p14:tracePt t="42269" x="8920163" y="2693988"/>
          <p14:tracePt t="42280" x="8899525" y="2693988"/>
          <p14:tracePt t="42291" x="8872538" y="2693988"/>
          <p14:tracePt t="42303" x="8858250" y="2693988"/>
          <p14:tracePt t="42314" x="8831263" y="2693988"/>
          <p14:tracePt t="42336" x="8824913" y="2708275"/>
          <p14:tracePt t="42349" x="8810625" y="2708275"/>
          <p14:tracePt t="42392" x="8796338" y="2708275"/>
          <p14:tracePt t="42415" x="8796338" y="2720975"/>
          <p14:tracePt t="42438" x="8783638" y="2720975"/>
          <p14:tracePt t="42440" x="8783638" y="2735263"/>
          <p14:tracePt t="42449" x="8769350" y="2735263"/>
          <p14:tracePt t="42461" x="8769350" y="2747963"/>
          <p14:tracePt t="42483" x="8756650" y="2747963"/>
          <p14:tracePt t="42516" x="8756650" y="2755900"/>
          <p14:tracePt t="42628" x="8748713" y="2755900"/>
          <p14:tracePt t="42640" x="8748713" y="2735263"/>
          <p14:tracePt t="42651" x="8736013" y="2720975"/>
          <p14:tracePt t="42663" x="8721725" y="2720975"/>
          <p14:tracePt t="42674" x="8709025" y="2708275"/>
          <p14:tracePt t="42685" x="8694738" y="2708275"/>
          <p14:tracePt t="42696" x="8694738" y="2693988"/>
          <p14:tracePt t="42708" x="8682038" y="2693988"/>
          <p14:tracePt t="42730" x="8667750" y="2693988"/>
          <p14:tracePt t="42741" x="8667750" y="2708275"/>
          <p14:tracePt t="42753" x="8661400" y="2708275"/>
          <p14:tracePt t="42764" x="8647113" y="2708275"/>
          <p14:tracePt t="42775" x="8647113" y="2720975"/>
          <p14:tracePt t="42786" x="8634413" y="2720975"/>
          <p14:tracePt t="42798" x="8620125" y="2720975"/>
          <p14:tracePt t="42820" x="8605838" y="2735263"/>
          <p14:tracePt t="42823" x="8593138" y="2735263"/>
          <p14:tracePt t="42832" x="8586788" y="2735263"/>
          <p14:tracePt t="42843" x="8572500" y="2747963"/>
          <p14:tracePt t="42854" x="8558213" y="2747963"/>
          <p14:tracePt t="42865" x="8545513" y="2747963"/>
          <p14:tracePt t="42877" x="8531225" y="2755900"/>
          <p14:tracePt t="42888" x="8518525" y="2768600"/>
          <p14:tracePt t="42899" x="8510588" y="2782888"/>
          <p14:tracePt t="42910" x="8497888" y="2809875"/>
          <p14:tracePt t="42921" x="8483600" y="2824163"/>
          <p14:tracePt t="42933" x="8470900" y="2843213"/>
          <p14:tracePt t="42944" x="8456613" y="2857500"/>
          <p14:tracePt t="42955" x="8456613" y="2871788"/>
          <p14:tracePt t="42966" x="8456613" y="2898775"/>
          <p14:tracePt t="42978" x="8456613" y="2911475"/>
          <p14:tracePt t="42989" x="8456613" y="2919413"/>
          <p14:tracePt t="43000" x="8456613" y="2932113"/>
          <p14:tracePt t="43011" x="8456613" y="2946400"/>
          <p14:tracePt t="43023" x="8470900" y="2959100"/>
          <p14:tracePt t="43035" x="8483600" y="2973388"/>
          <p14:tracePt t="43045" x="8497888" y="2973388"/>
          <p14:tracePt t="43056" x="8510588" y="2986088"/>
          <p14:tracePt t="43068" x="8518525" y="2986088"/>
          <p14:tracePt t="43079" x="8531225" y="2986088"/>
          <p14:tracePt t="43090" x="8558213" y="2986088"/>
          <p14:tracePt t="43102" x="8572500" y="2986088"/>
          <p14:tracePt t="43113" x="8586788" y="2973388"/>
          <p14:tracePt t="43124" x="8605838" y="2959100"/>
          <p14:tracePt t="43135" x="8634413" y="2932113"/>
          <p14:tracePt t="43146" x="8647113" y="2911475"/>
          <p14:tracePt t="43158" x="8647113" y="2884488"/>
          <p14:tracePt t="43169" x="8661400" y="2843213"/>
          <p14:tracePt t="43180" x="8661400" y="2795588"/>
          <p14:tracePt t="43191" x="8647113" y="2755900"/>
          <p14:tracePt t="43203" x="8634413" y="2735263"/>
          <p14:tracePt t="43214" x="8620125" y="2693988"/>
          <p14:tracePt t="43225" x="8620125" y="2673350"/>
          <p14:tracePt t="43236" x="8605838" y="2660650"/>
          <p14:tracePt t="43248" x="8593138" y="2646363"/>
          <p14:tracePt t="43259" x="8586788" y="2646363"/>
          <p14:tracePt t="43315" x="8572500" y="2646363"/>
          <p14:tracePt t="43326" x="8572500" y="2660650"/>
          <p14:tracePt t="43338" x="8545513" y="2673350"/>
          <p14:tracePt t="43349" x="8518525" y="2693988"/>
          <p14:tracePt t="43360" x="8510588" y="2720975"/>
          <p14:tracePt t="43371" x="8483600" y="2747963"/>
          <p14:tracePt t="43383" x="8443913" y="2795588"/>
          <p14:tracePt t="43394" x="8429625" y="2830513"/>
          <p14:tracePt t="43405" x="8423275" y="2857500"/>
          <p14:tracePt t="43416" x="8423275" y="2884488"/>
          <p14:tracePt t="43428" x="8429625" y="2919413"/>
          <p14:tracePt t="43439" x="8456613" y="2946400"/>
          <p14:tracePt t="43450" x="8497888" y="2973388"/>
          <p14:tracePt t="43461" x="8545513" y="2994025"/>
          <p14:tracePt t="43495" x="8605838" y="3006725"/>
          <p14:tracePt t="43506" x="8667750" y="3021013"/>
          <p14:tracePt t="43509" x="8721725" y="3021013"/>
          <p14:tracePt t="43518" x="8769350" y="3006725"/>
          <p14:tracePt t="43523" x="8810625" y="2994025"/>
          <p14:tracePt t="43530" x="8831263" y="2986088"/>
          <p14:tracePt t="43540" x="8858250" y="2959100"/>
          <p14:tracePt t="43554" x="8872538" y="2919413"/>
          <p14:tracePt t="43563" x="8885238" y="2884488"/>
          <p14:tracePt t="43574" x="8885238" y="2843213"/>
          <p14:tracePt t="43586" x="8872538" y="2809875"/>
          <p14:tracePt t="43596" x="8872538" y="2768600"/>
          <p14:tracePt t="43607" x="8843963" y="2747963"/>
          <p14:tracePt t="43620" x="8831263" y="2735263"/>
          <p14:tracePt t="43630" x="8810625" y="2708275"/>
          <p14:tracePt t="43641" x="8783638" y="2693988"/>
          <p14:tracePt t="43653" x="8769350" y="2693988"/>
          <p14:tracePt t="43664" x="8748713" y="2681288"/>
          <p14:tracePt t="43675" x="8721725" y="2681288"/>
          <p14:tracePt t="43686" x="8694738" y="2681288"/>
          <p14:tracePt t="43698" x="8667750" y="2681288"/>
          <p14:tracePt t="43709" x="8634413" y="2693988"/>
          <p14:tracePt t="43720" x="8593138" y="2693988"/>
          <p14:tracePt t="43731" x="8545513" y="2708275"/>
          <p14:tracePt t="43743" x="8510588" y="2720975"/>
          <p14:tracePt t="43754" x="8456613" y="2735263"/>
          <p14:tracePt t="43765" x="8408988" y="2755900"/>
          <p14:tracePt t="43776" x="8382000" y="2782888"/>
          <p14:tracePt t="43788" x="8334375" y="2809875"/>
          <p14:tracePt t="43799" x="8307388" y="2830513"/>
          <p14:tracePt t="43810" x="8293100" y="2871788"/>
          <p14:tracePt t="43821" x="8280400" y="2898775"/>
          <p14:tracePt t="43832" x="8280400" y="2932113"/>
          <p14:tracePt t="43844" x="8280400" y="2986088"/>
          <p14:tracePt t="43855" x="8293100" y="3021013"/>
          <p14:tracePt t="43866" x="8320088" y="3048000"/>
          <p14:tracePt t="43877" x="8355013" y="3081338"/>
          <p14:tracePt t="43889" x="8396288" y="3109913"/>
          <p14:tracePt t="43900" x="8443913" y="3122613"/>
          <p14:tracePt t="43911" x="8497888" y="3136900"/>
          <p14:tracePt t="43923" x="8545513" y="3136900"/>
          <p14:tracePt t="43934" x="8605838" y="3136900"/>
          <p14:tracePt t="43945" x="8647113" y="3122613"/>
          <p14:tracePt t="43956" x="8694738" y="3109913"/>
          <p14:tracePt t="43968" x="8736013" y="3081338"/>
          <p14:tracePt t="43979" x="8756650" y="3048000"/>
          <p14:tracePt t="43990" x="8769350" y="3021013"/>
          <p14:tracePt t="44001" x="8783638" y="2986088"/>
          <p14:tracePt t="44013" x="8769350" y="2946400"/>
          <p14:tracePt t="44024" x="8756650" y="2898775"/>
          <p14:tracePt t="44036" x="8736013" y="2857500"/>
          <p14:tracePt t="44046" x="8709025" y="2824163"/>
          <p14:tracePt t="44058" x="8661400" y="2782888"/>
          <p14:tracePt t="44070" x="8620125" y="2755900"/>
          <p14:tracePt t="44080" x="8558213" y="2747963"/>
          <p14:tracePt t="44091" x="8510588" y="2747963"/>
          <p14:tracePt t="44103" x="8456613" y="2747963"/>
          <p14:tracePt t="44114" x="8429625" y="2747963"/>
          <p14:tracePt t="44125" x="8396288" y="2755900"/>
          <p14:tracePt t="44136" x="8367713" y="2782888"/>
          <p14:tracePt t="44147" x="8348663" y="2809875"/>
          <p14:tracePt t="44159" x="8348663" y="2830513"/>
          <p14:tracePt t="44170" x="8334375" y="2857500"/>
          <p14:tracePt t="44181" x="8334375" y="2871788"/>
          <p14:tracePt t="44193" x="8334375" y="2898775"/>
          <p14:tracePt t="44215" x="8334375" y="2911475"/>
          <p14:tracePt t="44271" x="8348663" y="2911475"/>
          <p14:tracePt t="44294" x="8355013" y="2911475"/>
          <p14:tracePt t="44688" x="8367713" y="2911475"/>
          <p14:tracePt t="44924" x="8382000" y="2911475"/>
          <p14:tracePt t="44936" x="8423275" y="2919413"/>
          <p14:tracePt t="44947" x="8456613" y="2932113"/>
          <p14:tracePt t="44958" x="8510588" y="2946400"/>
          <p14:tracePt t="44970" x="8572500" y="2946400"/>
          <p14:tracePt t="44980" x="8634413" y="2959100"/>
          <p14:tracePt t="44991" x="8667750" y="2959100"/>
          <p14:tracePt t="45003" x="8721725" y="2973388"/>
          <p14:tracePt t="45014" x="8756650" y="2973388"/>
          <p14:tracePt t="45025" x="8783638" y="2973388"/>
          <p14:tracePt t="45036" x="8810625" y="2973388"/>
          <p14:tracePt t="45047" x="8824913" y="2959100"/>
          <p14:tracePt t="45059" x="8843963" y="2959100"/>
          <p14:tracePt t="45070" x="8858250" y="2946400"/>
          <p14:tracePt t="45081" x="8885238" y="2932113"/>
          <p14:tracePt t="45092" x="8905875" y="2911475"/>
          <p14:tracePt t="45104" x="8947150" y="2884488"/>
          <p14:tracePt t="45115" x="8959850" y="2871788"/>
          <p14:tracePt t="45126" x="8986838" y="2843213"/>
          <p14:tracePt t="45138" x="8994775" y="2830513"/>
          <p14:tracePt t="45149" x="9007475" y="2824163"/>
          <p14:tracePt t="45160" x="9007475" y="2795588"/>
          <p14:tracePt t="45182" x="9007475" y="2782888"/>
          <p14:tracePt t="45205" x="8994775" y="2768600"/>
          <p14:tracePt t="45228" x="8986838" y="2768600"/>
          <p14:tracePt t="45250" x="8959850" y="2768600"/>
          <p14:tracePt t="45262" x="8947150" y="2768600"/>
          <p14:tracePt t="45272" x="8932863" y="2768600"/>
          <p14:tracePt t="45284" x="8905875" y="2782888"/>
          <p14:tracePt t="45295" x="8885238" y="2782888"/>
          <p14:tracePt t="45306" x="8872538" y="2795588"/>
          <p14:tracePt t="45318" x="8858250" y="2809875"/>
          <p14:tracePt t="45329" x="8843963" y="2824163"/>
          <p14:tracePt t="45340" x="8831263" y="2830513"/>
          <p14:tracePt t="45352" x="8831263" y="2843213"/>
          <p14:tracePt t="45363" x="8824913" y="2857500"/>
          <p14:tracePt t="45374" x="8824913" y="2871788"/>
          <p14:tracePt t="45385" x="8824913" y="2884488"/>
          <p14:tracePt t="45396" x="8824913" y="2898775"/>
          <p14:tracePt t="45419" x="8824913" y="2911475"/>
          <p14:tracePt t="45430" x="8831263" y="2911475"/>
          <p14:tracePt t="46082" x="8843963" y="2919413"/>
          <p14:tracePt t="46094" x="8858250" y="2919413"/>
          <p14:tracePt t="46105" x="8885238" y="2919413"/>
          <p14:tracePt t="46116" x="8905875" y="2932113"/>
          <p14:tracePt t="46128" x="8947150" y="2932113"/>
          <p14:tracePt t="46139" x="8986838" y="2946400"/>
          <p14:tracePt t="46151" x="9007475" y="2946400"/>
          <p14:tracePt t="46161" x="9034463" y="2946400"/>
          <p14:tracePt t="46172" x="9063038" y="2946400"/>
          <p14:tracePt t="46185" x="9069388" y="2946400"/>
          <p14:tracePt t="46195" x="9082088" y="2946400"/>
          <p14:tracePt t="46217" x="9096375" y="2946400"/>
          <p14:tracePt t="46499" x="9096375" y="2932113"/>
          <p14:tracePt t="47310" x="9096375" y="2919413"/>
          <p14:tracePt t="47321" x="9110663" y="2911475"/>
          <p14:tracePt t="47331" x="9110663" y="2884488"/>
          <p14:tracePt t="47343" x="9123363" y="2871788"/>
          <p14:tracePt t="47354" x="9123363" y="2843213"/>
          <p14:tracePt t="47365" x="9123363" y="2830513"/>
          <p14:tracePt t="47376" x="9123363" y="2824163"/>
          <p14:tracePt t="47388" x="9123363" y="2809875"/>
          <p14:tracePt t="47410" x="9110663" y="2795588"/>
          <p14:tracePt t="47455" x="9096375" y="2795588"/>
          <p14:tracePt t="47477" x="9082088" y="2795588"/>
          <p14:tracePt t="47489" x="9069388" y="2795588"/>
          <p14:tracePt t="47501" x="9063038" y="2809875"/>
          <p14:tracePt t="47512" x="9034463" y="2824163"/>
          <p14:tracePt t="47523" x="9007475" y="2830513"/>
          <p14:tracePt t="47534" x="8986838" y="2857500"/>
          <p14:tracePt t="47545" x="8947150" y="2898775"/>
          <p14:tracePt t="47558" x="8932863" y="2919413"/>
          <p14:tracePt t="47568" x="8932863" y="2946400"/>
          <p14:tracePt t="47579" x="8932863" y="2973388"/>
          <p14:tracePt t="47590" x="8932863" y="2986088"/>
          <p14:tracePt t="47602" x="8947150" y="2994025"/>
          <p14:tracePt t="47613" x="8959850" y="3006725"/>
          <p14:tracePt t="47624" x="8974138" y="3006725"/>
          <p14:tracePt t="47635" x="8994775" y="3006725"/>
          <p14:tracePt t="47646" x="9021763" y="3006725"/>
          <p14:tracePt t="47658" x="9048750" y="2994025"/>
          <p14:tracePt t="47692" x="9082088" y="2994025"/>
          <p14:tracePt t="47694" x="9096375" y="2986088"/>
          <p14:tracePt t="47703" x="9123363" y="2973388"/>
          <p14:tracePt t="47709" x="9137650" y="2946400"/>
          <p14:tracePt t="47714" x="9144000" y="2932113"/>
          <p14:tracePt t="47728" x="9144000" y="2919413"/>
          <p14:tracePt t="47737" x="9144000" y="2911475"/>
          <p14:tracePt t="47749" x="9144000" y="2898775"/>
          <p14:tracePt t="47760" x="9144000" y="2884488"/>
          <p14:tracePt t="47792" x="9144000" y="2871788"/>
          <p14:tracePt t="48513" x="9144000" y="2884488"/>
          <p14:tracePt t="48591" x="9158288" y="2898775"/>
          <p14:tracePt t="48614" x="9170988" y="2911475"/>
          <p14:tracePt t="48626" x="9197975" y="2919413"/>
          <p14:tracePt t="48636" x="9212263" y="2932113"/>
          <p14:tracePt t="48648" x="9245600" y="2973388"/>
          <p14:tracePt t="48659" x="9301163" y="3033713"/>
          <p14:tracePt t="48670" x="9382125" y="3122613"/>
          <p14:tracePt t="48682" x="9471025" y="3197225"/>
          <p14:tracePt t="48693" x="9647238" y="3319463"/>
          <p14:tracePt t="48704" x="9837738" y="3449638"/>
          <p14:tracePt t="48737" x="9974263" y="3551238"/>
          <p14:tracePt t="48740" x="10021888" y="3586163"/>
          <p14:tracePt t="49187" x="10034588" y="3586163"/>
          <p14:tracePt t="49199" x="10048875" y="3586163"/>
          <p14:tracePt t="49211" x="10063163" y="3586163"/>
          <p14:tracePt t="49221" x="10075863" y="3586163"/>
          <p14:tracePt t="49233" x="10090150" y="3598863"/>
          <p14:tracePt t="49244" x="10096500" y="3598863"/>
          <p14:tracePt t="49255" x="10110788" y="3598863"/>
          <p14:tracePt t="49266" x="10123488" y="3598863"/>
          <p14:tracePt t="49289" x="10150475" y="3598863"/>
          <p14:tracePt t="49300" x="10164763" y="3598863"/>
          <p14:tracePt t="49311" x="10185400" y="3598863"/>
          <p14:tracePt t="49323" x="10225088" y="3598863"/>
          <p14:tracePt t="49334" x="10287000" y="3613150"/>
          <p14:tracePt t="49346" x="10328275" y="3625850"/>
          <p14:tracePt t="49357" x="10402888" y="3633788"/>
          <p14:tracePt t="49368" x="10463213" y="3633788"/>
          <p14:tracePt t="49379" x="10525125" y="3646488"/>
          <p14:tracePt t="49390" x="10572750" y="3646488"/>
          <p14:tracePt t="49401" x="10641013" y="3660775"/>
          <p14:tracePt t="49413" x="10701338" y="3673475"/>
          <p14:tracePt t="49424" x="10763250" y="3673475"/>
          <p14:tracePt t="49435" x="10825163" y="3687763"/>
          <p14:tracePt t="49446" x="10885488" y="3700463"/>
          <p14:tracePt t="49458" x="10939463" y="3708400"/>
          <p14:tracePt t="49469" x="10974388" y="3721100"/>
          <p14:tracePt t="49491" x="11015663" y="3735388"/>
          <p14:tracePt t="49494" x="11042650" y="3735388"/>
          <p14:tracePt t="49503" x="11063288" y="3735388"/>
          <p14:tracePt t="49515" x="11090275" y="3735388"/>
          <p14:tracePt t="49525" x="11117263" y="3735388"/>
          <p14:tracePt t="49536" x="11123613" y="3735388"/>
          <p14:tracePt t="49548" x="11137900" y="3735388"/>
          <p14:tracePt t="49559" x="11150600" y="3721100"/>
          <p14:tracePt t="49581" x="11164888" y="3708400"/>
          <p14:tracePt t="49593" x="11164888" y="3700463"/>
          <p14:tracePt t="49604" x="11150600" y="3687763"/>
          <p14:tracePt t="49615" x="11150600" y="3673475"/>
          <p14:tracePt t="49626" x="11123613" y="3646488"/>
          <p14:tracePt t="49638" x="11102975" y="3633788"/>
          <p14:tracePt t="49649" x="11063288" y="3625850"/>
          <p14:tracePt t="49660" x="11028363" y="3613150"/>
          <p14:tracePt t="49671" x="11001375" y="3598863"/>
          <p14:tracePt t="49683" x="10974388" y="3586163"/>
          <p14:tracePt t="49694" x="10953750" y="3586163"/>
          <p14:tracePt t="49705" x="10926763" y="3586163"/>
          <p14:tracePt t="49716" x="10912475" y="3586163"/>
          <p14:tracePt t="49727" x="10899775" y="3586163"/>
          <p14:tracePt t="49740" x="10885488" y="3598863"/>
          <p14:tracePt t="49750" x="10879138" y="3613150"/>
          <p14:tracePt t="49784" x="10864850" y="3633788"/>
          <p14:tracePt t="49787" x="10852150" y="3646488"/>
          <p14:tracePt t="49796" x="10837863" y="3673475"/>
          <p14:tracePt t="49797" x="10837863" y="3687763"/>
          <p14:tracePt t="49809" x="10837863" y="3708400"/>
          <p14:tracePt t="49818" x="10837863" y="3735388"/>
          <p14:tracePt t="49829" x="10852150" y="3748088"/>
          <p14:tracePt t="49840" x="10852150" y="3762375"/>
          <p14:tracePt t="49851" x="10879138" y="3789363"/>
          <p14:tracePt t="49863" x="10912475" y="3795713"/>
          <p14:tracePt t="49874" x="10953750" y="3824288"/>
          <p14:tracePt t="49885" x="10974388" y="3824288"/>
          <p14:tracePt t="49896" x="11028363" y="3836988"/>
          <p14:tracePt t="49908" x="11075988" y="3836988"/>
          <p14:tracePt t="49919" x="11123613" y="3836988"/>
          <p14:tracePt t="49930" x="11164888" y="3836988"/>
          <p14:tracePt t="49942" x="11206163" y="3836988"/>
          <p14:tracePt t="49953" x="11225213" y="3824288"/>
          <p14:tracePt t="49964" x="11239500" y="3810000"/>
          <p14:tracePt t="49975" x="11239500" y="3795713"/>
          <p14:tracePt t="49986" x="11239500" y="3789363"/>
          <p14:tracePt t="49998" x="11225213" y="3776663"/>
          <p14:tracePt t="50009" x="11212513" y="3748088"/>
          <p14:tracePt t="50020" x="11177588" y="3735388"/>
          <p14:tracePt t="50031" x="11137900" y="3721100"/>
          <p14:tracePt t="50043" x="11090275" y="3721100"/>
          <p14:tracePt t="50054" x="11049000" y="3721100"/>
          <p14:tracePt t="50065" x="11001375" y="3735388"/>
          <p14:tracePt t="50076" x="10953750" y="3776663"/>
          <p14:tracePt t="50088" x="10912475" y="3824288"/>
          <p14:tracePt t="50099" x="10879138" y="3898900"/>
          <p14:tracePt t="50110" x="10852150" y="3986213"/>
          <p14:tracePt t="50121" x="10852150" y="4048125"/>
          <p14:tracePt t="50133" x="10852150" y="4102100"/>
          <p14:tracePt t="50144" x="10864850" y="4137025"/>
          <p14:tracePt t="50155" x="10879138" y="4176713"/>
          <p14:tracePt t="50166" x="10912475" y="4184650"/>
          <p14:tracePt t="50178" x="10939463" y="4197350"/>
          <p14:tracePt t="50190" x="10974388" y="4197350"/>
          <p14:tracePt t="50200" x="11028363" y="4197350"/>
          <p14:tracePt t="50211" x="11075988" y="4197350"/>
          <p14:tracePt t="50224" x="11123613" y="4184650"/>
          <p14:tracePt t="50234" x="11164888" y="4176713"/>
          <p14:tracePt t="50245" x="11191875" y="4149725"/>
          <p14:tracePt t="50257" x="11212513" y="4137025"/>
          <p14:tracePt t="50268" x="11212513" y="4110038"/>
          <p14:tracePt t="50279" x="11225213" y="4102100"/>
          <p14:tracePt t="50290" x="11225213" y="4075113"/>
          <p14:tracePt t="50301" x="11212513" y="4048125"/>
          <p14:tracePt t="50313" x="11206163" y="4027488"/>
          <p14:tracePt t="50324" x="11177588" y="4014788"/>
          <p14:tracePt t="50335" x="11150600" y="3986213"/>
          <p14:tracePt t="50347" x="11123613" y="3973513"/>
          <p14:tracePt t="50358" x="11102975" y="3959225"/>
          <p14:tracePt t="50369" x="11063288" y="3946525"/>
          <p14:tracePt t="50380" x="11042650" y="3946525"/>
          <p14:tracePt t="50391" x="11015663" y="3938588"/>
          <p14:tracePt t="50403" x="10974388" y="3938588"/>
          <p14:tracePt t="50414" x="10953750" y="3938588"/>
          <p14:tracePt t="50426" x="10939463" y="3946525"/>
          <p14:tracePt t="50436" x="10926763" y="3946525"/>
          <p14:tracePt t="50448" x="10912475" y="3959225"/>
          <p14:tracePt t="50459" x="10899775" y="3959225"/>
          <p14:tracePt t="50470" x="10885488" y="3973513"/>
          <p14:tracePt t="50481" x="10885488" y="3986213"/>
          <p14:tracePt t="50493" x="10885488" y="4000500"/>
          <p14:tracePt t="50515" x="10885488" y="4014788"/>
          <p14:tracePt t="50526" x="10899775" y="4014788"/>
          <p14:tracePt t="50538" x="10899775" y="4027488"/>
          <p14:tracePt t="50549" x="10912475" y="4027488"/>
          <p14:tracePt t="50560" x="10926763" y="4027488"/>
          <p14:tracePt t="50571" x="10926763" y="4014788"/>
          <p14:tracePt t="50583" x="10939463" y="4014788"/>
          <p14:tracePt t="50594" x="10953750" y="4014788"/>
          <p14:tracePt t="50605" x="10968038" y="4000500"/>
          <p14:tracePt t="50616" x="10968038" y="3986213"/>
          <p14:tracePt t="50628" x="10968038" y="3959225"/>
          <p14:tracePt t="50640" x="10968038" y="3938588"/>
          <p14:tracePt t="50650" x="10953750" y="3911600"/>
          <p14:tracePt t="50661" x="10939463" y="3884613"/>
          <p14:tracePt t="50674" x="10912475" y="3863975"/>
          <p14:tracePt t="50684" x="10885488" y="3836988"/>
          <p14:tracePt t="50695" x="10837863" y="3810000"/>
          <p14:tracePt t="50707" x="10790238" y="3795713"/>
          <p14:tracePt t="50718" x="10748963" y="3789363"/>
          <p14:tracePt t="50729" x="10701338" y="3789363"/>
          <p14:tracePt t="50740" x="10647363" y="3789363"/>
          <p14:tracePt t="50751" x="10626725" y="3789363"/>
          <p14:tracePt t="50763" x="10587038" y="3810000"/>
          <p14:tracePt t="50774" x="10566400" y="3836988"/>
          <p14:tracePt t="50785" x="10539413" y="3871913"/>
          <p14:tracePt t="50796" x="10525125" y="3898900"/>
          <p14:tracePt t="50808" x="10525125" y="3938588"/>
          <p14:tracePt t="50830" x="10525125" y="3973513"/>
          <p14:tracePt t="50832" x="10525125" y="4000500"/>
          <p14:tracePt t="50842" x="10525125" y="4027488"/>
          <p14:tracePt t="50853" x="10539413" y="4033838"/>
          <p14:tracePt t="50864" x="10539413" y="4048125"/>
          <p14:tracePt t="50875" x="10552113" y="4048125"/>
          <p14:tracePt t="50886" x="10572750" y="4062413"/>
          <p14:tracePt t="50898" x="10614025" y="4062413"/>
          <p14:tracePt t="50909" x="10674350" y="4075113"/>
          <p14:tracePt t="50920" x="10729913" y="4075113"/>
          <p14:tracePt t="50931" x="10804525" y="4075113"/>
          <p14:tracePt t="50943" x="10879138" y="4062413"/>
          <p14:tracePt t="50954" x="10939463" y="4062413"/>
          <p14:tracePt t="50965" x="10974388" y="4048125"/>
          <p14:tracePt t="50976" x="11028363" y="4033838"/>
          <p14:tracePt t="50988" x="11049000" y="4027488"/>
          <p14:tracePt t="50999" x="11063288" y="4000500"/>
          <p14:tracePt t="51010" x="11063288" y="3986213"/>
          <p14:tracePt t="51021" x="11063288" y="3973513"/>
          <p14:tracePt t="51033" x="11049000" y="3946525"/>
          <p14:tracePt t="51044" x="11042650" y="3938588"/>
          <p14:tracePt t="51055" x="11028363" y="3925888"/>
          <p14:tracePt t="51066" x="11015663" y="3911600"/>
          <p14:tracePt t="51078" x="10987088" y="3898900"/>
          <p14:tracePt t="51090" x="10974388" y="3884613"/>
          <p14:tracePt t="51100" x="10953750" y="3884613"/>
          <p14:tracePt t="51111" x="10939463" y="3884613"/>
          <p14:tracePt t="51123" x="10926763" y="3884613"/>
          <p14:tracePt t="51134" x="10912475" y="3884613"/>
          <p14:tracePt t="51145" x="10899775" y="3884613"/>
          <p14:tracePt t="51157" x="10885488" y="3884613"/>
          <p14:tracePt t="51168" x="10885488" y="3898900"/>
          <p14:tracePt t="51179" x="10879138" y="3911600"/>
          <p14:tracePt t="51190" x="10864850" y="3938588"/>
          <p14:tracePt t="51201" x="10864850" y="3973513"/>
          <p14:tracePt t="51213" x="10864850" y="3986213"/>
          <p14:tracePt t="51224" x="10879138" y="4014788"/>
          <p14:tracePt t="51235" x="10885488" y="4027488"/>
          <p14:tracePt t="51246" x="10899775" y="4033838"/>
          <p14:tracePt t="51258" x="10912475" y="4033838"/>
          <p14:tracePt t="51269" x="10926763" y="4033838"/>
          <p14:tracePt t="51280" x="10953750" y="4033838"/>
          <p14:tracePt t="51291" x="10974388" y="4033838"/>
          <p14:tracePt t="51303" x="11015663" y="4033838"/>
          <p14:tracePt t="51314" x="11042650" y="4027488"/>
          <p14:tracePt t="51325" x="11063288" y="4014788"/>
          <p14:tracePt t="51336" x="11063288" y="4000500"/>
          <p14:tracePt t="51348" x="11075988" y="3986213"/>
          <p14:tracePt t="51359" x="11075988" y="3959225"/>
          <p14:tracePt t="51370" x="11075988" y="3946525"/>
          <p14:tracePt t="51381" x="11075988" y="3938588"/>
          <p14:tracePt t="51393" x="11063288" y="3925888"/>
          <p14:tracePt t="51404" x="11049000" y="3898900"/>
          <p14:tracePt t="51415" x="11028363" y="3884613"/>
          <p14:tracePt t="51426" x="11001375" y="3871913"/>
          <p14:tracePt t="51438" x="10968038" y="3871913"/>
          <p14:tracePt t="51449" x="10926763" y="3863975"/>
          <p14:tracePt t="51460" x="10899775" y="3863975"/>
          <p14:tracePt t="51471" x="10879138" y="3863975"/>
          <p14:tracePt t="51483" x="10864850" y="3871913"/>
          <p14:tracePt t="51494" x="10837863" y="3871913"/>
          <p14:tracePt t="51505" x="10825163" y="3884613"/>
          <p14:tracePt t="51516" x="10810875" y="3911600"/>
          <p14:tracePt t="51528" x="10810875" y="3925888"/>
          <p14:tracePt t="51540" x="10810875" y="3946525"/>
          <p14:tracePt t="51550" x="10810875" y="3959225"/>
          <p14:tracePt t="51561" x="10810875" y="3973513"/>
          <p14:tracePt t="51574" x="10825163" y="3986213"/>
          <p14:tracePt t="51584" x="10837863" y="4000500"/>
          <p14:tracePt t="51595" x="10852150" y="4000500"/>
          <p14:tracePt t="51607" x="10864850" y="4000500"/>
          <p14:tracePt t="51618" x="10885488" y="4000500"/>
          <p14:tracePt t="51629" x="10912475" y="4000500"/>
          <p14:tracePt t="51640" x="10939463" y="4000500"/>
          <p14:tracePt t="51651" x="10968038" y="3986213"/>
          <p14:tracePt t="51663" x="10987088" y="3973513"/>
          <p14:tracePt t="51674" x="11015663" y="3959225"/>
          <p14:tracePt t="51685" x="11028363" y="3946525"/>
          <p14:tracePt t="51696" x="11028363" y="3925888"/>
          <p14:tracePt t="51708" x="11028363" y="3911600"/>
          <p14:tracePt t="51719" x="11028363" y="3898900"/>
          <p14:tracePt t="51730" x="11028363" y="3884613"/>
          <p14:tracePt t="51741" x="11015663" y="3884613"/>
          <p14:tracePt t="51753" x="11001375" y="3884613"/>
          <p14:tracePt t="51764" x="11001375" y="3871913"/>
          <p14:tracePt t="51775" x="10987088" y="3871913"/>
          <p14:tracePt t="51786" x="10974388" y="3871913"/>
          <p14:tracePt t="51798" x="10968038" y="3871913"/>
          <p14:tracePt t="51809" x="10953750" y="3871913"/>
          <p14:tracePt t="51820" x="10939463" y="3884613"/>
          <p14:tracePt t="51842" x="10926763" y="3884613"/>
          <p14:tracePt t="51854" x="10926763" y="3898900"/>
          <p14:tracePt t="51876" x="10912475" y="3898900"/>
          <p14:tracePt t="51955" x="10912475" y="3884613"/>
          <p14:tracePt t="52193" x="10912475" y="3871913"/>
          <p14:tracePt t="52326" x="10912475" y="3863975"/>
          <p14:tracePt t="52360" x="10912475" y="3851275"/>
          <p14:tracePt t="52427" x="10912475" y="3836988"/>
          <p14:tracePt t="52450" x="10912475" y="3824288"/>
          <p14:tracePt t="52461" x="10912475" y="3810000"/>
          <p14:tracePt t="52473" x="10912475" y="3789363"/>
          <p14:tracePt t="52484" x="10912475" y="3748088"/>
          <p14:tracePt t="52495" x="10912475" y="3721100"/>
          <p14:tracePt t="52506" x="10899775" y="3673475"/>
          <p14:tracePt t="52518" x="10885488" y="3613150"/>
          <p14:tracePt t="52529" x="10879138" y="3557588"/>
          <p14:tracePt t="52540" x="10864850" y="3538538"/>
          <p14:tracePt t="52551" x="10852150" y="3497263"/>
          <p14:tracePt t="52563" x="10825163" y="3470275"/>
          <p14:tracePt t="52576" x="10810875" y="3462338"/>
          <p14:tracePt t="52585" x="10804525" y="3449638"/>
          <p14:tracePt t="52597" x="10790238" y="3435350"/>
          <p14:tracePt t="52609" x="10777538" y="3435350"/>
          <p14:tracePt t="52619" x="10763250" y="3435350"/>
          <p14:tracePt t="52630" x="10736263" y="3435350"/>
          <p14:tracePt t="52641" x="10729913" y="3435350"/>
          <p14:tracePt t="52653" x="10701338" y="3422650"/>
          <p14:tracePt t="52664" x="10688638" y="3422650"/>
          <p14:tracePt t="52675" x="10661650" y="3435350"/>
          <p14:tracePt t="52686" x="10614025" y="3435350"/>
          <p14:tracePt t="52698" x="10552113" y="3449638"/>
          <p14:tracePt t="52709" x="10463213" y="3462338"/>
          <p14:tracePt t="52720" x="10348913" y="3470275"/>
          <p14:tracePt t="52945" x="10361613" y="3462338"/>
          <p14:tracePt t="52948" x="10436225" y="3435350"/>
          <p14:tracePt t="52957" x="10450513" y="3408363"/>
          <p14:tracePt t="52969" x="10477500" y="3360738"/>
          <p14:tracePt t="52979" x="10498138" y="3286125"/>
          <p14:tracePt t="52991" x="10539413" y="3224213"/>
          <p14:tracePt t="53003" x="10572750" y="3170238"/>
          <p14:tracePt t="53013" x="10599738" y="3122613"/>
          <p14:tracePt t="53024" x="10641013" y="3068638"/>
          <p14:tracePt t="53037" x="10661650" y="3006725"/>
          <p14:tracePt t="53047" x="10688638" y="2973388"/>
          <p14:tracePt t="53058" x="10701338" y="2946400"/>
          <p14:tracePt t="53069" x="10729913" y="2919413"/>
          <p14:tracePt t="53080" x="10736263" y="2898775"/>
          <p14:tracePt t="53091" x="10748963" y="2884488"/>
          <p14:tracePt t="53103" x="10763250" y="2871788"/>
          <p14:tracePt t="53114" x="10777538" y="2857500"/>
          <p14:tracePt t="53125" x="10790238" y="2857500"/>
          <p14:tracePt t="53136" x="10804525" y="2843213"/>
          <p14:tracePt t="53148" x="10804525" y="2830513"/>
          <p14:tracePt t="53159" x="10810875" y="2824163"/>
          <p14:tracePt t="53170" x="10825163" y="2824163"/>
          <p14:tracePt t="53181" x="10825163" y="2809875"/>
          <p14:tracePt t="53193" x="10837863" y="2795588"/>
          <p14:tracePt t="53204" x="10852150" y="2782888"/>
          <p14:tracePt t="53215" x="10852150" y="2768600"/>
          <p14:tracePt t="53226" x="10864850" y="2755900"/>
          <p14:tracePt t="53238" x="10879138" y="2747963"/>
          <p14:tracePt t="53249" x="10879138" y="2735263"/>
          <p14:tracePt t="53260" x="10885488" y="2735263"/>
          <p14:tracePt t="53271" x="10885488" y="2720975"/>
          <p14:tracePt t="53361" x="10885488" y="2735263"/>
          <p14:tracePt t="53373" x="10879138" y="2735263"/>
          <p14:tracePt t="53384" x="10879138" y="2747963"/>
          <p14:tracePt t="53406" x="10879138" y="2755900"/>
          <p14:tracePt t="53564" x="10864850" y="2755900"/>
          <p14:tracePt t="54476" x="10864850" y="2747963"/>
          <p14:tracePt t="54487" x="10852150" y="2735263"/>
          <p14:tracePt t="54498" x="10837863" y="2735263"/>
          <p14:tracePt t="54509" x="10837863" y="2720975"/>
          <p14:tracePt t="54520" x="10825163" y="2720975"/>
          <p14:tracePt t="54711" x="10810875" y="2720975"/>
          <p14:tracePt t="54835" x="10804525" y="2720975"/>
          <p14:tracePt t="57595" x="10790238" y="2720975"/>
          <p14:tracePt t="57609" x="10777538" y="2735263"/>
          <p14:tracePt t="57617" x="10763250" y="2735263"/>
          <p14:tracePt t="57626" x="10748963" y="2747963"/>
          <p14:tracePt t="57637" x="10736263" y="2768600"/>
          <p14:tracePt t="57648" x="10729913" y="2795588"/>
          <p14:tracePt t="57661" x="10729913" y="2809875"/>
          <p14:tracePt t="57671" x="10729913" y="2830513"/>
          <p14:tracePt t="57683" x="10729913" y="2857500"/>
          <p14:tracePt t="57694" x="10736263" y="2898775"/>
          <p14:tracePt t="57705" x="10748963" y="2919413"/>
          <p14:tracePt t="57715" x="10777538" y="2946400"/>
          <p14:tracePt t="57727" x="10810875" y="2973388"/>
          <p14:tracePt t="57738" x="10825163" y="2994025"/>
          <p14:tracePt t="57749" x="10864850" y="3006725"/>
          <p14:tracePt t="57760" x="10879138" y="3006725"/>
          <p14:tracePt t="57771" x="10899775" y="3021013"/>
          <p14:tracePt t="57783" x="10912475" y="3021013"/>
          <p14:tracePt t="57794" x="10926763" y="3021013"/>
          <p14:tracePt t="57805" x="10939463" y="3006725"/>
          <p14:tracePt t="57817" x="10953750" y="2994025"/>
          <p14:tracePt t="57839" x="10968038" y="2973388"/>
          <p14:tracePt t="57850" x="10974388" y="2946400"/>
          <p14:tracePt t="57862" x="10974388" y="2919413"/>
          <p14:tracePt t="57873" x="10974388" y="2884488"/>
          <p14:tracePt t="57884" x="10974388" y="2843213"/>
          <p14:tracePt t="57895" x="10974388" y="2809875"/>
          <p14:tracePt t="57907" x="10974388" y="2782888"/>
          <p14:tracePt t="57919" x="10968038" y="2747963"/>
          <p14:tracePt t="57929" x="10953750" y="2735263"/>
          <p14:tracePt t="57940" x="10939463" y="2720975"/>
          <p14:tracePt t="57951" x="10939463" y="2708275"/>
          <p14:tracePt t="57963" x="10926763" y="2708275"/>
          <p14:tracePt t="57974" x="10912475" y="2693988"/>
          <p14:tracePt t="58019" x="10899775" y="2693988"/>
          <p14:tracePt t="58030" x="10899775" y="2708275"/>
          <p14:tracePt t="58042" x="10885488" y="2708275"/>
          <p14:tracePt t="58064" x="10879138" y="2708275"/>
          <p14:tracePt t="58086" x="10864850" y="2708275"/>
          <p14:tracePt t="58098" x="10852150" y="2708275"/>
          <p14:tracePt t="58109" x="10837863" y="2720975"/>
          <p14:tracePt t="58120" x="10825163" y="2720975"/>
          <p14:tracePt t="58132" x="10810875" y="2735263"/>
          <p14:tracePt t="58143" x="10804525" y="2747963"/>
          <p14:tracePt t="58176" x="10790238" y="2768600"/>
          <p14:tracePt t="58179" x="10777538" y="2782888"/>
          <p14:tracePt t="58188" x="10763250" y="2809875"/>
          <p14:tracePt t="58194" x="10748963" y="2824163"/>
          <p14:tracePt t="58199" x="10748963" y="2830513"/>
          <p14:tracePt t="58211" x="10748963" y="2843213"/>
          <p14:tracePt t="58222" x="10748963" y="2857500"/>
          <p14:tracePt t="58322" x="10763250" y="2857500"/>
          <p14:tracePt t="58446" x="10777538" y="2843213"/>
          <p14:tracePt t="58458" x="10804525" y="2843213"/>
          <p14:tracePt t="58469" x="10825163" y="2843213"/>
          <p14:tracePt t="58480" x="10852150" y="2843213"/>
          <p14:tracePt t="58492" x="10879138" y="2843213"/>
          <p14:tracePt t="58503" x="10912475" y="2857500"/>
          <p14:tracePt t="58515" x="10953750" y="2857500"/>
          <p14:tracePt t="58525" x="10974388" y="2857500"/>
          <p14:tracePt t="58537" x="11001375" y="2857500"/>
          <p14:tracePt t="58548" x="11015663" y="2843213"/>
          <p14:tracePt t="58559" x="11028363" y="2843213"/>
          <p14:tracePt t="58570" x="11042650" y="2843213"/>
          <p14:tracePt t="61497" x="11028363" y="2857500"/>
          <p14:tracePt t="61507" x="11028363" y="2871788"/>
          <p14:tracePt t="61529" x="11015663" y="2898775"/>
          <p14:tracePt t="61540" x="10987088" y="2932113"/>
          <p14:tracePt t="61552" x="10968038" y="2986088"/>
          <p14:tracePt t="61563" x="10926763" y="3033713"/>
          <p14:tracePt t="61574" x="10885488" y="3122613"/>
          <p14:tracePt t="61585" x="10852150" y="3197225"/>
          <p14:tracePt t="61597" x="10837863" y="3259138"/>
          <p14:tracePt t="61609" x="10810875" y="3333750"/>
          <p14:tracePt t="61620" x="10804525" y="3395663"/>
          <p14:tracePt t="61630" x="10777538" y="3470275"/>
          <p14:tracePt t="61642" x="10763250" y="3538538"/>
          <p14:tracePt t="61654" x="10736263" y="3613150"/>
          <p14:tracePt t="61664" x="10729913" y="3673475"/>
          <p14:tracePt t="61675" x="10715625" y="3735388"/>
          <p14:tracePt t="61687" x="10715625" y="3776663"/>
          <p14:tracePt t="61700" x="10701338" y="3824288"/>
          <p14:tracePt t="61710" x="10674350" y="3851275"/>
          <p14:tracePt t="61721" x="10661650" y="3871913"/>
          <p14:tracePt t="61733" x="10647363" y="3884613"/>
          <p14:tracePt t="61743" x="10626725" y="3884613"/>
          <p14:tracePt t="61754" x="10587038" y="3884613"/>
          <p14:tracePt t="61766" x="10572750" y="3884613"/>
          <p14:tracePt t="61777" x="10566400" y="3884613"/>
          <p14:tracePt t="62002" x="10572750" y="3884613"/>
          <p14:tracePt t="62103" x="10587038" y="3884613"/>
          <p14:tracePt t="62114" x="10599738" y="3884613"/>
          <p14:tracePt t="62125" x="10614025" y="3884613"/>
          <p14:tracePt t="62149" x="10626725" y="3884613"/>
          <p14:tracePt t="62159" x="10641013" y="3884613"/>
          <p14:tracePt t="62170" x="10647363" y="3884613"/>
          <p14:tracePt t="62182" x="10661650" y="3884613"/>
          <p14:tracePt t="62193" x="10674350" y="3884613"/>
          <p14:tracePt t="62215" x="10688638" y="3884613"/>
          <p14:tracePt t="62227" x="10701338" y="3884613"/>
          <p14:tracePt t="62238" x="10715625" y="3884613"/>
          <p14:tracePt t="62249" x="10736263" y="3884613"/>
          <p14:tracePt t="62260" x="10748963" y="3884613"/>
          <p14:tracePt t="62271" x="10777538" y="3884613"/>
          <p14:tracePt t="62283" x="10810875" y="3898900"/>
          <p14:tracePt t="62294" x="10837863" y="3898900"/>
          <p14:tracePt t="62305" x="10879138" y="3898900"/>
          <p14:tracePt t="62317" x="10926763" y="3898900"/>
          <p14:tracePt t="62328" x="10974388" y="3911600"/>
          <p14:tracePt t="62339" x="11028363" y="3911600"/>
          <p14:tracePt t="62361" x="11090275" y="3911600"/>
          <p14:tracePt t="62364" x="11137900" y="3898900"/>
          <p14:tracePt t="62373" x="11164888" y="3898900"/>
          <p14:tracePt t="62385" x="11191875" y="3884613"/>
          <p14:tracePt t="62396" x="11212513" y="3884613"/>
          <p14:tracePt t="62409" x="11212513" y="3871913"/>
          <p14:tracePt t="62418" x="11212513" y="3863975"/>
          <p14:tracePt t="62429" x="11212513" y="3836988"/>
          <p14:tracePt t="62441" x="11191875" y="3824288"/>
          <p14:tracePt t="62452" x="11164888" y="3795713"/>
          <p14:tracePt t="62463" x="11137900" y="3776663"/>
          <p14:tracePt t="62475" x="11090275" y="3762375"/>
          <p14:tracePt t="62485" x="11042650" y="3748088"/>
          <p14:tracePt t="62496" x="11001375" y="3735388"/>
          <p14:tracePt t="62509" x="10939463" y="3735388"/>
          <p14:tracePt t="62519" x="10885488" y="3735388"/>
          <p14:tracePt t="62530" x="10837863" y="3748088"/>
          <p14:tracePt t="62542" x="10810875" y="3776663"/>
          <p14:tracePt t="62553" x="10763250" y="3810000"/>
          <p14:tracePt t="62564" x="10736263" y="3863975"/>
          <p14:tracePt t="62575" x="10715625" y="3911600"/>
          <p14:tracePt t="62586" x="10688638" y="3938588"/>
          <p14:tracePt t="62598" x="10688638" y="3959225"/>
          <p14:tracePt t="62610" x="10674350" y="3986213"/>
          <p14:tracePt t="62620" x="10688638" y="4000500"/>
          <p14:tracePt t="62632" x="10688638" y="4014788"/>
          <p14:tracePt t="62643" x="10701338" y="4027488"/>
          <p14:tracePt t="62654" x="10736263" y="4027488"/>
          <p14:tracePt t="62665" x="10763250" y="4033838"/>
          <p14:tracePt t="62677" x="10804525" y="4033838"/>
          <p14:tracePt t="62688" x="10852150" y="4033838"/>
          <p14:tracePt t="62699" x="10899775" y="4027488"/>
          <p14:tracePt t="62710" x="10939463" y="4014788"/>
          <p14:tracePt t="62722" x="10974388" y="4000500"/>
          <p14:tracePt t="62733" x="11001375" y="3973513"/>
          <p14:tracePt t="62744" x="11015663" y="3946525"/>
          <p14:tracePt t="62755" x="11015663" y="3938588"/>
          <p14:tracePt t="62767" x="11015663" y="3911600"/>
          <p14:tracePt t="62778" x="11015663" y="3884613"/>
          <p14:tracePt t="62789" x="11001375" y="3863975"/>
          <p14:tracePt t="62800" x="10968038" y="3836988"/>
          <p14:tracePt t="62812" x="10926763" y="3810000"/>
          <p14:tracePt t="62823" x="10885488" y="3795713"/>
          <p14:tracePt t="62834" x="10864850" y="3795713"/>
          <p14:tracePt t="62845" x="10825163" y="3795713"/>
          <p14:tracePt t="62857" x="10804525" y="3795713"/>
          <p14:tracePt t="62868" x="10790238" y="3810000"/>
          <p14:tracePt t="62879" x="10790238" y="3824288"/>
          <p14:tracePt t="62891" x="10777538" y="3836988"/>
          <p14:tracePt t="62902" x="10777538" y="3863975"/>
          <p14:tracePt t="62913" x="10790238" y="3884613"/>
          <p14:tracePt t="62925" x="10804525" y="3911600"/>
          <p14:tracePt t="62935" x="10825163" y="3938588"/>
          <p14:tracePt t="62946" x="10879138" y="3959225"/>
          <p14:tracePt t="62958" x="10912475" y="3973513"/>
          <p14:tracePt t="62969" x="10974388" y="3973513"/>
          <p14:tracePt t="62980" x="11049000" y="3973513"/>
          <p14:tracePt t="62992" x="11102975" y="3973513"/>
          <p14:tracePt t="63003" x="11137900" y="3973513"/>
          <p14:tracePt t="63014" x="11164888" y="3959225"/>
          <p14:tracePt t="63025" x="11164888" y="3946525"/>
          <p14:tracePt t="63037" x="11164888" y="3938588"/>
          <p14:tracePt t="63048" x="11164888" y="3925888"/>
          <p14:tracePt t="63059" x="11150600" y="3898900"/>
          <p14:tracePt t="63070" x="11117263" y="3871913"/>
          <p14:tracePt t="63082" x="11063288" y="3851275"/>
          <p14:tracePt t="63093" x="11001375" y="3836988"/>
          <p14:tracePt t="63104" x="10939463" y="3824288"/>
          <p14:tracePt t="63115" x="10885488" y="3824288"/>
          <p14:tracePt t="63127" x="10864850" y="3836988"/>
          <p14:tracePt t="63138" x="10837863" y="3836988"/>
          <p14:tracePt t="63149" x="10825163" y="3851275"/>
          <p14:tracePt t="63160" x="10810875" y="3863975"/>
          <p14:tracePt t="63172" x="10810875" y="3871913"/>
          <p14:tracePt t="63183" x="10810875" y="3884613"/>
          <p14:tracePt t="63194" x="10810875" y="3911600"/>
          <p14:tracePt t="63205" x="10837863" y="3938588"/>
          <p14:tracePt t="63217" x="10879138" y="3959225"/>
          <p14:tracePt t="63228" x="10926763" y="3986213"/>
          <p14:tracePt t="63239" x="11001375" y="4000500"/>
          <p14:tracePt t="63250" x="11063288" y="4014788"/>
          <p14:tracePt t="63273" x="11137900" y="4014788"/>
          <p14:tracePt t="63275" x="11212513" y="4000500"/>
          <p14:tracePt t="63285" x="11266488" y="3973513"/>
          <p14:tracePt t="63297" x="11301413" y="3959225"/>
          <p14:tracePt t="63308" x="11328400" y="3938588"/>
          <p14:tracePt t="63318" x="11328400" y="3898900"/>
          <p14:tracePt t="63329" x="11328400" y="3863975"/>
          <p14:tracePt t="63342" x="11314113" y="3836988"/>
          <p14:tracePt t="63352" x="11280775" y="3795713"/>
          <p14:tracePt t="63363" x="11225213" y="3762375"/>
          <p14:tracePt t="63375" x="11191875" y="3735388"/>
          <p14:tracePt t="63385" x="11123613" y="3721100"/>
          <p14:tracePt t="63419" x="11049000" y="3721100"/>
          <p14:tracePt t="63421" x="10987088" y="3721100"/>
          <p14:tracePt t="63431" x="10953750" y="3735388"/>
          <p14:tracePt t="63434" x="10912475" y="3762375"/>
          <p14:tracePt t="63444" x="10885488" y="3789363"/>
          <p14:tracePt t="63453" x="10879138" y="3810000"/>
          <p14:tracePt t="63465" x="10864850" y="3836988"/>
          <p14:tracePt t="63477" x="10864850" y="3863975"/>
          <p14:tracePt t="63487" x="10879138" y="3871913"/>
          <p14:tracePt t="63498" x="10899775" y="3898900"/>
          <p14:tracePt t="63509" x="10939463" y="3925888"/>
          <p14:tracePt t="63520" x="10987088" y="3938588"/>
          <p14:tracePt t="63532" x="11063288" y="3946525"/>
          <p14:tracePt t="63543" x="11123613" y="3946525"/>
          <p14:tracePt t="63554" x="11212513" y="3946525"/>
          <p14:tracePt t="63565" x="11287125" y="3946525"/>
          <p14:tracePt t="63577" x="11355388" y="3938588"/>
          <p14:tracePt t="63588" x="11376025" y="3925888"/>
          <p14:tracePt t="63599" x="11388725" y="3911600"/>
          <p14:tracePt t="63610" x="11403013" y="3898900"/>
          <p14:tracePt t="63621" x="11403013" y="3871913"/>
          <p14:tracePt t="63633" x="11388725" y="3863975"/>
          <p14:tracePt t="63644" x="11355388" y="3836988"/>
          <p14:tracePt t="63655" x="11301413" y="3810000"/>
          <p14:tracePt t="63667" x="11239500" y="3795713"/>
          <p14:tracePt t="63678" x="11137900" y="3776663"/>
          <p14:tracePt t="63689" x="11015663" y="3776663"/>
          <p14:tracePt t="63700" x="10912475" y="3789363"/>
          <p14:tracePt t="63712" x="10852150" y="3795713"/>
          <p14:tracePt t="63723" x="10825163" y="3824288"/>
          <p14:tracePt t="63734" x="10804525" y="3863975"/>
          <p14:tracePt t="63745" x="10804525" y="3884613"/>
          <p14:tracePt t="63757" x="10810875" y="3898900"/>
          <p14:tracePt t="63768" x="10837863" y="3925888"/>
          <p14:tracePt t="63779" x="10885488" y="3946525"/>
          <p14:tracePt t="63791" x="10939463" y="3959225"/>
          <p14:tracePt t="63802" x="11015663" y="3973513"/>
          <p14:tracePt t="63813" x="11090275" y="3973513"/>
          <p14:tracePt t="63825" x="11164888" y="3973513"/>
          <p14:tracePt t="63835" x="11206163" y="3973513"/>
          <p14:tracePt t="63847" x="11239500" y="3959225"/>
          <p14:tracePt t="63858" x="11266488" y="3946525"/>
          <p14:tracePt t="63869" x="11280775" y="3925888"/>
          <p14:tracePt t="63880" x="11280775" y="3911600"/>
          <p14:tracePt t="63892" x="11280775" y="3884613"/>
          <p14:tracePt t="63903" x="11253788" y="3863975"/>
          <p14:tracePt t="63914" x="11225213" y="3824288"/>
          <p14:tracePt t="63925" x="11206163" y="3795713"/>
          <p14:tracePt t="63936" x="11177588" y="3776663"/>
          <p14:tracePt t="63948" x="11137900" y="3762375"/>
          <p14:tracePt t="63959" x="11117263" y="3748088"/>
          <p14:tracePt t="63970" x="11090275" y="3748088"/>
          <p14:tracePt t="63981" x="11049000" y="3748088"/>
          <p14:tracePt t="63993" x="11028363" y="3762375"/>
          <p14:tracePt t="64004" x="11001375" y="3762375"/>
          <p14:tracePt t="64015" x="10968038" y="3789363"/>
          <p14:tracePt t="64027" x="10939463" y="3795713"/>
          <p14:tracePt t="64038" x="10912475" y="3824288"/>
          <p14:tracePt t="64049" x="10885488" y="3836988"/>
          <p14:tracePt t="64060" x="10885488" y="3863975"/>
          <p14:tracePt t="64072" x="10879138" y="3884613"/>
          <p14:tracePt t="64083" x="10879138" y="3898900"/>
          <p14:tracePt t="64094" x="10885488" y="3925888"/>
          <p14:tracePt t="64105" x="10899775" y="3946525"/>
          <p14:tracePt t="64117" x="10912475" y="3959225"/>
          <p14:tracePt t="64128" x="10939463" y="3973513"/>
          <p14:tracePt t="64139" x="10974388" y="3986213"/>
          <p14:tracePt t="64150" x="11028363" y="4000500"/>
          <p14:tracePt t="64162" x="11075988" y="4000500"/>
          <p14:tracePt t="64173" x="11117263" y="4000500"/>
          <p14:tracePt t="64184" x="11164888" y="3986213"/>
          <p14:tracePt t="64195" x="11212513" y="3959225"/>
          <p14:tracePt t="64206" x="11239500" y="3946525"/>
          <p14:tracePt t="64218" x="11253788" y="3925888"/>
          <p14:tracePt t="64230" x="11253788" y="3898900"/>
          <p14:tracePt t="64242" x="11253788" y="3871913"/>
          <p14:tracePt t="64252" x="11253788" y="3851275"/>
          <p14:tracePt t="64263" x="11225213" y="3810000"/>
          <p14:tracePt t="64275" x="11177588" y="3789363"/>
          <p14:tracePt t="64285" x="11123613" y="3762375"/>
          <p14:tracePt t="64296" x="11075988" y="3748088"/>
          <p14:tracePt t="64308" x="11015663" y="3735388"/>
          <p14:tracePt t="64319" x="10953750" y="3735388"/>
          <p14:tracePt t="64330" x="10899775" y="3735388"/>
          <p14:tracePt t="64342" x="10852150" y="3748088"/>
          <p14:tracePt t="64353" x="10804525" y="3762375"/>
          <p14:tracePt t="64364" x="10748963" y="3789363"/>
          <p14:tracePt t="64375" x="10729913" y="3810000"/>
          <p14:tracePt t="64386" x="10701338" y="3851275"/>
          <p14:tracePt t="64398" x="10674350" y="3898900"/>
          <p14:tracePt t="64409" x="10661650" y="3946525"/>
          <p14:tracePt t="64420" x="10647363" y="3986213"/>
          <p14:tracePt t="64432" x="10661650" y="4033838"/>
          <p14:tracePt t="64465" x="10688638" y="4075113"/>
          <p14:tracePt t="64468" x="10729913" y="4110038"/>
          <p14:tracePt t="64477" x="10777538" y="4137025"/>
          <p14:tracePt t="64481" x="10852150" y="4164013"/>
          <p14:tracePt t="64489" x="10953750" y="4164013"/>
          <p14:tracePt t="64500" x="11015663" y="4164013"/>
          <p14:tracePt t="64511" x="11102975" y="4164013"/>
          <p14:tracePt t="64522" x="11177588" y="4149725"/>
          <p14:tracePt t="64533" x="11239500" y="4122738"/>
          <p14:tracePt t="64544" x="11287125" y="4110038"/>
          <p14:tracePt t="64555" x="11328400" y="4075113"/>
          <p14:tracePt t="64567" x="11355388" y="4033838"/>
          <p14:tracePt t="64578" x="11361738" y="4000500"/>
          <p14:tracePt t="64589" x="11361738" y="3973513"/>
          <p14:tracePt t="64600" x="11361738" y="3925888"/>
          <p14:tracePt t="64612" x="11341100" y="3871913"/>
          <p14:tracePt t="64623" x="11314113" y="3851275"/>
          <p14:tracePt t="64634" x="11266488" y="3795713"/>
          <p14:tracePt t="64645" x="11206163" y="3762375"/>
          <p14:tracePt t="64657" x="11137900" y="3735388"/>
          <p14:tracePt t="64668" x="11090275" y="3735388"/>
          <p14:tracePt t="64679" x="11028363" y="3721100"/>
          <p14:tracePt t="64691" x="10953750" y="3721100"/>
          <p14:tracePt t="64702" x="10899775" y="3735388"/>
          <p14:tracePt t="64713" x="10879138" y="3748088"/>
          <p14:tracePt t="64725" x="10837863" y="3776663"/>
          <p14:tracePt t="64735" x="10810875" y="3795713"/>
          <p14:tracePt t="64746" x="10804525" y="3810000"/>
          <p14:tracePt t="64758" x="10804525" y="3851275"/>
          <p14:tracePt t="64769" x="10790238" y="3871913"/>
          <p14:tracePt t="64780" x="10804525" y="3884613"/>
          <p14:tracePt t="64792" x="10804525" y="3911600"/>
          <p14:tracePt t="64803" x="10810875" y="3925888"/>
          <p14:tracePt t="64814" x="10837863" y="3938588"/>
          <p14:tracePt t="64825" x="10864850" y="3946525"/>
          <p14:tracePt t="64837" x="10879138" y="3946525"/>
          <p14:tracePt t="64848" x="10899775" y="3946525"/>
          <p14:tracePt t="64859" x="10939463" y="3946525"/>
          <p14:tracePt t="64870" x="10953750" y="3946525"/>
          <p14:tracePt t="64882" x="10974388" y="3938588"/>
          <p14:tracePt t="64893" x="10987088" y="3925888"/>
          <p14:tracePt t="64904" x="11001375" y="3911600"/>
          <p14:tracePt t="64915" x="11015663" y="3884613"/>
          <p14:tracePt t="64927" x="11015663" y="3871913"/>
          <p14:tracePt t="64938" x="11028363" y="3851275"/>
          <p14:tracePt t="64949" x="11028363" y="3836988"/>
          <p14:tracePt t="64960" x="11015663" y="3824288"/>
          <p14:tracePt t="64972" x="11015663" y="3810000"/>
          <p14:tracePt t="64983" x="11015663" y="3795713"/>
          <p14:tracePt t="64994" x="11001375" y="3789363"/>
          <p14:tracePt t="65016" x="10987088" y="3789363"/>
          <p14:tracePt t="65028" x="10974388" y="3789363"/>
          <p14:tracePt t="65039" x="10968038" y="3789363"/>
          <p14:tracePt t="65050" x="10939463" y="3789363"/>
          <p14:tracePt t="65062" x="10912475" y="3789363"/>
          <p14:tracePt t="65073" x="10879138" y="3795713"/>
          <p14:tracePt t="65084" x="10864850" y="3810000"/>
          <p14:tracePt t="65095" x="10825163" y="3824288"/>
          <p14:tracePt t="65107" x="10804525" y="3851275"/>
          <p14:tracePt t="65118" x="10777538" y="3871913"/>
          <p14:tracePt t="65129" x="10777538" y="3884613"/>
          <p14:tracePt t="65141" x="10763250" y="3898900"/>
          <p14:tracePt t="65152" x="10763250" y="3911600"/>
          <p14:tracePt t="65174" x="10777538" y="3911600"/>
          <p14:tracePt t="65196" x="10804525" y="3925888"/>
          <p14:tracePt t="65208" x="10810875" y="3925888"/>
          <p14:tracePt t="65219" x="10825163" y="3925888"/>
          <p14:tracePt t="65230" x="10852150" y="3925888"/>
          <p14:tracePt t="65242" x="10864850" y="3911600"/>
          <p14:tracePt t="65253" x="10879138" y="3911600"/>
          <p14:tracePt t="65275" x="10885488" y="3911600"/>
          <p14:tracePt t="65298" x="10885488" y="3898900"/>
          <p14:tracePt t="65489" x="10899775" y="3898900"/>
          <p14:tracePt t="65513" x="10926763" y="3898900"/>
          <p14:tracePt t="65523" x="10953750" y="3898900"/>
          <p14:tracePt t="65535" x="10974388" y="3898900"/>
          <p14:tracePt t="65546" x="10987088" y="3898900"/>
          <p14:tracePt t="65556" x="11015663" y="3898900"/>
          <p14:tracePt t="65568" x="11028363" y="3898900"/>
          <p14:tracePt t="65579" x="11042650" y="3898900"/>
          <p14:tracePt t="65601" x="11042650" y="3884613"/>
          <p14:tracePt t="65613" x="11042650" y="3871913"/>
          <p14:tracePt t="65624" x="11028363" y="3863975"/>
          <p14:tracePt t="65635" x="11015663" y="3836988"/>
          <p14:tracePt t="65647" x="11001375" y="3824288"/>
          <p14:tracePt t="65658" x="10974388" y="3795713"/>
          <p14:tracePt t="65669" x="10953750" y="3789363"/>
          <p14:tracePt t="65680" x="10926763" y="3789363"/>
          <p14:tracePt t="65694" x="10899775" y="3776663"/>
          <p14:tracePt t="65714" x="10885488" y="3776663"/>
          <p14:tracePt t="65716" x="10879138" y="3776663"/>
          <p14:tracePt t="65726" x="10864850" y="3789363"/>
          <p14:tracePt t="65748" x="10852150" y="3795713"/>
          <p14:tracePt t="65759" x="10852150" y="3824288"/>
          <p14:tracePt t="65770" x="10837863" y="3836988"/>
          <p14:tracePt t="65782" x="10837863" y="3863975"/>
          <p14:tracePt t="65795" x="10837863" y="3871913"/>
          <p14:tracePt t="65805" x="10852150" y="3898900"/>
          <p14:tracePt t="65816" x="10864850" y="3911600"/>
          <p14:tracePt t="65828" x="10879138" y="3925888"/>
          <p14:tracePt t="65838" x="10899775" y="3938588"/>
          <p14:tracePt t="65849" x="10939463" y="3938588"/>
          <p14:tracePt t="65861" x="10987088" y="3946525"/>
          <p14:tracePt t="65872" x="11028363" y="3946525"/>
          <p14:tracePt t="65883" x="11063288" y="3938588"/>
          <p14:tracePt t="65895" x="11102975" y="3938588"/>
          <p14:tracePt t="65905" x="11137900" y="3925888"/>
          <p14:tracePt t="65917" x="11150600" y="3925888"/>
          <p14:tracePt t="65928" x="11164888" y="3911600"/>
          <p14:tracePt t="65939" x="11164888" y="3898900"/>
          <p14:tracePt t="65961" x="11164888" y="3884613"/>
          <p14:tracePt t="65984" x="11164888" y="3871913"/>
          <p14:tracePt t="65995" x="11150600" y="3871913"/>
          <p14:tracePt t="66006" x="11150600" y="3863975"/>
          <p14:tracePt t="66074" x="11150600" y="3851275"/>
          <p14:tracePt t="66141" x="11137900" y="3836988"/>
          <p14:tracePt t="66164" x="11137900" y="3824288"/>
          <p14:tracePt t="66175" x="11123613" y="3810000"/>
          <p14:tracePt t="66188" x="11117263" y="3795713"/>
          <p14:tracePt t="66198" x="11090275" y="3789363"/>
          <p14:tracePt t="66210" x="11075988" y="3776663"/>
          <p14:tracePt t="66220" x="11063288" y="3762375"/>
          <p14:tracePt t="66232" x="11042650" y="3762375"/>
          <p14:tracePt t="66243" x="11028363" y="3748088"/>
          <p14:tracePt t="66255" x="11015663" y="3748088"/>
          <p14:tracePt t="66266" x="11001375" y="3735388"/>
          <p14:tracePt t="66277" x="10987088" y="3735388"/>
          <p14:tracePt t="66299" x="10974388" y="3735388"/>
          <p14:tracePt t="66321" x="10968038" y="3748088"/>
          <p14:tracePt t="66333" x="10953750" y="3748088"/>
          <p14:tracePt t="66344" x="10926763" y="3762375"/>
          <p14:tracePt t="66356" x="10899775" y="3789363"/>
          <p14:tracePt t="66367" x="10879138" y="3795713"/>
          <p14:tracePt t="66378" x="10852150" y="3795713"/>
          <p14:tracePt t="66389" x="10825163" y="3810000"/>
          <p14:tracePt t="66400" x="10810875" y="3824288"/>
          <p14:tracePt t="66411" x="10804525" y="3836988"/>
          <p14:tracePt t="66423" x="10790238" y="3836988"/>
          <p14:tracePt t="66434" x="10790238" y="3851275"/>
          <p14:tracePt t="66445" x="10790238" y="3863975"/>
          <p14:tracePt t="66468" x="10790238" y="3871913"/>
          <p14:tracePt t="66490" x="10790238" y="3884613"/>
          <p14:tracePt t="66512" x="10790238" y="3898900"/>
          <p14:tracePt t="66524" x="10804525" y="3911600"/>
          <p14:tracePt t="66535" x="10810875" y="3911600"/>
          <p14:tracePt t="66558" x="10825163" y="3925888"/>
          <p14:tracePt t="66560" x="10852150" y="3938588"/>
          <p14:tracePt t="66569" x="10879138" y="3938588"/>
          <p14:tracePt t="66581" x="10885488" y="3946525"/>
          <p14:tracePt t="66592" x="10912475" y="3946525"/>
          <p14:tracePt t="66603" x="10939463" y="3946525"/>
          <p14:tracePt t="66614" x="10953750" y="3946525"/>
          <p14:tracePt t="66625" x="10968038" y="3946525"/>
          <p14:tracePt t="66637" x="10974388" y="3946525"/>
          <p14:tracePt t="66659" x="10987088" y="3938588"/>
          <p14:tracePt t="66682" x="10987088" y="3925888"/>
          <p14:tracePt t="66684" x="11001375" y="3925888"/>
          <p14:tracePt t="66693" x="11001375" y="3898900"/>
          <p14:tracePt t="66717" x="11015663" y="3884613"/>
          <p14:tracePt t="66727" x="11015663" y="3871913"/>
          <p14:tracePt t="66738" x="11015663" y="3863975"/>
          <p14:tracePt t="73501" x="11028363" y="3789363"/>
          <p14:tracePt t="73513" x="11015663" y="3721100"/>
          <p14:tracePt t="73523" x="10987088" y="3625850"/>
          <p14:tracePt t="73534" x="10968038" y="3524250"/>
          <p14:tracePt t="73544" x="10939463" y="3449638"/>
          <p14:tracePt t="73555" x="10885488" y="3360738"/>
          <p14:tracePt t="73568" x="10852150" y="3300413"/>
          <p14:tracePt t="73578" x="10790238" y="3211513"/>
          <p14:tracePt t="73589" x="10729913" y="3149600"/>
          <p14:tracePt t="73601" x="10626725" y="3068638"/>
          <p14:tracePt t="73612" x="10498138" y="3006725"/>
          <p14:tracePt t="73623" x="10423525" y="2986088"/>
          <p14:tracePt t="73634" x="10313988" y="2959100"/>
          <p14:tracePt t="73645" x="10253663" y="2959100"/>
          <p14:tracePt t="73657" x="10171113" y="2973388"/>
          <p14:tracePt t="73668" x="10110788" y="3006725"/>
          <p14:tracePt t="73679" x="10063163" y="3048000"/>
          <p14:tracePt t="73690" x="9986963" y="3149600"/>
          <p14:tracePt t="73702" x="9947275" y="3224213"/>
          <p14:tracePt t="73713" x="9899650" y="3348038"/>
          <p14:tracePt t="73724" x="9858375" y="3462338"/>
          <p14:tracePt t="73735" x="9852025" y="3524250"/>
          <p14:tracePt t="73747" x="9852025" y="3586163"/>
          <p14:tracePt t="73758" x="9852025" y="3625850"/>
          <p14:tracePt t="73769" x="9852025" y="3646488"/>
          <p14:tracePt t="73780" x="9858375" y="3660775"/>
          <p14:tracePt t="73803" x="9872663" y="3660775"/>
          <p14:tracePt t="73814" x="9885363" y="3660775"/>
          <p14:tracePt t="73825" x="9926638" y="3660775"/>
          <p14:tracePt t="73837" x="9959975" y="3660775"/>
          <p14:tracePt t="73848" x="10001250" y="3646488"/>
          <p14:tracePt t="73859" x="10048875" y="3646488"/>
          <p14:tracePt t="73870" x="10075863" y="3646488"/>
          <p14:tracePt t="73904" x="10096500" y="3646488"/>
          <p14:tracePt t="73907" x="10110788" y="3646488"/>
          <p14:tracePt t="73919" x="10137775" y="3646488"/>
          <p14:tracePt t="73927" x="10150475" y="3646488"/>
          <p14:tracePt t="73938" x="10164763" y="3660775"/>
          <p14:tracePt t="73949" x="10185400" y="3673475"/>
          <p14:tracePt t="73960" x="10198100" y="3687763"/>
          <p14:tracePt t="73972" x="10225088" y="3708400"/>
          <p14:tracePt t="73984" x="10260013" y="3735388"/>
          <p14:tracePt t="73994" x="10301288" y="3748088"/>
          <p14:tracePt t="74005" x="10328275" y="3776663"/>
          <p14:tracePt t="74018" x="10348913" y="3795713"/>
          <p14:tracePt t="74028" x="10388600" y="3810000"/>
          <p14:tracePt t="74039" x="10409238" y="3836988"/>
          <p14:tracePt t="74051" x="10423525" y="3851275"/>
          <p14:tracePt t="74062" x="10436225" y="3851275"/>
          <p14:tracePt t="74073" x="10450513" y="3863975"/>
          <p14:tracePt t="79557" x="10463213" y="3884613"/>
          <p14:tracePt t="79564" x="10477500" y="3898900"/>
          <p14:tracePt t="79575" x="10498138" y="3911600"/>
          <p14:tracePt t="79586" x="10510838" y="3925888"/>
          <p14:tracePt t="79597" x="10510838" y="3946525"/>
          <p14:tracePt t="79608" x="10498138" y="3973513"/>
          <p14:tracePt t="79619" x="10477500" y="4014788"/>
          <p14:tracePt t="79630" x="10409238" y="4075113"/>
          <p14:tracePt t="79957" x="10423525" y="4075113"/>
          <p14:tracePt t="79968" x="10436225" y="4075113"/>
          <p14:tracePt t="79990" x="10423525" y="4062413"/>
          <p14:tracePt t="80013" x="10436225" y="4062413"/>
          <p14:tracePt t="80035" x="10450513" y="4062413"/>
          <p14:tracePt t="80047" x="10463213" y="4062413"/>
          <p14:tracePt t="80058" x="10491788" y="4062413"/>
          <p14:tracePt t="80069" x="10539413" y="4075113"/>
          <p14:tracePt t="80080" x="10599738" y="4089400"/>
          <p14:tracePt t="80092" x="10661650" y="4102100"/>
          <p14:tracePt t="80103" x="10715625" y="4102100"/>
          <p14:tracePt t="80114" x="10777538" y="4102100"/>
          <p14:tracePt t="80125" x="10825163" y="4110038"/>
          <p14:tracePt t="80137" x="10864850" y="4110038"/>
          <p14:tracePt t="80148" x="10899775" y="4110038"/>
          <p14:tracePt t="80159" x="10953750" y="4122738"/>
          <p14:tracePt t="80170" x="10974388" y="4122738"/>
          <p14:tracePt t="80238" x="11001375" y="4122738"/>
          <p14:tracePt t="80240" x="11028363" y="4137025"/>
          <p14:tracePt t="80249" x="11063288" y="4137025"/>
          <p14:tracePt t="80253" x="11090275" y="4137025"/>
          <p14:tracePt t="80263" x="11137900" y="4122738"/>
          <p14:tracePt t="80272" x="11177588" y="4102100"/>
          <p14:tracePt t="80279" x="11225213" y="4075113"/>
          <p14:tracePt t="80285" x="11266488" y="4033838"/>
          <p14:tracePt t="80286" x="11328400" y="3986213"/>
          <p14:tracePt t="80294" x="11376025" y="3925888"/>
          <p14:tracePt t="80306" x="11415713" y="3851275"/>
          <p14:tracePt t="80317" x="11436350" y="3795713"/>
          <p14:tracePt t="80328" x="11450638" y="3748088"/>
          <p14:tracePt t="80339" x="11450638" y="3721100"/>
          <p14:tracePt t="80350" x="11436350" y="3700463"/>
          <p14:tracePt t="80362" x="11430000" y="3687763"/>
          <p14:tracePt t="80373" x="11388725" y="3660775"/>
          <p14:tracePt t="80384" x="11355388" y="3646488"/>
          <p14:tracePt t="80395" x="11301413" y="3646488"/>
          <p14:tracePt t="80407" x="11206163" y="3646488"/>
          <p14:tracePt t="80418" x="11102975" y="3673475"/>
          <p14:tracePt t="80429" x="10987088" y="3708400"/>
          <p14:tracePt t="80440" x="10899775" y="3748088"/>
          <p14:tracePt t="80452" x="10804525" y="3795713"/>
          <p14:tracePt t="80463" x="10729913" y="3863975"/>
          <p14:tracePt t="80474" x="10688638" y="3911600"/>
          <p14:tracePt t="80485" x="10661650" y="3946525"/>
          <p14:tracePt t="80497" x="10661650" y="4000500"/>
          <p14:tracePt t="80508" x="10674350" y="4033838"/>
          <p14:tracePt t="80519" x="10715625" y="4089400"/>
          <p14:tracePt t="80533" x="10763250" y="4110038"/>
          <p14:tracePt t="80542" x="10837863" y="4164013"/>
          <p14:tracePt t="80553" x="10926763" y="4176713"/>
          <p14:tracePt t="80564" x="10987088" y="4184650"/>
          <p14:tracePt t="80575" x="11063288" y="4184650"/>
          <p14:tracePt t="80587" x="11150600" y="4184650"/>
          <p14:tracePt t="80599" x="11225213" y="4176713"/>
          <p14:tracePt t="80609" x="11280775" y="4149725"/>
          <p14:tracePt t="80620" x="11355388" y="4110038"/>
          <p14:tracePt t="80633" x="11403013" y="4075113"/>
          <p14:tracePt t="80643" x="11436350" y="4027488"/>
          <p14:tracePt t="80654" x="11463338" y="3973513"/>
          <p14:tracePt t="80666" x="11463338" y="3898900"/>
          <p14:tracePt t="80677" x="11450638" y="3851275"/>
          <p14:tracePt t="80688" x="11430000" y="3810000"/>
          <p14:tracePt t="80699" x="11376025" y="3776663"/>
          <p14:tracePt t="80710" x="11301413" y="3735388"/>
          <p14:tracePt t="80722" x="11191875" y="3700463"/>
          <p14:tracePt t="80733" x="11102975" y="3687763"/>
          <p14:tracePt t="80744" x="10987088" y="3673475"/>
          <p14:tracePt t="80755" x="10899775" y="3687763"/>
          <p14:tracePt t="80767" x="10825163" y="3700463"/>
          <p14:tracePt t="80778" x="10790238" y="3721100"/>
          <p14:tracePt t="80789" x="10736263" y="3748088"/>
          <p14:tracePt t="80800" x="10701338" y="3776663"/>
          <p14:tracePt t="80812" x="10674350" y="3795713"/>
          <p14:tracePt t="80823" x="10661650" y="3810000"/>
          <p14:tracePt t="80834" x="10647363" y="3836988"/>
          <p14:tracePt t="80845" x="10647363" y="3863975"/>
          <p14:tracePt t="80857" x="10647363" y="3871913"/>
          <p14:tracePt t="80868" x="10661650" y="3911600"/>
          <p14:tracePt t="80879" x="10674350" y="3938588"/>
          <p14:tracePt t="80890" x="10715625" y="3973513"/>
          <p14:tracePt t="80902" x="10736263" y="3986213"/>
          <p14:tracePt t="80913" x="10790238" y="4027488"/>
          <p14:tracePt t="80924" x="10837863" y="4033838"/>
          <p14:tracePt t="80935" x="10899775" y="4048125"/>
          <p14:tracePt t="80947" x="10953750" y="4062413"/>
          <p14:tracePt t="80958" x="11015663" y="4062413"/>
          <p14:tracePt t="80969" x="11090275" y="4048125"/>
          <p14:tracePt t="80980" x="11150600" y="4033838"/>
          <p14:tracePt t="80992" x="11239500" y="4014788"/>
          <p14:tracePt t="81004" x="11314113" y="3973513"/>
          <p14:tracePt t="81014" x="11388725" y="3938588"/>
          <p14:tracePt t="81025" x="11430000" y="3898900"/>
          <p14:tracePt t="81037" x="11463338" y="3863975"/>
          <p14:tracePt t="81049" x="11477625" y="3824288"/>
          <p14:tracePt t="81059" x="11477625" y="3789363"/>
          <p14:tracePt t="81070" x="11463338" y="3762375"/>
          <p14:tracePt t="81083" x="11430000" y="3721100"/>
          <p14:tracePt t="81093" x="11376025" y="3687763"/>
          <p14:tracePt t="81104" x="11314113" y="3660775"/>
          <p14:tracePt t="81116" x="11266488" y="3646488"/>
          <p14:tracePt t="81127" x="11177588" y="3646488"/>
          <p14:tracePt t="81138" x="11090275" y="3646488"/>
          <p14:tracePt t="81149" x="11015663" y="3646488"/>
          <p14:tracePt t="81160" x="10926763" y="3673475"/>
          <p14:tracePt t="81172" x="10837863" y="3700463"/>
          <p14:tracePt t="81183" x="10763250" y="3721100"/>
          <p14:tracePt t="81194" x="10715625" y="3748088"/>
          <p14:tracePt t="81205" x="10674350" y="3789363"/>
          <p14:tracePt t="81217" x="10641013" y="3836988"/>
          <p14:tracePt t="81239" x="10626725" y="3884613"/>
          <p14:tracePt t="81242" x="10626725" y="3938588"/>
          <p14:tracePt t="81251" x="10626725" y="3986213"/>
          <p14:tracePt t="81262" x="10641013" y="4033838"/>
          <p14:tracePt t="81273" x="10647363" y="4062413"/>
          <p14:tracePt t="81284" x="10688638" y="4102100"/>
          <p14:tracePt t="81295" x="10715625" y="4110038"/>
          <p14:tracePt t="81307" x="10748963" y="4122738"/>
          <p14:tracePt t="81318" x="10777538" y="4122738"/>
          <p14:tracePt t="81329" x="10825163" y="4122738"/>
          <p14:tracePt t="81340" x="10879138" y="4122738"/>
          <p14:tracePt t="81352" x="10912475" y="4110038"/>
          <p14:tracePt t="81363" x="10953750" y="4110038"/>
          <p14:tracePt t="81374" x="11001375" y="4089400"/>
          <p14:tracePt t="81385" x="11028363" y="4075113"/>
          <p14:tracePt t="81397" x="11042650" y="4048125"/>
          <p14:tracePt t="81408" x="11049000" y="4048125"/>
          <p14:tracePt t="81419" x="11049000" y="4033838"/>
          <p14:tracePt t="81430" x="11049000" y="4027488"/>
          <p14:tracePt t="81442" x="11049000" y="4014788"/>
          <p14:tracePt t="81453" x="11049000" y="4000500"/>
          <p14:tracePt t="81464" x="11042650" y="3986213"/>
          <p14:tracePt t="81475" x="11028363" y="3959225"/>
          <p14:tracePt t="81487" x="11015663" y="3959225"/>
          <p14:tracePt t="81499" x="11001375" y="3946525"/>
          <p14:tracePt t="81509" x="10987088" y="3938588"/>
          <p14:tracePt t="81520" x="10968038" y="3938588"/>
          <p14:tracePt t="81533" x="10953750" y="3938588"/>
          <p14:tracePt t="81543" x="10912475" y="3925888"/>
          <p14:tracePt t="81554" x="10879138" y="3925888"/>
          <p14:tracePt t="81566" x="10825163" y="3911600"/>
          <p14:tracePt t="81577" x="10777538" y="3898900"/>
          <p14:tracePt t="81588" x="10701338" y="3884613"/>
          <p14:tracePt t="81599" x="10626725" y="3863975"/>
          <p14:tracePt t="81610" x="10552113" y="3851275"/>
          <p14:tracePt t="81622" x="10450513" y="3824288"/>
          <p14:tracePt t="81633" x="10334625" y="3795713"/>
          <p14:tracePt t="81644" x="10212388" y="3776663"/>
          <p14:tracePt t="81655" x="10110788" y="3762375"/>
          <p14:tracePt t="81667" x="9986963" y="3748088"/>
          <p14:tracePt t="81678" x="9837738" y="3748088"/>
          <p14:tracePt t="81689" x="9674225" y="3748088"/>
          <p14:tracePt t="81701" x="9545638" y="3776663"/>
          <p14:tracePt t="81712" x="9375775" y="3824288"/>
          <p14:tracePt t="81723" x="9224963" y="3898900"/>
          <p14:tracePt t="81734" x="9123363" y="3946525"/>
          <p14:tracePt t="81745" x="9034463" y="4000500"/>
          <p14:tracePt t="81757" x="8974138" y="4048125"/>
          <p14:tracePt t="81768" x="8932863" y="4089400"/>
          <p14:tracePt t="81779" x="8905875" y="4102100"/>
          <p14:tracePt t="81790" x="8899525" y="4122738"/>
          <p14:tracePt t="81802" x="8899525" y="4137025"/>
          <p14:tracePt t="81813" x="8899525" y="4149725"/>
          <p14:tracePt t="81824" x="8905875" y="4149725"/>
          <p14:tracePt t="81846" x="8932863" y="4149725"/>
          <p14:tracePt t="81858" x="8959850" y="4137025"/>
          <p14:tracePt t="81869" x="8994775" y="4122738"/>
          <p14:tracePt t="81880" x="9034463" y="4122738"/>
          <p14:tracePt t="81892" x="9063038" y="4110038"/>
          <p14:tracePt t="81903" x="9069388" y="4110038"/>
          <p14:tracePt t="81914" x="9069388" y="4102100"/>
          <p14:tracePt t="81936" x="9082088" y="4102100"/>
          <p14:tracePt t="85578" x="9110663" y="4211638"/>
          <p14:tracePt t="85584" x="9144000" y="4271963"/>
          <p14:tracePt t="85595" x="9197975" y="4360863"/>
          <p14:tracePt t="85605" x="9197975" y="4387850"/>
          <p14:tracePt t="85919" x="9197975" y="4402138"/>
          <p14:tracePt t="85933" x="9212263" y="4402138"/>
          <p14:tracePt t="85942" x="9224963" y="4402138"/>
          <p14:tracePt t="85953" x="9232900" y="4402138"/>
          <p14:tracePt t="85964" x="9245600" y="4402138"/>
          <p14:tracePt t="85975" x="9259888" y="4402138"/>
          <p14:tracePt t="85987" x="9272588" y="4414838"/>
          <p14:tracePt t="85998" x="9307513" y="4429125"/>
          <p14:tracePt t="86009" x="9382125" y="4435475"/>
          <p14:tracePt t="86020" x="9498013" y="4476750"/>
          <p14:tracePt t="86032" x="9634538" y="4510088"/>
          <p14:tracePt t="86043" x="9763125" y="4565650"/>
          <p14:tracePt t="86054" x="9986963" y="4667250"/>
          <p14:tracePt t="86065" x="10272713" y="4789488"/>
          <p14:tracePt t="86077" x="10641013" y="4967288"/>
          <p14:tracePt t="86088" x="10974388" y="5116513"/>
          <p14:tracePt t="86099" x="11436350" y="5327650"/>
          <p14:tracePt t="86110" x="11906250" y="5530850"/>
          <p14:tracePt t="87393" x="12177713" y="5265738"/>
          <p14:tracePt t="87405" x="12055475" y="5191125"/>
          <p14:tracePt t="87416" x="11939588" y="5116513"/>
          <p14:tracePt t="87427" x="11852275" y="5054600"/>
          <p14:tracePt t="87439" x="11715750" y="4967288"/>
          <p14:tracePt t="87450" x="11552238" y="4878388"/>
          <p14:tracePt t="87460" x="11403013" y="4803775"/>
          <p14:tracePt t="87472" x="11266488" y="4741863"/>
          <p14:tracePt t="87483" x="11063288" y="4667250"/>
          <p14:tracePt t="87494" x="10825163" y="4578350"/>
          <p14:tracePt t="87505" x="10647363" y="4510088"/>
          <p14:tracePt t="87528" x="10402888" y="4435475"/>
          <p14:tracePt t="87530" x="10198100" y="4375150"/>
          <p14:tracePt t="87540" x="10015538" y="4327525"/>
          <p14:tracePt t="87550" x="9912350" y="4300538"/>
          <p14:tracePt t="87562" x="9783763" y="4271963"/>
          <p14:tracePt t="87573" x="9709150" y="4265613"/>
          <p14:tracePt t="87584" x="9661525" y="4265613"/>
          <p14:tracePt t="87597" x="9634538" y="4252913"/>
          <p14:tracePt t="87608" x="9620250" y="4252913"/>
          <p14:tracePt t="87618" x="9613900" y="4252913"/>
          <p14:tracePt t="87742" x="9599613" y="4238625"/>
          <p14:tracePt t="87753" x="9558338" y="4224338"/>
          <p14:tracePt t="87767" x="9510713" y="4197350"/>
          <p14:tracePt t="87776" x="9436100" y="4164013"/>
          <p14:tracePt t="87787" x="9348788" y="4137025"/>
          <p14:tracePt t="87798" x="9259888" y="4102100"/>
          <p14:tracePt t="87809" x="9144000" y="4062413"/>
          <p14:tracePt t="87820" x="9007475" y="4014788"/>
          <p14:tracePt t="87833" x="8843963" y="3973513"/>
          <p14:tracePt t="87843" x="8721725" y="3938588"/>
          <p14:tracePt t="87854" x="8558213" y="3898900"/>
          <p14:tracePt t="87867" x="8396288" y="3871913"/>
          <p14:tracePt t="87877" x="8259763" y="3863975"/>
          <p14:tracePt t="87889" x="8143875" y="3863975"/>
          <p14:tracePt t="87902" x="8021638" y="3871913"/>
          <p14:tracePt t="87911" x="7891463" y="3911600"/>
          <p14:tracePt t="87922" x="7816850" y="3946525"/>
          <p14:tracePt t="87933" x="7756525" y="3986213"/>
          <p14:tracePt t="87944" x="7729538" y="4027488"/>
          <p14:tracePt t="87955" x="7721600" y="4062413"/>
          <p14:tracePt t="87967" x="7721600" y="4089400"/>
          <p14:tracePt t="87989" x="7721600" y="4102100"/>
          <p14:tracePt t="88023" x="7721600" y="4089400"/>
          <p14:tracePt t="88034" x="7708900" y="4075113"/>
          <p14:tracePt t="88045" x="7667625" y="4048125"/>
          <p14:tracePt t="88057" x="7578725" y="4014788"/>
          <p14:tracePt t="88068" x="7443788" y="3959225"/>
          <p14:tracePt t="88079" x="7265988" y="3911600"/>
          <p14:tracePt t="88090" x="7116763" y="3863975"/>
          <p14:tracePt t="88102" x="6905625" y="3824288"/>
          <p14:tracePt t="88115" x="6715125" y="3795713"/>
          <p14:tracePt t="88125" x="6538913" y="3795713"/>
          <p14:tracePt t="88137" x="6443663" y="3795713"/>
          <p14:tracePt t="88147" x="6367463" y="3810000"/>
          <p14:tracePt t="88158" x="6313488" y="3836988"/>
          <p14:tracePt t="88169" x="6300788" y="3863975"/>
          <p14:tracePt t="88180" x="6300788" y="3884613"/>
          <p14:tracePt t="88192" x="6313488" y="3911600"/>
          <p14:tracePt t="88203" x="6367463" y="3946525"/>
          <p14:tracePt t="88214" x="6402388" y="3973513"/>
          <p14:tracePt t="88226" x="6450013" y="4000500"/>
          <p14:tracePt t="88237" x="6491288" y="4027488"/>
          <p14:tracePt t="88248" x="6503988" y="4027488"/>
          <p14:tracePt t="88418" x="6565900" y="4033838"/>
          <p14:tracePt t="88428" x="6681788" y="4033838"/>
          <p14:tracePt t="88439" x="6756400" y="4048125"/>
          <p14:tracePt t="88450" x="6831013" y="4048125"/>
          <p14:tracePt t="88462" x="6851650" y="4048125"/>
          <p14:tracePt t="88473" x="6891338" y="4033838"/>
          <p14:tracePt t="88484" x="6919913" y="4033838"/>
          <p14:tracePt t="88496" x="6926263" y="4033838"/>
          <p14:tracePt t="88507" x="6938963" y="4027488"/>
          <p14:tracePt t="88518" x="6938963" y="4014788"/>
          <p14:tracePt t="88529" x="6926263" y="3986213"/>
          <p14:tracePt t="88540" x="6905625" y="3973513"/>
          <p14:tracePt t="88553" x="6878638" y="3959225"/>
          <p14:tracePt t="88585" x="6831013" y="3938588"/>
          <p14:tracePt t="88588" x="6769100" y="3925888"/>
          <p14:tracePt t="88597" x="6688138" y="3911600"/>
          <p14:tracePt t="88603" x="6653213" y="3911600"/>
          <p14:tracePt t="88608" x="6592888" y="3911600"/>
          <p14:tracePt t="88621" x="6538913" y="3925888"/>
          <p14:tracePt t="88631" x="6503988" y="3946525"/>
          <p14:tracePt t="88643" x="6491288" y="3959225"/>
          <p14:tracePt t="88656" x="6477000" y="3986213"/>
          <p14:tracePt t="88665" x="6462713" y="4014788"/>
          <p14:tracePt t="88676" x="6462713" y="4027488"/>
          <p14:tracePt t="88687" x="6477000" y="4033838"/>
          <p14:tracePt t="88698" x="6503988" y="4048125"/>
          <p14:tracePt t="88709" x="6530975" y="4048125"/>
          <p14:tracePt t="88721" x="6565900" y="4062413"/>
          <p14:tracePt t="88732" x="6605588" y="4048125"/>
          <p14:tracePt t="88743" x="6653213" y="4048125"/>
          <p14:tracePt t="88754" x="6688138" y="4033838"/>
          <p14:tracePt t="88766" x="6715125" y="4014788"/>
          <p14:tracePt t="88777" x="6742113" y="3973513"/>
          <p14:tracePt t="88788" x="6742113" y="3938588"/>
          <p14:tracePt t="88799" x="6742113" y="3884613"/>
          <p14:tracePt t="88811" x="6715125" y="3851275"/>
          <p14:tracePt t="88822" x="6667500" y="3795713"/>
          <p14:tracePt t="88833" x="6605588" y="3748088"/>
          <p14:tracePt t="88844" x="6551613" y="3721100"/>
          <p14:tracePt t="88855" x="6477000" y="3708400"/>
          <p14:tracePt t="88867" x="6415088" y="3700463"/>
          <p14:tracePt t="88878" x="6354763" y="3708400"/>
          <p14:tracePt t="88889" x="6313488" y="3721100"/>
          <p14:tracePt t="88900" x="6280150" y="3748088"/>
          <p14:tracePt t="88912" x="6253163" y="3776663"/>
          <p14:tracePt t="88923" x="6253163" y="3795713"/>
          <p14:tracePt t="88934" x="6238875" y="3810000"/>
          <p14:tracePt t="88945" x="6253163" y="3851275"/>
          <p14:tracePt t="88957" x="6300788" y="3884613"/>
          <p14:tracePt t="88968" x="6367463" y="3925888"/>
          <p14:tracePt t="88979" x="6462713" y="3973513"/>
          <p14:tracePt t="88990" x="6565900" y="4000500"/>
          <p14:tracePt t="89003" x="6653213" y="4014788"/>
          <p14:tracePt t="89013" x="6700838" y="4014788"/>
          <p14:tracePt t="89024" x="6756400" y="4000500"/>
          <p14:tracePt t="89036" x="6777038" y="3986213"/>
          <p14:tracePt t="89047" x="6789738" y="3959225"/>
          <p14:tracePt t="89058" x="6789738" y="3938588"/>
          <p14:tracePt t="89070" x="6777038" y="3898900"/>
          <p14:tracePt t="89080" x="6756400" y="3851275"/>
          <p14:tracePt t="89092" x="6715125" y="3810000"/>
          <p14:tracePt t="89103" x="6653213" y="3776663"/>
          <p14:tracePt t="89114" x="6592888" y="3748088"/>
          <p14:tracePt t="89126" x="6530975" y="3735388"/>
          <p14:tracePt t="89137" x="6477000" y="3735388"/>
          <p14:tracePt t="89148" x="6429375" y="3748088"/>
          <p14:tracePt t="89159" x="6375400" y="3776663"/>
          <p14:tracePt t="89171" x="6340475" y="3810000"/>
          <p14:tracePt t="89182" x="6327775" y="3851275"/>
          <p14:tracePt t="89193" x="6313488" y="3898900"/>
          <p14:tracePt t="89204" x="6313488" y="3938588"/>
          <p14:tracePt t="89216" x="6340475" y="3973513"/>
          <p14:tracePt t="89227" x="6354763" y="3986213"/>
          <p14:tracePt t="89238" x="6388100" y="4027488"/>
          <p14:tracePt t="89249" x="6429375" y="4033838"/>
          <p14:tracePt t="89260" x="6462713" y="4033838"/>
          <p14:tracePt t="89272" x="6518275" y="4048125"/>
          <p14:tracePt t="89283" x="6551613" y="4033838"/>
          <p14:tracePt t="89294" x="6605588" y="4033838"/>
          <p14:tracePt t="89305" x="6626225" y="4014788"/>
          <p14:tracePt t="89317" x="6653213" y="3986213"/>
          <p14:tracePt t="89328" x="6667500" y="3959225"/>
          <p14:tracePt t="89339" x="6667500" y="3911600"/>
          <p14:tracePt t="89350" x="6653213" y="3871913"/>
          <p14:tracePt t="89362" x="6640513" y="3836988"/>
          <p14:tracePt t="89373" x="6592888" y="3789363"/>
          <p14:tracePt t="89384" x="6538913" y="3762375"/>
          <p14:tracePt t="89395" x="6477000" y="3735388"/>
          <p14:tracePt t="89407" x="6415088" y="3721100"/>
          <p14:tracePt t="89419" x="6340475" y="3721100"/>
          <p14:tracePt t="89429" x="6292850" y="3735388"/>
          <p14:tracePt t="89440" x="6211888" y="3776663"/>
          <p14:tracePt t="89453" x="6149975" y="3824288"/>
          <p14:tracePt t="89463" x="6116638" y="3871913"/>
          <p14:tracePt t="89474" x="6089650" y="3911600"/>
          <p14:tracePt t="89486" x="6075363" y="3959225"/>
          <p14:tracePt t="89497" x="6089650" y="4000500"/>
          <p14:tracePt t="89508" x="6102350" y="4027488"/>
          <p14:tracePt t="89520" x="6149975" y="4062413"/>
          <p14:tracePt t="89530" x="6238875" y="4110038"/>
          <p14:tracePt t="89542" x="6327775" y="4137025"/>
          <p14:tracePt t="89553" x="6388100" y="4149725"/>
          <p14:tracePt t="89564" x="6462713" y="4149725"/>
          <p14:tracePt t="89576" x="6538913" y="4137025"/>
          <p14:tracePt t="89587" x="6613525" y="4122738"/>
          <p14:tracePt t="89598" x="6667500" y="4102100"/>
          <p14:tracePt t="89609" x="6700838" y="4075113"/>
          <p14:tracePt t="89632" x="6715125" y="4048125"/>
          <p14:tracePt t="89635" x="6715125" y="4014788"/>
          <p14:tracePt t="89644" x="6700838" y="3973513"/>
          <p14:tracePt t="89654" x="6681788" y="3925888"/>
          <p14:tracePt t="89666" x="6626225" y="3863975"/>
          <p14:tracePt t="89677" x="6578600" y="3824288"/>
          <p14:tracePt t="89688" x="6503988" y="3789363"/>
          <p14:tracePt t="89699" x="6429375" y="3762375"/>
          <p14:tracePt t="89710" x="6367463" y="3748088"/>
          <p14:tracePt t="89722" x="6340475" y="3748088"/>
          <p14:tracePt t="89733" x="6300788" y="3762375"/>
          <p14:tracePt t="89744" x="6280150" y="3789363"/>
          <p14:tracePt t="89755" x="6253163" y="3824288"/>
          <p14:tracePt t="89767" x="6238875" y="3851275"/>
          <p14:tracePt t="89778" x="6224588" y="3898900"/>
          <p14:tracePt t="89789" x="6224588" y="3938588"/>
          <p14:tracePt t="89801" x="6238875" y="3959225"/>
          <p14:tracePt t="89812" x="6253163" y="3986213"/>
          <p14:tracePt t="89823" x="6265863" y="4014788"/>
          <p14:tracePt t="89834" x="6292850" y="4027488"/>
          <p14:tracePt t="89846" x="6313488" y="4033838"/>
          <p14:tracePt t="89857" x="6340475" y="4048125"/>
          <p14:tracePt t="89868" x="6367463" y="4062413"/>
          <p14:tracePt t="89879" x="6388100" y="4062413"/>
          <p14:tracePt t="89891" x="6402388" y="4062413"/>
          <p14:tracePt t="89903" x="6415088" y="4048125"/>
          <p14:tracePt t="89913" x="6429375" y="4048125"/>
          <p14:tracePt t="89924" x="6443663" y="4033838"/>
          <p14:tracePt t="89936" x="6450013" y="4027488"/>
          <p14:tracePt t="89947" x="6462713" y="4000500"/>
          <p14:tracePt t="89958" x="6462713" y="3973513"/>
          <p14:tracePt t="89970" x="6462713" y="3946525"/>
          <p14:tracePt t="89980" x="6450013" y="3911600"/>
          <p14:tracePt t="89992" x="6429375" y="3871913"/>
          <p14:tracePt t="90003" x="6402388" y="3836988"/>
          <p14:tracePt t="90014" x="6375400" y="3824288"/>
          <p14:tracePt t="90025" x="6354763" y="3795713"/>
          <p14:tracePt t="90037" x="6327775" y="3795713"/>
          <p14:tracePt t="90070" x="6313488" y="3810000"/>
          <p14:tracePt t="90082" x="6300788" y="3836988"/>
          <p14:tracePt t="90093" x="6300788" y="3863975"/>
          <p14:tracePt t="90104" x="6300788" y="3898900"/>
          <p14:tracePt t="90115" x="6313488" y="3938588"/>
          <p14:tracePt t="90127" x="6354763" y="3986213"/>
          <p14:tracePt t="90138" x="6375400" y="4014788"/>
          <p14:tracePt t="90149" x="6450013" y="4048125"/>
          <p14:tracePt t="90160" x="6551613" y="4062413"/>
          <p14:tracePt t="90172" x="6667500" y="4075113"/>
          <p14:tracePt t="90183" x="6756400" y="4075113"/>
          <p14:tracePt t="90194" x="6851650" y="4048125"/>
          <p14:tracePt t="90205" x="6926263" y="4027488"/>
          <p14:tracePt t="90217" x="6967538" y="4000500"/>
          <p14:tracePt t="90228" x="6980238" y="3973513"/>
          <p14:tracePt t="90239" x="6994525" y="3959225"/>
          <p14:tracePt t="90262" x="6967538" y="3959225"/>
          <p14:tracePt t="90430" x="6980238" y="3959225"/>
          <p14:tracePt t="90442" x="7015163" y="3959225"/>
          <p14:tracePt t="90453" x="7069138" y="3973513"/>
          <p14:tracePt t="90464" x="7089775" y="3973513"/>
          <p14:tracePt t="90475" x="7143750" y="3973513"/>
          <p14:tracePt t="90487" x="7177088" y="3973513"/>
          <p14:tracePt t="90498" x="7253288" y="3986213"/>
          <p14:tracePt t="90509" x="7354888" y="3986213"/>
          <p14:tracePt t="90522" x="7443788" y="3986213"/>
          <p14:tracePt t="90532" x="7593013" y="4000500"/>
          <p14:tracePt t="90543" x="7708900" y="4000500"/>
          <p14:tracePt t="90555" x="7878763" y="4000500"/>
          <p14:tracePt t="90565" x="7994650" y="4000500"/>
          <p14:tracePt t="90578" x="8129588" y="4000500"/>
          <p14:tracePt t="90591" x="8272463" y="4000500"/>
          <p14:tracePt t="90599" x="8348663" y="4000500"/>
          <p14:tracePt t="90610" x="8423275" y="4000500"/>
          <p14:tracePt t="90622" x="8456613" y="4000500"/>
          <p14:tracePt t="90633" x="8483600" y="4000500"/>
          <p14:tracePt t="90644" x="8497888" y="3986213"/>
          <p14:tracePt t="90678" x="8497888" y="3973513"/>
          <p14:tracePt t="90680" x="8483600" y="3959225"/>
          <p14:tracePt t="90690" x="8470900" y="3946525"/>
          <p14:tracePt t="90693" x="8456613" y="3938588"/>
          <p14:tracePt t="90701" x="8443913" y="3938588"/>
          <p14:tracePt t="90712" x="8423275" y="3925888"/>
          <p14:tracePt t="90723" x="8396288" y="3911600"/>
          <p14:tracePt t="90735" x="8355013" y="3898900"/>
          <p14:tracePt t="90746" x="8348663" y="3898900"/>
          <p14:tracePt t="90757" x="8320088" y="3884613"/>
          <p14:tracePt t="90768" x="8307388" y="3898900"/>
          <p14:tracePt t="90779" x="8307388" y="3911600"/>
          <p14:tracePt t="90790" x="8293100" y="3938588"/>
          <p14:tracePt t="90802" x="8307388" y="3973513"/>
          <p14:tracePt t="90813" x="8320088" y="4000500"/>
          <p14:tracePt t="90824" x="8348663" y="4033838"/>
          <p14:tracePt t="90835" x="8382000" y="4062413"/>
          <p14:tracePt t="90847" x="8456613" y="4075113"/>
          <p14:tracePt t="90858" x="8558213" y="4089400"/>
          <p14:tracePt t="90869" x="8634413" y="4102100"/>
          <p14:tracePt t="90880" x="8756650" y="4089400"/>
          <p14:tracePt t="90892" x="8885238" y="4062413"/>
          <p14:tracePt t="90903" x="8974138" y="4027488"/>
          <p14:tracePt t="90914" x="9034463" y="3986213"/>
          <p14:tracePt t="90926" x="9082088" y="3946525"/>
          <p14:tracePt t="90937" x="9096375" y="3911600"/>
          <p14:tracePt t="90948" x="9096375" y="3871913"/>
          <p14:tracePt t="90959" x="9082088" y="3851275"/>
          <p14:tracePt t="90970" x="9034463" y="3824288"/>
          <p14:tracePt t="90982" x="8974138" y="3810000"/>
          <p14:tracePt t="90993" x="8920163" y="3810000"/>
          <p14:tracePt t="91005" x="8885238" y="3824288"/>
          <p14:tracePt t="91015" x="8858250" y="3851275"/>
          <p14:tracePt t="91027" x="8843963" y="3871913"/>
          <p14:tracePt t="91039" x="8843963" y="3898900"/>
          <p14:tracePt t="91049" x="8843963" y="3911600"/>
          <p14:tracePt t="91060" x="8843963" y="3938588"/>
          <p14:tracePt t="91072" x="8843963" y="3946525"/>
          <p14:tracePt t="91083" x="8831263" y="3946525"/>
          <p14:tracePt t="91286" x="8858250" y="3946525"/>
          <p14:tracePt t="91297" x="8899525" y="3946525"/>
          <p14:tracePt t="91308" x="8994775" y="3959225"/>
          <p14:tracePt t="91319" x="9144000" y="3986213"/>
          <p14:tracePt t="91330" x="9375775" y="4014788"/>
          <p14:tracePt t="91343" x="9510713" y="4027488"/>
          <p14:tracePt t="91353" x="9709150" y="4033838"/>
          <p14:tracePt t="91365" x="9899650" y="4062413"/>
          <p14:tracePt t="91376" x="10063163" y="4089400"/>
          <p14:tracePt t="91387" x="10272713" y="4110038"/>
          <p14:tracePt t="91398" x="10450513" y="4137025"/>
          <p14:tracePt t="91409" x="10614025" y="4149725"/>
          <p14:tracePt t="91421" x="10701338" y="4164013"/>
          <p14:tracePt t="91432" x="10810875" y="4176713"/>
          <p14:tracePt t="91444" x="10912475" y="4176713"/>
          <p14:tracePt t="91457" x="10987088" y="4176713"/>
          <p14:tracePt t="91465" x="11042650" y="4176713"/>
          <p14:tracePt t="91477" x="11090275" y="4164013"/>
          <p14:tracePt t="91489" x="11123613" y="4164013"/>
          <p14:tracePt t="91499" x="11137900" y="4149725"/>
          <p14:tracePt t="91510" x="11164888" y="4137025"/>
          <p14:tracePt t="91522" x="11177588" y="4137025"/>
          <p14:tracePt t="91533" x="11206163" y="4122738"/>
          <p14:tracePt t="91544" x="11212513" y="4122738"/>
          <p14:tracePt t="91556" x="11225213" y="4122738"/>
          <p14:tracePt t="91567" x="11239500" y="4110038"/>
          <p14:tracePt t="91578" x="11253788" y="4102100"/>
          <p14:tracePt t="91589" x="11266488" y="4089400"/>
          <p14:tracePt t="91600" x="11266488" y="4062413"/>
          <p14:tracePt t="91612" x="11266488" y="4048125"/>
          <p14:tracePt t="91623" x="11266488" y="4027488"/>
          <p14:tracePt t="91634" x="11266488" y="4014788"/>
          <p14:tracePt t="91646" x="11253788" y="3986213"/>
          <p14:tracePt t="91657" x="11239500" y="3946525"/>
          <p14:tracePt t="91668" x="11225213" y="3925888"/>
          <p14:tracePt t="91679" x="11191875" y="3884613"/>
          <p14:tracePt t="91690" x="11150600" y="3851275"/>
          <p14:tracePt t="91702" x="11102975" y="3810000"/>
          <p14:tracePt t="91724" x="11063288" y="3789363"/>
          <p14:tracePt t="91727" x="11015663" y="3762375"/>
          <p14:tracePt t="91736" x="10968038" y="3735388"/>
          <p14:tracePt t="91748" x="10926763" y="3721100"/>
          <p14:tracePt t="91758" x="10879138" y="3708400"/>
          <p14:tracePt t="91769" x="10852150" y="3721100"/>
          <p14:tracePt t="91780" x="10810875" y="3735388"/>
          <p14:tracePt t="91792" x="10790238" y="3748088"/>
          <p14:tracePt t="91803" x="10748963" y="3795713"/>
          <p14:tracePt t="91825" x="10729913" y="3871913"/>
          <p14:tracePt t="91829" x="10715625" y="3946525"/>
          <p14:tracePt t="91839" x="10715625" y="4000500"/>
          <p14:tracePt t="91850" x="10729913" y="4048125"/>
          <p14:tracePt t="91860" x="10736263" y="4075113"/>
          <p14:tracePt t="91871" x="10748963" y="4102100"/>
          <p14:tracePt t="91882" x="10790238" y="4110038"/>
          <p14:tracePt t="91893" x="10825163" y="4122738"/>
          <p14:tracePt t="91905" x="10885488" y="4122738"/>
          <p14:tracePt t="91915" x="10939463" y="4122738"/>
          <p14:tracePt t="91927" x="11015663" y="4110038"/>
          <p14:tracePt t="91938" x="11102975" y="4089400"/>
          <p14:tracePt t="91949" x="11177588" y="4033838"/>
          <p14:tracePt t="91960" x="11239500" y="3986213"/>
          <p14:tracePt t="91972" x="11287125" y="3911600"/>
          <p14:tracePt t="91983" x="11328400" y="3851275"/>
          <p14:tracePt t="91994" x="11328400" y="3789363"/>
          <p14:tracePt t="92006" x="11314113" y="3748088"/>
          <p14:tracePt t="92017" x="11280775" y="3708400"/>
          <p14:tracePt t="92028" x="11239500" y="3673475"/>
          <p14:tracePt t="92039" x="11191875" y="3660775"/>
          <p14:tracePt t="92050" x="11117263" y="3633788"/>
          <p14:tracePt t="92062" x="11042650" y="3633788"/>
          <p14:tracePt t="92073" x="10953750" y="3633788"/>
          <p14:tracePt t="92084" x="10885488" y="3646488"/>
          <p14:tracePt t="92095" x="10810875" y="3660775"/>
          <p14:tracePt t="92107" x="10763250" y="3700463"/>
          <p14:tracePt t="92118" x="10715625" y="3721100"/>
          <p14:tracePt t="92129" x="10701338" y="3762375"/>
          <p14:tracePt t="92140" x="10701338" y="3795713"/>
          <p14:tracePt t="92152" x="10701338" y="3836988"/>
          <p14:tracePt t="92163" x="10729913" y="3863975"/>
          <p14:tracePt t="92174" x="10748963" y="3898900"/>
          <p14:tracePt t="92185" x="10790238" y="3925888"/>
          <p14:tracePt t="92197" x="10825163" y="3946525"/>
          <p14:tracePt t="92208" x="10864850" y="3959225"/>
          <p14:tracePt t="92219" x="10912475" y="3959225"/>
          <p14:tracePt t="92230" x="10968038" y="3959225"/>
          <p14:tracePt t="92242" x="11015663" y="3946525"/>
          <p14:tracePt t="92253" x="11042650" y="3946525"/>
          <p14:tracePt t="92264" x="11049000" y="3925888"/>
          <p14:tracePt t="92275" x="11063288" y="3911600"/>
          <p14:tracePt t="92298" x="11063288" y="3898900"/>
          <p14:tracePt t="92309" x="11063288" y="3884613"/>
          <p14:tracePt t="92321" x="11049000" y="3871913"/>
          <p14:tracePt t="92354" x="11049000" y="3863975"/>
          <p14:tracePt t="95212" x="11001375" y="3863975"/>
          <p14:tracePt t="95214" x="10953750" y="3863975"/>
          <p14:tracePt t="95224" x="10926763" y="3863975"/>
          <p14:tracePt t="95234" x="10885488" y="3863975"/>
          <p14:tracePt t="95246" x="10864850" y="3863975"/>
          <p14:tracePt t="95257" x="10837863" y="3871913"/>
          <p14:tracePt t="95268" x="10810875" y="3884613"/>
          <p14:tracePt t="95279" x="10804525" y="3911600"/>
          <p14:tracePt t="95291" x="10777538" y="3946525"/>
          <p14:tracePt t="95302" x="10777538" y="3986213"/>
          <p14:tracePt t="95313" x="10777538" y="4033838"/>
          <p14:tracePt t="95324" x="10777538" y="4075113"/>
          <p14:tracePt t="95336" x="10804525" y="4110038"/>
          <p14:tracePt t="95349" x="10825163" y="4137025"/>
          <p14:tracePt t="95359" x="10837863" y="4164013"/>
          <p14:tracePt t="95370" x="10864850" y="4176713"/>
          <p14:tracePt t="95382" x="10885488" y="4176713"/>
          <p14:tracePt t="95393" x="10912475" y="4184650"/>
          <p14:tracePt t="95405" x="10953750" y="4184650"/>
          <p14:tracePt t="95415" x="10968038" y="4184650"/>
          <p14:tracePt t="95426" x="10987088" y="4176713"/>
          <p14:tracePt t="95437" x="11015663" y="4176713"/>
          <p14:tracePt t="95448" x="11049000" y="4164013"/>
          <p14:tracePt t="95459" x="11063288" y="4149725"/>
          <p14:tracePt t="95470" x="11102975" y="4137025"/>
          <p14:tracePt t="95482" x="11137900" y="4110038"/>
          <p14:tracePt t="95493" x="11164888" y="4102100"/>
          <p14:tracePt t="95504" x="11191875" y="4062413"/>
          <p14:tracePt t="95516" x="11206163" y="4033838"/>
          <p14:tracePt t="95527" x="11212513" y="4000500"/>
          <p14:tracePt t="95538" x="11212513" y="3946525"/>
          <p14:tracePt t="95549" x="11212513" y="3925888"/>
          <p14:tracePt t="95560" x="11212513" y="3884613"/>
          <p14:tracePt t="95572" x="11206163" y="3863975"/>
          <p14:tracePt t="95583" x="11191875" y="3836988"/>
          <p14:tracePt t="95594" x="11177588" y="3810000"/>
          <p14:tracePt t="95606" x="11150600" y="3789363"/>
          <p14:tracePt t="95617" x="11123613" y="3776663"/>
          <p14:tracePt t="95628" x="11117263" y="3748088"/>
          <p14:tracePt t="95639" x="11075988" y="3735388"/>
          <p14:tracePt t="95650" x="11042650" y="3721100"/>
          <p14:tracePt t="95662" x="11001375" y="3708400"/>
          <p14:tracePt t="95673" x="10968038" y="3708400"/>
          <p14:tracePt t="95684" x="10926763" y="3708400"/>
          <p14:tracePt t="95695" x="10885488" y="3708400"/>
          <p14:tracePt t="95707" x="10864850" y="3708400"/>
          <p14:tracePt t="95718" x="10810875" y="3721100"/>
          <p14:tracePt t="95729" x="10763250" y="3748088"/>
          <p14:tracePt t="95740" x="10736263" y="3776663"/>
          <p14:tracePt t="95752" x="10701338" y="3810000"/>
          <p14:tracePt t="95763" x="10674350" y="3836988"/>
          <p14:tracePt t="95774" x="10647363" y="3884613"/>
          <p14:tracePt t="95785" x="10641013" y="3938588"/>
          <p14:tracePt t="95798" x="10641013" y="4000500"/>
          <p14:tracePt t="95808" x="10647363" y="4062413"/>
          <p14:tracePt t="95819" x="10674350" y="4110038"/>
          <p14:tracePt t="95831" x="10701338" y="4164013"/>
          <p14:tracePt t="95842" x="10729913" y="4184650"/>
          <p14:tracePt t="95853" x="10763250" y="4211638"/>
          <p14:tracePt t="95865" x="10810875" y="4238625"/>
          <p14:tracePt t="95876" x="10852150" y="4252913"/>
          <p14:tracePt t="95887" x="10899775" y="4265613"/>
          <p14:tracePt t="95898" x="10939463" y="4271963"/>
          <p14:tracePt t="95920" x="11001375" y="4271963"/>
          <p14:tracePt t="95923" x="11042650" y="4271963"/>
          <p14:tracePt t="95932" x="11102975" y="4265613"/>
          <p14:tracePt t="95944" x="11150600" y="4238625"/>
          <p14:tracePt t="95955" x="11191875" y="4211638"/>
          <p14:tracePt t="95966" x="11212513" y="4184650"/>
          <p14:tracePt t="95977" x="11225213" y="4176713"/>
          <p14:tracePt t="95988" x="11239500" y="4149725"/>
          <p14:tracePt t="95999" x="11239500" y="4122738"/>
          <p14:tracePt t="96011" x="11239500" y="4110038"/>
          <p14:tracePt t="96022" x="11225213" y="4089400"/>
          <p14:tracePt t="96033" x="11225213" y="4075113"/>
          <p14:tracePt t="96044" x="11212513" y="4048125"/>
          <p14:tracePt t="96056" x="11206163" y="4027488"/>
          <p14:tracePt t="96067" x="11177588" y="4000500"/>
          <p14:tracePt t="96078" x="11150600" y="3959225"/>
          <p14:tracePt t="96089" x="11123613" y="3938588"/>
          <p14:tracePt t="96100" x="11102975" y="3911600"/>
          <p14:tracePt t="96112" x="11075988" y="3884613"/>
          <p14:tracePt t="96123" x="11042650" y="3871913"/>
          <p14:tracePt t="96134" x="11015663" y="3863975"/>
          <p14:tracePt t="96145" x="11001375" y="3851275"/>
          <p14:tracePt t="96157" x="10987088" y="3851275"/>
          <p14:tracePt t="96168" x="10974388" y="3851275"/>
          <p14:tracePt t="96753" x="10987088" y="3851275"/>
          <p14:tracePt t="96776" x="11001375" y="3836988"/>
          <p14:tracePt t="96798" x="11015663" y="3836988"/>
          <p14:tracePt t="96809" x="11015663" y="3824288"/>
          <p14:tracePt t="96821" x="11028363" y="3824288"/>
          <p14:tracePt t="97170" x="11042650" y="3810000"/>
          <p14:tracePt t="97172" x="11042650" y="3795713"/>
          <p14:tracePt t="97180" x="11049000" y="3776663"/>
          <p14:tracePt t="97192" x="11049000" y="3748088"/>
          <p14:tracePt t="97203" x="11049000" y="3721100"/>
          <p14:tracePt t="97214" x="11042650" y="3708400"/>
          <p14:tracePt t="97226" x="11028363" y="3687763"/>
          <p14:tracePt t="97237" x="11015663" y="3673475"/>
          <p14:tracePt t="97270" x="11001375" y="3673475"/>
          <p14:tracePt t="97273" x="10974388" y="3673475"/>
          <p14:tracePt t="97282" x="10939463" y="3673475"/>
          <p14:tracePt t="97293" x="10885488" y="3687763"/>
          <p14:tracePt t="97307" x="10825163" y="3700463"/>
          <p14:tracePt t="97316" x="10736263" y="3735388"/>
          <p14:tracePt t="97328" x="10674350" y="3762375"/>
          <p14:tracePt t="97339" x="10641013" y="3795713"/>
          <p14:tracePt t="97349" x="10614025" y="3851275"/>
          <p14:tracePt t="97360" x="10587038" y="3898900"/>
          <p14:tracePt t="97372" x="10587038" y="3946525"/>
          <p14:tracePt t="97383" x="10599738" y="3973513"/>
          <p14:tracePt t="97394" x="10614025" y="4014788"/>
          <p14:tracePt t="97406" x="10641013" y="4033838"/>
          <p14:tracePt t="97417" x="10674350" y="4062413"/>
          <p14:tracePt t="97428" x="10701338" y="4075113"/>
          <p14:tracePt t="97439" x="10736263" y="4102100"/>
          <p14:tracePt t="97451" x="10777538" y="4110038"/>
          <p14:tracePt t="97462" x="10810875" y="4110038"/>
          <p14:tracePt t="97473" x="10864850" y="4122738"/>
          <p14:tracePt t="97484" x="10899775" y="4122738"/>
          <p14:tracePt t="97496" x="10926763" y="4122738"/>
          <p14:tracePt t="97507" x="10939463" y="4122738"/>
          <p14:tracePt t="97777" x="10939463" y="4110038"/>
          <p14:tracePt t="98081" x="10953750" y="4110038"/>
          <p14:tracePt t="98092" x="10968038" y="4110038"/>
          <p14:tracePt t="98103" x="10974388" y="4102100"/>
          <p14:tracePt t="98115" x="11001375" y="4102100"/>
          <p14:tracePt t="98126" x="11015663" y="4089400"/>
          <p14:tracePt t="98137" x="11042650" y="4075113"/>
          <p14:tracePt t="98148" x="11049000" y="4062413"/>
          <p14:tracePt t="98160" x="11063288" y="4062413"/>
          <p14:tracePt t="98181" x="11063288" y="4048125"/>
          <p14:tracePt t="99543" x="11090275" y="4075113"/>
          <p14:tracePt t="99556" x="11206163" y="4149725"/>
          <p14:tracePt t="99566" x="11477625" y="4340225"/>
          <p14:tracePt t="99577" x="11763375" y="4551363"/>
          <p14:tracePt t="100893" x="12090400" y="5367338"/>
          <p14:tracePt t="100904" x="11715750" y="5102225"/>
          <p14:tracePt t="100917" x="11341100" y="4864100"/>
          <p14:tracePt t="100927" x="11042650" y="4673600"/>
          <p14:tracePt t="100939" x="10864850" y="4565650"/>
          <p14:tracePt t="100951" x="10647363" y="4429125"/>
          <p14:tracePt t="100961" x="10463213" y="4313238"/>
          <p14:tracePt t="100973" x="10334625" y="4238625"/>
          <p14:tracePt t="100984" x="10212388" y="4164013"/>
          <p14:tracePt t="100995" x="10110788" y="4102100"/>
          <p14:tracePt t="101008" x="10034588" y="4062413"/>
          <p14:tracePt t="101018" x="10001250" y="4048125"/>
          <p14:tracePt t="101028" x="9986963" y="4033838"/>
          <p14:tracePt t="101039" x="9974263" y="4027488"/>
          <p14:tracePt t="101536" x="9986963" y="4027488"/>
          <p14:tracePt t="101658" x="9974263" y="4027488"/>
          <p14:tracePt t="101670" x="9959975" y="4027488"/>
          <p14:tracePt t="101681" x="9947275" y="4027488"/>
          <p14:tracePt t="101692" x="9926638" y="4033838"/>
          <p14:tracePt t="101703" x="9899650" y="4048125"/>
          <p14:tracePt t="101714" x="9872663" y="4062413"/>
          <p14:tracePt t="101726" x="9852025" y="4075113"/>
          <p14:tracePt t="101738" x="9810750" y="4089400"/>
          <p14:tracePt t="101759" x="9763125" y="4102100"/>
          <p14:tracePt t="101762" x="9709150" y="4110038"/>
          <p14:tracePt t="101772" x="9634538" y="4122738"/>
          <p14:tracePt t="102997" x="9647238" y="4122738"/>
          <p14:tracePt t="103019" x="9661525" y="4110038"/>
          <p14:tracePt t="103042" x="9674225" y="4110038"/>
          <p14:tracePt t="103154" x="9674225" y="4102100"/>
          <p14:tracePt t="103221" x="9661525" y="4102100"/>
          <p14:tracePt t="103267" x="9647238" y="4089400"/>
          <p14:tracePt t="103278" x="9620250" y="4075113"/>
          <p14:tracePt t="103283" x="9613900" y="4062413"/>
          <p14:tracePt t="103289" x="9586913" y="4033838"/>
          <p14:tracePt t="103301" x="9545638" y="4014788"/>
          <p14:tracePt t="103312" x="9498013" y="3986213"/>
          <p14:tracePt t="103323" x="9436100" y="3946525"/>
          <p14:tracePt t="103336" x="9301163" y="3898900"/>
          <p14:tracePt t="103346" x="9069388" y="3824288"/>
          <p14:tracePt t="103357" x="8843963" y="3748088"/>
          <p14:tracePt t="103369" x="8456613" y="3613150"/>
          <p14:tracePt t="103379" x="8021638" y="3482975"/>
          <p14:tracePt t="103399" x="7531100" y="3387725"/>
          <p14:tracePt t="103402" x="7177088" y="3306763"/>
          <p14:tracePt t="103417" x="6715125" y="3232150"/>
          <p14:tracePt t="103425" x="6313488" y="3184525"/>
          <p14:tracePt t="103437" x="5967413" y="3136900"/>
          <p14:tracePt t="103450" x="5789613" y="3122613"/>
          <p14:tracePt t="103459" x="5599113" y="3122613"/>
          <p14:tracePt t="103470" x="5476875" y="3109913"/>
          <p14:tracePt t="103483" x="5422900" y="3109913"/>
          <p14:tracePt t="103492" x="5375275" y="3109913"/>
          <p14:tracePt t="103818" x="5387975" y="3109913"/>
          <p14:tracePt t="103852" x="5402263" y="3109913"/>
          <p14:tracePt t="103874" x="5422900" y="3109913"/>
          <p14:tracePt t="103885" x="5435600" y="3122613"/>
          <p14:tracePt t="103897" x="5449888" y="3122613"/>
          <p14:tracePt t="103909" x="5476875" y="3122613"/>
          <p14:tracePt t="103919" x="5503863" y="3136900"/>
          <p14:tracePt t="103932" x="5538788" y="3149600"/>
          <p14:tracePt t="103942" x="5565775" y="3149600"/>
          <p14:tracePt t="103953" x="5613400" y="3157538"/>
          <p14:tracePt t="103965" x="5653088" y="3157538"/>
          <p14:tracePt t="103976" x="5729288" y="3170238"/>
          <p14:tracePt t="103987" x="5776913" y="3170238"/>
          <p14:tracePt t="103999" x="5837238" y="3170238"/>
          <p14:tracePt t="104009" x="5891213" y="3170238"/>
          <p14:tracePt t="104021" x="5911850" y="3170238"/>
          <p14:tracePt t="104032" x="5967413" y="3170238"/>
          <p14:tracePt t="104043" x="5986463" y="3170238"/>
          <p14:tracePt t="104054" x="6015038" y="3170238"/>
          <p14:tracePt t="104066" x="6042025" y="3170238"/>
          <p14:tracePt t="104077" x="6054725" y="3170238"/>
          <p14:tracePt t="104099" x="6062663" y="3157538"/>
          <p14:tracePt t="104122" x="6054725" y="3157538"/>
          <p14:tracePt t="104133" x="6042025" y="3149600"/>
          <p14:tracePt t="104144" x="6027738" y="3149600"/>
          <p14:tracePt t="104156" x="5980113" y="3136900"/>
          <p14:tracePt t="104167" x="5926138" y="3136900"/>
          <p14:tracePt t="104178" x="5837238" y="3136900"/>
          <p14:tracePt t="104189" x="5776913" y="3136900"/>
          <p14:tracePt t="104200" x="5673725" y="3149600"/>
          <p14:tracePt t="104212" x="5599113" y="3157538"/>
          <p14:tracePt t="104223" x="5565775" y="3184525"/>
          <p14:tracePt t="104234" x="5538788" y="3197225"/>
          <p14:tracePt t="104245" x="5524500" y="3224213"/>
          <p14:tracePt t="104257" x="5524500" y="3232150"/>
          <p14:tracePt t="104313" x="5510213" y="3232150"/>
          <p14:tracePt t="104594" x="5538788" y="3244850"/>
          <p14:tracePt t="104606" x="5578475" y="3259138"/>
          <p14:tracePt t="104618" x="5640388" y="3286125"/>
          <p14:tracePt t="104629" x="5729288" y="3306763"/>
          <p14:tracePt t="104639" x="5803900" y="3319463"/>
          <p14:tracePt t="104652" x="5891213" y="3360738"/>
          <p14:tracePt t="104663" x="5953125" y="3375025"/>
          <p14:tracePt t="104673" x="6027738" y="3395663"/>
          <p14:tracePt t="104684" x="6075363" y="3408363"/>
          <p14:tracePt t="104696" x="6164263" y="3435350"/>
          <p14:tracePt t="104707" x="6265863" y="3462338"/>
          <p14:tracePt t="104718" x="6340475" y="3482975"/>
          <p14:tracePt t="104729" x="6450013" y="3509963"/>
          <p14:tracePt t="104741" x="6551613" y="3538538"/>
          <p14:tracePt t="104752" x="6729413" y="3571875"/>
          <p14:tracePt t="104763" x="6851650" y="3598863"/>
          <p14:tracePt t="104774" x="7054850" y="3625850"/>
          <p14:tracePt t="104786" x="7265988" y="3660775"/>
          <p14:tracePt t="104798" x="7415213" y="3687763"/>
          <p14:tracePt t="104808" x="7605713" y="3700463"/>
          <p14:tracePt t="104822" x="7681913" y="3708400"/>
          <p14:tracePt t="104831" x="7694613" y="3708400"/>
          <p14:tracePt t="105056" x="7708900" y="3708400"/>
          <p14:tracePt t="105058" x="7756525" y="3721100"/>
          <p14:tracePt t="105067" x="7804150" y="3735388"/>
          <p14:tracePt t="105078" x="7878763" y="3748088"/>
          <p14:tracePt t="105090" x="7932738" y="3748088"/>
          <p14:tracePt t="105101" x="7994650" y="3748088"/>
          <p14:tracePt t="105112" x="8034338" y="3762375"/>
          <p14:tracePt t="105123" x="8069263" y="3762375"/>
          <p14:tracePt t="105134" x="8096250" y="3762375"/>
          <p14:tracePt t="105146" x="8110538" y="3762375"/>
          <p14:tracePt t="105179" x="8110538" y="3748088"/>
          <p14:tracePt t="105192" x="8096250" y="3748088"/>
          <p14:tracePt t="105202" x="8054975" y="3748088"/>
          <p14:tracePt t="105213" x="7980363" y="3735388"/>
          <p14:tracePt t="105225" x="7872413" y="3721100"/>
          <p14:tracePt t="105236" x="7756525" y="3700463"/>
          <p14:tracePt t="105247" x="7531100" y="3660775"/>
          <p14:tracePt t="105258" x="7245350" y="3613150"/>
          <p14:tracePt t="105269" x="6938963" y="3557588"/>
          <p14:tracePt t="105280" x="6742113" y="3538538"/>
          <p14:tracePt t="105292" x="6503988" y="3497263"/>
          <p14:tracePt t="105314" x="6327775" y="3470275"/>
          <p14:tracePt t="105317" x="6280150" y="3470275"/>
          <p14:tracePt t="105506" x="6300788" y="3462338"/>
          <p14:tracePt t="105508" x="6367463" y="3470275"/>
          <p14:tracePt t="105517" x="6415088" y="3470275"/>
          <p14:tracePt t="105528" x="6462713" y="3482975"/>
          <p14:tracePt t="105540" x="6518275" y="3482975"/>
          <p14:tracePt t="105552" x="6538913" y="3482975"/>
          <p14:tracePt t="105562" x="6578600" y="3482975"/>
          <p14:tracePt t="105573" x="6592888" y="3482975"/>
          <p14:tracePt t="105584" x="6605588" y="3482975"/>
          <p14:tracePt t="105607" x="6613525" y="3482975"/>
          <p14:tracePt t="105618" x="6626225" y="3470275"/>
          <p14:tracePt t="105641" x="6613525" y="3462338"/>
          <p14:tracePt t="105652" x="6605588" y="3449638"/>
          <p14:tracePt t="105663" x="6578600" y="3435350"/>
          <p14:tracePt t="105675" x="6551613" y="3422650"/>
          <p14:tracePt t="105686" x="6518275" y="3422650"/>
          <p14:tracePt t="105697" x="6443663" y="3408363"/>
          <p14:tracePt t="105709" x="6340475" y="3408363"/>
          <p14:tracePt t="105719" x="6238875" y="3408363"/>
          <p14:tracePt t="105732" x="6054725" y="3408363"/>
          <p14:tracePt t="105743" x="5803900" y="3408363"/>
          <p14:tracePt t="105754" x="5599113" y="3408363"/>
          <p14:tracePt t="105764" x="5286375" y="3395663"/>
          <p14:tracePt t="105776" x="4959350" y="3375025"/>
          <p14:tracePt t="105788" x="4613275" y="3333750"/>
          <p14:tracePt t="105798" x="4375150" y="3306763"/>
          <p14:tracePt t="105811" x="4081463" y="3259138"/>
          <p14:tracePt t="105821" x="3898900" y="3224213"/>
          <p14:tracePt t="105832" x="3768725" y="3211513"/>
          <p14:tracePt t="105843" x="3721100" y="3197225"/>
          <p14:tracePt t="105854" x="3694113" y="3184525"/>
          <p14:tracePt t="105866" x="3681413" y="3170238"/>
          <p14:tracePt t="105888" x="3681413" y="3157538"/>
          <p14:tracePt t="106203" x="3681413" y="3170238"/>
          <p14:tracePt t="106237" x="3673475" y="3170238"/>
          <p14:tracePt t="106293" x="3681413" y="3184525"/>
          <p14:tracePt t="106327" x="3673475" y="3197225"/>
          <p14:tracePt t="106338" x="3660775" y="3211513"/>
          <p14:tracePt t="106350" x="3633788" y="3224213"/>
          <p14:tracePt t="106363" x="3586163" y="3244850"/>
          <p14:tracePt t="106372" x="3509963" y="3286125"/>
          <p14:tracePt t="106384" x="3381375" y="3348038"/>
          <p14:tracePt t="106407" x="3292475" y="3387725"/>
          <p14:tracePt t="106408" x="3197225" y="3422650"/>
          <p14:tracePt t="106417" x="3109913" y="3449638"/>
          <p14:tracePt t="106428" x="3048000" y="3462338"/>
          <p14:tracePt t="106439" x="3006725" y="3462338"/>
          <p14:tracePt t="106451" x="2994025" y="3462338"/>
          <p14:tracePt t="106484" x="3006725" y="3462338"/>
          <p14:tracePt t="106496" x="3021013" y="3449638"/>
          <p14:tracePt t="106507" x="3048000" y="3435350"/>
          <p14:tracePt t="106518" x="3068638" y="3435350"/>
          <p14:tracePt t="106529" x="3122613" y="3435350"/>
          <p14:tracePt t="106540" x="3184525" y="3435350"/>
          <p14:tracePt t="106552" x="3292475" y="3462338"/>
          <p14:tracePt t="106563" x="3408363" y="3470275"/>
          <p14:tracePt t="106574" x="3598863" y="3497263"/>
          <p14:tracePt t="106586" x="3843338" y="3557588"/>
          <p14:tracePt t="106597" x="4122738" y="3613150"/>
          <p14:tracePt t="106608" x="4333875" y="3660775"/>
          <p14:tracePt t="106619" x="4586288" y="3708400"/>
          <p14:tracePt t="106632" x="4762500" y="3735388"/>
          <p14:tracePt t="106642" x="4851400" y="3748088"/>
          <p14:tracePt t="106654" x="4926013" y="3762375"/>
          <p14:tracePt t="106664" x="4959350" y="3762375"/>
          <p14:tracePt t="106676" x="4973638" y="3762375"/>
          <p14:tracePt t="106698" x="4938713" y="3762375"/>
          <p14:tracePt t="107114" x="4946650" y="3762375"/>
          <p14:tracePt t="107116" x="5000625" y="3762375"/>
          <p14:tracePt t="107126" x="5048250" y="3776663"/>
          <p14:tracePt t="107137" x="5137150" y="3789363"/>
          <p14:tracePt t="107149" x="5253038" y="3795713"/>
          <p14:tracePt t="107160" x="5313363" y="3795713"/>
          <p14:tracePt t="107172" x="5422900" y="3795713"/>
          <p14:tracePt t="107185" x="5510213" y="3795713"/>
          <p14:tracePt t="107194" x="5661025" y="3795713"/>
          <p14:tracePt t="107204" x="5762625" y="3789363"/>
          <p14:tracePt t="107217" x="5864225" y="3776663"/>
          <p14:tracePt t="107227" x="5938838" y="3748088"/>
          <p14:tracePt t="107238" x="5967413" y="3735388"/>
          <p14:tracePt t="107250" x="5980113" y="3735388"/>
          <p14:tracePt t="107261" x="5967413" y="3721100"/>
          <p14:tracePt t="107272" x="5926138" y="3708400"/>
          <p14:tracePt t="107284" x="5878513" y="3687763"/>
          <p14:tracePt t="107294" x="5741988" y="3660775"/>
          <p14:tracePt t="107306" x="5538788" y="3633788"/>
          <p14:tracePt t="107317" x="5265738" y="3625850"/>
          <p14:tracePt t="107328" x="5027613" y="3646488"/>
          <p14:tracePt t="107339" x="4625975" y="3748088"/>
          <p14:tracePt t="107351" x="4211638" y="3959225"/>
          <p14:tracePt t="107362" x="3959225" y="4164013"/>
          <p14:tracePt t="107373" x="3762375" y="4449763"/>
          <p14:tracePt t="107384" x="3708400" y="4700588"/>
          <p14:tracePt t="107396" x="3748088" y="4911725"/>
          <p14:tracePt t="107408" x="3836988" y="5075238"/>
          <p14:tracePt t="107418" x="4006850" y="5265738"/>
          <p14:tracePt t="107452" x="4244975" y="5429250"/>
          <p14:tracePt t="107454" x="4462463" y="5545138"/>
          <p14:tracePt t="107463" x="4824413" y="5681663"/>
          <p14:tracePt t="107469" x="5164138" y="5783263"/>
          <p14:tracePt t="107476" x="5551488" y="5857875"/>
          <p14:tracePt t="107486" x="5816600" y="5864225"/>
          <p14:tracePt t="107498" x="6075363" y="5864225"/>
          <p14:tracePt t="107508" x="6211888" y="5857875"/>
          <p14:tracePt t="107519" x="6265863" y="5843588"/>
          <p14:tracePt t="107531" x="6265863" y="5830888"/>
          <p14:tracePt t="107542" x="6211888" y="5789613"/>
          <p14:tracePt t="107710" x="6238875" y="5783263"/>
          <p14:tracePt t="107722" x="6280150" y="5768975"/>
          <p14:tracePt t="107734" x="6313488" y="5756275"/>
          <p14:tracePt t="107744" x="6327775" y="5729288"/>
          <p14:tracePt t="107755" x="6327775" y="5694363"/>
          <p14:tracePt t="107767" x="6313488" y="5653088"/>
          <p14:tracePt t="107778" x="6280150" y="5605463"/>
          <p14:tracePt t="107789" x="6238875" y="5551488"/>
          <p14:tracePt t="107801" x="6191250" y="5503863"/>
          <p14:tracePt t="107812" x="6102350" y="5414963"/>
          <p14:tracePt t="107823" x="6015038" y="5327650"/>
          <p14:tracePt t="107837" x="5824538" y="5176838"/>
          <p14:tracePt t="107846" x="5578475" y="4986338"/>
          <p14:tracePt t="107857" x="5360988" y="4837113"/>
          <p14:tracePt t="107869" x="5014913" y="4586288"/>
          <p14:tracePt t="107881" x="4748213" y="4414838"/>
          <p14:tracePt t="107891" x="4319588" y="4137025"/>
          <p14:tracePt t="107904" x="4021138" y="3959225"/>
          <p14:tracePt t="107913" x="3544888" y="3687763"/>
          <p14:tracePt t="107926" x="3081338" y="3462338"/>
          <p14:tracePt t="107938" x="2809875" y="3333750"/>
          <p14:tracePt t="107947" x="2455863" y="3197225"/>
          <p14:tracePt t="107958" x="2265363" y="3136900"/>
          <p14:tracePt t="107969" x="2068513" y="3068638"/>
          <p14:tracePt t="107981" x="1931988" y="3033713"/>
          <p14:tracePt t="107992" x="1863725" y="3021013"/>
          <p14:tracePt t="108003" x="1803400" y="3021013"/>
          <p14:tracePt t="108014" x="1782763" y="3021013"/>
          <p14:tracePt t="108027" x="1768475" y="3021013"/>
          <p14:tracePt t="108038" x="1768475" y="3033713"/>
          <p14:tracePt t="108048" x="1768475" y="3048000"/>
          <p14:tracePt t="108070" x="1768475" y="3062288"/>
          <p14:tracePt t="108093" x="1768475" y="3068638"/>
          <p14:tracePt t="108115" x="1755775" y="3081338"/>
          <p14:tracePt t="108127" x="1741488" y="3095625"/>
          <p14:tracePt t="108138" x="1714500" y="3122613"/>
          <p14:tracePt t="108149" x="1693863" y="3157538"/>
          <p14:tracePt t="108160" x="1666875" y="3197225"/>
          <p14:tracePt t="108172" x="1604963" y="3232150"/>
          <p14:tracePt t="108183" x="1517650" y="3271838"/>
          <p14:tracePt t="108194" x="1428750" y="3300413"/>
          <p14:tracePt t="108206" x="1366838" y="3319463"/>
          <p14:tracePt t="108217" x="1292225" y="3333750"/>
          <p14:tracePt t="108228" x="1238250" y="3348038"/>
          <p14:tracePt t="108239" x="1204913" y="3360738"/>
          <p14:tracePt t="108251" x="1176338" y="3360738"/>
          <p14:tracePt t="108262" x="1143000" y="3360738"/>
          <p14:tracePt t="108274" x="1054100" y="3348038"/>
          <p14:tracePt t="108285" x="952500" y="3333750"/>
          <p14:tracePt t="108610" x="952500" y="3348038"/>
          <p14:tracePt t="108622" x="952500" y="3333750"/>
          <p14:tracePt t="108633" x="952500" y="3348038"/>
          <p14:tracePt t="108644" x="938213" y="3348038"/>
          <p14:tracePt t="108655" x="925513" y="3348038"/>
          <p14:tracePt t="108667" x="911225" y="3348038"/>
          <p14:tracePt t="108678" x="911225" y="3360738"/>
          <p14:tracePt t="108689" x="904875" y="3360738"/>
          <p14:tracePt t="108701" x="890588" y="3375025"/>
          <p14:tracePt t="108712" x="863600" y="3387725"/>
          <p14:tracePt t="108723" x="850900" y="3395663"/>
          <p14:tracePt t="108735" x="836613" y="3408363"/>
          <p14:tracePt t="108745" x="803275" y="3422650"/>
          <p14:tracePt t="108757" x="776288" y="3422650"/>
          <p14:tracePt t="108769" x="762000" y="3435350"/>
          <p14:tracePt t="108779" x="741363" y="3449638"/>
          <p14:tracePt t="108790" x="714375" y="3462338"/>
          <p14:tracePt t="108802" x="700088" y="3462338"/>
          <p14:tracePt t="108813" x="687388" y="3470275"/>
          <p14:tracePt t="108824" x="666750" y="3482975"/>
          <p14:tracePt t="108836" x="639763" y="3482975"/>
          <p14:tracePt t="108847" x="625475" y="3497263"/>
          <p14:tracePt t="108858" x="612775" y="3497263"/>
          <p14:tracePt t="108869" x="598488" y="3509963"/>
          <p14:tracePt t="108881" x="592138" y="3509963"/>
          <p14:tracePt t="108892" x="577850" y="3524250"/>
          <p14:tracePt t="108903" x="565150" y="3524250"/>
          <p14:tracePt t="108914" x="550863" y="3524250"/>
          <p14:tracePt t="108926" x="538163" y="3524250"/>
          <p14:tracePt t="108948" x="523875" y="3524250"/>
          <p14:tracePt t="108959" x="503238" y="3524250"/>
          <p14:tracePt t="108971" x="476250" y="3509963"/>
          <p14:tracePt t="108982" x="461963" y="3509963"/>
          <p14:tracePt t="108994" x="434975" y="3497263"/>
          <p14:tracePt t="109005" x="428625" y="3497263"/>
          <p14:tracePt t="109017" x="414338" y="3497263"/>
          <p14:tracePt t="109027" x="401638" y="3497263"/>
          <p14:tracePt t="109038" x="387350" y="3497263"/>
          <p14:tracePt t="109060" x="374650" y="3497263"/>
          <p14:tracePt t="109128" x="387350" y="3497263"/>
          <p14:tracePt t="109139" x="387350" y="3482975"/>
          <p14:tracePt t="109150" x="401638" y="3482975"/>
          <p14:tracePt t="109162" x="428625" y="3482975"/>
          <p14:tracePt t="109173" x="461963" y="3482975"/>
          <p14:tracePt t="109184" x="503238" y="3482975"/>
          <p14:tracePt t="109196" x="577850" y="3497263"/>
          <p14:tracePt t="109207" x="666750" y="3497263"/>
          <p14:tracePt t="109218" x="762000" y="3509963"/>
          <p14:tracePt t="109229" x="836613" y="3524250"/>
          <p14:tracePt t="109241" x="938213" y="3524250"/>
          <p14:tracePt t="109252" x="1041400" y="3538538"/>
          <p14:tracePt t="109263" x="1101725" y="3538538"/>
          <p14:tracePt t="109274" x="1190625" y="3551238"/>
          <p14:tracePt t="109287" x="1265238" y="3551238"/>
          <p14:tracePt t="109297" x="1354138" y="3551238"/>
          <p14:tracePt t="109308" x="1401763" y="3551238"/>
          <p14:tracePt t="109320" x="1476375" y="3557588"/>
          <p14:tracePt t="109331" x="1550988" y="3557588"/>
          <p14:tracePt t="109342" x="1604963" y="3571875"/>
          <p14:tracePt t="109353" x="1639888" y="3571875"/>
          <p14:tracePt t="109364" x="1666875" y="3571875"/>
          <p14:tracePt t="109376" x="1693863" y="3586163"/>
          <p14:tracePt t="109387" x="1714500" y="3586163"/>
          <p14:tracePt t="109398" x="1728788" y="3586163"/>
          <p14:tracePt t="109420" x="1741488" y="3586163"/>
          <p14:tracePt t="109444" x="1755775" y="3598863"/>
          <p14:tracePt t="109465" x="1768475" y="3598863"/>
          <p14:tracePt t="109477" x="1782763" y="3598863"/>
          <p14:tracePt t="109488" x="1803400" y="3598863"/>
          <p14:tracePt t="109499" x="1843088" y="3613150"/>
          <p14:tracePt t="109511" x="1863725" y="3613150"/>
          <p14:tracePt t="109522" x="1931988" y="3625850"/>
          <p14:tracePt t="109533" x="2006600" y="3633788"/>
          <p14:tracePt t="109555" x="2095500" y="3646488"/>
          <p14:tracePt t="109558" x="2176463" y="3660775"/>
          <p14:tracePt t="109567" x="2319338" y="3660775"/>
          <p14:tracePt t="109580" x="2428875" y="3673475"/>
          <p14:tracePt t="109589" x="2557463" y="3673475"/>
          <p14:tracePt t="109601" x="2633663" y="3660775"/>
          <p14:tracePt t="109612" x="2708275" y="3646488"/>
          <p14:tracePt t="109623" x="2782888" y="3633788"/>
          <p14:tracePt t="109634" x="2830513" y="3613150"/>
          <p14:tracePt t="109646" x="2857500" y="3598863"/>
          <p14:tracePt t="109657" x="2884488" y="3571875"/>
          <p14:tracePt t="109668" x="2890838" y="3557588"/>
          <p14:tracePt t="109679" x="2890838" y="3538538"/>
          <p14:tracePt t="109691" x="2884488" y="3509963"/>
          <p14:tracePt t="109705" x="2871788" y="3482975"/>
          <p14:tracePt t="109713" x="2830513" y="3449638"/>
          <p14:tracePt t="109724" x="2809875" y="3422650"/>
          <p14:tracePt t="109737" x="2741613" y="3387725"/>
          <p14:tracePt t="109747" x="2652713" y="3333750"/>
          <p14:tracePt t="109758" x="2578100" y="3306763"/>
          <p14:tracePt t="109770" x="2482850" y="3286125"/>
          <p14:tracePt t="109781" x="2366963" y="3271838"/>
          <p14:tracePt t="109792" x="2217738" y="3259138"/>
          <p14:tracePt t="109804" x="2095500" y="3271838"/>
          <p14:tracePt t="109814" x="1890713" y="3319463"/>
          <p14:tracePt t="109826" x="1693863" y="3395663"/>
          <p14:tracePt t="109837" x="1517650" y="3470275"/>
          <p14:tracePt t="109848" x="1428750" y="3509963"/>
          <p14:tracePt t="109859" x="1327150" y="3557588"/>
          <p14:tracePt t="109871" x="1252538" y="3598863"/>
          <p14:tracePt t="109882" x="1223963" y="3625850"/>
          <p14:tracePt t="109893" x="1217613" y="3660775"/>
          <p14:tracePt t="109904" x="1204913" y="3673475"/>
          <p14:tracePt t="109916" x="1204913" y="3700463"/>
          <p14:tracePt t="109927" x="1217613" y="3708400"/>
          <p14:tracePt t="109938" x="1238250" y="3721100"/>
          <p14:tracePt t="109949" x="1265238" y="3735388"/>
          <p14:tracePt t="109960" x="1306513" y="3735388"/>
          <p14:tracePt t="109972" x="1366838" y="3735388"/>
          <p14:tracePt t="109983" x="1455738" y="3735388"/>
          <p14:tracePt t="109994" x="1565275" y="3735388"/>
          <p14:tracePt t="110006" x="1652588" y="3721100"/>
          <p14:tracePt t="110017" x="1816100" y="3700463"/>
          <p14:tracePt t="110028" x="1979613" y="3660775"/>
          <p14:tracePt t="110039" x="2116138" y="3625850"/>
          <p14:tracePt t="110051" x="2217738" y="3586163"/>
          <p14:tracePt t="110062" x="2319338" y="3551238"/>
          <p14:tracePt t="110073" x="2381250" y="3509963"/>
          <p14:tracePt t="110084" x="2414588" y="3482975"/>
          <p14:tracePt t="110096" x="2428875" y="3449638"/>
          <p14:tracePt t="110107" x="2414588" y="3422650"/>
          <p14:tracePt t="110118" x="2395538" y="3395663"/>
          <p14:tracePt t="110129" x="2354263" y="3375025"/>
          <p14:tracePt t="110141" x="2265363" y="3333750"/>
          <p14:tracePt t="110152" x="2143125" y="3306763"/>
          <p14:tracePt t="110163" x="2020888" y="3286125"/>
          <p14:tracePt t="110174" x="1931988" y="3286125"/>
          <p14:tracePt t="110187" x="1816100" y="3300413"/>
          <p14:tracePt t="110197" x="1728788" y="3319463"/>
          <p14:tracePt t="110208" x="1693863" y="3360738"/>
          <p14:tracePt t="110220" x="1666875" y="3387725"/>
          <p14:tracePt t="110231" x="1666875" y="3422650"/>
          <p14:tracePt t="110242" x="1681163" y="3449638"/>
          <p14:tracePt t="110254" x="1728788" y="3482975"/>
          <p14:tracePt t="110264" x="1830388" y="3524250"/>
          <p14:tracePt t="110275" x="1993900" y="3571875"/>
          <p14:tracePt t="110287" x="2190750" y="3613150"/>
          <p14:tracePt t="110298" x="2354263" y="3625850"/>
          <p14:tracePt t="110309" x="2578100" y="3633788"/>
          <p14:tracePt t="110321" x="2755900" y="3633788"/>
          <p14:tracePt t="110332" x="2871788" y="3625850"/>
          <p14:tracePt t="110343" x="2959100" y="3613150"/>
          <p14:tracePt t="110354" x="3021013" y="3613150"/>
          <p14:tracePt t="110365" x="3048000" y="3598863"/>
          <p14:tracePt t="110377" x="3054350" y="3598863"/>
          <p14:tracePt t="110388" x="3048000" y="3586163"/>
          <p14:tracePt t="110399" x="2994025" y="3571875"/>
          <p14:tracePt t="110748" x="3006725" y="3571875"/>
          <p14:tracePt t="110804" x="3021013" y="3571875"/>
          <p14:tracePt t="110827" x="3048000" y="3571875"/>
          <p14:tracePt t="110838" x="3054350" y="3571875"/>
          <p14:tracePt t="110852" x="3081338" y="3571875"/>
          <p14:tracePt t="110861" x="3109913" y="3571875"/>
          <p14:tracePt t="110873" x="3128963" y="3571875"/>
          <p14:tracePt t="110884" x="3157538" y="3571875"/>
          <p14:tracePt t="110894" x="3184525" y="3571875"/>
          <p14:tracePt t="110906" x="3205163" y="3557588"/>
          <p14:tracePt t="110918" x="3232150" y="3557588"/>
          <p14:tracePt t="110928" x="3259138" y="3551238"/>
          <p14:tracePt t="110950" x="3259138" y="3538538"/>
          <p14:tracePt t="110962" x="3259138" y="3509963"/>
          <p14:tracePt t="110973" x="3259138" y="3482975"/>
          <p14:tracePt t="110984" x="3244850" y="3462338"/>
          <p14:tracePt t="110996" x="3232150" y="3422650"/>
          <p14:tracePt t="111007" x="3217863" y="3395663"/>
          <p14:tracePt t="111018" x="3205163" y="3375025"/>
          <p14:tracePt t="111029" x="3184525" y="3348038"/>
          <p14:tracePt t="111041" x="3170238" y="3333750"/>
          <p14:tracePt t="111052" x="3143250" y="3306763"/>
          <p14:tracePt t="111063" x="3122613" y="3300413"/>
          <p14:tracePt t="111074" x="3095625" y="3271838"/>
          <p14:tracePt t="111086" x="3068638" y="3259138"/>
          <p14:tracePt t="111097" x="3054350" y="3259138"/>
          <p14:tracePt t="111108" x="3048000" y="3259138"/>
          <p14:tracePt t="111121" x="3033713" y="3259138"/>
          <p14:tracePt t="111131" x="3021013" y="3259138"/>
          <p14:tracePt t="111153" x="3006725" y="3271838"/>
          <p14:tracePt t="111164" x="2994025" y="3271838"/>
          <p14:tracePt t="111176" x="2994025" y="3286125"/>
          <p14:tracePt t="111187" x="2994025" y="3300413"/>
          <p14:tracePt t="111209" x="3006725" y="3306763"/>
          <p14:tracePt t="111232" x="3021013" y="3306763"/>
          <p14:tracePt t="111243" x="3033713" y="3319463"/>
          <p14:tracePt t="111265" x="3021013" y="3319463"/>
          <p14:tracePt t="111277" x="2979738" y="3306763"/>
          <p14:tracePt t="111288" x="2905125" y="3300413"/>
          <p14:tracePt t="111299" x="2843213" y="3286125"/>
          <p14:tracePt t="111311" x="2816225" y="3286125"/>
          <p14:tracePt t="111322" x="2809875" y="3271838"/>
          <p14:tracePt t="111558" x="2816225" y="3271838"/>
          <p14:tracePt t="111670" x="2830513" y="3271838"/>
          <p14:tracePt t="111693" x="2843213" y="3271838"/>
          <p14:tracePt t="111704" x="2857500" y="3271838"/>
          <p14:tracePt t="111716" x="2871788" y="3286125"/>
          <p14:tracePt t="111727" x="2884488" y="3286125"/>
          <p14:tracePt t="111738" x="2890838" y="3286125"/>
          <p14:tracePt t="111750" x="2919413" y="3306763"/>
          <p14:tracePt t="111763" x="2932113" y="3306763"/>
          <p14:tracePt t="111772" x="2946400" y="3319463"/>
          <p14:tracePt t="111784" x="2959100" y="3333750"/>
          <p14:tracePt t="111797" x="2967038" y="3333750"/>
          <p14:tracePt t="111873" x="2979738" y="3333750"/>
          <p14:tracePt t="111895" x="2979738" y="3319463"/>
          <p14:tracePt t="111918" x="2979738" y="3306763"/>
          <p14:tracePt t="113988" x="2994025" y="3306763"/>
          <p14:tracePt t="114033" x="2994025" y="3319463"/>
          <p14:tracePt t="114359" x="2994025" y="3306763"/>
          <p14:tracePt t="114809" x="3006725" y="3306763"/>
          <p14:tracePt t="115102" x="3006725" y="3319463"/>
          <p14:tracePt t="116576" x="2994025" y="3319463"/>
          <p14:tracePt t="116587" x="2967038" y="3306763"/>
          <p14:tracePt t="116599" x="2932113" y="3300413"/>
          <p14:tracePt t="116611" x="2884488" y="3271838"/>
          <p14:tracePt t="116621" x="2830513" y="3259138"/>
          <p14:tracePt t="116632" x="2768600" y="3224213"/>
          <p14:tracePt t="116643" x="2720975" y="3211513"/>
          <p14:tracePt t="116654" x="2667000" y="3184525"/>
          <p14:tracePt t="116666" x="2633663" y="3157538"/>
          <p14:tracePt t="116678" x="2592388" y="3149600"/>
          <p14:tracePt t="116688" x="2557463" y="3122613"/>
          <p14:tracePt t="116700" x="2530475" y="3095625"/>
          <p14:tracePt t="116713" x="2503488" y="3081338"/>
          <p14:tracePt t="116723" x="2482850" y="3062288"/>
          <p14:tracePt t="116733" x="2455863" y="3048000"/>
          <p14:tracePt t="116745" x="2443163" y="3048000"/>
          <p14:tracePt t="116756" x="2414588" y="3033713"/>
          <p14:tracePt t="116767" x="2395538" y="3033713"/>
          <p14:tracePt t="116778" x="2366963" y="3033713"/>
          <p14:tracePt t="116789" x="2339975" y="3033713"/>
          <p14:tracePt t="116801" x="2319338" y="3033713"/>
          <p14:tracePt t="116812" x="2279650" y="3033713"/>
          <p14:tracePt t="116823" x="2259013" y="3033713"/>
          <p14:tracePt t="116834" x="2232025" y="3048000"/>
          <p14:tracePt t="116846" x="2190750" y="3062288"/>
          <p14:tracePt t="116857" x="2157413" y="3068638"/>
          <p14:tracePt t="116868" x="2128838" y="3081338"/>
          <p14:tracePt t="116890" x="2101850" y="3095625"/>
          <p14:tracePt t="116893" x="2101850" y="3109913"/>
          <p14:tracePt t="116902" x="2095500" y="3109913"/>
          <p14:tracePt t="116914" x="2081213" y="3136900"/>
          <p14:tracePt t="116924" x="2068513" y="3149600"/>
          <p14:tracePt t="116936" x="2054225" y="3157538"/>
          <p14:tracePt t="116947" x="2041525" y="3170238"/>
          <p14:tracePt t="116958" x="2027238" y="3197225"/>
          <p14:tracePt t="116969" x="2027238" y="3211513"/>
          <p14:tracePt t="116981" x="2020888" y="3224213"/>
          <p14:tracePt t="117003" x="2020888" y="3232150"/>
          <p14:tracePt t="117014" x="2020888" y="3244850"/>
          <p14:tracePt t="117037" x="2020888" y="3259138"/>
          <p14:tracePt t="117048" x="2020888" y="3271838"/>
          <p14:tracePt t="117070" x="2020888" y="3286125"/>
          <p14:tracePt t="117093" x="2027238" y="3286125"/>
          <p14:tracePt t="117104" x="2027238" y="3300413"/>
          <p14:tracePt t="117149" x="2027238" y="3306763"/>
          <p14:tracePt t="117162" x="2041525" y="3306763"/>
          <p14:tracePt t="117183" x="2041525" y="3319463"/>
          <p14:tracePt t="117205" x="2054225" y="3333750"/>
          <p14:tracePt t="117228" x="2068513" y="3348038"/>
          <p14:tracePt t="117239" x="2081213" y="3360738"/>
          <p14:tracePt t="117251" x="2081213" y="3375025"/>
          <p14:tracePt t="117262" x="2095500" y="3387725"/>
          <p14:tracePt t="117273" x="2101850" y="3387725"/>
          <p14:tracePt t="117284" x="2116138" y="3395663"/>
          <p14:tracePt t="117296" x="2128838" y="3395663"/>
          <p14:tracePt t="117307" x="2143125" y="3408363"/>
          <p14:tracePt t="117318" x="2157413" y="3408363"/>
          <p14:tracePt t="117329" x="2176463" y="3422650"/>
          <p14:tracePt t="117341" x="2205038" y="3422650"/>
          <p14:tracePt t="117352" x="2217738" y="3422650"/>
          <p14:tracePt t="117363" x="2232025" y="3422650"/>
          <p14:tracePt t="117374" x="2244725" y="3422650"/>
          <p14:tracePt t="117386" x="2259013" y="3422650"/>
          <p14:tracePt t="117397" x="2265363" y="3422650"/>
          <p14:tracePt t="117430" x="2279650" y="3422650"/>
          <p14:tracePt t="117453" x="2292350" y="3422650"/>
          <p14:tracePt t="117464" x="2292350" y="3408363"/>
          <p14:tracePt t="117487" x="2306638" y="3408363"/>
          <p14:tracePt t="117520" x="2306638" y="3395663"/>
          <p14:tracePt t="117599" x="2319338" y="3387725"/>
          <p14:tracePt t="118196" x="2339975" y="3395663"/>
          <p14:tracePt t="118199" x="2395538" y="3422650"/>
          <p14:tracePt t="118208" x="2497138" y="3462338"/>
          <p14:tracePt t="118218" x="2633663" y="3497263"/>
          <p14:tracePt t="118230" x="2755900" y="3524250"/>
          <p14:tracePt t="118241" x="2946400" y="3571875"/>
          <p14:tracePt t="118252" x="3197225" y="3625850"/>
          <p14:tracePt t="118263" x="3381375" y="3646488"/>
          <p14:tracePt t="118275" x="3619500" y="3700463"/>
          <p14:tracePt t="118286" x="3824288" y="3708400"/>
          <p14:tracePt t="118300" x="3986213" y="3735388"/>
          <p14:tracePt t="118309" x="4095750" y="3748088"/>
          <p14:tracePt t="118320" x="4224338" y="3762375"/>
          <p14:tracePt t="118332" x="4313238" y="3776663"/>
          <p14:tracePt t="118343" x="4375150" y="3789363"/>
          <p14:tracePt t="118353" x="4395788" y="3789363"/>
          <p14:tracePt t="118368" x="4422775" y="3789363"/>
          <p14:tracePt t="118376" x="4449763" y="3795713"/>
          <p14:tracePt t="118387" x="4462463" y="3795713"/>
          <p14:tracePt t="118409" x="4470400" y="3795713"/>
          <p14:tracePt t="118432" x="4483100" y="3795713"/>
          <p14:tracePt t="118443" x="4497388" y="3795713"/>
          <p14:tracePt t="118454" x="4510088" y="3795713"/>
          <p14:tracePt t="118826" x="4551363" y="3824288"/>
          <p14:tracePt t="118837" x="4586288" y="3824288"/>
          <p14:tracePt t="118850" x="4598988" y="3836988"/>
          <p14:tracePt t="118859" x="4613275" y="3824288"/>
          <p14:tracePt t="118882" x="4633913" y="3824288"/>
          <p14:tracePt t="118893" x="4660900" y="3810000"/>
          <p14:tracePt t="118905" x="4687888" y="3795713"/>
          <p14:tracePt t="118916" x="4721225" y="3789363"/>
          <p14:tracePt t="118928" x="4789488" y="3776663"/>
          <p14:tracePt t="118940" x="4872038" y="3762375"/>
          <p14:tracePt t="118950" x="4986338" y="3762375"/>
          <p14:tracePt t="118962" x="5075238" y="3748088"/>
          <p14:tracePt t="118994" x="5238750" y="3748088"/>
          <p14:tracePt t="118996" x="5414963" y="3748088"/>
          <p14:tracePt t="119006" x="5538788" y="3762375"/>
          <p14:tracePt t="119012" x="5700713" y="3762375"/>
          <p14:tracePt t="119017" x="5837238" y="3776663"/>
          <p14:tracePt t="119031" x="5926138" y="3789363"/>
          <p14:tracePt t="119041" x="5980113" y="3795713"/>
          <p14:tracePt t="119051" x="6000750" y="3795713"/>
          <p14:tracePt t="119063" x="6015038" y="3795713"/>
          <p14:tracePt t="119140" x="6015038" y="3789363"/>
          <p14:tracePt t="119163" x="6027738" y="3789363"/>
          <p14:tracePt t="119174" x="6054725" y="3776663"/>
          <p14:tracePt t="119186" x="6075363" y="3776663"/>
          <p14:tracePt t="119197" x="6116638" y="3762375"/>
          <p14:tracePt t="119208" x="6149975" y="3762375"/>
          <p14:tracePt t="119219" x="6205538" y="3762375"/>
          <p14:tracePt t="119231" x="6238875" y="3762375"/>
          <p14:tracePt t="119242" x="6265863" y="3762375"/>
          <p14:tracePt t="119253" x="6300788" y="3762375"/>
          <p14:tracePt t="119264" x="6313488" y="3762375"/>
          <p14:tracePt t="119276" x="6327775" y="3748088"/>
          <p14:tracePt t="119298" x="6340475" y="3748088"/>
          <p14:tracePt t="119332" x="6327775" y="3748088"/>
          <p14:tracePt t="119343" x="6300788" y="3748088"/>
          <p14:tracePt t="119660" x="6313488" y="3762375"/>
          <p14:tracePt t="119681" x="6327775" y="3762375"/>
          <p14:tracePt t="119692" x="6340475" y="3762375"/>
          <p14:tracePt t="119714" x="6340475" y="3748088"/>
          <p14:tracePt t="119793" x="6354763" y="3735388"/>
          <p14:tracePt t="119815" x="6367463" y="3735388"/>
          <p14:tracePt t="119828" x="6375400" y="3735388"/>
          <p14:tracePt t="119838" x="6402388" y="3735388"/>
          <p14:tracePt t="119850" x="6429375" y="3721100"/>
          <p14:tracePt t="119861" x="6450013" y="3721100"/>
          <p14:tracePt t="119883" x="6462713" y="3708400"/>
          <p14:tracePt t="119895" x="6477000" y="3708400"/>
          <p14:tracePt t="119917" x="6491288" y="3700463"/>
          <p14:tracePt t="119939" x="6503988" y="3687763"/>
          <p14:tracePt t="119962" x="6518275" y="3687763"/>
          <p14:tracePt t="119973" x="6530975" y="3673475"/>
          <p14:tracePt t="119985" x="6538913" y="3660775"/>
          <p14:tracePt t="119996" x="6565900" y="3646488"/>
          <p14:tracePt t="120008" x="6578600" y="3625850"/>
          <p14:tracePt t="120041" x="6592888" y="3613150"/>
          <p14:tracePt t="120045" x="6605588" y="3586163"/>
          <p14:tracePt t="120052" x="6613525" y="3571875"/>
          <p14:tracePt t="120055" x="6613525" y="3557588"/>
          <p14:tracePt t="120064" x="6626225" y="3557588"/>
          <p14:tracePt t="120075" x="6626225" y="3551238"/>
          <p14:tracePt t="122269" x="6667500" y="3557588"/>
          <p14:tracePt t="122271" x="6688138" y="3571875"/>
          <p14:tracePt t="122280" x="6729413" y="3571875"/>
          <p14:tracePt t="122291" x="6756400" y="3586163"/>
          <p14:tracePt t="122302" x="6804025" y="3586163"/>
          <p14:tracePt t="122313" x="6843713" y="3586163"/>
          <p14:tracePt t="122325" x="6878638" y="3586163"/>
          <p14:tracePt t="122336" x="6919913" y="3586163"/>
          <p14:tracePt t="122358" x="6938963" y="3571875"/>
          <p14:tracePt t="122363" x="6980238" y="3557588"/>
          <p14:tracePt t="122371" x="7007225" y="3551238"/>
          <p14:tracePt t="122383" x="7015163" y="3538538"/>
          <p14:tracePt t="122403" x="7042150" y="3509963"/>
          <p14:tracePt t="122415" x="7042150" y="3482975"/>
          <p14:tracePt t="122426" x="7042150" y="3470275"/>
          <p14:tracePt t="122439" x="7027863" y="3435350"/>
          <p14:tracePt t="122448" x="7015163" y="3408363"/>
          <p14:tracePt t="122459" x="7007225" y="3395663"/>
          <p14:tracePt t="122471" x="6980238" y="3387725"/>
          <p14:tracePt t="122482" x="6938963" y="3375025"/>
          <p14:tracePt t="122493" x="6891338" y="3360738"/>
          <p14:tracePt t="122505" x="6831013" y="3348038"/>
          <p14:tracePt t="122516" x="6777038" y="3333750"/>
          <p14:tracePt t="122527" x="6700838" y="3333750"/>
          <p14:tracePt t="122538" x="6626225" y="3348038"/>
          <p14:tracePt t="122549" x="6565900" y="3375025"/>
          <p14:tracePt t="122561" x="6503988" y="3395663"/>
          <p14:tracePt t="122572" x="6462713" y="3435350"/>
          <p14:tracePt t="122583" x="6443663" y="3462338"/>
          <p14:tracePt t="122594" x="6443663" y="3470275"/>
          <p14:tracePt t="122606" x="6429375" y="3497263"/>
          <p14:tracePt t="122617" x="6429375" y="3509963"/>
          <p14:tracePt t="122628" x="6443663" y="3524250"/>
          <p14:tracePt t="122639" x="6450013" y="3538538"/>
          <p14:tracePt t="122651" x="6477000" y="3551238"/>
          <p14:tracePt t="122662" x="6530975" y="3551238"/>
          <p14:tracePt t="122673" x="6592888" y="3557588"/>
          <p14:tracePt t="122684" x="6640513" y="3557588"/>
          <p14:tracePt t="122696" x="6742113" y="3557588"/>
          <p14:tracePt t="122707" x="6831013" y="3551238"/>
          <p14:tracePt t="122718" x="6891338" y="3538538"/>
          <p14:tracePt t="122729" x="6967538" y="3497263"/>
          <p14:tracePt t="122741" x="7015163" y="3470275"/>
          <p14:tracePt t="122752" x="7042150" y="3435350"/>
          <p14:tracePt t="122763" x="7042150" y="3395663"/>
          <p14:tracePt t="122774" x="7042150" y="3348038"/>
          <p14:tracePt t="122786" x="7015163" y="3300413"/>
          <p14:tracePt t="122797" x="6967538" y="3259138"/>
          <p14:tracePt t="122808" x="6926263" y="3232150"/>
          <p14:tracePt t="122819" x="6851650" y="3211513"/>
          <p14:tracePt t="122831" x="6777038" y="3197225"/>
          <p14:tracePt t="122842" x="6729413" y="3197225"/>
          <p14:tracePt t="122854" x="6653213" y="3224213"/>
          <p14:tracePt t="122865" x="6592888" y="3259138"/>
          <p14:tracePt t="122876" x="6538913" y="3300413"/>
          <p14:tracePt t="122888" x="6503988" y="3319463"/>
          <p14:tracePt t="122898" x="6491288" y="3360738"/>
          <p14:tracePt t="122910" x="6491288" y="3395663"/>
          <p14:tracePt t="122921" x="6491288" y="3435350"/>
          <p14:tracePt t="122932" x="6518275" y="3462338"/>
          <p14:tracePt t="122943" x="6565900" y="3482975"/>
          <p14:tracePt t="122955" x="6626225" y="3497263"/>
          <p14:tracePt t="122966" x="6681788" y="3497263"/>
          <p14:tracePt t="122977" x="6742113" y="3509963"/>
          <p14:tracePt t="122988" x="6804025" y="3509963"/>
          <p14:tracePt t="122999" x="6843713" y="3509963"/>
          <p14:tracePt t="123011" x="6864350" y="3509963"/>
          <p14:tracePt t="123022" x="6878638" y="3524250"/>
          <p14:tracePt t="123044" x="6851650" y="3524250"/>
          <p14:tracePt t="123056" x="6843713" y="3538538"/>
          <p14:tracePt t="123595" x="6843713" y="3524250"/>
          <p14:tracePt t="123618" x="6831013" y="3524250"/>
          <p14:tracePt t="123629" x="6816725" y="3524250"/>
          <p14:tracePt t="123641" x="6804025" y="3509963"/>
          <p14:tracePt t="123652" x="6789738" y="3509963"/>
          <p14:tracePt t="123685" x="6789738" y="3524250"/>
          <p14:tracePt t="123719" x="6804025" y="3524250"/>
          <p14:tracePt t="123776" x="6804025" y="3509963"/>
          <p14:tracePt t="123798" x="6789738" y="3509963"/>
          <p14:tracePt t="123820" x="6789738" y="3497263"/>
          <p14:tracePt t="123854" x="6789738" y="3482975"/>
          <p14:tracePt t="123899" x="6789738" y="3470275"/>
          <p14:tracePt t="123922" x="6789738" y="3462338"/>
          <p14:tracePt t="123933" x="6777038" y="3449638"/>
          <p14:tracePt t="123945" x="6777038" y="3435350"/>
          <p14:tracePt t="123956" x="6777038" y="3422650"/>
          <p14:tracePt t="123967" x="6777038" y="3408363"/>
          <p14:tracePt t="123989" x="6769100" y="3408363"/>
          <p14:tracePt t="124023" x="6769100" y="3395663"/>
          <p14:tracePt t="124238" x="6777038" y="3395663"/>
          <p14:tracePt t="124395" x="6789738" y="3395663"/>
          <p14:tracePt t="124407" x="6804025" y="3395663"/>
          <p14:tracePt t="124417" x="6816725" y="3395663"/>
          <p14:tracePt t="124429" x="6843713" y="3408363"/>
          <p14:tracePt t="124440" x="6864350" y="3422650"/>
          <p14:tracePt t="124451" x="6905625" y="3435350"/>
          <p14:tracePt t="124462" x="6926263" y="3449638"/>
          <p14:tracePt t="124473" x="6938963" y="3462338"/>
          <p14:tracePt t="124496" x="6953250" y="3462338"/>
          <p14:tracePt t="124507" x="6953250" y="3470275"/>
          <p14:tracePt t="124754" x="6938963" y="3470275"/>
          <p14:tracePt t="124766" x="6926263" y="3470275"/>
          <p14:tracePt t="124777" x="6905625" y="3482975"/>
          <p14:tracePt t="124789" x="6878638" y="3497263"/>
          <p14:tracePt t="124800" x="6843713" y="3509963"/>
          <p14:tracePt t="124811" x="6816725" y="3524250"/>
          <p14:tracePt t="124822" x="6769100" y="3551238"/>
          <p14:tracePt t="124833" x="6715125" y="3557588"/>
          <p14:tracePt t="124846" x="6667500" y="3571875"/>
          <p14:tracePt t="124856" x="6640513" y="3586163"/>
          <p14:tracePt t="124867" x="6605588" y="3598863"/>
          <p14:tracePt t="124880" x="6578600" y="3613150"/>
          <p14:tracePt t="124890" x="6551613" y="3625850"/>
          <p14:tracePt t="124901" x="6530975" y="3646488"/>
          <p14:tracePt t="124914" x="6518275" y="3660775"/>
          <p14:tracePt t="124924" x="6503988" y="3687763"/>
          <p14:tracePt t="124935" x="6491288" y="3700463"/>
          <p14:tracePt t="124946" x="6477000" y="3721100"/>
          <p14:tracePt t="124957" x="6477000" y="3735388"/>
          <p14:tracePt t="124968" x="6462713" y="3762375"/>
          <p14:tracePt t="124980" x="6462713" y="3776663"/>
          <p14:tracePt t="124991" x="6477000" y="3789363"/>
          <p14:tracePt t="125002" x="6491288" y="3810000"/>
          <p14:tracePt t="125013" x="6503988" y="3824288"/>
          <p14:tracePt t="125024" x="6530975" y="3824288"/>
          <p14:tracePt t="125036" x="6551613" y="3836988"/>
          <p14:tracePt t="125047" x="6592888" y="3851275"/>
          <p14:tracePt t="125058" x="6613525" y="3851275"/>
          <p14:tracePt t="125069" x="6653213" y="3851275"/>
          <p14:tracePt t="125081" x="6700838" y="3851275"/>
          <p14:tracePt t="125092" x="6756400" y="3851275"/>
          <p14:tracePt t="125103" x="6804025" y="3851275"/>
          <p14:tracePt t="125115" x="6851650" y="3851275"/>
          <p14:tracePt t="125126" x="6919913" y="3851275"/>
          <p14:tracePt t="125137" x="6967538" y="3851275"/>
          <p14:tracePt t="125148" x="7027863" y="3851275"/>
          <p14:tracePt t="125159" x="7102475" y="3851275"/>
          <p14:tracePt t="125171" x="7177088" y="3863975"/>
          <p14:tracePt t="125182" x="7253288" y="3863975"/>
          <p14:tracePt t="125193" x="7354888" y="3871913"/>
          <p14:tracePt t="125205" x="7470775" y="3884613"/>
          <p14:tracePt t="125216" x="7566025" y="3898900"/>
          <p14:tracePt t="125227" x="7620000" y="3911600"/>
          <p14:tracePt t="125238" x="7634288" y="3925888"/>
          <p14:tracePt t="125441" x="7640638" y="3925888"/>
          <p14:tracePt t="125452" x="7667625" y="3925888"/>
          <p14:tracePt t="125463" x="7708900" y="3925888"/>
          <p14:tracePt t="125474" x="7783513" y="3925888"/>
          <p14:tracePt t="125486" x="7831138" y="3925888"/>
          <p14:tracePt t="125497" x="7858125" y="3925888"/>
          <p14:tracePt t="125508" x="7920038" y="3938588"/>
          <p14:tracePt t="125520" x="7953375" y="3938588"/>
          <p14:tracePt t="125531" x="8007350" y="3938588"/>
          <p14:tracePt t="125542" x="8054975" y="3946525"/>
          <p14:tracePt t="125553" x="8081963" y="3959225"/>
          <p14:tracePt t="125565" x="8116888" y="3959225"/>
          <p14:tracePt t="125577" x="8143875" y="3973513"/>
          <p14:tracePt t="125587" x="8185150" y="3986213"/>
          <p14:tracePt t="125598" x="8191500" y="4000500"/>
          <p14:tracePt t="125610" x="8232775" y="4014788"/>
          <p14:tracePt t="125621" x="8259763" y="4014788"/>
          <p14:tracePt t="125632" x="8280400" y="4014788"/>
          <p14:tracePt t="125645" x="8348663" y="4027488"/>
          <p14:tracePt t="125655" x="8396288" y="4027488"/>
          <p14:tracePt t="125667" x="8483600" y="4027488"/>
          <p14:tracePt t="125677" x="8586788" y="4027488"/>
          <p14:tracePt t="125688" x="8661400" y="4027488"/>
          <p14:tracePt t="125700" x="8769350" y="4014788"/>
          <p14:tracePt t="125711" x="8858250" y="4014788"/>
          <p14:tracePt t="125722" x="8974138" y="4000500"/>
          <p14:tracePt t="125733" x="9034463" y="3986213"/>
          <p14:tracePt t="125745" x="9110663" y="3959225"/>
          <p14:tracePt t="125756" x="9170988" y="3938588"/>
          <p14:tracePt t="125767" x="9185275" y="3925888"/>
          <p14:tracePt t="125778" x="9212263" y="3898900"/>
          <p14:tracePt t="125790" x="9212263" y="3884613"/>
          <p14:tracePt t="125801" x="9212263" y="3863975"/>
          <p14:tracePt t="125812" x="9197975" y="3836988"/>
          <p14:tracePt t="125823" x="9170988" y="3824288"/>
          <p14:tracePt t="125834" x="9144000" y="3810000"/>
          <p14:tracePt t="125846" x="9110663" y="3795713"/>
          <p14:tracePt t="125857" x="9048750" y="3795713"/>
          <p14:tracePt t="125868" x="8986838" y="3795713"/>
          <p14:tracePt t="125880" x="8885238" y="3795713"/>
          <p14:tracePt t="125891" x="8769350" y="3824288"/>
          <p14:tracePt t="125902" x="8694738" y="3836988"/>
          <p14:tracePt t="125913" x="8593138" y="3871913"/>
          <p14:tracePt t="125925" x="8545513" y="3898900"/>
          <p14:tracePt t="125936" x="8497888" y="3938588"/>
          <p14:tracePt t="125947" x="8483600" y="3959225"/>
          <p14:tracePt t="125958" x="8470900" y="3986213"/>
          <p14:tracePt t="125969" x="8483600" y="4000500"/>
          <p14:tracePt t="125981" x="8483600" y="4014788"/>
          <p14:tracePt t="125992" x="8510588" y="4027488"/>
          <p14:tracePt t="126003" x="8531225" y="4033838"/>
          <p14:tracePt t="126015" x="8593138" y="4048125"/>
          <p14:tracePt t="126027" x="8694738" y="4048125"/>
          <p14:tracePt t="126037" x="8783638" y="4048125"/>
          <p14:tracePt t="126048" x="8959850" y="4048125"/>
          <p14:tracePt t="126061" x="9096375" y="4048125"/>
          <p14:tracePt t="126071" x="9301163" y="4033838"/>
          <p14:tracePt t="126082" x="9498013" y="4000500"/>
          <p14:tracePt t="126094" x="9599613" y="3986213"/>
          <p14:tracePt t="126106" x="9748838" y="3946525"/>
          <p14:tracePt t="126116" x="9837738" y="3925888"/>
          <p14:tracePt t="126129" x="9959975" y="3898900"/>
          <p14:tracePt t="126138" x="10021888" y="3884613"/>
          <p14:tracePt t="126149" x="10096500" y="3871913"/>
          <p14:tracePt t="126161" x="10123488" y="3863975"/>
          <p14:tracePt t="126172" x="10137775" y="3851275"/>
          <p14:tracePt t="126251" x="10137775" y="3863975"/>
          <p14:tracePt t="126273" x="10137775" y="3871913"/>
          <p14:tracePt t="126284" x="10150475" y="3871913"/>
          <p14:tracePt t="126307" x="10171113" y="3871913"/>
          <p14:tracePt t="126329" x="10198100" y="3884613"/>
          <p14:tracePt t="126332" x="10225088" y="3871913"/>
          <p14:tracePt t="126341" x="10253663" y="3871913"/>
          <p14:tracePt t="126352" x="10272713" y="3871913"/>
          <p14:tracePt t="126364" x="10301288" y="3871913"/>
          <p14:tracePt t="126375" x="10313988" y="3871913"/>
          <p14:tracePt t="126386" x="10313988" y="3863975"/>
          <p14:tracePt t="126419" x="10301288" y="3851275"/>
          <p14:tracePt t="126431" x="10272713" y="3836988"/>
          <p14:tracePt t="126442" x="10253663" y="3836988"/>
          <p14:tracePt t="126453" x="10198100" y="3824288"/>
          <p14:tracePt t="126465" x="10150475" y="3824288"/>
          <p14:tracePt t="126476" x="10063163" y="3795713"/>
          <p14:tracePt t="126487" x="9912350" y="3789363"/>
          <p14:tracePt t="126498" x="9763125" y="3762375"/>
          <p14:tracePt t="126510" x="9498013" y="3721100"/>
          <p14:tracePt t="126521" x="9197975" y="3673475"/>
          <p14:tracePt t="126532" x="8872538" y="3633788"/>
          <p14:tracePt t="126544" x="8620125" y="3625850"/>
          <p14:tracePt t="126556" x="8259763" y="3613150"/>
          <p14:tracePt t="126566" x="7905750" y="3613150"/>
          <p14:tracePt t="126579" x="7578725" y="3625850"/>
          <p14:tracePt t="126588" x="7396163" y="3625850"/>
          <p14:tracePt t="126600" x="7191375" y="3625850"/>
          <p14:tracePt t="126612" x="7081838" y="3625850"/>
          <p14:tracePt t="126622" x="7027863" y="3625850"/>
          <p14:tracePt t="126633" x="6994525" y="3625850"/>
          <p14:tracePt t="126645" x="6980238" y="3625850"/>
          <p14:tracePt t="126656" x="6967538" y="3625850"/>
          <p14:tracePt t="126813" x="6980238" y="3625850"/>
          <p14:tracePt t="127342" x="6980238" y="3613150"/>
          <p14:tracePt t="129604" x="7007225" y="3613150"/>
          <p14:tracePt t="129606" x="7042150" y="3613150"/>
          <p14:tracePt t="129615" x="7081838" y="3613150"/>
          <p14:tracePt t="129626" x="7069138" y="3598863"/>
          <p14:tracePt t="129638" x="7054850" y="3586163"/>
          <p14:tracePt t="129648" x="7015163" y="3571875"/>
          <p14:tracePt t="129660" x="6953250" y="3538538"/>
          <p14:tracePt t="129673" x="6905625" y="3509963"/>
          <p14:tracePt t="129682" x="6851650" y="3482975"/>
          <p14:tracePt t="129693" x="6816725" y="3462338"/>
          <p14:tracePt t="129707" x="6777038" y="3449638"/>
          <p14:tracePt t="129717" x="6769100" y="3435350"/>
          <p14:tracePt t="129728" x="6729413" y="3422650"/>
          <p14:tracePt t="129741" x="6688138" y="3395663"/>
          <p14:tracePt t="129750" x="6653213" y="3387725"/>
          <p14:tracePt t="129761" x="6640513" y="3375025"/>
          <p14:tracePt t="129774" x="6626225" y="3375025"/>
          <p14:tracePt t="129784" x="6613525" y="3375025"/>
          <p14:tracePt t="129839" x="6605588" y="3375025"/>
          <p14:tracePt t="129851" x="6565900" y="3375025"/>
          <p14:tracePt t="129862" x="6518275" y="3375025"/>
          <p14:tracePt t="129873" x="6450013" y="3375025"/>
          <p14:tracePt t="129884" x="6415088" y="3360738"/>
          <p14:tracePt t="129896" x="6354763" y="3360738"/>
          <p14:tracePt t="129907" x="6292850" y="3360738"/>
          <p14:tracePt t="129918" x="6224588" y="3360738"/>
          <p14:tracePt t="129930" x="6176963" y="3360738"/>
          <p14:tracePt t="129941" x="6116638" y="3375025"/>
          <p14:tracePt t="129952" x="6075363" y="3395663"/>
          <p14:tracePt t="129963" x="6054725" y="3408363"/>
          <p14:tracePt t="129975" x="6042025" y="3435350"/>
          <p14:tracePt t="129986" x="6027738" y="3462338"/>
          <p14:tracePt t="129997" x="6027738" y="3497263"/>
          <p14:tracePt t="130008" x="6027738" y="3509963"/>
          <p14:tracePt t="130020" x="6027738" y="3538538"/>
          <p14:tracePt t="130031" x="6042025" y="3551238"/>
          <p14:tracePt t="130042" x="6042025" y="3557588"/>
          <p14:tracePt t="130053" x="6054725" y="3571875"/>
          <p14:tracePt t="130076" x="6062663" y="3571875"/>
          <p14:tracePt t="130087" x="6075363" y="3571875"/>
          <p14:tracePt t="130098" x="6102350" y="3571875"/>
          <p14:tracePt t="130110" x="6129338" y="3571875"/>
          <p14:tracePt t="130121" x="6164263" y="3557588"/>
          <p14:tracePt t="130133" x="6205538" y="3551238"/>
          <p14:tracePt t="130143" x="6265863" y="3509963"/>
          <p14:tracePt t="130155" x="6327775" y="3470275"/>
          <p14:tracePt t="130166" x="6375400" y="3408363"/>
          <p14:tracePt t="130179" x="6402388" y="3375025"/>
          <p14:tracePt t="130189" x="6415088" y="3333750"/>
          <p14:tracePt t="130200" x="6415088" y="3306763"/>
          <p14:tracePt t="130211" x="6402388" y="3286125"/>
          <p14:tracePt t="130223" x="6388100" y="3271838"/>
          <p14:tracePt t="130233" x="6367463" y="3244850"/>
          <p14:tracePt t="130245" x="6327775" y="3232150"/>
          <p14:tracePt t="130258" x="6292850" y="3224213"/>
          <p14:tracePt t="130267" x="6253163" y="3224213"/>
          <p14:tracePt t="130278" x="6211888" y="3232150"/>
          <p14:tracePt t="130290" x="6176963" y="3244850"/>
          <p14:tracePt t="130301" x="6149975" y="3271838"/>
          <p14:tracePt t="130312" x="6116638" y="3300413"/>
          <p14:tracePt t="130323" x="6089650" y="3333750"/>
          <p14:tracePt t="130335" x="6062663" y="3360738"/>
          <p14:tracePt t="130346" x="6054725" y="3395663"/>
          <p14:tracePt t="130359" x="6054725" y="3435350"/>
          <p14:tracePt t="130368" x="6054725" y="3462338"/>
          <p14:tracePt t="130380" x="6062663" y="3470275"/>
          <p14:tracePt t="130391" x="6075363" y="3497263"/>
          <p14:tracePt t="130402" x="6089650" y="3509963"/>
          <p14:tracePt t="130413" x="6129338" y="3524250"/>
          <p14:tracePt t="130425" x="6149975" y="3524250"/>
          <p14:tracePt t="130436" x="6191250" y="3524250"/>
          <p14:tracePt t="130447" x="6211888" y="3524250"/>
          <p14:tracePt t="130458" x="6238875" y="3509963"/>
          <p14:tracePt t="130470" x="6265863" y="3482975"/>
          <p14:tracePt t="130481" x="6292850" y="3462338"/>
          <p14:tracePt t="130492" x="6300788" y="3422650"/>
          <p14:tracePt t="130526" x="6313488" y="3387725"/>
          <p14:tracePt t="130528" x="6313488" y="3333750"/>
          <p14:tracePt t="130538" x="6300788" y="3286125"/>
          <p14:tracePt t="130543" x="6292850" y="3259138"/>
          <p14:tracePt t="130557" x="6280150" y="3244850"/>
          <p14:tracePt t="130561" x="6265863" y="3232150"/>
          <p14:tracePt t="130574" x="6238875" y="3232150"/>
          <p14:tracePt t="130583" x="6224588" y="3232150"/>
          <p14:tracePt t="130606" x="6211888" y="3232150"/>
          <p14:tracePt t="130616" x="6205538" y="3232150"/>
          <p14:tracePt t="130627" x="6191250" y="3259138"/>
          <p14:tracePt t="130639" x="6164263" y="3286125"/>
          <p14:tracePt t="130650" x="6137275" y="3333750"/>
          <p14:tracePt t="130661" x="6116638" y="3375025"/>
          <p14:tracePt t="130673" x="6116638" y="3408363"/>
          <p14:tracePt t="130683" x="6116638" y="3449638"/>
          <p14:tracePt t="130695" x="6129338" y="3470275"/>
          <p14:tracePt t="130707" x="6137275" y="3509963"/>
          <p14:tracePt t="130717" x="6176963" y="3524250"/>
          <p14:tracePt t="130728" x="6211888" y="3551238"/>
          <p14:tracePt t="130740" x="6280150" y="3557588"/>
          <p14:tracePt t="130751" x="6327775" y="3557588"/>
          <p14:tracePt t="130762" x="6402388" y="3557588"/>
          <p14:tracePt t="130773" x="6450013" y="3551238"/>
          <p14:tracePt t="130785" x="6503988" y="3524250"/>
          <p14:tracePt t="130796" x="6538913" y="3482975"/>
          <p14:tracePt t="130807" x="6551613" y="3449638"/>
          <p14:tracePt t="130818" x="6551613" y="3395663"/>
          <p14:tracePt t="130830" x="6538913" y="3360738"/>
          <p14:tracePt t="130841" x="6518275" y="3319463"/>
          <p14:tracePt t="130852" x="6477000" y="3286125"/>
          <p14:tracePt t="130863" x="6415088" y="3259138"/>
          <p14:tracePt t="130878" x="6375400" y="3244850"/>
          <p14:tracePt t="130887" x="6313488" y="3244850"/>
          <p14:tracePt t="130897" x="6265863" y="3259138"/>
          <p14:tracePt t="130912" x="6224588" y="3271838"/>
          <p14:tracePt t="130920" x="6211888" y="3286125"/>
          <p14:tracePt t="130931" x="6205538" y="3306763"/>
          <p14:tracePt t="130942" x="6205538" y="3319463"/>
          <p14:tracePt t="130953" x="6205538" y="3333750"/>
          <p14:tracePt t="130965" x="6205538" y="3348038"/>
          <p14:tracePt t="130976" x="6211888" y="3360738"/>
          <p14:tracePt t="130987" x="6224588" y="3360738"/>
          <p14:tracePt t="130998" x="6238875" y="3375025"/>
          <p14:tracePt t="131010" x="6253163" y="3375025"/>
          <p14:tracePt t="131021" x="6280150" y="3387725"/>
          <p14:tracePt t="131032" x="6292850" y="3387725"/>
          <p14:tracePt t="131043" x="6300788" y="3395663"/>
          <p14:tracePt t="131055" x="6313488" y="3395663"/>
          <p14:tracePt t="131077" x="6292850" y="3408363"/>
          <p14:tracePt t="131448" x="6300788" y="3408363"/>
          <p14:tracePt t="131460" x="6313488" y="3408363"/>
          <p14:tracePt t="131471" x="6340475" y="3422650"/>
          <p14:tracePt t="131483" x="6367463" y="3435350"/>
          <p14:tracePt t="131493" x="6402388" y="3449638"/>
          <p14:tracePt t="131505" x="6443663" y="3462338"/>
          <p14:tracePt t="131516" x="6462713" y="3462338"/>
          <p14:tracePt t="131527" x="6503988" y="3470275"/>
          <p14:tracePt t="131539" x="6530975" y="3470275"/>
          <p14:tracePt t="131550" x="6565900" y="3482975"/>
          <p14:tracePt t="131572" x="6578600" y="3497263"/>
          <p14:tracePt t="131575" x="6605588" y="3497263"/>
          <p14:tracePt t="131607" x="6613525" y="3509963"/>
          <p14:tracePt t="131639" x="6613525" y="3524250"/>
          <p14:tracePt t="131752" x="6626225" y="3524250"/>
          <p14:tracePt t="131819" x="6613525" y="3524250"/>
          <p14:tracePt t="131831" x="6605588" y="3524250"/>
          <p14:tracePt t="131842" x="6592888" y="3524250"/>
          <p14:tracePt t="131853" x="6565900" y="3538538"/>
          <p14:tracePt t="131877" x="6551613" y="3551238"/>
          <p14:tracePt t="131910" x="6565900" y="3551238"/>
          <p14:tracePt t="131921" x="6592888" y="3551238"/>
          <p14:tracePt t="131932" x="6640513" y="3551238"/>
          <p14:tracePt t="131944" x="6688138" y="3551238"/>
          <p14:tracePt t="131955" x="6742113" y="3551238"/>
          <p14:tracePt t="131966" x="6789738" y="3551238"/>
          <p14:tracePt t="131977" x="6843713" y="3538538"/>
          <p14:tracePt t="131988" x="6878638" y="3524250"/>
          <p14:tracePt t="132000" x="6919913" y="3524250"/>
          <p14:tracePt t="132011" x="6938963" y="3524250"/>
          <p14:tracePt t="132022" x="6953250" y="3524250"/>
          <p14:tracePt t="132326" x="6919913" y="3524250"/>
          <p14:tracePt t="132329" x="6878638" y="3538538"/>
          <p14:tracePt t="132337" x="6843713" y="3551238"/>
          <p14:tracePt t="132349" x="6789738" y="3571875"/>
          <p14:tracePt t="132361" x="6769100" y="3571875"/>
          <p14:tracePt t="132371" x="6742113" y="3586163"/>
          <p14:tracePt t="132382" x="6715125" y="3598863"/>
          <p14:tracePt t="132394" x="6688138" y="3598863"/>
          <p14:tracePt t="132551" x="6700838" y="3586163"/>
          <p14:tracePt t="132563" x="6715125" y="3586163"/>
          <p14:tracePt t="132574" x="6715125" y="3571875"/>
          <p14:tracePt t="132900" x="6715125" y="3613150"/>
          <p14:tracePt t="132911" x="6688138" y="3700463"/>
          <p14:tracePt t="132923" x="6640513" y="3898900"/>
          <p14:tracePt t="132934" x="6551613" y="4271963"/>
          <p14:tracePt t="132946" x="6477000" y="4640263"/>
          <p14:tracePt t="132958" x="6415088" y="5205413"/>
          <p14:tracePt t="132967" x="6429375" y="5700713"/>
          <p14:tracePt t="132980" x="6477000" y="6021388"/>
          <p14:tracePt t="132990" x="6551613" y="6354763"/>
          <p14:tracePt t="133004" x="6578600" y="6634163"/>
          <p14:tracePt t="133014" x="6605588" y="6843713"/>
          <p14:tracePt t="134020" x="0" y="0"/>
        </p14:tracePtLst>
        <p14:tracePtLst>
          <p14:tracePt t="185324" x="1919288" y="4232275"/>
          <p14:tracePt t="185415" x="3217863" y="6816725"/>
          <p14:tracePt t="185429" x="3184525" y="6619875"/>
          <p14:tracePt t="185438" x="3095625" y="6340475"/>
          <p14:tracePt t="185449" x="2994025" y="6081713"/>
          <p14:tracePt t="185460" x="2830513" y="5694363"/>
          <p14:tracePt t="185471" x="2646363" y="5313363"/>
          <p14:tracePt t="185483" x="2455863" y="5014913"/>
          <p14:tracePt t="185494" x="2354263" y="4878388"/>
          <p14:tracePt t="185505" x="2244725" y="4741863"/>
          <p14:tracePt t="185516" x="2143125" y="4640263"/>
          <p14:tracePt t="185528" x="2081213" y="4578350"/>
          <p14:tracePt t="185539" x="1979613" y="4503738"/>
          <p14:tracePt t="185551" x="1890713" y="4449763"/>
          <p14:tracePt t="185564" x="1803400" y="4414838"/>
          <p14:tracePt t="185574" x="1741488" y="4387850"/>
          <p14:tracePt t="185585" x="1681163" y="4360863"/>
          <p14:tracePt t="185595" x="1625600" y="4348163"/>
          <p14:tracePt t="185606" x="1619250" y="4340225"/>
          <p14:tracePt t="185618" x="1604963" y="4340225"/>
          <p14:tracePt t="185640" x="1592263" y="4340225"/>
          <p14:tracePt t="185651" x="1577975" y="4340225"/>
          <p14:tracePt t="185663" x="1565275" y="4340225"/>
          <p14:tracePt t="185685" x="1544638" y="4340225"/>
          <p14:tracePt t="185696" x="1517650" y="4340225"/>
          <p14:tracePt t="185707" x="1476375" y="4327525"/>
          <p14:tracePt t="185719" x="1443038" y="4327525"/>
          <p14:tracePt t="185730" x="1428750" y="4327525"/>
          <p14:tracePt t="185741" x="1401763" y="4340225"/>
          <p14:tracePt t="185752" x="1327150" y="4348163"/>
          <p14:tracePt t="185932" x="1354138" y="4360863"/>
          <p14:tracePt t="185944" x="1414463" y="4375150"/>
          <p14:tracePt t="185955" x="1455738" y="4387850"/>
          <p14:tracePt t="185967" x="1428750" y="4387850"/>
          <p14:tracePt t="185980" x="1354138" y="4387850"/>
          <p14:tracePt t="185990" x="1238250" y="4375150"/>
          <p14:tracePt t="186000" x="1149350" y="4360863"/>
          <p14:tracePt t="186013" x="1027113" y="4348163"/>
          <p14:tracePt t="186023" x="904875" y="4327525"/>
          <p14:tracePt t="186034" x="803275" y="4313238"/>
          <p14:tracePt t="186046" x="728663" y="4300538"/>
          <p14:tracePt t="186056" x="639763" y="4286250"/>
          <p14:tracePt t="186068" x="565150" y="4271963"/>
          <p14:tracePt t="186101" x="517525" y="4265613"/>
          <p14:tracePt t="186103" x="476250" y="4265613"/>
          <p14:tracePt t="186114" x="449263" y="4265613"/>
          <p14:tracePt t="186114" x="414338" y="4265613"/>
          <p14:tracePt t="186124" x="401638" y="4271963"/>
          <p14:tracePt t="186136" x="387350" y="4286250"/>
          <p14:tracePt t="186146" x="374650" y="4313238"/>
          <p14:tracePt t="186157" x="360363" y="4348163"/>
          <p14:tracePt t="186169" x="360363" y="4375150"/>
          <p14:tracePt t="186180" x="374650" y="4414838"/>
          <p14:tracePt t="186191" x="414338" y="4462463"/>
          <p14:tracePt t="186202" x="461963" y="4503738"/>
          <p14:tracePt t="186214" x="550863" y="4551363"/>
          <p14:tracePt t="186225" x="687388" y="4586288"/>
          <p14:tracePt t="186236" x="890588" y="4625975"/>
          <p14:tracePt t="186247" x="1074738" y="4652963"/>
          <p14:tracePt t="186259" x="1339850" y="4667250"/>
          <p14:tracePt t="186270" x="1604963" y="4667250"/>
          <p14:tracePt t="186281" x="1857375" y="4640263"/>
          <p14:tracePt t="186293" x="2006600" y="4613275"/>
          <p14:tracePt t="186304" x="2143125" y="4565650"/>
          <p14:tracePt t="186315" x="2205038" y="4524375"/>
          <p14:tracePt t="186326" x="2232025" y="4503738"/>
          <p14:tracePt t="186337" x="2232025" y="4462463"/>
          <p14:tracePt t="186349" x="2176463" y="4414838"/>
          <p14:tracePt t="186360" x="2068513" y="4348163"/>
          <p14:tracePt t="186371" x="1938338" y="4313238"/>
          <p14:tracePt t="186382" x="1714500" y="4252913"/>
          <p14:tracePt t="186394" x="1455738" y="4184650"/>
          <p14:tracePt t="186405" x="1238250" y="4164013"/>
          <p14:tracePt t="186416" x="985838" y="4164013"/>
          <p14:tracePt t="186427" x="788988" y="4164013"/>
          <p14:tracePt t="186439" x="666750" y="4197350"/>
          <p14:tracePt t="186450" x="592138" y="4224338"/>
          <p14:tracePt t="186462" x="538163" y="4252913"/>
          <p14:tracePt t="186472" x="523875" y="4271963"/>
          <p14:tracePt t="186484" x="517525" y="4300538"/>
          <p14:tracePt t="186496" x="517525" y="4313238"/>
          <p14:tracePt t="186506" x="538163" y="4340225"/>
          <p14:tracePt t="186517" x="577850" y="4348163"/>
          <p14:tracePt t="186529" x="625475" y="4375150"/>
          <p14:tracePt t="186540" x="728663" y="4402138"/>
          <p14:tracePt t="186551" x="904875" y="4429125"/>
          <p14:tracePt t="186563" x="1128713" y="4449763"/>
          <p14:tracePt t="186574" x="1327150" y="4462463"/>
          <p14:tracePt t="186585" x="1592263" y="4462463"/>
          <p14:tracePt t="186596" x="1843088" y="4449763"/>
          <p14:tracePt t="186607" x="1979613" y="4435475"/>
          <p14:tracePt t="186619" x="2095500" y="4402138"/>
          <p14:tracePt t="186630" x="2116138" y="4387850"/>
          <p14:tracePt t="186641" x="2116138" y="4360863"/>
          <p14:tracePt t="186652" x="2101850" y="4348163"/>
          <p14:tracePt t="186664" x="2020888" y="4313238"/>
          <p14:tracePt t="186675" x="1863725" y="4265613"/>
          <p14:tracePt t="186686" x="1700213" y="4224338"/>
          <p14:tracePt t="186697" x="1428750" y="4197350"/>
          <p14:tracePt t="186709" x="1149350" y="4184650"/>
          <p14:tracePt t="186720" x="911225" y="4197350"/>
          <p14:tracePt t="186731" x="776288" y="4238625"/>
          <p14:tracePt t="186742" x="673100" y="4271963"/>
          <p14:tracePt t="186754" x="625475" y="4327525"/>
          <p14:tracePt t="186765" x="612775" y="4348163"/>
          <p14:tracePt t="186776" x="612775" y="4402138"/>
          <p14:tracePt t="186787" x="639763" y="4435475"/>
          <p14:tracePt t="186799" x="700088" y="4476750"/>
          <p14:tracePt t="186810" x="776288" y="4510088"/>
          <p14:tracePt t="186821" x="911225" y="4565650"/>
          <p14:tracePt t="186832" x="1089025" y="4598988"/>
          <p14:tracePt t="186844" x="1292225" y="4640263"/>
          <p14:tracePt t="186855" x="1462088" y="4652963"/>
          <p14:tracePt t="186866" x="1728788" y="4652963"/>
          <p14:tracePt t="186877" x="1952625" y="4652963"/>
          <p14:tracePt t="186889" x="2095500" y="4640263"/>
          <p14:tracePt t="186900" x="2232025" y="4613275"/>
          <p14:tracePt t="186914" x="2333625" y="4586288"/>
          <p14:tracePt t="186923" x="2366963" y="4565650"/>
          <p14:tracePt t="186934" x="2381250" y="4551363"/>
          <p14:tracePt t="186946" x="2381250" y="4538663"/>
          <p14:tracePt t="186956" x="2339975" y="4524375"/>
          <p14:tracePt t="186967" x="2292350" y="4503738"/>
          <p14:tracePt t="186979" x="2170113" y="4462463"/>
          <p14:tracePt t="186990" x="1993900" y="4429125"/>
          <p14:tracePt t="187001" x="1789113" y="4387850"/>
          <p14:tracePt t="187013" x="1625600" y="4375150"/>
          <p14:tracePt t="187024" x="1455738" y="4375150"/>
          <p14:tracePt t="187035" x="1339850" y="4387850"/>
          <p14:tracePt t="187046" x="1292225" y="4414838"/>
          <p14:tracePt t="187057" x="1279525" y="4429125"/>
          <p14:tracePt t="187069" x="1265238" y="4449763"/>
          <p14:tracePt t="187080" x="1292225" y="4476750"/>
          <p14:tracePt t="187091" x="1327150" y="4491038"/>
          <p14:tracePt t="187102" x="1443038" y="4538663"/>
          <p14:tracePt t="187114" x="1619250" y="4586288"/>
          <p14:tracePt t="187125" x="1863725" y="4640263"/>
          <p14:tracePt t="187148" x="2068513" y="4673600"/>
          <p14:tracePt t="187150" x="2366963" y="4700588"/>
          <p14:tracePt t="187159" x="2652713" y="4741863"/>
          <p14:tracePt t="187171" x="2830513" y="4748213"/>
          <p14:tracePt t="187181" x="3033713" y="4762500"/>
          <p14:tracePt t="187193" x="3197225" y="4762500"/>
          <p14:tracePt t="187204" x="3333750" y="4776788"/>
          <p14:tracePt t="187215" x="3408363" y="4776788"/>
          <p14:tracePt t="187226" x="3482975" y="4762500"/>
          <p14:tracePt t="187238" x="3530600" y="4762500"/>
          <p14:tracePt t="187260" x="3524250" y="4748213"/>
          <p14:tracePt t="187440" x="3530600" y="4748213"/>
          <p14:tracePt t="187451" x="3605213" y="4748213"/>
          <p14:tracePt t="187463" x="3660775" y="4741863"/>
          <p14:tracePt t="187474" x="3768725" y="4741863"/>
          <p14:tracePt t="187485" x="3973513" y="4741863"/>
          <p14:tracePt t="187496" x="4238625" y="4741863"/>
          <p14:tracePt t="187507" x="4470400" y="4748213"/>
          <p14:tracePt t="187519" x="4789488" y="4748213"/>
          <p14:tracePt t="187530" x="5149850" y="4741863"/>
          <p14:tracePt t="187541" x="5422900" y="4729163"/>
          <p14:tracePt t="187552" x="5864225" y="4714875"/>
          <p14:tracePt t="187564" x="6211888" y="4700588"/>
          <p14:tracePt t="187575" x="6551613" y="4687888"/>
          <p14:tracePt t="187586" x="6742113" y="4673600"/>
          <p14:tracePt t="187600" x="6926263" y="4667250"/>
          <p14:tracePt t="187610" x="7015163" y="4667250"/>
          <p14:tracePt t="187620" x="7042150" y="4652963"/>
          <p14:tracePt t="187632" x="7015163" y="4640263"/>
          <p14:tracePt t="188058" x="7027863" y="4640263"/>
          <p14:tracePt t="188126" x="7015163" y="4640263"/>
          <p14:tracePt t="188148" x="7007225" y="4640263"/>
          <p14:tracePt t="188160" x="6980238" y="4640263"/>
          <p14:tracePt t="188172" x="6953250" y="4640263"/>
          <p14:tracePt t="188194" x="6905625" y="4640263"/>
          <p14:tracePt t="188195" x="6843713" y="4640263"/>
          <p14:tracePt t="188205" x="6756400" y="4640263"/>
          <p14:tracePt t="188216" x="6681788" y="4640263"/>
          <p14:tracePt t="188228" x="6578600" y="4640263"/>
          <p14:tracePt t="188239" x="6462713" y="4640263"/>
          <p14:tracePt t="188251" x="6375400" y="4640263"/>
          <p14:tracePt t="188262" x="6292850" y="4640263"/>
          <p14:tracePt t="188273" x="6205538" y="4625975"/>
          <p14:tracePt t="188285" x="6129338" y="4625975"/>
          <p14:tracePt t="188295" x="6075363" y="4625975"/>
          <p14:tracePt t="188306" x="6000750" y="4613275"/>
          <p14:tracePt t="188318" x="5953125" y="4613275"/>
          <p14:tracePt t="188329" x="5878513" y="4613275"/>
          <p14:tracePt t="188340" x="5824538" y="4613275"/>
          <p14:tracePt t="188351" x="5741988" y="4613275"/>
          <p14:tracePt t="188363" x="5640388" y="4613275"/>
          <p14:tracePt t="188374" x="5565775" y="4613275"/>
          <p14:tracePt t="188385" x="5449888" y="4613275"/>
          <p14:tracePt t="188396" x="5348288" y="4598988"/>
          <p14:tracePt t="188409" x="5238750" y="4598988"/>
          <p14:tracePt t="188419" x="5164138" y="4598988"/>
          <p14:tracePt t="188430" x="5048250" y="4598988"/>
          <p14:tracePt t="188442" x="4959350" y="4586288"/>
          <p14:tracePt t="188453" x="4899025" y="4586288"/>
          <p14:tracePt t="188464" x="4837113" y="4586288"/>
          <p14:tracePt t="188475" x="4795838" y="4586288"/>
          <p14:tracePt t="188486" x="4776788" y="4586288"/>
          <p14:tracePt t="188531" x="4789488" y="4586288"/>
          <p14:tracePt t="188542" x="4810125" y="4586288"/>
          <p14:tracePt t="188554" x="4837113" y="4586288"/>
          <p14:tracePt t="188565" x="4864100" y="4586288"/>
          <p14:tracePt t="188576" x="4872038" y="4586288"/>
          <p14:tracePt t="188588" x="4911725" y="4586288"/>
          <p14:tracePt t="188599" x="4938713" y="4586288"/>
          <p14:tracePt t="188610" x="4959350" y="4586288"/>
          <p14:tracePt t="188621" x="4986338" y="4586288"/>
          <p14:tracePt t="188633" x="5027613" y="4586288"/>
          <p14:tracePt t="188644" x="5075238" y="4586288"/>
          <p14:tracePt t="188655" x="5122863" y="4586288"/>
          <p14:tracePt t="188666" x="5211763" y="4598988"/>
          <p14:tracePt t="188677" x="5313363" y="4598988"/>
          <p14:tracePt t="188689" x="5422900" y="4598988"/>
          <p14:tracePt t="188700" x="5524500" y="4613275"/>
          <p14:tracePt t="188711" x="5688013" y="4613275"/>
          <p14:tracePt t="188722" x="5851525" y="4625975"/>
          <p14:tracePt t="188734" x="5953125" y="4640263"/>
          <p14:tracePt t="188745" x="6075363" y="4640263"/>
          <p14:tracePt t="188756" x="6176963" y="4652963"/>
          <p14:tracePt t="188768" x="6265863" y="4652963"/>
          <p14:tracePt t="188779" x="6313488" y="4667250"/>
          <p14:tracePt t="188790" x="6375400" y="4667250"/>
          <p14:tracePt t="188801" x="6443663" y="4673600"/>
          <p14:tracePt t="188812" x="6503988" y="4673600"/>
          <p14:tracePt t="188824" x="6551613" y="4673600"/>
          <p14:tracePt t="188835" x="6613525" y="4667250"/>
          <p14:tracePt t="188846" x="6688138" y="4667250"/>
          <p14:tracePt t="188857" x="6769100" y="4652963"/>
          <p14:tracePt t="188869" x="6851650" y="4640263"/>
          <p14:tracePt t="188880" x="6919913" y="4640263"/>
          <p14:tracePt t="188891" x="6938963" y="4625975"/>
          <p14:tracePt t="188902" x="6926263" y="4613275"/>
          <p14:tracePt t="189555" x="6926263" y="4625975"/>
          <p14:tracePt t="189600" x="6938963" y="4625975"/>
          <p14:tracePt t="189623" x="6953250" y="4625975"/>
          <p14:tracePt t="189656" x="6967538" y="4625975"/>
          <p14:tracePt t="189679" x="6980238" y="4613275"/>
          <p14:tracePt t="189690" x="6994525" y="4613275"/>
          <p14:tracePt t="189701" x="7007225" y="4598988"/>
          <p14:tracePt t="189714" x="7015163" y="4586288"/>
          <p14:tracePt t="189724" x="7027863" y="4586288"/>
          <p14:tracePt t="189736" x="7042150" y="4578350"/>
          <p14:tracePt t="189748" x="7054850" y="4578350"/>
          <p14:tracePt t="189758" x="7081838" y="4578350"/>
          <p14:tracePt t="189769" x="7102475" y="4565650"/>
          <p14:tracePt t="189781" x="7129463" y="4565650"/>
          <p14:tracePt t="189791" x="7158038" y="4565650"/>
          <p14:tracePt t="189803" x="7177088" y="4565650"/>
          <p14:tracePt t="189814" x="7218363" y="4578350"/>
          <p14:tracePt t="189825" x="7253288" y="4578350"/>
          <p14:tracePt t="189836" x="7292975" y="4578350"/>
          <p14:tracePt t="189847" x="7354888" y="4586288"/>
          <p14:tracePt t="189859" x="7415213" y="4586288"/>
          <p14:tracePt t="189870" x="7456488" y="4586288"/>
          <p14:tracePt t="189881" x="7518400" y="4586288"/>
          <p14:tracePt t="189892" x="7558088" y="4586288"/>
          <p14:tracePt t="189904" x="7593013" y="4586288"/>
          <p14:tracePt t="189915" x="7620000" y="4586288"/>
          <p14:tracePt t="189926" x="7667625" y="4586288"/>
          <p14:tracePt t="189937" x="7708900" y="4586288"/>
          <p14:tracePt t="189949" x="7742238" y="4586288"/>
          <p14:tracePt t="189960" x="7804150" y="4586288"/>
          <p14:tracePt t="189971" x="7872413" y="4598988"/>
          <p14:tracePt t="189982" x="7932738" y="4598988"/>
          <p14:tracePt t="189994" x="7994650" y="4598988"/>
          <p14:tracePt t="190005" x="8081963" y="4613275"/>
          <p14:tracePt t="190016" x="8185150" y="4625975"/>
          <p14:tracePt t="190027" x="8307388" y="4640263"/>
          <p14:tracePt t="190039" x="8408988" y="4652963"/>
          <p14:tracePt t="190050" x="8558213" y="4667250"/>
          <p14:tracePt t="190061" x="8682038" y="4667250"/>
          <p14:tracePt t="190072" x="8783638" y="4673600"/>
          <p14:tracePt t="190084" x="8905875" y="4673600"/>
          <p14:tracePt t="190095" x="9034463" y="4673600"/>
          <p14:tracePt t="190106" x="9137650" y="4673600"/>
          <p14:tracePt t="190117" x="9212263" y="4673600"/>
          <p14:tracePt t="190129" x="9286875" y="4667250"/>
          <p14:tracePt t="190140" x="9348788" y="4667250"/>
          <p14:tracePt t="190151" x="9382125" y="4652963"/>
          <p14:tracePt t="190164" x="9436100" y="4640263"/>
          <p14:tracePt t="190174" x="9471025" y="4625975"/>
          <p14:tracePt t="190185" x="9498013" y="4625975"/>
          <p14:tracePt t="190197" x="9525000" y="4625975"/>
          <p14:tracePt t="190208" x="9558338" y="4625975"/>
          <p14:tracePt t="190219" x="9613900" y="4613275"/>
          <p14:tracePt t="190231" x="9647238" y="4613275"/>
          <p14:tracePt t="190241" x="9709150" y="4613275"/>
          <p14:tracePt t="190253" x="9783763" y="4598988"/>
          <p14:tracePt t="190264" x="9852025" y="4598988"/>
          <p14:tracePt t="190297" x="9912350" y="4598988"/>
          <p14:tracePt t="190300" x="9974263" y="4598988"/>
          <p14:tracePt t="190309" x="10048875" y="4586288"/>
          <p14:tracePt t="190314" x="10096500" y="4586288"/>
          <p14:tracePt t="190320" x="10164763" y="4586288"/>
          <p14:tracePt t="190332" x="10239375" y="4586288"/>
          <p14:tracePt t="190343" x="10301288" y="4586288"/>
          <p14:tracePt t="190355" x="10361613" y="4586288"/>
          <p14:tracePt t="190365" x="10436225" y="4578350"/>
          <p14:tracePt t="190376" x="10525125" y="4578350"/>
          <p14:tracePt t="190387" x="10599738" y="4578350"/>
          <p14:tracePt t="190399" x="10661650" y="4578350"/>
          <p14:tracePt t="190410" x="10729913" y="4578350"/>
          <p14:tracePt t="190421" x="10777538" y="4578350"/>
          <p14:tracePt t="190433" x="10804525" y="4565650"/>
          <p14:tracePt t="190444" x="10837863" y="4565650"/>
          <p14:tracePt t="190455" x="10864850" y="4565650"/>
          <p14:tracePt t="190466" x="10885488" y="4565650"/>
          <p14:tracePt t="190477" x="10899775" y="4551363"/>
          <p14:tracePt t="190489" x="10912475" y="4551363"/>
          <p14:tracePt t="190522" x="10926763" y="4551363"/>
          <p14:tracePt t="190545" x="10939463" y="4551363"/>
          <p14:tracePt t="190556" x="10953750" y="4551363"/>
          <p14:tracePt t="190567" x="10974388" y="4538663"/>
          <p14:tracePt t="190579" x="11001375" y="4538663"/>
          <p14:tracePt t="190590" x="11042650" y="4538663"/>
          <p14:tracePt t="190601" x="11049000" y="4538663"/>
          <p14:tracePt t="190614" x="11063288" y="4538663"/>
          <p14:tracePt t="190646" x="11028363" y="4538663"/>
          <p14:tracePt t="190657" x="10899775" y="4524375"/>
          <p14:tracePt t="190669" x="10688638" y="4510088"/>
          <p14:tracePt t="190681" x="10450513" y="4510088"/>
          <p14:tracePt t="190691" x="10034588" y="4524375"/>
          <p14:tracePt t="190702" x="9450388" y="4551363"/>
          <p14:tracePt t="190714" x="9048750" y="4598988"/>
          <p14:tracePt t="190725" x="8443913" y="4687888"/>
          <p14:tracePt t="190736" x="7878763" y="4714875"/>
          <p14:tracePt t="190748" x="7396163" y="4700588"/>
          <p14:tracePt t="190759" x="7129463" y="4673600"/>
          <p14:tracePt t="190770" x="6891338" y="4652963"/>
          <p14:tracePt t="190781" x="6769100" y="4625975"/>
          <p14:tracePt t="190792" x="6729413" y="4625975"/>
          <p14:tracePt t="190804" x="6715125" y="4625975"/>
          <p14:tracePt t="190837" x="6700838" y="4625975"/>
          <p14:tracePt t="190849" x="6688138" y="4625975"/>
          <p14:tracePt t="190860" x="6681788" y="4640263"/>
          <p14:tracePt t="190871" x="6653213" y="4652963"/>
          <p14:tracePt t="190883" x="6626225" y="4667250"/>
          <p14:tracePt t="190894" x="6592888" y="4673600"/>
          <p14:tracePt t="190905" x="6551613" y="4700588"/>
          <p14:tracePt t="190916" x="6530975" y="4714875"/>
          <p14:tracePt t="190928" x="6477000" y="4741863"/>
          <p14:tracePt t="190939" x="6443663" y="4741863"/>
          <p14:tracePt t="190950" x="6402388" y="4748213"/>
          <p14:tracePt t="190961" x="6388100" y="4762500"/>
          <p14:tracePt t="190973" x="6375400" y="4762500"/>
          <p14:tracePt t="191017" x="6388100" y="4762500"/>
          <p14:tracePt t="191029" x="6402388" y="4748213"/>
          <p14:tracePt t="191040" x="6415088" y="4741863"/>
          <p14:tracePt t="191052" x="6450013" y="4714875"/>
          <p14:tracePt t="191065" x="6477000" y="4687888"/>
          <p14:tracePt t="191074" x="6518275" y="4673600"/>
          <p14:tracePt t="191085" x="6551613" y="4652963"/>
          <p14:tracePt t="191096" x="6605588" y="4625975"/>
          <p14:tracePt t="191108" x="6667500" y="4598988"/>
          <p14:tracePt t="191119" x="6715125" y="4586288"/>
          <p14:tracePt t="191130" x="6777038" y="4578350"/>
          <p14:tracePt t="191141" x="6851650" y="4551363"/>
          <p14:tracePt t="191153" x="6919913" y="4524375"/>
          <p14:tracePt t="191164" x="6953250" y="4503738"/>
          <p14:tracePt t="191175" x="6994525" y="4476750"/>
          <p14:tracePt t="191186" x="7015163" y="4449763"/>
          <p14:tracePt t="191198" x="7027863" y="4429125"/>
          <p14:tracePt t="191209" x="7027863" y="4402138"/>
          <p14:tracePt t="191220" x="7007225" y="4348163"/>
          <p14:tracePt t="191231" x="6967538" y="4300538"/>
          <p14:tracePt t="191243" x="6905625" y="4265613"/>
          <p14:tracePt t="191254" x="6816725" y="4224338"/>
          <p14:tracePt t="191265" x="6700838" y="4184650"/>
          <p14:tracePt t="191276" x="6578600" y="4149725"/>
          <p14:tracePt t="191288" x="6503988" y="4149725"/>
          <p14:tracePt t="191300" x="6402388" y="4149725"/>
          <p14:tracePt t="191310" x="6313488" y="4164013"/>
          <p14:tracePt t="191321" x="6265863" y="4184650"/>
          <p14:tracePt t="191344" x="6211888" y="4224338"/>
          <p14:tracePt t="191346" x="6176963" y="4265613"/>
          <p14:tracePt t="191355" x="6164263" y="4313238"/>
          <p14:tracePt t="191368" x="6164263" y="4340225"/>
          <p14:tracePt t="191378" x="6176963" y="4375150"/>
          <p14:tracePt t="191389" x="6211888" y="4414838"/>
          <p14:tracePt t="191400" x="6253163" y="4435475"/>
          <p14:tracePt t="191411" x="6340475" y="4476750"/>
          <p14:tracePt t="191423" x="6443663" y="4491038"/>
          <p14:tracePt t="191434" x="6551613" y="4491038"/>
          <p14:tracePt t="191445" x="6626225" y="4491038"/>
          <p14:tracePt t="191456" x="6742113" y="4462463"/>
          <p14:tracePt t="191468" x="6831013" y="4435475"/>
          <p14:tracePt t="191479" x="6891338" y="4414838"/>
          <p14:tracePt t="191490" x="6919913" y="4387850"/>
          <p14:tracePt t="191501" x="6926263" y="4375150"/>
          <p14:tracePt t="191512" x="6926263" y="4360863"/>
          <p14:tracePt t="191524" x="6905625" y="4348163"/>
          <p14:tracePt t="191535" x="6864350" y="4340225"/>
          <p14:tracePt t="191546" x="6816725" y="4327525"/>
          <p14:tracePt t="191558" x="6742113" y="4313238"/>
          <p14:tracePt t="191569" x="6681788" y="4313238"/>
          <p14:tracePt t="191580" x="6613525" y="4327525"/>
          <p14:tracePt t="191591" x="6565900" y="4348163"/>
          <p14:tracePt t="191603" x="6538913" y="4360863"/>
          <p14:tracePt t="191614" x="6518275" y="4387850"/>
          <p14:tracePt t="191625" x="6503988" y="4402138"/>
          <p14:tracePt t="191636" x="6518275" y="4429125"/>
          <p14:tracePt t="191648" x="6518275" y="4435475"/>
          <p14:tracePt t="191659" x="6538913" y="4462463"/>
          <p14:tracePt t="191670" x="6578600" y="4476750"/>
          <p14:tracePt t="191681" x="6640513" y="4476750"/>
          <p14:tracePt t="191693" x="6700838" y="4491038"/>
          <p14:tracePt t="191704" x="6777038" y="4476750"/>
          <p14:tracePt t="191715" x="6851650" y="4462463"/>
          <p14:tracePt t="191726" x="6919913" y="4449763"/>
          <p14:tracePt t="191738" x="6967538" y="4414838"/>
          <p14:tracePt t="191750" x="6994525" y="4387850"/>
          <p14:tracePt t="191760" x="7007225" y="4375150"/>
          <p14:tracePt t="191771" x="6994525" y="4360863"/>
          <p14:tracePt t="191783" x="6980238" y="4340225"/>
          <p14:tracePt t="191794" x="6953250" y="4313238"/>
          <p14:tracePt t="191805" x="6919913" y="4300538"/>
          <p14:tracePt t="191817" x="6843713" y="4300538"/>
          <p14:tracePt t="191827" x="6777038" y="4300538"/>
          <p14:tracePt t="191839" x="6715125" y="4313238"/>
          <p14:tracePt t="191850" x="6667500" y="4327525"/>
          <p14:tracePt t="191861" x="6613525" y="4360863"/>
          <p14:tracePt t="191873" x="6578600" y="4414838"/>
          <p14:tracePt t="191884" x="6565900" y="4449763"/>
          <p14:tracePt t="191895" x="6565900" y="4491038"/>
          <p14:tracePt t="191906" x="6578600" y="4524375"/>
          <p14:tracePt t="191918" x="6592888" y="4565650"/>
          <p14:tracePt t="191929" x="6613525" y="4578350"/>
          <p14:tracePt t="191940" x="6653213" y="4598988"/>
          <p14:tracePt t="191951" x="6681788" y="4598988"/>
          <p14:tracePt t="191962" x="6700838" y="4598988"/>
          <p14:tracePt t="191974" x="6715125" y="4586288"/>
          <p14:tracePt t="191985" x="6742113" y="4578350"/>
          <p14:tracePt t="191998" x="6756400" y="4565650"/>
          <p14:tracePt t="192008" x="6756400" y="4551363"/>
          <p14:tracePt t="192019" x="6756400" y="4524375"/>
          <p14:tracePt t="192030" x="6756400" y="4503738"/>
          <p14:tracePt t="192041" x="6742113" y="4476750"/>
          <p14:tracePt t="192052" x="6715125" y="4462463"/>
          <p14:tracePt t="192064" x="6688138" y="4435475"/>
          <p14:tracePt t="192075" x="6640513" y="4429125"/>
          <p14:tracePt t="192086" x="6613525" y="4429125"/>
          <p14:tracePt t="192097" x="6578600" y="4429125"/>
          <p14:tracePt t="192109" x="6538913" y="4435475"/>
          <p14:tracePt t="192120" x="6518275" y="4449763"/>
          <p14:tracePt t="192131" x="6518275" y="4462463"/>
          <p14:tracePt t="192143" x="6503988" y="4491038"/>
          <p14:tracePt t="192154" x="6503988" y="4510088"/>
          <p14:tracePt t="192166" x="6518275" y="4538663"/>
          <p14:tracePt t="192176" x="6518275" y="4551363"/>
          <p14:tracePt t="192188" x="6538913" y="4565650"/>
          <p14:tracePt t="192200" x="6565900" y="4578350"/>
          <p14:tracePt t="192210" x="6578600" y="4586288"/>
          <p14:tracePt t="192221" x="6605588" y="4586288"/>
          <p14:tracePt t="192233" x="6626225" y="4586288"/>
          <p14:tracePt t="192244" x="6653213" y="4578350"/>
          <p14:tracePt t="192255" x="6653213" y="4565650"/>
          <p14:tracePt t="192267" x="6667500" y="4565650"/>
          <p14:tracePt t="192278" x="6667500" y="4538663"/>
          <p14:tracePt t="192300" x="6667500" y="4524375"/>
          <p14:tracePt t="192435" x="6681788" y="4538663"/>
          <p14:tracePt t="192446" x="6688138" y="4538663"/>
          <p14:tracePt t="192458" x="6681788" y="4538663"/>
          <p14:tracePt t="192705" x="6688138" y="4538663"/>
          <p14:tracePt t="192716" x="6700838" y="4538663"/>
          <p14:tracePt t="192728" x="6742113" y="4538663"/>
          <p14:tracePt t="192739" x="6769100" y="4551363"/>
          <p14:tracePt t="192750" x="6816725" y="4551363"/>
          <p14:tracePt t="192761" x="6831013" y="4551363"/>
          <p14:tracePt t="192773" x="6851650" y="4551363"/>
          <p14:tracePt t="192784" x="6878638" y="4551363"/>
          <p14:tracePt t="192795" x="6891338" y="4538663"/>
          <p14:tracePt t="192807" x="6905625" y="4538663"/>
          <p14:tracePt t="192818" x="6919913" y="4538663"/>
          <p14:tracePt t="192829" x="6926263" y="4538663"/>
          <p14:tracePt t="192840" x="6938963" y="4538663"/>
          <p14:tracePt t="192851" x="6953250" y="4538663"/>
          <p14:tracePt t="192864" x="6980238" y="4538663"/>
          <p14:tracePt t="192874" x="6994525" y="4524375"/>
          <p14:tracePt t="192885" x="7007225" y="4510088"/>
          <p14:tracePt t="192896" x="7015163" y="4503738"/>
          <p14:tracePt t="192908" x="7027863" y="4491038"/>
          <p14:tracePt t="192919" x="7042150" y="4476750"/>
          <p14:tracePt t="192941" x="7054850" y="4462463"/>
          <p14:tracePt t="192964" x="7054850" y="4449763"/>
          <p14:tracePt t="193447" x="7069138" y="4449763"/>
          <p14:tracePt t="193459" x="7069138" y="4435475"/>
          <p14:tracePt t="193470" x="7081838" y="4435475"/>
          <p14:tracePt t="193605" x="7081838" y="4449763"/>
          <p14:tracePt t="193617" x="7089775" y="4449763"/>
          <p14:tracePt t="193639" x="7089775" y="4462463"/>
          <p14:tracePt t="193650" x="7102475" y="4462463"/>
          <p14:tracePt t="193707" x="7089775" y="4462463"/>
          <p14:tracePt t="193898" x="7116763" y="4462463"/>
          <p14:tracePt t="193900" x="7191375" y="4476750"/>
          <p14:tracePt t="193921" x="7218363" y="4476750"/>
          <p14:tracePt t="193923" x="7245350" y="4462463"/>
          <p14:tracePt t="193931" x="7253288" y="4449763"/>
          <p14:tracePt t="193943" x="7280275" y="4435475"/>
          <p14:tracePt t="193954" x="7292975" y="4414838"/>
          <p14:tracePt t="193965" x="7307263" y="4348163"/>
          <p14:tracePt t="193977" x="7307263" y="4286250"/>
          <p14:tracePt t="193988" x="7307263" y="4197350"/>
          <p14:tracePt t="194002" x="7292975" y="4122738"/>
          <p14:tracePt t="194011" x="7253288" y="4033838"/>
          <p14:tracePt t="194022" x="7177088" y="3925888"/>
          <p14:tracePt t="194034" x="7069138" y="3810000"/>
          <p14:tracePt t="194044" x="6953250" y="3735388"/>
          <p14:tracePt t="194055" x="6769100" y="3625850"/>
          <p14:tracePt t="194069" x="6518275" y="3509963"/>
          <p14:tracePt t="194079" x="6327775" y="3462338"/>
          <p14:tracePt t="194089" x="6102350" y="3422650"/>
          <p14:tracePt t="194101" x="5938838" y="3408363"/>
          <p14:tracePt t="194111" x="5816600" y="3435350"/>
          <p14:tracePt t="194123" x="5748338" y="3470275"/>
          <p14:tracePt t="194134" x="5688013" y="3538538"/>
          <p14:tracePt t="194145" x="5653088" y="3598863"/>
          <p14:tracePt t="194156" x="5653088" y="3633788"/>
          <p14:tracePt t="194168" x="5653088" y="3687763"/>
          <p14:tracePt t="194179" x="5673725" y="3735388"/>
          <p14:tracePt t="194190" x="5729288" y="3789363"/>
          <p14:tracePt t="194201" x="5789613" y="3824288"/>
          <p14:tracePt t="194212" x="5878513" y="3871913"/>
          <p14:tracePt t="194224" x="6000750" y="3911600"/>
          <p14:tracePt t="194235" x="6102350" y="3925888"/>
          <p14:tracePt t="194246" x="6265863" y="3925888"/>
          <p14:tracePt t="194257" x="6443663" y="3911600"/>
          <p14:tracePt t="194269" x="6613525" y="3884613"/>
          <p14:tracePt t="194280" x="6729413" y="3851275"/>
          <p14:tracePt t="194291" x="6843713" y="3795713"/>
          <p14:tracePt t="194303" x="6926263" y="3735388"/>
          <p14:tracePt t="194314" x="6967538" y="3687763"/>
          <p14:tracePt t="194325" x="6980238" y="3646488"/>
          <p14:tracePt t="194336" x="6980238" y="3598863"/>
          <p14:tracePt t="194347" x="6953250" y="3551238"/>
          <p14:tracePt t="194359" x="6919913" y="3509963"/>
          <p14:tracePt t="194370" x="6851650" y="3470275"/>
          <p14:tracePt t="194381" x="6777038" y="3435350"/>
          <p14:tracePt t="194393" x="6715125" y="3408363"/>
          <p14:tracePt t="194404" x="6681788" y="3395663"/>
          <p14:tracePt t="194415" x="6640513" y="3395663"/>
          <p14:tracePt t="194426" x="6626225" y="3395663"/>
          <p14:tracePt t="194438" x="6613525" y="3408363"/>
          <p14:tracePt t="194450" x="6613525" y="3422650"/>
          <p14:tracePt t="194460" x="6605588" y="3449638"/>
          <p14:tracePt t="194494" x="6605588" y="3482975"/>
          <p14:tracePt t="194496" x="6613525" y="3509963"/>
          <p14:tracePt t="194506" x="6640513" y="3551238"/>
          <p14:tracePt t="194510" x="6667500" y="3598863"/>
          <p14:tracePt t="194520" x="6700838" y="3633788"/>
          <p14:tracePt t="194528" x="6789738" y="3687763"/>
          <p14:tracePt t="194539" x="6919913" y="3735388"/>
          <p14:tracePt t="194552" x="7129463" y="3776663"/>
          <p14:tracePt t="194561" x="7327900" y="3795713"/>
          <p14:tracePt t="194572" x="7653338" y="3810000"/>
          <p14:tracePt t="194584" x="8007350" y="3810000"/>
          <p14:tracePt t="194595" x="8348663" y="3789363"/>
          <p14:tracePt t="194606" x="8558213" y="3748088"/>
          <p14:tracePt t="194618" x="8783638" y="3687763"/>
          <p14:tracePt t="194629" x="8974138" y="3625850"/>
          <p14:tracePt t="194640" x="9082088" y="3586163"/>
          <p14:tracePt t="194651" x="9158288" y="3551238"/>
          <p14:tracePt t="194663" x="9185275" y="3538538"/>
          <p14:tracePt t="194674" x="9197975" y="3524250"/>
          <p14:tracePt t="194685" x="9185275" y="3509963"/>
          <p14:tracePt t="194696" x="9170988" y="3497263"/>
          <p14:tracePt t="194707" x="9144000" y="3482975"/>
          <p14:tracePt t="194719" x="9110663" y="3470275"/>
          <p14:tracePt t="194730" x="9063038" y="3462338"/>
          <p14:tracePt t="194741" x="9007475" y="3462338"/>
          <p14:tracePt t="194752" x="8932863" y="3462338"/>
          <p14:tracePt t="194764" x="8872538" y="3470275"/>
          <p14:tracePt t="194775" x="8769350" y="3509963"/>
          <p14:tracePt t="194786" x="8661400" y="3557588"/>
          <p14:tracePt t="194797" x="8572500" y="3625850"/>
          <p14:tracePt t="194809" x="8510588" y="3673475"/>
          <p14:tracePt t="194820" x="8456613" y="3735388"/>
          <p14:tracePt t="194831" x="8429625" y="3795713"/>
          <p14:tracePt t="194842" x="8429625" y="3836988"/>
          <p14:tracePt t="194854" x="8429625" y="3884613"/>
          <p14:tracePt t="194865" x="8470900" y="3925888"/>
          <p14:tracePt t="194876" x="8531225" y="3973513"/>
          <p14:tracePt t="194887" x="8620125" y="4014788"/>
          <p14:tracePt t="194900" x="8810625" y="4062413"/>
          <p14:tracePt t="194910" x="9034463" y="4089400"/>
          <p14:tracePt t="194921" x="9224963" y="4102100"/>
          <p14:tracePt t="194934" x="9471025" y="4089400"/>
          <p14:tracePt t="194944" x="9694863" y="4062413"/>
          <p14:tracePt t="194955" x="9872663" y="4027488"/>
          <p14:tracePt t="194967" x="9974263" y="3986213"/>
          <p14:tracePt t="194978" x="10096500" y="3938588"/>
          <p14:tracePt t="194989" x="10198100" y="3898900"/>
          <p14:tracePt t="195000" x="10253663" y="3871913"/>
          <p14:tracePt t="195011" x="10313988" y="3863975"/>
          <p14:tracePt t="195023" x="10361613" y="3851275"/>
          <p14:tracePt t="195034" x="10423525" y="3851275"/>
          <p14:tracePt t="195045" x="10491788" y="3863975"/>
          <p14:tracePt t="195056" x="10566400" y="3871913"/>
          <p14:tracePt t="195068" x="10614025" y="3884613"/>
          <p14:tracePt t="195079" x="10626725" y="3884613"/>
          <p14:tracePt t="195292" x="10626725" y="3898900"/>
          <p14:tracePt t="195304" x="10641013" y="3898900"/>
          <p14:tracePt t="195315" x="10661650" y="3898900"/>
          <p14:tracePt t="195326" x="10674350" y="3898900"/>
          <p14:tracePt t="195338" x="10715625" y="3898900"/>
          <p14:tracePt t="195349" x="10736263" y="3898900"/>
          <p14:tracePt t="195360" x="10763250" y="3898900"/>
          <p14:tracePt t="195371" x="10804525" y="3898900"/>
          <p14:tracePt t="195383" x="10804525" y="3884613"/>
          <p14:tracePt t="195506" x="10790238" y="3911600"/>
          <p14:tracePt t="195517" x="10790238" y="3925888"/>
          <p14:tracePt t="195540" x="10777538" y="3938588"/>
          <p14:tracePt t="195542" x="10777538" y="3959225"/>
          <p14:tracePt t="195552" x="10790238" y="3986213"/>
          <p14:tracePt t="195563" x="10804525" y="4014788"/>
          <p14:tracePt t="195576" x="10852150" y="4048125"/>
          <p14:tracePt t="195586" x="10912475" y="4075113"/>
          <p14:tracePt t="195596" x="11028363" y="4110038"/>
          <p14:tracePt t="195607" x="11117263" y="4122738"/>
          <p14:tracePt t="195619" x="11253788" y="4137025"/>
          <p14:tracePt t="195630" x="11355388" y="4122738"/>
          <p14:tracePt t="195641" x="11415713" y="4110038"/>
          <p14:tracePt t="195653" x="11463338" y="4089400"/>
          <p14:tracePt t="195664" x="11491913" y="4062413"/>
          <p14:tracePt t="195675" x="11504613" y="4033838"/>
          <p14:tracePt t="195686" x="11491913" y="4000500"/>
          <p14:tracePt t="195698" x="11450638" y="3938588"/>
          <p14:tracePt t="195709" x="11361738" y="3871913"/>
          <p14:tracePt t="195720" x="11253788" y="3824288"/>
          <p14:tracePt t="195731" x="11063288" y="3789363"/>
          <p14:tracePt t="195743" x="10885488" y="3776663"/>
          <p14:tracePt t="195754" x="10763250" y="3776663"/>
          <p14:tracePt t="195765" x="10688638" y="3776663"/>
          <p14:tracePt t="195776" x="10614025" y="3795713"/>
          <p14:tracePt t="195788" x="10587038" y="3810000"/>
          <p14:tracePt t="195799" x="10572750" y="3824288"/>
          <p14:tracePt t="195810" x="10572750" y="3836988"/>
          <p14:tracePt t="195821" x="10587038" y="3851275"/>
          <p14:tracePt t="195844" x="10599738" y="3863975"/>
          <p14:tracePt t="195877" x="10614025" y="3863975"/>
          <p14:tracePt t="196147" x="10599738" y="3863975"/>
          <p14:tracePt t="196159" x="10566400" y="3871913"/>
          <p14:tracePt t="196170" x="10525125" y="3898900"/>
          <p14:tracePt t="196181" x="10409238" y="3938588"/>
          <p14:tracePt t="196192" x="10239375" y="3986213"/>
          <p14:tracePt t="196204" x="10063163" y="4048125"/>
          <p14:tracePt t="196215" x="9783763" y="4149725"/>
          <p14:tracePt t="196226" x="9539288" y="4252913"/>
          <p14:tracePt t="196237" x="9334500" y="4340225"/>
          <p14:tracePt t="196249" x="9232900" y="4387850"/>
          <p14:tracePt t="196263" x="9123363" y="4449763"/>
          <p14:tracePt t="196272" x="9069388" y="4491038"/>
          <p14:tracePt t="196283" x="9063038" y="4510088"/>
          <p14:tracePt t="196295" x="9048750" y="4524375"/>
          <p14:tracePt t="196316" x="9063038" y="4538663"/>
          <p14:tracePt t="196328" x="9069388" y="4538663"/>
          <p14:tracePt t="196339" x="9110663" y="4551363"/>
          <p14:tracePt t="196350" x="9144000" y="4551363"/>
          <p14:tracePt t="196361" x="9197975" y="4538663"/>
          <p14:tracePt t="196373" x="9245600" y="4524375"/>
          <p14:tracePt t="196384" x="9301163" y="4510088"/>
          <p14:tracePt t="196395" x="9348788" y="4503738"/>
          <p14:tracePt t="196406" x="9382125" y="4476750"/>
          <p14:tracePt t="196418" x="9409113" y="4449763"/>
          <p14:tracePt t="196429" x="9423400" y="4429125"/>
          <p14:tracePt t="196440" x="9423400" y="4402138"/>
          <p14:tracePt t="196451" x="9423400" y="4375150"/>
          <p14:tracePt t="196463" x="9409113" y="4348163"/>
          <p14:tracePt t="196474" x="9382125" y="4327525"/>
          <p14:tracePt t="196485" x="9361488" y="4313238"/>
          <p14:tracePt t="196496" x="9320213" y="4313238"/>
          <p14:tracePt t="196508" x="9301163" y="4313238"/>
          <p14:tracePt t="196519" x="9286875" y="4313238"/>
          <p14:tracePt t="196541" x="9272588" y="4313238"/>
          <p14:tracePt t="196552" x="9272588" y="4327525"/>
          <p14:tracePt t="196564" x="9272588" y="4340225"/>
          <p14:tracePt t="196586" x="9259888" y="4348163"/>
          <p14:tracePt t="196589" x="9259888" y="4360863"/>
          <p14:tracePt t="196598" x="9259888" y="4375150"/>
          <p14:tracePt t="196610" x="9259888" y="4387850"/>
          <p14:tracePt t="196621" x="9259888" y="4402138"/>
          <p14:tracePt t="196642" x="9272588" y="4402138"/>
          <p14:tracePt t="199050" x="9286875" y="4414838"/>
          <p14:tracePt t="199054" x="9301163" y="4429125"/>
          <p14:tracePt t="199073" x="9286875" y="4414838"/>
          <p14:tracePt t="199500" x="9286875" y="4429125"/>
          <p14:tracePt t="199512" x="9301163" y="4414838"/>
          <p14:tracePt t="199524" x="9286875" y="4414838"/>
          <p14:tracePt t="199534" x="9232900" y="4414838"/>
          <p14:tracePt t="199545" x="9158288" y="4414838"/>
          <p14:tracePt t="199557" x="8974138" y="4414838"/>
          <p14:tracePt t="199569" x="8661400" y="4429125"/>
          <p14:tracePt t="199579" x="8382000" y="4435475"/>
          <p14:tracePt t="199591" x="7905750" y="4503738"/>
          <p14:tracePt t="199603" x="7545388" y="4578350"/>
          <p14:tracePt t="199614" x="6967538" y="4714875"/>
          <p14:tracePt t="199624" x="6613525" y="4816475"/>
          <p14:tracePt t="199635" x="6149975" y="4953000"/>
          <p14:tracePt t="199646" x="5741988" y="5075238"/>
          <p14:tracePt t="199658" x="5503863" y="5143500"/>
          <p14:tracePt t="199669" x="5224463" y="5205413"/>
          <p14:tracePt t="199680" x="5075238" y="5218113"/>
          <p14:tracePt t="199691" x="4926013" y="5238750"/>
          <p14:tracePt t="199703" x="4851400" y="5238750"/>
          <p14:tracePt t="199714" x="4789488" y="5238750"/>
          <p14:tracePt t="199736" x="4735513" y="5224463"/>
          <p14:tracePt t="199739" x="4708525" y="5224463"/>
          <p14:tracePt t="199748" x="4673600" y="5224463"/>
          <p14:tracePt t="199759" x="4633913" y="5224463"/>
          <p14:tracePt t="199771" x="4557713" y="5224463"/>
          <p14:tracePt t="199781" x="4462463" y="5238750"/>
          <p14:tracePt t="199793" x="4387850" y="5238750"/>
          <p14:tracePt t="199804" x="4238625" y="5238750"/>
          <p14:tracePt t="199815" x="4149725" y="5238750"/>
          <p14:tracePt t="200051" x="4149725" y="5253038"/>
          <p14:tracePt t="200085" x="4122738" y="5238750"/>
          <p14:tracePt t="200097" x="4062413" y="5224463"/>
          <p14:tracePt t="200108" x="4000500" y="5218113"/>
          <p14:tracePt t="200119" x="3884613" y="5176838"/>
          <p14:tracePt t="200130" x="3735388" y="5143500"/>
          <p14:tracePt t="200142" x="3619500" y="5102225"/>
          <p14:tracePt t="200153" x="3435350" y="5041900"/>
          <p14:tracePt t="200164" x="3286125" y="5000625"/>
          <p14:tracePt t="200175" x="3054350" y="4938713"/>
          <p14:tracePt t="200186" x="2890838" y="4891088"/>
          <p14:tracePt t="200198" x="2646363" y="4824413"/>
          <p14:tracePt t="200209" x="2408238" y="4776788"/>
          <p14:tracePt t="200220" x="2244725" y="4741863"/>
          <p14:tracePt t="200232" x="2020888" y="4700588"/>
          <p14:tracePt t="200243" x="1863725" y="4673600"/>
          <p14:tracePt t="200254" x="1666875" y="4652963"/>
          <p14:tracePt t="200265" x="1503363" y="4640263"/>
          <p14:tracePt t="200276" x="1401763" y="4640263"/>
          <p14:tracePt t="200288" x="1292225" y="4652963"/>
          <p14:tracePt t="200299" x="1223963" y="4667250"/>
          <p14:tracePt t="200310" x="1143000" y="4687888"/>
          <p14:tracePt t="200321" x="1101725" y="4714875"/>
          <p14:tracePt t="200332" x="1054100" y="4741863"/>
          <p14:tracePt t="200344" x="1027113" y="4776788"/>
          <p14:tracePt t="200355" x="1014413" y="4803775"/>
          <p14:tracePt t="200366" x="1014413" y="4837113"/>
          <p14:tracePt t="200378" x="1014413" y="4864100"/>
          <p14:tracePt t="200389" x="1014413" y="4911725"/>
          <p14:tracePt t="200400" x="1041400" y="4953000"/>
          <p14:tracePt t="200411" x="1074738" y="5014913"/>
          <p14:tracePt t="200423" x="1128713" y="5054600"/>
          <p14:tracePt t="200434" x="1176338" y="5075238"/>
          <p14:tracePt t="200445" x="1265238" y="5116513"/>
          <p14:tracePt t="200456" x="1327150" y="5129213"/>
          <p14:tracePt t="200468" x="1414463" y="5129213"/>
          <p14:tracePt t="200479" x="1503363" y="5129213"/>
          <p14:tracePt t="200491" x="1550988" y="5116513"/>
          <p14:tracePt t="200501" x="1604963" y="5089525"/>
          <p14:tracePt t="200513" x="1604963" y="5075238"/>
          <p14:tracePt t="200525" x="1604963" y="5041900"/>
          <p14:tracePt t="200535" x="1592263" y="5014913"/>
          <p14:tracePt t="200546" x="1544638" y="4953000"/>
          <p14:tracePt t="200559" x="1443038" y="4891088"/>
          <p14:tracePt t="200569" x="1354138" y="4851400"/>
          <p14:tracePt t="200580" x="1163638" y="4803775"/>
          <p14:tracePt t="200592" x="1014413" y="4776788"/>
          <p14:tracePt t="200603" x="788988" y="4762500"/>
          <p14:tracePt t="200614" x="652463" y="4776788"/>
          <p14:tracePt t="200625" x="517525" y="4816475"/>
          <p14:tracePt t="200636" x="414338" y="4864100"/>
          <p14:tracePt t="200648" x="374650" y="4905375"/>
          <p14:tracePt t="200659" x="354013" y="4967288"/>
          <p14:tracePt t="200670" x="354013" y="5000625"/>
          <p14:tracePt t="200681" x="374650" y="5075238"/>
          <p14:tracePt t="200693" x="428625" y="5129213"/>
          <p14:tracePt t="200704" x="523875" y="5218113"/>
          <p14:tracePt t="200715" x="666750" y="5280025"/>
          <p14:tracePt t="200726" x="776288" y="5313363"/>
          <p14:tracePt t="200738" x="952500" y="5354638"/>
          <p14:tracePt t="200749" x="1074738" y="5367338"/>
          <p14:tracePt t="200782" x="1238250" y="5381625"/>
          <p14:tracePt t="200785" x="1354138" y="5381625"/>
          <p14:tracePt t="200794" x="1414463" y="5381625"/>
          <p14:tracePt t="200798" x="1428750" y="5367338"/>
          <p14:tracePt t="200806" x="1443038" y="5354638"/>
          <p14:tracePt t="200817" x="1428750" y="5340350"/>
          <p14:tracePt t="200828" x="1428750" y="5327650"/>
          <p14:tracePt t="200840" x="1401763" y="5313363"/>
          <p14:tracePt t="200851" x="1381125" y="5300663"/>
          <p14:tracePt t="200862" x="1366838" y="5292725"/>
          <p14:tracePt t="200873" x="1354138" y="5292725"/>
          <p14:tracePt t="200917" x="1354138" y="5300663"/>
          <p14:tracePt t="201457" x="1366838" y="5300663"/>
          <p14:tracePt t="201469" x="1381125" y="5300663"/>
          <p14:tracePt t="201491" x="1401763" y="5292725"/>
          <p14:tracePt t="201502" x="1414463" y="5292725"/>
          <p14:tracePt t="201514" x="1443038" y="5292725"/>
          <p14:tracePt t="201525" x="1476375" y="5292725"/>
          <p14:tracePt t="201536" x="1503363" y="5280025"/>
          <p14:tracePt t="201548" x="1544638" y="5280025"/>
          <p14:tracePt t="201559" x="1565275" y="5280025"/>
          <p14:tracePt t="201570" x="1592263" y="5280025"/>
          <p14:tracePt t="201581" x="1619250" y="5280025"/>
          <p14:tracePt t="201593" x="1639888" y="5292725"/>
          <p14:tracePt t="201604" x="1666875" y="5300663"/>
          <p14:tracePt t="201615" x="1693863" y="5327650"/>
          <p14:tracePt t="201630" x="1728788" y="5354638"/>
          <p14:tracePt t="201639" x="1768475" y="5381625"/>
          <p14:tracePt t="201649" x="1830388" y="5402263"/>
          <p14:tracePt t="201661" x="1919288" y="5429250"/>
          <p14:tracePt t="201671" x="1979613" y="5456238"/>
          <p14:tracePt t="201683" x="2068513" y="5462588"/>
          <p14:tracePt t="201695" x="2176463" y="5491163"/>
          <p14:tracePt t="201705" x="2306638" y="5503863"/>
          <p14:tracePt t="201716" x="2381250" y="5518150"/>
          <p14:tracePt t="201728" x="2503488" y="5518150"/>
          <p14:tracePt t="201739" x="2619375" y="5518150"/>
          <p14:tracePt t="201750" x="2728913" y="5503863"/>
          <p14:tracePt t="201761" x="2843213" y="5491163"/>
          <p14:tracePt t="201772" x="3021013" y="5456238"/>
          <p14:tracePt t="201784" x="3197225" y="5402263"/>
          <p14:tracePt t="201795" x="3319463" y="5354638"/>
          <p14:tracePt t="201806" x="3482975" y="5292725"/>
          <p14:tracePt t="201829" x="3619500" y="5238750"/>
          <p14:tracePt t="201831" x="3721100" y="5191125"/>
          <p14:tracePt t="201841" x="3762375" y="5149850"/>
          <p14:tracePt t="201853" x="3795713" y="5116513"/>
          <p14:tracePt t="201863" x="3824288" y="5075238"/>
          <p14:tracePt t="201874" x="3824288" y="5054600"/>
          <p14:tracePt t="201885" x="3810000" y="5027613"/>
          <p14:tracePt t="201896" x="3795713" y="5000625"/>
          <p14:tracePt t="201908" x="3768725" y="4986338"/>
          <p14:tracePt t="201919" x="3735388" y="4979988"/>
          <p14:tracePt t="201930" x="3673475" y="4967288"/>
          <p14:tracePt t="201941" x="3598863" y="4953000"/>
          <p14:tracePt t="201953" x="3544888" y="4938713"/>
          <p14:tracePt t="201964" x="3470275" y="4938713"/>
          <p14:tracePt t="201975" x="3395663" y="4926013"/>
          <p14:tracePt t="201986" x="3333750" y="4911725"/>
          <p14:tracePt t="201998" x="3271838" y="4905375"/>
          <p14:tracePt t="202009" x="3197225" y="4891088"/>
          <p14:tracePt t="202020" x="3122613" y="4878388"/>
          <p14:tracePt t="202031" x="3033713" y="4864100"/>
          <p14:tracePt t="202043" x="2967038" y="4837113"/>
          <p14:tracePt t="202054" x="2890838" y="4824413"/>
          <p14:tracePt t="202065" x="2816225" y="4816475"/>
          <p14:tracePt t="202078" x="2782888" y="4816475"/>
          <p14:tracePt t="202088" x="2728913" y="4803775"/>
          <p14:tracePt t="202099" x="2681288" y="4803775"/>
          <p14:tracePt t="202111" x="2646363" y="4803775"/>
          <p14:tracePt t="202121" x="2605088" y="4803775"/>
          <p14:tracePt t="202133" x="2557463" y="4803775"/>
          <p14:tracePt t="202145" x="2497138" y="4803775"/>
          <p14:tracePt t="202155" x="2443163" y="4803775"/>
          <p14:tracePt t="202166" x="2354263" y="4816475"/>
          <p14:tracePt t="202178" x="2279650" y="4824413"/>
          <p14:tracePt t="202189" x="2205038" y="4851400"/>
          <p14:tracePt t="202200" x="2143125" y="4864100"/>
          <p14:tracePt t="202211" x="2081213" y="4878388"/>
          <p14:tracePt t="202223" x="2041525" y="4891088"/>
          <p14:tracePt t="202234" x="2006600" y="4905375"/>
          <p14:tracePt t="202245" x="1979613" y="4911725"/>
          <p14:tracePt t="202256" x="1966913" y="4926013"/>
          <p14:tracePt t="202267" x="1952625" y="4953000"/>
          <p14:tracePt t="202279" x="1938338" y="4967288"/>
          <p14:tracePt t="202290" x="1931988" y="4979988"/>
          <p14:tracePt t="202301" x="1931988" y="5000625"/>
          <p14:tracePt t="202313" x="1931988" y="5014913"/>
          <p14:tracePt t="202324" x="1931988" y="5027613"/>
          <p14:tracePt t="202335" x="1938338" y="5054600"/>
          <p14:tracePt t="202346" x="1938338" y="5075238"/>
          <p14:tracePt t="202358" x="1966913" y="5089525"/>
          <p14:tracePt t="202369" x="1993900" y="5116513"/>
          <p14:tracePt t="202380" x="2027238" y="5149850"/>
          <p14:tracePt t="202391" x="2095500" y="5176838"/>
          <p14:tracePt t="202403" x="2143125" y="5205413"/>
          <p14:tracePt t="202414" x="2217738" y="5224463"/>
          <p14:tracePt t="202425" x="2306638" y="5253038"/>
          <p14:tracePt t="202436" x="2395538" y="5280025"/>
          <p14:tracePt t="202448" x="2503488" y="5300663"/>
          <p14:tracePt t="202459" x="2646363" y="5313363"/>
          <p14:tracePt t="202470" x="2795588" y="5327650"/>
          <p14:tracePt t="202481" x="2919413" y="5340350"/>
          <p14:tracePt t="202493" x="3081338" y="5340350"/>
          <p14:tracePt t="202504" x="3217863" y="5340350"/>
          <p14:tracePt t="202515" x="3348038" y="5327650"/>
          <p14:tracePt t="202528" x="3435350" y="5313363"/>
          <p14:tracePt t="202538" x="3544888" y="5292725"/>
          <p14:tracePt t="202549" x="3633788" y="5280025"/>
          <p14:tracePt t="202561" x="3694113" y="5265738"/>
          <p14:tracePt t="202571" x="3748088" y="5238750"/>
          <p14:tracePt t="202583" x="3783013" y="5218113"/>
          <p14:tracePt t="202595" x="3795713" y="5191125"/>
          <p14:tracePt t="202605" x="3795713" y="5176838"/>
          <p14:tracePt t="202616" x="3795713" y="5149850"/>
          <p14:tracePt t="202628" x="3783013" y="5129213"/>
          <p14:tracePt t="202639" x="3748088" y="5102225"/>
          <p14:tracePt t="202650" x="3694113" y="5054600"/>
          <p14:tracePt t="202661" x="3619500" y="5014913"/>
          <p14:tracePt t="202673" x="3544888" y="4979988"/>
          <p14:tracePt t="202684" x="3482975" y="4967288"/>
          <p14:tracePt t="202695" x="3395663" y="4938713"/>
          <p14:tracePt t="202706" x="3292475" y="4938713"/>
          <p14:tracePt t="202718" x="3232150" y="4938713"/>
          <p14:tracePt t="202729" x="3143250" y="4938713"/>
          <p14:tracePt t="202740" x="3048000" y="4938713"/>
          <p14:tracePt t="202751" x="2967038" y="4938713"/>
          <p14:tracePt t="202763" x="2905125" y="4938713"/>
          <p14:tracePt t="202774" x="2816225" y="4938713"/>
          <p14:tracePt t="202785" x="2728913" y="4938713"/>
          <p14:tracePt t="202796" x="2646363" y="4938713"/>
          <p14:tracePt t="202808" x="2578100" y="4938713"/>
          <p14:tracePt t="202819" x="2503488" y="4953000"/>
          <p14:tracePt t="202830" x="2443163" y="4967288"/>
          <p14:tracePt t="202841" x="2395538" y="4967288"/>
          <p14:tracePt t="202853" x="2333625" y="4986338"/>
          <p14:tracePt t="202875" x="2265363" y="5014913"/>
          <p14:tracePt t="202878" x="2205038" y="5041900"/>
          <p14:tracePt t="202887" x="2176463" y="5054600"/>
          <p14:tracePt t="202898" x="2157413" y="5075238"/>
          <p14:tracePt t="202909" x="2143125" y="5102225"/>
          <p14:tracePt t="202920" x="2128838" y="5116513"/>
          <p14:tracePt t="202931" x="2128838" y="5129213"/>
          <p14:tracePt t="202943" x="2128838" y="5143500"/>
          <p14:tracePt t="202954" x="2143125" y="5149850"/>
          <p14:tracePt t="202966" x="2157413" y="5149850"/>
          <p14:tracePt t="202978" x="2170113" y="5164138"/>
          <p14:tracePt t="202988" x="2190750" y="5176838"/>
          <p14:tracePt t="202999" x="2217738" y="5176838"/>
          <p14:tracePt t="203011" x="2265363" y="5191125"/>
          <p14:tracePt t="203021" x="2339975" y="5205413"/>
          <p14:tracePt t="203033" x="2443163" y="5218113"/>
          <p14:tracePt t="203045" x="2544763" y="5224463"/>
          <p14:tracePt t="203055" x="2708275" y="5238750"/>
          <p14:tracePt t="203066" x="2871788" y="5238750"/>
          <p14:tracePt t="203078" x="3033713" y="5238750"/>
          <p14:tracePt t="203089" x="3143250" y="5238750"/>
          <p14:tracePt t="203100" x="3286125" y="5218113"/>
          <p14:tracePt t="203111" x="3381375" y="5205413"/>
          <p14:tracePt t="203123" x="3435350" y="5191125"/>
          <p14:tracePt t="203134" x="3497263" y="5164138"/>
          <p14:tracePt t="203145" x="3524250" y="5143500"/>
          <p14:tracePt t="203156" x="3530600" y="5116513"/>
          <p14:tracePt t="203168" x="3544888" y="5102225"/>
          <p14:tracePt t="203179" x="3530600" y="5075238"/>
          <p14:tracePt t="203190" x="3509963" y="5041900"/>
          <p14:tracePt t="203201" x="3470275" y="5014913"/>
          <p14:tracePt t="203213" x="3395663" y="4979988"/>
          <p14:tracePt t="203224" x="3292475" y="4938713"/>
          <p14:tracePt t="203235" x="3143250" y="4891088"/>
          <p14:tracePt t="203246" x="3021013" y="4864100"/>
          <p14:tracePt t="203258" x="2830513" y="4837113"/>
          <p14:tracePt t="203269" x="2646363" y="4824413"/>
          <p14:tracePt t="203280" x="2503488" y="4816475"/>
          <p14:tracePt t="203291" x="2292350" y="4803775"/>
          <p14:tracePt t="203303" x="2101850" y="4803775"/>
          <p14:tracePt t="203314" x="1919288" y="4816475"/>
          <p14:tracePt t="203325" x="1803400" y="4824413"/>
          <p14:tracePt t="203336" x="1693863" y="4851400"/>
          <p14:tracePt t="203348" x="1619250" y="4864100"/>
          <p14:tracePt t="203359" x="1565275" y="4878388"/>
          <p14:tracePt t="203370" x="1544638" y="4891088"/>
          <p14:tracePt t="203381" x="1530350" y="4891088"/>
          <p14:tracePt t="203393" x="1517650" y="4905375"/>
          <p14:tracePt t="203404" x="1503363" y="4911725"/>
          <p14:tracePt t="203415" x="1503363" y="4926013"/>
          <p14:tracePt t="203427" x="1490663" y="4938713"/>
          <p14:tracePt t="203438" x="1490663" y="4953000"/>
          <p14:tracePt t="203449" x="1490663" y="4967288"/>
          <p14:tracePt t="203461" x="1490663" y="4979988"/>
          <p14:tracePt t="203471" x="1503363" y="4986338"/>
          <p14:tracePt t="203483" x="1503363" y="5000625"/>
          <p14:tracePt t="203495" x="1517650" y="5027613"/>
          <p14:tracePt t="203505" x="1544638" y="5041900"/>
          <p14:tracePt t="203516" x="1565275" y="5054600"/>
          <p14:tracePt t="203528" x="1592263" y="5062538"/>
          <p14:tracePt t="203539" x="1639888" y="5075238"/>
          <p14:tracePt t="203550" x="1693863" y="5089525"/>
          <p14:tracePt t="203562" x="1741488" y="5102225"/>
          <p14:tracePt t="203573" x="1830388" y="5102225"/>
          <p14:tracePt t="203584" x="1919288" y="5102225"/>
          <p14:tracePt t="203595" x="2027238" y="5102225"/>
          <p14:tracePt t="203606" x="2128838" y="5102225"/>
          <p14:tracePt t="203618" x="2265363" y="5089525"/>
          <p14:tracePt t="203629" x="2408238" y="5075238"/>
          <p14:tracePt t="203640" x="2530475" y="5054600"/>
          <p14:tracePt t="203651" x="2605088" y="5041900"/>
          <p14:tracePt t="203664" x="2693988" y="5014913"/>
          <p14:tracePt t="203674" x="2728913" y="4986338"/>
          <p14:tracePt t="203685" x="2755900" y="4967288"/>
          <p14:tracePt t="203696" x="2755900" y="4953000"/>
          <p14:tracePt t="203708" x="2755900" y="4926013"/>
          <p14:tracePt t="203719" x="2755900" y="4905375"/>
          <p14:tracePt t="203730" x="2741613" y="4891088"/>
          <p14:tracePt t="203741" x="2708275" y="4864100"/>
          <p14:tracePt t="203753" x="2652713" y="4837113"/>
          <p14:tracePt t="203764" x="2578100" y="4816475"/>
          <p14:tracePt t="203775" x="2455863" y="4789488"/>
          <p14:tracePt t="203786" x="2306638" y="4762500"/>
          <p14:tracePt t="203798" x="2116138" y="4762500"/>
          <p14:tracePt t="203809" x="2006600" y="4762500"/>
          <p14:tracePt t="203820" x="1857375" y="4776788"/>
          <p14:tracePt t="203831" x="1714500" y="4803775"/>
          <p14:tracePt t="203843" x="1625600" y="4837113"/>
          <p14:tracePt t="203854" x="1550988" y="4878388"/>
          <p14:tracePt t="203866" x="1490663" y="4911725"/>
          <p14:tracePt t="203878" x="1462088" y="4967288"/>
          <p14:tracePt t="203888" x="1455738" y="5000625"/>
          <p14:tracePt t="203899" x="1443038" y="5041900"/>
          <p14:tracePt t="203921" x="1455738" y="5062538"/>
          <p14:tracePt t="203924" x="1455738" y="5089525"/>
          <p14:tracePt t="203933" x="1462088" y="5116513"/>
          <p14:tracePt t="203946" x="1490663" y="5129213"/>
          <p14:tracePt t="203955" x="1517650" y="5143500"/>
          <p14:tracePt t="203966" x="1544638" y="5149850"/>
          <p14:tracePt t="203978" x="1577975" y="5164138"/>
          <p14:tracePt t="203989" x="1619250" y="5164138"/>
          <p14:tracePt t="204000" x="1681163" y="5176838"/>
          <p14:tracePt t="204011" x="1741488" y="5176838"/>
          <p14:tracePt t="204023" x="1857375" y="5176838"/>
          <p14:tracePt t="204034" x="1966913" y="5176838"/>
          <p14:tracePt t="204045" x="2054225" y="5176838"/>
          <p14:tracePt t="204056" x="2190750" y="5176838"/>
          <p14:tracePt t="204068" x="2319338" y="5176838"/>
          <p14:tracePt t="204079" x="2428875" y="5176838"/>
          <p14:tracePt t="204090" x="2503488" y="5164138"/>
          <p14:tracePt t="204101" x="2578100" y="5149850"/>
          <p14:tracePt t="204113" x="2633663" y="5149850"/>
          <p14:tracePt t="204124" x="2652713" y="5143500"/>
          <p14:tracePt t="204135" x="2667000" y="5143500"/>
          <p14:tracePt t="204146" x="2681288" y="5129213"/>
          <p14:tracePt t="204169" x="2681288" y="5116513"/>
          <p14:tracePt t="204180" x="2681288" y="5102225"/>
          <p14:tracePt t="204191" x="2681288" y="5089525"/>
          <p14:tracePt t="204203" x="2681288" y="5075238"/>
          <p14:tracePt t="204214" x="2681288" y="5062538"/>
          <p14:tracePt t="204225" x="2667000" y="5041900"/>
          <p14:tracePt t="204236" x="2646363" y="5014913"/>
          <p14:tracePt t="204248" x="2619375" y="4986338"/>
          <p14:tracePt t="204259" x="2557463" y="4953000"/>
          <p14:tracePt t="204270" x="2470150" y="4926013"/>
          <p14:tracePt t="204281" x="2354263" y="4891088"/>
          <p14:tracePt t="204293" x="2259013" y="4878388"/>
          <p14:tracePt t="204304" x="2081213" y="4864100"/>
          <p14:tracePt t="204315" x="1863725" y="4851400"/>
          <p14:tracePt t="204327" x="1714500" y="4864100"/>
          <p14:tracePt t="204338" x="1503363" y="4878388"/>
          <p14:tracePt t="204349" x="1327150" y="4905375"/>
          <p14:tracePt t="204361" x="1204913" y="4926013"/>
          <p14:tracePt t="204371" x="1143000" y="4953000"/>
          <p14:tracePt t="204383" x="1089025" y="4967288"/>
          <p14:tracePt t="204395" x="1068388" y="4986338"/>
          <p14:tracePt t="204405" x="1054100" y="5000625"/>
          <p14:tracePt t="204416" x="1054100" y="5014913"/>
          <p14:tracePt t="204439" x="1054100" y="5027613"/>
          <p14:tracePt t="204450" x="1054100" y="5041900"/>
          <p14:tracePt t="204461" x="1054100" y="5054600"/>
          <p14:tracePt t="204473" x="1068388" y="5054600"/>
          <p14:tracePt t="204484" x="1074738" y="5062538"/>
          <p14:tracePt t="204495" x="1089025" y="5075238"/>
          <p14:tracePt t="204506" x="1128713" y="5089525"/>
          <p14:tracePt t="204518" x="1176338" y="5102225"/>
          <p14:tracePt t="204540" x="1217613" y="5116513"/>
          <p14:tracePt t="204543" x="1292225" y="5116513"/>
          <p14:tracePt t="204552" x="1381125" y="5129213"/>
          <p14:tracePt t="204564" x="1476375" y="5129213"/>
          <p14:tracePt t="204574" x="1550988" y="5129213"/>
          <p14:tracePt t="204585" x="1625600" y="5129213"/>
          <p14:tracePt t="204596" x="1700213" y="5129213"/>
          <p14:tracePt t="204608" x="1741488" y="5116513"/>
          <p14:tracePt t="204619" x="1782763" y="5102225"/>
          <p14:tracePt t="204630" x="1789113" y="5102225"/>
          <p14:tracePt t="204641" x="1803400" y="5089525"/>
          <p14:tracePt t="204653" x="1803400" y="5075238"/>
          <p14:tracePt t="204664" x="1803400" y="5062538"/>
          <p14:tracePt t="204675" x="1803400" y="5054600"/>
          <p14:tracePt t="204686" x="1803400" y="5041900"/>
          <p14:tracePt t="204697" x="1789113" y="5014913"/>
          <p14:tracePt t="204709" x="1782763" y="5000625"/>
          <p14:tracePt t="204720" x="1768475" y="4986338"/>
          <p14:tracePt t="204731" x="1755775" y="4979988"/>
          <p14:tracePt t="204743" x="1714500" y="4979988"/>
          <p14:tracePt t="204754" x="1693863" y="4979988"/>
          <p14:tracePt t="204765" x="1652588" y="4979988"/>
          <p14:tracePt t="204776" x="1619250" y="4986338"/>
          <p14:tracePt t="204788" x="1544638" y="5000625"/>
          <p14:tracePt t="204799" x="1476375" y="5041900"/>
          <p14:tracePt t="204811" x="1443038" y="5062538"/>
          <p14:tracePt t="204821" x="1414463" y="5089525"/>
          <p14:tracePt t="204833" x="1387475" y="5129213"/>
          <p14:tracePt t="204845" x="1381125" y="5164138"/>
          <p14:tracePt t="204855" x="1381125" y="5176838"/>
          <p14:tracePt t="204866" x="1387475" y="5205413"/>
          <p14:tracePt t="204878" x="1414463" y="5238750"/>
          <p14:tracePt t="204889" x="1443038" y="5253038"/>
          <p14:tracePt t="204900" x="1503363" y="5265738"/>
          <p14:tracePt t="204912" x="1565275" y="5265738"/>
          <p14:tracePt t="204923" x="1625600" y="5280025"/>
          <p14:tracePt t="204934" x="1681163" y="5280025"/>
          <p14:tracePt t="204945" x="1728788" y="5280025"/>
          <p14:tracePt t="204979" x="1768475" y="5265738"/>
          <p14:tracePt t="204982" x="1782763" y="5265738"/>
          <p14:tracePt t="204991" x="1789113" y="5265738"/>
          <p14:tracePt t="204996" x="1803400" y="5265738"/>
          <p14:tracePt t="205035" x="1789113" y="5265738"/>
          <p14:tracePt t="205046" x="1755775" y="5265738"/>
          <p14:tracePt t="205058" x="1714500" y="5265738"/>
          <p14:tracePt t="205069" x="1681163" y="5265738"/>
          <p14:tracePt t="206812" x="1693863" y="5253038"/>
          <p14:tracePt t="206835" x="1700213" y="5238750"/>
          <p14:tracePt t="206858" x="1700213" y="5224463"/>
          <p14:tracePt t="206870" x="1714500" y="5218113"/>
          <p14:tracePt t="206880" x="1714500" y="5205413"/>
          <p14:tracePt t="206892" x="1728788" y="5191125"/>
          <p14:tracePt t="206904" x="1728788" y="5176838"/>
          <p14:tracePt t="206914" x="1728788" y="5149850"/>
          <p14:tracePt t="206926" x="1728788" y="5129213"/>
          <p14:tracePt t="206938" x="1728788" y="5102225"/>
          <p14:tracePt t="206949" x="1728788" y="5075238"/>
          <p14:tracePt t="206959" x="1728788" y="5054600"/>
          <p14:tracePt t="206970" x="1728788" y="5027613"/>
          <p14:tracePt t="206981" x="1728788" y="5000625"/>
          <p14:tracePt t="206993" x="1714500" y="4979988"/>
          <p14:tracePt t="207004" x="1700213" y="4967288"/>
          <p14:tracePt t="207015" x="1693863" y="4953000"/>
          <p14:tracePt t="207027" x="1681163" y="4938713"/>
          <p14:tracePt t="207038" x="1652588" y="4938713"/>
          <p14:tracePt t="207049" x="1639888" y="4926013"/>
          <p14:tracePt t="207071" x="1619250" y="4926013"/>
          <p14:tracePt t="207074" x="1592263" y="4926013"/>
          <p14:tracePt t="207083" x="1577975" y="4926013"/>
          <p14:tracePt t="207095" x="1550988" y="4926013"/>
          <p14:tracePt t="207105" x="1530350" y="4926013"/>
          <p14:tracePt t="207116" x="1503363" y="4938713"/>
          <p14:tracePt t="207128" x="1476375" y="4938713"/>
          <p14:tracePt t="207139" x="1455738" y="4953000"/>
          <p14:tracePt t="207150" x="1443038" y="4979988"/>
          <p14:tracePt t="207161" x="1414463" y="4986338"/>
          <p14:tracePt t="207173" x="1401763" y="5014913"/>
          <p14:tracePt t="207184" x="1387475" y="5027613"/>
          <p14:tracePt t="207195" x="1381125" y="5054600"/>
          <p14:tracePt t="207206" x="1381125" y="5062538"/>
          <p14:tracePt t="207218" x="1381125" y="5075238"/>
          <p14:tracePt t="207229" x="1381125" y="5089525"/>
          <p14:tracePt t="207240" x="1387475" y="5102225"/>
          <p14:tracePt t="207251" x="1401763" y="5116513"/>
          <p14:tracePt t="207263" x="1428750" y="5129213"/>
          <p14:tracePt t="207274" x="1455738" y="5129213"/>
          <p14:tracePt t="207286" x="1476375" y="5143500"/>
          <p14:tracePt t="207296" x="1503363" y="5143500"/>
          <p14:tracePt t="207307" x="1530350" y="5149850"/>
          <p14:tracePt t="207320" x="1550988" y="5149850"/>
          <p14:tracePt t="207330" x="1577975" y="5149850"/>
          <p14:tracePt t="207342" x="1592263" y="5149850"/>
          <p14:tracePt t="207397" x="1592263" y="5143500"/>
          <p14:tracePt t="211735" x="1604963" y="5149850"/>
          <p14:tracePt t="213022" x="1625600" y="5149850"/>
          <p14:tracePt t="213034" x="1681163" y="5149850"/>
          <p14:tracePt t="213045" x="1728788" y="5149850"/>
          <p14:tracePt t="213056" x="1768475" y="5149850"/>
          <p14:tracePt t="213068" x="1789113" y="5149850"/>
          <p14:tracePt t="213079" x="1816100" y="5149850"/>
          <p14:tracePt t="213090" x="1830388" y="5143500"/>
          <p14:tracePt t="213101" x="1843088" y="5129213"/>
          <p14:tracePt t="213113" x="1843088" y="5116513"/>
          <p14:tracePt t="213124" x="1857375" y="5102225"/>
          <p14:tracePt t="213135" x="1857375" y="5075238"/>
          <p14:tracePt t="213146" x="1857375" y="5054600"/>
          <p14:tracePt t="213158" x="1843088" y="5027613"/>
          <p14:tracePt t="213169" x="1843088" y="5000625"/>
          <p14:tracePt t="213181" x="1830388" y="4979988"/>
          <p14:tracePt t="213191" x="1816100" y="4953000"/>
          <p14:tracePt t="213203" x="1789113" y="4926013"/>
          <p14:tracePt t="213215" x="1755775" y="4905375"/>
          <p14:tracePt t="213225" x="1728788" y="4891088"/>
          <p14:tracePt t="213237" x="1700213" y="4878388"/>
          <p14:tracePt t="213248" x="1666875" y="4851400"/>
          <p14:tracePt t="213259" x="1639888" y="4851400"/>
          <p14:tracePt t="213270" x="1604963" y="4837113"/>
          <p14:tracePt t="213282" x="1577975" y="4824413"/>
          <p14:tracePt t="213293" x="1544638" y="4824413"/>
          <p14:tracePt t="213304" x="1517650" y="4824413"/>
          <p14:tracePt t="213315" x="1476375" y="4824413"/>
          <p14:tracePt t="213326" x="1443038" y="4816475"/>
          <p14:tracePt t="213338" x="1428750" y="4816475"/>
          <p14:tracePt t="213360" x="1401763" y="4816475"/>
          <p14:tracePt t="213363" x="1387475" y="4816475"/>
          <p14:tracePt t="213372" x="1366838" y="4816475"/>
          <p14:tracePt t="213384" x="1354138" y="4816475"/>
          <p14:tracePt t="213394" x="1339850" y="4816475"/>
          <p14:tracePt t="213405" x="1312863" y="4816475"/>
          <p14:tracePt t="213416" x="1306513" y="4816475"/>
          <p14:tracePt t="213428" x="1292225" y="4816475"/>
          <p14:tracePt t="213439" x="1279525" y="4816475"/>
          <p14:tracePt t="213450" x="1265238" y="4816475"/>
          <p14:tracePt t="213461" x="1238250" y="4816475"/>
          <p14:tracePt t="213473" x="1217613" y="4824413"/>
          <p14:tracePt t="213484" x="1190625" y="4824413"/>
          <p14:tracePt t="213495" x="1143000" y="4837113"/>
          <p14:tracePt t="213506" x="1116013" y="4851400"/>
          <p14:tracePt t="213518" x="1074738" y="4864100"/>
          <p14:tracePt t="213529" x="1041400" y="4878388"/>
          <p14:tracePt t="213540" x="1000125" y="4891088"/>
          <p14:tracePt t="213553" x="979488" y="4911725"/>
          <p14:tracePt t="213563" x="938213" y="4926013"/>
          <p14:tracePt t="213574" x="925513" y="4938713"/>
          <p14:tracePt t="213585" x="911225" y="4938713"/>
          <p14:tracePt t="213596" x="911225" y="4953000"/>
          <p14:tracePt t="213608" x="911225" y="4979988"/>
          <p14:tracePt t="213619" x="911225" y="5000625"/>
          <p14:tracePt t="213631" x="925513" y="5014913"/>
          <p14:tracePt t="213642" x="938213" y="5041900"/>
          <p14:tracePt t="213664" x="979488" y="5062538"/>
          <p14:tracePt t="213667" x="1000125" y="5075238"/>
          <p14:tracePt t="213676" x="1068388" y="5102225"/>
          <p14:tracePt t="213687" x="1149350" y="5129213"/>
          <p14:tracePt t="213699" x="1265238" y="5149850"/>
          <p14:tracePt t="213709" x="1354138" y="5164138"/>
          <p14:tracePt t="213720" x="1503363" y="5191125"/>
          <p14:tracePt t="213732" x="1652588" y="5205413"/>
          <p14:tracePt t="213743" x="1755775" y="5205413"/>
          <p14:tracePt t="213754" x="1878013" y="5218113"/>
          <p14:tracePt t="213765" x="1993900" y="5218113"/>
          <p14:tracePt t="213777" x="2081213" y="5191125"/>
          <p14:tracePt t="213788" x="2128838" y="5176838"/>
          <p14:tracePt t="213799" x="2176463" y="5164138"/>
          <p14:tracePt t="213810" x="2190750" y="5143500"/>
          <p14:tracePt t="213821" x="2205038" y="5129213"/>
          <p14:tracePt t="213833" x="2190750" y="5116513"/>
          <p14:tracePt t="213844" x="2170113" y="5089525"/>
          <p14:tracePt t="213855" x="2101850" y="5054600"/>
          <p14:tracePt t="213867" x="2027238" y="5014913"/>
          <p14:tracePt t="213878" x="1919288" y="4967288"/>
          <p14:tracePt t="213889" x="1816100" y="4926013"/>
          <p14:tracePt t="213900" x="1700213" y="4905375"/>
          <p14:tracePt t="213911" x="1619250" y="4891088"/>
          <p14:tracePt t="213923" x="1490663" y="4864100"/>
          <p14:tracePt t="213934" x="1366838" y="4851400"/>
          <p14:tracePt t="213945" x="1292225" y="4851400"/>
          <p14:tracePt t="213956" x="1190625" y="4878388"/>
          <p14:tracePt t="213968" x="1116013" y="4905375"/>
          <p14:tracePt t="213979" x="1068388" y="4926013"/>
          <p14:tracePt t="213990" x="1027113" y="4967288"/>
          <p14:tracePt t="214001" x="1000125" y="5000625"/>
          <p14:tracePt t="214013" x="985838" y="5041900"/>
          <p14:tracePt t="214024" x="979488" y="5075238"/>
          <p14:tracePt t="214035" x="985838" y="5102225"/>
          <p14:tracePt t="214046" x="1000125" y="5129213"/>
          <p14:tracePt t="214058" x="1027113" y="5164138"/>
          <p14:tracePt t="214069" x="1054100" y="5191125"/>
          <p14:tracePt t="214081" x="1089025" y="5218113"/>
          <p14:tracePt t="214091" x="1149350" y="5224463"/>
          <p14:tracePt t="214103" x="1238250" y="5238750"/>
          <p14:tracePt t="214115" x="1327150" y="5253038"/>
          <p14:tracePt t="214125" x="1455738" y="5253038"/>
          <p14:tracePt t="214136" x="1604963" y="5238750"/>
          <p14:tracePt t="214148" x="1693863" y="5224463"/>
          <p14:tracePt t="214159" x="1782763" y="5205413"/>
          <p14:tracePt t="214170" x="1816100" y="5176838"/>
          <p14:tracePt t="214182" x="1830388" y="5143500"/>
          <p14:tracePt t="214193" x="1830388" y="5129213"/>
          <p14:tracePt t="214204" x="1803400" y="5089525"/>
          <p14:tracePt t="214215" x="1741488" y="5027613"/>
          <p14:tracePt t="214227" x="1625600" y="4967288"/>
          <p14:tracePt t="214238" x="1530350" y="4926013"/>
          <p14:tracePt t="214249" x="1381125" y="4891088"/>
          <p14:tracePt t="214260" x="1223963" y="4864100"/>
          <p14:tracePt t="214271" x="1128713" y="4851400"/>
          <p14:tracePt t="214283" x="966788" y="4851400"/>
          <p14:tracePt t="214294" x="830263" y="4851400"/>
          <p14:tracePt t="214305" x="714375" y="4864100"/>
          <p14:tracePt t="214316" x="652463" y="4891088"/>
          <p14:tracePt t="214328" x="577850" y="4926013"/>
          <p14:tracePt t="214339" x="538163" y="4967288"/>
          <p14:tracePt t="214350" x="523875" y="4986338"/>
          <p14:tracePt t="214361" x="517525" y="5027613"/>
          <p14:tracePt t="214373" x="517525" y="5054600"/>
          <p14:tracePt t="214384" x="523875" y="5089525"/>
          <p14:tracePt t="214418" x="565150" y="5102225"/>
          <p14:tracePt t="214420" x="598488" y="5143500"/>
          <p14:tracePt t="214429" x="652463" y="5149850"/>
          <p14:tracePt t="214435" x="700088" y="5164138"/>
          <p14:tracePt t="214442" x="762000" y="5176838"/>
          <p14:tracePt t="214452" x="836613" y="5176838"/>
          <p14:tracePt t="214466" x="925513" y="5176838"/>
          <p14:tracePt t="214475" x="979488" y="5176838"/>
          <p14:tracePt t="214485" x="1014413" y="5164138"/>
          <p14:tracePt t="214498" x="1041400" y="5149850"/>
          <p14:tracePt t="214508" x="1054100" y="5143500"/>
          <p14:tracePt t="214519" x="1054100" y="5116513"/>
          <p14:tracePt t="214531" x="1054100" y="5089525"/>
          <p14:tracePt t="214542" x="1054100" y="5054600"/>
          <p14:tracePt t="214553" x="1027113" y="5027613"/>
          <p14:tracePt t="214565" x="985838" y="4986338"/>
          <p14:tracePt t="214575" x="938213" y="4938713"/>
          <p14:tracePt t="214586" x="877888" y="4911725"/>
          <p14:tracePt t="214598" x="815975" y="4891088"/>
          <p14:tracePt t="214609" x="755650" y="4878388"/>
          <p14:tracePt t="214620" x="673100" y="4878388"/>
          <p14:tracePt t="214632" x="612775" y="4878388"/>
          <p14:tracePt t="214643" x="565150" y="4905375"/>
          <p14:tracePt t="214654" x="517525" y="4926013"/>
          <p14:tracePt t="214665" x="476250" y="4979988"/>
          <p14:tracePt t="214676" x="449263" y="5014913"/>
          <p14:tracePt t="214688" x="434975" y="5054600"/>
          <p14:tracePt t="214699" x="428625" y="5089525"/>
          <p14:tracePt t="214710" x="434975" y="5116513"/>
          <p14:tracePt t="214721" x="449263" y="5143500"/>
          <p14:tracePt t="214733" x="503238" y="5164138"/>
          <p14:tracePt t="214744" x="550863" y="5205413"/>
          <p14:tracePt t="214755" x="612775" y="5218113"/>
          <p14:tracePt t="214766" x="714375" y="5238750"/>
          <p14:tracePt t="214778" x="850900" y="5253038"/>
          <p14:tracePt t="214789" x="1027113" y="5265738"/>
          <p14:tracePt t="214800" x="1149350" y="5265738"/>
          <p14:tracePt t="214811" x="1339850" y="5265738"/>
          <p14:tracePt t="214823" x="1476375" y="5253038"/>
          <p14:tracePt t="214834" x="1550988" y="5224463"/>
          <p14:tracePt t="214845" x="1625600" y="5205413"/>
          <p14:tracePt t="214856" x="1666875" y="5176838"/>
          <p14:tracePt t="214868" x="1681163" y="5149850"/>
          <p14:tracePt t="214879" x="1681163" y="5129213"/>
          <p14:tracePt t="214890" x="1681163" y="5102225"/>
          <p14:tracePt t="214901" x="1666875" y="5062538"/>
          <p14:tracePt t="214913" x="1639888" y="5014913"/>
          <p14:tracePt t="214924" x="1604963" y="4986338"/>
          <p14:tracePt t="214935" x="1550988" y="4938713"/>
          <p14:tracePt t="214946" x="1476375" y="4905375"/>
          <p14:tracePt t="214958" x="1428750" y="4891088"/>
          <p14:tracePt t="214969" x="1339850" y="4878388"/>
          <p14:tracePt t="214981" x="1238250" y="4878388"/>
          <p14:tracePt t="214992" x="1143000" y="4911725"/>
          <p14:tracePt t="215003" x="1074738" y="4953000"/>
          <p14:tracePt t="215015" x="1000125" y="5014913"/>
          <p14:tracePt t="215025" x="966788" y="5075238"/>
          <p14:tracePt t="215048" x="952500" y="5143500"/>
          <p14:tracePt t="215051" x="966788" y="5176838"/>
          <p14:tracePt t="215060" x="979488" y="5218113"/>
          <p14:tracePt t="215072" x="1014413" y="5265738"/>
          <p14:tracePt t="215082" x="1068388" y="5280025"/>
          <p14:tracePt t="215093" x="1128713" y="5300663"/>
          <p14:tracePt t="215104" x="1204913" y="5327650"/>
          <p14:tracePt t="215115" x="1292225" y="5327650"/>
          <p14:tracePt t="215126" x="1354138" y="5327650"/>
          <p14:tracePt t="215138" x="1443038" y="5313363"/>
          <p14:tracePt t="215149" x="1517650" y="5300663"/>
          <p14:tracePt t="215160" x="1565275" y="5292725"/>
          <p14:tracePt t="215171" x="1625600" y="5265738"/>
          <p14:tracePt t="215183" x="1666875" y="5238750"/>
          <p14:tracePt t="215194" x="1681163" y="5224463"/>
          <p14:tracePt t="215205" x="1693863" y="5205413"/>
          <p14:tracePt t="215216" x="1693863" y="5191125"/>
          <p14:tracePt t="215228" x="1693863" y="5176838"/>
          <p14:tracePt t="215239" x="1681163" y="5164138"/>
          <p14:tracePt t="215250" x="1681163" y="5149850"/>
          <p14:tracePt t="215261" x="1666875" y="5149850"/>
          <p14:tracePt t="215498" x="1652588" y="5143500"/>
          <p14:tracePt t="215767" x="1666875" y="5143500"/>
          <p14:tracePt t="215790" x="1666875" y="5129213"/>
          <p14:tracePt t="216296" x="1681163" y="5129213"/>
          <p14:tracePt t="216308" x="1700213" y="5129213"/>
          <p14:tracePt t="216319" x="1728788" y="5143500"/>
          <p14:tracePt t="216330" x="1741488" y="5143500"/>
          <p14:tracePt t="216342" x="1768475" y="5143500"/>
          <p14:tracePt t="216353" x="1782763" y="5143500"/>
          <p14:tracePt t="216364" x="1789113" y="5143500"/>
          <p14:tracePt t="216377" x="1803400" y="5143500"/>
          <p14:tracePt t="216454" x="1816100" y="5143500"/>
          <p14:tracePt t="217568" x="1816100" y="5149850"/>
          <p14:tracePt t="217579" x="1843088" y="5176838"/>
          <p14:tracePt t="217590" x="1890713" y="5191125"/>
          <p14:tracePt t="217603" x="1966913" y="5218113"/>
          <p14:tracePt t="217613" x="2101850" y="5253038"/>
          <p14:tracePt t="217624" x="2292350" y="5292725"/>
          <p14:tracePt t="217636" x="2544763" y="5327650"/>
          <p14:tracePt t="217647" x="2741613" y="5354638"/>
          <p14:tracePt t="217658" x="3033713" y="5402263"/>
          <p14:tracePt t="217669" x="3292475" y="5462588"/>
          <p14:tracePt t="217681" x="3443288" y="5491163"/>
          <p14:tracePt t="217692" x="3530600" y="5518150"/>
          <p14:tracePt t="217703" x="3544888" y="5518150"/>
          <p14:tracePt t="217995" x="3557588" y="5518150"/>
          <p14:tracePt t="218007" x="3571875" y="5518150"/>
          <p14:tracePt t="218018" x="3586163" y="5518150"/>
          <p14:tracePt t="218029" x="3598863" y="5518150"/>
          <p14:tracePt t="218040" x="3605213" y="5518150"/>
          <p14:tracePt t="218052" x="3619500" y="5530850"/>
          <p14:tracePt t="218063" x="3633788" y="5530850"/>
          <p14:tracePt t="218074" x="3646488" y="5530850"/>
          <p14:tracePt t="218085" x="3673475" y="5530850"/>
          <p14:tracePt t="218108" x="3681413" y="5530850"/>
          <p14:tracePt t="218119" x="3694113" y="5518150"/>
          <p14:tracePt t="218130" x="3721100" y="5518150"/>
          <p14:tracePt t="218142" x="3735388" y="5518150"/>
          <p14:tracePt t="218153" x="3762375" y="5518150"/>
          <p14:tracePt t="218164" x="3768725" y="5518150"/>
          <p14:tracePt t="218175" x="3768725" y="5503863"/>
          <p14:tracePt t="218186" x="3783013" y="5503863"/>
          <p14:tracePt t="218198" x="3795713" y="5503863"/>
          <p14:tracePt t="218209" x="3795713" y="5491163"/>
          <p14:tracePt t="218220" x="3810000" y="5491163"/>
          <p14:tracePt t="218231" x="3836988" y="5476875"/>
          <p14:tracePt t="218243" x="3857625" y="5476875"/>
          <p14:tracePt t="218254" x="3884613" y="5462588"/>
          <p14:tracePt t="218265" x="3932238" y="5456238"/>
          <p14:tracePt t="218278" x="4021138" y="5456238"/>
          <p14:tracePt t="218299" x="4149725" y="5443538"/>
          <p14:tracePt t="218301" x="4271963" y="5443538"/>
          <p14:tracePt t="218312" x="4462463" y="5414963"/>
          <p14:tracePt t="218322" x="4700588" y="5387975"/>
          <p14:tracePt t="218333" x="4959350" y="5354638"/>
          <p14:tracePt t="218344" x="5176838" y="5313363"/>
          <p14:tracePt t="218355" x="5491163" y="5238750"/>
          <p14:tracePt t="218366" x="5776913" y="5116513"/>
          <p14:tracePt t="218378" x="5980113" y="5000625"/>
          <p14:tracePt t="218389" x="6224588" y="4816475"/>
          <p14:tracePt t="218400" x="6443663" y="4613275"/>
          <p14:tracePt t="218411" x="6626225" y="4402138"/>
          <p14:tracePt t="218423" x="6742113" y="4238625"/>
          <p14:tracePt t="218434" x="6851650" y="4033838"/>
          <p14:tracePt t="218445" x="6938963" y="3851275"/>
          <p14:tracePt t="218457" x="6980238" y="3721100"/>
          <p14:tracePt t="218468" x="7015163" y="3538538"/>
          <p14:tracePt t="218479" x="7027863" y="3348038"/>
          <p14:tracePt t="218492" x="7027863" y="3184525"/>
          <p14:tracePt t="218502" x="6994525" y="3068638"/>
          <p14:tracePt t="218513" x="6919913" y="2946400"/>
          <p14:tracePt t="218535" x="6816725" y="2843213"/>
          <p14:tracePt t="218538" x="6715125" y="2782888"/>
          <p14:tracePt t="218547" x="6565900" y="2720975"/>
          <p14:tracePt t="218558" x="6375400" y="2681288"/>
          <p14:tracePt t="218571" x="6176963" y="2660650"/>
          <p14:tracePt t="218603" x="5986463" y="2660650"/>
          <p14:tracePt t="218605" x="5729288" y="2660650"/>
          <p14:tracePt t="218614" x="5462588" y="2673350"/>
          <p14:tracePt t="218619" x="5272088" y="2693988"/>
          <p14:tracePt t="218626" x="4973638" y="2747963"/>
          <p14:tracePt t="218637" x="4660900" y="2824163"/>
          <p14:tracePt t="218648" x="4300538" y="2932113"/>
          <p14:tracePt t="218661" x="4000500" y="3033713"/>
          <p14:tracePt t="218670" x="3586163" y="3184525"/>
          <p14:tracePt t="218682" x="3217863" y="3333750"/>
          <p14:tracePt t="218694" x="2959100" y="3482975"/>
          <p14:tracePt t="218704" x="2809875" y="3598863"/>
          <p14:tracePt t="218715" x="2646363" y="3721100"/>
          <p14:tracePt t="218728" x="2557463" y="3851275"/>
          <p14:tracePt t="218738" x="2530475" y="3925888"/>
          <p14:tracePt t="218749" x="2503488" y="4014788"/>
          <p14:tracePt t="218761" x="2497138" y="4122738"/>
          <p14:tracePt t="218772" x="2497138" y="4265613"/>
          <p14:tracePt t="218783" x="2503488" y="4375150"/>
          <p14:tracePt t="218795" x="2544763" y="4551363"/>
          <p14:tracePt t="218805" x="2619375" y="4741863"/>
          <p14:tracePt t="218816" x="2708275" y="4911725"/>
          <p14:tracePt t="218828" x="2782888" y="5014913"/>
          <p14:tracePt t="218839" x="2905125" y="5143500"/>
          <p14:tracePt t="218850" x="3033713" y="5224463"/>
          <p14:tracePt t="218862" x="3128963" y="5300663"/>
          <p14:tracePt t="218873" x="3259138" y="5367338"/>
          <p14:tracePt t="218884" x="3381375" y="5429250"/>
          <p14:tracePt t="218895" x="3497263" y="5476875"/>
          <p14:tracePt t="218907" x="3571875" y="5503863"/>
          <p14:tracePt t="218918" x="3660775" y="5545138"/>
          <p14:tracePt t="218929" x="3783013" y="5565775"/>
          <p14:tracePt t="218940" x="3884613" y="5592763"/>
          <p14:tracePt t="218951" x="4021138" y="5619750"/>
          <p14:tracePt t="218963" x="4170363" y="5640388"/>
          <p14:tracePt t="218974" x="4348163" y="5667375"/>
          <p14:tracePt t="218985" x="4483100" y="5694363"/>
          <p14:tracePt t="218997" x="4700588" y="5715000"/>
          <p14:tracePt t="219008" x="4946650" y="5756275"/>
          <p14:tracePt t="219019" x="5197475" y="5768975"/>
          <p14:tracePt t="219030" x="5613400" y="5789613"/>
          <p14:tracePt t="219042" x="6089650" y="5816600"/>
          <p14:tracePt t="219053" x="6551613" y="5816600"/>
          <p14:tracePt t="219064" x="6831013" y="5803900"/>
          <p14:tracePt t="219075" x="7116763" y="5789613"/>
          <p14:tracePt t="219087" x="7292975" y="5768975"/>
          <p14:tracePt t="219098" x="7381875" y="5756275"/>
          <p14:tracePt t="219109" x="7429500" y="5729288"/>
          <p14:tracePt t="219120" x="7415213" y="5715000"/>
          <p14:tracePt t="219840" x="7429500" y="5715000"/>
          <p14:tracePt t="219863" x="7415213" y="5715000"/>
          <p14:tracePt t="219885" x="7429500" y="5715000"/>
          <p14:tracePt t="219930" x="7443788" y="5715000"/>
          <p14:tracePt t="219941" x="7456488" y="5715000"/>
          <p14:tracePt t="219964" x="7470775" y="5729288"/>
          <p14:tracePt t="219975" x="7483475" y="5729288"/>
          <p14:tracePt t="222339" x="7483475" y="5715000"/>
          <p14:tracePt t="222349" x="7483475" y="5700713"/>
          <p14:tracePt t="222371" x="7483475" y="5694363"/>
          <p14:tracePt t="222720" x="7504113" y="5694363"/>
          <p14:tracePt t="222733" x="7545388" y="5694363"/>
          <p14:tracePt t="222743" x="7593013" y="5694363"/>
          <p14:tracePt t="222755" x="7694613" y="5694363"/>
          <p14:tracePt t="222766" x="7804150" y="5694363"/>
          <p14:tracePt t="222777" x="7932738" y="5681663"/>
          <p14:tracePt t="222799" x="8021638" y="5667375"/>
          <p14:tracePt t="222802" x="8143875" y="5640388"/>
          <p14:tracePt t="222810" x="8272463" y="5592763"/>
          <p14:tracePt t="222822" x="8382000" y="5518150"/>
          <p14:tracePt t="222833" x="8456613" y="5456238"/>
          <p14:tracePt t="222844" x="8558213" y="5313363"/>
          <p14:tracePt t="222855" x="8634413" y="5143500"/>
          <p14:tracePt t="222867" x="8667750" y="5000625"/>
          <p14:tracePt t="222878" x="8682038" y="4803775"/>
          <p14:tracePt t="222890" x="8682038" y="4613275"/>
          <p14:tracePt t="222902" x="8667750" y="4449763"/>
          <p14:tracePt t="222912" x="8634413" y="4348163"/>
          <p14:tracePt t="222923" x="8586788" y="4238625"/>
          <p14:tracePt t="222935" x="8497888" y="4137025"/>
          <p14:tracePt t="222945" x="8423275" y="4075113"/>
          <p14:tracePt t="222957" x="8293100" y="3986213"/>
          <p14:tracePt t="222968" x="8143875" y="3925888"/>
          <p14:tracePt t="222979" x="7967663" y="3884613"/>
          <p14:tracePt t="222990" x="7831138" y="3863975"/>
          <p14:tracePt t="223002" x="7634288" y="3851275"/>
          <p14:tracePt t="223013" x="7443788" y="3863975"/>
          <p14:tracePt t="223024" x="7245350" y="3898900"/>
          <p14:tracePt t="223035" x="7116763" y="3973513"/>
          <p14:tracePt t="223047" x="6953250" y="4102100"/>
          <p14:tracePt t="223058" x="6804025" y="4300538"/>
          <p14:tracePt t="223069" x="6715125" y="4476750"/>
          <p14:tracePt t="223080" x="6640513" y="4748213"/>
          <p14:tracePt t="223092" x="6613525" y="5027613"/>
          <p14:tracePt t="223103" x="6626225" y="5280025"/>
          <p14:tracePt t="223114" x="6681788" y="5443538"/>
          <p14:tracePt t="223125" x="6777038" y="5605463"/>
          <p14:tracePt t="223137" x="6919913" y="5756275"/>
          <p14:tracePt t="223148" x="7042150" y="5843588"/>
          <p14:tracePt t="223159" x="7253288" y="5919788"/>
          <p14:tracePt t="223170" x="7491413" y="5953125"/>
          <p14:tracePt t="223182" x="7756525" y="5938838"/>
          <p14:tracePt t="223193" x="7920038" y="5919788"/>
          <p14:tracePt t="223204" x="8116888" y="5843588"/>
          <p14:tracePt t="223215" x="8272463" y="5756275"/>
          <p14:tracePt t="223227" x="8367713" y="5667375"/>
          <p14:tracePt t="223238" x="8423275" y="5605463"/>
          <p14:tracePt t="223249" x="8456613" y="5545138"/>
          <p14:tracePt t="223260" x="8470900" y="5491163"/>
          <p14:tracePt t="223272" x="8456613" y="5456238"/>
          <p14:tracePt t="223283" x="8429625" y="5402263"/>
          <p14:tracePt t="223294" x="8396288" y="5354638"/>
          <p14:tracePt t="223305" x="8348663" y="5313363"/>
          <p14:tracePt t="223317" x="8293100" y="5300663"/>
          <p14:tracePt t="223328" x="8191500" y="5292725"/>
          <p14:tracePt t="223339" x="8054975" y="5292725"/>
          <p14:tracePt t="223351" x="7947025" y="5313363"/>
          <p14:tracePt t="223361" x="7769225" y="5367338"/>
          <p14:tracePt t="223373" x="7634288" y="5443538"/>
          <p14:tracePt t="223385" x="7531100" y="5518150"/>
          <p14:tracePt t="223395" x="7483475" y="5578475"/>
          <p14:tracePt t="223406" x="7456488" y="5681663"/>
          <p14:tracePt t="223418" x="7443788" y="5768975"/>
          <p14:tracePt t="223429" x="7470775" y="5843588"/>
          <p14:tracePt t="223440" x="7518400" y="5932488"/>
          <p14:tracePt t="223452" x="7620000" y="6021388"/>
          <p14:tracePt t="223463" x="7756525" y="6081713"/>
          <p14:tracePt t="223474" x="7872413" y="6116638"/>
          <p14:tracePt t="223485" x="8042275" y="6143625"/>
          <p14:tracePt t="223497" x="8185150" y="6143625"/>
          <p14:tracePt t="223508" x="8293100" y="6143625"/>
          <p14:tracePt t="223519" x="8355013" y="6129338"/>
          <p14:tracePt t="223530" x="8396288" y="6102350"/>
          <p14:tracePt t="223542" x="8423275" y="6096000"/>
          <p14:tracePt t="223553" x="8423275" y="6081713"/>
          <p14:tracePt t="223564" x="8423275" y="6069013"/>
          <p14:tracePt t="223575" x="8423275" y="6054725"/>
          <p14:tracePt t="223598" x="8423275" y="6042025"/>
          <p14:tracePt t="223901" x="8423275" y="6027738"/>
          <p14:tracePt t="223913" x="8423275" y="6007100"/>
          <p14:tracePt t="223924" x="8423275" y="5980113"/>
          <p14:tracePt t="223935" x="8423275" y="5967413"/>
          <p14:tracePt t="223947" x="8429625" y="5938838"/>
          <p14:tracePt t="223958" x="8429625" y="5932488"/>
          <p14:tracePt t="223980" x="8429625" y="5919788"/>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1.pdf"/>
          <p:cNvPicPr>
            <a:picLocks noChangeAspect="1"/>
          </p:cNvPicPr>
          <p:nvPr/>
        </p:nvPicPr>
        <p:blipFill rotWithShape="1">
          <a:blip r:embed="rId3"/>
          <a:srcRect t="1700" b="5324"/>
          <a:stretch/>
        </p:blipFill>
        <p:spPr>
          <a:xfrm>
            <a:off x="2927648" y="-21578"/>
            <a:ext cx="6624736" cy="6894692"/>
          </a:xfrm>
          <a:prstGeom prst="rect">
            <a:avLst/>
          </a:prstGeom>
        </p:spPr>
      </p:pic>
      <p:sp>
        <p:nvSpPr>
          <p:cNvPr id="2" name="TextBox 1">
            <a:extLst>
              <a:ext uri="{FF2B5EF4-FFF2-40B4-BE49-F238E27FC236}">
                <a16:creationId xmlns:a16="http://schemas.microsoft.com/office/drawing/2014/main" id="{FC583358-73C4-B579-2DC0-738625C3BAFC}"/>
              </a:ext>
            </a:extLst>
          </p:cNvPr>
          <p:cNvSpPr txBox="1"/>
          <p:nvPr/>
        </p:nvSpPr>
        <p:spPr>
          <a:xfrm>
            <a:off x="0" y="6463104"/>
            <a:ext cx="4736024" cy="430887"/>
          </a:xfrm>
          <a:prstGeom prst="rect">
            <a:avLst/>
          </a:prstGeom>
          <a:noFill/>
        </p:spPr>
        <p:txBody>
          <a:bodyPr wrap="square" rtlCol="0">
            <a:spAutoFit/>
          </a:bodyPr>
          <a:lstStyle/>
          <a:p>
            <a:r>
              <a:rPr lang="en-US" sz="1100" dirty="0"/>
              <a:t>*Figure resource: Stallings, William. Cryptography and Network Security: Principles and Practice, 7th ed. England: Pearson Education Limited, 2017. </a:t>
            </a:r>
          </a:p>
        </p:txBody>
      </p:sp>
      <p:sp>
        <p:nvSpPr>
          <p:cNvPr id="3" name="Title 2">
            <a:extLst>
              <a:ext uri="{FF2B5EF4-FFF2-40B4-BE49-F238E27FC236}">
                <a16:creationId xmlns:a16="http://schemas.microsoft.com/office/drawing/2014/main" id="{CB50DCDF-B626-2C35-6333-20C46228F40E}"/>
              </a:ext>
            </a:extLst>
          </p:cNvPr>
          <p:cNvSpPr>
            <a:spLocks noGrp="1"/>
          </p:cNvSpPr>
          <p:nvPr>
            <p:ph type="title"/>
          </p:nvPr>
        </p:nvSpPr>
        <p:spPr>
          <a:xfrm>
            <a:off x="195649" y="365125"/>
            <a:ext cx="3387811" cy="1325563"/>
          </a:xfrm>
        </p:spPr>
        <p:txBody>
          <a:bodyPr>
            <a:normAutofit fontScale="90000"/>
          </a:bodyPr>
          <a:lstStyle/>
          <a:p>
            <a:r>
              <a:rPr lang="en-US" dirty="0"/>
              <a:t>AES Encryption Process</a:t>
            </a:r>
          </a:p>
        </p:txBody>
      </p:sp>
    </p:spTree>
  </p:cSld>
  <p:clrMapOvr>
    <a:masterClrMapping/>
  </p:clrMapOvr>
  <p:transition spd="med" advTm="321984">
    <p:pull dir="rd"/>
  </p:transition>
  <p:extLst>
    <p:ext uri="{3A86A75C-4F4B-4683-9AE1-C65F6400EC91}">
      <p14:laserTraceLst xmlns:p14="http://schemas.microsoft.com/office/powerpoint/2010/main">
        <p14:tracePtLst>
          <p14:tracePt t="94" x="9034463" y="2455863"/>
          <p14:tracePt t="105" x="9034463" y="2443163"/>
          <p14:tracePt t="113" x="9048750" y="2443163"/>
          <p14:tracePt t="159" x="9063038" y="2443163"/>
          <p14:tracePt t="1374" x="9048750" y="2443163"/>
          <p14:tracePt t="1429" x="9048750" y="2428875"/>
          <p14:tracePt t="1463" x="9034463" y="2428875"/>
          <p14:tracePt t="1958" x="9021763" y="2422525"/>
          <p14:tracePt t="1969" x="9007475" y="2422525"/>
          <p14:tracePt t="1982" x="8994775" y="2422525"/>
          <p14:tracePt t="1992" x="8959850" y="2408238"/>
          <p14:tracePt t="2003" x="8920163" y="2395538"/>
          <p14:tracePt t="2014" x="8872538" y="2381250"/>
          <p14:tracePt t="2051" x="8634413" y="2347913"/>
          <p14:tracePt t="2059" x="8558213" y="2333625"/>
          <p14:tracePt t="2080" x="8429625" y="2319338"/>
          <p14:tracePt t="2109" x="8110538" y="2292350"/>
          <p14:tracePt t="2117" x="7980363" y="2292350"/>
          <p14:tracePt t="2127" x="7858125" y="2292350"/>
          <p14:tracePt t="2138" x="7729538" y="2306638"/>
          <p14:tracePt t="2149" x="7640638" y="2319338"/>
          <p14:tracePt t="2173" x="7402513" y="2366963"/>
          <p14:tracePt t="2183" x="7319963" y="2408238"/>
          <p14:tracePt t="2194" x="7191375" y="2482850"/>
          <p14:tracePt t="2235" x="7007225" y="2681288"/>
          <p14:tracePt t="2236" x="6938963" y="2747963"/>
          <p14:tracePt t="2256" x="6816725" y="2932113"/>
          <p14:tracePt t="2268" x="6777038" y="2994025"/>
          <p14:tracePt t="2273" x="6729413" y="3081338"/>
          <p14:tracePt t="2296" x="6715125" y="3184525"/>
          <p14:tracePt t="2298" x="6700838" y="3286125"/>
          <p14:tracePt t="2308" x="6700838" y="3360738"/>
          <p14:tracePt t="2319" x="6729413" y="3462338"/>
          <p14:tracePt t="2330" x="6756400" y="3551238"/>
          <p14:tracePt t="2341" x="6789738" y="3613150"/>
          <p14:tracePt t="2353" x="6851650" y="3660775"/>
          <p14:tracePt t="2365" x="6919913" y="3700463"/>
          <p14:tracePt t="2384" x="6994525" y="3721100"/>
          <p14:tracePt t="2392" x="7042150" y="3721100"/>
          <p14:tracePt t="2404" x="7143750" y="3721100"/>
          <p14:tracePt t="2410" x="7292975" y="3721100"/>
          <p14:tracePt t="2420" x="7456488" y="3700463"/>
          <p14:tracePt t="2431" x="7593013" y="3673475"/>
          <p14:tracePt t="2454" x="7756525" y="3625850"/>
          <p14:tracePt t="2455" x="7878763" y="3571875"/>
          <p14:tracePt t="2473" x="7947025" y="3524250"/>
          <p14:tracePt t="2486" x="8007350" y="3462338"/>
          <p14:tracePt t="2499" x="8042275" y="3395663"/>
          <p14:tracePt t="2507" x="8054975" y="3360738"/>
          <p14:tracePt t="2515" x="8054975" y="3319463"/>
          <p14:tracePt t="2535" x="8042275" y="3306763"/>
          <p14:tracePt t="2535" x="8021638" y="3300413"/>
          <p14:tracePt t="2544" x="7994650" y="3286125"/>
          <p14:tracePt t="2557" x="7953375" y="3271838"/>
          <p14:tracePt t="2570" x="7905750" y="3271838"/>
          <p14:tracePt t="2581" x="7858125" y="3286125"/>
          <p14:tracePt t="2590" x="7816850" y="3300413"/>
          <p14:tracePt t="2604" x="7783513" y="3319463"/>
          <p14:tracePt t="2615" x="7742238" y="3348038"/>
          <p14:tracePt t="2622" x="7721600" y="3375025"/>
          <p14:tracePt t="2637" x="7694613" y="3422650"/>
          <p14:tracePt t="2646" x="7681913" y="3462338"/>
          <p14:tracePt t="2657" x="7681913" y="3509963"/>
          <p14:tracePt t="2671" x="7681913" y="3551238"/>
          <p14:tracePt t="2681" x="7708900" y="3598863"/>
          <p14:tracePt t="2690" x="7729538" y="3646488"/>
          <p14:tracePt t="2702" x="7783513" y="3687763"/>
          <p14:tracePt t="2718" x="7816850" y="3700463"/>
          <p14:tracePt t="2724" x="7872413" y="3708400"/>
          <p14:tracePt t="2735" x="7932738" y="3721100"/>
          <p14:tracePt t="2753" x="7980363" y="3721100"/>
          <p14:tracePt t="2759" x="8069263" y="3708400"/>
          <p14:tracePt t="2783" x="8245475" y="3700463"/>
          <p14:tracePt t="2791" x="8307388" y="3687763"/>
          <p14:tracePt t="2802" x="8382000" y="3673475"/>
          <p14:tracePt t="2821" x="8443913" y="3673475"/>
          <p14:tracePt t="2824" x="8470900" y="3673475"/>
          <p14:tracePt t="2836" x="8470900" y="3660775"/>
          <p14:tracePt t="2853" x="8483600" y="3660775"/>
          <p14:tracePt t="2893" x="8470900" y="3646488"/>
          <p14:tracePt t="2916" x="8456613" y="3633788"/>
          <p14:tracePt t="2927" x="8429625" y="3633788"/>
          <p14:tracePt t="3184" x="8443913" y="3625850"/>
          <p14:tracePt t="3242" x="8456613" y="3625850"/>
          <p14:tracePt t="3263" x="8470900" y="3625850"/>
          <p14:tracePt t="3364" x="8483600" y="3625850"/>
          <p14:tracePt t="5491" x="8483600" y="3613150"/>
          <p14:tracePt t="6064" x="8483600" y="3586163"/>
          <p14:tracePt t="6638" x="8483600" y="3571875"/>
          <p14:tracePt t="6650" x="8470900" y="3571875"/>
          <p14:tracePt t="6660" x="8470900" y="3557588"/>
          <p14:tracePt t="6672" x="8456613" y="3557588"/>
          <p14:tracePt t="6761" x="8443913" y="3557588"/>
          <p14:tracePt t="6773" x="8443913" y="3551238"/>
          <p14:tracePt t="6807" x="8429625" y="3551238"/>
          <p14:tracePt t="6818" x="8429625" y="3538538"/>
          <p14:tracePt t="6830" x="8423275" y="3538538"/>
          <p14:tracePt t="6852" x="8408988" y="3538538"/>
          <p14:tracePt t="6863" x="8396288" y="3538538"/>
          <p14:tracePt t="6880" x="8382000" y="3524250"/>
          <p14:tracePt t="6885" x="8367713" y="3524250"/>
          <p14:tracePt t="6897" x="8355013" y="3524250"/>
          <p14:tracePt t="6914" x="8348663" y="3524250"/>
          <p14:tracePt t="6920" x="8334375" y="3524250"/>
          <p14:tracePt t="6931" x="8307388" y="3509963"/>
          <p14:tracePt t="6942" x="8293100" y="3509963"/>
          <p14:tracePt t="6955" x="8272463" y="3509963"/>
          <p14:tracePt t="6966" x="8272463" y="3497263"/>
          <p14:tracePt t="6977" x="8245475" y="3497263"/>
          <p14:tracePt t="6987" x="8232775" y="3497263"/>
          <p14:tracePt t="7021" x="8218488" y="3497263"/>
          <p14:tracePt t="7662" x="8205788" y="3497263"/>
          <p14:tracePt t="7673" x="8185150" y="3482975"/>
          <p14:tracePt t="7684" x="8170863" y="3482975"/>
          <p14:tracePt t="7695" x="8158163" y="3482975"/>
          <p14:tracePt t="7707" x="8143875" y="3482975"/>
          <p14:tracePt t="7753" x="8129588" y="3482975"/>
          <p14:tracePt t="9113" x="8143875" y="3482975"/>
          <p14:tracePt t="9115" x="8170863" y="3482975"/>
          <p14:tracePt t="9125" x="8191500" y="3470275"/>
          <p14:tracePt t="9136" x="8232775" y="3470275"/>
          <p14:tracePt t="9147" x="8259763" y="3462338"/>
          <p14:tracePt t="9158" x="8293100" y="3462338"/>
          <p14:tracePt t="9225" x="8280400" y="3449638"/>
          <p14:tracePt t="9237" x="8245475" y="3435350"/>
          <p14:tracePt t="9253" x="8170863" y="3408363"/>
          <p14:tracePt t="9259" x="8110538" y="3395663"/>
          <p14:tracePt t="9270" x="8007350" y="3360738"/>
          <p14:tracePt t="9296" x="7872413" y="3333750"/>
          <p14:tracePt t="9305" x="7858125" y="3319463"/>
          <p14:tracePt t="9507" x="7843838" y="3333750"/>
          <p14:tracePt t="9518" x="7831138" y="3360738"/>
          <p14:tracePt t="9529" x="7816850" y="3387725"/>
          <p14:tracePt t="9540" x="7804150" y="3422650"/>
          <p14:tracePt t="9552" x="7796213" y="3449638"/>
          <p14:tracePt t="9563" x="7769225" y="3470275"/>
          <p14:tracePt t="9799" x="7769225" y="3462338"/>
          <p14:tracePt t="9956" x="7783513" y="3462338"/>
          <p14:tracePt t="9979" x="7769225" y="3462338"/>
          <p14:tracePt t="10012" x="7769225" y="3470275"/>
          <p14:tracePt t="10025" x="7756525" y="3470275"/>
          <p14:tracePt t="10148" x="7742238" y="3470275"/>
          <p14:tracePt t="10171" x="7729538" y="3470275"/>
          <p14:tracePt t="10294" x="7729538" y="3462338"/>
          <p14:tracePt t="10361" x="7729538" y="3449638"/>
          <p14:tracePt t="10385" x="7729538" y="3435350"/>
          <p14:tracePt t="10430" x="7729538" y="3422650"/>
          <p14:tracePt t="10575" x="7721600" y="3422650"/>
          <p14:tracePt t="10587" x="7721600" y="3408363"/>
          <p14:tracePt t="10598" x="7694613" y="3408363"/>
          <p14:tracePt t="10610" x="7681913" y="3408363"/>
          <p14:tracePt t="10620" x="7653338" y="3408363"/>
          <p14:tracePt t="10632" x="7634288" y="3395663"/>
          <p14:tracePt t="10644" x="7620000" y="3395663"/>
          <p14:tracePt t="10655" x="7605713" y="3395663"/>
          <p14:tracePt t="10666" x="7593013" y="3387725"/>
          <p14:tracePt t="10689" x="7578725" y="3375025"/>
          <p14:tracePt t="10722" x="7566025" y="3375025"/>
          <p14:tracePt t="10745" x="7558088" y="3375025"/>
          <p14:tracePt t="11025" x="7566025" y="3360738"/>
          <p14:tracePt t="11037" x="7578725" y="3360738"/>
          <p14:tracePt t="11048" x="7593013" y="3360738"/>
          <p14:tracePt t="11059" x="7605713" y="3360738"/>
          <p14:tracePt t="11071" x="7620000" y="3360738"/>
          <p14:tracePt t="11082" x="7634288" y="3360738"/>
          <p14:tracePt t="11104" x="7640638" y="3360738"/>
          <p14:tracePt t="11284" x="7653338" y="3360738"/>
          <p14:tracePt t="11318" x="7667625" y="3348038"/>
          <p14:tracePt t="11340" x="7681913" y="3348038"/>
          <p14:tracePt t="11352" x="7681913" y="3333750"/>
          <p14:tracePt t="11375" x="7694613" y="3306763"/>
          <p14:tracePt t="11385" x="7681913" y="3300413"/>
          <p14:tracePt t="11403" x="7667625" y="3259138"/>
          <p14:tracePt t="11409" x="7620000" y="3211513"/>
          <p14:tracePt t="11419" x="7483475" y="3109913"/>
          <p14:tracePt t="11436" x="7232650" y="2959100"/>
          <p14:tracePt t="11442" x="6953250" y="2824163"/>
          <p14:tracePt t="11453" x="6518275" y="2605088"/>
          <p14:tracePt t="11472" x="6164263" y="2443163"/>
          <p14:tracePt t="11476" x="5878513" y="2306638"/>
          <p14:tracePt t="11487" x="5741988" y="2232025"/>
          <p14:tracePt t="11498" x="5613400" y="2170113"/>
          <p14:tracePt t="11510" x="5524500" y="2128838"/>
          <p14:tracePt t="11521" x="5476875" y="2116138"/>
          <p14:tracePt t="11532" x="5435600" y="2109788"/>
          <p14:tracePt t="11556" x="5422900" y="2109788"/>
          <p14:tracePt t="11557" x="5414963" y="2109788"/>
          <p14:tracePt t="11578" x="5414963" y="2116138"/>
          <p14:tracePt t="11589" x="5414963" y="2143125"/>
          <p14:tracePt t="11604" x="5414963" y="2157413"/>
          <p14:tracePt t="11611" x="5414963" y="2170113"/>
          <p14:tracePt t="11623" x="5422900" y="2190750"/>
          <p14:tracePt t="11646" x="5422900" y="2205038"/>
          <p14:tracePt t="11649" x="5414963" y="2217738"/>
          <p14:tracePt t="11937" x="5422900" y="2217738"/>
          <p14:tracePt t="11960" x="5422900" y="2205038"/>
          <p14:tracePt t="11993" x="5422900" y="2190750"/>
          <p14:tracePt t="12017" x="5435600" y="2184400"/>
          <p14:tracePt t="12027" x="5435600" y="2170113"/>
          <p14:tracePt t="12051" x="5449888" y="2157413"/>
          <p14:tracePt t="12060" x="5449888" y="2128838"/>
          <p14:tracePt t="12073" x="5449888" y="2109788"/>
          <p14:tracePt t="12084" x="5449888" y="2054225"/>
          <p14:tracePt t="12095" x="5435600" y="1979613"/>
          <p14:tracePt t="12109" x="5414963" y="1878013"/>
          <p14:tracePt t="12122" x="5387975" y="1795463"/>
          <p14:tracePt t="12129" x="5340350" y="1639888"/>
          <p14:tracePt t="12144" x="5286375" y="1503363"/>
          <p14:tracePt t="12155" x="5265738" y="1414463"/>
          <p14:tracePt t="12162" x="5224463" y="1312863"/>
          <p14:tracePt t="12177" x="5197475" y="1252538"/>
          <p14:tracePt t="12185" x="5176838" y="1204913"/>
          <p14:tracePt t="12196" x="5149850" y="1190625"/>
          <p14:tracePt t="12212" x="5137150" y="1163638"/>
          <p14:tracePt t="12221" x="5110163" y="1157288"/>
          <p14:tracePt t="12231" x="5089525" y="1143000"/>
          <p14:tracePt t="12245" x="5075238" y="1143000"/>
          <p14:tracePt t="12319" x="5062538" y="1143000"/>
          <p14:tracePt t="12330" x="5033963" y="1128713"/>
          <p14:tracePt t="12342" x="5027613" y="1128713"/>
          <p14:tracePt t="12355" x="5014913" y="1116013"/>
          <p14:tracePt t="12365" x="5014913" y="1089025"/>
          <p14:tracePt t="12376" x="4986338" y="1041400"/>
          <p14:tracePt t="12390" x="4938713" y="966788"/>
          <p14:tracePt t="12398" x="4884738" y="890588"/>
          <p14:tracePt t="12412" x="4824413" y="803275"/>
          <p14:tracePt t="12423" x="4776788" y="728663"/>
          <p14:tracePt t="12433" x="4762500" y="687388"/>
          <p14:tracePt t="12444" x="4748213" y="639763"/>
          <p14:tracePt t="12477" x="4762500" y="639763"/>
          <p14:tracePt t="12499" x="4762500" y="652463"/>
          <p14:tracePt t="12702" x="4776788" y="652463"/>
          <p14:tracePt t="12704" x="4789488" y="652463"/>
          <p14:tracePt t="12715" x="4824413" y="652463"/>
          <p14:tracePt t="12726" x="4864100" y="639763"/>
          <p14:tracePt t="12740" x="4926013" y="612775"/>
          <p14:tracePt t="12747" x="4946650" y="598488"/>
          <p14:tracePt t="12765" x="5000625" y="565150"/>
          <p14:tracePt t="12770" x="5033963" y="523875"/>
          <p14:tracePt t="12782" x="5075238" y="490538"/>
          <p14:tracePt t="12801" x="5102225" y="449263"/>
          <p14:tracePt t="12807" x="5137150" y="414338"/>
          <p14:tracePt t="12815" x="5149850" y="387350"/>
          <p14:tracePt t="12834" x="5164138" y="360363"/>
          <p14:tracePt t="12840" x="5176838" y="339725"/>
          <p14:tracePt t="12849" x="5197475" y="327025"/>
          <p14:tracePt t="12868" x="5197475" y="300038"/>
          <p14:tracePt t="12875" x="5197475" y="285750"/>
          <p14:tracePt t="12893" x="5197475" y="279400"/>
          <p14:tracePt t="12916" x="5184775" y="265113"/>
          <p14:tracePt t="12929" x="5176838" y="252413"/>
          <p14:tracePt t="12939" x="5164138" y="252413"/>
          <p14:tracePt t="12950" x="5149850" y="238125"/>
          <p14:tracePt t="12994" x="5137150" y="223838"/>
          <p14:tracePt t="12998" x="5122863" y="211138"/>
          <p14:tracePt t="13008" x="5110163" y="211138"/>
          <p14:tracePt t="13011" x="5102225" y="196850"/>
          <p14:tracePt t="13018" x="5075238" y="190500"/>
          <p14:tracePt t="13031" x="5062538" y="176213"/>
          <p14:tracePt t="13041" x="5048250" y="163513"/>
          <p14:tracePt t="13052" x="5033963" y="149225"/>
          <p14:tracePt t="13068" x="5027613" y="149225"/>
          <p14:tracePt t="13075" x="5014913" y="136525"/>
          <p14:tracePt t="13085" x="5000625" y="136525"/>
          <p14:tracePt t="13102" x="4986338" y="122238"/>
          <p14:tracePt t="13107" x="4973638" y="122238"/>
          <p14:tracePt t="13133" x="4959350" y="122238"/>
          <p14:tracePt t="13141" x="4946650" y="122238"/>
          <p14:tracePt t="13154" x="4938713" y="136525"/>
          <p14:tracePt t="13168" x="4926013" y="149225"/>
          <p14:tracePt t="13179" x="4926013" y="176213"/>
          <p14:tracePt t="13186" x="4926013" y="190500"/>
          <p14:tracePt t="13202" x="4926013" y="196850"/>
          <p14:tracePt t="13211" x="4926013" y="211138"/>
          <p14:tracePt t="13220" x="4938713" y="223838"/>
          <p14:tracePt t="13234" x="4946650" y="238125"/>
          <p14:tracePt t="13244" x="4986338" y="252413"/>
          <p14:tracePt t="13255" x="5027613" y="265113"/>
          <p14:tracePt t="13269" x="5062538" y="265113"/>
          <p14:tracePt t="13279" x="5122863" y="265113"/>
          <p14:tracePt t="13287" x="5197475" y="265113"/>
          <p14:tracePt t="13300" x="5272088" y="265113"/>
          <p14:tracePt t="13316" x="5327650" y="265113"/>
          <p14:tracePt t="13322" x="5387975" y="252413"/>
          <p14:tracePt t="13333" x="5435600" y="238125"/>
          <p14:tracePt t="13350" x="5462588" y="211138"/>
          <p14:tracePt t="13356" x="5491163" y="196850"/>
          <p14:tracePt t="13367" x="5503863" y="190500"/>
          <p14:tracePt t="13385" x="5503863" y="163513"/>
          <p14:tracePt t="13391" x="5503863" y="149225"/>
          <p14:tracePt t="13401" x="5491163" y="136525"/>
          <p14:tracePt t="13423" x="5462588" y="115888"/>
          <p14:tracePt t="13434" x="5449888" y="101600"/>
          <p14:tracePt t="13451" x="5414963" y="101600"/>
          <p14:tracePt t="13458" x="5360988" y="88900"/>
          <p14:tracePt t="13468" x="5340350" y="88900"/>
          <p14:tracePt t="13488" x="5272088" y="74613"/>
          <p14:tracePt t="13496" x="5197475" y="74613"/>
          <p14:tracePt t="13501" x="5137150" y="88900"/>
          <p14:tracePt t="13518" x="5089525" y="88900"/>
          <p14:tracePt t="13525" x="5048250" y="101600"/>
          <p14:tracePt t="13536" x="5027613" y="115888"/>
          <p14:tracePt t="13552" x="5014913" y="122238"/>
          <p14:tracePt t="13563" x="5000625" y="149225"/>
          <p14:tracePt t="13568" x="4986338" y="163513"/>
          <p14:tracePt t="13583" x="4986338" y="176213"/>
          <p14:tracePt t="13600" x="5000625" y="190500"/>
          <p14:tracePt t="13605" x="5000625" y="196850"/>
          <p14:tracePt t="13614" x="5014913" y="211138"/>
          <p14:tracePt t="13635" x="5027613" y="223838"/>
          <p14:tracePt t="13637" x="5062538" y="238125"/>
          <p14:tracePt t="13649" x="5110163" y="238125"/>
          <p14:tracePt t="13658" x="5176838" y="252413"/>
          <p14:tracePt t="13671" x="5224463" y="252413"/>
          <p14:tracePt t="13681" x="5313363" y="252413"/>
          <p14:tracePt t="13702" x="5387975" y="252413"/>
          <p14:tracePt t="13715" x="5462588" y="238125"/>
          <p14:tracePt t="13723" x="5503863" y="223838"/>
          <p14:tracePt t="13736" x="5538788" y="211138"/>
          <p14:tracePt t="13738" x="5551488" y="190500"/>
          <p14:tracePt t="13753" x="5565775" y="190500"/>
          <p14:tracePt t="13760" x="5551488" y="176213"/>
          <p14:tracePt t="13772" x="5551488" y="149225"/>
          <p14:tracePt t="13783" x="5524500" y="136525"/>
          <p14:tracePt t="13796" x="5503863" y="115888"/>
          <p14:tracePt t="13806" x="5435600" y="88900"/>
          <p14:tracePt t="13817" x="5348288" y="61913"/>
          <p14:tracePt t="13830" x="5286375" y="47625"/>
          <p14:tracePt t="13839" x="5197475" y="41275"/>
          <p14:tracePt t="13853" x="5137150" y="26988"/>
          <p14:tracePt t="13867" x="5089525" y="26988"/>
          <p14:tracePt t="13874" x="5048250" y="26988"/>
          <p14:tracePt t="13884" x="5033963" y="26988"/>
          <p14:tracePt t="13900" x="5027613" y="26988"/>
          <p14:tracePt t="13906" x="5014913" y="41275"/>
          <p14:tracePt t="13918" x="5000625" y="41275"/>
          <p14:tracePt t="13937" x="5000625" y="47625"/>
          <p14:tracePt t="13940" x="5000625" y="61913"/>
          <p14:tracePt t="13951" x="4986338" y="61913"/>
          <p14:tracePt t="13969" x="4986338" y="74613"/>
          <p14:tracePt t="13973" x="4986338" y="88900"/>
          <p14:tracePt t="13986" x="4986338" y="101600"/>
          <p14:tracePt t="14002" x="4986338" y="115888"/>
          <p14:tracePt t="14008" x="5000625" y="122238"/>
          <p14:tracePt t="14041" x="5014913" y="136525"/>
          <p14:tracePt t="14047" x="5033963" y="136525"/>
          <p14:tracePt t="14053" x="5075238" y="149225"/>
          <p14:tracePt t="14067" x="5137150" y="163513"/>
          <p14:tracePt t="14087" x="5184775" y="163513"/>
          <p14:tracePt t="14091" x="5272088" y="176213"/>
          <p14:tracePt t="14103" x="5476875" y="163513"/>
          <p14:tracePt t="14112" x="5538788" y="163513"/>
          <p14:tracePt t="14120" x="5613400" y="136525"/>
          <p14:tracePt t="14132" x="5653088" y="122238"/>
          <p14:tracePt t="14149" x="5661025" y="115888"/>
          <p14:tracePt t="14156" x="5661025" y="88900"/>
          <p14:tracePt t="14165" x="5661025" y="74613"/>
          <p14:tracePt t="14185" x="5653088" y="61913"/>
          <p14:tracePt t="14190" x="5640388" y="47625"/>
          <p14:tracePt t="14199" x="5613400" y="41275"/>
          <p14:tracePt t="14218" x="5586413" y="26988"/>
          <p14:tracePt t="14227" x="5551488" y="14288"/>
          <p14:tracePt t="14233" x="5524500" y="14288"/>
          <p14:tracePt t="14253" x="5491163" y="14288"/>
          <p14:tracePt t="14263" x="5449888" y="14288"/>
          <p14:tracePt t="14266" x="5414963" y="14288"/>
          <p14:tracePt t="14277" x="5375275" y="26988"/>
          <p14:tracePt t="14300" x="5340350" y="41275"/>
          <p14:tracePt t="14300" x="5313363" y="47625"/>
          <p14:tracePt t="14313" x="5300663" y="61913"/>
          <p14:tracePt t="14323" x="5272088" y="88900"/>
          <p14:tracePt t="14334" x="5265738" y="101600"/>
          <p14:tracePt t="14346" x="5265738" y="115888"/>
          <p14:tracePt t="14356" x="5253038" y="136525"/>
          <p14:tracePt t="14369" x="5253038" y="149225"/>
          <p14:tracePt t="14380" x="5265738" y="163513"/>
          <p14:tracePt t="14391" x="5265738" y="176213"/>
          <p14:tracePt t="14401" x="5272088" y="190500"/>
          <p14:tracePt t="14416" x="5300663" y="196850"/>
          <p14:tracePt t="14425" x="5327650" y="211138"/>
          <p14:tracePt t="14435" x="5360988" y="211138"/>
          <p14:tracePt t="14453" x="5414963" y="211138"/>
          <p14:tracePt t="14457" x="5462588" y="211138"/>
          <p14:tracePt t="14469" x="5510213" y="211138"/>
          <p14:tracePt t="14485" x="5565775" y="196850"/>
          <p14:tracePt t="14491" x="5599113" y="190500"/>
          <p14:tracePt t="14503" x="5626100" y="163513"/>
          <p14:tracePt t="14519" x="5640388" y="136525"/>
          <p14:tracePt t="14529" x="5640388" y="122238"/>
          <p14:tracePt t="14536" x="5640388" y="101600"/>
          <p14:tracePt t="14571" x="5586413" y="61913"/>
          <p14:tracePt t="14573" x="5524500" y="41275"/>
          <p14:tracePt t="14584" x="5449888" y="14288"/>
          <p14:tracePt t="14649" x="5014913" y="14288"/>
          <p14:tracePt t="14660" x="4986338" y="41275"/>
          <p14:tracePt t="14671" x="4973638" y="47625"/>
          <p14:tracePt t="14682" x="4959350" y="74613"/>
          <p14:tracePt t="14695" x="4946650" y="88900"/>
          <p14:tracePt t="14705" x="4946650" y="115888"/>
          <p14:tracePt t="14717" x="4959350" y="122238"/>
          <p14:tracePt t="14730" x="4973638" y="136525"/>
          <p14:tracePt t="14739" x="4986338" y="149225"/>
          <p14:tracePt t="14752" x="5014913" y="163513"/>
          <p14:tracePt t="14763" x="5062538" y="176213"/>
          <p14:tracePt t="14773" x="5110163" y="190500"/>
          <p14:tracePt t="14784" x="5176838" y="190500"/>
          <p14:tracePt t="14797" x="5224463" y="190500"/>
          <p14:tracePt t="14806" x="5286375" y="190500"/>
          <p14:tracePt t="14819" x="5348288" y="176213"/>
          <p14:tracePt t="14829" x="5387975" y="163513"/>
          <p14:tracePt t="14841" x="5422900" y="149225"/>
          <p14:tracePt t="14852" x="5435600" y="136525"/>
          <p14:tracePt t="14863" x="5435600" y="122238"/>
          <p14:tracePt t="14885" x="5435600" y="115888"/>
          <p14:tracePt t="14900" x="5422900" y="101600"/>
          <p14:tracePt t="14907" x="5414963" y="88900"/>
          <p14:tracePt t="14920" x="5402263" y="74613"/>
          <p14:tracePt t="14935" x="5375275" y="61913"/>
          <p14:tracePt t="14945" x="5348288" y="61913"/>
          <p14:tracePt t="14952" x="5340350" y="47625"/>
          <p14:tracePt t="14968" x="5313363" y="47625"/>
          <p14:tracePt t="14975" x="5300663" y="41275"/>
          <p14:tracePt t="14986" x="5286375" y="41275"/>
          <p14:tracePt t="15000" x="5272088" y="41275"/>
          <p14:tracePt t="15010" x="5265738" y="41275"/>
          <p14:tracePt t="15020" x="5265738" y="26988"/>
          <p14:tracePt t="15043" x="5253038" y="26988"/>
          <p14:tracePt t="15120" x="5238750" y="26988"/>
          <p14:tracePt t="15132" x="5224463" y="41275"/>
          <p14:tracePt t="15146" x="5197475" y="41275"/>
          <p14:tracePt t="15155" x="5176838" y="47625"/>
          <p14:tracePt t="15167" x="5149850" y="74613"/>
          <p14:tracePt t="15180" x="5137150" y="88900"/>
          <p14:tracePt t="15188" x="5122863" y="101600"/>
          <p14:tracePt t="15202" x="5110163" y="122238"/>
          <p14:tracePt t="15212" x="5110163" y="136525"/>
          <p14:tracePt t="15233" x="5110163" y="149225"/>
          <p14:tracePt t="15246" x="5102225" y="149225"/>
          <p14:tracePt t="15269" x="5089525" y="149225"/>
          <p14:tracePt t="15279" x="5062538" y="149225"/>
          <p14:tracePt t="15290" x="5033963" y="149225"/>
          <p14:tracePt t="15301" x="5014913" y="136525"/>
          <p14:tracePt t="15313" x="4986338" y="136525"/>
          <p14:tracePt t="15324" x="4946650" y="136525"/>
          <p14:tracePt t="15336" x="4926013" y="136525"/>
          <p14:tracePt t="15347" x="4899025" y="136525"/>
          <p14:tracePt t="15357" x="4884738" y="149225"/>
          <p14:tracePt t="15368" x="4864100" y="149225"/>
          <p14:tracePt t="15380" x="4851400" y="163513"/>
          <p14:tracePt t="15400" x="4837113" y="176213"/>
          <p14:tracePt t="15414" x="4824413" y="190500"/>
          <p14:tracePt t="15548" x="4795838" y="190500"/>
          <p14:tracePt t="15563" x="4776788" y="190500"/>
          <p14:tracePt t="15571" x="4735513" y="190500"/>
          <p14:tracePt t="15583" x="4708525" y="190500"/>
          <p14:tracePt t="15599" x="4687888" y="190500"/>
          <p14:tracePt t="15608" x="4673600" y="196850"/>
          <p14:tracePt t="15649" x="4687888" y="196850"/>
          <p14:tracePt t="15660" x="4708525" y="211138"/>
          <p14:tracePt t="15676" x="4748213" y="211138"/>
          <p14:tracePt t="15684" x="4789488" y="211138"/>
          <p14:tracePt t="15696" x="4851400" y="223838"/>
          <p14:tracePt t="15711" x="4872038" y="223838"/>
          <p14:tracePt t="15717" x="4899025" y="223838"/>
          <p14:tracePt t="15762" x="4884738" y="223838"/>
          <p14:tracePt t="15773" x="4864100" y="211138"/>
          <p14:tracePt t="15784" x="4824413" y="211138"/>
          <p14:tracePt t="15796" x="4776788" y="196850"/>
          <p14:tracePt t="15808" x="4708525" y="196850"/>
          <p14:tracePt t="15819" x="4646613" y="190500"/>
          <p14:tracePt t="15831" x="4598988" y="190500"/>
          <p14:tracePt t="15842" x="4557713" y="190500"/>
          <p14:tracePt t="15852" x="4551363" y="190500"/>
          <p14:tracePt t="15908" x="4572000" y="196850"/>
          <p14:tracePt t="15919" x="4613275" y="196850"/>
          <p14:tracePt t="15931" x="4646613" y="196850"/>
          <p14:tracePt t="15943" x="4687888" y="211138"/>
          <p14:tracePt t="15955" x="4708525" y="211138"/>
          <p14:tracePt t="15966" x="4721225" y="211138"/>
          <p14:tracePt t="16009" x="4708525" y="211138"/>
          <p14:tracePt t="16021" x="4687888" y="211138"/>
          <p14:tracePt t="16032" x="4660900" y="211138"/>
          <p14:tracePt t="16043" x="4625975" y="211138"/>
          <p14:tracePt t="16057" x="4572000" y="196850"/>
          <p14:tracePt t="16067" x="4551363" y="196850"/>
          <p14:tracePt t="16079" x="4510088" y="196850"/>
          <p14:tracePt t="16093" x="4483100" y="196850"/>
          <p14:tracePt t="16134" x="4497388" y="196850"/>
          <p14:tracePt t="16144" x="4524375" y="211138"/>
          <p14:tracePt t="16159" x="4557713" y="211138"/>
          <p14:tracePt t="16168" x="4625975" y="211138"/>
          <p14:tracePt t="16179" x="4700588" y="223838"/>
          <p14:tracePt t="16195" x="4735513" y="223838"/>
          <p14:tracePt t="16201" x="4789488" y="223838"/>
          <p14:tracePt t="16213" x="4795838" y="238125"/>
          <p14:tracePt t="16229" x="4810125" y="238125"/>
          <p14:tracePt t="16258" x="4795838" y="238125"/>
          <p14:tracePt t="16269" x="4776788" y="223838"/>
          <p14:tracePt t="16280" x="4721225" y="223838"/>
          <p14:tracePt t="16294" x="4660900" y="223838"/>
          <p14:tracePt t="16304" x="4586288" y="223838"/>
          <p14:tracePt t="16314" x="4538663" y="223838"/>
          <p14:tracePt t="16329" x="4497388" y="223838"/>
          <p14:tracePt t="16336" x="4470400" y="223838"/>
          <p14:tracePt t="16380" x="4483100" y="223838"/>
          <p14:tracePt t="16392" x="4524375" y="223838"/>
          <p14:tracePt t="16403" x="4572000" y="223838"/>
          <p14:tracePt t="16414" x="4625975" y="223838"/>
          <p14:tracePt t="16426" x="4673600" y="238125"/>
          <p14:tracePt t="16443" x="4721225" y="238125"/>
          <p14:tracePt t="16449" x="4748213" y="238125"/>
          <p14:tracePt t="16461" x="4762500" y="238125"/>
          <p14:tracePt t="16493" x="4748213" y="238125"/>
          <p14:tracePt t="16504" x="4721225" y="238125"/>
          <p14:tracePt t="16515" x="4687888" y="238125"/>
          <p14:tracePt t="16529" x="4633913" y="238125"/>
          <p14:tracePt t="16541" x="4598988" y="238125"/>
          <p14:tracePt t="16551" x="4557713" y="238125"/>
          <p14:tracePt t="16565" x="4538663" y="238125"/>
          <p14:tracePt t="16575" x="4524375" y="238125"/>
          <p14:tracePt t="16617" x="4538663" y="238125"/>
          <p14:tracePt t="16628" x="4557713" y="238125"/>
          <p14:tracePt t="16643" x="4598988" y="252413"/>
          <p14:tracePt t="16652" x="4633913" y="252413"/>
          <p14:tracePt t="16662" x="4687888" y="252413"/>
          <p14:tracePt t="16678" x="4721225" y="252413"/>
          <p14:tracePt t="16685" x="4762500" y="252413"/>
          <p14:tracePt t="16697" x="4789488" y="252413"/>
          <p14:tracePt t="16763" x="4762500" y="252413"/>
          <p14:tracePt t="16776" x="4735513" y="252413"/>
          <p14:tracePt t="16787" x="4708525" y="252413"/>
          <p14:tracePt t="16797" x="4687888" y="252413"/>
          <p14:tracePt t="16811" x="4646613" y="252413"/>
          <p14:tracePt t="16821" x="4625975" y="252413"/>
          <p14:tracePt t="16831" x="4613275" y="252413"/>
          <p14:tracePt t="16846" x="4598988" y="252413"/>
          <p14:tracePt t="16909" x="4613275" y="252413"/>
          <p14:tracePt t="16920" x="4625975" y="252413"/>
          <p14:tracePt t="16932" x="4633913" y="252413"/>
          <p14:tracePt t="16944" x="4673600" y="252413"/>
          <p14:tracePt t="16961" x="4700588" y="252413"/>
          <p14:tracePt t="16967" x="4721225" y="252413"/>
          <p14:tracePt t="16978" x="4735513" y="265113"/>
          <p14:tracePt t="16996" x="4748213" y="265113"/>
          <p14:tracePt t="17001" x="4762500" y="265113"/>
          <p14:tracePt t="19339" x="4762500" y="252413"/>
          <p14:tracePt t="19599" x="4762500" y="265113"/>
          <p14:tracePt t="19610" x="4762500" y="279400"/>
          <p14:tracePt t="19621" x="4776788" y="312738"/>
          <p14:tracePt t="19632" x="4824413" y="428625"/>
          <p14:tracePt t="19643" x="4911725" y="681038"/>
          <p14:tracePt t="19654" x="5089525" y="979488"/>
          <p14:tracePt t="19665" x="5503863" y="1592263"/>
          <p14:tracePt t="19677" x="6062663" y="2354263"/>
          <p14:tracePt t="19688" x="6756400" y="3149600"/>
          <p14:tracePt t="19722" x="7953375" y="4375150"/>
          <p14:tracePt t="19722" x="8667750" y="5027613"/>
          <p14:tracePt t="19737" x="9110663" y="5387975"/>
          <p14:tracePt t="19744" x="9688513" y="5843588"/>
          <p14:tracePt t="19773" x="9986963" y="6042025"/>
          <p14:tracePt t="19773" x="10301288" y="6232525"/>
          <p14:tracePt t="19779" x="10525125" y="6334125"/>
          <p14:tracePt t="19791" x="10614025" y="6367463"/>
          <p14:tracePt t="19815" x="10647363" y="6367463"/>
          <p14:tracePt t="19969" x="10647363" y="6354763"/>
          <p14:tracePt t="19981" x="10641013" y="6334125"/>
          <p14:tracePt t="19992" x="10552113" y="6292850"/>
          <p14:tracePt t="20005" x="10375900" y="6259513"/>
          <p14:tracePt t="20014" x="10239375" y="6245225"/>
          <p14:tracePt t="20026" x="10034588" y="6245225"/>
          <p14:tracePt t="20042" x="9885363" y="6245225"/>
          <p14:tracePt t="20048" x="9661525" y="6259513"/>
          <p14:tracePt t="20060" x="9498013" y="6259513"/>
          <p14:tracePt t="20079" x="9272588" y="6259513"/>
          <p14:tracePt t="20082" x="9082088" y="6259513"/>
          <p14:tracePt t="20093" x="8986838" y="6265863"/>
          <p14:tracePt t="20105" x="8885238" y="6265863"/>
          <p14:tracePt t="20116" x="8831263" y="6265863"/>
          <p14:tracePt t="20129" x="8796338" y="6265863"/>
          <p14:tracePt t="20139" x="8783638" y="6265863"/>
          <p14:tracePt t="20177" x="8796338" y="6265863"/>
          <p14:tracePt t="20195" x="8810625" y="6265863"/>
          <p14:tracePt t="20209" x="8824913" y="6265863"/>
          <p14:tracePt t="20217" x="8831263" y="6259513"/>
          <p14:tracePt t="20230" x="8843963" y="6259513"/>
          <p14:tracePt t="20245" x="8872538" y="6259513"/>
          <p14:tracePt t="20262" x="8885238" y="6245225"/>
          <p14:tracePt t="20268" x="8899525" y="6245225"/>
          <p14:tracePt t="20281" x="8905875" y="6245225"/>
          <p14:tracePt t="20284" x="8920163" y="6232525"/>
          <p14:tracePt t="20297" x="8932863" y="6232525"/>
          <p14:tracePt t="20330" x="8932863" y="6218238"/>
          <p14:tracePt t="20343" x="8920163" y="6205538"/>
          <p14:tracePt t="20353" x="8905875" y="6191250"/>
          <p14:tracePt t="20364" x="8885238" y="6191250"/>
          <p14:tracePt t="20376" x="8858250" y="6176963"/>
          <p14:tracePt t="20386" x="8843963" y="6176963"/>
          <p14:tracePt t="20397" x="8810625" y="6176963"/>
          <p14:tracePt t="20409" x="8783638" y="6176963"/>
          <p14:tracePt t="20428" x="8748713" y="6176963"/>
          <p14:tracePt t="20432" x="8736013" y="6176963"/>
          <p14:tracePt t="20443" x="8721725" y="6191250"/>
          <p14:tracePt t="20454" x="8721725" y="6205538"/>
          <p14:tracePt t="20465" x="8721725" y="6218238"/>
          <p14:tracePt t="20478" x="8709025" y="6232525"/>
          <p14:tracePt t="20487" x="8709025" y="6245225"/>
          <p14:tracePt t="20502" x="8721725" y="6259513"/>
          <p14:tracePt t="20510" x="8736013" y="6265863"/>
          <p14:tracePt t="20531" x="8748713" y="6292850"/>
          <p14:tracePt t="20540" x="8756650" y="6307138"/>
          <p14:tracePt t="20546" x="8783638" y="6307138"/>
          <p14:tracePt t="20555" x="8810625" y="6319838"/>
          <p14:tracePt t="20578" x="8843963" y="6319838"/>
          <p14:tracePt t="20579" x="8885238" y="6319838"/>
          <p14:tracePt t="20593" x="8905875" y="6319838"/>
          <p14:tracePt t="20601" x="8932863" y="6319838"/>
          <p14:tracePt t="20613" x="8947150" y="6307138"/>
          <p14:tracePt t="20626" x="8959850" y="6292850"/>
          <p14:tracePt t="20634" x="8974138" y="6292850"/>
          <p14:tracePt t="20648" x="8974138" y="6265863"/>
          <p14:tracePt t="20657" x="8959850" y="6259513"/>
          <p14:tracePt t="20668" x="8947150" y="6232525"/>
          <p14:tracePt t="20681" x="8920163" y="6218238"/>
          <p14:tracePt t="20691" x="8885238" y="6191250"/>
          <p14:tracePt t="20703" x="8843963" y="6176963"/>
          <p14:tracePt t="20713" x="8824913" y="6170613"/>
          <p14:tracePt t="20729" x="8783638" y="6170613"/>
          <p14:tracePt t="20735" x="8748713" y="6170613"/>
          <p14:tracePt t="20747" x="8736013" y="6170613"/>
          <p14:tracePt t="20763" x="8709025" y="6176963"/>
          <p14:tracePt t="20769" x="8694738" y="6191250"/>
          <p14:tracePt t="20781" x="8694738" y="6205538"/>
          <p14:tracePt t="20797" x="8694738" y="6218238"/>
          <p14:tracePt t="20804" x="8694738" y="6232525"/>
          <p14:tracePt t="20813" x="8709025" y="6245225"/>
          <p14:tracePt t="20834" x="8721725" y="6259513"/>
          <p14:tracePt t="20841" x="8736013" y="6265863"/>
          <p14:tracePt t="20850" x="8756650" y="6265863"/>
          <p14:tracePt t="20864" x="8783638" y="6280150"/>
          <p14:tracePt t="20870" x="8810625" y="6280150"/>
          <p14:tracePt t="20882" x="8843963" y="6280150"/>
          <p14:tracePt t="20893" x="8872538" y="6280150"/>
          <p14:tracePt t="20912" x="8885238" y="6265863"/>
          <p14:tracePt t="20918" x="8899525" y="6259513"/>
          <p14:tracePt t="20926" x="8905875" y="6245225"/>
          <p14:tracePt t="20949" x="8899525" y="6232525"/>
          <p14:tracePt t="20961" x="8885238" y="6205538"/>
          <p14:tracePt t="20979" x="8872538" y="6191250"/>
          <p14:tracePt t="20985" x="8843963" y="6191250"/>
          <p14:tracePt t="20994" x="8831263" y="6176963"/>
          <p14:tracePt t="21015" x="8810625" y="6176963"/>
          <p14:tracePt t="21020" x="8783638" y="6176963"/>
          <p14:tracePt t="21028" x="8769350" y="6191250"/>
          <p14:tracePt t="21047" x="8748713" y="6191250"/>
          <p14:tracePt t="21052" x="8721725" y="6218238"/>
          <p14:tracePt t="21061" x="8721725" y="6245225"/>
          <p14:tracePt t="21072" x="8721725" y="6259513"/>
          <p14:tracePt t="21095" x="8721725" y="6280150"/>
          <p14:tracePt t="21095" x="8736013" y="6292850"/>
          <p14:tracePt t="21108" x="8756650" y="6307138"/>
          <p14:tracePt t="21118" x="8783638" y="6319838"/>
          <p14:tracePt t="21131" x="8824913" y="6334125"/>
          <p14:tracePt t="21142" x="8872538" y="6334125"/>
          <p14:tracePt t="21151" x="8905875" y="6334125"/>
          <p14:tracePt t="21165" x="8947150" y="6334125"/>
          <p14:tracePt t="21173" x="8974138" y="6319838"/>
          <p14:tracePt t="21185" x="8994775" y="6307138"/>
          <p14:tracePt t="21196" x="9007475" y="6292850"/>
          <p14:tracePt t="21209" x="9007475" y="6265863"/>
          <p14:tracePt t="21219" x="9007475" y="6259513"/>
          <p14:tracePt t="21230" x="9007475" y="6245225"/>
          <p14:tracePt t="21245" x="8994775" y="6232525"/>
          <p14:tracePt t="21252" x="8986838" y="6218238"/>
          <p14:tracePt t="21264" x="8959850" y="6205538"/>
          <p14:tracePt t="21279" x="8947150" y="6191250"/>
          <p14:tracePt t="21286" x="8920163" y="6191250"/>
          <p14:tracePt t="21298" x="8885238" y="6191250"/>
          <p14:tracePt t="21315" x="8858250" y="6191250"/>
          <p14:tracePt t="21323" x="8831263" y="6191250"/>
          <p14:tracePt t="21331" x="8810625" y="6191250"/>
          <p14:tracePt t="21346" x="8783638" y="6205538"/>
          <p14:tracePt t="21358" x="8769350" y="6205538"/>
          <p14:tracePt t="21377" x="8756650" y="6218238"/>
          <p14:tracePt t="21383" x="8756650" y="6232525"/>
          <p14:tracePt t="21396" x="8756650" y="6245225"/>
          <p14:tracePt t="21399" x="8769350" y="6259513"/>
          <p14:tracePt t="21410" x="8783638" y="6265863"/>
          <p14:tracePt t="21430" x="8810625" y="6280150"/>
          <p14:tracePt t="21437" x="8843963" y="6280150"/>
          <p14:tracePt t="21445" x="8885238" y="6280150"/>
          <p14:tracePt t="21463" x="8932863" y="6280150"/>
          <p14:tracePt t="21469" x="8959850" y="6280150"/>
          <p14:tracePt t="21477" x="8986838" y="6280150"/>
          <p14:tracePt t="21488" x="9007475" y="6259513"/>
          <p14:tracePt t="21511" x="9007475" y="6245225"/>
          <p14:tracePt t="21512" x="8994775" y="6245225"/>
          <p14:tracePt t="21525" x="8986838" y="6218238"/>
          <p14:tracePt t="21534" x="8959850" y="6205538"/>
          <p14:tracePt t="21547" x="8920163" y="6191250"/>
          <p14:tracePt t="21559" x="8885238" y="6176963"/>
          <p14:tracePt t="21567" x="8843963" y="6176963"/>
          <p14:tracePt t="21582" x="8824913" y="6176963"/>
          <p14:tracePt t="21590" x="8810625" y="6176963"/>
          <p14:tracePt t="21601" x="8796338" y="6191250"/>
          <p14:tracePt t="21614" x="8796338" y="6205538"/>
          <p14:tracePt t="21636" x="8810625" y="6218238"/>
          <p14:tracePt t="21646" x="8831263" y="6232525"/>
          <p14:tracePt t="21661" x="8858250" y="6232525"/>
          <p14:tracePt t="21669" x="8885238" y="6245225"/>
          <p14:tracePt t="21681" x="8905875" y="6245225"/>
          <p14:tracePt t="21696" x="8932863" y="6245225"/>
          <p14:tracePt t="21703" x="8947150" y="6232525"/>
          <p14:tracePt t="21780" x="8932863" y="6232525"/>
          <p14:tracePt t="21792" x="8920163" y="6245225"/>
          <p14:tracePt t="21804" x="8905875" y="6259513"/>
          <p14:tracePt t="21816" x="8905875" y="6280150"/>
          <p14:tracePt t="21828" x="8899525" y="6292850"/>
          <p14:tracePt t="21841" x="8899525" y="6319838"/>
          <p14:tracePt t="21850" x="8905875" y="6334125"/>
          <p14:tracePt t="21865" x="8905875" y="6340475"/>
          <p14:tracePt t="21876" x="8920163" y="6340475"/>
          <p14:tracePt t="21897" x="8932863" y="6340475"/>
          <p14:tracePt t="21909" x="8947150" y="6340475"/>
          <p14:tracePt t="21927" x="8947150" y="6334125"/>
          <p14:tracePt t="21941" x="8947150" y="6319838"/>
          <p14:tracePt t="21962" x="8947150" y="6307138"/>
          <p14:tracePt t="21975" x="8932863" y="6292850"/>
          <p14:tracePt t="21985" x="8920163" y="6292850"/>
          <p14:tracePt t="21995" x="8905875" y="6280150"/>
          <p14:tracePt t="22008" x="8899525" y="6280150"/>
          <p14:tracePt t="22018" x="8872538" y="6265863"/>
          <p14:tracePt t="22029" x="8843963" y="6265863"/>
          <p14:tracePt t="22043" x="8831263" y="6265863"/>
          <p14:tracePt t="22051" x="8810625" y="6265863"/>
          <p14:tracePt t="22062" x="8783638" y="6280150"/>
          <p14:tracePt t="22076" x="8769350" y="6292850"/>
          <p14:tracePt t="22086" x="8756650" y="6307138"/>
          <p14:tracePt t="22097" x="8748713" y="6334125"/>
          <p14:tracePt t="22109" x="8748713" y="6340475"/>
          <p14:tracePt t="22119" x="8736013" y="6354763"/>
          <p14:tracePt t="22131" x="8736013" y="6381750"/>
          <p14:tracePt t="22142" x="8736013" y="6396038"/>
          <p14:tracePt t="22153" x="8748713" y="6396038"/>
          <p14:tracePt t="22164" x="8748713" y="6408738"/>
          <p14:tracePt t="22176" x="8769350" y="6423025"/>
          <p14:tracePt t="22187" x="8796338" y="6423025"/>
          <p14:tracePt t="22197" x="8824913" y="6423025"/>
          <p14:tracePt t="22212" x="8843963" y="6423025"/>
          <p14:tracePt t="22221" x="8885238" y="6423025"/>
          <p14:tracePt t="22232" x="8899525" y="6408738"/>
          <p14:tracePt t="22246" x="8905875" y="6408738"/>
          <p14:tracePt t="22254" x="8920163" y="6396038"/>
          <p14:tracePt t="22266" x="8920163" y="6381750"/>
          <p14:tracePt t="22282" x="8920163" y="6367463"/>
          <p14:tracePt t="22293" x="8905875" y="6354763"/>
          <p14:tracePt t="22300" x="8899525" y="6340475"/>
          <p14:tracePt t="22315" x="8872538" y="6340475"/>
          <p14:tracePt t="22329" x="8858250" y="6334125"/>
          <p14:tracePt t="22335" x="8831263" y="6334125"/>
          <p14:tracePt t="22345" x="8824913" y="6334125"/>
          <p14:tracePt t="22361" x="8810625" y="6334125"/>
          <p14:tracePt t="22366" x="8783638" y="6340475"/>
          <p14:tracePt t="22379" x="8783638" y="6354763"/>
          <p14:tracePt t="22399" x="8783638" y="6367463"/>
          <p14:tracePt t="22429" x="8796338" y="6396038"/>
          <p14:tracePt t="22435" x="8810625" y="6396038"/>
          <p14:tracePt t="22445" x="8824913" y="6408738"/>
          <p14:tracePt t="22464" x="8843963" y="6408738"/>
          <p14:tracePt t="22467" x="8858250" y="6408738"/>
          <p14:tracePt t="22479" x="8885238" y="6408738"/>
          <p14:tracePt t="22498" x="8899525" y="6408738"/>
          <p14:tracePt t="22501" x="8899525" y="6396038"/>
          <p14:tracePt t="22536" x="8899525" y="6381750"/>
          <p14:tracePt t="22569" x="8899525" y="6367463"/>
          <p14:tracePt t="22579" x="8885238" y="6367463"/>
          <p14:tracePt t="22604" x="8885238" y="6381750"/>
          <p14:tracePt t="22626" x="8885238" y="6396038"/>
          <p14:tracePt t="22647" x="8885238" y="6408738"/>
          <p14:tracePt t="22659" x="8899525" y="6423025"/>
          <p14:tracePt t="22670" x="8905875" y="6423025"/>
          <p14:tracePt t="22682" x="8920163" y="6429375"/>
          <p14:tracePt t="22695" x="8947150" y="6429375"/>
          <p14:tracePt t="22708" x="8959850" y="6429375"/>
          <p14:tracePt t="22715" x="8974138" y="6429375"/>
          <p14:tracePt t="22804" x="8974138" y="6423025"/>
          <p14:tracePt t="22817" x="8959850" y="6423025"/>
          <p14:tracePt t="22827" x="8947150" y="6423025"/>
          <p14:tracePt t="22844" x="8932863" y="6423025"/>
          <p14:tracePt t="22850" x="8920163" y="6423025"/>
          <p14:tracePt t="22862" x="8905875" y="6423025"/>
          <p14:tracePt t="22879" x="8885238" y="6423025"/>
          <p14:tracePt t="22895" x="8872538" y="6429375"/>
          <p14:tracePt t="22901" x="8843963" y="6443663"/>
          <p14:tracePt t="22915" x="8843963" y="6456363"/>
          <p14:tracePt t="22918" x="8831263" y="6483350"/>
          <p14:tracePt t="22930" x="8831263" y="6497638"/>
          <p14:tracePt t="22948" x="8831263" y="6503988"/>
          <p14:tracePt t="22953" x="8843963" y="6518275"/>
          <p14:tracePt t="22963" x="8858250" y="6518275"/>
          <p14:tracePt t="22983" x="8872538" y="6530975"/>
          <p14:tracePt t="22991" x="8885238" y="6530975"/>
          <p14:tracePt t="22996" x="8905875" y="6530975"/>
          <p14:tracePt t="23019" x="8920163" y="6530975"/>
          <p14:tracePt t="23031" x="8932863" y="6530975"/>
          <p14:tracePt t="23064" x="8932863" y="6518275"/>
          <p14:tracePt t="23087" x="8920163" y="6503988"/>
          <p14:tracePt t="23097" x="8905875" y="6497638"/>
          <p14:tracePt t="23120" x="8885238" y="6483350"/>
          <p14:tracePt t="23130" x="8872538" y="6483350"/>
          <p14:tracePt t="23142" x="8843963" y="6483350"/>
          <p14:tracePt t="23154" x="8831263" y="6483350"/>
          <p14:tracePt t="23166" x="8810625" y="6483350"/>
          <p14:tracePt t="23178" x="8769350" y="6483350"/>
          <p14:tracePt t="23191" x="8756650" y="6497638"/>
          <p14:tracePt t="23200" x="8748713" y="6518275"/>
          <p14:tracePt t="23215" x="8736013" y="6530975"/>
          <p14:tracePt t="23225" x="8736013" y="6545263"/>
          <p14:tracePt t="23232" x="8736013" y="6557963"/>
          <p14:tracePt t="23247" x="8736013" y="6572250"/>
          <p14:tracePt t="23257" x="8748713" y="6592888"/>
          <p14:tracePt t="23267" x="8769350" y="6605588"/>
          <p14:tracePt t="23281" x="8796338" y="6619875"/>
          <p14:tracePt t="23290" x="8824913" y="6619875"/>
          <p14:tracePt t="23301" x="8858250" y="6619875"/>
          <p14:tracePt t="23312" x="8885238" y="6619875"/>
          <p14:tracePt t="23329" x="8905875" y="6619875"/>
          <p14:tracePt t="23335" x="8947150" y="6605588"/>
          <p14:tracePt t="23346" x="8959850" y="6605588"/>
          <p14:tracePt t="23365" x="8974138" y="6592888"/>
          <p14:tracePt t="23369" x="8974138" y="6578600"/>
          <p14:tracePt t="23379" x="8974138" y="6572250"/>
          <p14:tracePt t="23397" x="8974138" y="6557963"/>
          <p14:tracePt t="23402" x="8974138" y="6545263"/>
          <p14:tracePt t="23414" x="8947150" y="6530975"/>
          <p14:tracePt t="23432" x="8932863" y="6518275"/>
          <p14:tracePt t="23440" x="8905875" y="6518275"/>
          <p14:tracePt t="23446" x="8872538" y="6503988"/>
          <p14:tracePt t="23464" x="8843963" y="6503988"/>
          <p14:tracePt t="23480" x="8824913" y="6503988"/>
          <p14:tracePt t="23486" x="8796338" y="6503988"/>
          <p14:tracePt t="23512" x="8769350" y="6518275"/>
          <p14:tracePt t="23513" x="8756650" y="6518275"/>
          <p14:tracePt t="23517" x="8756650" y="6530975"/>
          <p14:tracePt t="23526" x="8748713" y="6545263"/>
          <p14:tracePt t="23536" x="8748713" y="6557963"/>
          <p14:tracePt t="23548" x="8748713" y="6572250"/>
          <p14:tracePt t="23559" x="8748713" y="6578600"/>
          <p14:tracePt t="23570" x="8756650" y="6592888"/>
          <p14:tracePt t="23583" x="8769350" y="6592888"/>
          <p14:tracePt t="23593" x="8783638" y="6605588"/>
          <p14:tracePt t="23605" x="8810625" y="6619875"/>
          <p14:tracePt t="23615" x="8831263" y="6619875"/>
          <p14:tracePt t="23629" x="8858250" y="6634163"/>
          <p14:tracePt t="23643" x="8885238" y="6634163"/>
          <p14:tracePt t="23649" x="8920163" y="6634163"/>
          <p14:tracePt t="23663" x="8947150" y="6634163"/>
          <p14:tracePt t="23673" x="8959850" y="6634163"/>
          <p14:tracePt t="23683" x="8974138" y="6619875"/>
          <p14:tracePt t="23705" x="8974138" y="6605588"/>
          <p14:tracePt t="23727" x="8974138" y="6592888"/>
          <p14:tracePt t="23742" x="8959850" y="6592888"/>
          <p14:tracePt t="23750" x="8947150" y="6578600"/>
          <p14:tracePt t="23761" x="8932863" y="6572250"/>
          <p14:tracePt t="23778" x="8905875" y="6557963"/>
          <p14:tracePt t="23784" x="8885238" y="6557963"/>
          <p14:tracePt t="23796" x="8872538" y="6557963"/>
          <p14:tracePt t="23812" x="8843963" y="6557963"/>
          <p14:tracePt t="23819" x="8831263" y="6557963"/>
          <p14:tracePt t="23842" x="8824913" y="6572250"/>
          <p14:tracePt t="23852" x="8810625" y="6578600"/>
          <p14:tracePt t="23862" x="8810625" y="6592888"/>
          <p14:tracePt t="23879" x="8810625" y="6605588"/>
          <p14:tracePt t="23885" x="8810625" y="6619875"/>
          <p14:tracePt t="23898" x="8810625" y="6634163"/>
          <p14:tracePt t="23929" x="8824913" y="6646863"/>
          <p14:tracePt t="23942" x="8831263" y="6646863"/>
          <p14:tracePt t="23953" x="8843963" y="6646863"/>
          <p14:tracePt t="23964" x="8872538" y="6646863"/>
          <p14:tracePt t="23978" x="8905875" y="6646863"/>
          <p14:tracePt t="23988" x="8959850" y="6646863"/>
          <p14:tracePt t="23998" x="9007475" y="6634163"/>
          <p14:tracePt t="24013" x="9063038" y="6634163"/>
          <p14:tracePt t="24020" x="9082088" y="6619875"/>
          <p14:tracePt t="24033" x="9110663" y="6619875"/>
          <p14:tracePt t="24048" x="9123363" y="6605588"/>
          <p14:tracePt t="24065" x="9123363" y="6592888"/>
          <p14:tracePt t="24079" x="9123363" y="6578600"/>
          <p14:tracePt t="24092" x="9110663" y="6572250"/>
          <p14:tracePt t="24099" x="9096375" y="6557963"/>
          <p14:tracePt t="24113" x="9069388" y="6545263"/>
          <p14:tracePt t="24125" x="9048750" y="6530975"/>
          <p14:tracePt t="24133" x="9007475" y="6518275"/>
          <p14:tracePt t="24149" x="8986838" y="6518275"/>
          <p14:tracePt t="24159" x="8947150" y="6503988"/>
          <p14:tracePt t="24179" x="8899525" y="6503988"/>
          <p14:tracePt t="24192" x="8885238" y="6518275"/>
          <p14:tracePt t="24201" x="8872538" y="6518275"/>
          <p14:tracePt t="24215" x="8872538" y="6530975"/>
          <p14:tracePt t="24225" x="8858250" y="6545263"/>
          <p14:tracePt t="24246" x="8843963" y="6557963"/>
          <p14:tracePt t="24259" x="8843963" y="6572250"/>
          <p14:tracePt t="24268" x="8843963" y="6578600"/>
          <p14:tracePt t="24290" x="8843963" y="6592888"/>
          <p14:tracePt t="24313" x="8858250" y="6592888"/>
          <p14:tracePt t="24413" x="8843963" y="6592888"/>
          <p14:tracePt t="24424" x="8831263" y="6592888"/>
          <p14:tracePt t="24435" x="8810625" y="6578600"/>
          <p14:tracePt t="24447" x="8783638" y="6578600"/>
          <p14:tracePt t="24459" x="8756650" y="6578600"/>
          <p14:tracePt t="24470" x="8748713" y="6578600"/>
          <p14:tracePt t="24482" x="8721725" y="6578600"/>
          <p14:tracePt t="24494" x="8709025" y="6578600"/>
          <p14:tracePt t="24527" x="8694738" y="6578600"/>
          <p14:tracePt t="24615" x="8682038" y="6578600"/>
          <p14:tracePt t="24740" x="8667750" y="6578600"/>
          <p14:tracePt t="24750" x="8667750" y="6572250"/>
          <p14:tracePt t="24762" x="8661400" y="6557963"/>
          <p14:tracePt t="24775" x="8647113" y="6545263"/>
          <p14:tracePt t="24785" x="8647113" y="6530975"/>
          <p14:tracePt t="24797" x="8634413" y="6503988"/>
          <p14:tracePt t="24809" x="8620125" y="6483350"/>
          <p14:tracePt t="24819" x="8605838" y="6456363"/>
          <p14:tracePt t="24836" x="8593138" y="6423025"/>
          <p14:tracePt t="24841" x="8586788" y="6396038"/>
          <p14:tracePt t="24853" x="8572500" y="6367463"/>
          <p14:tracePt t="24871" x="8572500" y="6340475"/>
          <p14:tracePt t="24875" x="8558213" y="6319838"/>
          <p14:tracePt t="24886" x="8545513" y="6292850"/>
          <p14:tracePt t="24906" x="8531225" y="6280150"/>
          <p14:tracePt t="24910" x="8518525" y="6265863"/>
          <p14:tracePt t="24921" x="8510588" y="6245225"/>
          <p14:tracePt t="24939" x="8483600" y="6232525"/>
          <p14:tracePt t="24945" x="8443913" y="6218238"/>
          <p14:tracePt t="24954" x="8423275" y="6205538"/>
          <p14:tracePt t="24971" x="8396288" y="6191250"/>
          <p14:tracePt t="24979" x="8355013" y="6176963"/>
          <p14:tracePt t="24989" x="8348663" y="6176963"/>
          <p14:tracePt t="24999" x="8320088" y="6176963"/>
          <p14:tracePt t="25021" x="8293100" y="6176963"/>
          <p14:tracePt t="25021" x="8259763" y="6176963"/>
          <p14:tracePt t="25034" x="8232775" y="6176963"/>
          <p14:tracePt t="25045" x="8205788" y="6191250"/>
          <p14:tracePt t="25055" x="8185150" y="6205538"/>
          <p14:tracePt t="25067" x="8158163" y="6232525"/>
          <p14:tracePt t="25077" x="8129588" y="6265863"/>
          <p14:tracePt t="25091" x="8096250" y="6307138"/>
          <p14:tracePt t="25101" x="8081963" y="6334125"/>
          <p14:tracePt t="25113" x="8069263" y="6354763"/>
          <p14:tracePt t="25123" x="8054975" y="6381750"/>
          <p14:tracePt t="25137" x="8042275" y="6408738"/>
          <p14:tracePt t="25149" x="8042275" y="6429375"/>
          <p14:tracePt t="25157" x="8042275" y="6470650"/>
          <p14:tracePt t="25174" x="8042275" y="6497638"/>
          <p14:tracePt t="25178" x="8042275" y="6530975"/>
          <p14:tracePt t="25190" x="8042275" y="6557963"/>
          <p14:tracePt t="25206" x="8054975" y="6592888"/>
          <p14:tracePt t="25212" x="8069263" y="6619875"/>
          <p14:tracePt t="25225" x="8081963" y="6634163"/>
          <p14:tracePt t="25239" x="8096250" y="6646863"/>
          <p14:tracePt t="25249" x="8110538" y="6646863"/>
          <p14:tracePt t="25257" x="8129588" y="6646863"/>
          <p14:tracePt t="25270" x="8143875" y="6646863"/>
          <p14:tracePt t="25287" x="8185150" y="6646863"/>
          <p14:tracePt t="25292" x="8205788" y="6634163"/>
          <p14:tracePt t="25303" x="8232775" y="6619875"/>
          <p14:tracePt t="25322" x="8272463" y="6592888"/>
          <p14:tracePt t="25328" x="8293100" y="6572250"/>
          <p14:tracePt t="25337" x="8320088" y="6545263"/>
          <p14:tracePt t="25356" x="8348663" y="6503988"/>
          <p14:tracePt t="25365" x="8355013" y="6470650"/>
          <p14:tracePt t="25371" x="8355013" y="6429375"/>
          <p14:tracePt t="25381" x="8355013" y="6381750"/>
          <p14:tracePt t="25403" x="8355013" y="6354763"/>
          <p14:tracePt t="25407" x="8348663" y="6319838"/>
          <p14:tracePt t="25417" x="8320088" y="6292850"/>
          <p14:tracePt t="25427" x="8307388" y="6265863"/>
          <p14:tracePt t="25441" x="8272463" y="6232525"/>
          <p14:tracePt t="25451" x="8245475" y="6205538"/>
          <p14:tracePt t="25460" x="8191500" y="6191250"/>
          <p14:tracePt t="25473" x="8170863" y="6176963"/>
          <p14:tracePt t="25482" x="8110538" y="6170613"/>
          <p14:tracePt t="25497" x="8069263" y="6170613"/>
          <p14:tracePt t="25506" x="8034338" y="6170613"/>
          <p14:tracePt t="25522" x="8007350" y="6176963"/>
          <p14:tracePt t="25529" x="7967663" y="6218238"/>
          <p14:tracePt t="25539" x="7932738" y="6259513"/>
          <p14:tracePt t="25556" x="7920038" y="6292850"/>
          <p14:tracePt t="25573" x="7891463" y="6367463"/>
          <p14:tracePt t="25574" x="7891463" y="6429375"/>
          <p14:tracePt t="25584" x="7891463" y="6497638"/>
          <p14:tracePt t="25596" x="7905750" y="6557963"/>
          <p14:tracePt t="25607" x="7920038" y="6605588"/>
          <p14:tracePt t="25617" x="7953375" y="6661150"/>
          <p14:tracePt t="25637" x="7967663" y="6681788"/>
          <p14:tracePt t="25641" x="8021638" y="6721475"/>
          <p14:tracePt t="25652" x="8054975" y="6735763"/>
          <p14:tracePt t="25672" x="8096250" y="6742113"/>
          <p14:tracePt t="25676" x="8143875" y="6756400"/>
          <p14:tracePt t="25686" x="8191500" y="6756400"/>
          <p14:tracePt t="25706" x="8259763" y="6742113"/>
          <p14:tracePt t="25711" x="8293100" y="6735763"/>
          <p14:tracePt t="25719" x="8348663" y="6708775"/>
          <p14:tracePt t="25739" x="8382000" y="6667500"/>
          <p14:tracePt t="25748" x="8408988" y="6634163"/>
          <p14:tracePt t="25754" x="8423275" y="6578600"/>
          <p14:tracePt t="25772" x="8429625" y="6518275"/>
          <p14:tracePt t="25778" x="8429625" y="6456363"/>
          <p14:tracePt t="25786" x="8423275" y="6408738"/>
          <p14:tracePt t="25800" x="8396288" y="6340475"/>
          <p14:tracePt t="25821" x="8367713" y="6307138"/>
          <p14:tracePt t="25822" x="8334375" y="6265863"/>
          <p14:tracePt t="25835" x="8307388" y="6259513"/>
          <p14:tracePt t="25843" x="8272463" y="6245225"/>
          <p14:tracePt t="25856" x="8232775" y="6232525"/>
          <p14:tracePt t="25868" x="8205788" y="6232525"/>
          <p14:tracePt t="25877" x="8170863" y="6245225"/>
          <p14:tracePt t="25891" x="8143875" y="6265863"/>
          <p14:tracePt t="25901" x="8096250" y="6307138"/>
          <p14:tracePt t="25911" x="8069263" y="6340475"/>
          <p14:tracePt t="25922" x="8042275" y="6408738"/>
          <p14:tracePt t="25937" x="8021638" y="6456363"/>
          <p14:tracePt t="25944" x="8021638" y="6497638"/>
          <p14:tracePt t="25956" x="8007350" y="6557963"/>
          <p14:tracePt t="25972" x="8021638" y="6605588"/>
          <p14:tracePt t="25978" x="8042275" y="6661150"/>
          <p14:tracePt t="25989" x="8054975" y="6681788"/>
          <p14:tracePt t="26005" x="8096250" y="6721475"/>
          <p14:tracePt t="26013" x="8129588" y="6735763"/>
          <p14:tracePt t="26023" x="8158163" y="6742113"/>
          <p14:tracePt t="26034" x="8191500" y="6742113"/>
          <p14:tracePt t="26053" x="8232775" y="6742113"/>
          <p14:tracePt t="26057" x="8280400" y="6742113"/>
          <p14:tracePt t="26068" x="8320088" y="6735763"/>
          <p14:tracePt t="26087" x="8367713" y="6708775"/>
          <p14:tracePt t="26094" x="8408988" y="6681788"/>
          <p14:tracePt t="26102" x="8429625" y="6667500"/>
          <p14:tracePt t="26121" x="8456613" y="6634163"/>
          <p14:tracePt t="26129" x="8456613" y="6592888"/>
          <p14:tracePt t="26135" x="8470900" y="6545263"/>
          <p14:tracePt t="26146" x="8470900" y="6503988"/>
          <p14:tracePt t="26170" x="8456613" y="6456363"/>
          <p14:tracePt t="26171" x="8443913" y="6408738"/>
          <p14:tracePt t="26184" x="8423275" y="6367463"/>
          <p14:tracePt t="26192" x="8396288" y="6334125"/>
          <p14:tracePt t="26208" x="8355013" y="6280150"/>
          <p14:tracePt t="26217" x="8320088" y="6259513"/>
          <p14:tracePt t="26224" x="8293100" y="6245225"/>
          <p14:tracePt t="26239" x="8272463" y="6232525"/>
          <p14:tracePt t="26249" x="8232775" y="6218238"/>
          <p14:tracePt t="26259" x="8205788" y="6218238"/>
          <p14:tracePt t="26271" x="8185150" y="6232525"/>
          <p14:tracePt t="26283" x="8158163" y="6245225"/>
          <p14:tracePt t="26293" x="8116888" y="6265863"/>
          <p14:tracePt t="26304" x="8110538" y="6292850"/>
          <p14:tracePt t="26320" x="8069263" y="6340475"/>
          <p14:tracePt t="26327" x="8042275" y="6396038"/>
          <p14:tracePt t="26338" x="8042275" y="6443663"/>
          <p14:tracePt t="26355" x="8042275" y="6483350"/>
          <p14:tracePt t="26362" x="8042275" y="6518275"/>
          <p14:tracePt t="26371" x="8054975" y="6557963"/>
          <p14:tracePt t="26390" x="8069263" y="6572250"/>
          <p14:tracePt t="26399" x="8110538" y="6592888"/>
          <p14:tracePt t="26406" x="8129588" y="6619875"/>
          <p14:tracePt t="26417" x="8170863" y="6619875"/>
          <p14:tracePt t="26436" x="8191500" y="6619875"/>
          <p14:tracePt t="26442" x="8259763" y="6619875"/>
          <p14:tracePt t="26450" x="8307388" y="6605588"/>
          <p14:tracePt t="26462" x="8355013" y="6592888"/>
          <p14:tracePt t="26475" x="8408988" y="6557963"/>
          <p14:tracePt t="26484" x="8429625" y="6518275"/>
          <p14:tracePt t="26496" x="8443913" y="6483350"/>
          <p14:tracePt t="26507" x="8456613" y="6443663"/>
          <p14:tracePt t="26518" x="8456613" y="6396038"/>
          <p14:tracePt t="26529" x="8443913" y="6340475"/>
          <p14:tracePt t="26541" x="8423275" y="6307138"/>
          <p14:tracePt t="26555" x="8382000" y="6265863"/>
          <p14:tracePt t="26566" x="8334375" y="6245225"/>
          <p14:tracePt t="26575" x="8272463" y="6218238"/>
          <p14:tracePt t="26590" x="8232775" y="6218238"/>
          <p14:tracePt t="26600" x="8185150" y="6218238"/>
          <p14:tracePt t="26619" x="8143875" y="6232525"/>
          <p14:tracePt t="26625" x="8110538" y="6245225"/>
          <p14:tracePt t="26636" x="8069263" y="6292850"/>
          <p14:tracePt t="26642" x="8042275" y="6340475"/>
          <p14:tracePt t="26653" x="8034338" y="6408738"/>
          <p14:tracePt t="26672" x="8021638" y="6456363"/>
          <p14:tracePt t="26678" x="8034338" y="6518275"/>
          <p14:tracePt t="26686" x="8054975" y="6572250"/>
          <p14:tracePt t="26705" x="8096250" y="6619875"/>
          <p14:tracePt t="26713" x="8116888" y="6661150"/>
          <p14:tracePt t="26721" x="8158163" y="6681788"/>
          <p14:tracePt t="26739" x="8205788" y="6694488"/>
          <p14:tracePt t="26745" x="8232775" y="6694488"/>
          <p14:tracePt t="26754" x="8280400" y="6694488"/>
          <p14:tracePt t="26765" x="8320088" y="6694488"/>
          <p14:tracePt t="26787" x="8367713" y="6681788"/>
          <p14:tracePt t="26788" x="8396288" y="6667500"/>
          <p14:tracePt t="26800" x="8429625" y="6634163"/>
          <p14:tracePt t="26811" x="8443913" y="6592888"/>
          <p14:tracePt t="26822" x="8456613" y="6572250"/>
          <p14:tracePt t="26834" x="8456613" y="6530975"/>
          <p14:tracePt t="26844" x="8456613" y="6483350"/>
          <p14:tracePt t="26857" x="8443913" y="6443663"/>
          <p14:tracePt t="26868" x="8429625" y="6423025"/>
          <p14:tracePt t="26879" x="8423275" y="6408738"/>
          <p14:tracePt t="26901" x="8408988" y="6396038"/>
          <p14:tracePt t="28419" x="8408988" y="6381750"/>
          <p14:tracePt t="28598" x="8408988" y="6367463"/>
          <p14:tracePt t="28734" x="8408988" y="6354763"/>
          <p14:tracePt t="28811" x="8396288" y="6340475"/>
          <p14:tracePt t="28823" x="8382000" y="6340475"/>
          <p14:tracePt t="28835" x="8367713" y="6340475"/>
          <p14:tracePt t="28846" x="8355013" y="6354763"/>
          <p14:tracePt t="28857" x="8334375" y="6354763"/>
          <p14:tracePt t="28872" x="8307388" y="6367463"/>
          <p14:tracePt t="28879" x="8280400" y="6381750"/>
          <p14:tracePt t="28891" x="8259763" y="6396038"/>
          <p14:tracePt t="28921" x="8205788" y="6429375"/>
          <p14:tracePt t="28925" x="8191500" y="6456363"/>
          <p14:tracePt t="28936" x="8191500" y="6470650"/>
          <p14:tracePt t="28947" x="8191500" y="6483350"/>
          <p14:tracePt t="28972" x="8191500" y="6497638"/>
          <p14:tracePt t="28972" x="8191500" y="6503988"/>
          <p14:tracePt t="28982" x="8205788" y="6518275"/>
          <p14:tracePt t="29004" x="8218488" y="6518275"/>
          <p14:tracePt t="29026" x="8232775" y="6518275"/>
          <p14:tracePt t="29049" x="8245475" y="6518275"/>
          <p14:tracePt t="29115" x="8232775" y="6518275"/>
          <p14:tracePt t="29127" x="8218488" y="6518275"/>
          <p14:tracePt t="29138" x="8205788" y="6503988"/>
          <p14:tracePt t="29153" x="8191500" y="6503988"/>
          <p14:tracePt t="29610" x="8205788" y="6503988"/>
          <p14:tracePt t="29622" x="8218488" y="6503988"/>
          <p14:tracePt t="29634" x="8232775" y="6503988"/>
          <p14:tracePt t="29645" x="8245475" y="6518275"/>
          <p14:tracePt t="29668" x="8259763" y="6530975"/>
          <p14:tracePt t="30263" x="8259763" y="6518275"/>
          <p14:tracePt t="30285" x="8245475" y="6518275"/>
          <p14:tracePt t="30297" x="8245475" y="6503988"/>
          <p14:tracePt t="30309" x="8232775" y="6497638"/>
          <p14:tracePt t="30319" x="8232775" y="6483350"/>
          <p14:tracePt t="30342" x="8232775" y="6470650"/>
          <p14:tracePt t="30365" x="8232775" y="6456363"/>
          <p14:tracePt t="30433" x="8245475" y="6456363"/>
          <p14:tracePt t="30457" x="8245475" y="6470650"/>
          <p14:tracePt t="30500" x="8232775" y="6470650"/>
          <p14:tracePt t="30511" x="8218488" y="6470650"/>
          <p14:tracePt t="30679" x="8232775" y="6470650"/>
          <p14:tracePt t="30691" x="8245475" y="6470650"/>
          <p14:tracePt t="30702" x="8259763" y="6483350"/>
          <p14:tracePt t="30736" x="8272463" y="6483350"/>
          <p14:tracePt t="30769" x="8280400" y="6470650"/>
          <p14:tracePt t="30781" x="8293100" y="6470650"/>
          <p14:tracePt t="30793" x="8307388" y="6470650"/>
          <p14:tracePt t="30814" x="8320088" y="6470650"/>
          <p14:tracePt t="30817" x="8334375" y="6470650"/>
          <p14:tracePt t="30843" x="8348663" y="6470650"/>
          <p14:tracePt t="30849" x="8355013" y="6456363"/>
          <p14:tracePt t="30861" x="8367713" y="6456363"/>
          <p14:tracePt t="30879" x="8382000" y="6456363"/>
          <p14:tracePt t="30882" x="8382000" y="6443663"/>
          <p14:tracePt t="30910" x="8382000" y="6429375"/>
          <p14:tracePt t="30928" x="8382000" y="6423025"/>
          <p14:tracePt t="30944" x="8382000" y="6408738"/>
          <p14:tracePt t="30951" x="8382000" y="6396038"/>
          <p14:tracePt t="30961" x="8382000" y="6381750"/>
          <p14:tracePt t="30983" x="8382000" y="6367463"/>
          <p14:tracePt t="30995" x="8382000" y="6354763"/>
          <p14:tracePt t="31010" x="8382000" y="6340475"/>
          <p14:tracePt t="31018" x="8382000" y="6334125"/>
          <p14:tracePt t="31030" x="8367713" y="6319838"/>
          <p14:tracePt t="31045" x="8367713" y="6307138"/>
          <p14:tracePt t="31052" x="8355013" y="6292850"/>
          <p14:tracePt t="31062" x="8348663" y="6280150"/>
          <p14:tracePt t="31078" x="8320088" y="6259513"/>
          <p14:tracePt t="31085" x="8293100" y="6245225"/>
          <p14:tracePt t="31097" x="8272463" y="6245225"/>
          <p14:tracePt t="31113" x="8245475" y="6232525"/>
          <p14:tracePt t="31122" x="8232775" y="6232525"/>
          <p14:tracePt t="31130" x="8205788" y="6232525"/>
          <p14:tracePt t="31143" x="8185150" y="6245225"/>
          <p14:tracePt t="31159" x="8170863" y="6259513"/>
          <p14:tracePt t="31165" x="8129588" y="6265863"/>
          <p14:tracePt t="31176" x="8110538" y="6280150"/>
          <p14:tracePt t="31194" x="8081963" y="6307138"/>
          <p14:tracePt t="31201" x="8054975" y="6340475"/>
          <p14:tracePt t="31209" x="8034338" y="6381750"/>
          <p14:tracePt t="31229" x="8021638" y="6423025"/>
          <p14:tracePt t="31236" x="8021638" y="6443663"/>
          <p14:tracePt t="31244" x="8007350" y="6483350"/>
          <p14:tracePt t="31262" x="8007350" y="6503988"/>
          <p14:tracePt t="31268" x="8021638" y="6518275"/>
          <p14:tracePt t="31276" x="8021638" y="6530975"/>
          <p14:tracePt t="31288" x="8034338" y="6545263"/>
          <p14:tracePt t="31311" x="8069263" y="6545263"/>
          <p14:tracePt t="31325" x="8110538" y="6545263"/>
          <p14:tracePt t="31333" x="8129588" y="6545263"/>
          <p14:tracePt t="31345" x="8158163" y="6545263"/>
          <p14:tracePt t="31358" x="8185150" y="6545263"/>
          <p14:tracePt t="31366" x="8205788" y="6530975"/>
          <p14:tracePt t="31380" x="8232775" y="6518275"/>
          <p14:tracePt t="31391" x="8245475" y="6503988"/>
          <p14:tracePt t="31401" x="8272463" y="6497638"/>
          <p14:tracePt t="31412" x="8280400" y="6483350"/>
          <p14:tracePt t="31440" x="8307388" y="6443663"/>
          <p14:tracePt t="31446" x="8320088" y="6423025"/>
          <p14:tracePt t="31459" x="8320088" y="6396038"/>
          <p14:tracePt t="31469" x="8320088" y="6381750"/>
          <p14:tracePt t="31479" x="8320088" y="6354763"/>
          <p14:tracePt t="31491" x="8320088" y="6334125"/>
          <p14:tracePt t="31502" x="8307388" y="6307138"/>
          <p14:tracePt t="31513" x="8293100" y="6292850"/>
          <p14:tracePt t="31525" x="8280400" y="6280150"/>
          <p14:tracePt t="31535" x="8272463" y="6280150"/>
          <p14:tracePt t="31547" x="8259763" y="6280150"/>
          <p14:tracePt t="31558" x="8245475" y="6280150"/>
          <p14:tracePt t="31569" x="8218488" y="6292850"/>
          <p14:tracePt t="31581" x="8205788" y="6307138"/>
          <p14:tracePt t="31593" x="8185150" y="6334125"/>
          <p14:tracePt t="31606" x="8143875" y="6381750"/>
          <p14:tracePt t="31614" x="8116888" y="6429375"/>
          <p14:tracePt t="31628" x="8096250" y="6483350"/>
          <p14:tracePt t="31641" x="8096250" y="6530975"/>
          <p14:tracePt t="31649" x="8096250" y="6572250"/>
          <p14:tracePt t="31663" x="8110538" y="6605588"/>
          <p14:tracePt t="31672" x="8116888" y="6619875"/>
          <p14:tracePt t="31682" x="8143875" y="6646863"/>
          <p14:tracePt t="31693" x="8185150" y="6661150"/>
          <p14:tracePt t="31710" x="8205788" y="6661150"/>
          <p14:tracePt t="31715" x="8232775" y="6661150"/>
          <p14:tracePt t="31727" x="8259763" y="6661150"/>
          <p14:tracePt t="31748" x="8280400" y="6661150"/>
          <p14:tracePt t="31750" x="8293100" y="6646863"/>
          <p14:tracePt t="31761" x="8307388" y="6634163"/>
          <p14:tracePt t="31779" x="8320088" y="6619875"/>
          <p14:tracePt t="31786" x="8320088" y="6605588"/>
          <p14:tracePt t="31794" x="8320088" y="6592888"/>
          <p14:tracePt t="31813" x="8320088" y="6578600"/>
          <p14:tracePt t="31820" x="8320088" y="6572250"/>
          <p14:tracePt t="31839" x="8320088" y="6557963"/>
          <p14:tracePt t="32357" x="8334375" y="6557963"/>
          <p14:tracePt t="32367" x="8348663" y="6545263"/>
          <p14:tracePt t="32378" x="8355013" y="6545263"/>
          <p14:tracePt t="32391" x="8382000" y="6545263"/>
          <p14:tracePt t="32402" x="8408988" y="6530975"/>
          <p14:tracePt t="32413" x="8443913" y="6518275"/>
          <p14:tracePt t="32428" x="8470900" y="6518275"/>
          <p14:tracePt t="32435" x="8510588" y="6503988"/>
          <p14:tracePt t="32448" x="8558213" y="6497638"/>
          <p14:tracePt t="32465" x="8593138" y="6483350"/>
          <p14:tracePt t="32470" x="8661400" y="6470650"/>
          <p14:tracePt t="32480" x="8721725" y="6443663"/>
          <p14:tracePt t="32499" x="8769350" y="6429375"/>
          <p14:tracePt t="32502" x="8810625" y="6423025"/>
          <p14:tracePt t="32514" x="8843963" y="6408738"/>
          <p14:tracePt t="32534" x="8872538" y="6408738"/>
          <p14:tracePt t="32537" x="8885238" y="6396038"/>
          <p14:tracePt t="32548" x="8899525" y="6396038"/>
          <p14:tracePt t="32570" x="8905875" y="6396038"/>
          <p14:tracePt t="32671" x="8905875" y="6381750"/>
          <p14:tracePt t="32705" x="8920163" y="6381750"/>
          <p14:tracePt t="32749" x="8932863" y="6381750"/>
          <p14:tracePt t="32817" x="8932863" y="6367463"/>
          <p14:tracePt t="32941" x="8932863" y="6354763"/>
          <p14:tracePt t="33008" x="8932863" y="6340475"/>
          <p14:tracePt t="33042" x="8920163" y="6340475"/>
          <p14:tracePt t="33109" x="8905875" y="6340475"/>
          <p14:tracePt t="33143" x="8899525" y="6340475"/>
          <p14:tracePt t="33177" x="8885238" y="6340475"/>
          <p14:tracePt t="33222" x="8872538" y="6340475"/>
          <p14:tracePt t="33359" x="8858250" y="6340475"/>
          <p14:tracePt t="33369" x="8843963" y="6340475"/>
          <p14:tracePt t="33393" x="8824913" y="6340475"/>
          <p14:tracePt t="33402" x="8810625" y="6340475"/>
          <p14:tracePt t="33414" x="8783638" y="6340475"/>
          <p14:tracePt t="33431" x="8769350" y="6340475"/>
          <p14:tracePt t="33436" x="8756650" y="6340475"/>
          <p14:tracePt t="33706" x="8769350" y="6340475"/>
          <p14:tracePt t="33717" x="8783638" y="6334125"/>
          <p14:tracePt t="33730" x="8796338" y="6334125"/>
          <p14:tracePt t="33741" x="8810625" y="6334125"/>
          <p14:tracePt t="33757" x="8831263" y="6334125"/>
          <p14:tracePt t="33762" x="8843963" y="6334125"/>
          <p14:tracePt t="33774" x="8858250" y="6334125"/>
          <p14:tracePt t="33796" x="8872538" y="6334125"/>
          <p14:tracePt t="33888" x="8885238" y="6334125"/>
          <p14:tracePt t="34009" x="8872538" y="6334125"/>
          <p14:tracePt t="34022" x="8858250" y="6334125"/>
          <p14:tracePt t="34032" x="8843963" y="6334125"/>
          <p14:tracePt t="34043" x="8824913" y="6334125"/>
          <p14:tracePt t="34055" x="8810625" y="6334125"/>
          <p14:tracePt t="34070" x="8783638" y="6334125"/>
          <p14:tracePt t="34077" x="8769350" y="6334125"/>
          <p14:tracePt t="34088" x="8756650" y="6334125"/>
          <p14:tracePt t="34178" x="8769350" y="6334125"/>
          <p14:tracePt t="34189" x="8783638" y="6334125"/>
          <p14:tracePt t="34201" x="8796338" y="6334125"/>
          <p14:tracePt t="34214" x="8824913" y="6334125"/>
          <p14:tracePt t="34224" x="8843963" y="6340475"/>
          <p14:tracePt t="34236" x="8872538" y="6340475"/>
          <p14:tracePt t="34250" x="8885238" y="6340475"/>
          <p14:tracePt t="34258" x="8899525" y="6340475"/>
          <p14:tracePt t="34324" x="8885238" y="6340475"/>
          <p14:tracePt t="34348" x="8872538" y="6340475"/>
          <p14:tracePt t="34360" x="8858250" y="6340475"/>
          <p14:tracePt t="34370" x="8843963" y="6340475"/>
          <p14:tracePt t="34384" x="8831263" y="6340475"/>
          <p14:tracePt t="34393" x="8824913" y="6340475"/>
          <p14:tracePt t="34404" x="8810625" y="6340475"/>
          <p14:tracePt t="34419" x="8796338" y="6340475"/>
          <p14:tracePt t="34493" x="8810625" y="6340475"/>
          <p14:tracePt t="34516" x="8824913" y="6340475"/>
          <p14:tracePt t="34528" x="8843963" y="6340475"/>
          <p14:tracePt t="34540" x="8858250" y="6340475"/>
          <p14:tracePt t="34551" x="8872538" y="6340475"/>
          <p14:tracePt t="34562" x="8885238" y="6340475"/>
          <p14:tracePt t="34583" x="8899525" y="6340475"/>
          <p14:tracePt t="34628" x="8885238" y="6340475"/>
          <p14:tracePt t="34651" x="8872538" y="6340475"/>
          <p14:tracePt t="34674" x="8858250" y="6340475"/>
          <p14:tracePt t="34686" x="8843963" y="6340475"/>
          <p14:tracePt t="34785" x="8858250" y="6340475"/>
          <p14:tracePt t="34800" x="8872538" y="6340475"/>
          <p14:tracePt t="34810" x="8885238" y="6340475"/>
          <p14:tracePt t="34820" x="8899525" y="6340475"/>
          <p14:tracePt t="34836" x="8905875" y="6340475"/>
          <p14:tracePt t="34842" x="8920163" y="6340475"/>
          <p14:tracePt t="34965" x="8905875" y="6340475"/>
          <p14:tracePt t="35731" x="8920163" y="6340475"/>
          <p14:tracePt t="35776" x="8932863" y="6340475"/>
          <p14:tracePt t="35788" x="8947150" y="6340475"/>
          <p14:tracePt t="35798" x="8959850" y="6354763"/>
          <p14:tracePt t="35811" x="8986838" y="6354763"/>
          <p14:tracePt t="35822" x="8994775" y="6367463"/>
          <p14:tracePt t="35839" x="9021763" y="6381750"/>
          <p14:tracePt t="35843" x="9034463" y="6396038"/>
          <p14:tracePt t="35872" x="9048750" y="6408738"/>
          <p14:tracePt t="35911" x="9034463" y="6423025"/>
          <p14:tracePt t="35923" x="9021763" y="6423025"/>
          <p14:tracePt t="35937" x="9007475" y="6423025"/>
          <p14:tracePt t="35945" x="8994775" y="6423025"/>
          <p14:tracePt t="35958" x="8974138" y="6423025"/>
          <p14:tracePt t="35973" x="8959850" y="6423025"/>
          <p14:tracePt t="35979" x="8920163" y="6423025"/>
          <p14:tracePt t="35990" x="8899525" y="6423025"/>
          <p14:tracePt t="36007" x="8872538" y="6423025"/>
          <p14:tracePt t="36013" x="8843963" y="6423025"/>
          <p14:tracePt t="36023" x="8824913" y="6423025"/>
          <p14:tracePt t="36042" x="8810625" y="6423025"/>
          <p14:tracePt t="36058" x="8796338" y="6423025"/>
          <p14:tracePt t="36147" x="8810625" y="6423025"/>
          <p14:tracePt t="36158" x="8810625" y="6429375"/>
          <p14:tracePt t="36170" x="8824913" y="6429375"/>
          <p14:tracePt t="36182" x="8843963" y="6429375"/>
          <p14:tracePt t="36193" x="8858250" y="6443663"/>
          <p14:tracePt t="36206" x="8872538" y="6443663"/>
          <p14:tracePt t="36259" x="8858250" y="6443663"/>
          <p14:tracePt t="36272" x="8843963" y="6443663"/>
          <p14:tracePt t="36283" x="8824913" y="6443663"/>
          <p14:tracePt t="36294" x="8796338" y="6443663"/>
          <p14:tracePt t="36307" x="8769350" y="6443663"/>
          <p14:tracePt t="36320" x="8756650" y="6443663"/>
          <p14:tracePt t="36328" x="8748713" y="6443663"/>
          <p14:tracePt t="36342" x="8736013" y="6443663"/>
          <p14:tracePt t="36417" x="8748713" y="6443663"/>
          <p14:tracePt t="36428" x="8756650" y="6443663"/>
          <p14:tracePt t="36440" x="8769350" y="6443663"/>
          <p14:tracePt t="36453" x="8796338" y="6443663"/>
          <p14:tracePt t="36464" x="8810625" y="6443663"/>
          <p14:tracePt t="36475" x="8824913" y="6456363"/>
          <p14:tracePt t="36551" x="8810625" y="6456363"/>
          <p14:tracePt t="36576" x="8796338" y="6456363"/>
          <p14:tracePt t="36586" x="8783638" y="6456363"/>
          <p14:tracePt t="36664" x="8796338" y="6456363"/>
          <p14:tracePt t="36687" x="8810625" y="6456363"/>
          <p14:tracePt t="36699" x="8824913" y="6456363"/>
          <p14:tracePt t="36711" x="8831263" y="6456363"/>
          <p14:tracePt t="36734" x="8843963" y="6456363"/>
          <p14:tracePt t="36788" x="8831263" y="6456363"/>
          <p14:tracePt t="36810" x="8810625" y="6456363"/>
          <p14:tracePt t="36822" x="8796338" y="6456363"/>
          <p14:tracePt t="36836" x="8769350" y="6456363"/>
          <p14:tracePt t="36845" x="8756650" y="6456363"/>
          <p14:tracePt t="36858" x="8748713" y="6456363"/>
          <p14:tracePt t="36872" x="8736013" y="6456363"/>
          <p14:tracePt t="36945" x="8748713" y="6456363"/>
          <p14:tracePt t="36970" x="8769350" y="6456363"/>
          <p14:tracePt t="36981" x="8796338" y="6456363"/>
          <p14:tracePt t="36992" x="8831263" y="6470650"/>
          <p14:tracePt t="37007" x="8858250" y="6470650"/>
          <p14:tracePt t="37013" x="8885238" y="6470650"/>
          <p14:tracePt t="37026" x="8905875" y="6470650"/>
          <p14:tracePt t="37042" x="8920163" y="6470650"/>
          <p14:tracePt t="37114" x="8905875" y="6470650"/>
          <p14:tracePt t="37137" x="8885238" y="6470650"/>
          <p14:tracePt t="37149" x="8872538" y="6470650"/>
          <p14:tracePt t="37161" x="8843963" y="6470650"/>
          <p14:tracePt t="37173" x="8831263" y="6470650"/>
          <p14:tracePt t="37186" x="8810625" y="6470650"/>
          <p14:tracePt t="37193" x="8796338" y="6470650"/>
          <p14:tracePt t="37217" x="8783638" y="6470650"/>
          <p14:tracePt t="37294" x="8796338" y="6470650"/>
          <p14:tracePt t="37317" x="8810625" y="6470650"/>
          <p14:tracePt t="37340" x="8824913" y="6470650"/>
          <p14:tracePt t="37355" x="8831263" y="6470650"/>
          <p14:tracePt t="37362" x="8843963" y="6470650"/>
          <p14:tracePt t="37375" x="8858250" y="6470650"/>
          <p14:tracePt t="37891" x="8872538" y="6470650"/>
          <p14:tracePt t="37936" x="8858250" y="6456363"/>
          <p14:tracePt t="38084" x="8843963" y="6456363"/>
          <p14:tracePt t="38093" x="8858250" y="6456363"/>
          <p14:tracePt t="38105" x="8872538" y="6456363"/>
          <p14:tracePt t="38127" x="8885238" y="6456363"/>
          <p14:tracePt t="38161" x="8872538" y="6456363"/>
          <p14:tracePt t="38174" x="8843963" y="6443663"/>
          <p14:tracePt t="38177" x="8831263" y="6443663"/>
          <p14:tracePt t="38184" x="8796338" y="6443663"/>
          <p14:tracePt t="38195" x="8769350" y="6443663"/>
          <p14:tracePt t="38207" x="8736013" y="6456363"/>
          <p14:tracePt t="38227" x="8661400" y="6456363"/>
          <p14:tracePt t="38230" x="8572500" y="6470650"/>
          <p14:tracePt t="38241" x="8510588" y="6483350"/>
          <p14:tracePt t="38259" x="8423275" y="6497638"/>
          <p14:tracePt t="38265" x="8355013" y="6518275"/>
          <p14:tracePt t="38274" x="8307388" y="6530975"/>
          <p14:tracePt t="38294" x="8280400" y="6545263"/>
          <p14:tracePt t="38301" x="8272463" y="6557963"/>
          <p14:tracePt t="38308" x="8259763" y="6572250"/>
          <p14:tracePt t="38326" x="8259763" y="6578600"/>
          <p14:tracePt t="38532" x="8272463" y="6578600"/>
          <p14:tracePt t="38535" x="8280400" y="6578600"/>
          <p14:tracePt t="38544" x="8259763" y="6578600"/>
          <p14:tracePt t="38557" x="8158163" y="6572250"/>
          <p14:tracePt t="38570" x="8034338" y="6557963"/>
          <p14:tracePt t="38577" x="7796213" y="6545263"/>
          <p14:tracePt t="38592" x="7483475" y="6530975"/>
          <p14:tracePt t="38600" x="7129463" y="6530975"/>
          <p14:tracePt t="38612" x="6804025" y="6530975"/>
          <p14:tracePt t="38627" x="6354763" y="6545263"/>
          <p14:tracePt t="38638" x="5911850" y="6592888"/>
          <p14:tracePt t="38645" x="5653088" y="6634163"/>
          <p14:tracePt t="38661" x="5360988" y="6708775"/>
          <p14:tracePt t="38671" x="5176838" y="6769100"/>
          <p14:tracePt t="38678" x="5033963" y="6816725"/>
          <p14:tracePt t="38693" x="4986338" y="6843713"/>
          <p14:tracePt t="39292" x="0" y="0"/>
        </p14:tracePtLst>
        <p14:tracePtLst>
          <p14:tracePt t="210553" x="1857375" y="4300538"/>
          <p14:tracePt t="210614" x="3184525" y="6783388"/>
          <p14:tracePt t="210624" x="3244850" y="6429375"/>
          <p14:tracePt t="210636" x="3292475" y="6102350"/>
          <p14:tracePt t="210647" x="3408363" y="5491163"/>
          <p14:tracePt t="210659" x="3571875" y="4762500"/>
          <p14:tracePt t="210670" x="3694113" y="4224338"/>
          <p14:tracePt t="210681" x="3884613" y="3509963"/>
          <p14:tracePt t="210692" x="4062413" y="2911475"/>
          <p14:tracePt t="210708" x="4211638" y="2443163"/>
          <p14:tracePt t="210714" x="4286250" y="2205038"/>
          <p14:tracePt t="210726" x="4348163" y="1979613"/>
          <p14:tracePt t="210752" x="4375150" y="1782763"/>
          <p14:tracePt t="210761" x="4375150" y="1728788"/>
          <p14:tracePt t="210773" x="4375150" y="1693863"/>
          <p14:tracePt t="210783" x="4387850" y="1666875"/>
          <p14:tracePt t="210810" x="4387850" y="1619250"/>
          <p14:tracePt t="210826" x="4387850" y="1592263"/>
          <p14:tracePt t="210830" x="4387850" y="1577975"/>
          <p14:tracePt t="210841" x="4387850" y="1565275"/>
          <p14:tracePt t="210861" x="4375150" y="1557338"/>
          <p14:tracePt t="210879" x="4360863" y="1517650"/>
          <p14:tracePt t="210886" x="4348163" y="1490663"/>
          <p14:tracePt t="210914" x="4348163" y="1476375"/>
          <p14:tracePt t="210921" x="4348163" y="1470025"/>
          <p14:tracePt t="210929" x="4348163" y="1428750"/>
          <p14:tracePt t="210943" x="4360863" y="1366838"/>
          <p14:tracePt t="210952" x="4408488" y="1238250"/>
          <p14:tracePt t="210970" x="4449763" y="1089025"/>
          <p14:tracePt t="210979" x="4497388" y="919163"/>
          <p14:tracePt t="210986" x="4524375" y="815975"/>
          <p14:tracePt t="211012" x="4538663" y="577850"/>
          <p14:tracePt t="211019" x="4524375" y="538163"/>
          <p14:tracePt t="211031" x="4524375" y="523875"/>
          <p14:tracePt t="211041" x="4497388" y="517525"/>
          <p14:tracePt t="211058" x="4470400" y="517525"/>
          <p14:tracePt t="211064" x="4435475" y="523875"/>
          <p14:tracePt t="211081" x="4360863" y="577850"/>
          <p14:tracePt t="211086" x="4271963" y="666750"/>
          <p14:tracePt t="211105" x="4211638" y="755650"/>
          <p14:tracePt t="211115" x="4110038" y="863600"/>
          <p14:tracePt t="211124" x="4033838" y="979488"/>
          <p14:tracePt t="211144" x="3986213" y="1041400"/>
          <p14:tracePt t="211145" x="3932238" y="1128713"/>
          <p14:tracePt t="211154" x="3911600" y="1176338"/>
          <p14:tracePt t="211187" x="3898900" y="1217613"/>
          <p14:tracePt t="211191" x="3884613" y="1231900"/>
          <p14:tracePt t="211199" x="3884613" y="1238250"/>
          <p14:tracePt t="211210" x="3898900" y="1238250"/>
          <p14:tracePt t="211222" x="3919538" y="1238250"/>
          <p14:tracePt t="211232" x="3973513" y="1231900"/>
          <p14:tracePt t="211247" x="4021138" y="1217613"/>
          <p14:tracePt t="211255" x="4081463" y="1204913"/>
          <p14:tracePt t="211267" x="4137025" y="1176338"/>
          <p14:tracePt t="211282" x="4170363" y="1176338"/>
          <p14:tracePt t="211293" x="4197350" y="1163638"/>
          <p14:tracePt t="211300" x="4197350" y="1176338"/>
          <p14:tracePt t="211315" x="4170363" y="1176338"/>
          <p14:tracePt t="211491" x="4184650" y="1176338"/>
          <p14:tracePt t="211502" x="4224338" y="1176338"/>
          <p14:tracePt t="211592" x="4211638" y="1176338"/>
          <p14:tracePt t="211603" x="4197350" y="1176338"/>
          <p14:tracePt t="211615" x="4170363" y="1190625"/>
          <p14:tracePt t="211626" x="4137025" y="1190625"/>
          <p14:tracePt t="211638" x="4110038" y="1190625"/>
          <p14:tracePt t="211652" x="4095750" y="1190625"/>
          <p14:tracePt t="211660" x="4081463" y="1204913"/>
          <p14:tracePt t="211727" x="4095750" y="1204913"/>
          <p14:tracePt t="211738" x="4122738" y="1190625"/>
          <p14:tracePt t="211752" x="4170363" y="1190625"/>
          <p14:tracePt t="211762" x="4224338" y="1190625"/>
          <p14:tracePt t="211772" x="4313238" y="1190625"/>
          <p14:tracePt t="211788" x="4408488" y="1176338"/>
          <p14:tracePt t="211795" x="4483100" y="1176338"/>
          <p14:tracePt t="211807" x="4613275" y="1176338"/>
          <p14:tracePt t="211824" x="4700588" y="1176338"/>
          <p14:tracePt t="211830" x="4789488" y="1176338"/>
          <p14:tracePt t="211840" x="4837113" y="1190625"/>
          <p14:tracePt t="211858" x="4899025" y="1190625"/>
          <p14:tracePt t="211862" x="4938713" y="1190625"/>
          <p14:tracePt t="211874" x="4959350" y="1190625"/>
          <p14:tracePt t="211892" x="4986338" y="1190625"/>
          <p14:tracePt t="211952" x="4973638" y="1190625"/>
          <p14:tracePt t="211963" x="4946650" y="1190625"/>
          <p14:tracePt t="211974" x="4899025" y="1190625"/>
          <p14:tracePt t="211987" x="4837113" y="1204913"/>
          <p14:tracePt t="211998" x="4735513" y="1217613"/>
          <p14:tracePt t="212009" x="4625975" y="1231900"/>
          <p14:tracePt t="212023" x="4483100" y="1252538"/>
          <p14:tracePt t="212032" x="4395788" y="1265238"/>
          <p14:tracePt t="212043" x="4271963" y="1279525"/>
          <p14:tracePt t="212059" x="4149725" y="1279525"/>
          <p14:tracePt t="212066" x="4075113" y="1292225"/>
          <p14:tracePt t="212077" x="4006850" y="1292225"/>
          <p14:tracePt t="212094" x="3973513" y="1292225"/>
          <p14:tracePt t="212099" x="3946525" y="1292225"/>
          <p14:tracePt t="212125" x="3932238" y="1292225"/>
          <p14:tracePt t="212234" x="3932238" y="1306513"/>
          <p14:tracePt t="212244" x="3919538" y="1306513"/>
          <p14:tracePt t="212247" x="3911600" y="1306513"/>
          <p14:tracePt t="212257" x="3884613" y="1312863"/>
          <p14:tracePt t="212271" x="3857625" y="1327150"/>
          <p14:tracePt t="212279" x="3824288" y="1339850"/>
          <p14:tracePt t="212293" x="3783013" y="1339850"/>
          <p14:tracePt t="212302" x="3762375" y="1354138"/>
          <p14:tracePt t="212314" x="3735388" y="1366838"/>
          <p14:tracePt t="212327" x="3721100" y="1381125"/>
          <p14:tracePt t="212346" x="3708400" y="1381125"/>
          <p14:tracePt t="212402" x="3721100" y="1381125"/>
          <p14:tracePt t="212425" x="3735388" y="1395413"/>
          <p14:tracePt t="212437" x="3762375" y="1395413"/>
          <p14:tracePt t="212448" x="3783013" y="1395413"/>
          <p14:tracePt t="212461" x="3824288" y="1401763"/>
          <p14:tracePt t="212471" x="3884613" y="1401763"/>
          <p14:tracePt t="212482" x="3932238" y="1401763"/>
          <p14:tracePt t="212497" x="3973513" y="1414463"/>
          <p14:tracePt t="212504" x="4021138" y="1414463"/>
          <p14:tracePt t="212516" x="4062413" y="1414463"/>
          <p14:tracePt t="212532" x="4081463" y="1414463"/>
          <p14:tracePt t="212541" x="4095750" y="1414463"/>
          <p14:tracePt t="212549" x="4110038" y="1414463"/>
          <p14:tracePt t="212582" x="4095750" y="1414463"/>
          <p14:tracePt t="212593" x="4081463" y="1414463"/>
          <p14:tracePt t="212604" x="4075113" y="1414463"/>
          <p14:tracePt t="212616" x="4048125" y="1414463"/>
          <p14:tracePt t="212628" x="4006850" y="1414463"/>
          <p14:tracePt t="212645" x="3973513" y="1414463"/>
          <p14:tracePt t="212650" x="3919538" y="1414463"/>
          <p14:tracePt t="212662" x="3871913" y="1428750"/>
          <p14:tracePt t="212679" x="3824288" y="1428750"/>
          <p14:tracePt t="212685" x="3795713" y="1428750"/>
          <p14:tracePt t="212695" x="3783013" y="1428750"/>
          <p14:tracePt t="212762" x="3810000" y="1428750"/>
          <p14:tracePt t="212776" x="3836988" y="1428750"/>
          <p14:tracePt t="212786" x="3871913" y="1428750"/>
          <p14:tracePt t="212797" x="3911600" y="1428750"/>
          <p14:tracePt t="212812" x="3973513" y="1428750"/>
          <p14:tracePt t="212819" x="4033838" y="1428750"/>
          <p14:tracePt t="212831" x="4062413" y="1428750"/>
          <p14:tracePt t="212848" x="4081463" y="1428750"/>
          <p14:tracePt t="212853" x="4095750" y="1428750"/>
          <p14:tracePt t="212908" x="4081463" y="1428750"/>
          <p14:tracePt t="212919" x="4062413" y="1428750"/>
          <p14:tracePt t="212931" x="4048125" y="1428750"/>
          <p14:tracePt t="212944" x="4006850" y="1428750"/>
          <p14:tracePt t="212955" x="3986213" y="1428750"/>
          <p14:tracePt t="212966" x="3959225" y="1428750"/>
          <p14:tracePt t="212978" x="3919538" y="1428750"/>
          <p14:tracePt t="212988" x="3911600" y="1428750"/>
          <p14:tracePt t="212999" x="3884613" y="1428750"/>
          <p14:tracePt t="213012" x="3871913" y="1428750"/>
          <p14:tracePt t="213099" x="3884613" y="1428750"/>
          <p14:tracePt t="213133" x="3898900" y="1428750"/>
          <p14:tracePt t="213147" x="3911600" y="1428750"/>
          <p14:tracePt t="213156" x="3919538" y="1428750"/>
          <p14:tracePt t="213167" x="3932238" y="1428750"/>
          <p14:tracePt t="213245" x="3911600" y="1428750"/>
          <p14:tracePt t="213257" x="3898900" y="1428750"/>
          <p14:tracePt t="213280" x="3884613" y="1428750"/>
          <p14:tracePt t="213283" x="3857625" y="1428750"/>
          <p14:tracePt t="213292" x="3843338" y="1428750"/>
          <p14:tracePt t="213306" x="3824288" y="1428750"/>
          <p14:tracePt t="213314" x="3810000" y="1428750"/>
          <p14:tracePt t="213493" x="3824288" y="1428750"/>
          <p14:tracePt t="213517" x="3836988" y="1428750"/>
          <p14:tracePt t="213539" x="3843338" y="1428750"/>
          <p14:tracePt t="213550" x="3857625" y="1428750"/>
          <p14:tracePt t="213565" x="3871913" y="1428750"/>
          <p14:tracePt t="213573" x="3898900" y="1428750"/>
          <p14:tracePt t="213584" x="3919538" y="1428750"/>
          <p14:tracePt t="213600" x="3946525" y="1428750"/>
          <p14:tracePt t="213606" x="3986213" y="1428750"/>
          <p14:tracePt t="213617" x="4033838" y="1428750"/>
          <p14:tracePt t="213632" x="4075113" y="1428750"/>
          <p14:tracePt t="213641" x="4081463" y="1428750"/>
          <p14:tracePt t="213652" x="4095750" y="1428750"/>
          <p14:tracePt t="213666" x="4110038" y="1428750"/>
          <p14:tracePt t="213855" x="4122738" y="1428750"/>
          <p14:tracePt t="213864" x="4122738" y="1443038"/>
          <p14:tracePt t="214123" x="4110038" y="1443038"/>
          <p14:tracePt t="214146" x="4095750" y="1443038"/>
          <p14:tracePt t="214158" x="4075113" y="1443038"/>
          <p14:tracePt t="214172" x="4062413" y="1443038"/>
          <p14:tracePt t="214180" x="4021138" y="1443038"/>
          <p14:tracePt t="214192" x="3986213" y="1443038"/>
          <p14:tracePt t="214204" x="3959225" y="1443038"/>
          <p14:tracePt t="214214" x="3919538" y="1443038"/>
          <p14:tracePt t="214226" x="3884613" y="1443038"/>
          <p14:tracePt t="214237" x="3857625" y="1443038"/>
          <p14:tracePt t="214248" x="3843338" y="1443038"/>
          <p14:tracePt t="214259" x="3836988" y="1443038"/>
          <p14:tracePt t="214461" x="3843338" y="1443038"/>
          <p14:tracePt t="214474" x="3843338" y="1455738"/>
          <p14:tracePt t="214494" x="3857625" y="1455738"/>
          <p14:tracePt t="214507" x="3871913" y="1470025"/>
          <p14:tracePt t="214517" x="3884613" y="1470025"/>
          <p14:tracePt t="214529" x="3911600" y="1476375"/>
          <p14:tracePt t="214545" x="3932238" y="1490663"/>
          <p14:tracePt t="214552" x="3959225" y="1490663"/>
          <p14:tracePt t="214562" x="4021138" y="1517650"/>
          <p14:tracePt t="214579" x="4081463" y="1530350"/>
          <p14:tracePt t="214585" x="4157663" y="1557338"/>
          <p14:tracePt t="214597" x="4224338" y="1565275"/>
          <p14:tracePt t="214611" x="4313238" y="1577975"/>
          <p14:tracePt t="214620" x="4387850" y="1592263"/>
          <p14:tracePt t="214630" x="4435475" y="1592263"/>
          <p14:tracePt t="214641" x="4510088" y="1592263"/>
          <p14:tracePt t="214660" x="4572000" y="1592263"/>
          <p14:tracePt t="214665" x="4625975" y="1592263"/>
          <p14:tracePt t="214675" x="4646613" y="1577975"/>
          <p14:tracePt t="214686" x="4673600" y="1565275"/>
          <p14:tracePt t="214699" x="4687888" y="1565275"/>
          <p14:tracePt t="214710" x="4687888" y="1557338"/>
          <p14:tracePt t="214725" x="4687888" y="1544638"/>
          <p14:tracePt t="214732" x="4687888" y="1530350"/>
          <p14:tracePt t="214756" x="4673600" y="1517650"/>
          <p14:tracePt t="214766" x="4646613" y="1503363"/>
          <p14:tracePt t="214778" x="4625975" y="1490663"/>
          <p14:tracePt t="214791" x="4598988" y="1490663"/>
          <p14:tracePt t="214799" x="4572000" y="1476375"/>
          <p14:tracePt t="214811" x="4538663" y="1476375"/>
          <p14:tracePt t="214826" x="4510088" y="1490663"/>
          <p14:tracePt t="214832" x="4497388" y="1503363"/>
          <p14:tracePt t="214843" x="4483100" y="1530350"/>
          <p14:tracePt t="214859" x="4483100" y="1557338"/>
          <p14:tracePt t="214866" x="4497388" y="1592263"/>
          <p14:tracePt t="214877" x="4510088" y="1633538"/>
          <p14:tracePt t="214895" x="4538663" y="1652588"/>
          <p14:tracePt t="214901" x="4557713" y="1666875"/>
          <p14:tracePt t="214926" x="4633913" y="1693863"/>
          <p14:tracePt t="214934" x="4660900" y="1693863"/>
          <p14:tracePt t="214945" x="4700588" y="1693863"/>
          <p14:tracePt t="214964" x="4735513" y="1693863"/>
          <p14:tracePt t="214967" x="4762500" y="1681163"/>
          <p14:tracePt t="214979" x="4776788" y="1681163"/>
          <p14:tracePt t="214996" x="4789488" y="1652588"/>
          <p14:tracePt t="215001" x="4789488" y="1639888"/>
          <p14:tracePt t="215014" x="4789488" y="1619250"/>
          <p14:tracePt t="215031" x="4762500" y="1577975"/>
          <p14:tracePt t="215039" x="4735513" y="1557338"/>
          <p14:tracePt t="215046" x="4708525" y="1530350"/>
          <p14:tracePt t="215062" x="4687888" y="1517650"/>
          <p14:tracePt t="215068" x="4660900" y="1503363"/>
          <p14:tracePt t="215087" x="4633913" y="1490663"/>
          <p14:tracePt t="215093" x="4625975" y="1490663"/>
          <p14:tracePt t="215111" x="4613275" y="1490663"/>
          <p14:tracePt t="215115" x="4598988" y="1490663"/>
          <p14:tracePt t="215125" x="4598988" y="1503363"/>
          <p14:tracePt t="215146" x="4586288" y="1517650"/>
          <p14:tracePt t="215153" x="4586288" y="1530350"/>
          <p14:tracePt t="215160" x="4586288" y="1544638"/>
          <p14:tracePt t="215170" x="4586288" y="1557338"/>
          <p14:tracePt t="215183" x="4586288" y="1565275"/>
          <p14:tracePt t="215192" x="4598988" y="1577975"/>
          <p14:tracePt t="215205" x="4613275" y="1604963"/>
          <p14:tracePt t="215217" x="4633913" y="1619250"/>
          <p14:tracePt t="215231" x="4673600" y="1633538"/>
          <p14:tracePt t="215240" x="4721225" y="1639888"/>
          <p14:tracePt t="215264" x="4795838" y="1639888"/>
          <p14:tracePt t="215277" x="4851400" y="1633538"/>
          <p14:tracePt t="215287" x="4872038" y="1619250"/>
          <p14:tracePt t="215294" x="4899025" y="1604963"/>
          <p14:tracePt t="215312" x="4911725" y="1592263"/>
          <p14:tracePt t="215316" x="4911725" y="1577975"/>
          <p14:tracePt t="215330" x="4911725" y="1557338"/>
          <p14:tracePt t="215347" x="4872038" y="1517650"/>
          <p14:tracePt t="215356" x="4824413" y="1490663"/>
          <p14:tracePt t="215384" x="4776788" y="1470025"/>
          <p14:tracePt t="215387" x="4700588" y="1455738"/>
          <p14:tracePt t="215396" x="4633913" y="1455738"/>
          <p14:tracePt t="215396" x="4586288" y="1455738"/>
          <p14:tracePt t="215408" x="4538663" y="1476375"/>
          <p14:tracePt t="215418" x="4510088" y="1503363"/>
          <p14:tracePt t="215430" x="4483100" y="1544638"/>
          <p14:tracePt t="215441" x="4470400" y="1577975"/>
          <p14:tracePt t="215452" x="4470400" y="1619250"/>
          <p14:tracePt t="215465" x="4483100" y="1652588"/>
          <p14:tracePt t="215475" x="4510088" y="1693863"/>
          <p14:tracePt t="215486" x="4538663" y="1714500"/>
          <p14:tracePt t="215496" x="4572000" y="1728788"/>
          <p14:tracePt t="215512" x="4598988" y="1741488"/>
          <p14:tracePt t="215519" x="4633913" y="1755775"/>
          <p14:tracePt t="215531" x="4687888" y="1755775"/>
          <p14:tracePt t="215549" x="4735513" y="1741488"/>
          <p14:tracePt t="215558" x="4776788" y="1728788"/>
          <p14:tracePt t="215566" x="4824413" y="1708150"/>
          <p14:tracePt t="215579" x="4864100" y="1681163"/>
          <p14:tracePt t="215586" x="4884738" y="1652588"/>
          <p14:tracePt t="215604" x="4911725" y="1619250"/>
          <p14:tracePt t="215611" x="4926013" y="1592263"/>
          <p14:tracePt t="215628" x="4926013" y="1557338"/>
          <p14:tracePt t="215631" x="4911725" y="1530350"/>
          <p14:tracePt t="215645" x="4899025" y="1490663"/>
          <p14:tracePt t="215663" x="4864100" y="1470025"/>
          <p14:tracePt t="215670" x="4837113" y="1455738"/>
          <p14:tracePt t="215677" x="4776788" y="1428750"/>
          <p14:tracePt t="215690" x="4700588" y="1428750"/>
          <p14:tracePt t="215711" x="4646613" y="1428750"/>
          <p14:tracePt t="215711" x="4572000" y="1443038"/>
          <p14:tracePt t="215724" x="4510088" y="1455738"/>
          <p14:tracePt t="215733" x="4470400" y="1476375"/>
          <p14:tracePt t="215745" x="4449763" y="1490663"/>
          <p14:tracePt t="215759" x="4449763" y="1530350"/>
          <p14:tracePt t="215766" x="4435475" y="1557338"/>
          <p14:tracePt t="215780" x="4449763" y="1577975"/>
          <p14:tracePt t="215790" x="4462463" y="1619250"/>
          <p14:tracePt t="215801" x="4470400" y="1639888"/>
          <p14:tracePt t="215812" x="4510088" y="1652588"/>
          <p14:tracePt t="215828" x="4551363" y="1681163"/>
          <p14:tracePt t="215834" x="4613275" y="1693863"/>
          <p14:tracePt t="215846" x="4673600" y="1693863"/>
          <p14:tracePt t="215863" x="4735513" y="1693863"/>
          <p14:tracePt t="215868" x="4795838" y="1681163"/>
          <p14:tracePt t="215880" x="4864100" y="1652588"/>
          <p14:tracePt t="215897" x="4899025" y="1639888"/>
          <p14:tracePt t="215906" x="4926013" y="1619250"/>
          <p14:tracePt t="215913" x="4938713" y="1577975"/>
          <p14:tracePt t="215929" x="4938713" y="1565275"/>
          <p14:tracePt t="215935" x="4938713" y="1544638"/>
          <p14:tracePt t="215947" x="4926013" y="1530350"/>
          <p14:tracePt t="215957" x="4911725" y="1503363"/>
          <p14:tracePt t="215986" x="4899025" y="1490663"/>
          <p14:tracePt t="215990" x="4884738" y="1490663"/>
          <p14:tracePt t="215999" x="4872038" y="1476375"/>
          <p14:tracePt t="216010" x="4864100" y="1476375"/>
          <p14:tracePt t="216016" x="4851400" y="1476375"/>
          <p14:tracePt t="216026" x="4837113" y="1476375"/>
          <p14:tracePt t="216037" x="4824413" y="1476375"/>
          <p14:tracePt t="216059" x="4795838" y="1490663"/>
          <p14:tracePt t="216070" x="4789488" y="1503363"/>
          <p14:tracePt t="216081" x="4762500" y="1503363"/>
          <p14:tracePt t="216093" x="4748213" y="1530350"/>
          <p14:tracePt t="216113" x="4721225" y="1544638"/>
          <p14:tracePt t="216117" x="4708525" y="1557338"/>
          <p14:tracePt t="216127" x="4708525" y="1565275"/>
          <p14:tracePt t="216145" x="4708525" y="1577975"/>
          <p14:tracePt t="216160" x="4708525" y="1592263"/>
          <p14:tracePt t="216181" x="4721225" y="1604963"/>
          <p14:tracePt t="216189" x="4748213" y="1604963"/>
          <p14:tracePt t="216195" x="4789488" y="1619250"/>
          <p14:tracePt t="216212" x="4810125" y="1619250"/>
          <p14:tracePt t="216219" x="4851400" y="1619250"/>
          <p14:tracePt t="216227" x="4884738" y="1604963"/>
          <p14:tracePt t="216239" x="4926013" y="1604963"/>
          <p14:tracePt t="216261" x="4959350" y="1577975"/>
          <p14:tracePt t="216262" x="5000625" y="1544638"/>
          <p14:tracePt t="216275" x="5014913" y="1517650"/>
          <p14:tracePt t="216284" x="5027613" y="1476375"/>
          <p14:tracePt t="216296" x="5014913" y="1443038"/>
          <p14:tracePt t="216308" x="5000625" y="1401763"/>
          <p14:tracePt t="216317" x="4986338" y="1381125"/>
          <p14:tracePt t="216331" x="4946650" y="1354138"/>
          <p14:tracePt t="216341" x="4911725" y="1339850"/>
          <p14:tracePt t="216354" x="4884738" y="1327150"/>
          <p14:tracePt t="216362" x="4837113" y="1327150"/>
          <p14:tracePt t="216378" x="4795838" y="1327150"/>
          <p14:tracePt t="216385" x="4762500" y="1327150"/>
          <p14:tracePt t="216397" x="4700588" y="1339850"/>
          <p14:tracePt t="216431" x="4646613" y="1366838"/>
          <p14:tracePt t="216435" x="4598988" y="1401763"/>
          <p14:tracePt t="216443" x="4524375" y="1490663"/>
          <p14:tracePt t="216458" x="4510088" y="1530350"/>
          <p14:tracePt t="216464" x="4497388" y="1557338"/>
          <p14:tracePt t="216475" x="4497388" y="1577975"/>
          <p14:tracePt t="216486" x="4497388" y="1604963"/>
          <p14:tracePt t="216497" x="4497388" y="1619250"/>
          <p14:tracePt t="216509" x="4510088" y="1633538"/>
          <p14:tracePt t="216528" x="4524375" y="1639888"/>
          <p14:tracePt t="216532" x="4538663" y="1639888"/>
          <p14:tracePt t="216543" x="4557713" y="1652588"/>
          <p14:tracePt t="216564" x="4586288" y="1652588"/>
          <p14:tracePt t="216567" x="4625975" y="1652588"/>
          <p14:tracePt t="216577" x="4646613" y="1652588"/>
          <p14:tracePt t="216597" x="4700588" y="1652588"/>
          <p14:tracePt t="216601" x="4721225" y="1652588"/>
          <p14:tracePt t="216610" x="4762500" y="1639888"/>
          <p14:tracePt t="216630" x="4789488" y="1639888"/>
          <p14:tracePt t="216636" x="4810125" y="1633538"/>
          <p14:tracePt t="216645" x="4824413" y="1619250"/>
          <p14:tracePt t="216656" x="4837113" y="1604963"/>
          <p14:tracePt t="216677" x="4851400" y="1592263"/>
          <p14:tracePt t="216677" x="4851400" y="1577975"/>
          <p14:tracePt t="216691" x="4851400" y="1565275"/>
          <p14:tracePt t="216701" x="4851400" y="1557338"/>
          <p14:tracePt t="216713" x="4851400" y="1544638"/>
          <p14:tracePt t="216725" x="4851400" y="1530350"/>
          <p14:tracePt t="216734" x="4837113" y="1517650"/>
          <p14:tracePt t="216746" x="4824413" y="1503363"/>
          <p14:tracePt t="216757" x="4810125" y="1490663"/>
          <p14:tracePt t="216768" x="4789488" y="1476375"/>
          <p14:tracePt t="216781" x="4748213" y="1470025"/>
          <p14:tracePt t="216792" x="4721225" y="1455738"/>
          <p14:tracePt t="216802" x="4673600" y="1443038"/>
          <p14:tracePt t="216812" x="4646613" y="1443038"/>
          <p14:tracePt t="216828" x="4625975" y="1443038"/>
          <p14:tracePt t="216836" x="4586288" y="1443038"/>
          <p14:tracePt t="216847" x="4551363" y="1443038"/>
          <p14:tracePt t="216862" x="4524375" y="1455738"/>
          <p14:tracePt t="216875" x="4483100" y="1470025"/>
          <p14:tracePt t="216883" x="4470400" y="1490663"/>
          <p14:tracePt t="216894" x="4462463" y="1503363"/>
          <p14:tracePt t="216908" x="4449763" y="1544638"/>
          <p14:tracePt t="216915" x="4435475" y="1565275"/>
          <p14:tracePt t="216929" x="4435475" y="1577975"/>
          <p14:tracePt t="216936" x="4435475" y="1604963"/>
          <p14:tracePt t="216948" x="4435475" y="1619250"/>
          <p14:tracePt t="217521" x="4435475" y="1633538"/>
          <p14:tracePt t="219062" x="4449763" y="1633538"/>
          <p14:tracePt t="219087" x="4449763" y="1639888"/>
          <p14:tracePt t="219096" x="4462463" y="1652588"/>
          <p14:tracePt t="219118" x="4470400" y="1666875"/>
          <p14:tracePt t="219129" x="4483100" y="1681163"/>
          <p14:tracePt t="219152" x="4497388" y="1681163"/>
          <p14:tracePt t="219163" x="4497388" y="1693863"/>
          <p14:tracePt t="219175" x="4510088" y="1693863"/>
          <p14:tracePt t="219186" x="4524375" y="1693863"/>
          <p14:tracePt t="219198" x="4538663" y="1693863"/>
          <p14:tracePt t="219220" x="4551363" y="1693863"/>
          <p14:tracePt t="219231" x="4572000" y="1693863"/>
          <p14:tracePt t="219247" x="4598988" y="1693863"/>
          <p14:tracePt t="219254" x="4625975" y="1681163"/>
          <p14:tracePt t="219264" x="4646613" y="1681163"/>
          <p14:tracePt t="219276" x="4687888" y="1666875"/>
          <p14:tracePt t="219299" x="4721225" y="1652588"/>
          <p14:tracePt t="219301" x="4748213" y="1639888"/>
          <p14:tracePt t="219323" x="4776788" y="1604963"/>
          <p14:tracePt t="219333" x="4789488" y="1592263"/>
          <p14:tracePt t="219343" x="4789488" y="1565275"/>
          <p14:tracePt t="219365" x="4776788" y="1544638"/>
          <p14:tracePt t="219368" x="4762500" y="1517650"/>
          <p14:tracePt t="219378" x="4762500" y="1503363"/>
          <p14:tracePt t="219388" x="4735513" y="1490663"/>
          <p14:tracePt t="219401" x="4721225" y="1476375"/>
          <p14:tracePt t="219416" x="4700588" y="1476375"/>
          <p14:tracePt t="219422" x="4687888" y="1470025"/>
          <p14:tracePt t="219435" x="4673600" y="1470025"/>
          <p14:tracePt t="219451" x="4660900" y="1470025"/>
          <p14:tracePt t="219457" x="4646613" y="1476375"/>
          <p14:tracePt t="219467" x="4633913" y="1490663"/>
          <p14:tracePt t="219482" x="4613275" y="1517650"/>
          <p14:tracePt t="219502" x="4598988" y="1557338"/>
          <p14:tracePt t="219503" x="4586288" y="1592263"/>
          <p14:tracePt t="219518" x="4572000" y="1633538"/>
          <p14:tracePt t="219532" x="4572000" y="1666875"/>
          <p14:tracePt t="219535" x="4572000" y="1708150"/>
          <p14:tracePt t="219551" x="4586288" y="1728788"/>
          <p14:tracePt t="219569" x="4598988" y="1755775"/>
          <p14:tracePt t="219575" x="4613275" y="1768475"/>
          <p14:tracePt t="219580" x="4633913" y="1782763"/>
          <p14:tracePt t="219595" x="4673600" y="1782763"/>
          <p14:tracePt t="219615" x="4700588" y="1782763"/>
          <p14:tracePt t="219616" x="4735513" y="1782763"/>
          <p14:tracePt t="219628" x="4776788" y="1768475"/>
          <p14:tracePt t="219637" x="4795838" y="1741488"/>
          <p14:tracePt t="219650" x="4810125" y="1728788"/>
          <p14:tracePt t="219662" x="4824413" y="1708150"/>
          <p14:tracePt t="219671" x="4837113" y="1681163"/>
          <p14:tracePt t="219684" x="4851400" y="1652588"/>
          <p14:tracePt t="219694" x="4851400" y="1639888"/>
          <p14:tracePt t="219706" x="4837113" y="1619250"/>
          <p14:tracePt t="219716" x="4824413" y="1619250"/>
          <p14:tracePt t="219732" x="4810125" y="1604963"/>
          <p14:tracePt t="219738" x="4795838" y="1592263"/>
          <p14:tracePt t="219749" x="4789488" y="1592263"/>
          <p14:tracePt t="219772" x="4776788" y="1592263"/>
          <p14:tracePt t="219783" x="4762500" y="1592263"/>
          <p14:tracePt t="219805" x="4762500" y="1604963"/>
          <p14:tracePt t="219828" x="4748213" y="1604963"/>
          <p14:tracePt t="219840" x="4748213" y="1619250"/>
          <p14:tracePt t="219851" x="4748213" y="1633538"/>
          <p14:tracePt t="219864" x="4748213" y="1639888"/>
          <p14:tracePt t="219874" x="4735513" y="1652588"/>
          <p14:tracePt t="219884" x="4735513" y="1681163"/>
          <p14:tracePt t="219899" x="4748213" y="1693863"/>
          <p14:tracePt t="219906" x="4748213" y="1708150"/>
          <p14:tracePt t="219918" x="4762500" y="1714500"/>
          <p14:tracePt t="219934" x="4762500" y="1728788"/>
          <p14:tracePt t="219941" x="4789488" y="1741488"/>
          <p14:tracePt t="219951" x="4795838" y="1741488"/>
          <p14:tracePt t="219968" x="4824413" y="1741488"/>
          <p14:tracePt t="219973" x="4837113" y="1741488"/>
          <p14:tracePt t="219986" x="4864100" y="1741488"/>
          <p14:tracePt t="220001" x="4872038" y="1741488"/>
          <p14:tracePt t="220010" x="4884738" y="1714500"/>
          <p14:tracePt t="220020" x="4911725" y="1708150"/>
          <p14:tracePt t="220034" x="4911725" y="1693863"/>
          <p14:tracePt t="220045" x="4926013" y="1666875"/>
          <p14:tracePt t="220052" x="4926013" y="1639888"/>
          <p14:tracePt t="220065" x="4911725" y="1633538"/>
          <p14:tracePt t="220082" x="4911725" y="1619250"/>
          <p14:tracePt t="220087" x="4899025" y="1592263"/>
          <p14:tracePt t="220098" x="4884738" y="1577975"/>
          <p14:tracePt t="220116" x="4872038" y="1577975"/>
          <p14:tracePt t="220122" x="4851400" y="1565275"/>
          <p14:tracePt t="220132" x="4810125" y="1557338"/>
          <p14:tracePt t="220149" x="4789488" y="1557338"/>
          <p14:tracePt t="220155" x="4762500" y="1557338"/>
          <p14:tracePt t="220166" x="4735513" y="1565275"/>
          <p14:tracePt t="220176" x="4708525" y="1577975"/>
          <p14:tracePt t="220198" x="4687888" y="1592263"/>
          <p14:tracePt t="220199" x="4673600" y="1619250"/>
          <p14:tracePt t="220213" x="4660900" y="1639888"/>
          <p14:tracePt t="220222" x="4646613" y="1666875"/>
          <p14:tracePt t="220233" x="4646613" y="1693863"/>
          <p14:tracePt t="220246" x="4646613" y="1714500"/>
          <p14:tracePt t="220257" x="4660900" y="1741488"/>
          <p14:tracePt t="220270" x="4673600" y="1755775"/>
          <p14:tracePt t="220285" x="4700588" y="1782763"/>
          <p14:tracePt t="220296" x="4708525" y="1795463"/>
          <p14:tracePt t="220306" x="4735513" y="1795463"/>
          <p14:tracePt t="220316" x="4776788" y="1803400"/>
          <p14:tracePt t="220323" x="4795838" y="1803400"/>
          <p14:tracePt t="220335" x="4824413" y="1803400"/>
          <p14:tracePt t="220350" x="4864100" y="1795463"/>
          <p14:tracePt t="220356" x="4899025" y="1795463"/>
          <p14:tracePt t="220368" x="4926013" y="1782763"/>
          <p14:tracePt t="220381" x="4946650" y="1768475"/>
          <p14:tracePt t="220398" x="4973638" y="1755775"/>
          <p14:tracePt t="220405" x="4973638" y="1728788"/>
          <p14:tracePt t="220417" x="4986338" y="1714500"/>
          <p14:tracePt t="220424" x="4986338" y="1708150"/>
          <p14:tracePt t="220435" x="4986338" y="1693863"/>
          <p14:tracePt t="220446" x="4986338" y="1681163"/>
          <p14:tracePt t="220459" x="4986338" y="1666875"/>
          <p14:tracePt t="220479" x="4986338" y="1652588"/>
          <p14:tracePt t="220503" x="4973638" y="1652588"/>
          <p14:tracePt t="221334" x="4959350" y="1652588"/>
          <p14:tracePt t="221350" x="4946650" y="1652588"/>
          <p14:tracePt t="221357" x="4946650" y="1666875"/>
          <p14:tracePt t="221369" x="4938713" y="1666875"/>
          <p14:tracePt t="221386" x="4926013" y="1681163"/>
          <p14:tracePt t="221391" x="4911725" y="1681163"/>
          <p14:tracePt t="221405" x="4899025" y="1693863"/>
          <p14:tracePt t="221414" x="4884738" y="1708150"/>
          <p14:tracePt t="221428" x="4872038" y="1708150"/>
          <p14:tracePt t="221439" x="4864100" y="1714500"/>
          <p14:tracePt t="221448" x="4851400" y="1714500"/>
          <p14:tracePt t="221460" x="4837113" y="1728788"/>
          <p14:tracePt t="221476" x="4810125" y="1728788"/>
          <p14:tracePt t="221820" x="4824413" y="1714500"/>
          <p14:tracePt t="221842" x="4824413" y="1728788"/>
          <p14:tracePt t="221898" x="4824413" y="1714500"/>
          <p14:tracePt t="222033" x="4824413" y="1728788"/>
          <p14:tracePt t="222066" x="4810125" y="1728788"/>
          <p14:tracePt t="222099" x="4795838" y="1741488"/>
          <p14:tracePt t="222122" x="4789488" y="1755775"/>
          <p14:tracePt t="222133" x="4776788" y="1768475"/>
          <p14:tracePt t="222145" x="4776788" y="1782763"/>
          <p14:tracePt t="222156" x="4748213" y="1803400"/>
          <p14:tracePt t="222168" x="4735513" y="1843088"/>
          <p14:tracePt t="222179" x="4721225" y="1871663"/>
          <p14:tracePt t="222190" x="4708525" y="1878013"/>
          <p14:tracePt t="222202" x="4687888" y="1905000"/>
          <p14:tracePt t="222216" x="4673600" y="1919288"/>
          <p14:tracePt t="222223" x="4660900" y="1931988"/>
          <p14:tracePt t="222239" x="4660900" y="1946275"/>
          <p14:tracePt t="222269" x="4646613" y="1946275"/>
          <p14:tracePt t="222335" x="4646613" y="1952625"/>
          <p14:tracePt t="222380" x="4633913" y="1966913"/>
          <p14:tracePt t="222414" x="4633913" y="1979613"/>
          <p14:tracePt t="222426" x="4625975" y="1979613"/>
          <p14:tracePt t="222438" x="4613275" y="1993900"/>
          <p14:tracePt t="222450" x="4613275" y="2006600"/>
          <p14:tracePt t="222460" x="4598988" y="2006600"/>
          <p14:tracePt t="222471" x="4586288" y="2033588"/>
          <p14:tracePt t="222483" x="4572000" y="2041525"/>
          <p14:tracePt t="222501" x="4557713" y="2054225"/>
          <p14:tracePt t="222507" x="4551363" y="2068513"/>
          <p14:tracePt t="222516" x="4551363" y="2081213"/>
          <p14:tracePt t="222536" x="4538663" y="2095500"/>
          <p14:tracePt t="222541" x="4538663" y="2109788"/>
          <p14:tracePt t="222550" x="4524375" y="2116138"/>
          <p14:tracePt t="222564" x="4524375" y="2128838"/>
          <p14:tracePt t="222585" x="4524375" y="2143125"/>
          <p14:tracePt t="222586" x="4510088" y="2143125"/>
          <p14:tracePt t="222607" x="4510088" y="2157413"/>
          <p14:tracePt t="222629" x="4497388" y="2157413"/>
          <p14:tracePt t="222641" x="4497388" y="2143125"/>
          <p14:tracePt t="222954" x="4510088" y="2143125"/>
          <p14:tracePt t="222999" x="4524375" y="2143125"/>
          <p14:tracePt t="223066" x="4510088" y="2143125"/>
          <p14:tracePt t="223123" x="4524375" y="2143125"/>
          <p14:tracePt t="223134" x="4538663" y="2157413"/>
          <p14:tracePt t="223146" x="4557713" y="2157413"/>
          <p14:tracePt t="223159" x="4586288" y="2157413"/>
          <p14:tracePt t="223169" x="4613275" y="2157413"/>
          <p14:tracePt t="223181" x="4646613" y="2170113"/>
          <p14:tracePt t="223196" x="4673600" y="2170113"/>
          <p14:tracePt t="223203" x="4687888" y="2170113"/>
          <p14:tracePt t="223213" x="4708525" y="2170113"/>
          <p14:tracePt t="223303" x="4700588" y="2170113"/>
          <p14:tracePt t="223314" x="4673600" y="2170113"/>
          <p14:tracePt t="223327" x="4646613" y="2170113"/>
          <p14:tracePt t="223338" x="4613275" y="2170113"/>
          <p14:tracePt t="223350" x="4572000" y="2157413"/>
          <p14:tracePt t="223360" x="4538663" y="2157413"/>
          <p14:tracePt t="223372" x="4497388" y="2143125"/>
          <p14:tracePt t="223385" x="4470400" y="2143125"/>
          <p14:tracePt t="223395" x="4462463" y="2143125"/>
          <p14:tracePt t="223516" x="4470400" y="2143125"/>
          <p14:tracePt t="223528" x="4483100" y="2143125"/>
          <p14:tracePt t="223540" x="4510088" y="2143125"/>
          <p14:tracePt t="223552" x="4538663" y="2143125"/>
          <p14:tracePt t="223563" x="4572000" y="2143125"/>
          <p14:tracePt t="223574" x="4613275" y="2157413"/>
          <p14:tracePt t="223585" x="4646613" y="2157413"/>
          <p14:tracePt t="223601" x="4700588" y="2170113"/>
          <p14:tracePt t="223607" x="4735513" y="2170113"/>
          <p14:tracePt t="223619" x="4762500" y="2170113"/>
          <p14:tracePt t="223634" x="4776788" y="2170113"/>
          <p14:tracePt t="223708" x="4762500" y="2170113"/>
          <p14:tracePt t="223719" x="4735513" y="2170113"/>
          <p14:tracePt t="223731" x="4700588" y="2170113"/>
          <p14:tracePt t="223745" x="4673600" y="2170113"/>
          <p14:tracePt t="223768" x="4598988" y="2170113"/>
          <p14:tracePt t="223776" x="4572000" y="2170113"/>
          <p14:tracePt t="223788" x="4538663" y="2170113"/>
          <p14:tracePt t="223798" x="4524375" y="2170113"/>
          <p14:tracePt t="223867" x="4538663" y="2170113"/>
          <p14:tracePt t="223877" x="4551363" y="2170113"/>
          <p14:tracePt t="223888" x="4557713" y="2170113"/>
          <p14:tracePt t="223902" x="4598988" y="2170113"/>
          <p14:tracePt t="223912" x="4625975" y="2170113"/>
          <p14:tracePt t="223924" x="4660900" y="2184400"/>
          <p14:tracePt t="223938" x="4687888" y="2184400"/>
          <p14:tracePt t="223945" x="4721225" y="2184400"/>
          <p14:tracePt t="223960" x="4735513" y="2184400"/>
          <p14:tracePt t="223971" x="4762500" y="2184400"/>
          <p14:tracePt t="223991" x="4776788" y="2184400"/>
          <p14:tracePt t="224034" x="4748213" y="2170113"/>
          <p14:tracePt t="224046" x="4721225" y="2170113"/>
          <p14:tracePt t="224057" x="4708525" y="2170113"/>
          <p14:tracePt t="224203" x="4721225" y="2157413"/>
          <p14:tracePt t="224207" x="4762500" y="2157413"/>
          <p14:tracePt t="224215" x="4795838" y="2157413"/>
          <p14:tracePt t="224226" x="4824413" y="2157413"/>
          <p14:tracePt t="224259" x="4824413" y="2143125"/>
          <p14:tracePt t="224282" x="4810125" y="2128838"/>
          <p14:tracePt t="224295" x="4810125" y="2116138"/>
          <p14:tracePt t="224308" x="4795838" y="2109788"/>
          <p14:tracePt t="224317" x="4776788" y="2095500"/>
          <p14:tracePt t="224329" x="4762500" y="2081213"/>
          <p14:tracePt t="224346" x="4721225" y="2068513"/>
          <p14:tracePt t="224351" x="4700588" y="2068513"/>
          <p14:tracePt t="224361" x="4660900" y="2054225"/>
          <p14:tracePt t="224380" x="4625975" y="2054225"/>
          <p14:tracePt t="224384" x="4572000" y="2054225"/>
          <p14:tracePt t="224396" x="4551363" y="2054225"/>
          <p14:tracePt t="224415" x="4510088" y="2054225"/>
          <p14:tracePt t="224419" x="4483100" y="2068513"/>
          <p14:tracePt t="224430" x="4462463" y="2081213"/>
          <p14:tracePt t="224447" x="4449763" y="2095500"/>
          <p14:tracePt t="224457" x="4435475" y="2109788"/>
          <p14:tracePt t="224464" x="4435475" y="2128838"/>
          <p14:tracePt t="224475" x="4435475" y="2143125"/>
          <p14:tracePt t="224494" x="4435475" y="2157413"/>
          <p14:tracePt t="224499" x="4449763" y="2170113"/>
          <p14:tracePt t="224508" x="4483100" y="2184400"/>
          <p14:tracePt t="224520" x="4538663" y="2205038"/>
          <p14:tracePt t="224530" x="4613275" y="2232025"/>
          <p14:tracePt t="224543" x="4673600" y="2232025"/>
          <p14:tracePt t="224554" x="4789488" y="2232025"/>
          <p14:tracePt t="224566" x="4899025" y="2232025"/>
          <p14:tracePt t="224575" x="5014913" y="2232025"/>
          <p14:tracePt t="224587" x="5075238" y="2217738"/>
          <p14:tracePt t="224598" x="5122863" y="2190750"/>
          <p14:tracePt t="224614" x="5149850" y="2184400"/>
          <p14:tracePt t="224624" x="5164138" y="2170113"/>
          <p14:tracePt t="224634" x="5149850" y="2143125"/>
          <p14:tracePt t="224648" x="5122863" y="2116138"/>
          <p14:tracePt t="224656" x="5075238" y="2095500"/>
          <p14:tracePt t="224670" x="5014913" y="2081213"/>
          <p14:tracePt t="224678" x="4911725" y="2054225"/>
          <p14:tracePt t="224696" x="4795838" y="2054225"/>
          <p14:tracePt t="224699" x="4708525" y="2054225"/>
          <p14:tracePt t="224710" x="4598988" y="2081213"/>
          <p14:tracePt t="224732" x="4497388" y="2109788"/>
          <p14:tracePt t="224741" x="4435475" y="2143125"/>
          <p14:tracePt t="224746" x="4395788" y="2184400"/>
          <p14:tracePt t="224758" x="4375150" y="2217738"/>
          <p14:tracePt t="224779" x="4375150" y="2259013"/>
          <p14:tracePt t="224779" x="4387850" y="2271713"/>
          <p14:tracePt t="224792" x="4408488" y="2292350"/>
          <p14:tracePt t="224822" x="4449763" y="2306638"/>
          <p14:tracePt t="224829" x="4497388" y="2319338"/>
          <p14:tracePt t="224837" x="4572000" y="2319338"/>
          <p14:tracePt t="224841" x="4646613" y="2319338"/>
          <p14:tracePt t="224847" x="4708525" y="2306638"/>
          <p14:tracePt t="224862" x="4789488" y="2279650"/>
          <p14:tracePt t="224869" x="4824413" y="2271713"/>
          <p14:tracePt t="224879" x="4851400" y="2244725"/>
          <p14:tracePt t="224898" x="4851400" y="2232025"/>
          <p14:tracePt t="224901" x="4837113" y="2217738"/>
          <p14:tracePt t="224912" x="4795838" y="2184400"/>
          <p14:tracePt t="224929" x="4762500" y="2157413"/>
          <p14:tracePt t="224935" x="4660900" y="2128838"/>
          <p14:tracePt t="224948" x="4551363" y="2109788"/>
          <p14:tracePt t="224965" x="4449763" y="2109788"/>
          <p14:tracePt t="224971" x="4375150" y="2116138"/>
          <p14:tracePt t="224981" x="4300538" y="2128838"/>
          <p14:tracePt t="224992" x="4244975" y="2157413"/>
          <p14:tracePt t="225011" x="4238625" y="2184400"/>
          <p14:tracePt t="225018" x="4224338" y="2205038"/>
          <p14:tracePt t="225028" x="4238625" y="2232025"/>
          <p14:tracePt t="225048" x="4244975" y="2244725"/>
          <p14:tracePt t="225049" x="4286250" y="2259013"/>
          <p14:tracePt t="225059" x="4348163" y="2279650"/>
          <p14:tracePt t="225080" x="4422775" y="2279650"/>
          <p14:tracePt t="225083" x="4497388" y="2279650"/>
          <p14:tracePt t="225102" x="4613275" y="2279650"/>
          <p14:tracePt t="225107" x="4700588" y="2271713"/>
          <p14:tracePt t="225116" x="4735513" y="2259013"/>
          <p14:tracePt t="225132" x="4776788" y="2232025"/>
          <p14:tracePt t="225137" x="4776788" y="2205038"/>
          <p14:tracePt t="225151" x="4776788" y="2184400"/>
          <p14:tracePt t="225165" x="4762500" y="2157413"/>
          <p14:tracePt t="225174" x="4721225" y="2116138"/>
          <p14:tracePt t="225190" x="4660900" y="2095500"/>
          <p14:tracePt t="225198" x="4613275" y="2081213"/>
          <p14:tracePt t="225213" x="4524375" y="2081213"/>
          <p14:tracePt t="225228" x="4449763" y="2095500"/>
          <p14:tracePt t="225230" x="4375150" y="2109788"/>
          <p14:tracePt t="225250" x="4333875" y="2143125"/>
          <p14:tracePt t="225251" x="4300538" y="2184400"/>
          <p14:tracePt t="225261" x="4286250" y="2232025"/>
          <p14:tracePt t="225281" x="4286250" y="2271713"/>
          <p14:tracePt t="225284" x="4286250" y="2319338"/>
          <p14:tracePt t="225296" x="4319588" y="2347913"/>
          <p14:tracePt t="225307" x="4360863" y="2366963"/>
          <p14:tracePt t="225318" x="4422775" y="2395538"/>
          <p14:tracePt t="225332" x="4497388" y="2408238"/>
          <p14:tracePt t="225342" x="4572000" y="2408238"/>
          <p14:tracePt t="225352" x="4633913" y="2408238"/>
          <p14:tracePt t="225367" x="4708525" y="2381250"/>
          <p14:tracePt t="225373" x="4776788" y="2354263"/>
          <p14:tracePt t="225397" x="4795838" y="2319338"/>
          <p14:tracePt t="225399" x="4810125" y="2292350"/>
          <p14:tracePt t="225409" x="4810125" y="2259013"/>
          <p14:tracePt t="225419" x="4810125" y="2232025"/>
          <p14:tracePt t="225431" x="4795838" y="2205038"/>
          <p14:tracePt t="225445" x="4762500" y="2190750"/>
          <p14:tracePt t="225458" x="4735513" y="2184400"/>
          <p14:tracePt t="225467" x="4708525" y="2184400"/>
          <p14:tracePt t="225483" x="4673600" y="2184400"/>
          <p14:tracePt t="225486" x="4633913" y="2184400"/>
          <p14:tracePt t="225498" x="4613275" y="2190750"/>
          <p14:tracePt t="225524" x="4557713" y="2271713"/>
          <p14:tracePt t="225532" x="4538663" y="2292350"/>
          <p14:tracePt t="225543" x="4538663" y="2319338"/>
          <p14:tracePt t="225562" x="4538663" y="2333625"/>
          <p14:tracePt t="225823" x="4551363" y="2333625"/>
          <p14:tracePt t="225868" x="4557713" y="2333625"/>
          <p14:tracePt t="225871" x="4572000" y="2333625"/>
          <p14:tracePt t="225883" x="4586288" y="2333625"/>
          <p14:tracePt t="225946" x="4586288" y="2319338"/>
          <p14:tracePt t="226014" x="4586288" y="2306638"/>
          <p14:tracePt t="226030" x="4572000" y="2306638"/>
          <p14:tracePt t="226038" x="4572000" y="2292350"/>
          <p14:tracePt t="226052" x="4572000" y="2279650"/>
          <p14:tracePt t="226061" x="4557713" y="2271713"/>
          <p14:tracePt t="226071" x="4557713" y="2259013"/>
          <p14:tracePt t="226089" x="4557713" y="2232025"/>
          <p14:tracePt t="226094" x="4551363" y="2217738"/>
          <p14:tracePt t="226106" x="4538663" y="2190750"/>
          <p14:tracePt t="226124" x="4538663" y="2170113"/>
          <p14:tracePt t="226128" x="4524375" y="2143125"/>
          <p14:tracePt t="226139" x="4510088" y="2116138"/>
          <p14:tracePt t="226152" x="4497388" y="2109788"/>
          <p14:tracePt t="226172" x="4497388" y="2095500"/>
          <p14:tracePt t="226174" x="4483100" y="2081213"/>
          <p14:tracePt t="226188" x="4483100" y="2068513"/>
          <p14:tracePt t="226196" x="4470400" y="2068513"/>
          <p14:tracePt t="226208" x="4470400" y="2054225"/>
          <p14:tracePt t="226229" x="4470400" y="2041525"/>
          <p14:tracePt t="226374" x="4470400" y="2054225"/>
          <p14:tracePt t="226397" x="4462463" y="2068513"/>
          <p14:tracePt t="226409" x="4462463" y="2081213"/>
          <p14:tracePt t="226422" x="4462463" y="2095500"/>
          <p14:tracePt t="226432" x="4462463" y="2109788"/>
          <p14:tracePt t="226454" x="4462463" y="2116138"/>
          <p14:tracePt t="226464" x="4449763" y="2128838"/>
          <p14:tracePt t="226476" x="4449763" y="2143125"/>
          <p14:tracePt t="226554" x="4449763" y="2128838"/>
          <p14:tracePt t="226566" x="4449763" y="2109788"/>
          <p14:tracePt t="226577" x="4462463" y="2081213"/>
          <p14:tracePt t="226589" x="4483100" y="2054225"/>
          <p14:tracePt t="226600" x="4497388" y="2041525"/>
          <p14:tracePt t="226613" x="4510088" y="2033588"/>
          <p14:tracePt t="226623" x="4538663" y="2020888"/>
          <p14:tracePt t="226635" x="4551363" y="2020888"/>
          <p14:tracePt t="226652" x="4557713" y="2020888"/>
          <p14:tracePt t="226658" x="4572000" y="2033588"/>
          <p14:tracePt t="226684" x="4586288" y="2041525"/>
          <p14:tracePt t="226691" x="4586288" y="2054225"/>
          <p14:tracePt t="226703" x="4598988" y="2068513"/>
          <p14:tracePt t="226718" x="4598988" y="2095500"/>
          <p14:tracePt t="226724" x="4598988" y="2116138"/>
          <p14:tracePt t="226735" x="4598988" y="2128838"/>
          <p14:tracePt t="226751" x="4598988" y="2143125"/>
          <p14:tracePt t="226758" x="4598988" y="2157413"/>
          <p14:tracePt t="226824" x="4613275" y="2157413"/>
          <p14:tracePt t="226836" x="4633913" y="2157413"/>
          <p14:tracePt t="226848" x="4673600" y="2157413"/>
          <p14:tracePt t="226861" x="4708525" y="2157413"/>
          <p14:tracePt t="226870" x="4762500" y="2157413"/>
          <p14:tracePt t="226884" x="4824413" y="2157413"/>
          <p14:tracePt t="226897" x="4872038" y="2143125"/>
          <p14:tracePt t="226915" x="4899025" y="2128838"/>
          <p14:tracePt t="226921" x="4938713" y="2116138"/>
          <p14:tracePt t="226931" x="4946650" y="2095500"/>
          <p14:tracePt t="226939" x="4946650" y="2081213"/>
          <p14:tracePt t="226952" x="4946650" y="2068513"/>
          <p14:tracePt t="226964" x="4938713" y="2041525"/>
          <p14:tracePt t="226972" x="4911725" y="2020888"/>
          <p14:tracePt t="226986" x="4872038" y="2006600"/>
          <p14:tracePt t="226996" x="4810125" y="1993900"/>
          <p14:tracePt t="227006" x="4721225" y="1993900"/>
          <p14:tracePt t="227019" x="4646613" y="1993900"/>
          <p14:tracePt t="227034" x="4557713" y="2020888"/>
          <p14:tracePt t="227040" x="4470400" y="2054225"/>
          <p14:tracePt t="227051" x="4422775" y="2095500"/>
          <p14:tracePt t="227069" x="4360863" y="2157413"/>
          <p14:tracePt t="227074" x="4333875" y="2217738"/>
          <p14:tracePt t="227087" x="4348163" y="2271713"/>
          <p14:tracePt t="227104" x="4360863" y="2306638"/>
          <p14:tracePt t="227113" x="4422775" y="2354263"/>
          <p14:tracePt t="227121" x="4483100" y="2381250"/>
          <p14:tracePt t="227133" x="4557713" y="2408238"/>
          <p14:tracePt t="227152" x="4748213" y="2408238"/>
          <p14:tracePt t="227165" x="4824413" y="2395538"/>
          <p14:tracePt t="227174" x="4884738" y="2366963"/>
          <p14:tracePt t="227187" x="4938713" y="2347913"/>
          <p14:tracePt t="227198" x="4959350" y="2306638"/>
          <p14:tracePt t="227208" x="4959350" y="2279650"/>
          <p14:tracePt t="227220" x="4959350" y="2259013"/>
          <p14:tracePt t="227231" x="4946650" y="2232025"/>
          <p14:tracePt t="227242" x="4938713" y="2205038"/>
          <p14:tracePt t="227253" x="4899025" y="2190750"/>
          <p14:tracePt t="227268" x="4837113" y="2190750"/>
          <p14:tracePt t="227275" x="4776788" y="2190750"/>
          <p14:tracePt t="227287" x="4721225" y="2205038"/>
          <p14:tracePt t="227303" x="4673600" y="2232025"/>
          <p14:tracePt t="227312" x="4646613" y="2259013"/>
          <p14:tracePt t="227320" x="4646613" y="2279650"/>
          <p14:tracePt t="227333" x="4646613" y="2306638"/>
          <p14:tracePt t="227350" x="4673600" y="2347913"/>
          <p14:tracePt t="227357" x="4708525" y="2354263"/>
          <p14:tracePt t="227365" x="4762500" y="2381250"/>
          <p14:tracePt t="227385" x="4824413" y="2395538"/>
          <p14:tracePt t="227392" x="4911725" y="2422525"/>
          <p14:tracePt t="227400" x="4959350" y="2428875"/>
          <p14:tracePt t="227418" x="5027613" y="2455863"/>
          <p14:tracePt t="227425" x="5075238" y="2482850"/>
          <p14:tracePt t="227444" x="5102225" y="2497138"/>
          <p14:tracePt t="227448" x="5110163" y="2509838"/>
          <p14:tracePt t="227468" x="5122863" y="2571750"/>
          <p14:tracePt t="227482" x="5110163" y="2605088"/>
          <p14:tracePt t="227489" x="5089525" y="2693988"/>
          <p14:tracePt t="227503" x="5033963" y="2809875"/>
          <p14:tracePt t="227514" x="5000625" y="2911475"/>
          <p14:tracePt t="227525" x="4946650" y="3068638"/>
          <p14:tracePt t="227534" x="4884738" y="3244850"/>
          <p14:tracePt t="227551" x="4837113" y="3360738"/>
          <p14:tracePt t="227557" x="4762500" y="3497263"/>
          <p14:tracePt t="227569" x="4708525" y="3586163"/>
          <p14:tracePt t="227585" x="4660900" y="3660775"/>
          <p14:tracePt t="227592" x="4633913" y="3687763"/>
          <p14:tracePt t="227601" x="4598988" y="3708400"/>
          <p14:tracePt t="227618" x="4586288" y="3735388"/>
          <p14:tracePt t="227625" x="4572000" y="3748088"/>
          <p14:tracePt t="227642" x="4557713" y="3748088"/>
          <p14:tracePt t="227649" x="4557713" y="3762375"/>
          <p14:tracePt t="227682" x="4557713" y="3776663"/>
          <p14:tracePt t="227703" x="4551363" y="3776663"/>
          <p14:tracePt t="227748" x="4538663" y="3762375"/>
          <p14:tracePt t="227759" x="4524375" y="3748088"/>
          <p14:tracePt t="227915" x="4551363" y="3735388"/>
          <p14:tracePt t="227927" x="4557713" y="3721100"/>
          <p14:tracePt t="227938" x="4572000" y="3708400"/>
          <p14:tracePt t="227962" x="4572000" y="3687763"/>
          <p14:tracePt t="227965" x="4572000" y="3673475"/>
          <p14:tracePt t="227973" x="4557713" y="3673475"/>
          <p14:tracePt t="227996" x="4551363" y="3673475"/>
          <p14:tracePt t="228007" x="4538663" y="3673475"/>
          <p14:tracePt t="228020" x="4524375" y="3673475"/>
          <p14:tracePt t="228030" x="4497388" y="3687763"/>
          <p14:tracePt t="228040" x="4470400" y="3700463"/>
          <p14:tracePt t="228056" x="4422775" y="3721100"/>
          <p14:tracePt t="228063" x="4348163" y="3776663"/>
          <p14:tracePt t="228074" x="4259263" y="3836988"/>
          <p14:tracePt t="228092" x="4224338" y="3871913"/>
          <p14:tracePt t="228096" x="4170363" y="3938588"/>
          <p14:tracePt t="228108" x="4149725" y="4014788"/>
          <p14:tracePt t="228123" x="4149725" y="4062413"/>
          <p14:tracePt t="228130" x="4157663" y="4110038"/>
          <p14:tracePt t="228143" x="4197350" y="4164013"/>
          <p14:tracePt t="228160" x="4238625" y="4197350"/>
          <p14:tracePt t="228169" x="4313238" y="4224338"/>
          <p14:tracePt t="228176" x="4387850" y="4238625"/>
          <p14:tracePt t="228192" x="4497388" y="4238625"/>
          <p14:tracePt t="228200" x="4598988" y="4238625"/>
          <p14:tracePt t="228209" x="4735513" y="4224338"/>
          <p14:tracePt t="228227" x="4851400" y="4211638"/>
          <p14:tracePt t="228236" x="4926013" y="4184650"/>
          <p14:tracePt t="228255" x="4986338" y="4164013"/>
          <p14:tracePt t="228255" x="5033963" y="4122738"/>
          <p14:tracePt t="228275" x="5075238" y="4089400"/>
          <p14:tracePt t="228280" x="5075238" y="4062413"/>
          <p14:tracePt t="228288" x="5089525" y="4027488"/>
          <p14:tracePt t="228308" x="5075238" y="3973513"/>
          <p14:tracePt t="228317" x="5062538" y="3938588"/>
          <p14:tracePt t="228323" x="5014913" y="3898900"/>
          <p14:tracePt t="228341" x="4946650" y="3863975"/>
          <p14:tracePt t="228347" x="4884738" y="3851275"/>
          <p14:tracePt t="228365" x="4789488" y="3824288"/>
          <p14:tracePt t="228379" x="4613275" y="3824288"/>
          <p14:tracePt t="228390" x="4551363" y="3836988"/>
          <p14:tracePt t="228400" x="4462463" y="3863975"/>
          <p14:tracePt t="228422" x="4387850" y="3911600"/>
          <p14:tracePt t="228422" x="4360863" y="3946525"/>
          <p14:tracePt t="228437" x="4348163" y="4000500"/>
          <p14:tracePt t="228446" x="4348163" y="4048125"/>
          <p14:tracePt t="228457" x="4360863" y="4089400"/>
          <p14:tracePt t="228468" x="4387850" y="4122738"/>
          <p14:tracePt t="228479" x="4449763" y="4164013"/>
          <p14:tracePt t="228493" x="4524375" y="4184650"/>
          <p14:tracePt t="228503" x="4598988" y="4197350"/>
          <p14:tracePt t="228513" x="4721225" y="4211638"/>
          <p14:tracePt t="228524" x="4872038" y="4211638"/>
          <p14:tracePt t="228539" x="4973638" y="4211638"/>
          <p14:tracePt t="228546" x="5102225" y="4184650"/>
          <p14:tracePt t="228559" x="5184775" y="4164013"/>
          <p14:tracePt t="228574" x="5238750" y="4137025"/>
          <p14:tracePt t="228581" x="5265738" y="4110038"/>
          <p14:tracePt t="228592" x="5272088" y="4089400"/>
          <p14:tracePt t="228609" x="5265738" y="4048125"/>
          <p14:tracePt t="228614" x="5238750" y="4027488"/>
          <p14:tracePt t="228631" x="5184775" y="3986213"/>
          <p14:tracePt t="228637" x="5110163" y="3938588"/>
          <p14:tracePt t="228656" x="5000625" y="3898900"/>
          <p14:tracePt t="228661" x="4911725" y="3884613"/>
          <p14:tracePt t="228674" x="4789488" y="3871913"/>
          <p14:tracePt t="228692" x="4646613" y="3871913"/>
          <p14:tracePt t="228693" x="4557713" y="3884613"/>
          <p14:tracePt t="228703" x="4449763" y="3925888"/>
          <p14:tracePt t="228715" x="4360863" y="3973513"/>
          <p14:tracePt t="228727" x="4313238" y="4014788"/>
          <p14:tracePt t="228740" x="4271963" y="4048125"/>
          <p14:tracePt t="228753" x="4259263" y="4102100"/>
          <p14:tracePt t="228760" x="4259263" y="4122738"/>
          <p14:tracePt t="228774" x="4259263" y="4149725"/>
          <p14:tracePt t="228784" x="4271963" y="4184650"/>
          <p14:tracePt t="228795" x="4313238" y="4211638"/>
          <p14:tracePt t="228805" x="4333875" y="4224338"/>
          <p14:tracePt t="228821" x="4375150" y="4238625"/>
          <p14:tracePt t="228828" x="4435475" y="4252913"/>
          <p14:tracePt t="228840" x="4510088" y="4252913"/>
          <p14:tracePt t="228858" x="4586288" y="4252913"/>
          <p14:tracePt t="228864" x="4687888" y="4252913"/>
          <p14:tracePt t="228874" x="4776788" y="4238625"/>
          <p14:tracePt t="228892" x="4837113" y="4224338"/>
          <p14:tracePt t="228901" x="4899025" y="4211638"/>
          <p14:tracePt t="228907" x="4946650" y="4184650"/>
          <p14:tracePt t="228918" x="4959350" y="4164013"/>
          <p14:tracePt t="228939" x="4973638" y="4149725"/>
          <p14:tracePt t="228945" x="4973638" y="4122738"/>
          <p14:tracePt t="228956" x="4973638" y="4102100"/>
          <p14:tracePt t="228964" x="4946650" y="4075113"/>
          <p14:tracePt t="228976" x="4911725" y="4033838"/>
          <p14:tracePt t="228985" x="4837113" y="4000500"/>
          <p14:tracePt t="229019" x="4776788" y="3973513"/>
          <p14:tracePt t="229023" x="4660900" y="3946525"/>
          <p14:tracePt t="229034" x="4538663" y="3925888"/>
          <p14:tracePt t="229035" x="4449763" y="3925888"/>
          <p14:tracePt t="229043" x="4348163" y="3911600"/>
          <p14:tracePt t="229058" x="4259263" y="3925888"/>
          <p14:tracePt t="229067" x="4197350" y="3946525"/>
          <p14:tracePt t="229076" x="4149725" y="3973513"/>
          <p14:tracePt t="229092" x="4081463" y="4027488"/>
          <p14:tracePt t="229101" x="4062413" y="4089400"/>
          <p14:tracePt t="229109" x="4048125" y="4122738"/>
          <p14:tracePt t="229121" x="4033838" y="4164013"/>
          <p14:tracePt t="229139" x="4033838" y="4197350"/>
          <p14:tracePt t="229144" x="4062413" y="4224338"/>
          <p14:tracePt t="229154" x="4075113" y="4238625"/>
          <p14:tracePt t="229173" x="4110038" y="4265613"/>
          <p14:tracePt t="229181" x="4149725" y="4265613"/>
          <p14:tracePt t="229189" x="4197350" y="4271963"/>
          <p14:tracePt t="229212" x="4387850" y="4265613"/>
          <p14:tracePt t="229223" x="4510088" y="4265613"/>
          <p14:tracePt t="229242" x="4598988" y="4252913"/>
          <p14:tracePt t="229250" x="4721225" y="4224338"/>
          <p14:tracePt t="229256" x="4851400" y="4184650"/>
          <p14:tracePt t="229273" x="4911725" y="4164013"/>
          <p14:tracePt t="229280" x="4973638" y="4122738"/>
          <p14:tracePt t="229299" x="5000625" y="4089400"/>
          <p14:tracePt t="229305" x="5014913" y="4062413"/>
          <p14:tracePt t="229323" x="5014913" y="4027488"/>
          <p14:tracePt t="229324" x="4986338" y="3973513"/>
          <p14:tracePt t="229336" x="4946650" y="3938588"/>
          <p14:tracePt t="229346" x="4884738" y="3911600"/>
          <p14:tracePt t="229358" x="4795838" y="3884613"/>
          <p14:tracePt t="229369" x="4687888" y="3871913"/>
          <p14:tracePt t="229380" x="4613275" y="3871913"/>
          <p14:tracePt t="229390" x="4510088" y="3884613"/>
          <p14:tracePt t="229405" x="4435475" y="3925888"/>
          <p14:tracePt t="229413" x="4360863" y="3973513"/>
          <p14:tracePt t="229425" x="4333875" y="4027488"/>
          <p14:tracePt t="229440" x="4313238" y="4089400"/>
          <p14:tracePt t="229450" x="4313238" y="4149725"/>
          <p14:tracePt t="229458" x="4319588" y="4176713"/>
          <p14:tracePt t="229474" x="4333875" y="4211638"/>
          <p14:tracePt t="229485" x="4375150" y="4224338"/>
          <p14:tracePt t="229492" x="4422775" y="4238625"/>
          <p14:tracePt t="229505" x="4497388" y="4238625"/>
          <p14:tracePt t="229523" x="4572000" y="4238625"/>
          <p14:tracePt t="229527" x="4646613" y="4224338"/>
          <p14:tracePt t="229537" x="4708525" y="4211638"/>
          <p14:tracePt t="229557" x="4789488" y="4184650"/>
          <p14:tracePt t="229564" x="4837113" y="4164013"/>
          <p14:tracePt t="229572" x="4864100" y="4137025"/>
          <p14:tracePt t="229590" x="4872038" y="4122738"/>
          <p14:tracePt t="229597" x="4872038" y="4102100"/>
          <p14:tracePt t="229612" x="4872038" y="4075113"/>
          <p14:tracePt t="229629" x="4851400" y="4048125"/>
          <p14:tracePt t="229639" x="4824413" y="4033838"/>
          <p14:tracePt t="229656" x="4810125" y="4033838"/>
          <p14:tracePt t="230067" x="4810125" y="4027488"/>
          <p14:tracePt t="230076" x="4810125" y="4014788"/>
          <p14:tracePt t="230079" x="4810125" y="4000500"/>
          <p14:tracePt t="230092" x="4810125" y="3973513"/>
          <p14:tracePt t="230100" x="4810125" y="3946525"/>
          <p14:tracePt t="230110" x="4810125" y="3911600"/>
          <p14:tracePt t="230122" x="4810125" y="3863975"/>
          <p14:tracePt t="230134" x="4810125" y="3795713"/>
          <p14:tracePt t="230150" x="4810125" y="3735388"/>
          <p14:tracePt t="230156" x="4810125" y="3598863"/>
          <p14:tracePt t="230167" x="4810125" y="3435350"/>
          <p14:tracePt t="230184" x="4810125" y="3271838"/>
          <p14:tracePt t="230188" x="4810125" y="3149600"/>
          <p14:tracePt t="230200" x="4810125" y="2994025"/>
          <p14:tracePt t="230218" x="4810125" y="2871788"/>
          <p14:tracePt t="230223" x="4810125" y="2782888"/>
          <p14:tracePt t="230235" x="4810125" y="2708275"/>
          <p14:tracePt t="230254" x="4810125" y="2646363"/>
          <p14:tracePt t="230261" x="4810125" y="2592388"/>
          <p14:tracePt t="230268" x="4810125" y="2571750"/>
          <p14:tracePt t="230280" x="4795838" y="2544763"/>
          <p14:tracePt t="230299" x="4795838" y="2530475"/>
          <p14:tracePt t="230304" x="4795838" y="2517775"/>
          <p14:tracePt t="230324" x="4795838" y="2509838"/>
          <p14:tracePt t="230402" x="4789488" y="2509838"/>
          <p14:tracePt t="230425" x="4789488" y="2497138"/>
          <p14:tracePt t="230436" x="4776788" y="2482850"/>
          <p14:tracePt t="230450" x="4762500" y="2470150"/>
          <p14:tracePt t="230470" x="4748213" y="2455863"/>
          <p14:tracePt t="230485" x="4735513" y="2455863"/>
          <p14:tracePt t="230493" x="4735513" y="2443163"/>
          <p14:tracePt t="230505" x="4721225" y="2443163"/>
          <p14:tracePt t="230523" x="4721225" y="2428875"/>
          <p14:tracePt t="230528" x="4708525" y="2428875"/>
          <p14:tracePt t="230538" x="4700588" y="2428875"/>
          <p14:tracePt t="230559" x="4673600" y="2428875"/>
          <p14:tracePt t="230562" x="4646613" y="2428875"/>
          <p14:tracePt t="230573" x="4625975" y="2428875"/>
          <p14:tracePt t="230591" x="4598988" y="2443163"/>
          <p14:tracePt t="230599" x="4572000" y="2443163"/>
          <p14:tracePt t="230606" x="4551363" y="2455863"/>
          <p14:tracePt t="230623" x="4538663" y="2455863"/>
          <p14:tracePt t="230629" x="4524375" y="2470150"/>
          <p14:tracePt t="230646" x="4510088" y="2482850"/>
          <p14:tracePt t="230653" x="4510088" y="2497138"/>
          <p14:tracePt t="230671" x="4497388" y="2497138"/>
          <p14:tracePt t="230673" x="4497388" y="2509838"/>
          <p14:tracePt t="230762" x="4510088" y="2509838"/>
          <p14:tracePt t="230773" x="4524375" y="2509838"/>
          <p14:tracePt t="230785" x="4538663" y="2497138"/>
          <p14:tracePt t="230821" x="4538663" y="2509838"/>
          <p14:tracePt t="230987" x="4557713" y="2517775"/>
          <p14:tracePt t="230998" x="4572000" y="2517775"/>
          <p14:tracePt t="231022" x="4557713" y="2509838"/>
          <p14:tracePt t="231034" x="4551363" y="2509838"/>
          <p14:tracePt t="231045" x="4538663" y="2497138"/>
          <p14:tracePt t="231061" x="4524375" y="2497138"/>
          <p14:tracePt t="231067" x="4510088" y="2482850"/>
          <p14:tracePt t="231078" x="4497388" y="2482850"/>
          <p14:tracePt t="231111" x="4483100" y="2470150"/>
          <p14:tracePt t="231115" x="4449763" y="2455863"/>
          <p14:tracePt t="231127" x="4408488" y="2443163"/>
          <p14:tracePt t="231135" x="4395788" y="2428875"/>
          <p14:tracePt t="231159" x="4387850" y="2428875"/>
          <p14:tracePt t="231167" x="4375150" y="2428875"/>
          <p14:tracePt t="231179" x="4360863" y="2428875"/>
          <p14:tracePt t="231192" x="4348163" y="2428875"/>
          <p14:tracePt t="231202" x="4348163" y="2422525"/>
          <p14:tracePt t="231212" x="4333875" y="2422525"/>
          <p14:tracePt t="231231" x="4319588" y="2422525"/>
          <p14:tracePt t="231237" x="4319588" y="2408238"/>
          <p14:tracePt t="231247" x="4313238" y="2408238"/>
          <p14:tracePt t="231448" x="4300538" y="2408238"/>
          <p14:tracePt t="231471" x="4271963" y="2395538"/>
          <p14:tracePt t="231482" x="4244975" y="2395538"/>
          <p14:tracePt t="231497" x="4224338" y="2395538"/>
          <p14:tracePt t="231505" x="4211638" y="2395538"/>
          <p14:tracePt t="231518" x="4184650" y="2395538"/>
          <p14:tracePt t="231529" x="4170363" y="2395538"/>
          <p14:tracePt t="233214" x="4184650" y="2395538"/>
          <p14:tracePt t="233226" x="4197350" y="2395538"/>
          <p14:tracePt t="233240" x="4211638" y="2395538"/>
          <p14:tracePt t="233249" x="4224338" y="2395538"/>
          <p14:tracePt t="233272" x="4238625" y="2395538"/>
          <p14:tracePt t="233294" x="4244975" y="2395538"/>
          <p14:tracePt t="233328" x="4259263" y="2395538"/>
          <p14:tracePt t="233330" x="4286250" y="2395538"/>
          <p14:tracePt t="233349" x="4313238" y="2395538"/>
          <p14:tracePt t="233362" x="4348163" y="2395538"/>
          <p14:tracePt t="233372" x="4375150" y="2395538"/>
          <p14:tracePt t="233385" x="4395788" y="2395538"/>
          <p14:tracePt t="233399" x="4435475" y="2395538"/>
          <p14:tracePt t="233406" x="4470400" y="2395538"/>
          <p14:tracePt t="233418" x="4510088" y="2395538"/>
          <p14:tracePt t="233431" x="4538663" y="2395538"/>
          <p14:tracePt t="233443" x="4557713" y="2395538"/>
          <p14:tracePt t="233452" x="4586288" y="2395538"/>
          <p14:tracePt t="233463" x="4613275" y="2395538"/>
          <p14:tracePt t="233482" x="4625975" y="2395538"/>
          <p14:tracePt t="233485" x="4646613" y="2395538"/>
          <p14:tracePt t="233515" x="4660900" y="2395538"/>
          <p14:tracePt t="233777" x="4673600" y="2395538"/>
          <p14:tracePt t="233788" x="4687888" y="2395538"/>
          <p14:tracePt t="233812" x="4700588" y="2395538"/>
          <p14:tracePt t="233822" x="4708525" y="2395538"/>
          <p14:tracePt t="233856" x="4721225" y="2395538"/>
          <p14:tracePt t="234002" x="4721225" y="2408238"/>
          <p14:tracePt t="234024" x="4735513" y="2408238"/>
          <p14:tracePt t="234048" x="4748213" y="2408238"/>
          <p14:tracePt t="234059" x="4748213" y="2395538"/>
          <p14:tracePt t="234081" x="4762500" y="2395538"/>
          <p14:tracePt t="234093" x="4776788" y="2395538"/>
          <p14:tracePt t="234107" x="4789488" y="2408238"/>
          <p14:tracePt t="234115" x="4810125" y="2408238"/>
          <p14:tracePt t="234127" x="4864100" y="2408238"/>
          <p14:tracePt t="234143" x="4911725" y="2408238"/>
          <p14:tracePt t="234148" x="4938713" y="2408238"/>
          <p14:tracePt t="234598" x="4938713" y="2395538"/>
          <p14:tracePt t="234654" x="4946650" y="2395538"/>
          <p14:tracePt t="234666" x="4938713" y="2395538"/>
          <p14:tracePt t="234688" x="4946650" y="2395538"/>
          <p14:tracePt t="234755" x="4959350" y="2395538"/>
          <p14:tracePt t="234915" x="4973638" y="2395538"/>
          <p14:tracePt t="235206" x="4973638" y="2381250"/>
          <p14:tracePt t="235262" x="4986338" y="2381250"/>
          <p14:tracePt t="235309" x="5000625" y="2381250"/>
          <p14:tracePt t="235319" x="5000625" y="2366963"/>
          <p14:tracePt t="235330" x="5014913" y="2354263"/>
          <p14:tracePt t="235342" x="5014913" y="2347913"/>
          <p14:tracePt t="235363" x="5014913" y="2319338"/>
          <p14:tracePt t="235375" x="5014913" y="2306638"/>
          <p14:tracePt t="235391" x="5014913" y="2292350"/>
          <p14:tracePt t="235398" x="5000625" y="2271713"/>
          <p14:tracePt t="235408" x="4986338" y="2259013"/>
          <p14:tracePt t="235433" x="4973638" y="2232025"/>
          <p14:tracePt t="235443" x="4959350" y="2232025"/>
          <p14:tracePt t="235456" x="4946650" y="2217738"/>
          <p14:tracePt t="235482" x="4938713" y="2217738"/>
          <p14:tracePt t="235499" x="4926013" y="2217738"/>
          <p14:tracePt t="235522" x="4911725" y="2205038"/>
          <p14:tracePt t="235555" x="4899025" y="2205038"/>
          <p14:tracePt t="235577" x="4884738" y="2190750"/>
          <p14:tracePt t="235612" x="4872038" y="2190750"/>
          <p14:tracePt t="235622" x="4872038" y="2184400"/>
          <p14:tracePt t="235635" x="4864100" y="2184400"/>
          <p14:tracePt t="235657" x="4851400" y="2170113"/>
          <p14:tracePt t="235668" x="4837113" y="2170113"/>
          <p14:tracePt t="235679" x="4824413" y="2157413"/>
          <p14:tracePt t="235691" x="4810125" y="2157413"/>
          <p14:tracePt t="235701" x="4795838" y="2157413"/>
          <p14:tracePt t="235712" x="4789488" y="2143125"/>
          <p14:tracePt t="235725" x="4762500" y="2143125"/>
          <p14:tracePt t="235735" x="4735513" y="2143125"/>
          <p14:tracePt t="235747" x="4708525" y="2143125"/>
          <p14:tracePt t="235758" x="4687888" y="2157413"/>
          <p14:tracePt t="235770" x="4646613" y="2170113"/>
          <p14:tracePt t="235781" x="4598988" y="2184400"/>
          <p14:tracePt t="235794" x="4557713" y="2190750"/>
          <p14:tracePt t="235807" x="4524375" y="2232025"/>
          <p14:tracePt t="235816" x="4497388" y="2259013"/>
          <p14:tracePt t="235830" x="4483100" y="2279650"/>
          <p14:tracePt t="235839" x="4483100" y="2319338"/>
          <p14:tracePt t="235847" x="4510088" y="2347913"/>
          <p14:tracePt t="235861" x="4538663" y="2366963"/>
          <p14:tracePt t="235878" x="4586288" y="2395538"/>
          <p14:tracePt t="235884" x="4673600" y="2422525"/>
          <p14:tracePt t="235896" x="4776788" y="2443163"/>
          <p14:tracePt t="235912" x="4851400" y="2455863"/>
          <p14:tracePt t="235921" x="4926013" y="2470150"/>
          <p14:tracePt t="235928" x="4946650" y="2482850"/>
          <p14:tracePt t="235960" x="4938713" y="2470150"/>
          <p14:tracePt t="236094" x="4938713" y="2455863"/>
          <p14:tracePt t="236106" x="4946650" y="2455863"/>
          <p14:tracePt t="236117" x="4986338" y="2455863"/>
          <p14:tracePt t="236175" x="5000625" y="2455863"/>
          <p14:tracePt t="236209" x="5014913" y="2455863"/>
          <p14:tracePt t="236220" x="5027613" y="2455863"/>
          <p14:tracePt t="236231" x="5048250" y="2455863"/>
          <p14:tracePt t="236246" x="5102225" y="2455863"/>
          <p14:tracePt t="236252" x="5164138" y="2470150"/>
          <p14:tracePt t="236265" x="5211763" y="2470150"/>
          <p14:tracePt t="236281" x="5286375" y="2470150"/>
          <p14:tracePt t="236287" x="5360988" y="2470150"/>
          <p14:tracePt t="236297" x="5449888" y="2470150"/>
          <p14:tracePt t="236317" x="5524500" y="2470150"/>
          <p14:tracePt t="236320" x="5599113" y="2470150"/>
          <p14:tracePt t="236356" x="5673725" y="2470150"/>
          <p14:tracePt t="236360" x="5741988" y="2470150"/>
          <p14:tracePt t="236366" x="5816600" y="2443163"/>
          <p14:tracePt t="236380" x="5891213" y="2422525"/>
          <p14:tracePt t="236385" x="5938838" y="2395538"/>
          <p14:tracePt t="236396" x="5986463" y="2354263"/>
          <p14:tracePt t="236403" x="6027738" y="2306638"/>
          <p14:tracePt t="236413" x="6062663" y="2271713"/>
          <p14:tracePt t="236432" x="6089650" y="2232025"/>
          <p14:tracePt t="236437" x="6116638" y="2170113"/>
          <p14:tracePt t="236463" x="6129338" y="2081213"/>
          <p14:tracePt t="236470" x="6129338" y="2041525"/>
          <p14:tracePt t="236478" x="6129338" y="2006600"/>
          <p14:tracePt t="236489" x="6102350" y="1979613"/>
          <p14:tracePt t="236502" x="6089650" y="1952625"/>
          <p14:tracePt t="236511" x="6062663" y="1946275"/>
          <p14:tracePt t="236532" x="6027738" y="1931988"/>
          <p14:tracePt t="236539" x="5986463" y="1919288"/>
          <p14:tracePt t="236547" x="5953125" y="1919288"/>
          <p14:tracePt t="236564" x="5899150" y="1919288"/>
          <p14:tracePt t="236571" x="5878513" y="1919288"/>
          <p14:tracePt t="236579" x="5837238" y="1931988"/>
          <p14:tracePt t="236591" x="5803900" y="1952625"/>
          <p14:tracePt t="236614" x="5762625" y="1979613"/>
          <p14:tracePt t="236615" x="5741988" y="2020888"/>
          <p14:tracePt t="236630" x="5715000" y="2054225"/>
          <p14:tracePt t="236638" x="5700713" y="2109788"/>
          <p14:tracePt t="236651" x="5700713" y="2143125"/>
          <p14:tracePt t="236661" x="5715000" y="2190750"/>
          <p14:tracePt t="236669" x="5741988" y="2259013"/>
          <p14:tracePt t="236683" x="5776913" y="2292350"/>
          <p14:tracePt t="236692" x="5803900" y="2333625"/>
          <p14:tracePt t="236708" x="5851525" y="2354263"/>
          <p14:tracePt t="236715" x="5911850" y="2381250"/>
          <p14:tracePt t="236731" x="5967413" y="2395538"/>
          <p14:tracePt t="236737" x="6054725" y="2408238"/>
          <p14:tracePt t="236750" x="6137275" y="2422525"/>
          <p14:tracePt t="236767" x="6205538" y="2422525"/>
          <p14:tracePt t="236772" x="6280150" y="2408238"/>
          <p14:tracePt t="236783" x="6354763" y="2381250"/>
          <p14:tracePt t="236794" x="6415088" y="2354263"/>
          <p14:tracePt t="236815" x="6450013" y="2319338"/>
          <p14:tracePt t="236815" x="6491288" y="2279650"/>
          <p14:tracePt t="236831" x="6530975" y="2232025"/>
          <p14:tracePt t="236840" x="6538913" y="2190750"/>
          <p14:tracePt t="236853" x="6538913" y="2143125"/>
          <p14:tracePt t="236862" x="6530975" y="2109788"/>
          <p14:tracePt t="236872" x="6518275" y="2068513"/>
          <p14:tracePt t="236886" x="6491288" y="2041525"/>
          <p14:tracePt t="236893" x="6429375" y="1993900"/>
          <p14:tracePt t="236915" x="6354763" y="1952625"/>
          <p14:tracePt t="236922" x="6292850" y="1931988"/>
          <p14:tracePt t="236929" x="6176963" y="1919288"/>
          <p14:tracePt t="236947" x="6054725" y="1905000"/>
          <p14:tracePt t="236965" x="5926138" y="1890713"/>
          <p14:tracePt t="236965" x="5837238" y="1890713"/>
          <p14:tracePt t="236977" x="5748338" y="1919288"/>
          <p14:tracePt t="236985" x="5700713" y="1946275"/>
          <p14:tracePt t="237000" x="5673725" y="1966913"/>
          <p14:tracePt t="237010" x="5640388" y="2006600"/>
          <p14:tracePt t="237018" x="5626100" y="2041525"/>
          <p14:tracePt t="237030" x="5613400" y="2081213"/>
          <p14:tracePt t="237048" x="5613400" y="2116138"/>
          <p14:tracePt t="237054" x="5613400" y="2157413"/>
          <p14:tracePt t="237062" x="5626100" y="2190750"/>
          <p14:tracePt t="237083" x="5653088" y="2232025"/>
          <p14:tracePt t="237092" x="5688013" y="2271713"/>
          <p14:tracePt t="237098" x="5762625" y="2319338"/>
          <p14:tracePt t="237115" x="5816600" y="2354263"/>
          <p14:tracePt t="237125" x="5899150" y="2381250"/>
          <p14:tracePt t="237140" x="6027738" y="2408238"/>
          <p14:tracePt t="237147" x="6137275" y="2422525"/>
          <p14:tracePt t="237165" x="6224588" y="2422525"/>
          <p14:tracePt t="237166" x="6327775" y="2408238"/>
          <p14:tracePt t="237178" x="6415088" y="2408238"/>
          <p14:tracePt t="237188" x="6462713" y="2381250"/>
          <p14:tracePt t="237201" x="6530975" y="2354263"/>
          <p14:tracePt t="237211" x="6565900" y="2333625"/>
          <p14:tracePt t="237223" x="6578600" y="2319338"/>
          <p14:tracePt t="237232" x="6592888" y="2292350"/>
          <p14:tracePt t="237248" x="6592888" y="2259013"/>
          <p14:tracePt t="237254" x="6592888" y="2232025"/>
          <p14:tracePt t="237266" x="6578600" y="2205038"/>
          <p14:tracePt t="237282" x="6565900" y="2184400"/>
          <p14:tracePt t="237289" x="6530975" y="2143125"/>
          <p14:tracePt t="237299" x="6491288" y="2128838"/>
          <p14:tracePt t="237317" x="6429375" y="2109788"/>
          <p14:tracePt t="237322" x="6354763" y="2095500"/>
          <p14:tracePt t="237340" x="6265863" y="2095500"/>
          <p14:tracePt t="237344" x="6205538" y="2095500"/>
          <p14:tracePt t="237365" x="6137275" y="2116138"/>
          <p14:tracePt t="237371" x="6062663" y="2157413"/>
          <p14:tracePt t="237383" x="6027738" y="2190750"/>
          <p14:tracePt t="237401" x="6000750" y="2259013"/>
          <p14:tracePt t="237402" x="5986463" y="2319338"/>
          <p14:tracePt t="237411" x="5986463" y="2366963"/>
          <p14:tracePt t="237423" x="6027738" y="2443163"/>
          <p14:tracePt t="237435" x="6062663" y="2497138"/>
          <p14:tracePt t="237446" x="6137275" y="2544763"/>
          <p14:tracePt t="237466" x="6191250" y="2586038"/>
          <p14:tracePt t="237473" x="6292850" y="2605088"/>
          <p14:tracePt t="237481" x="6388100" y="2619375"/>
          <p14:tracePt t="237493" x="6450013" y="2605088"/>
          <p14:tracePt t="237514" x="6538913" y="2592388"/>
          <p14:tracePt t="237514" x="6605588" y="2571750"/>
          <p14:tracePt t="237529" x="6640513" y="2530475"/>
          <p14:tracePt t="237537" x="6667500" y="2497138"/>
          <p14:tracePt t="237549" x="6681788" y="2455863"/>
          <p14:tracePt t="237561" x="6681788" y="2422525"/>
          <p14:tracePt t="237570" x="6667500" y="2381250"/>
          <p14:tracePt t="237585" x="6626225" y="2347913"/>
          <p14:tracePt t="237595" x="6592888" y="2319338"/>
          <p14:tracePt t="237606" x="6538913" y="2306638"/>
          <p14:tracePt t="237615" x="6462713" y="2319338"/>
          <p14:tracePt t="237632" x="6375400" y="2354263"/>
          <p14:tracePt t="237638" x="6280150" y="2428875"/>
          <p14:tracePt t="237650" x="6191250" y="2544763"/>
          <p14:tracePt t="237666" x="6062663" y="2755900"/>
          <p14:tracePt t="237673" x="5938838" y="3021013"/>
          <p14:tracePt t="237682" x="5891213" y="3224213"/>
          <p14:tracePt t="237693" x="5851525" y="3482975"/>
          <p14:tracePt t="237714" x="5878513" y="3762375"/>
          <p14:tracePt t="237718" x="5967413" y="4014788"/>
          <p14:tracePt t="237728" x="6042025" y="4164013"/>
          <p14:tracePt t="237738" x="6164263" y="4300538"/>
          <p14:tracePt t="237751" x="6313488" y="4387850"/>
          <p14:tracePt t="237761" x="6429375" y="4429125"/>
          <p14:tracePt t="237772" x="6578600" y="4429125"/>
          <p14:tracePt t="237783" x="6700838" y="4414838"/>
          <p14:tracePt t="237795" x="6789738" y="4387850"/>
          <p14:tracePt t="237806" x="6851650" y="4348163"/>
          <p14:tracePt t="237818" x="6905625" y="4286250"/>
          <p14:tracePt t="237831" x="6919913" y="4224338"/>
          <p14:tracePt t="237847" x="6919913" y="4164013"/>
          <p14:tracePt t="237852" x="6891338" y="4075113"/>
          <p14:tracePt t="237865" x="6816725" y="3986213"/>
          <p14:tracePt t="237882" x="6742113" y="3925888"/>
          <p14:tracePt t="237890" x="6626225" y="3863975"/>
          <p14:tracePt t="237917" x="6388100" y="3851275"/>
          <p14:tracePt t="237922" x="6313488" y="3863975"/>
          <p14:tracePt t="237946" x="6224588" y="3925888"/>
          <p14:tracePt t="237948" x="6149975" y="3986213"/>
          <p14:tracePt t="237960" x="6116638" y="4048125"/>
          <p14:tracePt t="237967" x="6089650" y="4110038"/>
          <p14:tracePt t="237982" x="6089650" y="4176713"/>
          <p14:tracePt t="237987" x="6102350" y="4224338"/>
          <p14:tracePt t="237997" x="6116638" y="4265613"/>
          <p14:tracePt t="238016" x="6149975" y="4286250"/>
          <p14:tracePt t="238025" x="6191250" y="4300538"/>
          <p14:tracePt t="238032" x="6224588" y="4300538"/>
          <p14:tracePt t="238049" x="6292850" y="4300538"/>
          <p14:tracePt t="238055" x="6354763" y="4271963"/>
          <p14:tracePt t="238064" x="6415088" y="4238625"/>
          <p14:tracePt t="238079" x="6477000" y="4176713"/>
          <p14:tracePt t="238098" x="6518275" y="4122738"/>
          <p14:tracePt t="238099" x="6530975" y="4048125"/>
          <p14:tracePt t="238115" x="6530975" y="4000500"/>
          <p14:tracePt t="238120" x="6503988" y="3925888"/>
          <p14:tracePt t="238134" x="6450013" y="3863975"/>
          <p14:tracePt t="238144" x="6388100" y="3836988"/>
          <p14:tracePt t="238155" x="6300788" y="3795713"/>
          <p14:tracePt t="238168" x="6211888" y="3795713"/>
          <p14:tracePt t="238176" x="6116638" y="3810000"/>
          <p14:tracePt t="238192" x="6042025" y="3851275"/>
          <p14:tracePt t="238201" x="5967413" y="3898900"/>
          <p14:tracePt t="238216" x="5911850" y="3973513"/>
          <p14:tracePt t="238222" x="5899150" y="4033838"/>
          <p14:tracePt t="238235" x="5899150" y="4102100"/>
          <p14:tracePt t="238250" x="5911850" y="4164013"/>
          <p14:tracePt t="238261" x="5926138" y="4184650"/>
          <p14:tracePt t="238268" x="5980113" y="4224338"/>
          <p14:tracePt t="238280" x="6042025" y="4252913"/>
          <p14:tracePt t="238298" x="6116638" y="4252913"/>
          <p14:tracePt t="238302" x="6191250" y="4252913"/>
          <p14:tracePt t="238312" x="6300788" y="4238625"/>
          <p14:tracePt t="238323" x="6402388" y="4211638"/>
          <p14:tracePt t="238335" x="6462713" y="4184650"/>
          <p14:tracePt t="238345" x="6518275" y="4137025"/>
          <p14:tracePt t="238360" x="6551613" y="4102100"/>
          <p14:tracePt t="238381" x="6551613" y="4062413"/>
          <p14:tracePt t="238381" x="6551613" y="4033838"/>
          <p14:tracePt t="238394" x="6530975" y="4000500"/>
          <p14:tracePt t="238402" x="6491288" y="3959225"/>
          <p14:tracePt t="238416" x="6443663" y="3938588"/>
          <p14:tracePt t="238428" x="6375400" y="3911600"/>
          <p14:tracePt t="238450" x="6253163" y="3898900"/>
          <p14:tracePt t="238461" x="6176963" y="3911600"/>
          <p14:tracePt t="238469" x="6129338" y="3938588"/>
          <p14:tracePt t="238483" x="6102350" y="3959225"/>
          <p14:tracePt t="238492" x="6089650" y="3973513"/>
          <p14:tracePt t="238503" x="6089650" y="4000500"/>
          <p14:tracePt t="238516" x="6089650" y="4027488"/>
          <p14:tracePt t="238528" x="6089650" y="4033838"/>
          <p14:tracePt t="238536" x="6102350" y="4048125"/>
          <p14:tracePt t="238549" x="6137275" y="4062413"/>
          <p14:tracePt t="238565" x="6164263" y="4062413"/>
          <p14:tracePt t="238571" x="6205538" y="4075113"/>
          <p14:tracePt t="238581" x="6265863" y="4075113"/>
          <p14:tracePt t="238600" x="6327775" y="4075113"/>
          <p14:tracePt t="238606" x="6375400" y="4075113"/>
          <p14:tracePt t="238616" x="6443663" y="4062413"/>
          <p14:tracePt t="238627" x="6503988" y="4048125"/>
          <p14:tracePt t="238647" x="6530975" y="4033838"/>
          <p14:tracePt t="238653" x="6551613" y="4027488"/>
          <p14:tracePt t="238663" x="6565900" y="4014788"/>
          <p14:tracePt t="238673" x="6565900" y="4000500"/>
          <p14:tracePt t="238683" x="6551613" y="3986213"/>
          <p14:tracePt t="238694" x="6538913" y="3973513"/>
          <p14:tracePt t="238717" x="6518275" y="3946525"/>
          <p14:tracePt t="238718" x="6477000" y="3938588"/>
          <p14:tracePt t="238727" x="6429375" y="3925888"/>
          <p14:tracePt t="238742" x="6375400" y="3911600"/>
          <p14:tracePt t="238769" x="6313488" y="3898900"/>
          <p14:tracePt t="238770" x="6280150" y="3898900"/>
          <p14:tracePt t="238782" x="6238875" y="3898900"/>
          <p14:tracePt t="238788" x="6211888" y="3898900"/>
          <p14:tracePt t="238799" x="6191250" y="3898900"/>
          <p14:tracePt t="238811" x="6176963" y="3911600"/>
          <p14:tracePt t="238819" x="6164263" y="3925888"/>
          <p14:tracePt t="238833" x="6149975" y="3938588"/>
          <p14:tracePt t="238852" x="6149975" y="3946525"/>
          <p14:tracePt t="238868" x="6149975" y="3959225"/>
          <p14:tracePt t="238878" x="6164263" y="3959225"/>
          <p14:tracePt t="238885" x="6164263" y="3973513"/>
          <p14:tracePt t="238900" x="6176963" y="3973513"/>
          <p14:tracePt t="238909" x="6191250" y="3986213"/>
          <p14:tracePt t="238920" x="6211888" y="3986213"/>
          <p14:tracePt t="238932" x="6238875" y="3986213"/>
          <p14:tracePt t="238944" x="6265863" y="3973513"/>
          <p14:tracePt t="238953" x="6280150" y="3973513"/>
          <p14:tracePt t="238966" x="6300788" y="3959225"/>
          <p14:tracePt t="238982" x="6313488" y="3946525"/>
          <p14:tracePt t="238988" x="6327775" y="3925888"/>
          <p14:tracePt t="239000" x="6327775" y="3911600"/>
          <p14:tracePt t="239017" x="6327775" y="3884613"/>
          <p14:tracePt t="239023" x="6313488" y="3871913"/>
          <p14:tracePt t="239033" x="6300788" y="3863975"/>
          <p14:tracePt t="239043" x="6280150" y="3851275"/>
          <p14:tracePt t="239064" x="6253163" y="3836988"/>
          <p14:tracePt t="239070" x="6211888" y="3824288"/>
          <p14:tracePt t="239083" x="6164263" y="3824288"/>
          <p14:tracePt t="239089" x="6102350" y="3836988"/>
          <p14:tracePt t="239100" x="6062663" y="3851275"/>
          <p14:tracePt t="239111" x="6027738" y="3871913"/>
          <p14:tracePt t="239123" x="5986463" y="3911600"/>
          <p14:tracePt t="239133" x="5980113" y="3938588"/>
          <p14:tracePt t="239146" x="5980113" y="3959225"/>
          <p14:tracePt t="239156" x="5980113" y="3986213"/>
          <p14:tracePt t="239167" x="5986463" y="4014788"/>
          <p14:tracePt t="239181" x="6000750" y="4027488"/>
          <p14:tracePt t="239189" x="6027738" y="4027488"/>
          <p14:tracePt t="239203" x="6054725" y="4027488"/>
          <p14:tracePt t="239212" x="6089650" y="4027488"/>
          <p14:tracePt t="239234" x="6102350" y="4027488"/>
          <p14:tracePt t="239239" x="6116638" y="4014788"/>
          <p14:tracePt t="239246" x="6129338" y="4014788"/>
          <p14:tracePt t="239263" x="6129338" y="3986213"/>
          <p14:tracePt t="239269" x="6129338" y="3973513"/>
          <p14:tracePt t="239279" x="6102350" y="3946525"/>
          <p14:tracePt t="239290" x="6089650" y="3925888"/>
          <p14:tracePt t="239302" x="6027738" y="3884613"/>
          <p14:tracePt t="239314" x="5953125" y="3851275"/>
          <p14:tracePt t="239330" x="5816600" y="3810000"/>
          <p14:tracePt t="239336" x="5715000" y="3795713"/>
          <p14:tracePt t="239361" x="5435600" y="3789363"/>
          <p14:tracePt t="239369" x="5360988" y="3795713"/>
          <p14:tracePt t="239381" x="5253038" y="3836988"/>
          <p14:tracePt t="239401" x="5184775" y="3871913"/>
          <p14:tracePt t="239406" x="5137150" y="3911600"/>
          <p14:tracePt t="239415" x="5110163" y="3925888"/>
          <p14:tracePt t="239435" x="5110163" y="3946525"/>
          <p14:tracePt t="239443" x="5102225" y="3973513"/>
          <p14:tracePt t="239448" x="5102225" y="3986213"/>
          <p14:tracePt t="239459" x="5110163" y="4000500"/>
          <p14:tracePt t="239481" x="5122863" y="4014788"/>
          <p14:tracePt t="239505" x="5137150" y="4027488"/>
          <p14:tracePt t="239513" x="5149850" y="4027488"/>
          <p14:tracePt t="239519" x="5211763" y="4033838"/>
          <p14:tracePt t="239528" x="5224463" y="4033838"/>
          <p14:tracePt t="239539" x="5265738" y="4027488"/>
          <p14:tracePt t="239553" x="5300663" y="4027488"/>
          <p14:tracePt t="239561" x="5327650" y="4014788"/>
          <p14:tracePt t="239572" x="5348288" y="4000500"/>
          <p14:tracePt t="239583" x="5375275" y="3986213"/>
          <p14:tracePt t="239598" x="5402263" y="3959225"/>
          <p14:tracePt t="239605" x="5414963" y="3938588"/>
          <p14:tracePt t="239618" x="5422900" y="3884613"/>
          <p14:tracePt t="239633" x="5422900" y="3810000"/>
          <p14:tracePt t="239642" x="5422900" y="3735388"/>
          <p14:tracePt t="239650" x="5414963" y="3598863"/>
          <p14:tracePt t="239662" x="5375275" y="3408363"/>
          <p14:tracePt t="239680" x="5348288" y="3244850"/>
          <p14:tracePt t="239688" x="5286375" y="2986088"/>
          <p14:tracePt t="239695" x="5211763" y="2708275"/>
          <p14:tracePt t="239716" x="5149850" y="2455863"/>
          <p14:tracePt t="239722" x="5089525" y="2319338"/>
          <p14:tracePt t="239730" x="5014913" y="2170113"/>
          <p14:tracePt t="239749" x="4946650" y="2081213"/>
          <p14:tracePt t="239760" x="4911725" y="2033588"/>
          <p14:tracePt t="239765" x="4864100" y="1993900"/>
          <p14:tracePt t="239779" x="4824413" y="1979613"/>
          <p14:tracePt t="239798" x="4789488" y="1966913"/>
          <p14:tracePt t="239799" x="4762500" y="1966913"/>
          <p14:tracePt t="239811" x="4735513" y="1979613"/>
          <p14:tracePt t="239819" x="4708525" y="1993900"/>
          <p14:tracePt t="239833" x="4687888" y="2006600"/>
          <p14:tracePt t="239845" x="4660900" y="2033588"/>
          <p14:tracePt t="239854" x="4633913" y="2068513"/>
          <p14:tracePt t="239864" x="4613275" y="2095500"/>
          <p14:tracePt t="239881" x="4586288" y="2128838"/>
          <p14:tracePt t="239890" x="4557713" y="2170113"/>
          <p14:tracePt t="239899" x="4551363" y="2205038"/>
          <p14:tracePt t="239916" x="4551363" y="2232025"/>
          <p14:tracePt t="239922" x="4551363" y="2271713"/>
          <p14:tracePt t="239931" x="4557713" y="2292350"/>
          <p14:tracePt t="239949" x="4572000" y="2319338"/>
          <p14:tracePt t="239957" x="4598988" y="2354263"/>
          <p14:tracePt t="239966" x="4633913" y="2381250"/>
          <p14:tracePt t="239980" x="4673600" y="2395538"/>
          <p14:tracePt t="239999" x="4748213" y="2408238"/>
          <p14:tracePt t="240012" x="4795838" y="2408238"/>
          <p14:tracePt t="240022" x="4824413" y="2395538"/>
          <p14:tracePt t="240034" x="4872038" y="2381250"/>
          <p14:tracePt t="240044" x="4899025" y="2354263"/>
          <p14:tracePt t="240056" x="4926013" y="2319338"/>
          <p14:tracePt t="240067" x="4946650" y="2259013"/>
          <p14:tracePt t="240081" x="4973638" y="2170113"/>
          <p14:tracePt t="240090" x="4986338" y="2081213"/>
          <p14:tracePt t="240101" x="5000625" y="2020888"/>
          <p14:tracePt t="240116" x="4986338" y="1979613"/>
          <p14:tracePt t="240126" x="4986338" y="1952625"/>
          <p14:tracePt t="240134" x="4973638" y="1946275"/>
          <p14:tracePt t="240151" x="4959350" y="1946275"/>
          <p14:tracePt t="240161" x="4946650" y="1931988"/>
          <p14:tracePt t="240168" x="4926013" y="1931988"/>
          <p14:tracePt t="240180" x="4899025" y="1931988"/>
          <p14:tracePt t="240198" x="4851400" y="1946275"/>
          <p14:tracePt t="240204" x="4776788" y="1952625"/>
          <p14:tracePt t="240215" x="4708525" y="1979613"/>
          <p14:tracePt t="240234" x="4613275" y="2033588"/>
          <p14:tracePt t="240243" x="4524375" y="2095500"/>
          <p14:tracePt t="240247" x="4462463" y="2143125"/>
          <p14:tracePt t="240262" x="4408488" y="2190750"/>
          <p14:tracePt t="240281" x="4387850" y="2259013"/>
          <p14:tracePt t="240282" x="4375150" y="2306638"/>
          <p14:tracePt t="240294" x="4375150" y="2347913"/>
          <p14:tracePt t="240303" x="4395788" y="2395538"/>
          <p14:tracePt t="240316" x="4435475" y="2443163"/>
          <p14:tracePt t="240328" x="4470400" y="2482850"/>
          <p14:tracePt t="240338" x="4557713" y="2530475"/>
          <p14:tracePt t="240360" x="4660900" y="2557463"/>
          <p14:tracePt t="240366" x="4776788" y="2586038"/>
          <p14:tracePt t="240373" x="4864100" y="2586038"/>
          <p14:tracePt t="240382" x="4973638" y="2586038"/>
          <p14:tracePt t="240395" x="5075238" y="2557463"/>
          <p14:tracePt t="240405" x="5122863" y="2557463"/>
          <p14:tracePt t="240416" x="5164138" y="2544763"/>
          <p14:tracePt t="240482" x="5149850" y="2557463"/>
          <p14:tracePt t="240495" x="5110163" y="2592388"/>
          <p14:tracePt t="240506" x="5062538" y="2673350"/>
          <p14:tracePt t="240517" x="5014913" y="2747963"/>
          <p14:tracePt t="240550" x="4959350" y="2871788"/>
          <p14:tracePt t="240553" x="4911725" y="2994025"/>
          <p14:tracePt t="240562" x="4884738" y="3095625"/>
          <p14:tracePt t="240568" x="4872038" y="3157538"/>
          <p14:tracePt t="240580" x="4872038" y="3232150"/>
          <p14:tracePt t="240585" x="4899025" y="3286125"/>
          <p14:tracePt t="240597" x="4911725" y="3319463"/>
          <p14:tracePt t="240607" x="4959350" y="3375025"/>
          <p14:tracePt t="240618" x="5027613" y="3408363"/>
          <p14:tracePt t="240630" x="5075238" y="3422650"/>
          <p14:tracePt t="240640" x="5164138" y="3449638"/>
          <p14:tracePt t="240653" x="5253038" y="3449638"/>
          <p14:tracePt t="240664" x="5348288" y="3449638"/>
          <p14:tracePt t="240680" x="5414963" y="3449638"/>
          <p14:tracePt t="240686" x="5491163" y="3449638"/>
          <p14:tracePt t="240696" x="5538788" y="3449638"/>
          <p14:tracePt t="240713" x="5565775" y="3449638"/>
          <p14:tracePt t="240720" x="5578475" y="3449638"/>
          <p14:tracePt t="240731" x="5578475" y="3462338"/>
          <p14:tracePt t="240754" x="5578475" y="3482975"/>
          <p14:tracePt t="240764" x="5578475" y="3509963"/>
          <p14:tracePt t="240776" x="5578475" y="3557588"/>
          <p14:tracePt t="240794" x="5578475" y="3598863"/>
          <p14:tracePt t="240800" x="5586413" y="3646488"/>
          <p14:tracePt t="240814" x="5613400" y="3700463"/>
          <p14:tracePt t="240820" x="5626100" y="3721100"/>
          <p14:tracePt t="240833" x="5653088" y="3762375"/>
          <p14:tracePt t="240847" x="5673725" y="3789363"/>
          <p14:tracePt t="240855" x="5700713" y="3810000"/>
          <p14:tracePt t="240867" x="5715000" y="3810000"/>
          <p14:tracePt t="240880" x="5729288" y="3824288"/>
          <p14:tracePt t="240888" x="5729288" y="3836988"/>
          <p14:tracePt t="240901" x="5741988" y="3836988"/>
          <p14:tracePt t="241315" x="5729288" y="3824288"/>
          <p14:tracePt t="241327" x="5729288" y="3810000"/>
          <p14:tracePt t="241337" x="5715000" y="3789363"/>
          <p14:tracePt t="241348" x="5700713" y="3762375"/>
          <p14:tracePt t="241360" x="5673725" y="3735388"/>
          <p14:tracePt t="241371" x="5626100" y="3687763"/>
          <p14:tracePt t="241386" x="5565775" y="3625850"/>
          <p14:tracePt t="241394" x="5503863" y="3586163"/>
          <p14:tracePt t="241406" x="5414963" y="3509963"/>
          <p14:tracePt t="241422" x="5327650" y="3462338"/>
          <p14:tracePt t="241427" x="5238750" y="3395663"/>
          <p14:tracePt t="241439" x="5184775" y="3348038"/>
          <p14:tracePt t="241453" x="5122863" y="3286125"/>
          <p14:tracePt t="241463" x="5089525" y="3244850"/>
          <p14:tracePt t="241474" x="5062538" y="3224213"/>
          <p14:tracePt t="241488" x="5014913" y="3184525"/>
          <p14:tracePt t="241498" x="4973638" y="3149600"/>
          <p14:tracePt t="241511" x="4938713" y="3122613"/>
          <p14:tracePt t="241519" x="4911725" y="3122613"/>
          <p14:tracePt t="241536" x="4884738" y="3122613"/>
          <p14:tracePt t="241542" x="4864100" y="3109913"/>
          <p14:tracePt t="241552" x="4851400" y="3109913"/>
          <p14:tracePt t="241572" x="4824413" y="3122613"/>
          <p14:tracePt t="241580" x="4795838" y="3122613"/>
          <p14:tracePt t="241604" x="4762500" y="3122613"/>
          <p14:tracePt t="241609" x="4748213" y="3122613"/>
          <p14:tracePt t="241620" x="4721225" y="3109913"/>
          <p14:tracePt t="241638" x="4708525" y="3109913"/>
          <p14:tracePt t="241644" x="4687888" y="3095625"/>
          <p14:tracePt t="241654" x="4633913" y="3081338"/>
          <p14:tracePt t="241665" x="4598988" y="3068638"/>
          <p14:tracePt t="241685" x="4572000" y="3068638"/>
          <p14:tracePt t="241933" x="4586288" y="3068638"/>
          <p14:tracePt t="241967" x="4598988" y="3068638"/>
          <p14:tracePt t="242045" x="4613275" y="3068638"/>
          <p14:tracePt t="242080" x="4625975" y="3068638"/>
          <p14:tracePt t="242115" x="4633913" y="3068638"/>
          <p14:tracePt t="242136" x="4646613" y="3068638"/>
          <p14:tracePt t="242147" x="4660900" y="3062288"/>
          <p14:tracePt t="242160" x="4660900" y="3048000"/>
          <p14:tracePt t="242170" x="4673600" y="3048000"/>
          <p14:tracePt t="242181" x="4687888" y="3021013"/>
          <p14:tracePt t="242193" x="4700588" y="3006725"/>
          <p14:tracePt t="242204" x="4708525" y="2986088"/>
          <p14:tracePt t="242216" x="4721225" y="2973388"/>
          <p14:tracePt t="242227" x="4735513" y="2932113"/>
          <p14:tracePt t="242239" x="4748213" y="2911475"/>
          <p14:tracePt t="242249" x="4748213" y="2884488"/>
          <p14:tracePt t="242264" x="4762500" y="2857500"/>
          <p14:tracePt t="242271" x="4762500" y="2830513"/>
          <p14:tracePt t="242284" x="4762500" y="2809875"/>
          <p14:tracePt t="242299" x="4762500" y="2795588"/>
          <p14:tracePt t="242308" x="4762500" y="2768600"/>
          <p14:tracePt t="242328" x="4762500" y="2755900"/>
          <p14:tracePt t="242345" x="4762500" y="2747963"/>
          <p14:tracePt t="242362" x="4762500" y="2735263"/>
          <p14:tracePt t="242395" x="4762500" y="2720975"/>
          <p14:tracePt t="242419" x="4762500" y="2708275"/>
          <p14:tracePt t="242442" x="4762500" y="2693988"/>
          <p14:tracePt t="242462" x="4748213" y="2681288"/>
          <p14:tracePt t="242487" x="4748213" y="2673350"/>
          <p14:tracePt t="242488" x="4748213" y="2646363"/>
          <p14:tracePt t="242496" x="4735513" y="2633663"/>
          <p14:tracePt t="242520" x="4721225" y="2619375"/>
          <p14:tracePt t="242530" x="4708525" y="2605088"/>
          <p14:tracePt t="242543" x="4708525" y="2592388"/>
          <p14:tracePt t="242554" x="4700588" y="2592388"/>
          <p14:tracePt t="242664" x="4700588" y="2586038"/>
          <p14:tracePt t="242721" x="4687888" y="2586038"/>
          <p14:tracePt t="242745" x="4673600" y="2586038"/>
          <p14:tracePt t="242766" x="4660900" y="2586038"/>
          <p14:tracePt t="242779" x="4646613" y="2586038"/>
          <p14:tracePt t="242790" x="4633913" y="2571750"/>
          <p14:tracePt t="242800" x="4625975" y="2571750"/>
          <p14:tracePt t="242816" x="4613275" y="2571750"/>
          <p14:tracePt t="242823" x="4598988" y="2571750"/>
          <p14:tracePt t="242848" x="4598988" y="2586038"/>
          <p14:tracePt t="242857" x="4586288" y="2586038"/>
          <p14:tracePt t="242902" x="4586288" y="2592388"/>
          <p14:tracePt t="242913" x="4572000" y="2592388"/>
          <p14:tracePt t="242946" x="4557713" y="2605088"/>
          <p14:tracePt t="242957" x="4551363" y="2605088"/>
          <p14:tracePt t="242970" x="4538663" y="2619375"/>
          <p14:tracePt t="242982" x="4510088" y="2633663"/>
          <p14:tracePt t="242995" x="4497388" y="2633663"/>
          <p14:tracePt t="243003" x="4470400" y="2646363"/>
          <p14:tracePt t="243017" x="4449763" y="2660650"/>
          <p14:tracePt t="243028" x="4435475" y="2673350"/>
          <p14:tracePt t="243037" x="4408488" y="2693988"/>
          <p14:tracePt t="243053" x="4395788" y="2708275"/>
          <p14:tracePt t="243063" x="4387850" y="2735263"/>
          <p14:tracePt t="243070" x="4387850" y="2755900"/>
          <p14:tracePt t="243085" x="4375150" y="2782888"/>
          <p14:tracePt t="243094" x="4375150" y="2824163"/>
          <p14:tracePt t="243105" x="4360863" y="2857500"/>
          <p14:tracePt t="243115" x="4360863" y="2898775"/>
          <p14:tracePt t="243132" x="4360863" y="2919413"/>
          <p14:tracePt t="243138" x="4360863" y="2946400"/>
          <p14:tracePt t="243150" x="4360863" y="2973388"/>
          <p14:tracePt t="243171" x="4360863" y="2994025"/>
          <p14:tracePt t="243172" x="4375150" y="3006725"/>
          <p14:tracePt t="243184" x="4375150" y="3033713"/>
          <p14:tracePt t="243202" x="4387850" y="3048000"/>
          <p14:tracePt t="243206" x="4395788" y="3062288"/>
          <p14:tracePt t="243217" x="4408488" y="3068638"/>
          <p14:tracePt t="243233" x="4435475" y="3095625"/>
          <p14:tracePt t="243240" x="4449763" y="3109913"/>
          <p14:tracePt t="243251" x="4470400" y="3109913"/>
          <p14:tracePt t="243267" x="4510088" y="3122613"/>
          <p14:tracePt t="243275" x="4538663" y="3136900"/>
          <p14:tracePt t="243285" x="4572000" y="3136900"/>
          <p14:tracePt t="243296" x="4625975" y="3149600"/>
          <p14:tracePt t="243316" x="4673600" y="3149600"/>
          <p14:tracePt t="243321" x="4721225" y="3149600"/>
          <p14:tracePt t="243329" x="4789488" y="3149600"/>
          <p14:tracePt t="243349" x="4851400" y="3149600"/>
          <p14:tracePt t="243356" x="4899025" y="3149600"/>
          <p14:tracePt t="243364" x="4946650" y="3149600"/>
          <p14:tracePt t="243375" x="5000625" y="3136900"/>
          <p14:tracePt t="243387" x="5027613" y="3122613"/>
          <p14:tracePt t="243396" x="5048250" y="3109913"/>
          <p14:tracePt t="243413" x="5075238" y="3095625"/>
          <p14:tracePt t="243435" x="5089525" y="3068638"/>
          <p14:tracePt t="243436" x="5102225" y="3062288"/>
          <p14:tracePt t="243446" x="5102225" y="3033713"/>
          <p14:tracePt t="243453" x="5110163" y="2994025"/>
          <p14:tracePt t="243468" x="5110163" y="2986088"/>
          <p14:tracePt t="243487" x="5110163" y="2946400"/>
          <p14:tracePt t="243492" x="5102225" y="2919413"/>
          <p14:tracePt t="243498" x="5089525" y="2898775"/>
          <p14:tracePt t="243515" x="5075238" y="2857500"/>
          <p14:tracePt t="243521" x="5062538" y="2830513"/>
          <p14:tracePt t="243532" x="5048250" y="2809875"/>
          <p14:tracePt t="243550" x="5033963" y="2795588"/>
          <p14:tracePt t="243557" x="5014913" y="2768600"/>
          <p14:tracePt t="243565" x="4986338" y="2755900"/>
          <p14:tracePt t="243584" x="4959350" y="2747963"/>
          <p14:tracePt t="243595" x="4938713" y="2735263"/>
          <p14:tracePt t="243600" x="4899025" y="2720975"/>
          <p14:tracePt t="243613" x="4872038" y="2720975"/>
          <p14:tracePt t="243633" x="4851400" y="2720975"/>
          <p14:tracePt t="243634" x="4810125" y="2708275"/>
          <p14:tracePt t="243646" x="4776788" y="2708275"/>
          <p14:tracePt t="243656" x="4748213" y="2708275"/>
          <p14:tracePt t="243668" x="4721225" y="2708275"/>
          <p14:tracePt t="243689" x="4700588" y="2708275"/>
          <p14:tracePt t="243696" x="4673600" y="2720975"/>
          <p14:tracePt t="243701" x="4660900" y="2720975"/>
          <p14:tracePt t="243713" x="4646613" y="2720975"/>
          <p14:tracePt t="243723" x="4633913" y="2735263"/>
          <p14:tracePt t="243735" x="4625975" y="2735263"/>
          <p14:tracePt t="243745" x="4598988" y="2755900"/>
          <p14:tracePt t="243757" x="4586288" y="2768600"/>
          <p14:tracePt t="243769" x="4557713" y="2782888"/>
          <p14:tracePt t="243781" x="4551363" y="2795588"/>
          <p14:tracePt t="243797" x="4524375" y="2824163"/>
          <p14:tracePt t="243804" x="4510088" y="2830513"/>
          <p14:tracePt t="243813" x="4497388" y="2857500"/>
          <p14:tracePt t="243833" x="4483100" y="2871788"/>
          <p14:tracePt t="243840" x="4483100" y="2898775"/>
          <p14:tracePt t="243866" x="4470400" y="2946400"/>
          <p14:tracePt t="243873" x="4470400" y="2959100"/>
          <p14:tracePt t="243881" x="4483100" y="2986088"/>
          <p14:tracePt t="243908" x="4483100" y="2994025"/>
          <p14:tracePt t="243909" x="4497388" y="3006725"/>
          <p14:tracePt t="243917" x="4510088" y="3033713"/>
          <p14:tracePt t="243930" x="4524375" y="3033713"/>
          <p14:tracePt t="243937" x="4538663" y="3048000"/>
          <p14:tracePt t="243948" x="4551363" y="3062288"/>
          <p14:tracePt t="243964" x="4557713" y="3062288"/>
          <p14:tracePt t="243972" x="4598988" y="3062288"/>
          <p14:tracePt t="243986" x="4625975" y="3068638"/>
          <p14:tracePt t="244000" x="4660900" y="3068638"/>
          <p14:tracePt t="244005" x="4700588" y="3068638"/>
          <p14:tracePt t="244018" x="4735513" y="3068638"/>
          <p14:tracePt t="244029" x="4789488" y="3068638"/>
          <p14:tracePt t="244039" x="4837113" y="3068638"/>
          <p14:tracePt t="244053" x="4884738" y="3062288"/>
          <p14:tracePt t="244062" x="4938713" y="3048000"/>
          <p14:tracePt t="244073" x="4973638" y="3021013"/>
          <p14:tracePt t="244103" x="5014913" y="3006725"/>
          <p14:tracePt t="244106" x="5033963" y="2973388"/>
          <p14:tracePt t="244108" x="5062538" y="2932113"/>
          <p14:tracePt t="244119" x="5062538" y="2898775"/>
          <p14:tracePt t="244133" x="5062538" y="2843213"/>
          <p14:tracePt t="244139" x="5062538" y="2795588"/>
          <p14:tracePt t="244150" x="5048250" y="2755900"/>
          <p14:tracePt t="244168" x="5014913" y="2720975"/>
          <p14:tracePt t="244172" x="4973638" y="2681288"/>
          <p14:tracePt t="244184" x="4926013" y="2660650"/>
          <p14:tracePt t="244199" x="4872038" y="2633663"/>
          <p14:tracePt t="244207" x="4810125" y="2619375"/>
          <p14:tracePt t="244219" x="4735513" y="2605088"/>
          <p14:tracePt t="244237" x="4687888" y="2605088"/>
          <p14:tracePt t="244245" x="4625975" y="2605088"/>
          <p14:tracePt t="244252" x="4557713" y="2619375"/>
          <p14:tracePt t="244263" x="4510088" y="2633663"/>
          <p14:tracePt t="244283" x="4470400" y="2646363"/>
          <p14:tracePt t="244289" x="4422775" y="2681288"/>
          <p14:tracePt t="244301" x="4375150" y="2708275"/>
          <p14:tracePt t="244318" x="4348163" y="2735263"/>
          <p14:tracePt t="244319" x="4313238" y="2768600"/>
          <p14:tracePt t="244330" x="4286250" y="2795588"/>
          <p14:tracePt t="244350" x="4271963" y="2824163"/>
          <p14:tracePt t="244354" x="4271963" y="2857500"/>
          <p14:tracePt t="244368" x="4259263" y="2884488"/>
          <p14:tracePt t="244385" x="4259263" y="2919413"/>
          <p14:tracePt t="244391" x="4259263" y="2959100"/>
          <p14:tracePt t="244398" x="4271963" y="2994025"/>
          <p14:tracePt t="244409" x="4300538" y="3033713"/>
          <p14:tracePt t="244432" x="4348163" y="3095625"/>
          <p14:tracePt t="244445" x="4387850" y="3136900"/>
          <p14:tracePt t="244454" x="4408488" y="3149600"/>
          <p14:tracePt t="244467" x="4449763" y="3170238"/>
          <p14:tracePt t="244479" x="4497388" y="3170238"/>
          <p14:tracePt t="244488" x="4557713" y="3184525"/>
          <p14:tracePt t="244501" x="4613275" y="3184525"/>
          <p14:tracePt t="244513" x="4673600" y="3184525"/>
          <p14:tracePt t="244522" x="4748213" y="3170238"/>
          <p14:tracePt t="244533" x="4795838" y="3157538"/>
          <p14:tracePt t="244549" x="4872038" y="3122613"/>
          <p14:tracePt t="244556" x="4926013" y="3081338"/>
          <p14:tracePt t="244567" x="4973638" y="3021013"/>
          <p14:tracePt t="244584" x="5000625" y="2986088"/>
          <p14:tracePt t="244593" x="5014913" y="2919413"/>
          <p14:tracePt t="244600" x="5014913" y="2871788"/>
          <p14:tracePt t="244617" x="5000625" y="2824163"/>
          <p14:tracePt t="244625" x="4973638" y="2768600"/>
          <p14:tracePt t="244634" x="4938713" y="2720975"/>
          <p14:tracePt t="244648" x="4899025" y="2681288"/>
          <p14:tracePt t="244666" x="4824413" y="2633663"/>
          <p14:tracePt t="244671" x="4762500" y="2592388"/>
          <p14:tracePt t="244684" x="4673600" y="2571750"/>
          <p14:tracePt t="244701" x="4625975" y="2571750"/>
          <p14:tracePt t="244705" x="4551363" y="2571750"/>
          <p14:tracePt t="244712" x="4497388" y="2571750"/>
          <p14:tracePt t="244749" x="4408488" y="2633663"/>
          <p14:tracePt t="244763" x="4375150" y="2681288"/>
          <p14:tracePt t="244764" x="4348163" y="2720975"/>
          <p14:tracePt t="244771" x="4319588" y="2782888"/>
          <p14:tracePt t="244781" x="4300538" y="2830513"/>
          <p14:tracePt t="244795" x="4300538" y="2884488"/>
          <p14:tracePt t="244804" x="4300538" y="2919413"/>
          <p14:tracePt t="244820" x="4313238" y="2973388"/>
          <p14:tracePt t="244829" x="4333875" y="2994025"/>
          <p14:tracePt t="244836" x="4360863" y="3033713"/>
          <p14:tracePt t="244852" x="4387850" y="3062288"/>
          <p14:tracePt t="244861" x="4422775" y="3081338"/>
          <p14:tracePt t="244871" x="4483100" y="3095625"/>
          <p14:tracePt t="244882" x="4524375" y="3095625"/>
          <p14:tracePt t="244899" x="4586288" y="3109913"/>
          <p14:tracePt t="244906" x="4646613" y="3109913"/>
          <p14:tracePt t="244917" x="4700588" y="3109913"/>
          <p14:tracePt t="244934" x="4776788" y="3109913"/>
          <p14:tracePt t="244940" x="4837113" y="3095625"/>
          <p14:tracePt t="244950" x="4884738" y="3081338"/>
          <p14:tracePt t="244968" x="4911725" y="3068638"/>
          <p14:tracePt t="244978" x="4946650" y="3062288"/>
          <p14:tracePt t="244984" x="4959350" y="3048000"/>
          <p14:tracePt t="244996" x="4973638" y="3021013"/>
          <p14:tracePt t="245016" x="4986338" y="2994025"/>
          <p14:tracePt t="245017" x="4986338" y="2959100"/>
          <p14:tracePt t="245029" x="4973638" y="2919413"/>
          <p14:tracePt t="245039" x="4959350" y="2884488"/>
          <p14:tracePt t="245051" x="4938713" y="2843213"/>
          <p14:tracePt t="245063" x="4911725" y="2809875"/>
          <p14:tracePt t="245073" x="4872038" y="2768600"/>
          <p14:tracePt t="245084" x="4810125" y="2735263"/>
          <p14:tracePt t="245098" x="4748213" y="2708275"/>
          <p14:tracePt t="245108" x="4700588" y="2681288"/>
          <p14:tracePt t="245118" x="4646613" y="2673350"/>
          <p14:tracePt t="245133" x="4598988" y="2660650"/>
          <p14:tracePt t="245140" x="4551363" y="2660650"/>
          <p14:tracePt t="245153" x="4524375" y="2660650"/>
          <p14:tracePt t="245168" x="4497388" y="2673350"/>
          <p14:tracePt t="245178" x="4462463" y="2681288"/>
          <p14:tracePt t="245185" x="4435475" y="2693988"/>
          <p14:tracePt t="245198" x="4408488" y="2735263"/>
          <p14:tracePt t="245216" x="4387850" y="2755900"/>
          <p14:tracePt t="245222" x="4375150" y="2782888"/>
          <p14:tracePt t="245232" x="4360863" y="2809875"/>
          <p14:tracePt t="245250" x="4348163" y="2830513"/>
          <p14:tracePt t="245257" x="4348163" y="2857500"/>
          <p14:tracePt t="245266" x="4348163" y="2871788"/>
          <p14:tracePt t="245275" x="4348163" y="2898775"/>
          <p14:tracePt t="245299" x="4360863" y="2932113"/>
          <p14:tracePt t="245312" x="4375150" y="2946400"/>
          <p14:tracePt t="245321" x="4395788" y="2959100"/>
          <p14:tracePt t="245333" x="4408488" y="2973388"/>
          <p14:tracePt t="245346" x="4422775" y="2986088"/>
          <p14:tracePt t="245354" x="4449763" y="2986088"/>
          <p14:tracePt t="245369" x="4462463" y="2986088"/>
          <p14:tracePt t="245377" x="4470400" y="2986088"/>
          <p14:tracePt t="245388" x="4497388" y="2986088"/>
          <p14:tracePt t="245402" x="4510088" y="2986088"/>
          <p14:tracePt t="245412" x="4538663" y="2986088"/>
          <p14:tracePt t="245422" x="4557713" y="2986088"/>
          <p14:tracePt t="245433" x="4586288" y="2986088"/>
          <p14:tracePt t="245449" x="4613275" y="2973388"/>
          <p14:tracePt t="245455" x="4633913" y="2959100"/>
          <p14:tracePt t="245468" x="4660900" y="2946400"/>
          <p14:tracePt t="245484" x="4687888" y="2911475"/>
          <p14:tracePt t="245491" x="4700588" y="2884488"/>
          <p14:tracePt t="245500" x="4708525" y="2843213"/>
          <p14:tracePt t="245517" x="4708525" y="2809875"/>
          <p14:tracePt t="245523" x="4708525" y="2782888"/>
          <p14:tracePt t="245535" x="4700588" y="2755900"/>
          <p14:tracePt t="245545" x="4687888" y="2720975"/>
          <p14:tracePt t="245573" x="4660900" y="2693988"/>
          <p14:tracePt t="245577" x="4633913" y="2681288"/>
          <p14:tracePt t="245586" x="4598988" y="2660650"/>
          <p14:tracePt t="245602" x="4557713" y="2660650"/>
          <p14:tracePt t="245614" x="4538663" y="2660650"/>
          <p14:tracePt t="245618" x="4510088" y="2660650"/>
          <p14:tracePt t="245634" x="4462463" y="2681288"/>
          <p14:tracePt t="245640" x="4408488" y="2708275"/>
          <p14:tracePt t="245648" x="4375150" y="2735263"/>
          <p14:tracePt t="245667" x="4333875" y="2782888"/>
          <p14:tracePt t="245677" x="4300538" y="2824163"/>
          <p14:tracePt t="245682" x="4271963" y="2843213"/>
          <p14:tracePt t="245696" x="4259263" y="2898775"/>
          <p14:tracePt t="245716" x="4244975" y="2932113"/>
          <p14:tracePt t="245716" x="4259263" y="2973388"/>
          <p14:tracePt t="245729" x="4271963" y="2994025"/>
          <p14:tracePt t="245737" x="4286250" y="3033713"/>
          <p14:tracePt t="245750" x="4319588" y="3068638"/>
          <p14:tracePt t="245762" x="4360863" y="3095625"/>
          <p14:tracePt t="245772" x="4408488" y="3122613"/>
          <p14:tracePt t="245794" x="4449763" y="3136900"/>
          <p14:tracePt t="245796" x="4497388" y="3149600"/>
          <p14:tracePt t="245805" x="4551363" y="3149600"/>
          <p14:tracePt t="245817" x="4625975" y="3149600"/>
          <p14:tracePt t="245835" x="4687888" y="3149600"/>
          <p14:tracePt t="245841" x="4735513" y="3149600"/>
          <p14:tracePt t="245849" x="4795838" y="3136900"/>
          <p14:tracePt t="245867" x="4851400" y="3109913"/>
          <p14:tracePt t="245875" x="4872038" y="3095625"/>
          <p14:tracePt t="245884" x="4911725" y="3068638"/>
          <p14:tracePt t="245897" x="4938713" y="3033713"/>
          <p14:tracePt t="245914" x="4946650" y="3006725"/>
          <p14:tracePt t="245921" x="4946650" y="2986088"/>
          <p14:tracePt t="245931" x="4946650" y="2946400"/>
          <p14:tracePt t="245940" x="4946650" y="2919413"/>
          <p14:tracePt t="245951" x="4946650" y="2898775"/>
          <p14:tracePt t="245967" x="4926013" y="2857500"/>
          <p14:tracePt t="245974" x="4911725" y="2824163"/>
          <p14:tracePt t="245995" x="4884738" y="2795588"/>
          <p14:tracePt t="246002" x="4872038" y="2768600"/>
          <p14:tracePt t="246016" x="4864100" y="2755900"/>
          <p14:tracePt t="246022" x="4837113" y="2747963"/>
          <p14:tracePt t="246036" x="4824413" y="2735263"/>
          <p14:tracePt t="246049" x="4810125" y="2720975"/>
          <p14:tracePt t="246069" x="4795838" y="2720975"/>
          <p14:tracePt t="246081" x="4789488" y="2720975"/>
          <p14:tracePt t="247795" x="4789488" y="2708275"/>
          <p14:tracePt t="247817" x="4789488" y="2693988"/>
          <p14:tracePt t="247828" x="4776788" y="2681288"/>
          <p14:tracePt t="247856" x="4762500" y="2681288"/>
          <p14:tracePt t="247863" x="4748213" y="2681288"/>
          <p14:tracePt t="247889" x="4721225" y="2681288"/>
          <p14:tracePt t="247897" x="4708525" y="2681288"/>
          <p14:tracePt t="247908" x="4700588" y="2681288"/>
          <p14:tracePt t="247926" x="4687888" y="2681288"/>
          <p14:tracePt t="247930" x="4673600" y="2693988"/>
          <p14:tracePt t="247942" x="4660900" y="2693988"/>
          <p14:tracePt t="247959" x="4633913" y="2708275"/>
          <p14:tracePt t="247964" x="4625975" y="2735263"/>
          <p14:tracePt t="247976" x="4598988" y="2747963"/>
          <p14:tracePt t="247989" x="4586288" y="2768600"/>
          <p14:tracePt t="248009" x="4557713" y="2795588"/>
          <p14:tracePt t="248010" x="4551363" y="2824163"/>
          <p14:tracePt t="248028" x="4538663" y="2857500"/>
          <p14:tracePt t="248042" x="4524375" y="2884488"/>
          <p14:tracePt t="248043" x="4524375" y="2911475"/>
          <p14:tracePt t="248056" x="4524375" y="2946400"/>
          <p14:tracePt t="248065" x="4524375" y="2973388"/>
          <p14:tracePt t="248078" x="4524375" y="2994025"/>
          <p14:tracePt t="248088" x="4538663" y="3006725"/>
          <p14:tracePt t="248100" x="4538663" y="3021013"/>
          <p14:tracePt t="248110" x="4551363" y="3033713"/>
          <p14:tracePt t="248125" x="4551363" y="3048000"/>
          <p14:tracePt t="248133" x="4557713" y="3048000"/>
          <p14:tracePt t="248145" x="4572000" y="3062288"/>
          <p14:tracePt t="248160" x="4586288" y="3062288"/>
          <p14:tracePt t="248170" x="4598988" y="3062288"/>
          <p14:tracePt t="248178" x="4613275" y="3068638"/>
          <p14:tracePt t="248194" x="4633913" y="3068638"/>
          <p14:tracePt t="248204" x="4660900" y="3081338"/>
          <p14:tracePt t="248212" x="4687888" y="3081338"/>
          <p14:tracePt t="248224" x="4708525" y="3081338"/>
          <p14:tracePt t="248243" x="4748213" y="3081338"/>
          <p14:tracePt t="248248" x="4776788" y="3081338"/>
          <p14:tracePt t="248257" x="4810125" y="3081338"/>
          <p14:tracePt t="248277" x="4851400" y="3081338"/>
          <p14:tracePt t="248283" x="4864100" y="3068638"/>
          <p14:tracePt t="248291" x="4884738" y="3062288"/>
          <p14:tracePt t="248311" x="4911725" y="3033713"/>
          <p14:tracePt t="248320" x="4911725" y="3021013"/>
          <p14:tracePt t="248325" x="4926013" y="2994025"/>
          <p14:tracePt t="248337" x="4938713" y="2973388"/>
          <p14:tracePt t="248358" x="4938713" y="2932113"/>
          <p14:tracePt t="248359" x="4926013" y="2898775"/>
          <p14:tracePt t="248371" x="4911725" y="2857500"/>
          <p14:tracePt t="248381" x="4884738" y="2809875"/>
          <p14:tracePt t="248394" x="4864100" y="2782888"/>
          <p14:tracePt t="248405" x="4824413" y="2747963"/>
          <p14:tracePt t="248415" x="4789488" y="2720975"/>
          <p14:tracePt t="248429" x="4762500" y="2693988"/>
          <p14:tracePt t="248440" x="4748213" y="2693988"/>
          <p14:tracePt t="248448" x="4721225" y="2681288"/>
          <p14:tracePt t="248460" x="4700588" y="2681288"/>
          <p14:tracePt t="248476" x="4687888" y="2681288"/>
          <p14:tracePt t="248483" x="4673600" y="2681288"/>
          <p14:tracePt t="248493" x="4660900" y="2693988"/>
          <p14:tracePt t="248511" x="4646613" y="2708275"/>
          <p14:tracePt t="248520" x="4625975" y="2720975"/>
          <p14:tracePt t="248527" x="4598988" y="2747963"/>
          <p14:tracePt t="248544" x="4572000" y="2782888"/>
          <p14:tracePt t="248551" x="4557713" y="2795588"/>
          <p14:tracePt t="248569" x="4551363" y="2824163"/>
          <p14:tracePt t="248575" x="4538663" y="2843213"/>
          <p14:tracePt t="248593" x="4538663" y="2871788"/>
          <p14:tracePt t="248594" x="4538663" y="2911475"/>
          <p14:tracePt t="248606" x="4538663" y="2932113"/>
          <p14:tracePt t="248617" x="4538663" y="2973388"/>
          <p14:tracePt t="248629" x="4557713" y="2994025"/>
          <p14:tracePt t="248639" x="4572000" y="3021013"/>
          <p14:tracePt t="248651" x="4613275" y="3048000"/>
          <p14:tracePt t="248662" x="4646613" y="3068638"/>
          <p14:tracePt t="248676" x="4700588" y="3081338"/>
          <p14:tracePt t="248688" x="4748213" y="3095625"/>
          <p14:tracePt t="248697" x="4810125" y="3095625"/>
          <p14:tracePt t="248710" x="4851400" y="3081338"/>
          <p14:tracePt t="248722" x="4911725" y="3081338"/>
          <p14:tracePt t="248730" x="4973638" y="3062288"/>
          <p14:tracePt t="248746" x="5014913" y="3033713"/>
          <p14:tracePt t="248756" x="5048250" y="2994025"/>
          <p14:tracePt t="248763" x="5075238" y="2946400"/>
          <p14:tracePt t="248775" x="5089525" y="2898775"/>
          <p14:tracePt t="248793" x="5089525" y="2830513"/>
          <p14:tracePt t="248798" x="5089525" y="2782888"/>
          <p14:tracePt t="248807" x="5062538" y="2735263"/>
          <p14:tracePt t="248827" x="5033963" y="2693988"/>
          <p14:tracePt t="248837" x="4986338" y="2646363"/>
          <p14:tracePt t="248843" x="4926013" y="2605088"/>
          <p14:tracePt t="248861" x="4872038" y="2592388"/>
          <p14:tracePt t="248868" x="4810125" y="2571750"/>
          <p14:tracePt t="248885" x="4735513" y="2571750"/>
          <p14:tracePt t="248890" x="4673600" y="2571750"/>
          <p14:tracePt t="248910" x="4633913" y="2586038"/>
          <p14:tracePt t="248910" x="4586288" y="2592388"/>
          <p14:tracePt t="248932" x="4538663" y="2605088"/>
          <p14:tracePt t="248938" x="4510088" y="2619375"/>
          <p14:tracePt t="248942" x="4470400" y="2646363"/>
          <p14:tracePt t="248959" x="4449763" y="2673350"/>
          <p14:tracePt t="248967" x="4435475" y="2693988"/>
          <p14:tracePt t="248979" x="4422775" y="2720975"/>
          <p14:tracePt t="248987" x="4408488" y="2755900"/>
          <p14:tracePt t="249007" x="4395788" y="2795588"/>
          <p14:tracePt t="249013" x="4395788" y="2824163"/>
          <p14:tracePt t="249024" x="4395788" y="2843213"/>
          <p14:tracePt t="249034" x="4395788" y="2857500"/>
          <p14:tracePt t="249045" x="4395788" y="2871788"/>
          <p14:tracePt t="249059" x="4408488" y="2898775"/>
          <p14:tracePt t="249079" x="4408488" y="2911475"/>
          <p14:tracePt t="249090" x="4422775" y="2919413"/>
          <p14:tracePt t="249101" x="4422775" y="2932113"/>
          <p14:tracePt t="249112" x="4435475" y="2946400"/>
          <p14:tracePt t="249123" x="4449763" y="2946400"/>
          <p14:tracePt t="249140" x="4470400" y="2959100"/>
          <p14:tracePt t="249147" x="4497388" y="2973388"/>
          <p14:tracePt t="249158" x="4510088" y="2973388"/>
          <p14:tracePt t="249173" x="4538663" y="2986088"/>
          <p14:tracePt t="249179" x="4557713" y="2986088"/>
          <p14:tracePt t="249191" x="4586288" y="2986088"/>
          <p14:tracePt t="249213" x="4613275" y="2986088"/>
          <p14:tracePt t="249216" x="4625975" y="2986088"/>
          <p14:tracePt t="249225" x="4646613" y="2986088"/>
          <p14:tracePt t="249235" x="4660900" y="2986088"/>
          <p14:tracePt t="249248" x="4673600" y="2973388"/>
          <p14:tracePt t="249258" x="4687888" y="2973388"/>
          <p14:tracePt t="249274" x="4700588" y="2959100"/>
          <p14:tracePt t="249281" x="4708525" y="2946400"/>
          <p14:tracePt t="249294" x="4721225" y="2932113"/>
          <p14:tracePt t="249312" x="4748213" y="2919413"/>
          <p14:tracePt t="249326" x="4748213" y="2911475"/>
          <p14:tracePt t="249326" x="4776788" y="2898775"/>
          <p14:tracePt t="249343" x="4789488" y="2871788"/>
          <p14:tracePt t="249350" x="4789488" y="2857500"/>
          <p14:tracePt t="249360" x="4795838" y="2830513"/>
          <p14:tracePt t="249376" x="4810125" y="2795588"/>
          <p14:tracePt t="249383" x="4810125" y="2768600"/>
          <p14:tracePt t="249394" x="4810125" y="2747963"/>
          <p14:tracePt t="249409" x="4810125" y="2708275"/>
          <p14:tracePt t="249416" x="4810125" y="2681288"/>
          <p14:tracePt t="249444" x="4810125" y="2660650"/>
          <p14:tracePt t="249445" x="4795838" y="2646363"/>
          <p14:tracePt t="249456" x="4789488" y="2619375"/>
          <p14:tracePt t="249463" x="4776788" y="2605088"/>
          <p14:tracePt t="249473" x="4762500" y="2592388"/>
          <p14:tracePt t="249490" x="4748213" y="2592388"/>
          <p14:tracePt t="249495" x="4748213" y="2586038"/>
          <p14:tracePt t="249510" x="4735513" y="2586038"/>
          <p14:tracePt t="249516" x="4721225" y="2586038"/>
          <p14:tracePt t="249529" x="4708525" y="2586038"/>
          <p14:tracePt t="249559" x="4700588" y="2586038"/>
          <p14:tracePt t="249565" x="4687888" y="2586038"/>
          <p14:tracePt t="249585" x="4673600" y="2586038"/>
          <p14:tracePt t="249607" x="4660900" y="2586038"/>
          <p14:tracePt t="249630" x="4646613" y="2592388"/>
          <p14:tracePt t="249641" x="4633913" y="2592388"/>
          <p14:tracePt t="249651" x="4625975" y="2605088"/>
          <p14:tracePt t="249674" x="4613275" y="2619375"/>
          <p14:tracePt t="249687" x="4598988" y="2633663"/>
          <p14:tracePt t="249708" x="4586288" y="2646363"/>
          <p14:tracePt t="249721" x="4586288" y="2660650"/>
          <p14:tracePt t="249731" x="4572000" y="2673350"/>
          <p14:tracePt t="249742" x="4572000" y="2681288"/>
          <p14:tracePt t="249759" x="4572000" y="2693988"/>
          <p14:tracePt t="249766" x="4572000" y="2708275"/>
          <p14:tracePt t="249776" x="4572000" y="2720975"/>
          <p14:tracePt t="249793" x="4572000" y="2735263"/>
          <p14:tracePt t="249799" x="4586288" y="2747963"/>
          <p14:tracePt t="249823" x="4598988" y="2755900"/>
          <p14:tracePt t="249832" x="4613275" y="2768600"/>
          <p14:tracePt t="249843" x="4613275" y="2782888"/>
          <p14:tracePt t="249859" x="4625975" y="2782888"/>
          <p14:tracePt t="249868" x="4625975" y="2795588"/>
          <p14:tracePt t="249877" x="4633913" y="2809875"/>
          <p14:tracePt t="249899" x="4646613" y="2824163"/>
          <p14:tracePt t="249912" x="4660900" y="2824163"/>
          <p14:tracePt t="249933" x="4673600" y="2824163"/>
          <p14:tracePt t="249944" x="4687888" y="2830513"/>
          <p14:tracePt t="249960" x="4700588" y="2830513"/>
          <p14:tracePt t="249989" x="4708525" y="2830513"/>
          <p14:tracePt t="249994" x="4721225" y="2824163"/>
          <p14:tracePt t="250001" x="4735513" y="2824163"/>
          <p14:tracePt t="250012" x="4748213" y="2824163"/>
          <p14:tracePt t="250028" x="4762500" y="2824163"/>
          <p14:tracePt t="250038" x="4776788" y="2809875"/>
          <p14:tracePt t="250059" x="4789488" y="2809875"/>
          <p14:tracePt t="250072" x="4789488" y="2795588"/>
          <p14:tracePt t="250134" x="4789488" y="2782888"/>
          <p14:tracePt t="250484" x="4789488" y="2768600"/>
          <p14:tracePt t="251800" x="4795838" y="2768600"/>
          <p14:tracePt t="251811" x="4810125" y="2768600"/>
          <p14:tracePt t="251822" x="4824413" y="2768600"/>
          <p14:tracePt t="251834" x="4851400" y="2768600"/>
          <p14:tracePt t="251845" x="4872038" y="2768600"/>
          <p14:tracePt t="251856" x="4884738" y="2755900"/>
          <p14:tracePt t="251873" x="4911725" y="2747963"/>
          <p14:tracePt t="251879" x="4926013" y="2720975"/>
          <p14:tracePt t="251890" x="4938713" y="2708275"/>
          <p14:tracePt t="251907" x="4946650" y="2681288"/>
          <p14:tracePt t="251914" x="4946650" y="2660650"/>
          <p14:tracePt t="251923" x="4946650" y="2646363"/>
          <p14:tracePt t="251938" x="4946650" y="2633663"/>
          <p14:tracePt t="251947" x="4946650" y="2619375"/>
          <p14:tracePt t="251958" x="4938713" y="2605088"/>
          <p14:tracePt t="251991" x="4926013" y="2605088"/>
          <p14:tracePt t="252004" x="4911725" y="2592388"/>
          <p14:tracePt t="252015" x="4899025" y="2592388"/>
          <p14:tracePt t="252025" x="4884738" y="2592388"/>
          <p14:tracePt t="252036" x="4864100" y="2592388"/>
          <p14:tracePt t="252048" x="4837113" y="2592388"/>
          <p14:tracePt t="252060" x="4810125" y="2592388"/>
          <p14:tracePt t="252081" x="4789488" y="2592388"/>
          <p14:tracePt t="252086" x="4748213" y="2592388"/>
          <p14:tracePt t="252093" x="4735513" y="2592388"/>
          <p14:tracePt t="252108" x="4708525" y="2592388"/>
          <p14:tracePt t="252116" x="4687888" y="2592388"/>
          <p14:tracePt t="252126" x="4673600" y="2605088"/>
          <p14:tracePt t="252139" x="4660900" y="2619375"/>
          <p14:tracePt t="252161" x="4633913" y="2633663"/>
          <p14:tracePt t="252162" x="4625975" y="2633663"/>
          <p14:tracePt t="252172" x="4613275" y="2646363"/>
          <p14:tracePt t="252183" x="4598988" y="2646363"/>
          <p14:tracePt t="252194" x="4598988" y="2660650"/>
          <p14:tracePt t="252205" x="4586288" y="2660650"/>
          <p14:tracePt t="252217" x="4586288" y="2673350"/>
          <p14:tracePt t="252229" x="4572000" y="2681288"/>
          <p14:tracePt t="252244" x="4557713" y="2708275"/>
          <p14:tracePt t="252254" x="4551363" y="2735263"/>
          <p14:tracePt t="252263" x="4551363" y="2747963"/>
          <p14:tracePt t="252277" x="4551363" y="2768600"/>
          <p14:tracePt t="252285" x="4551363" y="2795588"/>
          <p14:tracePt t="252296" x="4557713" y="2809875"/>
          <p14:tracePt t="252307" x="4572000" y="2824163"/>
          <p14:tracePt t="252326" x="4586288" y="2830513"/>
          <p14:tracePt t="252331" x="4586288" y="2843213"/>
          <p14:tracePt t="252341" x="4598988" y="2843213"/>
          <p14:tracePt t="252360" x="4598988" y="2857500"/>
          <p14:tracePt t="252621" x="4613275" y="2857500"/>
          <p14:tracePt t="252632" x="4625975" y="2857500"/>
          <p14:tracePt t="252655" x="4633913" y="2857500"/>
          <p14:tracePt t="252699" x="4646613" y="2857500"/>
          <p14:tracePt t="252733" x="4660900" y="2857500"/>
          <p14:tracePt t="252870" x="4673600" y="2857500"/>
          <p14:tracePt t="252891" x="4687888" y="2857500"/>
          <p14:tracePt t="252902" x="4700588" y="2857500"/>
          <p14:tracePt t="252914" x="4708525" y="2857500"/>
          <p14:tracePt t="252926" x="4735513" y="2857500"/>
          <p14:tracePt t="252937" x="4748213" y="2857500"/>
          <p14:tracePt t="252950" x="4762500" y="2843213"/>
          <p14:tracePt t="252959" x="4789488" y="2843213"/>
          <p14:tracePt t="252974" x="4810125" y="2830513"/>
          <p14:tracePt t="252985" x="4824413" y="2809875"/>
          <p14:tracePt t="252992" x="4837113" y="2795588"/>
          <p14:tracePt t="253005" x="4851400" y="2768600"/>
          <p14:tracePt t="253017" x="4872038" y="2735263"/>
          <p14:tracePt t="253028" x="4872038" y="2708275"/>
          <p14:tracePt t="253038" x="4884738" y="2673350"/>
          <p14:tracePt t="253055" x="4884738" y="2633663"/>
          <p14:tracePt t="253060" x="4884738" y="2619375"/>
          <p14:tracePt t="253073" x="4884738" y="2592388"/>
          <p14:tracePt t="253092" x="4884738" y="2571750"/>
          <p14:tracePt t="253095" x="4884738" y="2557463"/>
          <p14:tracePt t="253128" x="4872038" y="2544763"/>
          <p14:tracePt t="253135" x="4864100" y="2530475"/>
          <p14:tracePt t="253156" x="4851400" y="2530475"/>
          <p14:tracePt t="253162" x="4837113" y="2530475"/>
          <p14:tracePt t="253174" x="4824413" y="2530475"/>
          <p14:tracePt t="253191" x="4810125" y="2530475"/>
          <p14:tracePt t="253196" x="4795838" y="2530475"/>
          <p14:tracePt t="253208" x="4776788" y="2544763"/>
          <p14:tracePt t="253224" x="4748213" y="2557463"/>
          <p14:tracePt t="253233" x="4721225" y="2571750"/>
          <p14:tracePt t="253241" x="4687888" y="2592388"/>
          <p14:tracePt t="253257" x="4646613" y="2633663"/>
          <p14:tracePt t="253263" x="4613275" y="2673350"/>
          <p14:tracePt t="253275" x="4572000" y="2720975"/>
          <p14:tracePt t="253296" x="4538663" y="2755900"/>
          <p14:tracePt t="253297" x="4524375" y="2795588"/>
          <p14:tracePt t="253324" x="4510088" y="2843213"/>
          <p14:tracePt t="253325" x="4510088" y="2898775"/>
          <p14:tracePt t="253330" x="4510088" y="2932113"/>
          <p14:tracePt t="253342" x="4510088" y="2973388"/>
          <p14:tracePt t="253357" x="4524375" y="3006725"/>
          <p14:tracePt t="253364" x="4524375" y="3021013"/>
          <p14:tracePt t="253376" x="4538663" y="3048000"/>
          <p14:tracePt t="253394" x="4557713" y="3068638"/>
          <p14:tracePt t="253403" x="4572000" y="3081338"/>
          <p14:tracePt t="253411" x="4586288" y="3095625"/>
          <p14:tracePt t="253424" x="4613275" y="3095625"/>
          <p14:tracePt t="253433" x="4633913" y="3095625"/>
          <p14:tracePt t="253443" x="4646613" y="3095625"/>
          <p14:tracePt t="253454" x="4687888" y="3095625"/>
          <p14:tracePt t="253473" x="4708525" y="3095625"/>
          <p14:tracePt t="253477" x="4735513" y="3095625"/>
          <p14:tracePt t="253488" x="4776788" y="3095625"/>
          <p14:tracePt t="253507" x="4810125" y="3095625"/>
          <p14:tracePt t="253513" x="4872038" y="3095625"/>
          <p14:tracePt t="253522" x="4911725" y="3081338"/>
          <p14:tracePt t="253541" x="4959350" y="3081338"/>
          <p14:tracePt t="253545" x="5000625" y="3081338"/>
          <p14:tracePt t="253556" x="5027613" y="3068638"/>
          <p14:tracePt t="253567" x="5048250" y="3068638"/>
          <p14:tracePt t="253588" x="5062538" y="3068638"/>
          <p14:tracePt t="253589" x="5062538" y="3062288"/>
          <p14:tracePt t="253602" x="5075238" y="3062288"/>
          <p14:tracePt t="253645" x="5075238" y="3048000"/>
          <p14:tracePt t="253691" x="5075238" y="3033713"/>
          <p14:tracePt t="255062" x="5075238" y="3048000"/>
          <p14:tracePt t="255073" x="5075238" y="3068638"/>
          <p14:tracePt t="255085" x="5075238" y="3095625"/>
          <p14:tracePt t="255096" x="5062538" y="3136900"/>
          <p14:tracePt t="255107" x="5033963" y="3211513"/>
          <p14:tracePt t="255121" x="5014913" y="3286125"/>
          <p14:tracePt t="255130" x="4986338" y="3360738"/>
          <p14:tracePt t="255142" x="4946650" y="3435350"/>
          <p14:tracePt t="255155" x="4911725" y="3509963"/>
          <p14:tracePt t="255172" x="4872038" y="3551238"/>
          <p14:tracePt t="255177" x="4851400" y="3586163"/>
          <p14:tracePt t="255199" x="4789488" y="3598863"/>
          <p14:tracePt t="255906" x="4789488" y="3613150"/>
          <p14:tracePt t="255917" x="4776788" y="3613150"/>
          <p14:tracePt t="255928" x="4762500" y="3613150"/>
          <p14:tracePt t="255940" x="4748213" y="3613150"/>
          <p14:tracePt t="255951" x="4735513" y="3613150"/>
          <p14:tracePt t="255974" x="4721225" y="3625850"/>
          <p14:tracePt t="255985" x="4700588" y="3633788"/>
          <p14:tracePt t="255996" x="4673600" y="3646488"/>
          <p14:tracePt t="256007" x="4625975" y="3673475"/>
          <p14:tracePt t="256024" x="4572000" y="3721100"/>
          <p14:tracePt t="256031" x="4524375" y="3789363"/>
          <p14:tracePt t="256042" x="4449763" y="3871913"/>
          <p14:tracePt t="256052" x="4360863" y="3973513"/>
          <p14:tracePt t="256076" x="4259263" y="4110038"/>
          <p14:tracePt t="256077" x="4184650" y="4224338"/>
          <p14:tracePt t="256092" x="4081463" y="4429125"/>
          <p14:tracePt t="256097" x="4000500" y="4667250"/>
          <p14:tracePt t="256117" x="3959225" y="4837113"/>
          <p14:tracePt t="256123" x="3932238" y="5089525"/>
          <p14:tracePt t="256143" x="3946525" y="5313363"/>
          <p14:tracePt t="256144" x="3973513" y="5491163"/>
          <p14:tracePt t="256156" x="4000500" y="5578475"/>
          <p14:tracePt t="256169" x="4048125" y="5667375"/>
          <p14:tracePt t="256178" x="4110038" y="5715000"/>
          <p14:tracePt t="256188" x="4157663" y="5741988"/>
          <p14:tracePt t="256204" x="4244975" y="5756275"/>
          <p14:tracePt t="256211" x="4333875" y="5756275"/>
          <p14:tracePt t="256227" x="4422775" y="5756275"/>
          <p14:tracePt t="256232" x="4510088" y="5741988"/>
          <p14:tracePt t="256244" x="4586288" y="5729288"/>
          <p14:tracePt t="256261" x="4613275" y="5700713"/>
          <p14:tracePt t="256278" x="4625975" y="5694363"/>
          <p14:tracePt t="256283" x="4613275" y="5681663"/>
          <p14:tracePt t="256513" x="4625975" y="5681663"/>
          <p14:tracePt t="256536" x="4633913" y="5681663"/>
          <p14:tracePt t="256547" x="4646613" y="5681663"/>
          <p14:tracePt t="256559" x="4660900" y="5681663"/>
          <p14:tracePt t="256592" x="4673600" y="5681663"/>
          <p14:tracePt t="256604" x="4687888" y="5681663"/>
          <p14:tracePt t="256615" x="4708525" y="5681663"/>
          <p14:tracePt t="256630" x="4721225" y="5681663"/>
          <p14:tracePt t="256638" x="4735513" y="5681663"/>
          <p14:tracePt t="256650" x="4762500" y="5681663"/>
          <p14:tracePt t="256664" x="4789488" y="5681663"/>
          <p14:tracePt t="256672" x="4810125" y="5667375"/>
          <p14:tracePt t="256683" x="4851400" y="5667375"/>
          <p14:tracePt t="256695" x="4884738" y="5640388"/>
          <p14:tracePt t="256706" x="4926013" y="5626100"/>
          <p14:tracePt t="256718" x="4946650" y="5605463"/>
          <p14:tracePt t="256729" x="4973638" y="5565775"/>
          <p14:tracePt t="256747" x="5000625" y="5503863"/>
          <p14:tracePt t="256754" x="5014913" y="5456238"/>
          <p14:tracePt t="256763" x="5014913" y="5387975"/>
          <p14:tracePt t="256780" x="5014913" y="5327650"/>
          <p14:tracePt t="256785" x="5014913" y="5292725"/>
          <p14:tracePt t="256796" x="5000625" y="5253038"/>
          <p14:tracePt t="256813" x="4973638" y="5224463"/>
          <p14:tracePt t="256823" x="4946650" y="5191125"/>
          <p14:tracePt t="256837" x="4938713" y="5176838"/>
          <p14:tracePt t="256853" x="4884738" y="5164138"/>
          <p14:tracePt t="256863" x="4864100" y="5149850"/>
          <p14:tracePt t="256883" x="4837113" y="5149850"/>
          <p14:tracePt t="256889" x="4795838" y="5149850"/>
          <p14:tracePt t="256897" x="4776788" y="5149850"/>
          <p14:tracePt t="256912" x="4735513" y="5164138"/>
          <p14:tracePt t="256919" x="4687888" y="5164138"/>
          <p14:tracePt t="256931" x="4633913" y="5191125"/>
          <p14:tracePt t="256947" x="4598988" y="5205413"/>
          <p14:tracePt t="256954" x="4551363" y="5238750"/>
          <p14:tracePt t="256970" x="4483100" y="5280025"/>
          <p14:tracePt t="256978" x="4449763" y="5313363"/>
          <p14:tracePt t="256996" x="4422775" y="5354638"/>
          <p14:tracePt t="257003" x="4395788" y="5402263"/>
          <p14:tracePt t="257015" x="4395788" y="5429250"/>
          <p14:tracePt t="257021" x="4395788" y="5456238"/>
          <p14:tracePt t="257034" x="4395788" y="5476875"/>
          <p14:tracePt t="257045" x="4408488" y="5503863"/>
          <p14:tracePt t="257055" x="4422775" y="5518150"/>
          <p14:tracePt t="257068" x="4449763" y="5545138"/>
          <p14:tracePt t="257088" x="4497388" y="5551488"/>
          <p14:tracePt t="257090" x="4524375" y="5565775"/>
          <p14:tracePt t="257101" x="4586288" y="5578475"/>
          <p14:tracePt t="257112" x="4646613" y="5578475"/>
          <p14:tracePt t="257122" x="4708525" y="5578475"/>
          <p14:tracePt t="257134" x="4776788" y="5578475"/>
          <p14:tracePt t="257147" x="4851400" y="5565775"/>
          <p14:tracePt t="257161" x="4911725" y="5551488"/>
          <p14:tracePt t="257170" x="4959350" y="5545138"/>
          <p14:tracePt t="257182" x="5027613" y="5503863"/>
          <p14:tracePt t="257199" x="5062538" y="5462588"/>
          <p14:tracePt t="257205" x="5089525" y="5429250"/>
          <p14:tracePt t="257229" x="5089525" y="5340350"/>
          <p14:tracePt t="257246" x="5075238" y="5292725"/>
          <p14:tracePt t="257253" x="5048250" y="5253038"/>
          <p14:tracePt t="257265" x="4986338" y="5218113"/>
          <p14:tracePt t="257271" x="4884738" y="5164138"/>
          <p14:tracePt t="257282" x="4795838" y="5143500"/>
          <p14:tracePt t="257300" x="4687888" y="5129213"/>
          <p14:tracePt t="257309" x="4572000" y="5129213"/>
          <p14:tracePt t="257332" x="4408488" y="5164138"/>
          <p14:tracePt t="257338" x="4319588" y="5218113"/>
          <p14:tracePt t="257346" x="4244975" y="5265738"/>
          <p14:tracePt t="257366" x="4211638" y="5300663"/>
          <p14:tracePt t="257376" x="4170363" y="5354638"/>
          <p14:tracePt t="257381" x="4157663" y="5402263"/>
          <p14:tracePt t="257399" x="4157663" y="5443538"/>
          <p14:tracePt t="257404" x="4157663" y="5476875"/>
          <p14:tracePt t="257414" x="4170363" y="5503863"/>
          <p14:tracePt t="257426" x="4211638" y="5545138"/>
          <p14:tracePt t="257455" x="4238625" y="5565775"/>
          <p14:tracePt t="257456" x="4300538" y="5592763"/>
          <p14:tracePt t="257465" x="4387850" y="5605463"/>
          <p14:tracePt t="257482" x="4572000" y="5619750"/>
          <p14:tracePt t="257495" x="4700588" y="5619750"/>
          <p14:tracePt t="257505" x="4810125" y="5605463"/>
          <p14:tracePt t="257516" x="4884738" y="5605463"/>
          <p14:tracePt t="257528" x="4946650" y="5592763"/>
          <p14:tracePt t="257538" x="5000625" y="5578475"/>
          <p14:tracePt t="257551" x="5014913" y="5565775"/>
          <p14:tracePt t="257561" x="5014913" y="5545138"/>
          <p14:tracePt t="257573" x="5014913" y="5518150"/>
          <p14:tracePt t="257583" x="5000625" y="5491163"/>
          <p14:tracePt t="257597" x="4973638" y="5462588"/>
          <p14:tracePt t="257609" x="4938713" y="5414963"/>
          <p14:tracePt t="257617" x="4872038" y="5387975"/>
          <p14:tracePt t="257632" x="4824413" y="5367338"/>
          <p14:tracePt t="257639" x="4748213" y="5354638"/>
          <p14:tracePt t="257651" x="4673600" y="5340350"/>
          <p14:tracePt t="257670" x="4625975" y="5340350"/>
          <p14:tracePt t="257677" x="4572000" y="5340350"/>
          <p14:tracePt t="257684" x="4510088" y="5367338"/>
          <p14:tracePt t="257699" x="4462463" y="5414963"/>
          <p14:tracePt t="257711" x="4422775" y="5456238"/>
          <p14:tracePt t="257719" x="4395788" y="5518150"/>
          <p14:tracePt t="257730" x="4395788" y="5551488"/>
          <p14:tracePt t="257748" x="4395788" y="5592763"/>
          <p14:tracePt t="257751" x="4395788" y="5619750"/>
          <p14:tracePt t="257763" x="4422775" y="5640388"/>
          <p14:tracePt t="257783" x="4462463" y="5667375"/>
          <p14:tracePt t="257792" x="4497388" y="5694363"/>
          <p14:tracePt t="257798" x="4551363" y="5700713"/>
          <p14:tracePt t="257815" x="4625975" y="5715000"/>
          <p14:tracePt t="257822" x="4673600" y="5715000"/>
          <p14:tracePt t="257840" x="4762500" y="5715000"/>
          <p14:tracePt t="257844" x="4837113" y="5700713"/>
          <p14:tracePt t="257865" x="4872038" y="5694363"/>
          <p14:tracePt t="257865" x="4938713" y="5667375"/>
          <p14:tracePt t="257882" x="4973638" y="5626100"/>
          <p14:tracePt t="257890" x="4986338" y="5605463"/>
          <p14:tracePt t="257902" x="5000625" y="5578475"/>
          <p14:tracePt t="257911" x="5014913" y="5530850"/>
          <p14:tracePt t="257924" x="5014913" y="5476875"/>
          <p14:tracePt t="257933" x="4986338" y="5443538"/>
          <p14:tracePt t="257943" x="4946650" y="5387975"/>
          <p14:tracePt t="257959" x="4911725" y="5354638"/>
          <p14:tracePt t="257966" x="4864100" y="5313363"/>
          <p14:tracePt t="257982" x="4810125" y="5300663"/>
          <p14:tracePt t="257988" x="4735513" y="5292725"/>
          <p14:tracePt t="258001" x="4673600" y="5292725"/>
          <p14:tracePt t="258017" x="4625975" y="5292725"/>
          <p14:tracePt t="258023" x="4586288" y="5313363"/>
          <p14:tracePt t="258034" x="4551363" y="5327650"/>
          <p14:tracePt t="258044" x="4524375" y="5354638"/>
          <p14:tracePt t="258064" x="4497388" y="5381625"/>
          <p14:tracePt t="258070" x="4470400" y="5414963"/>
          <p14:tracePt t="258081" x="4462463" y="5456238"/>
          <p14:tracePt t="258098" x="4462463" y="5476875"/>
          <p14:tracePt t="258104" x="4462463" y="5518150"/>
          <p14:tracePt t="258113" x="4470400" y="5545138"/>
          <p14:tracePt t="258123" x="4483100" y="5565775"/>
          <p14:tracePt t="258135" x="4497388" y="5592763"/>
          <p14:tracePt t="258145" x="4524375" y="5605463"/>
          <p14:tracePt t="258162" x="4551363" y="5619750"/>
          <p14:tracePt t="258169" x="4572000" y="5626100"/>
          <p14:tracePt t="258184" x="4625975" y="5626100"/>
          <p14:tracePt t="258194" x="4687888" y="5626100"/>
          <p14:tracePt t="258202" x="4748213" y="5626100"/>
          <p14:tracePt t="258217" x="4837113" y="5626100"/>
          <p14:tracePt t="258228" x="4938713" y="5619750"/>
          <p14:tracePt t="258237" x="5014913" y="5605463"/>
          <p14:tracePt t="258247" x="5089525" y="5565775"/>
          <p14:tracePt t="258266" x="5149850" y="5545138"/>
          <p14:tracePt t="258270" x="5184775" y="5518150"/>
          <p14:tracePt t="258284" x="5197475" y="5476875"/>
          <p14:tracePt t="258301" x="5197475" y="5443538"/>
          <p14:tracePt t="258310" x="5197475" y="5387975"/>
          <p14:tracePt t="258314" x="5176838" y="5340350"/>
          <p14:tracePt t="258325" x="5137150" y="5280025"/>
          <p14:tracePt t="258347" x="5089525" y="5218113"/>
          <p14:tracePt t="258348" x="5048250" y="5176838"/>
          <p14:tracePt t="258371" x="4973638" y="5143500"/>
          <p14:tracePt t="258379" x="4911725" y="5116513"/>
          <p14:tracePt t="258386" x="4837113" y="5089525"/>
          <p14:tracePt t="258397" x="4795838" y="5075238"/>
          <p14:tracePt t="258405" x="4721225" y="5075238"/>
          <p14:tracePt t="258418" x="4673600" y="5075238"/>
          <p14:tracePt t="258428" x="4633913" y="5089525"/>
          <p14:tracePt t="258438" x="4572000" y="5116513"/>
          <p14:tracePt t="258451" x="4524375" y="5149850"/>
          <p14:tracePt t="258460" x="4470400" y="5191125"/>
          <p14:tracePt t="258482" x="4449763" y="5224463"/>
          <p14:tracePt t="258488" x="4422775" y="5265738"/>
          <p14:tracePt t="258494" x="4395788" y="5313363"/>
          <p14:tracePt t="258515" x="4387850" y="5340350"/>
          <p14:tracePt t="258532" x="4387850" y="5381625"/>
          <p14:tracePt t="258533" x="4395788" y="5414963"/>
          <p14:tracePt t="258543" x="4395788" y="5443538"/>
          <p14:tracePt t="258551" x="4422775" y="5462588"/>
          <p14:tracePt t="258567" x="4462463" y="5491163"/>
          <p14:tracePt t="258576" x="4497388" y="5518150"/>
          <p14:tracePt t="258584" x="4538663" y="5530850"/>
          <p14:tracePt t="258597" x="4613275" y="5545138"/>
          <p14:tracePt t="258614" x="4687888" y="5551488"/>
          <p14:tracePt t="258620" x="4748213" y="5551488"/>
          <p14:tracePt t="258630" x="4837113" y="5545138"/>
          <p14:tracePt t="258648" x="4926013" y="5545138"/>
          <p14:tracePt t="258654" x="5000625" y="5530850"/>
          <p14:tracePt t="258663" x="5048250" y="5518150"/>
          <p14:tracePt t="258683" x="5102225" y="5491163"/>
          <p14:tracePt t="258690" x="5122863" y="5476875"/>
          <p14:tracePt t="258698" x="5137150" y="5462588"/>
          <p14:tracePt t="258711" x="5137150" y="5443538"/>
          <p14:tracePt t="258730" x="5149850" y="5429250"/>
          <p14:tracePt t="258731" x="5137150" y="5414963"/>
          <p14:tracePt t="258744" x="5137150" y="5387975"/>
          <p14:tracePt t="258754" x="5137150" y="5381625"/>
          <p14:tracePt t="259114" x="5137150" y="5367338"/>
          <p14:tracePt t="259147" x="5137150" y="5354638"/>
          <p14:tracePt t="259202" x="5137150" y="5340350"/>
          <p14:tracePt t="259236" x="5122863" y="5340350"/>
          <p14:tracePt t="259251" x="5122863" y="5327650"/>
          <p14:tracePt t="259271" x="5122863" y="5313363"/>
          <p14:tracePt t="259292" x="5122863" y="5300663"/>
          <p14:tracePt t="259317" x="5110163" y="5292725"/>
          <p14:tracePt t="259327" x="5110163" y="5280025"/>
          <p14:tracePt t="259338" x="5102225" y="5265738"/>
          <p14:tracePt t="259371" x="5089525" y="5253038"/>
          <p14:tracePt t="259375" x="5089525" y="5238750"/>
          <p14:tracePt t="259388" x="5075238" y="5224463"/>
          <p14:tracePt t="259395" x="5062538" y="5224463"/>
          <p14:tracePt t="259429" x="5033963" y="5205413"/>
          <p14:tracePt t="259433" x="5027613" y="5205413"/>
          <p14:tracePt t="259440" x="5014913" y="5191125"/>
          <p14:tracePt t="259453" x="5000625" y="5176838"/>
          <p14:tracePt t="259459" x="4973638" y="5164138"/>
          <p14:tracePt t="259473" x="4959350" y="5149850"/>
          <p14:tracePt t="259492" x="4946650" y="5149850"/>
          <p14:tracePt t="259495" x="4938713" y="5143500"/>
          <p14:tracePt t="259508" x="4926013" y="5143500"/>
          <p14:tracePt t="259523" x="4911725" y="5129213"/>
          <p14:tracePt t="259531" x="4899025" y="5129213"/>
          <p14:tracePt t="259541" x="4884738" y="5116513"/>
          <p14:tracePt t="259552" x="4872038" y="5116513"/>
          <p14:tracePt t="259571" x="4851400" y="5116513"/>
          <p14:tracePt t="259576" x="4837113" y="5116513"/>
          <p14:tracePt t="259585" x="4810125" y="5116513"/>
          <p14:tracePt t="259605" x="4795838" y="5116513"/>
          <p14:tracePt t="259611" x="4776788" y="5116513"/>
          <p14:tracePt t="259619" x="4748213" y="5116513"/>
          <p14:tracePt t="259640" x="4708525" y="5129213"/>
          <p14:tracePt t="259647" x="4660900" y="5143500"/>
          <p14:tracePt t="259654" x="4625975" y="5143500"/>
          <p14:tracePt t="259672" x="4586288" y="5149850"/>
          <p14:tracePt t="259680" x="4538663" y="5164138"/>
          <p14:tracePt t="259686" x="4497388" y="5176838"/>
          <p14:tracePt t="259702" x="4449763" y="5191125"/>
          <p14:tracePt t="259722" x="4408488" y="5205413"/>
          <p14:tracePt t="259722" x="4375150" y="5224463"/>
          <p14:tracePt t="259738" x="4348163" y="5238750"/>
          <p14:tracePt t="259746" x="4313238" y="5265738"/>
          <p14:tracePt t="259758" x="4271963" y="5292725"/>
          <p14:tracePt t="259769" x="4259263" y="5300663"/>
          <p14:tracePt t="259777" x="4238625" y="5340350"/>
          <p14:tracePt t="259790" x="4224338" y="5367338"/>
          <p14:tracePt t="259800" x="4224338" y="5387975"/>
          <p14:tracePt t="259813" x="4211638" y="5402263"/>
          <p14:tracePt t="259823" x="4211638" y="5429250"/>
          <p14:tracePt t="259839" x="4211638" y="5443538"/>
          <p14:tracePt t="259845" x="4224338" y="5456238"/>
          <p14:tracePt t="259856" x="4224338" y="5476875"/>
          <p14:tracePt t="259874" x="4238625" y="5491163"/>
          <p14:tracePt t="259883" x="4244975" y="5503863"/>
          <p14:tracePt t="259889" x="4259263" y="5518150"/>
          <p14:tracePt t="259906" x="4286250" y="5530850"/>
          <p14:tracePt t="259912" x="4319588" y="5545138"/>
          <p14:tracePt t="259930" x="4348163" y="5551488"/>
          <p14:tracePt t="259937" x="4395788" y="5551488"/>
          <p14:tracePt t="259955" x="4435475" y="5565775"/>
          <p14:tracePt t="259961" x="4470400" y="5565775"/>
          <p14:tracePt t="259970" x="4510088" y="5565775"/>
          <p14:tracePt t="259980" x="4551363" y="5565775"/>
          <p14:tracePt t="259991" x="4572000" y="5565775"/>
          <p14:tracePt t="260001" x="4613275" y="5565775"/>
          <p14:tracePt t="260013" x="4660900" y="5565775"/>
          <p14:tracePt t="260026" x="4700588" y="5565775"/>
          <p14:tracePt t="260035" x="4735513" y="5565775"/>
          <p14:tracePt t="260047" x="4795838" y="5565775"/>
          <p14:tracePt t="260058" x="4837113" y="5551488"/>
          <p14:tracePt t="260075" x="4872038" y="5551488"/>
          <p14:tracePt t="260084" x="4911725" y="5545138"/>
          <p14:tracePt t="260092" x="4946650" y="5545138"/>
          <p14:tracePt t="260107" x="4973638" y="5530850"/>
          <p14:tracePt t="260118" x="4986338" y="5518150"/>
          <p14:tracePt t="260127" x="5000625" y="5518150"/>
          <p14:tracePt t="260137" x="5014913" y="5503863"/>
          <p14:tracePt t="260157" x="5014913" y="5491163"/>
          <p14:tracePt t="260162" x="5014913" y="5476875"/>
          <p14:tracePt t="260171" x="5027613" y="5462588"/>
          <p14:tracePt t="260192" x="5027613" y="5456238"/>
          <p14:tracePt t="260193" x="5014913" y="5443538"/>
          <p14:tracePt t="260205" x="5014913" y="5429250"/>
          <p14:tracePt t="260222" x="5014913" y="5414963"/>
          <p14:tracePt t="260227" x="5014913" y="5402263"/>
          <p14:tracePt t="260253" x="5000625" y="5387975"/>
          <p14:tracePt t="260261" x="5000625" y="5381625"/>
          <p14:tracePt t="260285" x="5000625" y="5367338"/>
          <p14:tracePt t="260305" x="5000625" y="5354638"/>
          <p14:tracePt t="260319" x="4986338" y="5340350"/>
          <p14:tracePt t="260339" x="4986338" y="5327650"/>
          <p14:tracePt t="260352" x="4973638" y="5313363"/>
          <p14:tracePt t="260362" x="4959350" y="5313363"/>
          <p14:tracePt t="260373" x="4946650" y="5300663"/>
          <p14:tracePt t="260388" x="4926013" y="5280025"/>
          <p14:tracePt t="260395" x="4899025" y="5265738"/>
          <p14:tracePt t="260408" x="4864100" y="5238750"/>
          <p14:tracePt t="260423" x="4837113" y="5224463"/>
          <p14:tracePt t="260431" x="4795838" y="5218113"/>
          <p14:tracePt t="260440" x="4748213" y="5205413"/>
          <p14:tracePt t="260474" x="4708525" y="5191125"/>
          <p14:tracePt t="260478" x="4673600" y="5176838"/>
          <p14:tracePt t="260485" x="4633913" y="5176838"/>
          <p14:tracePt t="260497" x="4613275" y="5191125"/>
          <p14:tracePt t="260503" x="4551363" y="5218113"/>
          <p14:tracePt t="260509" x="4497388" y="5253038"/>
          <p14:tracePt t="260520" x="4449763" y="5292725"/>
          <p14:tracePt t="260530" x="4422775" y="5313363"/>
          <p14:tracePt t="260543" x="4395788" y="5354638"/>
          <p14:tracePt t="260553" x="4387850" y="5387975"/>
          <p14:tracePt t="260575" x="4387850" y="5402263"/>
          <p14:tracePt t="260576" x="4387850" y="5429250"/>
          <p14:tracePt t="260587" x="4387850" y="5443538"/>
          <p14:tracePt t="260598" x="4395788" y="5456238"/>
          <p14:tracePt t="260611" x="4395788" y="5462588"/>
          <p14:tracePt t="260622" x="4408488" y="5476875"/>
          <p14:tracePt t="260634" x="4422775" y="5476875"/>
          <p14:tracePt t="260643" x="4422775" y="5491163"/>
          <p14:tracePt t="260656" x="4435475" y="5491163"/>
          <p14:tracePt t="260667" x="4449763" y="5491163"/>
          <p14:tracePt t="260677" x="4449763" y="5503863"/>
          <p14:tracePt t="260691" x="4462463" y="5503863"/>
          <p14:tracePt t="260711" x="4470400" y="5503863"/>
          <p14:tracePt t="260768" x="4483100" y="5503863"/>
          <p14:tracePt t="260800" x="4497388" y="5503863"/>
          <p14:tracePt t="260823" x="4510088" y="5503863"/>
          <p14:tracePt t="260836" x="4524375" y="5503863"/>
          <p14:tracePt t="260846" x="4538663" y="5503863"/>
          <p14:tracePt t="260857" x="4572000" y="5503863"/>
          <p14:tracePt t="260870" x="4598988" y="5503863"/>
          <p14:tracePt t="260879" x="4625975" y="5503863"/>
          <p14:tracePt t="260892" x="4660900" y="5518150"/>
          <p14:tracePt t="260904" x="4708525" y="5518150"/>
          <p14:tracePt t="260913" x="4748213" y="5518150"/>
          <p14:tracePt t="260925" x="4795838" y="5518150"/>
          <p14:tracePt t="260937" x="4837113" y="5530850"/>
          <p14:tracePt t="260947" x="4864100" y="5530850"/>
          <p14:tracePt t="260958" x="4899025" y="5530850"/>
          <p14:tracePt t="260971" x="4926013" y="5518150"/>
          <p14:tracePt t="260981" x="4938713" y="5518150"/>
          <p14:tracePt t="260993" x="4938713" y="5503863"/>
          <p14:tracePt t="261015" x="4946650" y="5491163"/>
          <p14:tracePt t="261025" x="4946650" y="5476875"/>
          <p14:tracePt t="261038" x="4946650" y="5462588"/>
          <p14:tracePt t="261048" x="4946650" y="5443538"/>
          <p14:tracePt t="261059" x="4946650" y="5429250"/>
          <p14:tracePt t="261071" x="4946650" y="5402263"/>
          <p14:tracePt t="261089" x="4938713" y="5381625"/>
          <p14:tracePt t="261093" x="4938713" y="5354638"/>
          <p14:tracePt t="261105" x="4926013" y="5327650"/>
          <p14:tracePt t="261125" x="4911725" y="5300663"/>
          <p14:tracePt t="261129" x="4911725" y="5292725"/>
          <p14:tracePt t="261139" x="4899025" y="5265738"/>
          <p14:tracePt t="261157" x="4872038" y="5253038"/>
          <p14:tracePt t="261163" x="4864100" y="5238750"/>
          <p14:tracePt t="261193" x="4837113" y="5224463"/>
          <p14:tracePt t="261194" x="4776788" y="5205413"/>
          <p14:tracePt t="261206" x="4735513" y="5205413"/>
          <p14:tracePt t="261221" x="4708525" y="5191125"/>
          <p14:tracePt t="261229" x="4673600" y="5191125"/>
          <p14:tracePt t="261240" x="4646613" y="5191125"/>
          <p14:tracePt t="261255" x="4625975" y="5191125"/>
          <p14:tracePt t="261262" x="4586288" y="5191125"/>
          <p14:tracePt t="261274" x="4551363" y="5205413"/>
          <p14:tracePt t="261287" x="4510088" y="5205413"/>
          <p14:tracePt t="261296" x="4470400" y="5218113"/>
          <p14:tracePt t="261307" x="4435475" y="5224463"/>
          <p14:tracePt t="261323" x="4395788" y="5238750"/>
          <p14:tracePt t="261329" x="4375150" y="5253038"/>
          <p14:tracePt t="261354" x="4333875" y="5265738"/>
          <p14:tracePt t="261355" x="4313238" y="5280025"/>
          <p14:tracePt t="261368" x="4300538" y="5280025"/>
          <p14:tracePt t="261374" x="4286250" y="5292725"/>
          <p14:tracePt t="261390" x="4271963" y="5300663"/>
          <p14:tracePt t="261396" x="4259263" y="5313363"/>
          <p14:tracePt t="261409" x="4259263" y="5327650"/>
          <p14:tracePt t="261424" x="4259263" y="5340350"/>
          <p14:tracePt t="261430" x="4244975" y="5354638"/>
          <p14:tracePt t="261443" x="4244975" y="5367338"/>
          <p14:tracePt t="261459" x="4244975" y="5381625"/>
          <p14:tracePt t="261468" x="4244975" y="5387975"/>
          <p14:tracePt t="261475" x="4244975" y="5402263"/>
          <p14:tracePt t="261520" x="4259263" y="5414963"/>
          <p14:tracePt t="261544" x="4259263" y="5429250"/>
          <p14:tracePt t="261611" x="4259263" y="5443538"/>
          <p14:tracePt t="261621" x="4271963" y="5443538"/>
          <p14:tracePt t="261688" x="4286250" y="5456238"/>
          <p14:tracePt t="261723" x="4286250" y="5462588"/>
          <p14:tracePt t="261737" x="4300538" y="5462588"/>
          <p14:tracePt t="261757" x="4313238" y="5476875"/>
          <p14:tracePt t="261770" x="4319588" y="5476875"/>
          <p14:tracePt t="261790" x="4319588" y="5491163"/>
          <p14:tracePt t="261805" x="4333875" y="5491163"/>
          <p14:tracePt t="261835" x="4348163" y="5491163"/>
          <p14:tracePt t="261936" x="4333875" y="5491163"/>
          <p14:tracePt t="261958" x="4319588" y="5503863"/>
          <p14:tracePt t="261972" x="4313238" y="5503863"/>
          <p14:tracePt t="261982" x="4300538" y="5503863"/>
          <p14:tracePt t="261993" x="4271963" y="5503863"/>
          <p14:tracePt t="262008" x="4259263" y="5503863"/>
          <p14:tracePt t="262015" x="4244975" y="5503863"/>
          <p14:tracePt t="262028" x="4238625" y="5503863"/>
          <p14:tracePt t="262044" x="4224338" y="5503863"/>
          <p14:tracePt t="262050" x="4211638" y="5503863"/>
          <p14:tracePt t="262060" x="4197350" y="5503863"/>
          <p14:tracePt t="262079" x="4184650" y="5503863"/>
          <p14:tracePt t="262108" x="4170363" y="5503863"/>
          <p14:tracePt t="262127" x="4157663" y="5503863"/>
          <p14:tracePt t="262228" x="4170363" y="5503863"/>
          <p14:tracePt t="262240" x="4197350" y="5503863"/>
          <p14:tracePt t="262251" x="4224338" y="5503863"/>
          <p14:tracePt t="262262" x="4244975" y="5503863"/>
          <p14:tracePt t="262276" x="4271963" y="5503863"/>
          <p14:tracePt t="262286" x="4313238" y="5503863"/>
          <p14:tracePt t="262298" x="4333875" y="5503863"/>
          <p14:tracePt t="262311" x="4360863" y="5503863"/>
          <p14:tracePt t="262319" x="4387850" y="5503863"/>
          <p14:tracePt t="262334" x="4395788" y="5503863"/>
          <p14:tracePt t="262354" x="4408488" y="5503863"/>
          <p14:tracePt t="262365" x="4422775" y="5503863"/>
          <p14:tracePt t="262378" x="4435475" y="5503863"/>
          <p14:tracePt t="262398" x="4449763" y="5503863"/>
          <p14:tracePt t="262410" x="4462463" y="5503863"/>
          <p14:tracePt t="262421" x="4470400" y="5503863"/>
          <p14:tracePt t="262453" x="4462463" y="5476875"/>
          <p14:tracePt t="262689" x="4483100" y="5476875"/>
          <p14:tracePt t="262701" x="4524375" y="5476875"/>
          <p14:tracePt t="262712" x="4586288" y="5476875"/>
          <p14:tracePt t="262726" x="4613275" y="5476875"/>
          <p14:tracePt t="262736" x="4625975" y="5476875"/>
          <p14:tracePt t="262759" x="4633913" y="5476875"/>
          <p14:tracePt t="262893" x="4625975" y="5476875"/>
          <p14:tracePt t="262914" x="4598988" y="5476875"/>
          <p14:tracePt t="262926" x="4586288" y="5476875"/>
          <p14:tracePt t="262938" x="4551363" y="5476875"/>
          <p14:tracePt t="262950" x="4524375" y="5476875"/>
          <p14:tracePt t="262961" x="4497388" y="5476875"/>
          <p14:tracePt t="262973" x="4462463" y="5476875"/>
          <p14:tracePt t="262983" x="4435475" y="5476875"/>
          <p14:tracePt t="262995" x="4408488" y="5476875"/>
          <p14:tracePt t="263006" x="4375150" y="5476875"/>
          <p14:tracePt t="263024" x="4348163" y="5476875"/>
          <p14:tracePt t="263027" x="4333875" y="5491163"/>
          <p14:tracePt t="263039" x="4319588" y="5491163"/>
          <p14:tracePt t="263059" x="4313238" y="5491163"/>
          <p14:tracePt t="263229" x="4300538" y="5491163"/>
          <p14:tracePt t="263287" x="4286250" y="5491163"/>
          <p14:tracePt t="263331" x="4271963" y="5491163"/>
          <p14:tracePt t="263354" x="4259263" y="5491163"/>
          <p14:tracePt t="263522" x="4244975" y="5491163"/>
          <p14:tracePt t="263535" x="4238625" y="5503863"/>
          <p14:tracePt t="263548" x="4224338" y="5503863"/>
          <p14:tracePt t="263556" x="4211638" y="5503863"/>
          <p14:tracePt t="263573" x="4197350" y="5503863"/>
          <p14:tracePt t="263578" x="4184650" y="5503863"/>
          <p14:tracePt t="263591" x="4170363" y="5503863"/>
          <p14:tracePt t="263614" x="4157663" y="5503863"/>
          <p14:tracePt t="263624" x="4149725" y="5503863"/>
          <p14:tracePt t="263916" x="4157663" y="5503863"/>
          <p14:tracePt t="263984" x="4170363" y="5503863"/>
          <p14:tracePt t="264028" x="4184650" y="5503863"/>
          <p14:tracePt t="264051" x="4197350" y="5503863"/>
          <p14:tracePt t="264063" x="4211638" y="5503863"/>
          <p14:tracePt t="264074" x="4238625" y="5503863"/>
          <p14:tracePt t="264086" x="4259263" y="5503863"/>
          <p14:tracePt t="264097" x="4286250" y="5503863"/>
          <p14:tracePt t="264107" x="4313238" y="5503863"/>
          <p14:tracePt t="264118" x="4319588" y="5518150"/>
          <p14:tracePt t="264130" x="4348163" y="5518150"/>
          <p14:tracePt t="264148" x="4360863" y="5518150"/>
          <p14:tracePt t="264154" x="4375150" y="5518150"/>
          <p14:tracePt t="264366" x="4387850" y="5518150"/>
          <p14:tracePt t="264412" x="4395788" y="5518150"/>
          <p14:tracePt t="264861" x="4408488" y="5518150"/>
          <p14:tracePt t="264872" x="4422775" y="5530850"/>
          <p14:tracePt t="264884" x="4435475" y="5530850"/>
          <p14:tracePt t="264895" x="4462463" y="5530850"/>
          <p14:tracePt t="264906" x="4497388" y="5545138"/>
          <p14:tracePt t="264920" x="4524375" y="5545138"/>
          <p14:tracePt t="264928" x="4551363" y="5545138"/>
          <p14:tracePt t="264940" x="4572000" y="5545138"/>
          <p14:tracePt t="264958" x="4598988" y="5545138"/>
          <p14:tracePt t="264963" x="4613275" y="5545138"/>
          <p14:tracePt t="264974" x="4625975" y="5545138"/>
          <p14:tracePt t="264985" x="4646613" y="5545138"/>
          <p14:tracePt t="265007" x="4660900" y="5545138"/>
          <p14:tracePt t="265019" x="4673600" y="5545138"/>
          <p14:tracePt t="265030" x="4687888" y="5545138"/>
          <p14:tracePt t="265042" x="4700588" y="5545138"/>
          <p14:tracePt t="265065" x="4708525" y="5545138"/>
          <p14:tracePt t="265075" x="4721225" y="5545138"/>
          <p14:tracePt t="265101" x="4735513" y="5545138"/>
          <p14:tracePt t="265142" x="4748213" y="5545138"/>
          <p14:tracePt t="266357" x="4735513" y="5545138"/>
          <p14:tracePt t="266368" x="4721225" y="5545138"/>
          <p14:tracePt t="266379" x="4700588" y="5545138"/>
          <p14:tracePt t="266392" x="4673600" y="5545138"/>
          <p14:tracePt t="266403" x="4646613" y="5545138"/>
          <p14:tracePt t="266414" x="4625975" y="5545138"/>
          <p14:tracePt t="266430" x="4586288" y="5545138"/>
          <p14:tracePt t="266436" x="4551363" y="5545138"/>
          <p14:tracePt t="266447" x="4524375" y="5545138"/>
          <p14:tracePt t="266465" x="4483100" y="5545138"/>
          <p14:tracePt t="266470" x="4449763" y="5545138"/>
          <p14:tracePt t="266481" x="4408488" y="5545138"/>
          <p14:tracePt t="266493" x="4387850" y="5545138"/>
          <p14:tracePt t="266505" x="4348163" y="5545138"/>
          <p14:tracePt t="266515" x="4333875" y="5545138"/>
          <p14:tracePt t="266528" x="4319588" y="5545138"/>
          <p14:tracePt t="266538" x="4313238" y="5530850"/>
          <p14:tracePt t="266661" x="4333875" y="5530850"/>
          <p14:tracePt t="266672" x="4348163" y="5545138"/>
          <p14:tracePt t="266683" x="4395788" y="5545138"/>
          <p14:tracePt t="266696" x="4449763" y="5545138"/>
          <p14:tracePt t="266706" x="4510088" y="5545138"/>
          <p14:tracePt t="266717" x="4572000" y="5551488"/>
          <p14:tracePt t="266729" x="4646613" y="5551488"/>
          <p14:tracePt t="266764" x="4708525" y="5551488"/>
          <p14:tracePt t="266767" x="4762500" y="5565775"/>
          <p14:tracePt t="266774" x="4795838" y="5565775"/>
          <p14:tracePt t="266777" x="4824413" y="5565775"/>
          <p14:tracePt t="266790" x="4837113" y="5565775"/>
          <p14:tracePt t="266874" x="4810125" y="5565775"/>
          <p14:tracePt t="266887" x="4789488" y="5565775"/>
          <p14:tracePt t="266898" x="4748213" y="5565775"/>
          <p14:tracePt t="266909" x="4687888" y="5565775"/>
          <p14:tracePt t="266923" x="4613275" y="5565775"/>
          <p14:tracePt t="266931" x="4551363" y="5565775"/>
          <p14:tracePt t="266944" x="4483100" y="5551488"/>
          <p14:tracePt t="266959" x="4422775" y="5551488"/>
          <p14:tracePt t="266965" x="4387850" y="5551488"/>
          <p14:tracePt t="266992" x="4348163" y="5551488"/>
          <p14:tracePt t="266999" x="4333875" y="5551488"/>
          <p14:tracePt t="267077" x="4348163" y="5551488"/>
          <p14:tracePt t="267088" x="4360863" y="5551488"/>
          <p14:tracePt t="267100" x="4387850" y="5551488"/>
          <p14:tracePt t="267112" x="4422775" y="5551488"/>
          <p14:tracePt t="267125" x="4470400" y="5551488"/>
          <p14:tracePt t="267135" x="4524375" y="5551488"/>
          <p14:tracePt t="267145" x="4586288" y="5551488"/>
          <p14:tracePt t="267162" x="4646613" y="5551488"/>
          <p14:tracePt t="267168" x="4700588" y="5551488"/>
          <p14:tracePt t="267179" x="4735513" y="5551488"/>
          <p14:tracePt t="267191" x="4762500" y="5551488"/>
          <p14:tracePt t="267257" x="4748213" y="5565775"/>
          <p14:tracePt t="267268" x="4708525" y="5565775"/>
          <p14:tracePt t="267280" x="4687888" y="5565775"/>
          <p14:tracePt t="267291" x="4625975" y="5565775"/>
          <p14:tracePt t="267304" x="4538663" y="5565775"/>
          <p14:tracePt t="267314" x="4470400" y="5565775"/>
          <p14:tracePt t="267326" x="4360863" y="5551488"/>
          <p14:tracePt t="267337" x="4271963" y="5551488"/>
          <p14:tracePt t="267348" x="4211638" y="5551488"/>
          <p14:tracePt t="267359" x="4157663" y="5545138"/>
          <p14:tracePt t="267370" x="4122738" y="5545138"/>
          <p14:tracePt t="267381" x="4095750" y="5545138"/>
          <p14:tracePt t="267471" x="4110038" y="5545138"/>
          <p14:tracePt t="267482" x="4149725" y="5545138"/>
          <p14:tracePt t="267493" x="4184650" y="5545138"/>
          <p14:tracePt t="267508" x="4238625" y="5545138"/>
          <p14:tracePt t="267518" x="4313238" y="5545138"/>
          <p14:tracePt t="267529" x="4408488" y="5545138"/>
          <p14:tracePt t="267540" x="4524375" y="5545138"/>
          <p14:tracePt t="267550" x="4613275" y="5545138"/>
          <p14:tracePt t="267565" x="4687888" y="5551488"/>
          <p14:tracePt t="267573" x="4748213" y="5551488"/>
          <p14:tracePt t="267585" x="4789488" y="5551488"/>
          <p14:tracePt t="267601" x="4810125" y="5565775"/>
          <p14:tracePt t="267651" x="4795838" y="5565775"/>
          <p14:tracePt t="267666" x="4789488" y="5565775"/>
          <p14:tracePt t="267675" x="4748213" y="5578475"/>
          <p14:tracePt t="267685" x="4708525" y="5578475"/>
          <p14:tracePt t="267701" x="4660900" y="5578475"/>
          <p14:tracePt t="267708" x="4586288" y="5578475"/>
          <p14:tracePt t="267720" x="4497388" y="5578475"/>
          <p14:tracePt t="267736" x="4408488" y="5578475"/>
          <p14:tracePt t="267742" x="4348163" y="5578475"/>
          <p14:tracePt t="267753" x="4271963" y="5565775"/>
          <p14:tracePt t="267771" x="4211638" y="5565775"/>
          <p14:tracePt t="267775" x="4184650" y="5565775"/>
          <p14:tracePt t="267787" x="4157663" y="5565775"/>
          <p14:tracePt t="267809" x="4149725" y="5565775"/>
          <p14:tracePt t="267864" x="4170363" y="5565775"/>
          <p14:tracePt t="267876" x="4211638" y="5565775"/>
          <p14:tracePt t="267887" x="4244975" y="5565775"/>
          <p14:tracePt t="267899" x="4313238" y="5565775"/>
          <p14:tracePt t="267916" x="4395788" y="5551488"/>
          <p14:tracePt t="267922" x="4462463" y="5551488"/>
          <p14:tracePt t="267933" x="4572000" y="5565775"/>
          <p14:tracePt t="267944" x="4660900" y="5565775"/>
          <p14:tracePt t="267955" x="4735513" y="5565775"/>
          <p14:tracePt t="267967" x="4789488" y="5565775"/>
          <p14:tracePt t="267984" x="4824413" y="5565775"/>
          <p14:tracePt t="267989" x="4837113" y="5565775"/>
          <p14:tracePt t="268045" x="4824413" y="5565775"/>
          <p14:tracePt t="268056" x="4810125" y="5578475"/>
          <p14:tracePt t="268067" x="4762500" y="5578475"/>
          <p14:tracePt t="268082" x="4708525" y="5578475"/>
          <p14:tracePt t="268091" x="4633913" y="5578475"/>
          <p14:tracePt t="268102" x="4524375" y="5565775"/>
          <p14:tracePt t="268118" x="4435475" y="5565775"/>
          <p14:tracePt t="268124" x="4313238" y="5565775"/>
          <p14:tracePt t="268137" x="4197350" y="5551488"/>
          <p14:tracePt t="268153" x="4110038" y="5551488"/>
          <p14:tracePt t="268159" x="4075113" y="5545138"/>
          <p14:tracePt t="268169" x="4033838" y="5545138"/>
          <p14:tracePt t="268187" x="4021138" y="5545138"/>
          <p14:tracePt t="268226" x="4033838" y="5545138"/>
          <p14:tracePt t="268236" x="4048125" y="5545138"/>
          <p14:tracePt t="268250" x="4081463" y="5545138"/>
          <p14:tracePt t="268260" x="4157663" y="5545138"/>
          <p14:tracePt t="268271" x="4224338" y="5545138"/>
          <p14:tracePt t="268286" x="4348163" y="5545138"/>
          <p14:tracePt t="268293" x="4470400" y="5545138"/>
          <p14:tracePt t="268305" x="4572000" y="5545138"/>
          <p14:tracePt t="268320" x="4708525" y="5551488"/>
          <p14:tracePt t="268327" x="4824413" y="5551488"/>
          <p14:tracePt t="268338" x="4911725" y="5551488"/>
          <p14:tracePt t="268355" x="4946650" y="5551488"/>
          <p14:tracePt t="268361" x="4973638" y="5551488"/>
          <p14:tracePt t="268405" x="4946650" y="5551488"/>
          <p14:tracePt t="268428" x="4926013" y="5551488"/>
          <p14:tracePt t="268432" x="4864100" y="5551488"/>
          <p14:tracePt t="268440" x="4776788" y="5551488"/>
          <p14:tracePt t="268451" x="4673600" y="5551488"/>
          <p14:tracePt t="268466" x="4598988" y="5551488"/>
          <p14:tracePt t="268473" x="4497388" y="5551488"/>
          <p14:tracePt t="268488" x="4422775" y="5545138"/>
          <p14:tracePt t="268495" x="4375150" y="5545138"/>
          <p14:tracePt t="268508" x="4333875" y="5545138"/>
          <p14:tracePt t="268523" x="4319588" y="5545138"/>
          <p14:tracePt t="268533" x="4313238" y="5545138"/>
          <p14:tracePt t="268573" x="4333875" y="5545138"/>
          <p14:tracePt t="268585" x="4360863" y="5545138"/>
          <p14:tracePt t="268600" x="4422775" y="5545138"/>
          <p14:tracePt t="268608" x="4470400" y="5545138"/>
          <p14:tracePt t="268620" x="4572000" y="5551488"/>
          <p14:tracePt t="268636" x="4700588" y="5551488"/>
          <p14:tracePt t="268642" x="4810125" y="5565775"/>
          <p14:tracePt t="268654" x="4884738" y="5565775"/>
          <p14:tracePt t="268670" x="4959350" y="5565775"/>
          <p14:tracePt t="268677" x="5000625" y="5565775"/>
          <p14:tracePt t="268687" x="5014913" y="5565775"/>
          <p14:tracePt t="268720" x="4986338" y="5565775"/>
          <p14:tracePt t="268731" x="4926013" y="5565775"/>
          <p14:tracePt t="268742" x="4837113" y="5551488"/>
          <p14:tracePt t="268754" x="4721225" y="5551488"/>
          <p14:tracePt t="268766" x="4613275" y="5551488"/>
          <p14:tracePt t="268777" x="4449763" y="5545138"/>
          <p14:tracePt t="268789" x="4286250" y="5530850"/>
          <p14:tracePt t="268800" x="4197350" y="5518150"/>
          <p14:tracePt t="268810" x="4110038" y="5518150"/>
          <p14:tracePt t="268821" x="4075113" y="5518150"/>
          <p14:tracePt t="268834" x="4062413" y="5518150"/>
          <p14:tracePt t="268867" x="4048125" y="5518150"/>
          <p14:tracePt t="268868" x="4062413" y="5518150"/>
          <p14:tracePt t="268877" x="4081463" y="5518150"/>
          <p14:tracePt t="268889" x="4137025" y="5518150"/>
          <p14:tracePt t="268901" x="4211638" y="5518150"/>
          <p14:tracePt t="268912" x="4271963" y="5518150"/>
          <p14:tracePt t="268924" x="4375150" y="5530850"/>
          <p14:tracePt t="268934" x="4497388" y="5530850"/>
          <p14:tracePt t="268945" x="4613275" y="5545138"/>
          <p14:tracePt t="268956" x="4700588" y="5545138"/>
          <p14:tracePt t="268969" x="4776788" y="5551488"/>
          <p14:tracePt t="268984" x="4837113" y="5551488"/>
          <p14:tracePt t="268990" x="4851400" y="5551488"/>
          <p14:tracePt t="269005" x="4864100" y="5551488"/>
          <p14:tracePt t="269024" x="4851400" y="5551488"/>
          <p14:tracePt t="269035" x="4837113" y="5551488"/>
          <p14:tracePt t="269048" x="4810125" y="5565775"/>
          <p14:tracePt t="269057" x="4789488" y="5565775"/>
          <p14:tracePt t="269071" x="4748213" y="5565775"/>
          <p14:tracePt t="269083" x="4700588" y="5565775"/>
          <p14:tracePt t="269092" x="4646613" y="5565775"/>
          <p14:tracePt t="269104" x="4625975" y="5565775"/>
          <p14:tracePt t="269116" x="4572000" y="5565775"/>
          <p14:tracePt t="269125" x="4551363" y="5565775"/>
          <p14:tracePt t="269139" x="4538663" y="5565775"/>
          <p14:tracePt t="269181" x="4557713" y="5565775"/>
          <p14:tracePt t="269192" x="4586288" y="5565775"/>
          <p14:tracePt t="269203" x="4646613" y="5565775"/>
          <p14:tracePt t="269217" x="4700588" y="5565775"/>
          <p14:tracePt t="269228" x="4762500" y="5565775"/>
          <p14:tracePt t="269238" x="4837113" y="5565775"/>
          <p14:tracePt t="269253" x="4899025" y="5551488"/>
          <p14:tracePt t="269261" x="4946650" y="5551488"/>
          <p14:tracePt t="269273" x="4986338" y="5551488"/>
          <p14:tracePt t="269287" x="5014913" y="5551488"/>
          <p14:tracePt t="269328" x="5000625" y="5551488"/>
          <p14:tracePt t="269338" x="4959350" y="5551488"/>
          <p14:tracePt t="269350" x="4899025" y="5551488"/>
          <p14:tracePt t="269362" x="4824413" y="5551488"/>
          <p14:tracePt t="269373" x="4735513" y="5551488"/>
          <p14:tracePt t="269386" x="4613275" y="5545138"/>
          <p14:tracePt t="269398" x="4497388" y="5530850"/>
          <p14:tracePt t="269406" x="4408488" y="5530850"/>
          <p14:tracePt t="269421" x="4333875" y="5530850"/>
          <p14:tracePt t="269433" x="4259263" y="5518150"/>
          <p14:tracePt t="269441" x="4238625" y="5518150"/>
          <p14:tracePt t="269456" x="4224338" y="5518150"/>
          <p14:tracePt t="269518" x="4238625" y="5518150"/>
          <p14:tracePt t="269530" x="4244975" y="5518150"/>
          <p14:tracePt t="269541" x="4271963" y="5518150"/>
          <p14:tracePt t="269552" x="4313238" y="5518150"/>
          <p14:tracePt t="269566" x="4348163" y="5518150"/>
          <p14:tracePt t="269576" x="4422775" y="5518150"/>
          <p14:tracePt t="269587" x="4497388" y="5518150"/>
          <p14:tracePt t="269601" x="4572000" y="5518150"/>
          <p14:tracePt t="269609" x="4660900" y="5518150"/>
          <p14:tracePt t="269622" x="4762500" y="5518150"/>
          <p14:tracePt t="269635" x="4810125" y="5518150"/>
          <p14:tracePt t="269643" x="4872038" y="5530850"/>
          <p14:tracePt t="269657" x="4938713" y="5530850"/>
          <p14:tracePt t="269668" x="4973638" y="5530850"/>
          <p14:tracePt t="269678" x="5000625" y="5530850"/>
          <p14:tracePt t="269689" x="5027613" y="5530850"/>
          <p14:tracePt t="269701" x="5033963" y="5530850"/>
          <p14:tracePt t="269711" x="5048250" y="5530850"/>
          <p14:tracePt t="270194" x="5048250" y="5518150"/>
          <p14:tracePt t="270204" x="5033963" y="5518150"/>
          <p14:tracePt t="270238" x="5033963" y="5503863"/>
          <p14:tracePt t="270261" x="5033963" y="5491163"/>
          <p14:tracePt t="270275" x="5033963" y="5462588"/>
          <p14:tracePt t="270285" x="5033963" y="5443538"/>
          <p14:tracePt t="270295" x="5033963" y="5387975"/>
          <p14:tracePt t="270311" x="5033963" y="5313363"/>
          <p14:tracePt t="270318" x="5033963" y="5224463"/>
          <p14:tracePt t="270330" x="5033963" y="5116513"/>
          <p14:tracePt t="270345" x="5033963" y="4979988"/>
          <p14:tracePt t="270353" x="5027613" y="4837113"/>
          <p14:tracePt t="270363" x="5000625" y="4748213"/>
          <p14:tracePt t="270382" x="4946650" y="4667250"/>
          <p14:tracePt t="270393" x="4864100" y="4598988"/>
          <p14:tracePt t="270399" x="4776788" y="4578350"/>
          <p14:tracePt t="270632" x="4795838" y="4578350"/>
          <p14:tracePt t="270643" x="4810125" y="4578350"/>
          <p14:tracePt t="270658" x="4824413" y="4565650"/>
          <p14:tracePt t="270667" x="4837113" y="4565650"/>
          <p14:tracePt t="270681" x="4837113" y="4551363"/>
          <p14:tracePt t="270690" x="4851400" y="4538663"/>
          <p14:tracePt t="270701" x="4851400" y="4524375"/>
          <p14:tracePt t="270714" x="4864100" y="4510088"/>
          <p14:tracePt t="270723" x="4872038" y="4491038"/>
          <p14:tracePt t="270734" x="4899025" y="4476750"/>
          <p14:tracePt t="270746" x="4899025" y="4462463"/>
          <p14:tracePt t="270757" x="4911725" y="4462463"/>
          <p14:tracePt t="270768" x="4926013" y="4449763"/>
          <p14:tracePt t="270780" x="4938713" y="4435475"/>
          <p14:tracePt t="270790" x="4938713" y="4429125"/>
          <p14:tracePt t="270803" x="4946650" y="4402138"/>
          <p14:tracePt t="270813" x="4959350" y="4360863"/>
          <p14:tracePt t="270825" x="4973638" y="4327525"/>
          <p14:tracePt t="270836" x="5000625" y="4265613"/>
          <p14:tracePt t="270849" x="5027613" y="4164013"/>
          <p14:tracePt t="270862" x="5062538" y="4048125"/>
          <p14:tracePt t="270870" x="5089525" y="3938588"/>
          <p14:tracePt t="270885" x="5110163" y="3776663"/>
          <p14:tracePt t="270891" x="5137150" y="3598863"/>
          <p14:tracePt t="270904" x="5164138" y="3470275"/>
          <p14:tracePt t="270922" x="5176838" y="3306763"/>
          <p14:tracePt t="270931" x="5197475" y="3184525"/>
          <p14:tracePt t="270959" x="5211763" y="3109913"/>
          <p14:tracePt t="270965" x="5224463" y="3021013"/>
          <p14:tracePt t="270972" x="5238750" y="2959100"/>
          <p14:tracePt t="270972" x="5238750" y="2911475"/>
          <p14:tracePt t="270982" x="5238750" y="2871788"/>
          <p14:tracePt t="271000" x="5238750" y="2843213"/>
          <p14:tracePt t="271004" x="5238750" y="2830513"/>
          <p14:tracePt t="271015" x="5238750" y="2824163"/>
          <p14:tracePt t="271036" x="5238750" y="2809875"/>
          <p14:tracePt t="271039" x="5238750" y="2795588"/>
          <p14:tracePt t="271050" x="5238750" y="2782888"/>
          <p14:tracePt t="271068" x="5238750" y="2768600"/>
          <p14:tracePt t="271073" x="5238750" y="2755900"/>
          <p14:tracePt t="271100" x="5238750" y="2747963"/>
          <p14:tracePt t="271117" x="5238750" y="2735263"/>
          <p14:tracePt t="271139" x="5238750" y="2720975"/>
          <p14:tracePt t="271151" x="5238750" y="2708275"/>
          <p14:tracePt t="271164" x="5224463" y="2693988"/>
          <p14:tracePt t="271174" x="5224463" y="2673350"/>
          <p14:tracePt t="271184" x="5211763" y="2619375"/>
          <p14:tracePt t="271199" x="5197475" y="2557463"/>
          <p14:tracePt t="271207" x="5184775" y="2497138"/>
          <p14:tracePt t="271219" x="5164138" y="2408238"/>
          <p14:tracePt t="271234" x="5122863" y="2271713"/>
          <p14:tracePt t="271241" x="5089525" y="2157413"/>
          <p14:tracePt t="271252" x="5033963" y="1993900"/>
          <p14:tracePt t="271269" x="4959350" y="1857375"/>
          <p14:tracePt t="271274" x="4899025" y="1768475"/>
          <p14:tracePt t="271286" x="4864100" y="1714500"/>
          <p14:tracePt t="271301" x="4824413" y="1693863"/>
          <p14:tracePt t="271311" x="4795838" y="1681163"/>
          <p14:tracePt t="271333" x="4789488" y="1681163"/>
          <p14:tracePt t="271386" x="4776788" y="1693863"/>
          <p14:tracePt t="271412" x="4762500" y="1714500"/>
          <p14:tracePt t="271421" x="4748213" y="1741488"/>
          <p14:tracePt t="271432" x="4735513" y="1755775"/>
          <p14:tracePt t="271449" x="4721225" y="1795463"/>
          <p14:tracePt t="271454" x="4700588" y="1830388"/>
          <p14:tracePt t="271466" x="4687888" y="1890713"/>
          <p14:tracePt t="271483" x="4660900" y="1931988"/>
          <p14:tracePt t="271489" x="4646613" y="1979613"/>
          <p14:tracePt t="271499" x="4633913" y="2033588"/>
          <p14:tracePt t="271519" x="4625975" y="2054225"/>
          <p14:tracePt t="271523" x="4625975" y="2068513"/>
          <p14:tracePt t="271534" x="4625975" y="2081213"/>
          <p14:tracePt t="271551" x="4625975" y="2095500"/>
          <p14:tracePt t="271567" x="4613275" y="2109788"/>
          <p14:tracePt t="271586" x="4613275" y="2128838"/>
          <p14:tracePt t="271594" x="4613275" y="2143125"/>
          <p14:tracePt t="271601" x="4598988" y="2170113"/>
          <p14:tracePt t="271612" x="4598988" y="2190750"/>
          <p14:tracePt t="271632" x="4598988" y="2205038"/>
          <p14:tracePt t="271638" x="4598988" y="2217738"/>
          <p14:tracePt t="271647" x="4613275" y="2232025"/>
          <p14:tracePt t="271669" x="4613275" y="2244725"/>
          <p14:tracePt t="271680" x="4625975" y="2271713"/>
          <p14:tracePt t="271691" x="4633913" y="2306638"/>
          <p14:tracePt t="271702" x="4646613" y="2333625"/>
          <p14:tracePt t="271713" x="4660900" y="2366963"/>
          <p14:tracePt t="271724" x="4646613" y="2395538"/>
          <p14:tracePt t="271915" x="4660900" y="2395538"/>
          <p14:tracePt t="271939" x="4673600" y="2381250"/>
          <p14:tracePt t="271960" x="4687888" y="2366963"/>
          <p14:tracePt t="271983" x="4687888" y="2354263"/>
          <p14:tracePt t="272006" x="4700588" y="2354263"/>
          <p14:tracePt t="272050" x="4700588" y="2347913"/>
          <p14:tracePt t="272061" x="4708525" y="2347913"/>
          <p14:tracePt t="272139" x="4708525" y="2333625"/>
          <p14:tracePt t="272184" x="4721225" y="2319338"/>
          <p14:tracePt t="272231" x="4721225" y="2306638"/>
          <p14:tracePt t="272241" x="4735513" y="2306638"/>
          <p14:tracePt t="272274" x="4748213" y="2292350"/>
          <p14:tracePt t="272298" x="4748213" y="2279650"/>
          <p14:tracePt t="272309" x="4762500" y="2279650"/>
          <p14:tracePt t="272366" x="4762500" y="2271713"/>
          <p14:tracePt t="272454" x="4776788" y="2271713"/>
          <p14:tracePt t="272489" x="4789488" y="2271713"/>
          <p14:tracePt t="272501" x="4789488" y="2259013"/>
          <p14:tracePt t="272526" x="4795838" y="2259013"/>
          <p14:tracePt t="272578" x="4810125" y="2259013"/>
          <p14:tracePt t="272679" x="4824413" y="2259013"/>
          <p14:tracePt t="272724" x="4837113" y="2259013"/>
          <p14:tracePt t="272736" x="4851400" y="2259013"/>
          <p14:tracePt t="272748" x="4864100" y="2271713"/>
          <p14:tracePt t="272760" x="4884738" y="2279650"/>
          <p14:tracePt t="272771" x="4926013" y="2292350"/>
          <p14:tracePt t="272785" x="4959350" y="2347913"/>
          <p14:tracePt t="272794" x="5000625" y="2422525"/>
          <p14:tracePt t="272804" x="5033963" y="2482850"/>
          <p14:tracePt t="272818" x="5062538" y="2592388"/>
          <p14:tracePt t="272826" x="5075238" y="2747963"/>
          <p14:tracePt t="272839" x="5075238" y="2946400"/>
          <p14:tracePt t="272853" x="5033963" y="3109913"/>
          <p14:tracePt t="272865" x="4973638" y="3360738"/>
          <p14:tracePt t="272873" x="4899025" y="3598863"/>
          <p14:tracePt t="272883" x="4851400" y="3735388"/>
          <p14:tracePt t="272903" x="4795838" y="3871913"/>
          <p14:tracePt t="272907" x="4748213" y="3959225"/>
          <p14:tracePt t="272922" x="4721225" y="4000500"/>
          <p14:tracePt t="272936" x="4708525" y="4027488"/>
          <p14:tracePt t="272942" x="4700588" y="4033838"/>
          <p14:tracePt t="272960" x="4687888" y="4048125"/>
          <p14:tracePt t="272985" x="4673600" y="4075113"/>
          <p14:tracePt t="272986" x="4660900" y="4089400"/>
          <p14:tracePt t="273007" x="4660900" y="4102100"/>
          <p14:tracePt t="273053" x="4673600" y="4110038"/>
          <p14:tracePt t="273064" x="4687888" y="4122738"/>
          <p14:tracePt t="273074" x="4700588" y="4122738"/>
          <p14:tracePt t="273085" x="4721225" y="4137025"/>
          <p14:tracePt t="273098" x="4748213" y="4149725"/>
          <p14:tracePt t="273108" x="4776788" y="4149725"/>
          <p14:tracePt t="273120" x="4810125" y="4149725"/>
          <p14:tracePt t="273133" x="4824413" y="4149725"/>
          <p14:tracePt t="273142" x="4851400" y="4149725"/>
          <p14:tracePt t="273164" x="4864100" y="4137025"/>
          <p14:tracePt t="273187" x="4864100" y="4122738"/>
          <p14:tracePt t="273198" x="4864100" y="4110038"/>
          <p14:tracePt t="273209" x="4864100" y="4102100"/>
          <p14:tracePt t="273222" x="4851400" y="4089400"/>
          <p14:tracePt t="273233" x="4837113" y="4062413"/>
          <p14:tracePt t="273243" x="4824413" y="4033838"/>
          <p14:tracePt t="273255" x="4795838" y="4027488"/>
          <p14:tracePt t="273266" x="4776788" y="4014788"/>
          <p14:tracePt t="273277" x="4735513" y="3986213"/>
          <p14:tracePt t="273287" x="4708525" y="3986213"/>
          <p14:tracePt t="273299" x="4687888" y="3973513"/>
          <p14:tracePt t="273311" x="4646613" y="3973513"/>
          <p14:tracePt t="273322" x="4613275" y="3973513"/>
          <p14:tracePt t="273334" x="4572000" y="3973513"/>
          <p14:tracePt t="273344" x="4551363" y="3986213"/>
          <p14:tracePt t="273356" x="4510088" y="4014788"/>
          <p14:tracePt t="273366" x="4483100" y="4033838"/>
          <p14:tracePt t="273379" x="4470400" y="4062413"/>
          <p14:tracePt t="273390" x="4470400" y="4089400"/>
          <p14:tracePt t="273402" x="4470400" y="4122738"/>
          <p14:tracePt t="273415" x="4470400" y="4137025"/>
          <p14:tracePt t="273423" x="4497388" y="4164013"/>
          <p14:tracePt t="273436" x="4538663" y="4176713"/>
          <p14:tracePt t="273449" x="4586288" y="4197350"/>
          <p14:tracePt t="273457" x="4633913" y="4197350"/>
          <p14:tracePt t="273473" x="4721225" y="4197350"/>
          <p14:tracePt t="273481" x="4837113" y="4197350"/>
          <p14:tracePt t="273491" x="4926013" y="4197350"/>
          <p14:tracePt t="273522" x="5027613" y="4176713"/>
          <p14:tracePt t="273523" x="5102225" y="4149725"/>
          <p14:tracePt t="273535" x="5149850" y="4122738"/>
          <p14:tracePt t="273535" x="5197475" y="4102100"/>
          <p14:tracePt t="273552" x="5224463" y="4062413"/>
          <p14:tracePt t="273558" x="5238750" y="4033838"/>
          <p14:tracePt t="273570" x="5238750" y="4014788"/>
          <p14:tracePt t="273587" x="5211763" y="3959225"/>
          <p14:tracePt t="273593" x="5176838" y="3925888"/>
          <p14:tracePt t="273603" x="5137150" y="3884613"/>
          <p14:tracePt t="273620" x="5075238" y="3851275"/>
          <p14:tracePt t="273626" x="5000625" y="3810000"/>
          <p14:tracePt t="273637" x="4946650" y="3795713"/>
          <p14:tracePt t="273653" x="4884738" y="3789363"/>
          <p14:tracePt t="273660" x="4810125" y="3789363"/>
          <p14:tracePt t="273671" x="4748213" y="3795713"/>
          <p14:tracePt t="273686" x="4708525" y="3810000"/>
          <p14:tracePt t="273694" x="4673600" y="3836988"/>
          <p14:tracePt t="273716" x="4633913" y="3871913"/>
          <p14:tracePt t="273722" x="4625975" y="3898900"/>
          <p14:tracePt t="273736" x="4613275" y="3938588"/>
          <p14:tracePt t="273742" x="4625975" y="3973513"/>
          <p14:tracePt t="273754" x="4625975" y="4000500"/>
          <p14:tracePt t="273770" x="4633913" y="4027488"/>
          <p14:tracePt t="273777" x="4673600" y="4048125"/>
          <p14:tracePt t="273783" x="4721225" y="4062413"/>
          <p14:tracePt t="273802" x="4776788" y="4075113"/>
          <p14:tracePt t="273809" x="4851400" y="4075113"/>
          <p14:tracePt t="273827" x="4938713" y="4075113"/>
          <p14:tracePt t="273831" x="5014913" y="4075113"/>
          <p14:tracePt t="273852" x="5102225" y="4075113"/>
          <p14:tracePt t="273853" x="5176838" y="4062413"/>
          <p14:tracePt t="273866" x="5238750" y="4048125"/>
          <p14:tracePt t="273873" x="5265738" y="4033838"/>
          <p14:tracePt t="273887" x="5286375" y="4014788"/>
          <p14:tracePt t="273899" x="5300663" y="4000500"/>
          <p14:tracePt t="273908" x="5300663" y="3986213"/>
          <p14:tracePt t="273921" x="5300663" y="3959225"/>
          <p14:tracePt t="273932" x="5286375" y="3946525"/>
          <p14:tracePt t="273941" x="5272088" y="3938588"/>
          <p14:tracePt t="273952" x="5253038" y="3911600"/>
          <p14:tracePt t="273969" x="5238750" y="3898900"/>
          <p14:tracePt t="273975" x="5211763" y="3884613"/>
          <p14:tracePt t="273986" x="5197475" y="3884613"/>
          <p14:tracePt t="274004" x="5184775" y="3884613"/>
          <p14:tracePt t="274010" x="5176838" y="3884613"/>
          <p14:tracePt t="274036" x="5164138" y="3884613"/>
          <p14:tracePt t="274041" x="5149850" y="3884613"/>
          <p14:tracePt t="274069" x="5137150" y="3884613"/>
          <p14:tracePt t="274076" x="5122863" y="3884613"/>
          <p14:tracePt t="274100" x="5110163" y="3884613"/>
          <p14:tracePt t="274101" x="5102225" y="3884613"/>
          <p14:tracePt t="274110" x="5075238" y="3884613"/>
          <p14:tracePt t="274120" x="5048250" y="3884613"/>
          <p14:tracePt t="274135" x="5027613" y="3884613"/>
          <p14:tracePt t="274143" x="5000625" y="3884613"/>
          <p14:tracePt t="274155" x="4973638" y="3898900"/>
          <p14:tracePt t="274170" x="4938713" y="3911600"/>
          <p14:tracePt t="274177" x="4911725" y="3938588"/>
          <p14:tracePt t="274188" x="4884738" y="3973513"/>
          <p14:tracePt t="274205" x="4872038" y="4000500"/>
          <p14:tracePt t="274214" x="4872038" y="4027488"/>
          <p14:tracePt t="274221" x="4884738" y="4048125"/>
          <p14:tracePt t="274237" x="4899025" y="4089400"/>
          <p14:tracePt t="274244" x="4938713" y="4102100"/>
          <p14:tracePt t="274256" x="4973638" y="4110038"/>
          <p14:tracePt t="274270" x="5033963" y="4122738"/>
          <p14:tracePt t="274281" x="5110163" y="4122738"/>
          <p14:tracePt t="274289" x="5164138" y="4122738"/>
          <p14:tracePt t="274301" x="5224463" y="4110038"/>
          <p14:tracePt t="274318" x="5272088" y="4102100"/>
          <p14:tracePt t="274324" x="5300663" y="4089400"/>
          <p14:tracePt t="274352" x="5313363" y="4075113"/>
          <p14:tracePt t="274357" x="5300663" y="4062413"/>
          <p14:tracePt t="274368" x="5300663" y="4048125"/>
          <p14:tracePt t="274387" x="5272088" y="4027488"/>
          <p14:tracePt t="274391" x="5238750" y="4014788"/>
          <p14:tracePt t="274402" x="5211763" y="4000500"/>
          <p14:tracePt t="274419" x="5176838" y="3986213"/>
          <p14:tracePt t="274426" x="5137150" y="3986213"/>
          <p14:tracePt t="274436" x="5110163" y="3986213"/>
          <p14:tracePt t="274454" x="5102225" y="3986213"/>
          <p14:tracePt t="274460" x="5075238" y="3986213"/>
          <p14:tracePt t="274486" x="5075238" y="4000500"/>
          <p14:tracePt t="274515" x="5075238" y="4014788"/>
          <p14:tracePt t="274526" x="5089525" y="4014788"/>
          <p14:tracePt t="274571" x="5102225" y="4014788"/>
          <p14:tracePt t="274604" x="5110163" y="4014788"/>
          <p14:tracePt t="274694" x="5110163" y="4000500"/>
          <p14:tracePt t="274705" x="5122863" y="4000500"/>
          <p14:tracePt t="274716" x="5122863" y="3986213"/>
          <p14:tracePt t="274727" x="5137150" y="3973513"/>
          <p14:tracePt t="274751" x="5149850" y="3946525"/>
          <p14:tracePt t="274761" x="5164138" y="3911600"/>
          <p14:tracePt t="274772" x="5164138" y="3863975"/>
          <p14:tracePt t="274785" x="5164138" y="3810000"/>
          <p14:tracePt t="274795" x="5164138" y="3721100"/>
          <p14:tracePt t="274807" x="5164138" y="3633788"/>
          <p14:tracePt t="274819" x="5149850" y="3557588"/>
          <p14:tracePt t="274830" x="5137150" y="3449638"/>
          <p14:tracePt t="274840" x="5122863" y="3333750"/>
          <p14:tracePt t="274853" x="5110163" y="3244850"/>
          <p14:tracePt t="274863" x="5102225" y="3136900"/>
          <p14:tracePt t="274875" x="5102225" y="3006725"/>
          <p14:tracePt t="274886" x="5102225" y="2884488"/>
          <p14:tracePt t="274897" x="5102225" y="2782888"/>
          <p14:tracePt t="274909" x="5089525" y="2660650"/>
          <p14:tracePt t="274921" x="5075238" y="2557463"/>
          <p14:tracePt t="274935" x="5075238" y="2497138"/>
          <p14:tracePt t="274942" x="5062538" y="2422525"/>
          <p14:tracePt t="274959" x="5048250" y="2354263"/>
          <p14:tracePt t="274964" x="5048250" y="2319338"/>
          <p14:tracePt t="274976" x="5027613" y="2279650"/>
          <p14:tracePt t="274991" x="5014913" y="2259013"/>
          <p14:tracePt t="275000" x="5000625" y="2217738"/>
          <p14:tracePt t="275010" x="5000625" y="2190750"/>
          <p14:tracePt t="275021" x="4986338" y="2184400"/>
          <p14:tracePt t="275038" x="4973638" y="2157413"/>
          <p14:tracePt t="275044" x="4959350" y="2157413"/>
          <p14:tracePt t="275055" x="4946650" y="2143125"/>
          <p14:tracePt t="275073" x="4938713" y="2143125"/>
          <p14:tracePt t="275080" x="4926013" y="2143125"/>
          <p14:tracePt t="275088" x="4911725" y="2143125"/>
          <p14:tracePt t="275107" x="4899025" y="2143125"/>
          <p14:tracePt t="275113" x="4884738" y="2143125"/>
          <p14:tracePt t="275123" x="4864100" y="2157413"/>
          <p14:tracePt t="275142" x="4824413" y="2170113"/>
          <p14:tracePt t="275157" x="4789488" y="2205038"/>
          <p14:tracePt t="275158" x="4748213" y="2232025"/>
          <p14:tracePt t="275169" x="4687888" y="2292350"/>
          <p14:tracePt t="275179" x="4633913" y="2381250"/>
          <p14:tracePt t="275190" x="4586288" y="2455863"/>
          <p14:tracePt t="275203" x="4557713" y="2530475"/>
          <p14:tracePt t="275212" x="4524375" y="2633663"/>
          <p14:tracePt t="275225" x="4510088" y="2755900"/>
          <p14:tracePt t="275235" x="4497388" y="2857500"/>
          <p14:tracePt t="275247" x="4497388" y="2994025"/>
          <p14:tracePt t="275257" x="4497388" y="3122613"/>
          <p14:tracePt t="275271" x="4497388" y="3197225"/>
          <p14:tracePt t="275281" x="4510088" y="3300413"/>
          <p14:tracePt t="275292" x="4524375" y="3387725"/>
          <p14:tracePt t="275308" x="4538663" y="3470275"/>
          <p14:tracePt t="275313" x="4551363" y="3524250"/>
          <p14:tracePt t="275325" x="4557713" y="3586163"/>
          <p14:tracePt t="275342" x="4572000" y="3646488"/>
          <p14:tracePt t="275350" x="4598988" y="3687763"/>
          <p14:tracePt t="275358" x="4625975" y="3721100"/>
          <p14:tracePt t="275392" x="4660900" y="3776663"/>
          <p14:tracePt t="275394" x="4673600" y="3776663"/>
          <p14:tracePt t="275406" x="4673600" y="3789363"/>
          <p14:tracePt t="275421" x="4687888" y="3789363"/>
          <p14:tracePt t="275451" x="4700588" y="3789363"/>
          <p14:tracePt t="275484" x="4708525" y="3789363"/>
          <p14:tracePt t="275504" x="4721225" y="3789363"/>
          <p14:tracePt t="275519" x="4735513" y="3776663"/>
          <p14:tracePt t="275527" x="4748213" y="3776663"/>
          <p14:tracePt t="275539" x="4762500" y="3776663"/>
          <p14:tracePt t="275555" x="4776788" y="3762375"/>
          <p14:tracePt t="275561" x="4795838" y="3762375"/>
          <p14:tracePt t="275572" x="4810125" y="3762375"/>
          <p14:tracePt t="275590" x="4837113" y="3762375"/>
          <p14:tracePt t="275594" x="4872038" y="3762375"/>
          <p14:tracePt t="275605" x="4899025" y="3762375"/>
          <p14:tracePt t="275625" x="4926013" y="3762375"/>
          <p14:tracePt t="275628" x="4959350" y="3748088"/>
          <p14:tracePt t="275640" x="4986338" y="3748088"/>
          <p14:tracePt t="275656" x="5014913" y="3748088"/>
          <p14:tracePt t="275662" x="5033963" y="3735388"/>
          <p14:tracePt t="275674" x="5062538" y="3735388"/>
          <p14:tracePt t="275691" x="5075238" y="3721100"/>
          <p14:tracePt t="275707" x="5089525" y="3708400"/>
          <p14:tracePt t="275741" x="5089525" y="3700463"/>
          <p14:tracePt t="276291" x="5089525" y="3687763"/>
          <p14:tracePt t="276294" x="5102225" y="3687763"/>
          <p14:tracePt t="277933" x="5102225" y="3735388"/>
          <p14:tracePt t="277944" x="5102225" y="3789363"/>
          <p14:tracePt t="277956" x="5102225" y="3884613"/>
          <p14:tracePt t="277970" x="5102225" y="3946525"/>
          <p14:tracePt t="277979" x="5102225" y="4033838"/>
          <p14:tracePt t="277990" x="5102225" y="4110038"/>
          <p14:tracePt t="278002" x="5102225" y="4149725"/>
          <p14:tracePt t="278013" x="5102225" y="4184650"/>
          <p14:tracePt t="278024" x="5102225" y="4197350"/>
          <p14:tracePt t="278036" x="5075238" y="4211638"/>
          <p14:tracePt t="278046" x="5062538" y="4211638"/>
          <p14:tracePt t="278305" x="5075238" y="4211638"/>
          <p14:tracePt t="278316" x="5102225" y="4197350"/>
          <p14:tracePt t="278327" x="5110163" y="4184650"/>
          <p14:tracePt t="278339" x="5122863" y="4184650"/>
          <p14:tracePt t="278361" x="5122863" y="4176713"/>
          <p14:tracePt t="278377" x="5110163" y="4176713"/>
          <p14:tracePt t="278395" x="5102225" y="4176713"/>
          <p14:tracePt t="278417" x="5089525" y="4176713"/>
          <p14:tracePt t="278429" x="5075238" y="4176713"/>
          <p14:tracePt t="278446" x="5048250" y="4184650"/>
          <p14:tracePt t="278451" x="5033963" y="4197350"/>
          <p14:tracePt t="278463" x="5014913" y="4211638"/>
          <p14:tracePt t="278480" x="4986338" y="4224338"/>
          <p14:tracePt t="278485" x="4973638" y="4252913"/>
          <p14:tracePt t="278496" x="4946650" y="4271963"/>
          <p14:tracePt t="278512" x="4926013" y="4313238"/>
          <p14:tracePt t="278533" x="4899025" y="4348163"/>
          <p14:tracePt t="278533" x="4884738" y="4402138"/>
          <p14:tracePt t="278553" x="4872038" y="4449763"/>
          <p14:tracePt t="278554" x="4864100" y="4503738"/>
          <p14:tracePt t="278566" x="4864100" y="4565650"/>
          <p14:tracePt t="278577" x="4851400" y="4613275"/>
          <p14:tracePt t="278588" x="4851400" y="4673600"/>
          <p14:tracePt t="278598" x="4851400" y="4741863"/>
          <p14:tracePt t="278613" x="4837113" y="4789488"/>
          <p14:tracePt t="278620" x="4824413" y="4824413"/>
          <p14:tracePt t="278633" x="4810125" y="4891088"/>
          <p14:tracePt t="278647" x="4795838" y="4926013"/>
          <p14:tracePt t="278655" x="4795838" y="4967288"/>
          <p14:tracePt t="278665" x="4789488" y="5000625"/>
          <p14:tracePt t="278682" x="4789488" y="5041900"/>
          <p14:tracePt t="278688" x="4789488" y="5062538"/>
          <p14:tracePt t="278700" x="4789488" y="5089525"/>
          <p14:tracePt t="278710" x="4789488" y="5102225"/>
          <p14:tracePt t="278731" x="4789488" y="5116513"/>
          <p14:tracePt t="278737" x="4795838" y="5129213"/>
          <p14:tracePt t="278745" x="4810125" y="5143500"/>
          <p14:tracePt t="278764" x="4824413" y="5143500"/>
          <p14:tracePt t="278770" x="4851400" y="5149850"/>
          <p14:tracePt t="278779" x="4884738" y="5149850"/>
          <p14:tracePt t="278789" x="4926013" y="5149850"/>
          <p14:tracePt t="278802" x="4959350" y="5149850"/>
          <p14:tracePt t="278811" x="5027613" y="5143500"/>
          <p14:tracePt t="278823" x="5089525" y="5143500"/>
          <p14:tracePt t="278835" x="5149850" y="5116513"/>
          <p14:tracePt t="278851" x="5176838" y="5102225"/>
          <p14:tracePt t="278862" x="5197475" y="5089525"/>
          <p14:tracePt t="278870" x="5197475" y="5075238"/>
          <p14:tracePt t="278883" x="5197475" y="5062538"/>
          <p14:tracePt t="278892" x="5197475" y="5054600"/>
          <p14:tracePt t="278902" x="5184775" y="5041900"/>
          <p14:tracePt t="278914" x="5164138" y="5027613"/>
          <p14:tracePt t="278931" x="5149850" y="5014913"/>
          <p14:tracePt t="278937" x="5122863" y="5014913"/>
          <p14:tracePt t="278947" x="5102225" y="5014913"/>
          <p14:tracePt t="278967" x="5075238" y="5014913"/>
          <p14:tracePt t="278973" x="5033963" y="5014913"/>
          <p14:tracePt t="278981" x="5000625" y="5027613"/>
          <p14:tracePt t="278999" x="4959350" y="5041900"/>
          <p14:tracePt t="279010" x="4926013" y="5054600"/>
          <p14:tracePt t="279015" x="4864100" y="5075238"/>
          <p14:tracePt t="279028" x="4789488" y="5116513"/>
          <p14:tracePt t="279048" x="4735513" y="5143500"/>
          <p14:tracePt t="279048" x="4687888" y="5176838"/>
          <p14:tracePt t="279063" x="4646613" y="5205413"/>
          <p14:tracePt t="279072" x="4625975" y="5224463"/>
          <p14:tracePt t="279084" x="4598988" y="5265738"/>
          <p14:tracePt t="279096" x="4586288" y="5292725"/>
          <p14:tracePt t="279105" x="4586288" y="5300663"/>
          <p14:tracePt t="279115" x="4586288" y="5327650"/>
          <p14:tracePt t="279129" x="4586288" y="5354638"/>
          <p14:tracePt t="279139" x="4586288" y="5381625"/>
          <p14:tracePt t="279150" x="4598988" y="5387975"/>
          <p14:tracePt t="279161" x="4598988" y="5402263"/>
          <p14:tracePt t="279172" x="4613275" y="5414963"/>
          <p14:tracePt t="279184" x="4613275" y="5429250"/>
          <p14:tracePt t="279196" x="4625975" y="5443538"/>
          <p14:tracePt t="279211" x="4625975" y="5456238"/>
          <p14:tracePt t="279218" x="4633913" y="5456238"/>
          <p14:tracePt t="279231" x="4633913" y="5462588"/>
          <p14:tracePt t="279245" x="4646613" y="5476875"/>
          <p14:tracePt t="279256" x="4646613" y="5491163"/>
          <p14:tracePt t="279263" x="4660900" y="5491163"/>
          <p14:tracePt t="279282" x="4673600" y="5503863"/>
          <p14:tracePt t="279290" x="4673600" y="5518150"/>
          <p14:tracePt t="279296" x="4687888" y="5530850"/>
          <p14:tracePt t="279311" x="4700588" y="5530850"/>
          <p14:tracePt t="279318" x="4708525" y="5545138"/>
          <p14:tracePt t="279346" x="4735513" y="5551488"/>
          <p14:tracePt t="279352" x="4762500" y="5551488"/>
          <p14:tracePt t="279364" x="4789488" y="5551488"/>
          <p14:tracePt t="279378" x="4810125" y="5551488"/>
          <p14:tracePt t="279386" x="4864100" y="5551488"/>
          <p14:tracePt t="279397" x="4911725" y="5551488"/>
          <p14:tracePt t="279412" x="4959350" y="5551488"/>
          <p14:tracePt t="279419" x="5014913" y="5551488"/>
          <p14:tracePt t="279431" x="5062538" y="5551488"/>
          <p14:tracePt t="279450" x="5110163" y="5551488"/>
          <p14:tracePt t="279453" x="5137150" y="5551488"/>
          <p14:tracePt t="279465" x="5176838" y="5551488"/>
          <p14:tracePt t="279476" x="5184775" y="5545138"/>
          <p14:tracePt t="279486" x="5197475" y="5545138"/>
          <p14:tracePt t="279498" x="5211763" y="5530850"/>
          <p14:tracePt t="279512" x="5224463" y="5518150"/>
          <p14:tracePt t="279531" x="5224463" y="5503863"/>
          <p14:tracePt t="279547" x="5224463" y="5491163"/>
          <p14:tracePt t="279554" x="5224463" y="5462588"/>
          <p14:tracePt t="279566" x="5224463" y="5456238"/>
          <p14:tracePt t="279582" x="5211763" y="5429250"/>
          <p14:tracePt t="279589" x="5197475" y="5414963"/>
          <p14:tracePt t="279599" x="5197475" y="5387975"/>
          <p14:tracePt t="279617" x="5184775" y="5381625"/>
          <p14:tracePt t="279621" x="5164138" y="5367338"/>
          <p14:tracePt t="279633" x="5149850" y="5367338"/>
          <p14:tracePt t="279649" x="5137150" y="5354638"/>
          <p14:tracePt t="279656" x="5110163" y="5354638"/>
          <p14:tracePt t="279668" x="5102225" y="5354638"/>
          <p14:tracePt t="279682" x="5089525" y="5354638"/>
          <p14:tracePt t="279700" x="5062538" y="5340350"/>
          <p14:tracePt t="279707" x="5033963" y="5340350"/>
          <p14:tracePt t="279713" x="5000625" y="5340350"/>
          <p14:tracePt t="279730" x="4973638" y="5327650"/>
          <p14:tracePt t="279736" x="4938713" y="5327650"/>
          <p14:tracePt t="279746" x="4899025" y="5327650"/>
          <p14:tracePt t="279765" x="4864100" y="5327650"/>
          <p14:tracePt t="279771" x="4824413" y="5327650"/>
          <p14:tracePt t="279780" x="4795838" y="5327650"/>
          <p14:tracePt t="279799" x="4776788" y="5327650"/>
          <p14:tracePt t="279806" x="4735513" y="5340350"/>
          <p14:tracePt t="279814" x="4700588" y="5354638"/>
          <p14:tracePt t="279833" x="4660900" y="5367338"/>
          <p14:tracePt t="279838" x="4646613" y="5381625"/>
          <p14:tracePt t="279855" x="4613275" y="5402263"/>
          <p14:tracePt t="279864" x="4586288" y="5429250"/>
          <p14:tracePt t="279881" x="4557713" y="5456238"/>
          <p14:tracePt t="279882" x="4551363" y="5462588"/>
          <p14:tracePt t="279897" x="4538663" y="5491163"/>
          <p14:tracePt t="279905" x="4524375" y="5518150"/>
          <p14:tracePt t="279927" x="4524375" y="5530850"/>
          <p14:tracePt t="279937" x="4524375" y="5545138"/>
          <p14:tracePt t="279948" x="4524375" y="5551488"/>
          <p14:tracePt t="279960" x="4538663" y="5565775"/>
          <p14:tracePt t="279983" x="4538663" y="5578475"/>
          <p14:tracePt t="279994" x="4551363" y="5578475"/>
          <p14:tracePt t="280006" x="4557713" y="5592763"/>
          <p14:tracePt t="280015" x="4572000" y="5605463"/>
          <p14:tracePt t="280032" x="4586288" y="5605463"/>
          <p14:tracePt t="280039" x="4598988" y="5619750"/>
          <p14:tracePt t="280050" x="4625975" y="5619750"/>
          <p14:tracePt t="280065" x="4633913" y="5619750"/>
          <p14:tracePt t="280072" x="4646613" y="5626100"/>
          <p14:tracePt t="280083" x="4673600" y="5626100"/>
          <p14:tracePt t="280095" x="4687888" y="5626100"/>
          <p14:tracePt t="280106" x="4700588" y="5626100"/>
          <p14:tracePt t="280117" x="4708525" y="5626100"/>
          <p14:tracePt t="280129" x="4721225" y="5626100"/>
          <p14:tracePt t="280144" x="4735513" y="5626100"/>
          <p14:tracePt t="280163" x="4748213" y="5626100"/>
          <p14:tracePt t="280184" x="4762500" y="5626100"/>
          <p14:tracePt t="280217" x="4776788" y="5626100"/>
          <p14:tracePt t="280242" x="4789488" y="5619750"/>
          <p14:tracePt t="280263" x="4795838" y="5619750"/>
          <p14:tracePt t="280278" x="4810125" y="5619750"/>
          <p14:tracePt t="280286" x="4837113" y="5605463"/>
          <p14:tracePt t="280297" x="4851400" y="5605463"/>
          <p14:tracePt t="280314" x="4884738" y="5592763"/>
          <p14:tracePt t="280320" x="4911725" y="5578475"/>
          <p14:tracePt t="280331" x="4946650" y="5565775"/>
          <p14:tracePt t="280349" x="4986338" y="5545138"/>
          <p14:tracePt t="280352" x="5027613" y="5503863"/>
          <p14:tracePt t="280364" x="5033963" y="5476875"/>
          <p14:tracePt t="280399" x="5048250" y="5429250"/>
          <p14:tracePt t="280403" x="5048250" y="5381625"/>
          <p14:tracePt t="280412" x="5027613" y="5300663"/>
          <p14:tracePt t="280421" x="5000625" y="5265738"/>
          <p14:tracePt t="280432" x="4959350" y="5224463"/>
          <p14:tracePt t="280445" x="4926013" y="5218113"/>
          <p14:tracePt t="280454" x="4851400" y="5176838"/>
          <p14:tracePt t="280465" x="4776788" y="5149850"/>
          <p14:tracePt t="280477" x="4721225" y="5143500"/>
          <p14:tracePt t="280489" x="4625975" y="5129213"/>
          <p14:tracePt t="280499" x="4538663" y="5129213"/>
          <p14:tracePt t="280512" x="4408488" y="5129213"/>
          <p14:tracePt t="280522" x="4348163" y="5129213"/>
          <p14:tracePt t="280534" x="4259263" y="5143500"/>
          <p14:tracePt t="280548" x="4197350" y="5149850"/>
          <p14:tracePt t="280556" x="4157663" y="5176838"/>
          <p14:tracePt t="280571" x="4110038" y="5218113"/>
          <p14:tracePt t="280578" x="4075113" y="5253038"/>
          <p14:tracePt t="280595" x="4062413" y="5300663"/>
          <p14:tracePt t="280602" x="4048125" y="5327650"/>
          <p14:tracePt t="280616" x="4048125" y="5387975"/>
          <p14:tracePt t="280629" x="4048125" y="5443538"/>
          <p14:tracePt t="280635" x="4048125" y="5476875"/>
          <p14:tracePt t="280646" x="4075113" y="5518150"/>
          <p14:tracePt t="280665" x="4095750" y="5551488"/>
          <p14:tracePt t="280673" x="4122738" y="5578475"/>
          <p14:tracePt t="280680" x="4157663" y="5619750"/>
          <p14:tracePt t="280694" x="4197350" y="5640388"/>
          <p14:tracePt t="280711" x="4244975" y="5653088"/>
          <p14:tracePt t="280718" x="4286250" y="5667375"/>
          <p14:tracePt t="280731" x="4360863" y="5681663"/>
          <p14:tracePt t="280745" x="4449763" y="5681663"/>
          <p14:tracePt t="280751" x="4538663" y="5681663"/>
          <p14:tracePt t="280762" x="4660900" y="5681663"/>
          <p14:tracePt t="280770" x="4795838" y="5653088"/>
          <p14:tracePt t="280781" x="4884738" y="5640388"/>
          <p14:tracePt t="280799" x="5000625" y="5619750"/>
          <p14:tracePt t="280818" x="5110163" y="5551488"/>
          <p14:tracePt t="280830" x="5137150" y="5530850"/>
          <p14:tracePt t="280848" x="5149850" y="5518150"/>
          <p14:tracePt t="280853" x="5149850" y="5491163"/>
          <p14:tracePt t="280865" x="5149850" y="5476875"/>
          <p14:tracePt t="280878" x="5137150" y="5462588"/>
          <p14:tracePt t="280886" x="5137150" y="5456238"/>
          <p14:tracePt t="280897" x="5122863" y="5456238"/>
          <p14:tracePt t="281398" x="5122863" y="5443538"/>
          <p14:tracePt t="281411" x="5110163" y="5443538"/>
          <p14:tracePt t="281444" x="5102225" y="5443538"/>
          <p14:tracePt t="281457" x="5089525" y="5443538"/>
          <p14:tracePt t="281458" x="5048250" y="5443538"/>
          <p14:tracePt t="281468" x="5014913" y="5456238"/>
          <p14:tracePt t="281478" x="4946650" y="5462588"/>
          <p14:tracePt t="281489" x="4864100" y="5476875"/>
          <p14:tracePt t="281500" x="4776788" y="5503863"/>
          <p14:tracePt t="281519" x="4708525" y="5518150"/>
          <p14:tracePt t="281524" x="4633913" y="5530850"/>
          <p14:tracePt t="281535" x="4572000" y="5530850"/>
          <p14:tracePt t="281554" x="4524375" y="5530850"/>
          <p14:tracePt t="281559" x="4470400" y="5518150"/>
          <p14:tracePt t="281568" x="4462463" y="5518150"/>
          <p14:tracePt t="281829" x="4449763" y="5518150"/>
          <p14:tracePt t="281837" x="4435475" y="5518150"/>
          <p14:tracePt t="281850" x="4422775" y="5518150"/>
          <p14:tracePt t="281865" x="4395788" y="5518150"/>
          <p14:tracePt t="281872" x="4375150" y="5530850"/>
          <p14:tracePt t="281887" x="4360863" y="5530850"/>
          <p14:tracePt t="281894" x="4333875" y="5545138"/>
          <p14:tracePt t="281906" x="4313238" y="5545138"/>
          <p14:tracePt t="281917" x="4286250" y="5545138"/>
          <p14:tracePt t="281929" x="4271963" y="5551488"/>
          <p14:tracePt t="281940" x="4259263" y="5551488"/>
          <p14:tracePt t="281951" x="4244975" y="5551488"/>
          <p14:tracePt t="281961" x="4238625" y="5551488"/>
          <p14:tracePt t="281975" x="4211638" y="5551488"/>
          <p14:tracePt t="281990" x="4197350" y="5551488"/>
          <p14:tracePt t="281995" x="4184650" y="5551488"/>
          <p14:tracePt t="282021" x="4170363" y="5551488"/>
          <p14:tracePt t="282030" x="4170363" y="5545138"/>
          <p14:tracePt t="282163" x="4184650" y="5545138"/>
          <p14:tracePt t="282174" x="4197350" y="5545138"/>
          <p14:tracePt t="282198" x="4211638" y="5545138"/>
          <p14:tracePt t="282210" x="4224338" y="5545138"/>
          <p14:tracePt t="282232" x="4238625" y="5545138"/>
          <p14:tracePt t="282253" x="4244975" y="5545138"/>
          <p14:tracePt t="282276" x="4259263" y="5545138"/>
          <p14:tracePt t="282287" x="4271963" y="5545138"/>
          <p14:tracePt t="282310" x="4286250" y="5545138"/>
          <p14:tracePt t="282321" x="4300538" y="5545138"/>
          <p14:tracePt t="282332" x="4313238" y="5545138"/>
          <p14:tracePt t="282344" x="4319588" y="5545138"/>
          <p14:tracePt t="282357" x="4333875" y="5545138"/>
          <p14:tracePt t="282367" x="4348163" y="5545138"/>
          <p14:tracePt t="282379" x="4360863" y="5545138"/>
          <p14:tracePt t="282402" x="4375150" y="5545138"/>
          <p14:tracePt t="282411" x="4387850" y="5545138"/>
          <p14:tracePt t="282429" x="4395788" y="5545138"/>
          <p14:tracePt t="282434" x="4408488" y="5545138"/>
          <p14:tracePt t="282446" x="4422775" y="5545138"/>
          <p14:tracePt t="282464" x="4435475" y="5545138"/>
          <p14:tracePt t="282469" x="4462463" y="5530850"/>
          <p14:tracePt t="282494" x="4524375" y="5530850"/>
          <p14:tracePt t="282502" x="4551363" y="5518150"/>
          <p14:tracePt t="282513" x="4586288" y="5518150"/>
          <p14:tracePt t="282530" x="4633913" y="5503863"/>
          <p14:tracePt t="282535" x="4673600" y="5503863"/>
          <p14:tracePt t="282547" x="4721225" y="5503863"/>
          <p14:tracePt t="282565" x="4789488" y="5503863"/>
          <p14:tracePt t="282570" x="4837113" y="5491163"/>
          <p14:tracePt t="282580" x="4884738" y="5491163"/>
          <p14:tracePt t="282600" x="4926013" y="5491163"/>
          <p14:tracePt t="282603" x="4973638" y="5491163"/>
          <p14:tracePt t="282615" x="5000625" y="5491163"/>
          <p14:tracePt t="282633" x="5027613" y="5491163"/>
          <p14:tracePt t="282637" x="5048250" y="5491163"/>
          <p14:tracePt t="282649" x="5062538" y="5491163"/>
          <p14:tracePt t="282665" x="5075238" y="5491163"/>
          <p14:tracePt t="282726" x="5089525" y="5491163"/>
          <p14:tracePt t="282760" x="5102225" y="5491163"/>
          <p14:tracePt t="282827" x="5089525" y="5491163"/>
          <p14:tracePt t="282838" x="5062538" y="5491163"/>
          <p14:tracePt t="282850" x="5027613" y="5491163"/>
          <p14:tracePt t="282862" x="4973638" y="5491163"/>
          <p14:tracePt t="282874" x="4911725" y="5491163"/>
          <p14:tracePt t="282888" x="4851400" y="5491163"/>
          <p14:tracePt t="282895" x="4762500" y="5491163"/>
          <p14:tracePt t="282908" x="4673600" y="5491163"/>
          <p14:tracePt t="282920" x="4625975" y="5503863"/>
          <p14:tracePt t="282930" x="4551363" y="5503863"/>
          <p14:tracePt t="282940" x="4483100" y="5503863"/>
          <p14:tracePt t="282956" x="4449763" y="5503863"/>
          <p14:tracePt t="282963" x="4395788" y="5503863"/>
          <p14:tracePt t="282975" x="4375150" y="5503863"/>
          <p14:tracePt t="282989" x="4348163" y="5518150"/>
          <p14:tracePt t="282997" x="4333875" y="5518150"/>
          <p14:tracePt t="283009" x="4319588" y="5518150"/>
          <p14:tracePt t="283023" x="4313238" y="5518150"/>
          <p14:tracePt t="283042" x="4286250" y="5518150"/>
          <p14:tracePt t="283064" x="4271963" y="5518150"/>
          <p14:tracePt t="283076" x="4259263" y="5518150"/>
          <p14:tracePt t="283109" x="4244975" y="5518150"/>
          <p14:tracePt t="283165" x="4238625" y="5518150"/>
          <p14:tracePt t="283187" x="4224338" y="5518150"/>
          <p14:tracePt t="283549" x="4238625" y="5518150"/>
          <p14:tracePt t="283583" x="4244975" y="5518150"/>
          <p14:tracePt t="283586" x="4259263" y="5518150"/>
          <p14:tracePt t="283593" x="4286250" y="5518150"/>
          <p14:tracePt t="283599" x="4313238" y="5518150"/>
          <p14:tracePt t="283617" x="4360863" y="5518150"/>
          <p14:tracePt t="283627" x="4395788" y="5518150"/>
          <p14:tracePt t="283645" x="4408488" y="5518150"/>
          <p14:tracePt t="283649" x="4449763" y="5518150"/>
          <p14:tracePt t="283660" x="4470400" y="5518150"/>
          <p14:tracePt t="283680" x="4497388" y="5518150"/>
          <p14:tracePt t="283684" x="4538663" y="5503863"/>
          <p14:tracePt t="283695" x="4586288" y="5503863"/>
          <p14:tracePt t="283713" x="4633913" y="5503863"/>
          <p14:tracePt t="283718" x="4673600" y="5503863"/>
          <p14:tracePt t="283728" x="4721225" y="5503863"/>
          <p14:tracePt t="283747" x="4762500" y="5503863"/>
          <p14:tracePt t="283757" x="4795838" y="5503863"/>
          <p14:tracePt t="283762" x="4837113" y="5503863"/>
          <p14:tracePt t="283780" x="4864100" y="5503863"/>
          <p14:tracePt t="283786" x="4884738" y="5503863"/>
          <p14:tracePt t="283795" x="4899025" y="5503863"/>
          <p14:tracePt t="283818" x="4911725" y="5518150"/>
          <p14:tracePt t="283819" x="4926013" y="5518150"/>
          <p14:tracePt t="285448" x="4926013" y="5503863"/>
          <p14:tracePt t="285451" x="4938713" y="5476875"/>
          <p14:tracePt t="285460" x="4938713" y="5456238"/>
          <p14:tracePt t="285472" x="4946650" y="5381625"/>
          <p14:tracePt t="285483" x="4959350" y="5300663"/>
          <p14:tracePt t="285499" x="4973638" y="5116513"/>
          <p14:tracePt t="285505" x="4986338" y="4816475"/>
          <p14:tracePt t="285518" x="4986338" y="4565650"/>
          <p14:tracePt t="285527" x="4986338" y="4164013"/>
          <p14:tracePt t="285540" x="4973638" y="3898900"/>
          <p14:tracePt t="285551" x="4946650" y="3538538"/>
          <p14:tracePt t="285567" x="4926013" y="3306763"/>
          <p14:tracePt t="285573" x="4872038" y="3033713"/>
          <p14:tracePt t="285584" x="4851400" y="2884488"/>
          <p14:tracePt t="285602" x="4795838" y="2681288"/>
          <p14:tracePt t="285607" x="4735513" y="2517775"/>
          <p14:tracePt t="285617" x="4708525" y="2422525"/>
          <p14:tracePt t="285641" x="4673600" y="2306638"/>
          <p14:tracePt t="285647" x="4646613" y="2232025"/>
          <p14:tracePt t="285654" x="4625975" y="2143125"/>
          <p14:tracePt t="285673" x="4598988" y="2109788"/>
          <p14:tracePt t="285686" x="4586288" y="2095500"/>
          <p14:tracePt t="285688" x="4586288" y="2081213"/>
          <p14:tracePt t="285698" x="4572000" y="2081213"/>
          <p14:tracePt t="285720" x="4572000" y="2095500"/>
          <p14:tracePt t="285736" x="4557713" y="2095500"/>
          <p14:tracePt t="285743" x="4551363" y="2116138"/>
          <p14:tracePt t="285753" x="4497388" y="2170113"/>
          <p14:tracePt t="285770" x="4462463" y="2232025"/>
          <p14:tracePt t="285775" x="4375150" y="2347913"/>
          <p14:tracePt t="285787" x="4286250" y="2482850"/>
          <p14:tracePt t="285803" x="4224338" y="2592388"/>
          <p14:tracePt t="285810" x="4137025" y="2768600"/>
          <p14:tracePt t="285821" x="4095750" y="2932113"/>
          <p14:tracePt t="285836" x="4081463" y="3068638"/>
          <p14:tracePt t="285844" x="4095750" y="3170238"/>
          <p14:tracePt t="285855" x="4137025" y="3286125"/>
          <p14:tracePt t="285871" x="4184650" y="3375025"/>
          <p14:tracePt t="285886" x="4224338" y="3435350"/>
          <p14:tracePt t="285890" x="4286250" y="3482975"/>
          <p14:tracePt t="285904" x="4360863" y="3524250"/>
          <p14:tracePt t="285920" x="4408488" y="3538538"/>
          <p14:tracePt t="285927" x="4483100" y="3551238"/>
          <p14:tracePt t="285933" x="4551363" y="3524250"/>
          <p14:tracePt t="285948" x="4613275" y="3497263"/>
          <p14:tracePt t="285969" x="4633913" y="3462338"/>
          <p14:tracePt t="285970" x="4673600" y="3395663"/>
          <p14:tracePt t="285984" x="4700588" y="3306763"/>
          <p14:tracePt t="285992" x="4700588" y="3259138"/>
          <p14:tracePt t="286003" x="4708525" y="3157538"/>
          <p14:tracePt t="286016" x="4708525" y="3068638"/>
          <p14:tracePt t="286024" x="4700588" y="2973388"/>
          <p14:tracePt t="286039" x="4700588" y="2911475"/>
          <p14:tracePt t="286053" x="4673600" y="2824163"/>
          <p14:tracePt t="286059" x="4633913" y="2755900"/>
          <p14:tracePt t="286068" x="4613275" y="2735263"/>
          <p14:tracePt t="286085" x="4572000" y="2693988"/>
          <p14:tracePt t="286091" x="4557713" y="2693988"/>
          <p14:tracePt t="286103" x="4538663" y="2693988"/>
          <p14:tracePt t="286124" x="4524375" y="2693988"/>
          <p14:tracePt t="286124" x="4510088" y="2693988"/>
          <p14:tracePt t="286136" x="4497388" y="2693988"/>
          <p14:tracePt t="286154" x="4497388" y="2708275"/>
          <p14:tracePt t="286158" x="4483100" y="2720975"/>
          <p14:tracePt t="286169" x="4483100" y="2747963"/>
          <p14:tracePt t="286189" x="4483100" y="2755900"/>
          <p14:tracePt t="286192" x="4483100" y="2768600"/>
          <p14:tracePt t="286204" x="4483100" y="2782888"/>
          <p14:tracePt t="286260" x="4483100" y="2768600"/>
          <p14:tracePt t="286270" x="4483100" y="2747963"/>
          <p14:tracePt t="286283" x="4483100" y="2720975"/>
          <p14:tracePt t="286293" x="4470400" y="2681288"/>
          <p14:tracePt t="286304" x="4470400" y="2646363"/>
          <p14:tracePt t="286318" x="4462463" y="2605088"/>
          <p14:tracePt t="286327" x="4449763" y="2571750"/>
          <p14:tracePt t="286339" x="4449763" y="2544763"/>
          <p14:tracePt t="286355" x="4449763" y="2517775"/>
          <p14:tracePt t="286364" x="4449763" y="2509838"/>
          <p14:tracePt t="286372" x="4449763" y="2497138"/>
          <p14:tracePt t="286389" x="4449763" y="2482850"/>
          <p14:tracePt t="286461" x="4435475" y="2482850"/>
          <p14:tracePt t="286472" x="4387850" y="2517775"/>
          <p14:tracePt t="286484" x="4313238" y="2586038"/>
          <p14:tracePt t="286498" x="4197350" y="2693988"/>
          <p14:tracePt t="286507" x="4149725" y="2795588"/>
          <p14:tracePt t="286517" x="4149725" y="2871788"/>
          <p14:tracePt t="286529" x="4157663" y="2919413"/>
          <p14:tracePt t="286545" x="4170363" y="2973388"/>
          <p14:tracePt t="286552" x="4184650" y="3033713"/>
          <p14:tracePt t="286563" x="4184650" y="3081338"/>
          <p14:tracePt t="286577" x="4184650" y="3157538"/>
          <p14:tracePt t="286587" x="4184650" y="3232150"/>
          <p14:tracePt t="286597" x="4184650" y="3271838"/>
          <p14:tracePt t="286612" x="4170363" y="3306763"/>
          <p14:tracePt t="286621" x="4149725" y="3348038"/>
          <p14:tracePt t="286631" x="4075113" y="3375025"/>
          <p14:tracePt t="286644" x="4062413" y="3375025"/>
          <p14:tracePt t="286798" x="4075113" y="3387725"/>
          <p14:tracePt t="286810" x="4081463" y="3395663"/>
          <p14:tracePt t="286877" x="4081463" y="3387725"/>
          <p14:tracePt t="286888" x="4081463" y="3375025"/>
          <p14:tracePt t="286900" x="4095750" y="3360738"/>
          <p14:tracePt t="286912" x="4095750" y="3348038"/>
          <p14:tracePt t="286929" x="4110038" y="3319463"/>
          <p14:tracePt t="286935" x="4122738" y="3306763"/>
          <p14:tracePt t="286946" x="4137025" y="3286125"/>
          <p14:tracePt t="286957" x="4149725" y="3271838"/>
          <p14:tracePt t="286967" x="4157663" y="3259138"/>
          <p14:tracePt t="286979" x="4157663" y="3244850"/>
          <p14:tracePt t="287000" x="4170363" y="3244850"/>
          <p14:tracePt t="287003" x="4184650" y="3232150"/>
          <p14:tracePt t="287030" x="4197350" y="3232150"/>
          <p14:tracePt t="287036" x="4211638" y="3232150"/>
          <p14:tracePt t="287061" x="4238625" y="3224213"/>
          <p14:tracePt t="287069" x="4259263" y="3224213"/>
          <p14:tracePt t="287081" x="4286250" y="3211513"/>
          <p14:tracePt t="287098" x="4348163" y="3184525"/>
          <p14:tracePt t="287104" x="4395788" y="3157538"/>
          <p14:tracePt t="287114" x="4470400" y="3109913"/>
          <p14:tracePt t="287132" x="4557713" y="3068638"/>
          <p14:tracePt t="287136" x="4633913" y="3033713"/>
          <p14:tracePt t="287148" x="4748213" y="2986088"/>
          <p14:tracePt t="287168" x="4864100" y="2932113"/>
          <p14:tracePt t="287173" x="4973638" y="2911475"/>
          <p14:tracePt t="287183" x="5033963" y="2884488"/>
          <p14:tracePt t="287200" x="5110163" y="2871788"/>
          <p14:tracePt t="287209" x="5164138" y="2857500"/>
          <p14:tracePt t="287216" x="5197475" y="2857500"/>
          <p14:tracePt t="287232" x="5238750" y="2857500"/>
          <p14:tracePt t="287239" x="5272088" y="2857500"/>
          <p14:tracePt t="287249" x="5300663" y="2857500"/>
          <p14:tracePt t="287260" x="5313363" y="2871788"/>
          <p14:tracePt t="287281" x="5327650" y="2871788"/>
          <p14:tracePt t="287286" x="5340350" y="2871788"/>
          <p14:tracePt t="287451" x="5327650" y="2871788"/>
          <p14:tracePt t="287462" x="5327650" y="2884488"/>
          <p14:tracePt t="287473" x="5313363" y="2898775"/>
          <p14:tracePt t="287485" x="5300663" y="2919413"/>
          <p14:tracePt t="287498" x="5253038" y="2973388"/>
          <p14:tracePt t="287508" x="5184775" y="3068638"/>
          <p14:tracePt t="287520" x="5122863" y="3170238"/>
          <p14:tracePt t="287531" x="5033963" y="3348038"/>
          <p14:tracePt t="287543" x="4946650" y="3538538"/>
          <p14:tracePt t="287552" x="4911725" y="3660775"/>
          <p14:tracePt t="287565" x="4864100" y="3795713"/>
          <p14:tracePt t="287576" x="4837113" y="3898900"/>
          <p14:tracePt t="287588" x="4824413" y="3959225"/>
          <p14:tracePt t="287598" x="4810125" y="3986213"/>
          <p14:tracePt t="287610" x="4810125" y="4000500"/>
          <p14:tracePt t="287653" x="4824413" y="4000500"/>
          <p14:tracePt t="287665" x="4824413" y="3986213"/>
          <p14:tracePt t="287687" x="4810125" y="3986213"/>
          <p14:tracePt t="287700" x="4810125" y="3973513"/>
          <p14:tracePt t="287744" x="4795838" y="3973513"/>
          <p14:tracePt t="287745" x="4789488" y="3973513"/>
          <p14:tracePt t="287755" x="4776788" y="3973513"/>
          <p14:tracePt t="287758" x="4748213" y="3973513"/>
          <p14:tracePt t="287767" x="4708525" y="3973513"/>
          <p14:tracePt t="287782" x="4700588" y="3973513"/>
          <p14:tracePt t="288306" x="4708525" y="3973513"/>
          <p14:tracePt t="288340" x="4708525" y="3986213"/>
          <p14:tracePt t="288362" x="4700588" y="3986213"/>
          <p14:tracePt t="288386" x="4687888" y="3986213"/>
          <p14:tracePt t="288396" x="4687888" y="4000500"/>
          <p14:tracePt t="288408" x="4673600" y="4000500"/>
          <p14:tracePt t="288430" x="4660900" y="4000500"/>
          <p14:tracePt t="288456" x="4660900" y="4014788"/>
          <p14:tracePt t="288464" x="4646613" y="4014788"/>
          <p14:tracePt t="288481" x="4646613" y="4027488"/>
          <p14:tracePt t="288486" x="4633913" y="4033838"/>
          <p14:tracePt t="288498" x="4633913" y="4062413"/>
          <p14:tracePt t="288515" x="4613275" y="4102100"/>
          <p14:tracePt t="288524" x="4586288" y="4164013"/>
          <p14:tracePt t="288532" x="4538663" y="4271963"/>
          <p14:tracePt t="288546" x="4497388" y="4387850"/>
          <p14:tracePt t="288556" x="4422775" y="4640263"/>
          <p14:tracePt t="288569" x="4348163" y="4967288"/>
          <p14:tracePt t="288577" x="4313238" y="5300663"/>
          <p14:tracePt t="288595" x="4319588" y="5545138"/>
          <p14:tracePt t="288602" x="4375150" y="5768975"/>
          <p14:tracePt t="288611" x="4435475" y="5932488"/>
          <p14:tracePt t="288629" x="4483100" y="6007100"/>
          <p14:tracePt t="288636" x="4551363" y="6069013"/>
          <p14:tracePt t="288645" x="4613275" y="6096000"/>
          <p14:tracePt t="288662" x="4646613" y="6102350"/>
          <p14:tracePt t="288668" x="4673600" y="6096000"/>
          <p14:tracePt t="288685" x="4687888" y="6081713"/>
          <p14:tracePt t="288947" x="4708525" y="6081713"/>
          <p14:tracePt t="288961" x="4721225" y="6069013"/>
          <p14:tracePt t="288972" x="4748213" y="6069013"/>
          <p14:tracePt t="289082" x="4762500" y="6069013"/>
          <p14:tracePt t="289116" x="4762500" y="6054725"/>
          <p14:tracePt t="289138" x="4776788" y="6042025"/>
          <p14:tracePt t="289162" x="4776788" y="6027738"/>
          <p14:tracePt t="289173" x="4776788" y="6021388"/>
          <p14:tracePt t="289187" x="4776788" y="6007100"/>
          <p14:tracePt t="289196" x="4789488" y="6007100"/>
          <p14:tracePt t="289206" x="4789488" y="5980113"/>
          <p14:tracePt t="289229" x="4789488" y="5967413"/>
          <p14:tracePt t="289252" x="4789488" y="5953125"/>
          <p14:tracePt t="289352" x="4789488" y="5938838"/>
          <p14:tracePt t="289375" x="4776788" y="5938838"/>
          <p14:tracePt t="289387" x="4748213" y="5932488"/>
          <p14:tracePt t="289397" x="4700588" y="5932488"/>
          <p14:tracePt t="289599" x="4708525" y="5919788"/>
          <p14:tracePt t="289611" x="4721225" y="5919788"/>
          <p14:tracePt t="289645" x="4735513" y="5919788"/>
          <p14:tracePt t="289668" x="4748213" y="5919788"/>
          <p14:tracePt t="289679" x="4762500" y="5919788"/>
          <p14:tracePt t="289746" x="4776788" y="5919788"/>
          <p14:tracePt t="289780" x="4789488" y="5919788"/>
          <p14:tracePt t="289791" x="4789488" y="5905500"/>
          <p14:tracePt t="289847" x="4789488" y="5891213"/>
          <p14:tracePt t="289893" x="4789488" y="5878513"/>
          <p14:tracePt t="289926" x="4789488" y="5864225"/>
          <p14:tracePt t="289949" x="4776788" y="5857875"/>
          <p14:tracePt t="289972" x="4762500" y="5857875"/>
          <p14:tracePt t="289993" x="4748213" y="5843588"/>
          <p14:tracePt t="290005" x="4735513" y="5843588"/>
          <p14:tracePt t="290018" x="4721225" y="5843588"/>
          <p14:tracePt t="290027" x="4721225" y="5830888"/>
          <p14:tracePt t="290039" x="4708525" y="5830888"/>
          <p14:tracePt t="290054" x="4700588" y="5816600"/>
          <p14:tracePt t="290062" x="4687888" y="5816600"/>
          <p14:tracePt t="290086" x="4673600" y="5816600"/>
          <p14:tracePt t="290095" x="4673600" y="5803900"/>
          <p14:tracePt t="290140" x="4660900" y="5803900"/>
          <p14:tracePt t="290353" x="4660900" y="5789613"/>
          <p14:tracePt t="290410" x="4660900" y="5783263"/>
          <p14:tracePt t="290432" x="4660900" y="5768975"/>
          <p14:tracePt t="290443" x="4673600" y="5756275"/>
          <p14:tracePt t="290456" x="4673600" y="5729288"/>
          <p14:tracePt t="290468" x="4673600" y="5700713"/>
          <p14:tracePt t="290478" x="4673600" y="5667375"/>
          <p14:tracePt t="290493" x="4673600" y="5619750"/>
          <p14:tracePt t="290501" x="4673600" y="5565775"/>
          <p14:tracePt t="290512" x="4687888" y="5518150"/>
          <p14:tracePt t="290529" x="4687888" y="5476875"/>
          <p14:tracePt t="290534" x="4687888" y="5429250"/>
          <p14:tracePt t="290547" x="4687888" y="5402263"/>
          <p14:tracePt t="290563" x="4673600" y="5381625"/>
          <p14:tracePt t="290572" x="4673600" y="5354638"/>
          <p14:tracePt t="290580" x="4673600" y="5327650"/>
          <p14:tracePt t="290591" x="4660900" y="5313363"/>
          <p14:tracePt t="290613" x="4660900" y="5300663"/>
          <p14:tracePt t="290668" x="4660900" y="5313363"/>
          <p14:tracePt t="290691" x="4660900" y="5327650"/>
          <p14:tracePt t="290707" x="4660900" y="5354638"/>
          <p14:tracePt t="290714" x="4673600" y="5381625"/>
          <p14:tracePt t="290726" x="4687888" y="5443538"/>
          <p14:tracePt t="290744" x="4735513" y="5503863"/>
          <p14:tracePt t="290749" x="4789488" y="5565775"/>
          <p14:tracePt t="290759" x="4851400" y="5619750"/>
          <p14:tracePt t="290778" x="4926013" y="5667375"/>
          <p14:tracePt t="290782" x="4973638" y="5694363"/>
          <p14:tracePt t="290794" x="5000625" y="5700713"/>
          <p14:tracePt t="290812" x="5027613" y="5715000"/>
          <p14:tracePt t="290818" x="5033963" y="5715000"/>
          <p14:tracePt t="290849" x="5027613" y="5729288"/>
          <p14:tracePt t="290884" x="5014913" y="5729288"/>
          <p14:tracePt t="290886" x="4986338" y="5729288"/>
          <p14:tracePt t="290894" x="4938713" y="5741988"/>
          <p14:tracePt t="290898" x="4884738" y="5756275"/>
          <p14:tracePt t="290910" x="4824413" y="5789613"/>
          <p14:tracePt t="290916" x="4776788" y="5816600"/>
          <p14:tracePt t="290928" x="4721225" y="5843588"/>
          <p14:tracePt t="290946" x="4708525" y="5857875"/>
          <p14:tracePt t="290950" x="4700588" y="5864225"/>
          <p14:tracePt t="290984" x="4708525" y="5878513"/>
          <p14:tracePt t="291008" x="4721225" y="5878513"/>
          <p14:tracePt t="291019" x="4735513" y="5878513"/>
          <p14:tracePt t="291029" x="4748213" y="5878513"/>
          <p14:tracePt t="291045" x="4762500" y="5878513"/>
          <p14:tracePt t="291052" x="4776788" y="5878513"/>
          <p14:tracePt t="291064" x="4776788" y="5864225"/>
          <p14:tracePt t="291079" x="4789488" y="5864225"/>
          <p14:tracePt t="291097" x="4795838" y="5864225"/>
          <p14:tracePt t="291141" x="4795838" y="5857875"/>
          <p14:tracePt t="291186" x="4810125" y="5843588"/>
          <p14:tracePt t="291197" x="4810125" y="5830888"/>
          <p14:tracePt t="291209" x="4824413" y="5830888"/>
          <p14:tracePt t="291222" x="4824413" y="5816600"/>
          <p14:tracePt t="291232" x="4824413" y="5803900"/>
          <p14:tracePt t="291246" x="4824413" y="5789613"/>
          <p14:tracePt t="291288" x="4824413" y="5783263"/>
          <p14:tracePt t="291321" x="4810125" y="5783263"/>
          <p14:tracePt t="291345" x="4795838" y="5783263"/>
          <p14:tracePt t="291367" x="4789488" y="5783263"/>
          <p14:tracePt t="291378" x="4776788" y="5783263"/>
          <p14:tracePt t="291391" x="4762500" y="5783263"/>
          <p14:tracePt t="291411" x="4748213" y="5783263"/>
          <p14:tracePt t="291425" x="4735513" y="5783263"/>
          <p14:tracePt t="291435" x="4721225" y="5768975"/>
          <p14:tracePt t="291445" x="4708525" y="5768975"/>
          <p14:tracePt t="291461" x="4687888" y="5768975"/>
          <p14:tracePt t="291468" x="4673600" y="5756275"/>
          <p14:tracePt t="291480" x="4646613" y="5756275"/>
          <p14:tracePt t="291496" x="4633913" y="5741988"/>
          <p14:tracePt t="291503" x="4613275" y="5741988"/>
          <p14:tracePt t="291513" x="4586288" y="5741988"/>
          <p14:tracePt t="291531" x="4557713" y="5741988"/>
          <p14:tracePt t="291535" x="4538663" y="5741988"/>
          <p14:tracePt t="291547" x="4510088" y="5756275"/>
          <p14:tracePt t="291563" x="4483100" y="5756275"/>
          <p14:tracePt t="291569" x="4470400" y="5768975"/>
          <p14:tracePt t="291581" x="4462463" y="5783263"/>
          <p14:tracePt t="291597" x="4449763" y="5789613"/>
          <p14:tracePt t="291606" x="4449763" y="5803900"/>
          <p14:tracePt t="291614" x="4435475" y="5816600"/>
          <p14:tracePt t="291626" x="4435475" y="5830888"/>
          <p14:tracePt t="291644" x="4435475" y="5843588"/>
          <p14:tracePt t="291649" x="4435475" y="5857875"/>
          <p14:tracePt t="291660" x="4435475" y="5864225"/>
          <p14:tracePt t="291680" x="4435475" y="5878513"/>
          <p14:tracePt t="291684" x="4435475" y="5891213"/>
          <p14:tracePt t="291694" x="4435475" y="5905500"/>
          <p14:tracePt t="291713" x="4435475" y="5919788"/>
          <p14:tracePt t="291718" x="4435475" y="5938838"/>
          <p14:tracePt t="291727" x="4435475" y="5953125"/>
          <p14:tracePt t="291746" x="4435475" y="5967413"/>
          <p14:tracePt t="291752" x="4449763" y="5980113"/>
          <p14:tracePt t="291761" x="4449763" y="5994400"/>
          <p14:tracePt t="291784" x="4462463" y="6007100"/>
          <p14:tracePt t="291794" x="4470400" y="6021388"/>
          <p14:tracePt t="291812" x="4483100" y="6027738"/>
          <p14:tracePt t="291819" x="4497388" y="6027738"/>
          <p14:tracePt t="291828" x="4510088" y="6042025"/>
          <p14:tracePt t="291846" x="4524375" y="6054725"/>
          <p14:tracePt t="291854" x="4538663" y="6054725"/>
          <p14:tracePt t="291863" x="4557713" y="6069013"/>
          <p14:tracePt t="291875" x="4572000" y="6069013"/>
          <p14:tracePt t="291895" x="4598988" y="6081713"/>
          <p14:tracePt t="291895" x="4613275" y="6081713"/>
          <p14:tracePt t="291930" x="4633913" y="6081713"/>
          <p14:tracePt t="291931" x="4660900" y="6081713"/>
          <p14:tracePt t="291942" x="4673600" y="6081713"/>
          <p14:tracePt t="291943" x="4700588" y="6081713"/>
          <p14:tracePt t="291951" x="4721225" y="6081713"/>
          <p14:tracePt t="291962" x="4735513" y="6081713"/>
          <p14:tracePt t="291975" x="4762500" y="6081713"/>
          <p14:tracePt t="291987" x="4789488" y="6081713"/>
          <p14:tracePt t="291997" x="4810125" y="6069013"/>
          <p14:tracePt t="292009" x="4824413" y="6054725"/>
          <p14:tracePt t="292019" x="4851400" y="6042025"/>
          <p14:tracePt t="292030" x="4864100" y="6027738"/>
          <p14:tracePt t="292042" x="4872038" y="6007100"/>
          <p14:tracePt t="292062" x="4884738" y="5980113"/>
          <p14:tracePt t="292067" x="4899025" y="5938838"/>
          <p14:tracePt t="292077" x="4911725" y="5919788"/>
          <p14:tracePt t="292087" x="4911725" y="5891213"/>
          <p14:tracePt t="292099" x="4911725" y="5864225"/>
          <p14:tracePt t="292109" x="4911725" y="5843588"/>
          <p14:tracePt t="292132" x="4899025" y="5830888"/>
          <p14:tracePt t="292146" x="4899025" y="5816600"/>
          <p14:tracePt t="292158" x="4884738" y="5803900"/>
          <p14:tracePt t="292166" x="4884738" y="5789613"/>
          <p14:tracePt t="292180" x="4872038" y="5789613"/>
          <p14:tracePt t="292191" x="4864100" y="5783263"/>
          <p14:tracePt t="292211" x="4851400" y="5768975"/>
          <p14:tracePt t="292224" x="4837113" y="5768975"/>
          <p14:tracePt t="292378" x="4824413" y="5768975"/>
          <p14:tracePt t="292390" x="4824413" y="5756275"/>
          <p14:tracePt t="292401" x="4810125" y="5756275"/>
          <p14:tracePt t="292412" x="4795838" y="5756275"/>
          <p14:tracePt t="292427" x="4789488" y="5756275"/>
          <p14:tracePt t="292436" x="4762500" y="5756275"/>
          <p14:tracePt t="292447" x="4748213" y="5756275"/>
          <p14:tracePt t="292461" x="4735513" y="5756275"/>
          <p14:tracePt t="292469" x="4721225" y="5741988"/>
          <p14:tracePt t="292480" x="4708525" y="5741988"/>
          <p14:tracePt t="292494" x="4700588" y="5741988"/>
          <p14:tracePt t="292504" x="4687888" y="5756275"/>
          <p14:tracePt t="292526" x="4673600" y="5756275"/>
          <p14:tracePt t="292537" x="4660900" y="5768975"/>
          <p14:tracePt t="292560" x="4646613" y="5783263"/>
          <p14:tracePt t="292570" x="4633913" y="5783263"/>
          <p14:tracePt t="292582" x="4633913" y="5789613"/>
          <p14:tracePt t="292595" x="4625975" y="5803900"/>
          <p14:tracePt t="292626" x="4625975" y="5816600"/>
          <p14:tracePt t="292637" x="4625975" y="5830888"/>
          <p14:tracePt t="292660" x="4613275" y="5843588"/>
          <p14:tracePt t="292683" x="4613275" y="5857875"/>
          <p14:tracePt t="292694" x="4613275" y="5864225"/>
          <p14:tracePt t="292705" x="4613275" y="5878513"/>
          <p14:tracePt t="292728" x="4613275" y="5905500"/>
          <p14:tracePt t="292750" x="4613275" y="5919788"/>
          <p14:tracePt t="292763" x="4613275" y="5932488"/>
          <p14:tracePt t="292772" x="4613275" y="5938838"/>
          <p14:tracePt t="292795" x="4625975" y="5953125"/>
          <p14:tracePt t="292828" x="4625975" y="5967413"/>
          <p14:tracePt t="292840" x="4633913" y="5967413"/>
          <p14:tracePt t="292862" x="4646613" y="5967413"/>
          <p14:tracePt t="292885" x="4660900" y="5967413"/>
          <p14:tracePt t="292898" x="4673600" y="5980113"/>
          <p14:tracePt t="292911" x="4687888" y="5980113"/>
          <p14:tracePt t="292919" x="4700588" y="5980113"/>
          <p14:tracePt t="292932" x="4708525" y="5980113"/>
          <p14:tracePt t="292945" x="4721225" y="5980113"/>
          <p14:tracePt t="292975" x="4735513" y="5980113"/>
          <p14:tracePt t="292978" x="4748213" y="5980113"/>
          <p14:tracePt t="292997" x="4762500" y="5980113"/>
          <p14:tracePt t="293021" x="4776788" y="5980113"/>
          <p14:tracePt t="293031" x="4789488" y="5980113"/>
          <p14:tracePt t="293044" x="4795838" y="5980113"/>
          <p14:tracePt t="293065" x="4810125" y="5967413"/>
          <p14:tracePt t="293078" x="4824413" y="5967413"/>
          <p14:tracePt t="293089" x="4837113" y="5953125"/>
          <p14:tracePt t="293099" x="4837113" y="5938838"/>
          <p14:tracePt t="293114" x="4851400" y="5932488"/>
          <p14:tracePt t="293122" x="4851400" y="5919788"/>
          <p14:tracePt t="293134" x="4851400" y="5905500"/>
          <p14:tracePt t="293149" x="4864100" y="5891213"/>
          <p14:tracePt t="293156" x="4864100" y="5864225"/>
          <p14:tracePt t="293167" x="4864100" y="5857875"/>
          <p14:tracePt t="293184" x="4864100" y="5843588"/>
          <p14:tracePt t="293194" x="4864100" y="5830888"/>
          <p14:tracePt t="293200" x="4851400" y="5816600"/>
          <p14:tracePt t="293223" x="4851400" y="5803900"/>
          <p14:tracePt t="293235" x="4837113" y="5803900"/>
          <p14:tracePt t="293251" x="4837113" y="5789613"/>
          <p14:tracePt t="293268" x="4824413" y="5789613"/>
          <p14:tracePt t="293281" x="4810125" y="5789613"/>
          <p14:tracePt t="293301" x="4795838" y="5789613"/>
          <p14:tracePt t="293313" x="4789488" y="5789613"/>
          <p14:tracePt t="293326" x="4776788" y="5789613"/>
          <p14:tracePt t="293336" x="4762500" y="5789613"/>
          <p14:tracePt t="293349" x="4748213" y="5789613"/>
          <p14:tracePt t="293362" x="4735513" y="5789613"/>
          <p14:tracePt t="293380" x="4721225" y="5789613"/>
          <p14:tracePt t="293393" x="4708525" y="5789613"/>
          <p14:tracePt t="293404" x="4700588" y="5789613"/>
          <p14:tracePt t="293414" x="4687888" y="5789613"/>
          <p14:tracePt t="293427" x="4673600" y="5789613"/>
          <p14:tracePt t="293449" x="4660900" y="5803900"/>
          <p14:tracePt t="293460" x="4646613" y="5803900"/>
          <p14:tracePt t="293471" x="4633913" y="5816600"/>
          <p14:tracePt t="293493" x="4625975" y="5816600"/>
          <p14:tracePt t="293503" x="4625975" y="5830888"/>
          <p14:tracePt t="293537" x="4613275" y="5843588"/>
          <p14:tracePt t="293571" x="4613275" y="5857875"/>
          <p14:tracePt t="293605" x="4613275" y="5864225"/>
          <p14:tracePt t="293650" x="4625975" y="5878513"/>
          <p14:tracePt t="293661" x="4646613" y="5878513"/>
          <p14:tracePt t="293673" x="4660900" y="5878513"/>
          <p14:tracePt t="293685" x="4673600" y="5878513"/>
          <p14:tracePt t="293707" x="4660900" y="5864225"/>
          <p14:tracePt t="293717" x="4646613" y="5864225"/>
          <p14:tracePt t="293987" x="4660900" y="5864225"/>
          <p14:tracePt t="293998" x="4660900" y="5878513"/>
          <p14:tracePt t="294021" x="4646613" y="5878513"/>
          <p14:tracePt t="294035" x="4660900" y="5878513"/>
          <p14:tracePt t="294066" x="4673600" y="5878513"/>
          <p14:tracePt t="294101" x="4687888" y="5878513"/>
          <p14:tracePt t="294212" x="4700588" y="5878513"/>
          <p14:tracePt t="294438" x="4700588" y="5864225"/>
          <p14:tracePt t="295687" x="4700588" y="5878513"/>
          <p14:tracePt t="295698" x="4708525" y="5891213"/>
          <p14:tracePt t="295709" x="4721225" y="5891213"/>
          <p14:tracePt t="295720" x="4735513" y="5905500"/>
          <p14:tracePt t="295732" x="4762500" y="5919788"/>
          <p14:tracePt t="295742" x="4776788" y="5932488"/>
          <p14:tracePt t="295933" x="4789488" y="5932488"/>
          <p14:tracePt t="295945" x="4810125" y="5932488"/>
          <p14:tracePt t="295956" x="4824413" y="5932488"/>
          <p14:tracePt t="295967" x="4837113" y="5932488"/>
          <p14:tracePt t="296012" x="4824413" y="5932488"/>
          <p14:tracePt t="296036" x="4810125" y="5932488"/>
          <p14:tracePt t="296046" x="4795838" y="5938838"/>
          <p14:tracePt t="296059" x="4776788" y="5938838"/>
          <p14:tracePt t="296069" x="4748213" y="5953125"/>
          <p14:tracePt t="296080" x="4687888" y="5980113"/>
          <p14:tracePt t="296109" x="4586288" y="6021388"/>
          <p14:tracePt t="296125" x="4462463" y="6054725"/>
          <p14:tracePt t="296128" x="4375150" y="6081713"/>
          <p14:tracePt t="296149" x="4062413" y="6218238"/>
          <p14:tracePt t="296159" x="4000500" y="6265863"/>
          <p14:tracePt t="296172" x="3946525" y="6292850"/>
          <p14:tracePt t="296194" x="3911600" y="6340475"/>
          <p14:tracePt t="296209" x="3898900" y="6354763"/>
          <p14:tracePt t="296216" x="3898900" y="6367463"/>
          <p14:tracePt t="296226" x="3898900" y="6381750"/>
          <p14:tracePt t="296249" x="3898900" y="6396038"/>
          <p14:tracePt t="296307" x="3911600" y="6408738"/>
          <p14:tracePt t="296317" x="3932238" y="6408738"/>
          <p14:tracePt t="296329" x="3973513" y="6423025"/>
          <p14:tracePt t="296344" x="4006850" y="6429375"/>
          <p14:tracePt t="296351" x="4075113" y="6443663"/>
          <p14:tracePt t="296361" x="4149725" y="6443663"/>
          <p14:tracePt t="296379" x="4211638" y="6456363"/>
          <p14:tracePt t="296384" x="4300538" y="6456363"/>
          <p14:tracePt t="296396" x="4395788" y="6470650"/>
          <p14:tracePt t="296413" x="4510088" y="6470650"/>
          <p14:tracePt t="296419" x="4586288" y="6483350"/>
          <p14:tracePt t="296429" x="4660900" y="6483350"/>
          <p14:tracePt t="296447" x="4735513" y="6483350"/>
          <p14:tracePt t="296453" x="4789488" y="6470650"/>
          <p14:tracePt t="296463" x="4837113" y="6470650"/>
          <p14:tracePt t="296484" x="4884738" y="6470650"/>
          <p14:tracePt t="296490" x="4926013" y="6456363"/>
          <p14:tracePt t="296497" x="4973638" y="6456363"/>
          <p14:tracePt t="296515" x="5014913" y="6443663"/>
          <p14:tracePt t="296525" x="5048250" y="6429375"/>
          <p14:tracePt t="296531" x="5075238" y="6429375"/>
          <p14:tracePt t="296547" x="5102225" y="6423025"/>
          <p14:tracePt t="296565" x="5137150" y="6408738"/>
          <p14:tracePt t="296575" x="5149850" y="6408738"/>
          <p14:tracePt t="296587" x="5164138" y="6396038"/>
          <p14:tracePt t="296611" x="5176838" y="6381750"/>
          <p14:tracePt t="296632" x="5176838" y="6367463"/>
          <p14:tracePt t="296654" x="5176838" y="6354763"/>
          <p14:tracePt t="296678" x="5176838" y="6340475"/>
          <p14:tracePt t="296698" x="5176838" y="6334125"/>
          <p14:tracePt t="296722" x="5164138" y="6319838"/>
          <p14:tracePt t="296745" x="5149850" y="6307138"/>
          <p14:tracePt t="296760" x="5137150" y="6307138"/>
          <p14:tracePt t="296766" x="5110163" y="6292850"/>
          <p14:tracePt t="296779" x="5075238" y="6280150"/>
          <p14:tracePt t="296791" x="5048250" y="6265863"/>
          <p14:tracePt t="296800" x="5000625" y="6259513"/>
          <p14:tracePt t="296812" x="4938713" y="6245225"/>
          <p14:tracePt t="296827" x="4872038" y="6232525"/>
          <p14:tracePt t="296835" x="4837113" y="6232525"/>
          <p14:tracePt t="296847" x="4776788" y="6218238"/>
          <p14:tracePt t="296863" x="4708525" y="6205538"/>
          <p14:tracePt t="296869" x="4673600" y="6205538"/>
          <p14:tracePt t="296880" x="4625975" y="6191250"/>
          <p14:tracePt t="296894" x="4572000" y="6191250"/>
          <p14:tracePt t="296902" x="4551363" y="6191250"/>
          <p14:tracePt t="296914" x="4510088" y="6191250"/>
          <p14:tracePt t="296927" x="4470400" y="6191250"/>
          <p14:tracePt t="296937" x="4435475" y="6191250"/>
          <p14:tracePt t="296946" x="4408488" y="6191250"/>
          <p14:tracePt t="296963" x="4375150" y="6205538"/>
          <p14:tracePt t="296970" x="4333875" y="6205538"/>
          <p14:tracePt t="296981" x="4313238" y="6232525"/>
          <p14:tracePt t="296993" x="4286250" y="6245225"/>
          <p14:tracePt t="297010" x="4244975" y="6265863"/>
          <p14:tracePt t="297017" x="4238625" y="6292850"/>
          <p14:tracePt t="297029" x="4211638" y="6319838"/>
          <p14:tracePt t="297045" x="4197350" y="6340475"/>
          <p14:tracePt t="297053" x="4197350" y="6367463"/>
          <p14:tracePt t="297060" x="4197350" y="6381750"/>
          <p14:tracePt t="297077" x="4211638" y="6408738"/>
          <p14:tracePt t="297083" x="4224338" y="6429375"/>
          <p14:tracePt t="297099" x="4238625" y="6456363"/>
          <p14:tracePt t="297117" x="4313238" y="6497638"/>
          <p14:tracePt t="297129" x="4387850" y="6518275"/>
          <p14:tracePt t="297146" x="4449763" y="6530975"/>
          <p14:tracePt t="297175" x="4687888" y="6557963"/>
          <p14:tracePt t="297183" x="4776788" y="6557963"/>
          <p14:tracePt t="297186" x="4911725" y="6557963"/>
          <p14:tracePt t="297195" x="5033963" y="6545263"/>
          <p14:tracePt t="297215" x="5122863" y="6530975"/>
          <p14:tracePt t="297220" x="5238750" y="6503988"/>
          <p14:tracePt t="297229" x="5327650" y="6470650"/>
          <p14:tracePt t="297246" x="5402263" y="6443663"/>
          <p14:tracePt t="297253" x="5435600" y="6429375"/>
          <p14:tracePt t="297262" x="5476875" y="6408738"/>
          <p14:tracePt t="297279" x="5503863" y="6396038"/>
          <p14:tracePt t="297287" x="5503863" y="6381750"/>
          <p14:tracePt t="297295" x="5510213" y="6367463"/>
          <p14:tracePt t="297319" x="5510213" y="6354763"/>
          <p14:tracePt t="297329" x="5503863" y="6340475"/>
          <p14:tracePt t="297353" x="5476875" y="6334125"/>
          <p14:tracePt t="297364" x="5449888" y="6319838"/>
          <p14:tracePt t="297375" x="5414963" y="6307138"/>
          <p14:tracePt t="297386" x="5348288" y="6292850"/>
          <p14:tracePt t="297397" x="5300663" y="6280150"/>
          <p14:tracePt t="297409" x="5211763" y="6265863"/>
          <p14:tracePt t="297419" x="5122863" y="6259513"/>
          <p14:tracePt t="297431" x="5062538" y="6245225"/>
          <p14:tracePt t="297442" x="4973638" y="6245225"/>
          <p14:tracePt t="297453" x="4884738" y="6245225"/>
          <p14:tracePt t="297465" x="4810125" y="6245225"/>
          <p14:tracePt t="297476" x="4748213" y="6245225"/>
          <p14:tracePt t="297488" x="4673600" y="6245225"/>
          <p14:tracePt t="297498" x="4613275" y="6245225"/>
          <p14:tracePt t="297512" x="4557713" y="6259513"/>
          <p14:tracePt t="297521" x="4510088" y="6259513"/>
          <p14:tracePt t="297532" x="4462463" y="6265863"/>
          <p14:tracePt t="297547" x="4395788" y="6280150"/>
          <p14:tracePt t="297554" x="4348163" y="6292850"/>
          <p14:tracePt t="297567" x="4300538" y="6307138"/>
          <p14:tracePt t="297580" x="4259263" y="6334125"/>
          <p14:tracePt t="297587" x="4238625" y="6340475"/>
          <p14:tracePt t="297604" x="4211638" y="6354763"/>
          <p14:tracePt t="297612" x="4184650" y="6381750"/>
          <p14:tracePt t="297629" x="4170363" y="6396038"/>
          <p14:tracePt t="297635" x="4170363" y="6423025"/>
          <p14:tracePt t="297645" x="4157663" y="6429375"/>
          <p14:tracePt t="297663" x="4157663" y="6456363"/>
          <p14:tracePt t="297669" x="4157663" y="6470650"/>
          <p14:tracePt t="297678" x="4157663" y="6497638"/>
          <p14:tracePt t="297697" x="4170363" y="6503988"/>
          <p14:tracePt t="297707" x="4184650" y="6518275"/>
          <p14:tracePt t="297713" x="4211638" y="6530975"/>
          <p14:tracePt t="297725" x="4238625" y="6530975"/>
          <p14:tracePt t="297746" x="4259263" y="6545263"/>
          <p14:tracePt t="297746" x="4286250" y="6545263"/>
          <p14:tracePt t="297758" x="4319588" y="6545263"/>
          <p14:tracePt t="297769" x="4375150" y="6545263"/>
          <p14:tracePt t="297780" x="4422775" y="6545263"/>
          <p14:tracePt t="297793" x="4497388" y="6545263"/>
          <p14:tracePt t="297802" x="4598988" y="6557963"/>
          <p14:tracePt t="297815" x="4673600" y="6557963"/>
          <p14:tracePt t="297826" x="4789488" y="6545263"/>
          <p14:tracePt t="297836" x="4884738" y="6545263"/>
          <p14:tracePt t="297848" x="4973638" y="6545263"/>
          <p14:tracePt t="297859" x="5027613" y="6530975"/>
          <p14:tracePt t="297870" x="5102225" y="6518275"/>
          <p14:tracePt t="297880" x="5164138" y="6503988"/>
          <p14:tracePt t="297897" x="5197475" y="6497638"/>
          <p14:tracePt t="297910" x="5253038" y="6483350"/>
          <p14:tracePt t="297917" x="5272088" y="6470650"/>
          <p14:tracePt t="297932" x="5300663" y="6443663"/>
          <p14:tracePt t="297936" x="5313363" y="6429375"/>
          <p14:tracePt t="297951" x="5313363" y="6423025"/>
          <p14:tracePt t="297960" x="5313363" y="6408738"/>
          <p14:tracePt t="297978" x="5313363" y="6396038"/>
          <p14:tracePt t="297983" x="5300663" y="6381750"/>
          <p14:tracePt t="297994" x="5286375" y="6354763"/>
          <p14:tracePt t="298004" x="5265738" y="6340475"/>
          <p14:tracePt t="298017" x="5211763" y="6319838"/>
          <p14:tracePt t="298032" x="5102225" y="6292850"/>
          <p14:tracePt t="298042" x="5000625" y="6265863"/>
          <p14:tracePt t="298050" x="4837113" y="6245225"/>
          <p14:tracePt t="298061" x="4687888" y="6232525"/>
          <p14:tracePt t="298076" x="4551363" y="6218238"/>
          <p14:tracePt t="298083" x="4462463" y="6218238"/>
          <p14:tracePt t="298094" x="4348163" y="6218238"/>
          <p14:tracePt t="298109" x="4244975" y="6232525"/>
          <p14:tracePt t="298117" x="4170363" y="6245225"/>
          <p14:tracePt t="298130" x="4110038" y="6259513"/>
          <p14:tracePt t="298147" x="4048125" y="6280150"/>
          <p14:tracePt t="298155" x="4021138" y="6292850"/>
          <p14:tracePt t="298177" x="3986213" y="6334125"/>
          <p14:tracePt t="298185" x="3959225" y="6340475"/>
          <p14:tracePt t="298196" x="3946525" y="6354763"/>
          <p14:tracePt t="298219" x="3932238" y="6367463"/>
          <p14:tracePt t="298227" x="3932238" y="6396038"/>
          <p14:tracePt t="298244" x="3919538" y="6396038"/>
          <p14:tracePt t="298245" x="3919538" y="6408738"/>
          <p14:tracePt t="298252" x="3919538" y="6423025"/>
          <p14:tracePt t="298263" x="3919538" y="6429375"/>
          <p14:tracePt t="298277" x="3919538" y="6443663"/>
          <p14:tracePt t="298296" x="3919538" y="6456363"/>
          <p14:tracePt t="298310" x="3932238" y="6456363"/>
          <p14:tracePt t="298319" x="3932238" y="6470650"/>
          <p14:tracePt t="298342" x="3946525" y="6470650"/>
          <p14:tracePt t="298353" x="3959225" y="6483350"/>
          <p14:tracePt t="298364" x="3973513" y="6483350"/>
          <p14:tracePt t="298376" x="3986213" y="6483350"/>
          <p14:tracePt t="298387" x="4000500" y="6497638"/>
          <p14:tracePt t="298398" x="4006850" y="6497638"/>
          <p14:tracePt t="298413" x="4033838" y="6503988"/>
          <p14:tracePt t="298420" x="4048125" y="6503988"/>
          <p14:tracePt t="298433" x="4075113" y="6503988"/>
          <p14:tracePt t="298448" x="4081463" y="6518275"/>
          <p14:tracePt t="298459" x="4095750" y="6518275"/>
          <p14:tracePt t="298466" x="4110038" y="6518275"/>
          <p14:tracePt t="298483" x="4122738" y="6518275"/>
          <p14:tracePt t="298633" x="4137025" y="6518275"/>
          <p14:tracePt t="298679" x="4149725" y="6518275"/>
          <p14:tracePt t="298701" x="4157663" y="6518275"/>
          <p14:tracePt t="298724" x="4170363" y="6518275"/>
          <p14:tracePt t="298735" x="4197350" y="6518275"/>
          <p14:tracePt t="298747" x="4224338" y="6518275"/>
          <p14:tracePt t="298758" x="4244975" y="6518275"/>
          <p14:tracePt t="298769" x="4300538" y="6518275"/>
          <p14:tracePt t="298784" x="4348163" y="6530975"/>
          <p14:tracePt t="298792" x="4422775" y="6530975"/>
          <p14:tracePt t="298803" x="4470400" y="6530975"/>
          <p14:tracePt t="298820" x="4557713" y="6530975"/>
          <p14:tracePt t="298825" x="4646613" y="6518275"/>
          <p14:tracePt t="298837" x="4721225" y="6518275"/>
          <p14:tracePt t="298852" x="4837113" y="6518275"/>
          <p14:tracePt t="298865" x="4946650" y="6503988"/>
          <p14:tracePt t="298871" x="5033963" y="6497638"/>
          <p14:tracePt t="298882" x="5149850" y="6483350"/>
          <p14:tracePt t="298893" x="5265738" y="6470650"/>
          <p14:tracePt t="298905" x="5360988" y="6443663"/>
          <p14:tracePt t="298917" x="5414963" y="6429375"/>
          <p14:tracePt t="298933" x="5476875" y="6423025"/>
          <p14:tracePt t="298941" x="5510213" y="6408738"/>
          <p14:tracePt t="298950" x="5524500" y="6408738"/>
          <p14:tracePt t="298968" x="5538788" y="6396038"/>
          <p14:tracePt t="298974" x="5551488" y="6396038"/>
          <p14:tracePt t="299016" x="5538788" y="6381750"/>
          <p14:tracePt t="299038" x="5510213" y="6367463"/>
          <p14:tracePt t="299050" x="5491163" y="6354763"/>
          <p14:tracePt t="299063" x="5462588" y="6340475"/>
          <p14:tracePt t="299073" x="5414963" y="6334125"/>
          <p14:tracePt t="299084" x="5348288" y="6319838"/>
          <p14:tracePt t="299099" x="5272088" y="6307138"/>
          <p14:tracePt t="299107" x="5211763" y="6307138"/>
          <p14:tracePt t="299121" x="5137150" y="6292850"/>
          <p14:tracePt t="299132" x="5033963" y="6280150"/>
          <p14:tracePt t="299141" x="4946650" y="6280150"/>
          <p14:tracePt t="299152" x="4824413" y="6265863"/>
          <p14:tracePt t="299165" x="4708525" y="6265863"/>
          <p14:tracePt t="299174" x="4633913" y="6265863"/>
          <p14:tracePt t="299188" x="4524375" y="6265863"/>
          <p14:tracePt t="299198" x="4449763" y="6280150"/>
          <p14:tracePt t="299209" x="4360863" y="6292850"/>
          <p14:tracePt t="299221" x="4300538" y="6307138"/>
          <p14:tracePt t="299232" x="4224338" y="6319838"/>
          <p14:tracePt t="299243" x="4157663" y="6340475"/>
          <p14:tracePt t="299268" x="4081463" y="6396038"/>
          <p14:tracePt t="299276" x="4075113" y="6408738"/>
          <p14:tracePt t="299288" x="4062413" y="6423025"/>
          <p14:tracePt t="299304" x="4048125" y="6429375"/>
          <p14:tracePt t="299310" x="4048125" y="6443663"/>
          <p14:tracePt t="299335" x="4062413" y="6456363"/>
          <p14:tracePt t="299355" x="4081463" y="6470650"/>
          <p14:tracePt t="299368" x="4110038" y="6483350"/>
          <p14:tracePt t="299380" x="4170363" y="6483350"/>
          <p14:tracePt t="299388" x="4238625" y="6483350"/>
          <p14:tracePt t="299403" x="4300538" y="6483350"/>
          <p14:tracePt t="299410" x="4408488" y="6483350"/>
          <p14:tracePt t="299423" x="4551363" y="6483350"/>
          <p14:tracePt t="299437" x="4687888" y="6470650"/>
          <p14:tracePt t="299448" x="4789488" y="6470650"/>
          <p14:tracePt t="299456" x="4911725" y="6443663"/>
          <p14:tracePt t="299469" x="5014913" y="6423025"/>
          <p14:tracePt t="299482" x="5089525" y="6408738"/>
          <p14:tracePt t="299489" x="5149850" y="6396038"/>
          <p14:tracePt t="299504" x="5197475" y="6381750"/>
          <p14:tracePt t="299513" x="5211763" y="6381750"/>
          <p14:tracePt t="299524" x="5224463" y="6367463"/>
          <p14:tracePt t="299535" x="5238750" y="6367463"/>
          <p14:tracePt t="299601" x="5238750" y="6354763"/>
          <p14:tracePt t="299635" x="5224463" y="6354763"/>
          <p14:tracePt t="299679" x="5211763" y="6340475"/>
          <p14:tracePt t="299692" x="5197475" y="6340475"/>
          <p14:tracePt t="299713" x="5184775" y="6334125"/>
          <p14:tracePt t="299725" x="5164138" y="6319838"/>
          <p14:tracePt t="299736" x="5137150" y="6307138"/>
          <p14:tracePt t="299751" x="5102225" y="6307138"/>
          <p14:tracePt t="299760" x="5048250" y="6292850"/>
          <p14:tracePt t="299770" x="4973638" y="6280150"/>
          <p14:tracePt t="299785" x="4926013" y="6265863"/>
          <p14:tracePt t="299794" x="4837113" y="6259513"/>
          <p14:tracePt t="299804" x="4762500" y="6245225"/>
          <p14:tracePt t="299817" x="4700588" y="6245225"/>
          <p14:tracePt t="299828" x="4633913" y="6245225"/>
          <p14:tracePt t="299838" x="4557713" y="6245225"/>
          <p14:tracePt t="299850" x="4497388" y="6265863"/>
          <p14:tracePt t="299867" x="4435475" y="6280150"/>
          <p14:tracePt t="299875" x="4395788" y="6307138"/>
          <p14:tracePt t="299886" x="4360863" y="6334125"/>
          <p14:tracePt t="299901" x="4348163" y="6340475"/>
          <p14:tracePt t="299909" x="4333875" y="6367463"/>
          <p14:tracePt t="299933" x="4333875" y="6381750"/>
          <p14:tracePt t="299939" x="4333875" y="6396038"/>
          <p14:tracePt t="299944" x="4348163" y="6408738"/>
          <p14:tracePt t="299950" x="4360863" y="6423025"/>
          <p14:tracePt t="299970" x="4387850" y="6429375"/>
          <p14:tracePt t="299977" x="4408488" y="6429375"/>
          <p14:tracePt t="299985" x="4435475" y="6429375"/>
          <p14:tracePt t="300005" x="4483100" y="6443663"/>
          <p14:tracePt t="300015" x="4510088" y="6443663"/>
          <p14:tracePt t="300018" x="4557713" y="6443663"/>
          <p14:tracePt t="300029" x="4625975" y="6429375"/>
          <p14:tracePt t="300053" x="4721225" y="6423025"/>
          <p14:tracePt t="300066" x="4748213" y="6408738"/>
          <p14:tracePt t="300074" x="4776788" y="6396038"/>
          <p14:tracePt t="300087" x="4789488" y="6381750"/>
          <p14:tracePt t="300099" x="4789488" y="6367463"/>
          <p14:tracePt t="300109" x="4789488" y="6354763"/>
          <p14:tracePt t="300121" x="4789488" y="6340475"/>
          <p14:tracePt t="300133" x="4776788" y="6340475"/>
          <p14:tracePt t="300142" x="4762500" y="6334125"/>
          <p14:tracePt t="300154" x="4735513" y="6319838"/>
          <p14:tracePt t="300169" x="4721225" y="6307138"/>
          <p14:tracePt t="300176" x="4700588" y="6307138"/>
          <p14:tracePt t="300188" x="4673600" y="6307138"/>
          <p14:tracePt t="300205" x="4646613" y="6307138"/>
          <p14:tracePt t="300210" x="4613275" y="6307138"/>
          <p14:tracePt t="300221" x="4586288" y="6307138"/>
          <p14:tracePt t="300238" x="4572000" y="6307138"/>
          <p14:tracePt t="300245" x="4551363" y="6307138"/>
          <p14:tracePt t="300254" x="4524375" y="6307138"/>
          <p14:tracePt t="300266" x="4510088" y="6319838"/>
          <p14:tracePt t="300285" x="4497388" y="6319838"/>
          <p14:tracePt t="300290" x="4483100" y="6319838"/>
          <p14:tracePt t="300323" x="4470400" y="6319838"/>
          <p14:tracePt t="300328" x="4462463" y="6334125"/>
          <p14:tracePt t="300344" x="4449763" y="6334125"/>
          <p14:tracePt t="300356" x="4449763" y="6340475"/>
          <p14:tracePt t="300389" x="4449763" y="6354763"/>
          <p14:tracePt t="300401" x="4462463" y="6354763"/>
          <p14:tracePt t="300416" x="4462463" y="6367463"/>
          <p14:tracePt t="300423" x="4470400" y="6367463"/>
          <p14:tracePt t="300448" x="4483100" y="6381750"/>
          <p14:tracePt t="300457" x="4497388" y="6381750"/>
          <p14:tracePt t="300469" x="4510088" y="6381750"/>
          <p14:tracePt t="300485" x="4524375" y="6381750"/>
          <p14:tracePt t="300491" x="4538663" y="6381750"/>
          <p14:tracePt t="300515" x="4551363" y="6381750"/>
          <p14:tracePt t="300525" x="4557713" y="6381750"/>
          <p14:tracePt t="300536" x="4572000" y="6381750"/>
          <p14:tracePt t="300558" x="4572000" y="6367463"/>
          <p14:tracePt t="300570" x="4586288" y="6367463"/>
          <p14:tracePt t="300737" x="4586288" y="6381750"/>
          <p14:tracePt t="300951" x="4598988" y="6381750"/>
          <p14:tracePt t="300962" x="4613275" y="6381750"/>
          <p14:tracePt t="300973" x="4633913" y="6381750"/>
          <p14:tracePt t="300987" x="4673600" y="6381750"/>
          <p14:tracePt t="300997" x="4700588" y="6381750"/>
          <p14:tracePt t="301009" x="4748213" y="6381750"/>
          <p14:tracePt t="301019" x="4795838" y="6381750"/>
          <p14:tracePt t="301031" x="4837113" y="6381750"/>
          <p14:tracePt t="301047" x="4872038" y="6367463"/>
          <p14:tracePt t="301053" x="4911725" y="6367463"/>
          <p14:tracePt t="301064" x="4938713" y="6367463"/>
          <p14:tracePt t="301082" x="4959350" y="6367463"/>
          <p14:tracePt t="301086" x="4959350" y="6354763"/>
          <p14:tracePt t="301098" x="4973638" y="6354763"/>
          <p14:tracePt t="301153" x="4973638" y="6340475"/>
          <p14:tracePt t="301165" x="4959350" y="6340475"/>
          <p14:tracePt t="301177" x="4959350" y="6334125"/>
          <p14:tracePt t="301189" x="4946650" y="6319838"/>
          <p14:tracePt t="301199" x="4926013" y="6307138"/>
          <p14:tracePt t="301211" x="4899025" y="6292850"/>
          <p14:tracePt t="301222" x="4872038" y="6265863"/>
          <p14:tracePt t="301233" x="4851400" y="6259513"/>
          <p14:tracePt t="301248" x="4810125" y="6245225"/>
          <p14:tracePt t="301256" x="4789488" y="6232525"/>
          <p14:tracePt t="301267" x="4748213" y="6218238"/>
          <p14:tracePt t="301283" x="4708525" y="6205538"/>
          <p14:tracePt t="301291" x="4673600" y="6205538"/>
          <p14:tracePt t="301301" x="4646613" y="6191250"/>
          <p14:tracePt t="301315" x="4625975" y="6191250"/>
          <p14:tracePt t="301324" x="4586288" y="6191250"/>
          <p14:tracePt t="301334" x="4572000" y="6191250"/>
          <p14:tracePt t="301368" x="4551363" y="6205538"/>
          <p14:tracePt t="301371" x="4510088" y="6205538"/>
          <p14:tracePt t="301380" x="4497388" y="6205538"/>
          <p14:tracePt t="301386" x="4462463" y="6218238"/>
          <p14:tracePt t="301398" x="4435475" y="6232525"/>
          <p14:tracePt t="301403" x="4408488" y="6245225"/>
          <p14:tracePt t="301414" x="4395788" y="6259513"/>
          <p14:tracePt t="301424" x="4387850" y="6259513"/>
          <p14:tracePt t="301437" x="4387850" y="6265863"/>
          <p14:tracePt t="301481" x="4395788" y="6280150"/>
          <p14:tracePt t="301491" x="4408488" y="6280150"/>
          <p14:tracePt t="301503" x="4422775" y="6280150"/>
          <p14:tracePt t="301514" x="4449763" y="6280150"/>
          <p14:tracePt t="301531" x="4470400" y="6280150"/>
          <p14:tracePt t="301537" x="4510088" y="6280150"/>
          <p14:tracePt t="301549" x="4551363" y="6280150"/>
          <p14:tracePt t="301566" x="4586288" y="6280150"/>
          <p14:tracePt t="301571" x="4646613" y="6265863"/>
          <p14:tracePt t="301582" x="4700588" y="6259513"/>
          <p14:tracePt t="301600" x="4735513" y="6245225"/>
          <p14:tracePt t="301604" x="4776788" y="6232525"/>
          <p14:tracePt t="301615" x="4810125" y="6205538"/>
          <p14:tracePt t="301634" x="4824413" y="6170613"/>
          <p14:tracePt t="301640" x="4837113" y="6143625"/>
          <p14:tracePt t="301650" x="4837113" y="6096000"/>
          <p14:tracePt t="301669" x="4837113" y="6042025"/>
          <p14:tracePt t="301677" x="4837113" y="5994400"/>
          <p14:tracePt t="301683" x="4810125" y="5932488"/>
          <p14:tracePt t="301695" x="4789488" y="5864225"/>
          <p14:tracePt t="301729" x="4687888" y="5783263"/>
          <p14:tracePt t="301740" x="4646613" y="5756275"/>
          <p14:tracePt t="301752" x="4613275" y="5741988"/>
          <p14:tracePt t="301766" x="4572000" y="5741988"/>
          <p14:tracePt t="301774" x="4524375" y="5741988"/>
          <p14:tracePt t="301785" x="4497388" y="5741988"/>
          <p14:tracePt t="301802" x="4462463" y="5756275"/>
          <p14:tracePt t="301806" x="4435475" y="5768975"/>
          <p14:tracePt t="301818" x="4395788" y="5789613"/>
          <p14:tracePt t="301833" x="4375150" y="5816600"/>
          <p14:tracePt t="301840" x="4348163" y="5857875"/>
          <p14:tracePt t="301853" x="4333875" y="5878513"/>
          <p14:tracePt t="301868" x="4319588" y="5891213"/>
          <p14:tracePt t="301878" x="4319588" y="5919788"/>
          <p14:tracePt t="301885" x="4319588" y="5938838"/>
          <p14:tracePt t="301898" x="4319588" y="5953125"/>
          <p14:tracePt t="301915" x="4333875" y="5967413"/>
          <p14:tracePt t="301923" x="4333875" y="5980113"/>
          <p14:tracePt t="301930" x="4348163" y="5994400"/>
          <p14:tracePt t="301949" x="4360863" y="5994400"/>
          <p14:tracePt t="301955" x="4375150" y="6007100"/>
          <p14:tracePt t="301965" x="4395788" y="6021388"/>
          <p14:tracePt t="301985" x="4422775" y="6021388"/>
          <p14:tracePt t="301990" x="4470400" y="6021388"/>
          <p14:tracePt t="301998" x="4524375" y="6027738"/>
          <p14:tracePt t="302009" x="4586288" y="6021388"/>
          <p14:tracePt t="302031" x="4625975" y="6021388"/>
          <p14:tracePt t="302032" x="4687888" y="6021388"/>
          <p14:tracePt t="302044" x="4735513" y="6021388"/>
          <p14:tracePt t="302055" x="4762500" y="6007100"/>
          <p14:tracePt t="302067" x="4789488" y="5994400"/>
          <p14:tracePt t="302079" x="4810125" y="5994400"/>
          <p14:tracePt t="302087" x="4810125" y="5980113"/>
          <p14:tracePt t="302102" x="4824413" y="5980113"/>
          <p14:tracePt t="302110" x="4824413" y="5967413"/>
          <p14:tracePt t="302155" x="4824413" y="5953125"/>
          <p14:tracePt t="303808" x="4810125" y="5967413"/>
          <p14:tracePt t="303820" x="4789488" y="5980113"/>
          <p14:tracePt t="303831" x="4762500" y="6021388"/>
          <p14:tracePt t="303842" x="4721225" y="6054725"/>
          <p14:tracePt t="303857" x="4700588" y="6102350"/>
          <p14:tracePt t="303866" x="4660900" y="6176963"/>
          <p14:tracePt t="303877" x="4633913" y="6280150"/>
          <p14:tracePt t="303888" x="4613275" y="6367463"/>
          <p14:tracePt t="303900" x="4586288" y="6429375"/>
          <p14:tracePt t="303910" x="4572000" y="6497638"/>
          <p14:tracePt t="303926" x="4557713" y="6557963"/>
          <p14:tracePt t="303934" x="4551363" y="6592888"/>
          <p14:tracePt t="303946" x="4538663" y="6634163"/>
          <p14:tracePt t="303960" x="4538663" y="6646863"/>
          <p14:tracePt t="303966" x="4538663" y="6661150"/>
          <p14:tracePt t="303977" x="4524375" y="6661150"/>
          <p14:tracePt t="304024" x="4524375" y="6646863"/>
          <p14:tracePt t="304034" x="4510088" y="6646863"/>
          <p14:tracePt t="304203" x="4524375" y="6646863"/>
          <p14:tracePt t="304225" x="4538663" y="6646863"/>
          <p14:tracePt t="304236" x="4551363" y="6646863"/>
          <p14:tracePt t="304259" x="4557713" y="6646863"/>
          <p14:tracePt t="304270" x="4572000" y="6646863"/>
          <p14:tracePt t="304281" x="4572000" y="6634163"/>
          <p14:tracePt t="304303" x="4572000" y="6619875"/>
          <p14:tracePt t="304327" x="4572000" y="6605588"/>
          <p14:tracePt t="304337" x="4572000" y="6592888"/>
          <p14:tracePt t="304349" x="4557713" y="6578600"/>
          <p14:tracePt t="304361" x="4551363" y="6572250"/>
          <p14:tracePt t="304372" x="4524375" y="6557963"/>
          <p14:tracePt t="304384" x="4497388" y="6530975"/>
          <p14:tracePt t="304394" x="4449763" y="6518275"/>
          <p14:tracePt t="304414" x="4408488" y="6503988"/>
          <p14:tracePt t="304417" x="4333875" y="6483350"/>
          <p14:tracePt t="304429" x="4271963" y="6456363"/>
          <p14:tracePt t="304447" x="4211638" y="6456363"/>
          <p14:tracePt t="304452" x="4170363" y="6443663"/>
          <p14:tracePt t="304463" x="4137025" y="6443663"/>
          <p14:tracePt t="304481" x="4095750" y="6443663"/>
          <p14:tracePt t="304487" x="4081463" y="6456363"/>
          <p14:tracePt t="304518" x="4075113" y="6456363"/>
          <p14:tracePt t="304520" x="4062413" y="6456363"/>
          <p14:tracePt t="304532" x="4048125" y="6470650"/>
          <p14:tracePt t="304710" x="4033838" y="6470650"/>
          <p14:tracePt t="304720" x="4021138" y="6470650"/>
          <p14:tracePt t="304731" x="3986213" y="6470650"/>
          <p14:tracePt t="304743" x="3959225" y="6470650"/>
          <p14:tracePt t="304755" x="3932238" y="6470650"/>
          <p14:tracePt t="304766" x="3911600" y="6470650"/>
          <p14:tracePt t="304776" x="3884613" y="6470650"/>
          <p14:tracePt t="304787" x="3871913" y="6456363"/>
          <p14:tracePt t="304800" x="3857625" y="6456363"/>
          <p14:tracePt t="304922" x="3871913" y="6456363"/>
          <p14:tracePt t="304933" x="3898900" y="6456363"/>
          <p14:tracePt t="304948" x="3946525" y="6456363"/>
          <p14:tracePt t="304957" x="4006850" y="6456363"/>
          <p14:tracePt t="304970" x="4110038" y="6456363"/>
          <p14:tracePt t="304980" x="4197350" y="6456363"/>
          <p14:tracePt t="304991" x="4319588" y="6470650"/>
          <p14:tracePt t="305003" x="4449763" y="6470650"/>
          <p14:tracePt t="305013" x="4557713" y="6470650"/>
          <p14:tracePt t="305024" x="4708525" y="6483350"/>
          <p14:tracePt t="305036" x="4864100" y="6483350"/>
          <p14:tracePt t="305055" x="5014913" y="6497638"/>
          <p14:tracePt t="305059" x="5102225" y="6497638"/>
          <p14:tracePt t="305070" x="5197475" y="6503988"/>
          <p14:tracePt t="305090" x="5286375" y="6503988"/>
          <p14:tracePt t="305094" x="5348288" y="6518275"/>
          <p14:tracePt t="305103" x="5414963" y="6518275"/>
          <p14:tracePt t="305123" x="5462588" y="6518275"/>
          <p14:tracePt t="305129" x="5503863" y="6518275"/>
          <p14:tracePt t="305137" x="5524500" y="6530975"/>
          <p14:tracePt t="305158" x="5565775" y="6530975"/>
          <p14:tracePt t="305163" x="5578475" y="6530975"/>
          <p14:tracePt t="305172" x="5586413" y="6530975"/>
          <p14:tracePt t="305192" x="5599113" y="6518275"/>
          <p14:tracePt t="305205" x="5613400" y="6503988"/>
          <p14:tracePt t="305215" x="5626100" y="6503988"/>
          <p14:tracePt t="305238" x="5626100" y="6497638"/>
          <p14:tracePt t="305239" x="5626100" y="6483350"/>
          <p14:tracePt t="305252" x="5640388" y="6470650"/>
          <p14:tracePt t="305262" x="5640388" y="6456363"/>
          <p14:tracePt t="305276" x="5640388" y="6443663"/>
          <p14:tracePt t="305286" x="5640388" y="6429375"/>
          <p14:tracePt t="305295" x="5640388" y="6423025"/>
          <p14:tracePt t="305307" x="5626100" y="6408738"/>
          <p14:tracePt t="305328" x="5599113" y="6396038"/>
          <p14:tracePt t="305342" x="5586413" y="6381750"/>
          <p14:tracePt t="305353" x="5551488" y="6367463"/>
          <p14:tracePt t="305362" x="5510213" y="6354763"/>
          <p14:tracePt t="305375" x="5449888" y="6340475"/>
          <p14:tracePt t="305385" x="5375275" y="6334125"/>
          <p14:tracePt t="305396" x="5313363" y="6334125"/>
          <p14:tracePt t="305408" x="5238750" y="6319838"/>
          <p14:tracePt t="305419" x="5149850" y="6307138"/>
          <p14:tracePt t="305430" x="5102225" y="6307138"/>
          <p14:tracePt t="305440" x="5027613" y="6307138"/>
          <p14:tracePt t="305456" x="4959350" y="6292850"/>
          <p14:tracePt t="305463" x="4899025" y="6292850"/>
          <p14:tracePt t="305475" x="4864100" y="6292850"/>
          <p14:tracePt t="305492" x="4824413" y="6292850"/>
          <p14:tracePt t="305497" x="4776788" y="6307138"/>
          <p14:tracePt t="305509" x="4748213" y="6307138"/>
          <p14:tracePt t="305525" x="4700588" y="6307138"/>
          <p14:tracePt t="305533" x="4633913" y="6307138"/>
          <p14:tracePt t="305564" x="4598988" y="6319838"/>
          <p14:tracePt t="305570" x="4524375" y="6319838"/>
          <p14:tracePt t="305576" x="4462463" y="6334125"/>
          <p14:tracePt t="305591" x="4395788" y="6340475"/>
          <p14:tracePt t="305595" x="4348163" y="6340475"/>
          <p14:tracePt t="305609" x="4300538" y="6354763"/>
          <p14:tracePt t="305610" x="4259263" y="6354763"/>
          <p14:tracePt t="305624" x="4238625" y="6367463"/>
          <p14:tracePt t="305633" x="4211638" y="6367463"/>
          <p14:tracePt t="305646" x="4184650" y="6381750"/>
          <p14:tracePt t="305655" x="4170363" y="6408738"/>
          <p14:tracePt t="305673" x="4157663" y="6423025"/>
          <p14:tracePt t="305678" x="4157663" y="6429375"/>
          <p14:tracePt t="305689" x="4157663" y="6443663"/>
          <p14:tracePt t="305711" x="4157663" y="6456363"/>
          <p14:tracePt t="305722" x="4157663" y="6470650"/>
          <p14:tracePt t="305740" x="4170363" y="6470650"/>
          <p14:tracePt t="305745" x="4184650" y="6483350"/>
          <p14:tracePt t="305757" x="4211638" y="6497638"/>
          <p14:tracePt t="305774" x="4238625" y="6503988"/>
          <p14:tracePt t="305781" x="4271963" y="6503988"/>
          <p14:tracePt t="305789" x="4319588" y="6518275"/>
          <p14:tracePt t="305807" x="4395788" y="6530975"/>
          <p14:tracePt t="305818" x="4449763" y="6545263"/>
          <p14:tracePt t="305824" x="4538663" y="6545263"/>
          <p14:tracePt t="305834" x="4646613" y="6545263"/>
          <p14:tracePt t="305855" x="4735513" y="6545263"/>
          <p14:tracePt t="305860" x="4872038" y="6545263"/>
          <p14:tracePt t="305870" x="4986338" y="6545263"/>
          <p14:tracePt t="305880" x="5110163" y="6530975"/>
          <p14:tracePt t="305891" x="5197475" y="6518275"/>
          <p14:tracePt t="305905" x="5300663" y="6503988"/>
          <p14:tracePt t="305915" x="5387975" y="6497638"/>
          <p14:tracePt t="305925" x="5449888" y="6483350"/>
          <p14:tracePt t="305937" x="5510213" y="6470650"/>
          <p14:tracePt t="305954" x="5551488" y="6456363"/>
          <p14:tracePt t="305960" x="5578475" y="6443663"/>
          <p14:tracePt t="305971" x="5586413" y="6429375"/>
          <p14:tracePt t="305989" x="5599113" y="6429375"/>
          <p14:tracePt t="305994" x="5599113" y="6423025"/>
          <p14:tracePt t="306019" x="5599113" y="6408738"/>
          <p14:tracePt t="306026" x="5586413" y="6408738"/>
          <p14:tracePt t="306037" x="5578475" y="6396038"/>
          <p14:tracePt t="306053" x="5565775" y="6381750"/>
          <p14:tracePt t="306061" x="5524500" y="6367463"/>
          <p14:tracePt t="306073" x="5503863" y="6354763"/>
          <p14:tracePt t="306091" x="5462588" y="6340475"/>
          <p14:tracePt t="306094" x="5414963" y="6334125"/>
          <p14:tracePt t="306120" x="5360988" y="6319838"/>
          <p14:tracePt t="306121" x="5313363" y="6307138"/>
          <p14:tracePt t="306130" x="5253038" y="6292850"/>
          <p14:tracePt t="306139" x="5176838" y="6292850"/>
          <p14:tracePt t="306157" x="5122863" y="6280150"/>
          <p14:tracePt t="306161" x="5048250" y="6280150"/>
          <p14:tracePt t="306171" x="4986338" y="6265863"/>
          <p14:tracePt t="306190" x="4911725" y="6265863"/>
          <p14:tracePt t="306194" x="4872038" y="6265863"/>
          <p14:tracePt t="306206" x="4810125" y="6280150"/>
          <p14:tracePt t="306224" x="4762500" y="6280150"/>
          <p14:tracePt t="306229" x="4721225" y="6292850"/>
          <p14:tracePt t="306240" x="4687888" y="6292850"/>
          <p14:tracePt t="306257" x="4646613" y="6307138"/>
          <p14:tracePt t="306264" x="4625975" y="6319838"/>
          <p14:tracePt t="306273" x="4586288" y="6334125"/>
          <p14:tracePt t="306292" x="4557713" y="6334125"/>
          <p14:tracePt t="306298" x="4538663" y="6340475"/>
          <p14:tracePt t="306308" x="4510088" y="6340475"/>
          <p14:tracePt t="306318" x="4497388" y="6354763"/>
          <p14:tracePt t="306338" x="4483100" y="6367463"/>
          <p14:tracePt t="306344" x="4470400" y="6367463"/>
          <p14:tracePt t="306352" x="4462463" y="6381750"/>
          <p14:tracePt t="306364" x="4449763" y="6396038"/>
          <p14:tracePt t="306376" x="4435475" y="6396038"/>
          <p14:tracePt t="306386" x="4435475" y="6408738"/>
          <p14:tracePt t="306611" x="4449763" y="6408738"/>
          <p14:tracePt t="306616" x="4449763" y="6423025"/>
          <p14:tracePt t="306622" x="4462463" y="6423025"/>
          <p14:tracePt t="306645" x="4470400" y="6423025"/>
          <p14:tracePt t="306666" x="4483100" y="6429375"/>
          <p14:tracePt t="306801" x="4497388" y="6429375"/>
          <p14:tracePt t="308545" x="4510088" y="6423025"/>
          <p14:tracePt t="308556" x="4524375" y="6408738"/>
          <p14:tracePt t="308568" x="4524375" y="6381750"/>
          <p14:tracePt t="308578" x="4538663" y="6367463"/>
          <p14:tracePt t="308590" x="4538663" y="6340475"/>
          <p14:tracePt t="308601" x="4538663" y="6334125"/>
          <p14:tracePt t="308612" x="4538663" y="6319838"/>
          <p14:tracePt t="308635" x="4538663" y="6307138"/>
          <p14:tracePt t="308658" x="4524375" y="6307138"/>
          <p14:tracePt t="308669" x="4510088" y="6292850"/>
          <p14:tracePt t="308680" x="4497388" y="6292850"/>
          <p14:tracePt t="308703" x="4483100" y="6307138"/>
          <p14:tracePt t="308709" x="4470400" y="6307138"/>
          <p14:tracePt t="308715" x="4462463" y="6307138"/>
          <p14:tracePt t="308725" x="4435475" y="6307138"/>
          <p14:tracePt t="308737" x="4422775" y="6319838"/>
          <p14:tracePt t="308748" x="4395788" y="6319838"/>
          <p14:tracePt t="308762" x="4387850" y="6334125"/>
          <p14:tracePt t="308778" x="4375150" y="6334125"/>
          <p14:tracePt t="308783" x="4348163" y="6340475"/>
          <p14:tracePt t="308812" x="4333875" y="6381750"/>
          <p14:tracePt t="308827" x="4319588" y="6396038"/>
          <p14:tracePt t="308828" x="4319588" y="6408738"/>
          <p14:tracePt t="308841" x="4319588" y="6429375"/>
          <p14:tracePt t="308850" x="4333875" y="6443663"/>
          <p14:tracePt t="308863" x="4333875" y="6456363"/>
          <p14:tracePt t="308880" x="4348163" y="6470650"/>
          <p14:tracePt t="308884" x="4375150" y="6470650"/>
          <p14:tracePt t="308894" x="4395788" y="6483350"/>
          <p14:tracePt t="308914" x="4422775" y="6483350"/>
          <p14:tracePt t="308917" x="4470400" y="6483350"/>
          <p14:tracePt t="308927" x="4538663" y="6483350"/>
          <p14:tracePt t="308941" x="4598988" y="6483350"/>
          <p14:tracePt t="308952" x="4646613" y="6483350"/>
          <p14:tracePt t="308962" x="4700588" y="6470650"/>
          <p14:tracePt t="308974" x="4735513" y="6456363"/>
          <p14:tracePt t="308993" x="4748213" y="6443663"/>
          <p14:tracePt t="309000" x="4776788" y="6429375"/>
          <p14:tracePt t="309012" x="4776788" y="6423025"/>
          <p14:tracePt t="309018" x="4776788" y="6408738"/>
          <p14:tracePt t="309029" x="4776788" y="6381750"/>
          <p14:tracePt t="309048" x="4762500" y="6354763"/>
          <p14:tracePt t="309054" x="4748213" y="6334125"/>
          <p14:tracePt t="309065" x="4708525" y="6319838"/>
          <p14:tracePt t="309082" x="4660900" y="6280150"/>
          <p14:tracePt t="309096" x="4598988" y="6265863"/>
          <p14:tracePt t="309101" x="4557713" y="6259513"/>
          <p14:tracePt t="309120" x="4510088" y="6259513"/>
          <p14:tracePt t="309129" x="4462463" y="6259513"/>
          <p14:tracePt t="309134" x="4422775" y="6259513"/>
          <p14:tracePt t="309141" x="4395788" y="6259513"/>
          <p14:tracePt t="309153" x="4360863" y="6259513"/>
          <p14:tracePt t="309166" x="4333875" y="6265863"/>
          <p14:tracePt t="309175" x="4319588" y="6280150"/>
          <p14:tracePt t="309190" x="4313238" y="6307138"/>
          <p14:tracePt t="309199" x="4300538" y="6319838"/>
          <p14:tracePt t="309214" x="4300538" y="6334125"/>
          <p14:tracePt t="309224" x="4300538" y="6340475"/>
          <p14:tracePt t="309231" x="4313238" y="6354763"/>
          <p14:tracePt t="309247" x="4319588" y="6367463"/>
          <p14:tracePt t="309259" x="4333875" y="6367463"/>
          <p14:tracePt t="309266" x="4348163" y="6381750"/>
          <p14:tracePt t="309277" x="4387850" y="6381750"/>
          <p14:tracePt t="309295" x="4435475" y="6381750"/>
          <p14:tracePt t="309300" x="4497388" y="6381750"/>
          <p14:tracePt t="309310" x="4557713" y="6381750"/>
          <p14:tracePt t="309331" x="4598988" y="6381750"/>
          <p14:tracePt t="309337" x="4633913" y="6381750"/>
          <p14:tracePt t="309345" x="4660900" y="6381750"/>
          <p14:tracePt t="309636" x="4673600" y="6381750"/>
          <p14:tracePt t="309658" x="4687888" y="6367463"/>
          <p14:tracePt t="311143" x="4673600" y="6367463"/>
          <p14:tracePt t="311156" x="4646613" y="6381750"/>
          <p14:tracePt t="311166" x="4625975" y="6381750"/>
          <p14:tracePt t="311177" x="4598988" y="6396038"/>
          <p14:tracePt t="311201" x="4572000" y="6408738"/>
          <p14:tracePt t="311213" x="4551363" y="6423025"/>
          <p14:tracePt t="311223" x="4538663" y="6423025"/>
          <p14:tracePt t="311234" x="4524375" y="6423025"/>
          <p14:tracePt t="311248" x="4510088" y="6423025"/>
          <p14:tracePt t="311256" x="4497388" y="6429375"/>
          <p14:tracePt t="311413" x="4497388" y="6443663"/>
          <p14:tracePt t="311428" x="4497388" y="6456363"/>
          <p14:tracePt t="311448" x="4497388" y="6470650"/>
          <p14:tracePt t="311470" x="4497388" y="6483350"/>
          <p14:tracePt t="311526" x="4497388" y="6497638"/>
          <p14:tracePt t="311560" x="4483100" y="6497638"/>
          <p14:tracePt t="311572" x="4483100" y="6503988"/>
          <p14:tracePt t="311594" x="4470400" y="6503988"/>
          <p14:tracePt t="311616" x="4470400" y="6518275"/>
          <p14:tracePt t="311639" x="4462463" y="6518275"/>
          <p14:tracePt t="311954" x="4449763" y="6518275"/>
          <p14:tracePt t="311976" x="4435475" y="6518275"/>
          <p14:tracePt t="311988" x="4422775" y="6503988"/>
          <p14:tracePt t="312000" x="4408488" y="6503988"/>
          <p14:tracePt t="312011" x="4395788" y="6497638"/>
          <p14:tracePt t="312028" x="4387850" y="6497638"/>
          <p14:tracePt t="312033" x="4375150" y="6483350"/>
          <p14:tracePt t="312060" x="4360863" y="6483350"/>
          <p14:tracePt t="312068" x="4348163" y="6483350"/>
          <p14:tracePt t="312078" x="4319588" y="6483350"/>
          <p14:tracePt t="312095" x="4300538" y="6483350"/>
          <p14:tracePt t="312100" x="4259263" y="6483350"/>
          <p14:tracePt t="312112" x="4184650" y="6470650"/>
          <p14:tracePt t="312129" x="4122738" y="6443663"/>
          <p14:tracePt t="312426" x="4137025" y="6443663"/>
          <p14:tracePt t="312482" x="4149725" y="6456363"/>
          <p14:tracePt t="312596" x="4137025" y="6470650"/>
          <p14:tracePt t="312629" x="4122738" y="6470650"/>
          <p14:tracePt t="312640" x="4122738" y="6483350"/>
          <p14:tracePt t="312685" x="4122738" y="6497638"/>
          <p14:tracePt t="312718" x="4137025" y="6497638"/>
          <p14:tracePt t="312741" x="4149725" y="6497638"/>
          <p14:tracePt t="312752" x="4157663" y="6497638"/>
          <p14:tracePt t="312767" x="4170363" y="6497638"/>
          <p14:tracePt t="312775" x="4184650" y="6497638"/>
          <p14:tracePt t="312788" x="4211638" y="6497638"/>
          <p14:tracePt t="312800" x="4238625" y="6497638"/>
          <p14:tracePt t="312809" x="4244975" y="6497638"/>
          <p14:tracePt t="312822" x="4271963" y="6497638"/>
          <p14:tracePt t="312833" x="4286250" y="6497638"/>
          <p14:tracePt t="312843" x="4300538" y="6497638"/>
          <p14:tracePt t="312900" x="4300538" y="6503988"/>
          <p14:tracePt t="313157" x="4286250" y="6503988"/>
          <p14:tracePt t="313202" x="4271963" y="6503988"/>
          <p14:tracePt t="313238" x="4259263" y="6518275"/>
          <p14:tracePt t="313258" x="4244975" y="6518275"/>
          <p14:tracePt t="313270" x="4238625" y="6518275"/>
          <p14:tracePt t="313292" x="4224338" y="6530975"/>
          <p14:tracePt t="313315" x="4211638" y="6530975"/>
          <p14:tracePt t="313326" x="4197350" y="6545263"/>
          <p14:tracePt t="313348" x="4197350" y="6557963"/>
          <p14:tracePt t="313372" x="4184650" y="6557963"/>
          <p14:tracePt t="313449" x="4170363" y="6557963"/>
          <p14:tracePt t="313483" x="4170363" y="6572250"/>
          <p14:tracePt t="313495" x="4157663" y="6572250"/>
          <p14:tracePt t="313731" x="4170363" y="6572250"/>
          <p14:tracePt t="313742" x="4184650" y="6572250"/>
          <p14:tracePt t="313753" x="4197350" y="6578600"/>
          <p14:tracePt t="313765" x="4224338" y="6578600"/>
          <p14:tracePt t="313777" x="4244975" y="6592888"/>
          <p14:tracePt t="313788" x="4271963" y="6592888"/>
          <p14:tracePt t="313804" x="4300538" y="6605588"/>
          <p14:tracePt t="313810" x="4319588" y="6605588"/>
          <p14:tracePt t="313822" x="4333875" y="6605588"/>
          <p14:tracePt t="313838" x="4348163" y="6605588"/>
          <p14:tracePt t="313844" x="4348163" y="6619875"/>
          <p14:tracePt t="316845" x="4395788" y="6619875"/>
          <p14:tracePt t="316849" x="4422775" y="6619875"/>
          <p14:tracePt t="316862" x="4483100" y="6619875"/>
          <p14:tracePt t="316871" x="4551363" y="6619875"/>
          <p14:tracePt t="316883" x="4613275" y="6619875"/>
          <p14:tracePt t="316897" x="4660900" y="6619875"/>
          <p14:tracePt t="316904" x="4721225" y="6634163"/>
          <p14:tracePt t="316918" x="4776788" y="6634163"/>
          <p14:tracePt t="316932" x="4795838" y="6634163"/>
          <p14:tracePt t="316938" x="4810125" y="6634163"/>
          <p14:tracePt t="316950" x="4824413" y="6634163"/>
          <p14:tracePt t="317050" x="4837113" y="6634163"/>
          <p14:tracePt t="317097" x="4851400" y="6634163"/>
          <p14:tracePt t="317097" x="4864100" y="6634163"/>
          <p14:tracePt t="317108" x="4872038" y="6634163"/>
          <p14:tracePt t="317108" x="4899025" y="6634163"/>
          <p14:tracePt t="317118" x="4926013" y="6634163"/>
          <p14:tracePt t="317133" x="4959350" y="6634163"/>
          <p14:tracePt t="317140" x="5014913" y="6619875"/>
          <p14:tracePt t="317152" x="5062538" y="6619875"/>
          <p14:tracePt t="317170" x="5137150" y="6619875"/>
          <p14:tracePt t="317175" x="5211763" y="6605588"/>
          <p14:tracePt t="317186" x="5272088" y="6605588"/>
          <p14:tracePt t="317203" x="5402263" y="6605588"/>
          <p14:tracePt t="317207" x="5524500" y="6605588"/>
          <p14:tracePt t="317219" x="5653088" y="6605588"/>
          <p14:tracePt t="317238" x="5741988" y="6592888"/>
          <p14:tracePt t="317242" x="5824538" y="6578600"/>
          <p14:tracePt t="317253" x="5899150" y="6557963"/>
          <p14:tracePt t="317269" x="5926138" y="6545263"/>
          <p14:tracePt t="317276" x="5926138" y="6530975"/>
          <p14:tracePt t="317500" x="5938838" y="6545263"/>
          <p14:tracePt t="317511" x="5986463" y="6545263"/>
          <p14:tracePt t="317522" x="6027738" y="6545263"/>
          <p14:tracePt t="317534" x="6042025" y="6545263"/>
          <p14:tracePt t="317546" x="6054725" y="6545263"/>
          <p14:tracePt t="317568" x="6062663" y="6545263"/>
          <p14:tracePt t="317580" x="6075363" y="6545263"/>
          <p14:tracePt t="317591" x="6089650" y="6545263"/>
          <p14:tracePt t="317605" x="6116638" y="6545263"/>
          <p14:tracePt t="317614" x="6137275" y="6545263"/>
          <p14:tracePt t="317625" x="6176963" y="6545263"/>
          <p14:tracePt t="317639" x="6211888" y="6545263"/>
          <p14:tracePt t="317647" x="6265863" y="6545263"/>
          <p14:tracePt t="317659" x="6340475" y="6545263"/>
          <p14:tracePt t="317674" x="6375400" y="6545263"/>
          <p14:tracePt t="317684" x="6450013" y="6545263"/>
          <p14:tracePt t="317692" x="6518275" y="6545263"/>
          <p14:tracePt t="317710" x="6578600" y="6545263"/>
          <p14:tracePt t="317714" x="6626225" y="6545263"/>
          <p14:tracePt t="317725" x="6681788" y="6530975"/>
          <p14:tracePt t="317740" x="6715125" y="6530975"/>
          <p14:tracePt t="317748" x="6742113" y="6530975"/>
          <p14:tracePt t="317760" x="6777038" y="6530975"/>
          <p14:tracePt t="317775" x="6804025" y="6518275"/>
          <p14:tracePt t="317784" x="6831013" y="6518275"/>
          <p14:tracePt t="317794" x="6843713" y="6518275"/>
          <p14:tracePt t="317805" x="6864350" y="6518275"/>
          <p14:tracePt t="317994" x="6878638" y="6518275"/>
          <p14:tracePt t="318073" x="6878638" y="6503988"/>
          <p14:tracePt t="318107" x="6891338" y="6497638"/>
          <p14:tracePt t="318142" x="6891338" y="6483350"/>
          <p14:tracePt t="318145" x="6891338" y="6470650"/>
          <p14:tracePt t="318154" x="6891338" y="6456363"/>
          <p14:tracePt t="318164" x="6891338" y="6443663"/>
          <p14:tracePt t="318179" x="6891338" y="6423025"/>
          <p14:tracePt t="318186" x="6891338" y="6408738"/>
          <p14:tracePt t="318199" x="6891338" y="6396038"/>
          <p14:tracePt t="318216" x="6878638" y="6381750"/>
          <p14:tracePt t="318221" x="6864350" y="6367463"/>
          <p14:tracePt t="318232" x="6831013" y="6354763"/>
          <p14:tracePt t="318251" x="6769100" y="6334125"/>
          <p14:tracePt t="318523" x="6777038" y="6334125"/>
          <p14:tracePt t="318535" x="6789738" y="6334125"/>
          <p14:tracePt t="318547" x="6804025" y="6319838"/>
          <p14:tracePt t="318569" x="6804025" y="6307138"/>
          <p14:tracePt t="318591" x="6789738" y="6307138"/>
          <p14:tracePt t="318604" x="6789738" y="6292850"/>
          <p14:tracePt t="318618" x="6777038" y="6292850"/>
          <p14:tracePt t="318625" x="6769100" y="6292850"/>
          <p14:tracePt t="318638" x="6742113" y="6292850"/>
          <p14:tracePt t="318654" x="6729413" y="6292850"/>
          <p14:tracePt t="318660" x="6700838" y="6292850"/>
          <p14:tracePt t="318671" x="6681788" y="6292850"/>
          <p14:tracePt t="318688" x="6653213" y="6292850"/>
          <p14:tracePt t="318694" x="6626225" y="6292850"/>
          <p14:tracePt t="318704" x="6592888" y="6292850"/>
          <p14:tracePt t="318723" x="6538913" y="6292850"/>
          <p14:tracePt t="318726" x="6503988" y="6292850"/>
          <p14:tracePt t="318738" x="6443663" y="6292850"/>
          <p14:tracePt t="318755" x="6354763" y="6292850"/>
          <p14:tracePt t="318760" x="6280150" y="6280150"/>
          <p14:tracePt t="318772" x="6176963" y="6280150"/>
          <p14:tracePt t="318790" x="6062663" y="6292850"/>
          <p14:tracePt t="318796" x="5980113" y="6292850"/>
          <p14:tracePt t="318805" x="5864225" y="6319838"/>
          <p14:tracePt t="318828" x="5748338" y="6334125"/>
          <p14:tracePt t="318828" x="5653088" y="6354763"/>
          <p14:tracePt t="318843" x="5586413" y="6381750"/>
          <p14:tracePt t="318855" x="5510213" y="6408738"/>
          <p14:tracePt t="318863" x="5449888" y="6429375"/>
          <p14:tracePt t="318876" x="5422900" y="6456363"/>
          <p14:tracePt t="318891" x="5387975" y="6497638"/>
          <p14:tracePt t="318900" x="5375275" y="6518275"/>
          <p14:tracePt t="318908" x="5360988" y="6530975"/>
          <p14:tracePt t="318919" x="5360988" y="6557963"/>
          <p14:tracePt t="318938" x="5360988" y="6578600"/>
          <p14:tracePt t="318942" x="5360988" y="6605588"/>
          <p14:tracePt t="318952" x="5375275" y="6619875"/>
          <p14:tracePt t="318971" x="5387975" y="6646863"/>
          <p14:tracePt t="318978" x="5422900" y="6661150"/>
          <p14:tracePt t="318986" x="5449888" y="6667500"/>
          <p14:tracePt t="319006" x="5503863" y="6681788"/>
          <p14:tracePt t="319013" x="5551488" y="6681788"/>
          <p14:tracePt t="319019" x="5599113" y="6694488"/>
          <p14:tracePt t="319033" x="5640388" y="6708775"/>
          <p14:tracePt t="319055" x="5762625" y="6735763"/>
          <p14:tracePt t="319067" x="5824538" y="6735763"/>
          <p14:tracePt t="319076" x="5911850" y="6742113"/>
          <p14:tracePt t="319089" x="6000750" y="6742113"/>
          <p14:tracePt t="319102" x="6075363" y="6756400"/>
          <p14:tracePt t="319110" x="6176963" y="6769100"/>
          <p14:tracePt t="319124" x="6280150" y="6769100"/>
          <p14:tracePt t="319133" x="6375400" y="6783388"/>
          <p14:tracePt t="319144" x="6462713" y="6796088"/>
          <p14:tracePt t="319156" x="6592888" y="6796088"/>
          <p14:tracePt t="319170" x="6700838" y="6810375"/>
          <p14:tracePt t="319189" x="6789738" y="6816725"/>
          <p14:tracePt t="319189" x="6919913" y="6816725"/>
          <p14:tracePt t="319205" x="7042150" y="6831013"/>
          <p14:tracePt t="319211" x="7143750" y="6831013"/>
          <p14:tracePt t="319222" x="7265988" y="6843713"/>
          <p14:tracePt t="319240" x="7381875" y="6843713"/>
          <p14:tracePt t="319244" x="7504113" y="6843713"/>
          <p14:tracePt t="319255" x="7593013" y="6843713"/>
          <p14:tracePt t="319272" x="7708900" y="6831013"/>
          <p14:tracePt t="319278" x="7796213" y="6831013"/>
          <p14:tracePt t="319290" x="7843838" y="6816725"/>
          <p14:tracePt t="319307" x="7891463" y="6810375"/>
          <p14:tracePt t="319316" x="7932738" y="6796088"/>
          <p14:tracePt t="319323" x="7953375" y="6796088"/>
          <p14:tracePt t="319339" x="7967663" y="6783388"/>
          <p14:tracePt t="319347" x="7980363" y="6769100"/>
          <p14:tracePt t="319358" x="7980363" y="6742113"/>
          <p14:tracePt t="319368" x="7980363" y="6735763"/>
          <p14:tracePt t="319388" x="7980363" y="6694488"/>
          <p14:tracePt t="319394" x="7980363" y="6661150"/>
          <p14:tracePt t="319402" x="7967663" y="6619875"/>
          <p14:tracePt t="319425" x="7947025" y="6572250"/>
          <p14:tracePt t="319426" x="7920038" y="6530975"/>
          <p14:tracePt t="319435" x="7878763" y="6483350"/>
          <p14:tracePt t="319456" x="7843838" y="6456363"/>
          <p14:tracePt t="319463" x="7796213" y="6408738"/>
          <p14:tracePt t="319476" x="7729538" y="6367463"/>
          <p14:tracePt t="319495" x="7578725" y="6292850"/>
          <p14:tracePt t="319503" x="7470775" y="6259513"/>
          <p14:tracePt t="319525" x="7381875" y="6218238"/>
          <p14:tracePt t="319526" x="7265988" y="6191250"/>
          <p14:tracePt t="319537" x="7158038" y="6170613"/>
          <p14:tracePt t="319556" x="7042150" y="6143625"/>
          <p14:tracePt t="319562" x="6967538" y="6143625"/>
          <p14:tracePt t="319571" x="6878638" y="6129338"/>
          <p14:tracePt t="319590" x="6804025" y="6129338"/>
          <p14:tracePt t="319595" x="6777038" y="6129338"/>
          <p14:tracePt t="319604" x="6742113" y="6129338"/>
          <p14:tracePt t="319627" x="6729413" y="6129338"/>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State construction in AES.">
            <a:extLst>
              <a:ext uri="{FF2B5EF4-FFF2-40B4-BE49-F238E27FC236}">
                <a16:creationId xmlns:a16="http://schemas.microsoft.com/office/drawing/2014/main" id="{79247162-F8DE-AA4E-B9D7-9D21CAD56CBB}"/>
              </a:ext>
            </a:extLst>
          </p:cNvPr>
          <p:cNvPicPr>
            <a:picLocks noChangeAspect="1"/>
          </p:cNvPicPr>
          <p:nvPr/>
        </p:nvPicPr>
        <p:blipFill rotWithShape="1">
          <a:blip r:embed="rId2"/>
          <a:srcRect b="57668"/>
          <a:stretch/>
        </p:blipFill>
        <p:spPr>
          <a:xfrm>
            <a:off x="1728660" y="836712"/>
            <a:ext cx="8734679" cy="4785136"/>
          </a:xfrm>
          <a:prstGeom prst="rect">
            <a:avLst/>
          </a:prstGeom>
        </p:spPr>
      </p:pic>
      <p:sp>
        <p:nvSpPr>
          <p:cNvPr id="6" name="TextBox 5">
            <a:extLst>
              <a:ext uri="{FF2B5EF4-FFF2-40B4-BE49-F238E27FC236}">
                <a16:creationId xmlns:a16="http://schemas.microsoft.com/office/drawing/2014/main" id="{07165204-69EA-5B94-68E6-539DEC39305D}"/>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584C7272-9665-8A61-A768-3F89DDD8069B}"/>
              </a:ext>
            </a:extLst>
          </p:cNvPr>
          <p:cNvSpPr>
            <a:spLocks noGrp="1"/>
          </p:cNvSpPr>
          <p:nvPr>
            <p:ph type="title"/>
          </p:nvPr>
        </p:nvSpPr>
        <p:spPr/>
        <p:txBody>
          <a:bodyPr/>
          <a:lstStyle/>
          <a:p>
            <a:r>
              <a:rPr lang="en-US" dirty="0"/>
              <a:t>State Definition in AES</a:t>
            </a:r>
          </a:p>
        </p:txBody>
      </p:sp>
    </p:spTree>
    <p:extLst>
      <p:ext uri="{BB962C8B-B14F-4D97-AF65-F5344CB8AC3E}">
        <p14:creationId xmlns:p14="http://schemas.microsoft.com/office/powerpoint/2010/main" val="3683572307"/>
      </p:ext>
    </p:extLst>
  </p:cSld>
  <p:clrMapOvr>
    <a:masterClrMapping/>
  </p:clrMapOvr>
  <mc:AlternateContent xmlns:mc="http://schemas.openxmlformats.org/markup-compatibility/2006" xmlns:p14="http://schemas.microsoft.com/office/powerpoint/2010/main">
    <mc:Choice Requires="p14">
      <p:transition spd="slow" p14:dur="2000" advTm="187946"/>
    </mc:Choice>
    <mc:Fallback xmlns="">
      <p:transition spd="slow" advTm="187946"/>
    </mc:Fallback>
  </mc:AlternateContent>
  <p:extLst>
    <p:ext uri="{3A86A75C-4F4B-4683-9AE1-C65F6400EC91}">
      <p14:laserTraceLst xmlns:p14="http://schemas.microsoft.com/office/powerpoint/2010/main">
        <p14:tracePtLst>
          <p14:tracePt t="1116" x="6729413" y="6129338"/>
          <p14:tracePt t="1136" x="6729413" y="6116638"/>
          <p14:tracePt t="1168" x="6729413" y="6102350"/>
          <p14:tracePt t="1183" x="6742113" y="6102350"/>
          <p14:tracePt t="1216" x="6742113" y="6096000"/>
          <p14:tracePt t="1249" x="6742113" y="6081713"/>
          <p14:tracePt t="1259" x="6756400" y="6081713"/>
          <p14:tracePt t="1282" x="6756400" y="6069013"/>
          <p14:tracePt t="1303" x="6769100" y="6069013"/>
          <p14:tracePt t="1316" x="6769100" y="6054725"/>
          <p14:tracePt t="1327" x="6777038" y="6042025"/>
          <p14:tracePt t="1337" x="6777038" y="6027738"/>
          <p14:tracePt t="1353" x="6789738" y="6021388"/>
          <p14:tracePt t="1361" x="6789738" y="5994400"/>
          <p14:tracePt t="1373" x="6804025" y="5980113"/>
          <p14:tracePt t="1399" x="6816725" y="5953125"/>
          <p14:tracePt t="1400" x="6831013" y="5919788"/>
          <p14:tracePt t="1406" x="6831013" y="5891213"/>
          <p14:tracePt t="1418" x="6843713" y="5857875"/>
          <p14:tracePt t="1427" x="6851650" y="5816600"/>
          <p14:tracePt t="1439" x="6864350" y="5789613"/>
          <p14:tracePt t="1451" x="6864350" y="5783263"/>
          <p14:tracePt t="1470" x="6864350" y="5768975"/>
          <p14:tracePt t="1474" x="6878638" y="5756275"/>
          <p14:tracePt t="1500" x="6864350" y="5741988"/>
          <p14:tracePt t="1507" x="6864350" y="5729288"/>
          <p14:tracePt t="1519" x="6851650" y="5715000"/>
          <p14:tracePt t="1537" x="6831013" y="5694363"/>
          <p14:tracePt t="1542" x="6789738" y="5667375"/>
          <p14:tracePt t="1552" x="6756400" y="5626100"/>
          <p14:tracePt t="1572" x="6715125" y="5605463"/>
          <p14:tracePt t="1577" x="6681788" y="5578475"/>
          <p14:tracePt t="1586" x="6640513" y="5545138"/>
          <p14:tracePt t="1605" x="6613525" y="5530850"/>
          <p14:tracePt t="1611" x="6592888" y="5503863"/>
          <p14:tracePt t="1620" x="6551613" y="5491163"/>
          <p14:tracePt t="1632" x="6530975" y="5462588"/>
          <p14:tracePt t="1654" x="6462713" y="5414963"/>
          <p14:tracePt t="1667" x="6450013" y="5387975"/>
          <p14:tracePt t="1675" x="6443663" y="5367338"/>
          <p14:tracePt t="1690" x="6429375" y="5340350"/>
          <p14:tracePt t="1700" x="6402388" y="5300663"/>
          <p14:tracePt t="1710" x="6388100" y="5280025"/>
          <p14:tracePt t="1720" x="6367463" y="5265738"/>
          <p14:tracePt t="1737" x="6327775" y="5238750"/>
          <p14:tracePt t="1743" x="6292850" y="5224463"/>
          <p14:tracePt t="1755" x="6238875" y="5218113"/>
          <p14:tracePt t="1772" x="6149975" y="5205413"/>
          <p14:tracePt t="1781" x="6075363" y="5191125"/>
          <p14:tracePt t="1788" x="6027738" y="5164138"/>
          <p14:tracePt t="1800" x="5967413" y="5143500"/>
          <p14:tracePt t="1819" x="5891213" y="5102225"/>
          <p14:tracePt t="1825" x="5824538" y="5075238"/>
          <p14:tracePt t="1836" x="5762625" y="5062538"/>
          <p14:tracePt t="1854" x="5729288" y="5062538"/>
          <p14:tracePt t="1860" x="5700713" y="5062538"/>
          <p14:tracePt t="1867" x="5688013" y="5062538"/>
          <p14:tracePt t="1878" x="5653088" y="5075238"/>
          <p14:tracePt t="2181" x="5653088" y="5062538"/>
          <p14:tracePt t="2192" x="5661025" y="5062538"/>
          <p14:tracePt t="2215" x="5653088" y="5041900"/>
          <p14:tracePt t="2227" x="5626100" y="5027613"/>
          <p14:tracePt t="2238" x="5613400" y="5000625"/>
          <p14:tracePt t="2253" x="5599113" y="4986338"/>
          <p14:tracePt t="2260" x="5578475" y="4953000"/>
          <p14:tracePt t="2271" x="5565775" y="4905375"/>
          <p14:tracePt t="2285" x="5551488" y="4851400"/>
          <p14:tracePt t="2294" x="5538788" y="4748213"/>
          <p14:tracePt t="2305" x="5510213" y="4613275"/>
          <p14:tracePt t="2317" x="5503863" y="4429125"/>
          <p14:tracePt t="2337" x="5491163" y="4252913"/>
          <p14:tracePt t="2340" x="5491163" y="3925888"/>
          <p14:tracePt t="2351" x="5462588" y="3538538"/>
          <p14:tracePt t="2370" x="5435600" y="3259138"/>
          <p14:tracePt t="2377" x="5422900" y="2911475"/>
          <p14:tracePt t="2384" x="5414963" y="2586038"/>
          <p14:tracePt t="2396" x="5402263" y="2422525"/>
          <p14:tracePt t="2420" x="5360988" y="2306638"/>
          <p14:tracePt t="2421" x="5327650" y="2244725"/>
          <p14:tracePt t="2441" x="5286375" y="2217738"/>
          <p14:tracePt t="2442" x="5265738" y="2205038"/>
          <p14:tracePt t="2453" x="5197475" y="2205038"/>
          <p14:tracePt t="2468" x="5137150" y="2217738"/>
          <p14:tracePt t="2474" x="5075238" y="2232025"/>
          <p14:tracePt t="2488" x="4973638" y="2259013"/>
          <p14:tracePt t="2498" x="4926013" y="2271713"/>
          <p14:tracePt t="2709" x="4938713" y="2271713"/>
          <p14:tracePt t="2755" x="4946650" y="2271713"/>
          <p14:tracePt t="2778" x="4959350" y="2271713"/>
          <p14:tracePt t="2789" x="4946650" y="2271713"/>
          <p14:tracePt t="2804" x="4946650" y="2259013"/>
          <p14:tracePt t="2849" x="4959350" y="2259013"/>
          <p14:tracePt t="2857" x="4959350" y="2244725"/>
          <p14:tracePt t="2882" x="4973638" y="2232025"/>
          <p14:tracePt t="2890" x="4986338" y="2232025"/>
          <p14:tracePt t="2902" x="5014913" y="2205038"/>
          <p14:tracePt t="2916" x="5014913" y="2184400"/>
          <p14:tracePt t="2924" x="5033963" y="2128838"/>
          <p14:tracePt t="2935" x="5033963" y="2054225"/>
          <p14:tracePt t="2951" x="5033963" y="2006600"/>
          <p14:tracePt t="2959" x="5014913" y="1905000"/>
          <p14:tracePt t="2971" x="4959350" y="1782763"/>
          <p14:tracePt t="2985" x="4899025" y="1639888"/>
          <p14:tracePt t="2991" x="4837113" y="1530350"/>
          <p14:tracePt t="3006" x="4708525" y="1395413"/>
          <p14:tracePt t="3017" x="4572000" y="1265238"/>
          <p14:tracePt t="3027" x="4462463" y="1204913"/>
          <p14:tracePt t="3037" x="4300538" y="1128713"/>
          <p14:tracePt t="3052" x="4110038" y="1074738"/>
          <p14:tracePt t="3059" x="3973513" y="1068388"/>
          <p14:tracePt t="3072" x="3783013" y="1068388"/>
          <p14:tracePt t="3087" x="3605213" y="1074738"/>
          <p14:tracePt t="3093" x="3443288" y="1128713"/>
          <p14:tracePt t="3105" x="3319463" y="1190625"/>
          <p14:tracePt t="3121" x="3170238" y="1312863"/>
          <p14:tracePt t="3131" x="3033713" y="1455738"/>
          <p14:tracePt t="3138" x="2959100" y="1577975"/>
          <p14:tracePt t="3150" x="2890838" y="1741488"/>
          <p14:tracePt t="3168" x="2857500" y="1919288"/>
          <p14:tracePt t="3174" x="2830513" y="2109788"/>
          <p14:tracePt t="3183" x="2843213" y="2244725"/>
          <p14:tracePt t="3194" x="2884488" y="2408238"/>
          <p14:tracePt t="3207" x="2959100" y="2557463"/>
          <p14:tracePt t="3217" x="3048000" y="2646363"/>
          <p14:tracePt t="3237" x="3184525" y="2755900"/>
          <p14:tracePt t="3244" x="3360738" y="2843213"/>
          <p14:tracePt t="3252" x="3497263" y="2884488"/>
          <p14:tracePt t="3269" x="3681413" y="2911475"/>
          <p14:tracePt t="3276" x="3911600" y="2911475"/>
          <p14:tracePt t="3284" x="4137025" y="2884488"/>
          <p14:tracePt t="3296" x="4286250" y="2830513"/>
          <p14:tracePt t="3327" x="4483100" y="2720975"/>
          <p14:tracePt t="3331" x="4660900" y="2571750"/>
          <p14:tracePt t="3331" x="4776788" y="2428875"/>
          <p14:tracePt t="3344" x="4884738" y="2217738"/>
          <p14:tracePt t="3351" x="4946650" y="1993900"/>
          <p14:tracePt t="3367" x="4959350" y="1843088"/>
          <p14:tracePt t="3375" x="4926013" y="1639888"/>
          <p14:tracePt t="3389" x="4864100" y="1455738"/>
          <p14:tracePt t="3400" x="4748213" y="1312863"/>
          <p14:tracePt t="3408" x="4660900" y="1217613"/>
          <p14:tracePt t="3421" x="4510088" y="1116013"/>
          <p14:tracePt t="3432" x="4333875" y="1041400"/>
          <p14:tracePt t="3443" x="4197350" y="1014413"/>
          <p14:tracePt t="3456" x="4006850" y="1000125"/>
          <p14:tracePt t="3466" x="3836988" y="1014413"/>
          <p14:tracePt t="3499" x="3708400" y="1054100"/>
          <p14:tracePt t="3499" x="3557588" y="1157288"/>
          <p14:tracePt t="3510" x="3408363" y="1279525"/>
          <p14:tracePt t="3515" x="3271838" y="1428750"/>
          <p14:tracePt t="3521" x="3184525" y="1557338"/>
          <p14:tracePt t="3536" x="3095625" y="1708150"/>
          <p14:tracePt t="3543" x="3048000" y="1857375"/>
          <p14:tracePt t="3555" x="3033713" y="1946275"/>
          <p14:tracePt t="3570" x="3021013" y="2068513"/>
          <p14:tracePt t="3577" x="3033713" y="2170113"/>
          <p14:tracePt t="3589" x="3054350" y="2259013"/>
          <p14:tracePt t="3605" x="3081338" y="2319338"/>
          <p14:tracePt t="3614" x="3128963" y="2381250"/>
          <p14:tracePt t="3621" x="3184525" y="2428875"/>
          <p14:tracePt t="3634" x="3232150" y="2470150"/>
          <p14:tracePt t="3651" x="3306763" y="2497138"/>
          <p14:tracePt t="3658" x="3395663" y="2517775"/>
          <p14:tracePt t="3667" x="3455988" y="2530475"/>
          <p14:tracePt t="3686" x="3557588" y="2544763"/>
          <p14:tracePt t="3693" x="3660775" y="2544763"/>
          <p14:tracePt t="3701" x="3768725" y="2557463"/>
          <p14:tracePt t="3721" x="3857625" y="2557463"/>
          <p14:tracePt t="3725" x="3959225" y="2557463"/>
          <p14:tracePt t="3735" x="4062413" y="2544763"/>
          <p14:tracePt t="3745" x="4122738" y="2544763"/>
          <p14:tracePt t="3768" x="4197350" y="2530475"/>
          <p14:tracePt t="3768" x="4259263" y="2517775"/>
          <p14:tracePt t="3782" x="4313238" y="2509838"/>
          <p14:tracePt t="3792" x="4375150" y="2470150"/>
          <p14:tracePt t="3806" x="4435475" y="2428875"/>
          <p14:tracePt t="3816" x="4483100" y="2381250"/>
          <p14:tracePt t="3824" x="4510088" y="2333625"/>
          <p14:tracePt t="3837" x="4551363" y="2259013"/>
          <p14:tracePt t="3849" x="4557713" y="2157413"/>
          <p14:tracePt t="3859" x="4572000" y="2081213"/>
          <p14:tracePt t="3872" x="4572000" y="1952625"/>
          <p14:tracePt t="3883" x="4551363" y="1830388"/>
          <p14:tracePt t="3892" x="4524375" y="1755775"/>
          <p14:tracePt t="3903" x="4462463" y="1652588"/>
          <p14:tracePt t="3919" x="4395788" y="1577975"/>
          <p14:tracePt t="3925" x="4313238" y="1517650"/>
          <p14:tracePt t="3938" x="4244975" y="1476375"/>
          <p14:tracePt t="3954" x="4137025" y="1443038"/>
          <p14:tracePt t="3960" x="3986213" y="1414463"/>
          <p14:tracePt t="3971" x="3857625" y="1401763"/>
          <p14:tracePt t="3987" x="3681413" y="1395413"/>
          <p14:tracePt t="3995" x="3509963" y="1401763"/>
          <p14:tracePt t="4005" x="3367088" y="1428750"/>
          <p14:tracePt t="4016" x="3286125" y="1455738"/>
          <p14:tracePt t="4035" x="3205163" y="1490663"/>
          <p14:tracePt t="4040" x="3128963" y="1530350"/>
          <p14:tracePt t="4051" x="3054350" y="1565275"/>
          <p14:tracePt t="4061" x="2967038" y="1604963"/>
          <p14:tracePt t="4073" x="2890838" y="1619250"/>
          <p14:tracePt t="4307" x="2890838" y="1633538"/>
          <p14:tracePt t="4332" x="2905125" y="1633538"/>
          <p14:tracePt t="4342" x="2919413" y="1633538"/>
          <p14:tracePt t="4358" x="2932113" y="1633538"/>
          <p14:tracePt t="4375" x="2932113" y="1639888"/>
          <p14:tracePt t="4391" x="2932113" y="1652588"/>
          <p14:tracePt t="4411" x="2919413" y="1666875"/>
          <p14:tracePt t="4411" x="2905125" y="1708150"/>
          <p14:tracePt t="4423" x="2905125" y="1728788"/>
          <p14:tracePt t="4433" x="2890838" y="1795463"/>
          <p14:tracePt t="4443" x="2884488" y="1878013"/>
          <p14:tracePt t="4458" x="2890838" y="1966913"/>
          <p14:tracePt t="4466" x="2890838" y="2054225"/>
          <p14:tracePt t="4478" x="2919413" y="2143125"/>
          <p14:tracePt t="4495" x="2946400" y="2232025"/>
          <p14:tracePt t="4503" x="2967038" y="2306638"/>
          <p14:tracePt t="4511" x="3006725" y="2395538"/>
          <p14:tracePt t="4544" x="3068638" y="2470150"/>
          <p14:tracePt t="4548" x="3109913" y="2517775"/>
          <p14:tracePt t="4555" x="3184525" y="2586038"/>
          <p14:tracePt t="4562" x="3271838" y="2619375"/>
          <p14:tracePt t="4589" x="3319463" y="2646363"/>
          <p14:tracePt t="4593" x="3395663" y="2673350"/>
          <p14:tracePt t="4605" x="3524250" y="2693988"/>
          <p14:tracePt t="4613" x="3571875" y="2708275"/>
          <p14:tracePt t="4624" x="3646488" y="2708275"/>
          <p14:tracePt t="4637" x="3721100" y="2708275"/>
          <p14:tracePt t="4645" x="3795713" y="2708275"/>
          <p14:tracePt t="4659" x="3911600" y="2693988"/>
          <p14:tracePt t="4671" x="4033838" y="2673350"/>
          <p14:tracePt t="4679" x="4149725" y="2646363"/>
          <p14:tracePt t="4690" x="4224338" y="2633663"/>
          <p14:tracePt t="4705" x="4319588" y="2592388"/>
          <p14:tracePt t="4714" x="4408488" y="2544763"/>
          <p14:tracePt t="4725" x="4470400" y="2509838"/>
          <p14:tracePt t="4739" x="4551363" y="2443163"/>
          <p14:tracePt t="4747" x="4625975" y="2354263"/>
          <p14:tracePt t="4757" x="4700588" y="2244725"/>
          <p14:tracePt t="4771" x="4735513" y="2170113"/>
          <p14:tracePt t="4782" x="4789488" y="2041525"/>
          <p14:tracePt t="4792" x="4824413" y="1919288"/>
          <p14:tracePt t="4809" x="4837113" y="1830388"/>
          <p14:tracePt t="4815" x="4851400" y="1728788"/>
          <p14:tracePt t="4837" x="4851400" y="1639888"/>
          <p14:tracePt t="4840" x="4837113" y="1604963"/>
          <p14:tracePt t="4848" x="4824413" y="1565275"/>
          <p14:tracePt t="4860" x="4810125" y="1530350"/>
          <p14:tracePt t="4878" x="4795838" y="1503363"/>
          <p14:tracePt t="4882" x="4776788" y="1476375"/>
          <p14:tracePt t="4893" x="4748213" y="1455738"/>
          <p14:tracePt t="4909" x="4708525" y="1428750"/>
          <p14:tracePt t="4915" x="4673600" y="1414463"/>
          <p14:tracePt t="4928" x="4625975" y="1395413"/>
          <p14:tracePt t="4944" x="4572000" y="1395413"/>
          <p14:tracePt t="4953" x="4538663" y="1381125"/>
          <p14:tracePt t="4960" x="4497388" y="1366838"/>
          <p14:tracePt t="4973" x="4462463" y="1366838"/>
          <p14:tracePt t="4990" x="4422775" y="1366838"/>
          <p14:tracePt t="4995" x="4395788" y="1366838"/>
          <p14:tracePt t="5006" x="4375150" y="1366838"/>
          <p14:tracePt t="5025" x="4360863" y="1366838"/>
          <p14:tracePt t="5031" x="4348163" y="1366838"/>
          <p14:tracePt t="5039" x="4333875" y="1366838"/>
          <p14:tracePt t="5060" x="4313238" y="1366838"/>
          <p14:tracePt t="5066" x="4286250" y="1366838"/>
          <p14:tracePt t="5074" x="4259263" y="1381125"/>
          <p14:tracePt t="5092" x="4224338" y="1381125"/>
          <p14:tracePt t="5098" x="4197350" y="1395413"/>
          <p14:tracePt t="5106" x="4170363" y="1395413"/>
          <p14:tracePt t="5118" x="4137025" y="1401763"/>
          <p14:tracePt t="5140" x="4110038" y="1414463"/>
          <p14:tracePt t="5141" x="4081463" y="1428750"/>
          <p14:tracePt t="5153" x="4048125" y="1455738"/>
          <p14:tracePt t="5164" x="4006850" y="1490663"/>
          <p14:tracePt t="5176" x="3973513" y="1557338"/>
          <p14:tracePt t="5188" x="3932238" y="1604963"/>
          <p14:tracePt t="5196" x="3898900" y="1708150"/>
          <p14:tracePt t="5210" x="3857625" y="1816100"/>
          <p14:tracePt t="5221" x="3843338" y="1878013"/>
          <p14:tracePt t="5232" x="3824288" y="1966913"/>
          <p14:tracePt t="5243" x="3795713" y="2041525"/>
          <p14:tracePt t="5254" x="3783013" y="2095500"/>
          <p14:tracePt t="5267" x="3768725" y="2143125"/>
          <p14:tracePt t="5276" x="3768725" y="2184400"/>
          <p14:tracePt t="5291" x="3783013" y="2217738"/>
          <p14:tracePt t="5298" x="3783013" y="2259013"/>
          <p14:tracePt t="5310" x="3810000" y="2306638"/>
          <p14:tracePt t="5326" x="3843338" y="2354263"/>
          <p14:tracePt t="5332" x="3871913" y="2408238"/>
          <p14:tracePt t="5344" x="3919538" y="2443163"/>
          <p14:tracePt t="5359" x="3973513" y="2482850"/>
          <p14:tracePt t="5369" x="4021138" y="2509838"/>
          <p14:tracePt t="5377" x="4095750" y="2544763"/>
          <p14:tracePt t="5389" x="4157663" y="2557463"/>
          <p14:tracePt t="5412" x="4238625" y="2571750"/>
          <p14:tracePt t="5420" x="4286250" y="2586038"/>
          <p14:tracePt t="5427" x="4360863" y="2586038"/>
          <p14:tracePt t="5442" x="4435475" y="2586038"/>
          <p14:tracePt t="5447" x="4497388" y="2586038"/>
          <p14:tracePt t="5456" x="4572000" y="2586038"/>
          <p14:tracePt t="5477" x="4633913" y="2586038"/>
          <p14:tracePt t="5478" x="4673600" y="2571750"/>
          <p14:tracePt t="5491" x="4708525" y="2557463"/>
          <p14:tracePt t="5500" x="4735513" y="2544763"/>
          <p14:tracePt t="5523" x="4776788" y="2517775"/>
          <p14:tracePt t="5525" x="4795838" y="2497138"/>
          <p14:tracePt t="5539" x="4810125" y="2443163"/>
          <p14:tracePt t="5546" x="4837113" y="2395538"/>
          <p14:tracePt t="5561" x="4837113" y="2347913"/>
          <p14:tracePt t="5592" x="4851400" y="2271713"/>
          <p14:tracePt t="5597" x="4851400" y="2205038"/>
          <p14:tracePt t="5604" x="4851400" y="2095500"/>
          <p14:tracePt t="5613" x="4851400" y="2041525"/>
          <p14:tracePt t="5633" x="4837113" y="1993900"/>
          <p14:tracePt t="5644" x="4824413" y="1952625"/>
          <p14:tracePt t="5654" x="4810125" y="1905000"/>
          <p14:tracePt t="5660" x="4789488" y="1857375"/>
          <p14:tracePt t="5675" x="4762500" y="1816100"/>
          <p14:tracePt t="5681" x="4721225" y="1768475"/>
          <p14:tracePt t="5692" x="4687888" y="1728788"/>
          <p14:tracePt t="5710" x="4633913" y="1681163"/>
          <p14:tracePt t="5714" x="4598988" y="1652588"/>
          <p14:tracePt t="5725" x="4538663" y="1619250"/>
          <p14:tracePt t="5742" x="4462463" y="1577975"/>
          <p14:tracePt t="5748" x="4408488" y="1557338"/>
          <p14:tracePt t="5760" x="4333875" y="1530350"/>
          <p14:tracePt t="5776" x="4259263" y="1517650"/>
          <p14:tracePt t="5783" x="4197350" y="1503363"/>
          <p14:tracePt t="5793" x="4137025" y="1503363"/>
          <p14:tracePt t="5808" x="4081463" y="1503363"/>
          <p14:tracePt t="5817" x="4033838" y="1517650"/>
          <p14:tracePt t="5828" x="4006850" y="1530350"/>
          <p14:tracePt t="5838" x="3959225" y="1557338"/>
          <p14:tracePt t="5857" x="3911600" y="1592263"/>
          <p14:tracePt t="5863" x="3871913" y="1619250"/>
          <p14:tracePt t="5878" x="3810000" y="1666875"/>
          <p14:tracePt t="5893" x="3748088" y="1728788"/>
          <p14:tracePt t="5899" x="3708400" y="1782763"/>
          <p14:tracePt t="5907" x="3660775" y="1843088"/>
          <p14:tracePt t="5924" x="3619500" y="1919288"/>
          <p14:tracePt t="5932" x="3586163" y="1979613"/>
          <p14:tracePt t="5939" x="3557588" y="2041525"/>
          <p14:tracePt t="5956" x="3530600" y="2109788"/>
          <p14:tracePt t="5975" x="3524250" y="2184400"/>
          <p14:tracePt t="5975" x="3509963" y="2217738"/>
          <p14:tracePt t="5989" x="3509963" y="2271713"/>
          <p14:tracePt t="5996" x="3509963" y="2306638"/>
          <p14:tracePt t="6017" x="3509963" y="2319338"/>
          <p14:tracePt t="6018" x="3524250" y="2347913"/>
          <p14:tracePt t="6030" x="3524250" y="2354263"/>
          <p14:tracePt t="6041" x="3524250" y="2381250"/>
          <p14:tracePt t="6057" x="3530600" y="2395538"/>
          <p14:tracePt t="6063" x="3544888" y="2408238"/>
          <p14:tracePt t="6076" x="3544888" y="2422525"/>
          <p14:tracePt t="6092" x="3557588" y="2428875"/>
          <p14:tracePt t="6098" x="3571875" y="2443163"/>
          <p14:tracePt t="6108" x="3571875" y="2455863"/>
          <p14:tracePt t="6127" x="3586163" y="2470150"/>
          <p14:tracePt t="6131" x="3586163" y="2482850"/>
          <p14:tracePt t="6142" x="3598863" y="2497138"/>
          <p14:tracePt t="6159" x="3605213" y="2509838"/>
          <p14:tracePt t="6164" x="3605213" y="2517775"/>
          <p14:tracePt t="6176" x="3619500" y="2530475"/>
          <p14:tracePt t="6193" x="3633788" y="2544763"/>
          <p14:tracePt t="6199" x="3646488" y="2557463"/>
          <p14:tracePt t="6210" x="3673475" y="2571750"/>
          <p14:tracePt t="6226" x="3681413" y="2586038"/>
          <p14:tracePt t="6236" x="3694113" y="2592388"/>
          <p14:tracePt t="6243" x="3708400" y="2605088"/>
          <p14:tracePt t="6256" x="3721100" y="2605088"/>
          <p14:tracePt t="6274" x="3735388" y="2605088"/>
          <p14:tracePt t="6279" x="3748088" y="2605088"/>
          <p14:tracePt t="6288" x="3762375" y="2605088"/>
          <p14:tracePt t="6299" x="3762375" y="2619375"/>
          <p14:tracePt t="6312" x="3768725" y="2619375"/>
          <p14:tracePt t="6366" x="3783013" y="2619375"/>
          <p14:tracePt t="7649" x="3795713" y="2605088"/>
          <p14:tracePt t="7660" x="3795713" y="2592388"/>
          <p14:tracePt t="7683" x="3810000" y="2571750"/>
          <p14:tracePt t="7689" x="3824288" y="2497138"/>
          <p14:tracePt t="7697" x="3857625" y="2381250"/>
          <p14:tracePt t="7705" x="3898900" y="2184400"/>
          <p14:tracePt t="7718" x="3932238" y="1993900"/>
          <p14:tracePt t="7731" x="3986213" y="1728788"/>
          <p14:tracePt t="7739" x="4021138" y="1476375"/>
          <p14:tracePt t="7753" x="4033838" y="1339850"/>
          <p14:tracePt t="7764" x="4033838" y="1204913"/>
          <p14:tracePt t="7772" x="4033838" y="1116013"/>
          <p14:tracePt t="7785" x="4021138" y="1068388"/>
          <p14:tracePt t="7800" x="4006850" y="1014413"/>
          <p14:tracePt t="7807" x="3986213" y="993775"/>
          <p14:tracePt t="7835" x="3959225" y="979488"/>
          <p14:tracePt t="7837" x="3932238" y="979488"/>
          <p14:tracePt t="7842" x="3884613" y="979488"/>
          <p14:tracePt t="7851" x="3824288" y="1000125"/>
          <p14:tracePt t="7863" x="3768725" y="1027113"/>
          <p14:tracePt t="7886" x="3708400" y="1068388"/>
          <p14:tracePt t="7887" x="3660775" y="1101725"/>
          <p14:tracePt t="7902" x="3619500" y="1128713"/>
          <p14:tracePt t="7918" x="3586163" y="1143000"/>
          <p14:tracePt t="7924" x="3544888" y="1143000"/>
          <p14:tracePt t="8076" x="3571875" y="1143000"/>
          <p14:tracePt t="8089" x="3586163" y="1128713"/>
          <p14:tracePt t="8110" x="3571875" y="1116013"/>
          <p14:tracePt t="8143" x="3571875" y="1128713"/>
          <p14:tracePt t="8155" x="3586163" y="1176338"/>
          <p14:tracePt t="8169" x="3605213" y="1306513"/>
          <p14:tracePt t="8178" x="3660775" y="1577975"/>
          <p14:tracePt t="8191" x="3721100" y="1905000"/>
          <p14:tracePt t="8204" x="3857625" y="2557463"/>
          <p14:tracePt t="8212" x="4048125" y="3306763"/>
          <p14:tracePt t="8226" x="4197350" y="3898900"/>
          <p14:tracePt t="8238" x="4408488" y="4625975"/>
          <p14:tracePt t="8247" x="4572000" y="5191125"/>
          <p14:tracePt t="8261" x="4660900" y="5491163"/>
          <p14:tracePt t="8271" x="4748213" y="5803900"/>
          <p14:tracePt t="8279" x="4795838" y="5994400"/>
          <p14:tracePt t="8292" x="4837113" y="6116638"/>
          <p14:tracePt t="8305" x="4864100" y="6205538"/>
          <p14:tracePt t="8313" x="4872038" y="6307138"/>
          <p14:tracePt t="8327" x="4884738" y="6396038"/>
          <p14:tracePt t="8336" x="4884738" y="6443663"/>
          <p14:tracePt t="8347" x="4872038" y="6497638"/>
          <p14:tracePt t="8359" x="4864100" y="6518275"/>
          <p14:tracePt t="8370" x="4851400" y="6530975"/>
          <p14:tracePt t="8382" x="4824413" y="6545263"/>
          <p14:tracePt t="8392" x="4795838" y="6545263"/>
          <p14:tracePt t="8409" x="4748213" y="6545263"/>
          <p14:tracePt t="8415" x="4700588" y="6530975"/>
          <p14:tracePt t="8427" x="4598988" y="6503988"/>
          <p14:tracePt t="8444" x="4483100" y="6470650"/>
          <p14:tracePt t="8449" x="4375150" y="6456363"/>
          <p14:tracePt t="8460" x="4238625" y="6429375"/>
          <p14:tracePt t="8476" x="4137025" y="6429375"/>
          <p14:tracePt t="8483" x="4075113" y="6429375"/>
          <p14:tracePt t="8494" x="4062413" y="6443663"/>
          <p14:tracePt t="8513" x="4048125" y="6443663"/>
          <p14:tracePt t="8526" x="4048125" y="6456363"/>
          <p14:tracePt t="8549" x="4048125" y="6483350"/>
          <p14:tracePt t="8561" x="4048125" y="6503988"/>
          <p14:tracePt t="8575" x="4048125" y="6530975"/>
          <p14:tracePt t="8586" x="4033838" y="6572250"/>
          <p14:tracePt t="8595" x="4021138" y="6605588"/>
          <p14:tracePt t="8611" x="4006850" y="6634163"/>
          <p14:tracePt t="8621" x="4000500" y="6661150"/>
          <p14:tracePt t="8628" x="3973513" y="6694488"/>
          <p14:tracePt t="8642" x="3973513" y="6735763"/>
          <p14:tracePt t="8652" x="3959225" y="6769100"/>
          <p14:tracePt t="8662" x="3946525" y="6810375"/>
          <p14:tracePt t="8678" x="3932238" y="6831013"/>
          <p14:tracePt t="9073" x="0" y="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03.pdf"/>
          <p:cNvPicPr>
            <a:picLocks noChangeAspect="1"/>
          </p:cNvPicPr>
          <p:nvPr/>
        </p:nvPicPr>
        <p:blipFill rotWithShape="1">
          <a:blip r:embed="rId3"/>
          <a:srcRect t="2931" b="9040"/>
          <a:stretch/>
        </p:blipFill>
        <p:spPr>
          <a:xfrm>
            <a:off x="3276600" y="-1"/>
            <a:ext cx="6491808" cy="7395488"/>
          </a:xfrm>
          <a:prstGeom prst="rect">
            <a:avLst/>
          </a:prstGeom>
        </p:spPr>
      </p:pic>
      <p:sp>
        <p:nvSpPr>
          <p:cNvPr id="2" name="TextBox 1">
            <a:extLst>
              <a:ext uri="{FF2B5EF4-FFF2-40B4-BE49-F238E27FC236}">
                <a16:creationId xmlns:a16="http://schemas.microsoft.com/office/drawing/2014/main" id="{2322ABDE-169F-9EE1-9EFD-4CF371FC7632}"/>
              </a:ext>
            </a:extLst>
          </p:cNvPr>
          <p:cNvSpPr txBox="1"/>
          <p:nvPr/>
        </p:nvSpPr>
        <p:spPr>
          <a:xfrm>
            <a:off x="0" y="6436493"/>
            <a:ext cx="4698124" cy="430887"/>
          </a:xfrm>
          <a:prstGeom prst="rect">
            <a:avLst/>
          </a:prstGeom>
          <a:noFill/>
        </p:spPr>
        <p:txBody>
          <a:bodyPr wrap="square" rtlCol="0">
            <a:spAutoFit/>
          </a:bodyPr>
          <a:lstStyle/>
          <a:p>
            <a:r>
              <a:rPr lang="en-US" sz="1100" dirty="0"/>
              <a:t>*Figure resource: Stallings, William. Cryptography and Network Security: Principles and Practice, 7th ed. England: Pearson Education Limited, 2017. </a:t>
            </a:r>
          </a:p>
        </p:txBody>
      </p:sp>
      <p:sp>
        <p:nvSpPr>
          <p:cNvPr id="3" name="Title 2">
            <a:extLst>
              <a:ext uri="{FF2B5EF4-FFF2-40B4-BE49-F238E27FC236}">
                <a16:creationId xmlns:a16="http://schemas.microsoft.com/office/drawing/2014/main" id="{4A972761-1EE8-DE18-E0F5-A6D7F0383201}"/>
              </a:ext>
            </a:extLst>
          </p:cNvPr>
          <p:cNvSpPr>
            <a:spLocks noGrp="1"/>
          </p:cNvSpPr>
          <p:nvPr>
            <p:ph type="title"/>
          </p:nvPr>
        </p:nvSpPr>
        <p:spPr>
          <a:xfrm>
            <a:off x="245076" y="365125"/>
            <a:ext cx="3437238" cy="1325563"/>
          </a:xfrm>
        </p:spPr>
        <p:txBody>
          <a:bodyPr>
            <a:normAutofit fontScale="90000"/>
          </a:bodyPr>
          <a:lstStyle/>
          <a:p>
            <a:r>
              <a:rPr lang="en-US" dirty="0"/>
              <a:t>AES Encryption and Decryption Procedures</a:t>
            </a:r>
          </a:p>
        </p:txBody>
      </p:sp>
    </p:spTree>
  </p:cSld>
  <p:clrMapOvr>
    <a:masterClrMapping/>
  </p:clrMapOvr>
  <p:transition spd="med" advTm="513610">
    <p:pull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3A60B-84B8-5543-ACB6-FCE8E970113D}"/>
              </a:ext>
            </a:extLst>
          </p:cNvPr>
          <p:cNvSpPr>
            <a:spLocks noGrp="1"/>
          </p:cNvSpPr>
          <p:nvPr>
            <p:ph type="title"/>
          </p:nvPr>
        </p:nvSpPr>
        <p:spPr/>
        <p:txBody>
          <a:bodyPr/>
          <a:lstStyle/>
          <a:p>
            <a:r>
              <a:rPr lang="en-US" dirty="0"/>
              <a:t>AES Overview</a:t>
            </a:r>
          </a:p>
        </p:txBody>
      </p:sp>
      <p:sp>
        <p:nvSpPr>
          <p:cNvPr id="3" name="Content Placeholder 2">
            <a:extLst>
              <a:ext uri="{FF2B5EF4-FFF2-40B4-BE49-F238E27FC236}">
                <a16:creationId xmlns:a16="http://schemas.microsoft.com/office/drawing/2014/main" id="{56AD2662-D882-1E43-BB8D-F60E26FFF4EC}"/>
              </a:ext>
            </a:extLst>
          </p:cNvPr>
          <p:cNvSpPr>
            <a:spLocks noGrp="1"/>
          </p:cNvSpPr>
          <p:nvPr>
            <p:ph idx="1"/>
          </p:nvPr>
        </p:nvSpPr>
        <p:spPr/>
        <p:txBody>
          <a:bodyPr/>
          <a:lstStyle/>
          <a:p>
            <a:r>
              <a:rPr lang="en-US" dirty="0"/>
              <a:t>AES explained as a Flash animation</a:t>
            </a:r>
          </a:p>
          <a:p>
            <a:r>
              <a:rPr lang="en-US" dirty="0">
                <a:hlinkClick r:id="rId2"/>
              </a:rPr>
              <a:t>https://formaestudio.com/rijndaelinspector/archivos/Rijndael_Animation_v4_eng-html5.html</a:t>
            </a:r>
            <a:endParaRPr lang="en-US" dirty="0"/>
          </a:p>
          <a:p>
            <a:r>
              <a:rPr lang="en-US" dirty="0"/>
              <a:t>Video: </a:t>
            </a:r>
            <a:r>
              <a:rPr lang="en-US" dirty="0">
                <a:hlinkClick r:id="rId3"/>
              </a:rPr>
              <a:t>https://www.youtube.com/watch?v=gP4PqVGudtg</a:t>
            </a:r>
            <a:endParaRPr lang="en-US" dirty="0"/>
          </a:p>
          <a:p>
            <a:endParaRPr lang="en-US" dirty="0"/>
          </a:p>
        </p:txBody>
      </p:sp>
    </p:spTree>
    <p:extLst>
      <p:ext uri="{BB962C8B-B14F-4D97-AF65-F5344CB8AC3E}">
        <p14:creationId xmlns:p14="http://schemas.microsoft.com/office/powerpoint/2010/main" val="364211113"/>
      </p:ext>
    </p:extLst>
  </p:cSld>
  <p:clrMapOvr>
    <a:masterClrMapping/>
  </p:clrMapOvr>
  <mc:AlternateContent xmlns:mc="http://schemas.openxmlformats.org/markup-compatibility/2006" xmlns:p14="http://schemas.microsoft.com/office/powerpoint/2010/main">
    <mc:Choice Requires="p14">
      <p:transition spd="slow" p14:dur="2000" advTm="63712"/>
    </mc:Choice>
    <mc:Fallback xmlns="">
      <p:transition spd="slow" advTm="6371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ES encryption round steps.">
            <a:extLst>
              <a:ext uri="{FF2B5EF4-FFF2-40B4-BE49-F238E27FC236}">
                <a16:creationId xmlns:a16="http://schemas.microsoft.com/office/drawing/2014/main" id="{7813B8EF-CA43-DD46-8D9E-0541A8E8F642}"/>
              </a:ext>
            </a:extLst>
          </p:cNvPr>
          <p:cNvPicPr>
            <a:picLocks noChangeAspect="1"/>
          </p:cNvPicPr>
          <p:nvPr/>
        </p:nvPicPr>
        <p:blipFill>
          <a:blip r:embed="rId3"/>
          <a:stretch>
            <a:fillRect/>
          </a:stretch>
        </p:blipFill>
        <p:spPr>
          <a:xfrm>
            <a:off x="1658471" y="0"/>
            <a:ext cx="8875059" cy="6858000"/>
          </a:xfrm>
          <a:prstGeom prst="rect">
            <a:avLst/>
          </a:prstGeom>
        </p:spPr>
      </p:pic>
      <p:sp>
        <p:nvSpPr>
          <p:cNvPr id="2" name="TextBox 1">
            <a:extLst>
              <a:ext uri="{FF2B5EF4-FFF2-40B4-BE49-F238E27FC236}">
                <a16:creationId xmlns:a16="http://schemas.microsoft.com/office/drawing/2014/main" id="{8962EA3E-7E74-01CC-8FCA-F2F3B6A992E1}"/>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3" name="Title 2">
            <a:extLst>
              <a:ext uri="{FF2B5EF4-FFF2-40B4-BE49-F238E27FC236}">
                <a16:creationId xmlns:a16="http://schemas.microsoft.com/office/drawing/2014/main" id="{B6FD823F-F214-957B-85D2-EAFF7D601F12}"/>
              </a:ext>
            </a:extLst>
          </p:cNvPr>
          <p:cNvSpPr>
            <a:spLocks noGrp="1"/>
          </p:cNvSpPr>
          <p:nvPr>
            <p:ph type="title"/>
          </p:nvPr>
        </p:nvSpPr>
        <p:spPr>
          <a:xfrm>
            <a:off x="133865" y="365125"/>
            <a:ext cx="2374557" cy="1325563"/>
          </a:xfrm>
        </p:spPr>
        <p:txBody>
          <a:bodyPr>
            <a:noAutofit/>
          </a:bodyPr>
          <a:lstStyle/>
          <a:p>
            <a:r>
              <a:rPr lang="en-US" sz="3200" dirty="0"/>
              <a:t>AES Encryption Round</a:t>
            </a:r>
          </a:p>
        </p:txBody>
      </p:sp>
    </p:spTree>
  </p:cSld>
  <p:clrMapOvr>
    <a:masterClrMapping/>
  </p:clrMapOvr>
  <p:transition advTm="579168">
    <p:dissolve/>
  </p:transition>
  <p:extLst>
    <p:ext uri="{3A86A75C-4F4B-4683-9AE1-C65F6400EC91}">
      <p14:laserTraceLst xmlns:p14="http://schemas.microsoft.com/office/powerpoint/2010/main">
        <p14:tracePtLst>
          <p14:tracePt t="303328" x="2286000" y="4694238"/>
          <p14:tracePt t="303677" x="3735388" y="6824663"/>
          <p14:tracePt t="303687" x="3836988" y="6640513"/>
          <p14:tracePt t="303699" x="3952875" y="6396038"/>
          <p14:tracePt t="303710" x="4089400" y="6075363"/>
          <p14:tracePt t="303721" x="4211638" y="5810250"/>
          <p14:tracePt t="303733" x="4387850" y="5375275"/>
          <p14:tracePt t="303744" x="4605338" y="4872038"/>
          <p14:tracePt t="303755" x="4756150" y="4510088"/>
          <p14:tracePt t="303766" x="4953000" y="4033838"/>
          <p14:tracePt t="303778" x="5122863" y="3613150"/>
          <p14:tracePt t="303789" x="5224463" y="3381375"/>
          <p14:tracePt t="303800" x="5348288" y="3109913"/>
          <p14:tracePt t="303811" x="5449888" y="2878138"/>
          <p14:tracePt t="303823" x="5518150" y="2747963"/>
          <p14:tracePt t="303834" x="5578475" y="2586038"/>
          <p14:tracePt t="303845" x="5619750" y="2482850"/>
          <p14:tracePt t="303856" x="5634038" y="2443163"/>
          <p14:tracePt t="303868" x="5634038" y="2408238"/>
          <p14:tracePt t="303879" x="5634038" y="2395538"/>
          <p14:tracePt t="303890" x="5619750" y="2395538"/>
          <p14:tracePt t="303901" x="5613400" y="2395538"/>
          <p14:tracePt t="303913" x="5578475" y="2395538"/>
          <p14:tracePt t="303924" x="5545138" y="2395538"/>
          <p14:tracePt t="303935" x="5449888" y="2395538"/>
          <p14:tracePt t="303946" x="5319713" y="2381250"/>
          <p14:tracePt t="304126" x="5327650" y="2395538"/>
          <p14:tracePt t="304138" x="5348288" y="2414588"/>
          <p14:tracePt t="304149" x="5360988" y="2428875"/>
          <p14:tracePt t="304160" x="5381625" y="2428875"/>
          <p14:tracePt t="304171" x="5476875" y="2395538"/>
          <p14:tracePt t="304183" x="5578475" y="2327275"/>
          <p14:tracePt t="304194" x="5634038" y="2238375"/>
          <p14:tracePt t="304205" x="5721350" y="2089150"/>
          <p14:tracePt t="304216" x="5803900" y="1946275"/>
          <p14:tracePt t="304228" x="5843588" y="1830388"/>
          <p14:tracePt t="304239" x="5891213" y="1681163"/>
          <p14:tracePt t="304251" x="5911850" y="1524000"/>
          <p14:tracePt t="304273" x="5938838" y="1387475"/>
          <p14:tracePt t="304276" x="5938838" y="1252538"/>
          <p14:tracePt t="304284" x="5911850" y="1176338"/>
          <p14:tracePt t="304298" x="5891213" y="1116013"/>
          <p14:tracePt t="304307" x="5878513" y="1109663"/>
          <p14:tracePt t="304318" x="5857875" y="1095375"/>
          <p14:tracePt t="304330" x="5843588" y="1081088"/>
          <p14:tracePt t="304340" x="5837238" y="1081088"/>
          <p14:tracePt t="304351" x="5824538" y="1081088"/>
          <p14:tracePt t="304363" x="5803900" y="1081088"/>
          <p14:tracePt t="304374" x="5783263" y="1074738"/>
          <p14:tracePt t="304385" x="5756275" y="1074738"/>
          <p14:tracePt t="304397" x="5721350" y="1062038"/>
          <p14:tracePt t="304408" x="5688013" y="1062038"/>
          <p14:tracePt t="304419" x="5653088" y="1047750"/>
          <p14:tracePt t="304430" x="5619750" y="1041400"/>
          <p14:tracePt t="304441" x="5586413" y="1041400"/>
          <p14:tracePt t="304453" x="5565775" y="1041400"/>
          <p14:tracePt t="304486" x="5530850" y="1041400"/>
          <p14:tracePt t="304488" x="5518150" y="1047750"/>
          <p14:tracePt t="304498" x="5483225" y="1074738"/>
          <p14:tracePt t="304503" x="5449888" y="1109663"/>
          <p14:tracePt t="304510" x="5429250" y="1143000"/>
          <p14:tracePt t="304521" x="5408613" y="1184275"/>
          <p14:tracePt t="304532" x="5381625" y="1231900"/>
          <p14:tracePt t="304543" x="5375275" y="1279525"/>
          <p14:tracePt t="304555" x="5360988" y="1300163"/>
          <p14:tracePt t="304566" x="5360988" y="1333500"/>
          <p14:tracePt t="304576" x="5360988" y="1354138"/>
          <p14:tracePt t="304588" x="5360988" y="1381125"/>
          <p14:tracePt t="304599" x="5360988" y="1387475"/>
          <p14:tracePt t="304610" x="5375275" y="1414463"/>
          <p14:tracePt t="304621" x="5381625" y="1422400"/>
          <p14:tracePt t="304633" x="5395913" y="1435100"/>
          <p14:tracePt t="304644" x="5414963" y="1449388"/>
          <p14:tracePt t="304655" x="5429250" y="1449388"/>
          <p14:tracePt t="304666" x="5449888" y="1455738"/>
          <p14:tracePt t="304678" x="5483225" y="1455738"/>
          <p14:tracePt t="304689" x="5510213" y="1455738"/>
          <p14:tracePt t="304700" x="5530850" y="1449388"/>
          <p14:tracePt t="304711" x="5565775" y="1435100"/>
          <p14:tracePt t="304723" x="5578475" y="1422400"/>
          <p14:tracePt t="304734" x="5586413" y="1401763"/>
          <p14:tracePt t="304746" x="5586413" y="1381125"/>
          <p14:tracePt t="304756" x="5578475" y="1347788"/>
          <p14:tracePt t="304768" x="5565775" y="1319213"/>
          <p14:tracePt t="304780" x="5545138" y="1300163"/>
          <p14:tracePt t="304790" x="5510213" y="1285875"/>
          <p14:tracePt t="304801" x="5483225" y="1279525"/>
          <p14:tracePt t="304813" x="5449888" y="1265238"/>
          <p14:tracePt t="304824" x="5414963" y="1265238"/>
          <p14:tracePt t="304835" x="5408613" y="1279525"/>
          <p14:tracePt t="304846" x="5381625" y="1285875"/>
          <p14:tracePt t="304858" x="5360988" y="1312863"/>
          <p14:tracePt t="304869" x="5348288" y="1333500"/>
          <p14:tracePt t="304880" x="5340350" y="1366838"/>
          <p14:tracePt t="304891" x="5340350" y="1387475"/>
          <p14:tracePt t="304903" x="5340350" y="1414463"/>
          <p14:tracePt t="304914" x="5348288" y="1449388"/>
          <p14:tracePt t="304925" x="5360988" y="1470025"/>
          <p14:tracePt t="304936" x="5375275" y="1490663"/>
          <p14:tracePt t="304948" x="5395913" y="1503363"/>
          <p14:tracePt t="304959" x="5414963" y="1503363"/>
          <p14:tracePt t="304970" x="5449888" y="1517650"/>
          <p14:tracePt t="304981" x="5483225" y="1503363"/>
          <p14:tracePt t="304993" x="5530850" y="1490663"/>
          <p14:tracePt t="305004" x="5565775" y="1470025"/>
          <p14:tracePt t="305015" x="5586413" y="1449388"/>
          <p14:tracePt t="305026" x="5586413" y="1414463"/>
          <p14:tracePt t="305038" x="5586413" y="1381125"/>
          <p14:tracePt t="305049" x="5586413" y="1366838"/>
          <p14:tracePt t="305060" x="5565775" y="1347788"/>
          <p14:tracePt t="305071" x="5551488" y="1347788"/>
          <p14:tracePt t="305083" x="5530850" y="1347788"/>
          <p14:tracePt t="305094" x="5497513" y="1354138"/>
          <p14:tracePt t="305105" x="5462588" y="1381125"/>
          <p14:tracePt t="305116" x="5429250" y="1414463"/>
          <p14:tracePt t="305128" x="5395913" y="1455738"/>
          <p14:tracePt t="305139" x="5375275" y="1503363"/>
          <p14:tracePt t="305150" x="5375275" y="1538288"/>
          <p14:tracePt t="305161" x="5360988" y="1571625"/>
          <p14:tracePt t="305173" x="5375275" y="1604963"/>
          <p14:tracePt t="305184" x="5381625" y="1625600"/>
          <p14:tracePt t="305196" x="5408613" y="1639888"/>
          <p14:tracePt t="305206" x="5443538" y="1639888"/>
          <p14:tracePt t="305218" x="5483225" y="1646238"/>
          <p14:tracePt t="305230" x="5530850" y="1639888"/>
          <p14:tracePt t="305240" x="5599113" y="1612900"/>
          <p14:tracePt t="305251" x="5646738" y="1577975"/>
          <p14:tracePt t="305263" x="5667375" y="1557338"/>
          <p14:tracePt t="305274" x="5681663" y="1524000"/>
          <p14:tracePt t="305285" x="5681663" y="1482725"/>
          <p14:tracePt t="305296" x="5653088" y="1455738"/>
          <p14:tracePt t="305308" x="5613400" y="1414463"/>
          <p14:tracePt t="305319" x="5551488" y="1401763"/>
          <p14:tracePt t="305330" x="5510213" y="1387475"/>
          <p14:tracePt t="305341" x="5449888" y="1401763"/>
          <p14:tracePt t="305352" x="5408613" y="1422400"/>
          <p14:tracePt t="305364" x="5375275" y="1455738"/>
          <p14:tracePt t="305375" x="5340350" y="1490663"/>
          <p14:tracePt t="305386" x="5319713" y="1538288"/>
          <p14:tracePt t="305398" x="5319713" y="1550988"/>
          <p14:tracePt t="305409" x="5319713" y="1571625"/>
          <p14:tracePt t="305420" x="5327650" y="1577975"/>
          <p14:tracePt t="305431" x="5348288" y="1592263"/>
          <p14:tracePt t="305443" x="5375275" y="1592263"/>
          <p14:tracePt t="305454" x="5408613" y="1592263"/>
          <p14:tracePt t="305465" x="5443538" y="1577975"/>
          <p14:tracePt t="305476" x="5476875" y="1557338"/>
          <p14:tracePt t="305487" x="5497513" y="1524000"/>
          <p14:tracePt t="305499" x="5518150" y="1490663"/>
          <p14:tracePt t="305532" x="5518150" y="1470025"/>
          <p14:tracePt t="305535" x="5518150" y="1449388"/>
          <p14:tracePt t="305545" x="5510213" y="1422400"/>
          <p14:tracePt t="305548" x="5483225" y="1414463"/>
          <p14:tracePt t="305556" x="5476875" y="1414463"/>
          <p14:tracePt t="305566" x="5449888" y="1414463"/>
          <p14:tracePt t="305578" x="5429250" y="1422400"/>
          <p14:tracePt t="305589" x="5408613" y="1449388"/>
          <p14:tracePt t="305600" x="5375275" y="1490663"/>
          <p14:tracePt t="305611" x="5360988" y="1517650"/>
          <p14:tracePt t="305623" x="5348288" y="1550988"/>
          <p14:tracePt t="305634" x="5348288" y="1571625"/>
          <p14:tracePt t="305646" x="5360988" y="1577975"/>
          <p14:tracePt t="305667" x="5395913" y="1592263"/>
          <p14:tracePt t="305680" x="5429250" y="1592263"/>
          <p14:tracePt t="305690" x="5462588" y="1577975"/>
          <p14:tracePt t="305701" x="5510213" y="1557338"/>
          <p14:tracePt t="305713" x="5551488" y="1524000"/>
          <p14:tracePt t="305724" x="5565775" y="1503363"/>
          <p14:tracePt t="305735" x="5578475" y="1470025"/>
          <p14:tracePt t="305746" x="5578475" y="1435100"/>
          <p14:tracePt t="305757" x="5565775" y="1414463"/>
          <p14:tracePt t="305769" x="5545138" y="1387475"/>
          <p14:tracePt t="305780" x="5510213" y="1381125"/>
          <p14:tracePt t="305791" x="5483225" y="1381125"/>
          <p14:tracePt t="305803" x="5462588" y="1387475"/>
          <p14:tracePt t="305814" x="5443538" y="1401763"/>
          <p14:tracePt t="305825" x="5429250" y="1422400"/>
          <p14:tracePt t="305836" x="5408613" y="1455738"/>
          <p14:tracePt t="305848" x="5408613" y="1482725"/>
          <p14:tracePt t="305859" x="5408613" y="1503363"/>
          <p14:tracePt t="305870" x="5408613" y="1524000"/>
          <p14:tracePt t="305881" x="5414963" y="1550988"/>
          <p14:tracePt t="305893" x="5443538" y="1550988"/>
          <p14:tracePt t="305904" x="5462588" y="1557338"/>
          <p14:tracePt t="305915" x="5497513" y="1557338"/>
          <p14:tracePt t="305926" x="5530850" y="1550988"/>
          <p14:tracePt t="305938" x="5565775" y="1550988"/>
          <p14:tracePt t="305949" x="5599113" y="1524000"/>
          <p14:tracePt t="305960" x="5613400" y="1503363"/>
          <p14:tracePt t="305971" x="5619750" y="1482725"/>
          <p14:tracePt t="305983" x="5619750" y="1455738"/>
          <p14:tracePt t="305994" x="5613400" y="1449388"/>
          <p14:tracePt t="306005" x="5586413" y="1422400"/>
          <p14:tracePt t="306016" x="5565775" y="1414463"/>
          <p14:tracePt t="306028" x="5530850" y="1414463"/>
          <p14:tracePt t="306039" x="5497513" y="1414463"/>
          <p14:tracePt t="306050" x="5462588" y="1422400"/>
          <p14:tracePt t="306061" x="5429250" y="1435100"/>
          <p14:tracePt t="306073" x="5408613" y="1455738"/>
          <p14:tracePt t="306084" x="5381625" y="1482725"/>
          <p14:tracePt t="306096" x="5381625" y="1503363"/>
          <p14:tracePt t="306106" x="5381625" y="1517650"/>
          <p14:tracePt t="306118" x="5381625" y="1538288"/>
          <p14:tracePt t="306130" x="5408613" y="1550988"/>
          <p14:tracePt t="306140" x="5429250" y="1557338"/>
          <p14:tracePt t="306151" x="5462588" y="1557338"/>
          <p14:tracePt t="306163" x="5497513" y="1557338"/>
          <p14:tracePt t="306174" x="5545138" y="1557338"/>
          <p14:tracePt t="306185" x="5578475" y="1550988"/>
          <p14:tracePt t="306196" x="5613400" y="1538288"/>
          <p14:tracePt t="306208" x="5619750" y="1517650"/>
          <p14:tracePt t="306219" x="5634038" y="1503363"/>
          <p14:tracePt t="306230" x="5619750" y="1470025"/>
          <p14:tracePt t="306241" x="5613400" y="1449388"/>
          <p14:tracePt t="306253" x="5599113" y="1414463"/>
          <p14:tracePt t="306264" x="5551488" y="1387475"/>
          <p14:tracePt t="306275" x="5510213" y="1381125"/>
          <p14:tracePt t="306286" x="5483225" y="1381125"/>
          <p14:tracePt t="306298" x="5449888" y="1381125"/>
          <p14:tracePt t="306309" x="5429250" y="1387475"/>
          <p14:tracePt t="306320" x="5408613" y="1414463"/>
          <p14:tracePt t="306331" x="5395913" y="1435100"/>
          <p14:tracePt t="306343" x="5395913" y="1482725"/>
          <p14:tracePt t="306354" x="5395913" y="1503363"/>
          <p14:tracePt t="306365" x="5408613" y="1524000"/>
          <p14:tracePt t="306376" x="5429250" y="1550988"/>
          <p14:tracePt t="306388" x="5462588" y="1557338"/>
          <p14:tracePt t="306399" x="5483225" y="1571625"/>
          <p14:tracePt t="306410" x="5530850" y="1571625"/>
          <p14:tracePt t="306421" x="5578475" y="1571625"/>
          <p14:tracePt t="306433" x="5599113" y="1557338"/>
          <p14:tracePt t="306444" x="5619750" y="1538288"/>
          <p14:tracePt t="306455" x="5634038" y="1517650"/>
          <p14:tracePt t="306467" x="5646738" y="1503363"/>
          <p14:tracePt t="306478" x="5634038" y="1470025"/>
          <p14:tracePt t="306489" x="5619750" y="1449388"/>
          <p14:tracePt t="306500" x="5613400" y="1435100"/>
          <p14:tracePt t="306513" x="5599113" y="1422400"/>
          <p14:tracePt t="306523" x="5578475" y="1422400"/>
          <p14:tracePt t="306545" x="5565775" y="1422400"/>
          <p14:tracePt t="306556" x="5565775" y="1435100"/>
          <p14:tracePt t="306579" x="5551488" y="1449388"/>
          <p14:tracePt t="306582" x="5551488" y="1470025"/>
          <p14:tracePt t="306590" x="5565775" y="1517650"/>
          <p14:tracePt t="306602" x="5578475" y="1550988"/>
          <p14:tracePt t="306614" x="5586413" y="1571625"/>
          <p14:tracePt t="306624" x="5613400" y="1577975"/>
          <p14:tracePt t="306635" x="5634038" y="1592263"/>
          <p14:tracePt t="306646" x="5646738" y="1592263"/>
          <p14:tracePt t="306658" x="5667375" y="1592263"/>
          <p14:tracePt t="306669" x="5681663" y="1592263"/>
          <p14:tracePt t="306680" x="5681663" y="1577975"/>
          <p14:tracePt t="306691" x="5688013" y="1571625"/>
          <p14:tracePt t="306703" x="5681663" y="1557338"/>
          <p14:tracePt t="306714" x="5681663" y="1538288"/>
          <p14:tracePt t="306725" x="5653088" y="1517650"/>
          <p14:tracePt t="306736" x="5619750" y="1482725"/>
          <p14:tracePt t="306748" x="5599113" y="1470025"/>
          <p14:tracePt t="306759" x="5565775" y="1449388"/>
          <p14:tracePt t="306770" x="5518150" y="1435100"/>
          <p14:tracePt t="306781" x="5483225" y="1435100"/>
          <p14:tracePt t="306793" x="5462588" y="1435100"/>
          <p14:tracePt t="306804" x="5449888" y="1449388"/>
          <p14:tracePt t="306815" x="5443538" y="1470025"/>
          <p14:tracePt t="306826" x="5443538" y="1482725"/>
          <p14:tracePt t="306838" x="5443538" y="1503363"/>
          <p14:tracePt t="306849" x="5449888" y="1524000"/>
          <p14:tracePt t="306860" x="5462588" y="1538288"/>
          <p14:tracePt t="306871" x="5476875" y="1550988"/>
          <p14:tracePt t="306883" x="5497513" y="1550988"/>
          <p14:tracePt t="306894" x="5510213" y="1550988"/>
          <p14:tracePt t="306905" x="5518150" y="1538288"/>
          <p14:tracePt t="306916" x="5545138" y="1538288"/>
          <p14:tracePt t="306928" x="5545138" y="1524000"/>
          <p14:tracePt t="306939" x="5551488" y="1503363"/>
          <p14:tracePt t="306950" x="5551488" y="1490663"/>
          <p14:tracePt t="306961" x="5551488" y="1482725"/>
          <p14:tracePt t="306973" x="5545138" y="1455738"/>
          <p14:tracePt t="306984" x="5530850" y="1435100"/>
          <p14:tracePt t="306996" x="5518150" y="1422400"/>
          <p14:tracePt t="307006" x="5510213" y="1422400"/>
          <p14:tracePt t="307029" x="5497513" y="1422400"/>
          <p14:tracePt t="307062" x="5483225" y="1422400"/>
          <p14:tracePt t="307074" x="5483225" y="1435100"/>
          <p14:tracePt t="307130" x="5483225" y="1449388"/>
          <p14:tracePt t="307152" x="5476875" y="1449388"/>
          <p14:tracePt t="307164" x="5476875" y="1455738"/>
          <p14:tracePt t="307175" x="5476875" y="1470025"/>
          <p14:tracePt t="307186" x="5462588" y="1482725"/>
          <p14:tracePt t="307197" x="5449888" y="1517650"/>
          <p14:tracePt t="307209" x="5443538" y="1550988"/>
          <p14:tracePt t="307220" x="5443538" y="1577975"/>
          <p14:tracePt t="307232" x="5429250" y="1604963"/>
          <p14:tracePt t="307243" x="5429250" y="1646238"/>
          <p14:tracePt t="307254" x="5414963" y="1673225"/>
          <p14:tracePt t="307266" x="5414963" y="1708150"/>
          <p14:tracePt t="307276" x="5408613" y="1728788"/>
          <p14:tracePt t="307288" x="5395913" y="1747838"/>
          <p14:tracePt t="307299" x="5381625" y="1747838"/>
          <p14:tracePt t="307456" x="5408613" y="1762125"/>
          <p14:tracePt t="307468" x="5429250" y="1776413"/>
          <p14:tracePt t="307479" x="5429250" y="1782763"/>
          <p14:tracePt t="307490" x="5429250" y="1795463"/>
          <p14:tracePt t="307502" x="5429250" y="1816100"/>
          <p14:tracePt t="307513" x="5429250" y="1843088"/>
          <p14:tracePt t="307524" x="5429250" y="1851025"/>
          <p14:tracePt t="307536" x="5429250" y="1863725"/>
          <p14:tracePt t="307546" x="5429250" y="1878013"/>
          <p14:tracePt t="307558" x="5443538" y="1884363"/>
          <p14:tracePt t="307580" x="5443538" y="1898650"/>
          <p14:tracePt t="307591" x="5449888" y="1898650"/>
          <p14:tracePt t="307603" x="5449888" y="1911350"/>
          <p14:tracePt t="307715" x="5443538" y="1911350"/>
          <p14:tracePt t="307726" x="5414963" y="1911350"/>
          <p14:tracePt t="307738" x="5395913" y="1911350"/>
          <p14:tracePt t="307749" x="5375275" y="1911350"/>
          <p14:tracePt t="307760" x="5360988" y="1919288"/>
          <p14:tracePt t="307772" x="5348288" y="1931988"/>
          <p14:tracePt t="307783" x="5348288" y="1946275"/>
          <p14:tracePt t="307794" x="5348288" y="1952625"/>
          <p14:tracePt t="307816" x="5360988" y="1966913"/>
          <p14:tracePt t="307839" x="5375275" y="1966913"/>
          <p14:tracePt t="307850" x="5381625" y="1966913"/>
          <p14:tracePt t="307872" x="5395913" y="1966913"/>
          <p14:tracePt t="307884" x="5395913" y="1952625"/>
          <p14:tracePt t="307895" x="5395913" y="1946275"/>
          <p14:tracePt t="307973" x="5395913" y="1952625"/>
          <p14:tracePt t="307985" x="5395913" y="1966913"/>
          <p14:tracePt t="307996" x="5395913" y="1979613"/>
          <p14:tracePt t="308019" x="5395913" y="1985963"/>
          <p14:tracePt t="308041" x="5408613" y="1985963"/>
          <p14:tracePt t="308052" x="5414963" y="1985963"/>
          <p14:tracePt t="308075" x="5429250" y="1985963"/>
          <p14:tracePt t="308086" x="5429250" y="1979613"/>
          <p14:tracePt t="308098" x="5443538" y="1966913"/>
          <p14:tracePt t="308109" x="5443538" y="1952625"/>
          <p14:tracePt t="308131" x="5443538" y="1946275"/>
          <p14:tracePt t="308176" x="5429250" y="1946275"/>
          <p14:tracePt t="308187" x="5429250" y="1952625"/>
          <p14:tracePt t="308199" x="5429250" y="1966913"/>
          <p14:tracePt t="308211" x="5429250" y="1979613"/>
          <p14:tracePt t="308222" x="5429250" y="1985963"/>
          <p14:tracePt t="308244" x="5443538" y="2000250"/>
          <p14:tracePt t="308266" x="5449888" y="2000250"/>
          <p14:tracePt t="308289" x="5462588" y="2000250"/>
          <p14:tracePt t="308311" x="5462588" y="1985963"/>
          <p14:tracePt t="308334" x="5462588" y="1979613"/>
          <p14:tracePt t="308345" x="5449888" y="1979613"/>
          <p14:tracePt t="308356" x="5449888" y="1966913"/>
          <p14:tracePt t="308368" x="5443538" y="1966913"/>
          <p14:tracePt t="308390" x="5429250" y="1979613"/>
          <p14:tracePt t="308412" x="5429250" y="1985963"/>
          <p14:tracePt t="308435" x="5429250" y="2000250"/>
          <p14:tracePt t="308480" x="5443538" y="2000250"/>
          <p14:tracePt t="308514" x="5449888" y="1985963"/>
          <p14:tracePt t="308536" x="5449888" y="1979613"/>
          <p14:tracePt t="308548" x="5443538" y="1979613"/>
          <p14:tracePt t="308570" x="5429250" y="1979613"/>
          <p14:tracePt t="308581" x="5414963" y="1979613"/>
          <p14:tracePt t="308604" x="5408613" y="1985963"/>
          <p14:tracePt t="308682" x="5414963" y="1985963"/>
          <p14:tracePt t="308684" x="5429250" y="1985963"/>
          <p14:tracePt t="308695" x="5443538" y="1979613"/>
          <p14:tracePt t="308705" x="5449888" y="1979613"/>
          <p14:tracePt t="308783" x="5449888" y="1985963"/>
          <p14:tracePt t="308795" x="5443538" y="1985963"/>
          <p14:tracePt t="308851" x="5449888" y="1985963"/>
          <p14:tracePt t="309166" x="5462588" y="1985963"/>
          <p14:tracePt t="309189" x="5476875" y="1985963"/>
          <p14:tracePt t="309200" x="5476875" y="1979613"/>
          <p14:tracePt t="309212" x="5462588" y="1979613"/>
          <p14:tracePt t="309594" x="5476875" y="1979613"/>
          <p14:tracePt t="309605" x="5483225" y="1985963"/>
          <p14:tracePt t="309628" x="5497513" y="2000250"/>
          <p14:tracePt t="310246" x="5483225" y="2000250"/>
          <p14:tracePt t="310269" x="5476875" y="2000250"/>
          <p14:tracePt t="310291" x="5462588" y="2000250"/>
          <p14:tracePt t="310303" x="5449888" y="2000250"/>
          <p14:tracePt t="310315" x="5443538" y="2000250"/>
          <p14:tracePt t="310325" x="5429250" y="2000250"/>
          <p14:tracePt t="310348" x="5414963" y="2000250"/>
          <p14:tracePt t="310370" x="5408613" y="2000250"/>
          <p14:tracePt t="310381" x="5395913" y="2000250"/>
          <p14:tracePt t="310393" x="5381625" y="2000250"/>
          <p14:tracePt t="310404" x="5375275" y="2000250"/>
          <p14:tracePt t="310416" x="5360988" y="2000250"/>
          <p14:tracePt t="310438" x="5348288" y="2000250"/>
          <p14:tracePt t="310449" x="5340350" y="2000250"/>
          <p14:tracePt t="310460" x="5327650" y="2000250"/>
          <p14:tracePt t="310471" x="5319713" y="2000250"/>
          <p14:tracePt t="310494" x="5307013" y="2000250"/>
          <p14:tracePt t="310516" x="5292725" y="2000250"/>
          <p14:tracePt t="310539" x="5286375" y="2000250"/>
          <p14:tracePt t="310572" x="5272088" y="2000250"/>
          <p14:tracePt t="310608" x="5259388" y="2000250"/>
          <p14:tracePt t="310629" x="5253038" y="2000250"/>
          <p14:tracePt t="310651" x="5238750" y="2000250"/>
          <p14:tracePt t="310663" x="5224463" y="2000250"/>
          <p14:tracePt t="310685" x="5218113" y="2000250"/>
          <p14:tracePt t="310697" x="5205413" y="2000250"/>
          <p14:tracePt t="310708" x="5191125" y="2000250"/>
          <p14:tracePt t="310730" x="5184775" y="2000250"/>
          <p14:tracePt t="310741" x="5170488" y="2000250"/>
          <p14:tracePt t="310753" x="5157788" y="2000250"/>
          <p14:tracePt t="310775" x="5137150" y="2000250"/>
          <p14:tracePt t="310777" x="5122863" y="2000250"/>
          <p14:tracePt t="310786" x="5102225" y="2000250"/>
          <p14:tracePt t="310798" x="5089525" y="2000250"/>
          <p14:tracePt t="310809" x="5068888" y="2000250"/>
          <p14:tracePt t="310821" x="5054600" y="1985963"/>
          <p14:tracePt t="310831" x="5033963" y="1985963"/>
          <p14:tracePt t="310843" x="5021263" y="1985963"/>
          <p14:tracePt t="310855" x="5014913" y="1985963"/>
          <p14:tracePt t="310865" x="4986338" y="1985963"/>
          <p14:tracePt t="310876" x="4979988" y="1985963"/>
          <p14:tracePt t="310888" x="4967288" y="1985963"/>
          <p14:tracePt t="310899" x="4953000" y="1985963"/>
          <p14:tracePt t="310912" x="4932363" y="1985963"/>
          <p14:tracePt t="310923" x="4919663" y="1985963"/>
          <p14:tracePt t="310933" x="4911725" y="1985963"/>
          <p14:tracePt t="310944" x="4884738" y="1985963"/>
          <p14:tracePt t="310955" x="4864100" y="1985963"/>
          <p14:tracePt t="310966" x="4851400" y="1985963"/>
          <p14:tracePt t="310978" x="4830763" y="1985963"/>
          <p14:tracePt t="310989" x="4795838" y="1985963"/>
          <p14:tracePt t="311000" x="4789488" y="1985963"/>
          <p14:tracePt t="311011" x="4762500" y="1985963"/>
          <p14:tracePt t="311023" x="4741863" y="1985963"/>
          <p14:tracePt t="311034" x="4729163" y="1985963"/>
          <p14:tracePt t="311045" x="4721225" y="1985963"/>
          <p14:tracePt t="311067" x="4694238" y="1985963"/>
          <p14:tracePt t="311070" x="4687888" y="1985963"/>
          <p14:tracePt t="311079" x="4673600" y="1985963"/>
          <p14:tracePt t="311092" x="4660900" y="1985963"/>
          <p14:tracePt t="311102" x="4640263" y="1985963"/>
          <p14:tracePt t="311115" x="4625975" y="1985963"/>
          <p14:tracePt t="311124" x="4605338" y="1985963"/>
          <p14:tracePt t="311135" x="4592638" y="1985963"/>
          <p14:tracePt t="311147" x="4586288" y="1985963"/>
          <p14:tracePt t="311158" x="4572000" y="1985963"/>
          <p14:tracePt t="311169" x="4557713" y="1985963"/>
          <p14:tracePt t="311181" x="4551363" y="1985963"/>
          <p14:tracePt t="311191" x="4538663" y="1985963"/>
          <p14:tracePt t="311203" x="4524375" y="1985963"/>
          <p14:tracePt t="311214" x="4518025" y="1985963"/>
          <p14:tracePt t="311225" x="4503738" y="1985963"/>
          <p14:tracePt t="311247" x="4491038" y="1985963"/>
          <p14:tracePt t="311281" x="4483100" y="1985963"/>
          <p14:tracePt t="311304" x="4470400" y="1985963"/>
          <p14:tracePt t="311337" x="4456113" y="1985963"/>
          <p14:tracePt t="311360" x="4449763" y="1985963"/>
          <p14:tracePt t="311371" x="4435475" y="1985963"/>
          <p14:tracePt t="311394" x="4422775" y="1985963"/>
          <p14:tracePt t="311416" x="4414838" y="1985963"/>
          <p14:tracePt t="311450" x="4402138" y="1985963"/>
          <p14:tracePt t="311472" x="4387850" y="1985963"/>
          <p14:tracePt t="311484" x="4381500" y="1985963"/>
          <p14:tracePt t="311495" x="4367213" y="1985963"/>
          <p14:tracePt t="311507" x="4354513" y="1979613"/>
          <p14:tracePt t="311518" x="4333875" y="1979613"/>
          <p14:tracePt t="311529" x="4319588" y="1979613"/>
          <p14:tracePt t="311540" x="4300538" y="1979613"/>
          <p14:tracePt t="311552" x="4279900" y="1979613"/>
          <p14:tracePt t="311566" x="4259263" y="1979613"/>
          <p14:tracePt t="311575" x="4224338" y="1979613"/>
          <p14:tracePt t="311585" x="4197350" y="1979613"/>
          <p14:tracePt t="311597" x="4164013" y="1979613"/>
          <p14:tracePt t="311608" x="4143375" y="1979613"/>
          <p14:tracePt t="311619" x="4122738" y="1979613"/>
          <p14:tracePt t="311631" x="4089400" y="1979613"/>
          <p14:tracePt t="311641" x="4075113" y="1979613"/>
          <p14:tracePt t="311653" x="4054475" y="1979613"/>
          <p14:tracePt t="311664" x="4041775" y="1979613"/>
          <p14:tracePt t="311675" x="4027488" y="1979613"/>
          <p14:tracePt t="311686" x="4006850" y="1979613"/>
          <p14:tracePt t="311698" x="3994150" y="1979613"/>
          <p14:tracePt t="311709" x="3986213" y="1979613"/>
          <p14:tracePt t="311720" x="3959225" y="1979613"/>
          <p14:tracePt t="311731" x="3952875" y="1979613"/>
          <p14:tracePt t="311743" x="3925888" y="1979613"/>
          <p14:tracePt t="311754" x="3905250" y="1979613"/>
          <p14:tracePt t="311765" x="3890963" y="1979613"/>
          <p14:tracePt t="311776" x="3871913" y="1979613"/>
          <p14:tracePt t="311788" x="3857625" y="1979613"/>
          <p14:tracePt t="311799" x="3851275" y="1979613"/>
          <p14:tracePt t="311832" x="3836988" y="1979613"/>
          <p14:tracePt t="311866" x="3824288" y="1979613"/>
          <p14:tracePt t="311878" x="3816350" y="1979613"/>
          <p14:tracePt t="311900" x="3803650" y="1979613"/>
          <p14:tracePt t="311945" x="3795713" y="1979613"/>
          <p14:tracePt t="312012" x="3783013" y="1979613"/>
          <p14:tracePt t="312035" x="3783013" y="1985963"/>
          <p14:tracePt t="312068" x="3783013" y="2000250"/>
          <p14:tracePt t="312091" x="3783013" y="2014538"/>
          <p14:tracePt t="312103" x="3783013" y="2020888"/>
          <p14:tracePt t="312125" x="3795713" y="2033588"/>
          <p14:tracePt t="312147" x="3795713" y="2047875"/>
          <p14:tracePt t="312159" x="3795713" y="2054225"/>
          <p14:tracePt t="312181" x="3795713" y="2068513"/>
          <p14:tracePt t="312204" x="3795713" y="2081213"/>
          <p14:tracePt t="312215" x="3803650" y="2081213"/>
          <p14:tracePt t="312226" x="3803650" y="2089150"/>
          <p14:tracePt t="312250" x="3803650" y="2101850"/>
          <p14:tracePt t="312260" x="3816350" y="2101850"/>
          <p14:tracePt t="312283" x="3824288" y="2116138"/>
          <p14:tracePt t="312316" x="3836988" y="2116138"/>
          <p14:tracePt t="312339" x="3851275" y="2116138"/>
          <p14:tracePt t="312361" x="3857625" y="2101850"/>
          <p14:tracePt t="312384" x="3871913" y="2089150"/>
          <p14:tracePt t="312396" x="3884613" y="2089150"/>
          <p14:tracePt t="312407" x="3884613" y="2081213"/>
          <p14:tracePt t="312418" x="3890963" y="2068513"/>
          <p14:tracePt t="312429" x="3890963" y="2054225"/>
          <p14:tracePt t="312440" x="3890963" y="2033588"/>
          <p14:tracePt t="312463" x="3890963" y="2020888"/>
          <p14:tracePt t="312474" x="3890963" y="2000250"/>
          <p14:tracePt t="312486" x="3884613" y="2000250"/>
          <p14:tracePt t="312497" x="3871913" y="1985963"/>
          <p14:tracePt t="312508" x="3851275" y="1966913"/>
          <p14:tracePt t="312520" x="3824288" y="1966913"/>
          <p14:tracePt t="312531" x="3803650" y="1966913"/>
          <p14:tracePt t="312542" x="3795713" y="1966913"/>
          <p14:tracePt t="312553" x="3768725" y="1966913"/>
          <p14:tracePt t="312564" x="3762375" y="1966913"/>
          <p14:tracePt t="312575" x="3762375" y="1979613"/>
          <p14:tracePt t="312587" x="3748088" y="1979613"/>
          <p14:tracePt t="312598" x="3748088" y="1985963"/>
          <p14:tracePt t="312609" x="3748088" y="2000250"/>
          <p14:tracePt t="312620" x="3748088" y="2020888"/>
          <p14:tracePt t="312632" x="3748088" y="2033588"/>
          <p14:tracePt t="312643" x="3762375" y="2047875"/>
          <p14:tracePt t="312654" x="3768725" y="2068513"/>
          <p14:tracePt t="312665" x="3768725" y="2081213"/>
          <p14:tracePt t="312676" x="3783013" y="2089150"/>
          <p14:tracePt t="312688" x="3795713" y="2089150"/>
          <p14:tracePt t="312700" x="3803650" y="2089150"/>
          <p14:tracePt t="312710" x="3824288" y="2089150"/>
          <p14:tracePt t="312721" x="3836988" y="2089150"/>
          <p14:tracePt t="312734" x="3851275" y="2081213"/>
          <p14:tracePt t="312744" x="3871913" y="2068513"/>
          <p14:tracePt t="312755" x="3884613" y="2054225"/>
          <p14:tracePt t="312767" x="3890963" y="2047875"/>
          <p14:tracePt t="312778" x="3890963" y="2033588"/>
          <p14:tracePt t="312789" x="3890963" y="2020888"/>
          <p14:tracePt t="312800" x="3890963" y="2000250"/>
          <p14:tracePt t="312811" x="3884613" y="2000250"/>
          <p14:tracePt t="312823" x="3871913" y="1985963"/>
          <p14:tracePt t="312834" x="3857625" y="1979613"/>
          <p14:tracePt t="312845" x="3851275" y="1979613"/>
          <p14:tracePt t="312879" x="3836988" y="1979613"/>
          <p14:tracePt t="312891" x="3824288" y="1979613"/>
          <p14:tracePt t="312895" x="3816350" y="1985963"/>
          <p14:tracePt t="312903" x="3803650" y="2000250"/>
          <p14:tracePt t="312913" x="3795713" y="2014538"/>
          <p14:tracePt t="312924" x="3795713" y="2033588"/>
          <p14:tracePt t="312936" x="3795713" y="2047875"/>
          <p14:tracePt t="312948" x="3795713" y="2054225"/>
          <p14:tracePt t="312958" x="3803650" y="2081213"/>
          <p14:tracePt t="312969" x="3824288" y="2089150"/>
          <p14:tracePt t="312980" x="3836988" y="2089150"/>
          <p14:tracePt t="312991" x="3857625" y="2101850"/>
          <p14:tracePt t="313003" x="3890963" y="2101850"/>
          <p14:tracePt t="313014" x="3919538" y="2101850"/>
          <p14:tracePt t="313025" x="3938588" y="2101850"/>
          <p14:tracePt t="313036" x="3973513" y="2089150"/>
          <p14:tracePt t="313048" x="3986213" y="2081213"/>
          <p14:tracePt t="313059" x="3994150" y="2068513"/>
          <p14:tracePt t="313070" x="3994150" y="2054225"/>
          <p14:tracePt t="313081" x="3994150" y="2033588"/>
          <p14:tracePt t="313093" x="3994150" y="2020888"/>
          <p14:tracePt t="313104" x="3986213" y="2000250"/>
          <p14:tracePt t="313115" x="3959225" y="1985963"/>
          <p14:tracePt t="313126" x="3952875" y="1979613"/>
          <p14:tracePt t="313138" x="3925888" y="1966913"/>
          <p14:tracePt t="313150" x="3890963" y="1966913"/>
          <p14:tracePt t="313160" x="3884613" y="1966913"/>
          <p14:tracePt t="313171" x="3857625" y="1966913"/>
          <p14:tracePt t="313184" x="3851275" y="1979613"/>
          <p14:tracePt t="313194" x="3851275" y="1985963"/>
          <p14:tracePt t="313205" x="3836988" y="2000250"/>
          <p14:tracePt t="313217" x="3836988" y="2020888"/>
          <p14:tracePt t="313228" x="3836988" y="2033588"/>
          <p14:tracePt t="313239" x="3836988" y="2047875"/>
          <p14:tracePt t="313250" x="3851275" y="2054225"/>
          <p14:tracePt t="313261" x="3857625" y="2068513"/>
          <p14:tracePt t="313273" x="3884613" y="2068513"/>
          <p14:tracePt t="313284" x="3905250" y="2068513"/>
          <p14:tracePt t="313295" x="3938588" y="2068513"/>
          <p14:tracePt t="313306" x="3959225" y="2068513"/>
          <p14:tracePt t="313318" x="3973513" y="2054225"/>
          <p14:tracePt t="313329" x="3994150" y="2047875"/>
          <p14:tracePt t="313351" x="3994150" y="2020888"/>
          <p14:tracePt t="313363" x="3994150" y="2014538"/>
          <p14:tracePt t="313374" x="3994150" y="1985963"/>
          <p14:tracePt t="313385" x="3986213" y="1979613"/>
          <p14:tracePt t="313396" x="3959225" y="1966913"/>
          <p14:tracePt t="313408" x="3952875" y="1952625"/>
          <p14:tracePt t="313419" x="3925888" y="1952625"/>
          <p14:tracePt t="313430" x="3905250" y="1952625"/>
          <p14:tracePt t="313441" x="3890963" y="1966913"/>
          <p14:tracePt t="313453" x="3871913" y="1979613"/>
          <p14:tracePt t="313464" x="3851275" y="1985963"/>
          <p14:tracePt t="313475" x="3851275" y="2014538"/>
          <p14:tracePt t="313486" x="3836988" y="2020888"/>
          <p14:tracePt t="313498" x="3836988" y="2047875"/>
          <p14:tracePt t="313509" x="3836988" y="2054225"/>
          <p14:tracePt t="313520" x="3851275" y="2068513"/>
          <p14:tracePt t="313531" x="3857625" y="2068513"/>
          <p14:tracePt t="313543" x="3871913" y="2081213"/>
          <p14:tracePt t="313554" x="3890963" y="2081213"/>
          <p14:tracePt t="313565" x="3919538" y="2081213"/>
          <p14:tracePt t="313576" x="3952875" y="2081213"/>
          <p14:tracePt t="313588" x="3959225" y="2081213"/>
          <p14:tracePt t="313600" x="3986213" y="2068513"/>
          <p14:tracePt t="313610" x="3994150" y="2047875"/>
          <p14:tracePt t="313621" x="4006850" y="2033588"/>
          <p14:tracePt t="313634" x="4006850" y="2020888"/>
          <p14:tracePt t="313644" x="3994150" y="2000250"/>
          <p14:tracePt t="313655" x="3986213" y="1985963"/>
          <p14:tracePt t="313667" x="3973513" y="1966913"/>
          <p14:tracePt t="313678" x="3952875" y="1966913"/>
          <p14:tracePt t="313689" x="3925888" y="1952625"/>
          <p14:tracePt t="313700" x="3890963" y="1952625"/>
          <p14:tracePt t="313711" x="3884613" y="1966913"/>
          <p14:tracePt t="313723" x="3871913" y="1966913"/>
          <p14:tracePt t="313734" x="3851275" y="1985963"/>
          <p14:tracePt t="313745" x="3836988" y="2014538"/>
          <p14:tracePt t="313756" x="3836988" y="2020888"/>
          <p14:tracePt t="313768" x="3836988" y="2033588"/>
          <p14:tracePt t="313779" x="3836988" y="2054225"/>
          <p14:tracePt t="313790" x="3836988" y="2068513"/>
          <p14:tracePt t="313801" x="3851275" y="2081213"/>
          <p14:tracePt t="313813" x="3871913" y="2081213"/>
          <p14:tracePt t="313824" x="3890963" y="2089150"/>
          <p14:tracePt t="313835" x="3919538" y="2089150"/>
          <p14:tracePt t="313846" x="3959225" y="2089150"/>
          <p14:tracePt t="313858" x="3994150" y="2081213"/>
          <p14:tracePt t="313869" x="4021138" y="2068513"/>
          <p14:tracePt t="313880" x="4027488" y="2054225"/>
          <p14:tracePt t="313891" x="4054475" y="2047875"/>
          <p14:tracePt t="313925" x="4054475" y="2033588"/>
          <p14:tracePt t="313927" x="4054475" y="2020888"/>
          <p14:tracePt t="313937" x="4041775" y="2000250"/>
          <p14:tracePt t="313942" x="4041775" y="1985963"/>
          <p14:tracePt t="313949" x="4021138" y="1979613"/>
          <p14:tracePt t="313959" x="3994150" y="1966913"/>
          <p14:tracePt t="313971" x="3973513" y="1966913"/>
          <p14:tracePt t="313982" x="3938588" y="1952625"/>
          <p14:tracePt t="313994" x="3919538" y="1952625"/>
          <p14:tracePt t="314004" x="3890963" y="1966913"/>
          <p14:tracePt t="314015" x="3884613" y="1966913"/>
          <p14:tracePt t="314026" x="3871913" y="1985963"/>
          <p14:tracePt t="314038" x="3857625" y="2014538"/>
          <p14:tracePt t="314050" x="3857625" y="2020888"/>
          <p14:tracePt t="314060" x="3857625" y="2047875"/>
          <p14:tracePt t="314071" x="3857625" y="2068513"/>
          <p14:tracePt t="314084" x="3871913" y="2081213"/>
          <p14:tracePt t="314094" x="3884613" y="2081213"/>
          <p14:tracePt t="314105" x="3890963" y="2089150"/>
          <p14:tracePt t="314117" x="3905250" y="2089150"/>
          <p14:tracePt t="314128" x="3925888" y="2089150"/>
          <p14:tracePt t="314139" x="3952875" y="2089150"/>
          <p14:tracePt t="314150" x="3959225" y="2089150"/>
          <p14:tracePt t="314161" x="3986213" y="2089150"/>
          <p14:tracePt t="314173" x="4006850" y="2081213"/>
          <p14:tracePt t="314184" x="4021138" y="2068513"/>
          <p14:tracePt t="314195" x="4021138" y="2054225"/>
          <p14:tracePt t="314206" x="4027488" y="2033588"/>
          <p14:tracePt t="314218" x="4027488" y="2020888"/>
          <p14:tracePt t="314229" x="4021138" y="2014538"/>
          <p14:tracePt t="314240" x="4006850" y="1985963"/>
          <p14:tracePt t="314251" x="3994150" y="1985963"/>
          <p14:tracePt t="314263" x="3986213" y="1979613"/>
          <p14:tracePt t="314274" x="3959225" y="1966913"/>
          <p14:tracePt t="314285" x="3938588" y="1966913"/>
          <p14:tracePt t="314296" x="3925888" y="1966913"/>
          <p14:tracePt t="314308" x="3919538" y="1979613"/>
          <p14:tracePt t="314319" x="3905250" y="1979613"/>
          <p14:tracePt t="314330" x="3905250" y="1985963"/>
          <p14:tracePt t="314341" x="3890963" y="2014538"/>
          <p14:tracePt t="314353" x="3890963" y="2020888"/>
          <p14:tracePt t="314364" x="3890963" y="2033588"/>
          <p14:tracePt t="314375" x="3890963" y="2047875"/>
          <p14:tracePt t="314386" x="3890963" y="2054225"/>
          <p14:tracePt t="314398" x="3905250" y="2068513"/>
          <p14:tracePt t="314409" x="3919538" y="2068513"/>
          <p14:tracePt t="314420" x="3925888" y="2081213"/>
          <p14:tracePt t="314431" x="3938588" y="2081213"/>
          <p14:tracePt t="314443" x="3959225" y="2081213"/>
          <p14:tracePt t="314454" x="3973513" y="2081213"/>
          <p14:tracePt t="314465" x="3994150" y="2081213"/>
          <p14:tracePt t="314476" x="4006850" y="2081213"/>
          <p14:tracePt t="314488" x="4021138" y="2068513"/>
          <p14:tracePt t="314501" x="4027488" y="2068513"/>
          <p14:tracePt t="314510" x="4041775" y="2054225"/>
          <p14:tracePt t="314522" x="4041775" y="2047875"/>
          <p14:tracePt t="314534" x="4041775" y="2033588"/>
          <p14:tracePt t="314555" x="4027488" y="2020888"/>
          <p14:tracePt t="314567" x="4027488" y="2014538"/>
          <p14:tracePt t="314578" x="4021138" y="2000250"/>
          <p14:tracePt t="314589" x="4006850" y="1985963"/>
          <p14:tracePt t="314600" x="3994150" y="1985963"/>
          <p14:tracePt t="314623" x="3986213" y="1985963"/>
          <p14:tracePt t="314656" x="3973513" y="1985963"/>
          <p14:tracePt t="314668" x="3973513" y="2014538"/>
          <p14:tracePt t="314679" x="3959225" y="2020888"/>
          <p14:tracePt t="314690" x="3959225" y="2047875"/>
          <p14:tracePt t="314701" x="3959225" y="2054225"/>
          <p14:tracePt t="314713" x="3959225" y="2068513"/>
          <p14:tracePt t="314724" x="3959225" y="2081213"/>
          <p14:tracePt t="314735" x="3973513" y="2089150"/>
          <p14:tracePt t="314746" x="3994150" y="2089150"/>
          <p14:tracePt t="314757" x="4006850" y="2089150"/>
          <p14:tracePt t="314769" x="4041775" y="2089150"/>
          <p14:tracePt t="314780" x="4062413" y="2089150"/>
          <p14:tracePt t="314791" x="4089400" y="2089150"/>
          <p14:tracePt t="314803" x="4110038" y="2081213"/>
          <p14:tracePt t="314814" x="4122738" y="2068513"/>
          <p14:tracePt t="314826" x="4122738" y="2054225"/>
          <p14:tracePt t="314837" x="4122738" y="2033588"/>
          <p14:tracePt t="314848" x="4110038" y="2020888"/>
          <p14:tracePt t="314859" x="4110038" y="2014538"/>
          <p14:tracePt t="314870" x="4089400" y="1985963"/>
          <p14:tracePt t="314881" x="4062413" y="1985963"/>
          <p14:tracePt t="314893" x="4054475" y="1979613"/>
          <p14:tracePt t="314904" x="4027488" y="1979613"/>
          <p14:tracePt t="314915" x="4021138" y="1985963"/>
          <p14:tracePt t="314926" x="4006850" y="1985963"/>
          <p14:tracePt t="314938" x="3994150" y="2000250"/>
          <p14:tracePt t="314971" x="3994150" y="2020888"/>
          <p14:tracePt t="314973" x="3994150" y="2033588"/>
          <p14:tracePt t="314986" x="3994150" y="2047875"/>
          <p14:tracePt t="315016" x="3994150" y="2054225"/>
          <p14:tracePt t="315028" x="4006850" y="2054225"/>
          <p14:tracePt t="315039" x="4006850" y="2047875"/>
          <p14:tracePt t="315050" x="3994150" y="2047875"/>
          <p14:tracePt t="315388" x="4006850" y="2047875"/>
          <p14:tracePt t="315410" x="3994150" y="2047875"/>
          <p14:tracePt t="315421" x="3986213" y="2047875"/>
          <p14:tracePt t="315433" x="3973513" y="2047875"/>
          <p14:tracePt t="315444" x="3959225" y="2047875"/>
          <p14:tracePt t="316242" x="3959225" y="2054225"/>
          <p14:tracePt t="316265" x="3973513" y="2054225"/>
          <p14:tracePt t="316299" x="3986213" y="2054225"/>
          <p14:tracePt t="316321" x="3986213" y="2047875"/>
          <p14:tracePt t="316333" x="3994150" y="2047875"/>
          <p14:tracePt t="316546" x="3994150" y="2054225"/>
          <p14:tracePt t="316580" x="3994150" y="2068513"/>
          <p14:tracePt t="316592" x="3986213" y="2081213"/>
          <p14:tracePt t="316603" x="3959225" y="2089150"/>
          <p14:tracePt t="316614" x="3938588" y="2116138"/>
          <p14:tracePt t="316625" x="3890963" y="2136775"/>
          <p14:tracePt t="316636" x="3836988" y="2184400"/>
          <p14:tracePt t="316648" x="3803650" y="2205038"/>
          <p14:tracePt t="316659" x="3748088" y="2224088"/>
          <p14:tracePt t="316671" x="3714750" y="2238375"/>
          <p14:tracePt t="317671" x="3729038" y="2238375"/>
          <p14:tracePt t="317683" x="3735388" y="2238375"/>
          <p14:tracePt t="317750" x="3748088" y="2238375"/>
          <p14:tracePt t="317817" x="3762375" y="2238375"/>
          <p14:tracePt t="317829" x="3768725" y="2238375"/>
          <p14:tracePt t="317841" x="3783013" y="2244725"/>
          <p14:tracePt t="317853" x="3824288" y="2244725"/>
          <p14:tracePt t="317863" x="3857625" y="2259013"/>
          <p14:tracePt t="317874" x="3919538" y="2259013"/>
          <p14:tracePt t="317885" x="3973513" y="2271713"/>
          <p14:tracePt t="317896" x="4021138" y="2271713"/>
          <p14:tracePt t="317908" x="4062413" y="2271713"/>
          <p14:tracePt t="317919" x="4089400" y="2279650"/>
          <p14:tracePt t="317930" x="4095750" y="2279650"/>
          <p14:tracePt t="317942" x="4110038" y="2279650"/>
          <p14:tracePt t="317954" x="4095750" y="2279650"/>
          <p14:tracePt t="317964" x="4075113" y="2271713"/>
          <p14:tracePt t="317976" x="4054475" y="2271713"/>
          <p14:tracePt t="318729" x="4054475" y="2259013"/>
          <p14:tracePt t="318741" x="4054475" y="2271713"/>
          <p14:tracePt t="318999" x="4062413" y="2271713"/>
          <p14:tracePt t="319077" x="4075113" y="2271713"/>
          <p14:tracePt t="319089" x="4089400" y="2271713"/>
          <p14:tracePt t="319100" x="4095750" y="2271713"/>
          <p14:tracePt t="319123" x="4110038" y="2271713"/>
          <p14:tracePt t="319134" x="4122738" y="2271713"/>
          <p14:tracePt t="319169" x="4129088" y="2259013"/>
          <p14:tracePt t="319179" x="4143375" y="2259013"/>
          <p14:tracePt t="319182" x="4164013" y="2259013"/>
          <p14:tracePt t="319191" x="4224338" y="2244725"/>
          <p14:tracePt t="319202" x="4313238" y="2224088"/>
          <p14:tracePt t="319213" x="4449763" y="2211388"/>
          <p14:tracePt t="319224" x="4557713" y="2190750"/>
          <p14:tracePt t="319235" x="4741863" y="2170113"/>
          <p14:tracePt t="319246" x="4911725" y="2136775"/>
          <p14:tracePt t="319258" x="5021263" y="2116138"/>
          <p14:tracePt t="319269" x="5170488" y="2081213"/>
          <p14:tracePt t="319280" x="5292725" y="2054225"/>
          <p14:tracePt t="319291" x="5360988" y="2047875"/>
          <p14:tracePt t="319303" x="5414963" y="2033588"/>
          <p14:tracePt t="319314" x="5462588" y="2033588"/>
          <p14:tracePt t="319325" x="5483225" y="2033588"/>
          <p14:tracePt t="319337" x="5510213" y="2033588"/>
          <p14:tracePt t="319348" x="5530850" y="2033588"/>
          <p14:tracePt t="319359" x="5545138" y="2033588"/>
          <p14:tracePt t="319371" x="5565775" y="2033588"/>
          <p14:tracePt t="319382" x="5586413" y="2033588"/>
          <p14:tracePt t="319393" x="5613400" y="2033588"/>
          <p14:tracePt t="319404" x="5646738" y="2033588"/>
          <p14:tracePt t="319418" x="5667375" y="2033588"/>
          <p14:tracePt t="319427" x="5688013" y="2033588"/>
          <p14:tracePt t="319438" x="5700713" y="2033588"/>
          <p14:tracePt t="319450" x="5721350" y="2033588"/>
          <p14:tracePt t="319460" x="5735638" y="2033588"/>
          <p14:tracePt t="319471" x="5748338" y="2020888"/>
          <p14:tracePt t="319494" x="5756275" y="2020888"/>
          <p14:tracePt t="319505" x="5756275" y="2014538"/>
          <p14:tracePt t="319550" x="5748338" y="2014538"/>
          <p14:tracePt t="319573" x="5721350" y="2000250"/>
          <p14:tracePt t="319575" x="5688013" y="2000250"/>
          <p14:tracePt t="319584" x="5646738" y="1985963"/>
          <p14:tracePt t="319595" x="5599113" y="1979613"/>
          <p14:tracePt t="319607" x="5551488" y="1979613"/>
          <p14:tracePt t="319619" x="5518150" y="1966913"/>
          <p14:tracePt t="319629" x="5476875" y="1952625"/>
          <p14:tracePt t="319640" x="5462588" y="1952625"/>
          <p14:tracePt t="319652" x="5449888" y="1952625"/>
          <p14:tracePt t="319674" x="5443538" y="1952625"/>
          <p14:tracePt t="319685" x="5443538" y="1966913"/>
          <p14:tracePt t="319696" x="5429250" y="1979613"/>
          <p14:tracePt t="319708" x="5429250" y="2000250"/>
          <p14:tracePt t="319719" x="5414963" y="2014538"/>
          <p14:tracePt t="319730" x="5414963" y="2020888"/>
          <p14:tracePt t="319741" x="5414963" y="2047875"/>
          <p14:tracePt t="319764" x="5414963" y="2054225"/>
          <p14:tracePt t="319786" x="5429250" y="2054225"/>
          <p14:tracePt t="319809" x="5443538" y="2054225"/>
          <p14:tracePt t="319820" x="5449888" y="2047875"/>
          <p14:tracePt t="319831" x="5476875" y="2033588"/>
          <p14:tracePt t="319843" x="5483225" y="2020888"/>
          <p14:tracePt t="319854" x="5497513" y="2014538"/>
          <p14:tracePt t="319865" x="5510213" y="2000250"/>
          <p14:tracePt t="319877" x="5510213" y="1985963"/>
          <p14:tracePt t="319888" x="5510213" y="1979613"/>
          <p14:tracePt t="319899" x="5497513" y="1966913"/>
          <p14:tracePt t="319910" x="5483225" y="1952625"/>
          <p14:tracePt t="319921" x="5462588" y="1952625"/>
          <p14:tracePt t="319933" x="5449888" y="1952625"/>
          <p14:tracePt t="319944" x="5443538" y="1952625"/>
          <p14:tracePt t="319955" x="5414963" y="1952625"/>
          <p14:tracePt t="319966" x="5408613" y="1966913"/>
          <p14:tracePt t="319978" x="5395913" y="1979613"/>
          <p14:tracePt t="319989" x="5381625" y="1985963"/>
          <p14:tracePt t="320001" x="5381625" y="2000250"/>
          <p14:tracePt t="320011" x="5381625" y="2014538"/>
          <p14:tracePt t="320034" x="5395913" y="2020888"/>
          <p14:tracePt t="320056" x="5408613" y="2020888"/>
          <p14:tracePt t="320079" x="5414963" y="2020888"/>
          <p14:tracePt t="320090" x="5429250" y="2020888"/>
          <p14:tracePt t="320101" x="5443538" y="2014538"/>
          <p14:tracePt t="320113" x="5449888" y="2014538"/>
          <p14:tracePt t="320124" x="5462588" y="2000250"/>
          <p14:tracePt t="320135" x="5476875" y="2000250"/>
          <p14:tracePt t="320146" x="5476875" y="1985963"/>
          <p14:tracePt t="320169" x="5476875" y="1979613"/>
          <p14:tracePt t="320236" x="5462588" y="1979613"/>
          <p14:tracePt t="320259" x="5449888" y="1985963"/>
          <p14:tracePt t="320292" x="5449888" y="2000250"/>
          <p14:tracePt t="320348" x="5462588" y="2000250"/>
          <p14:tracePt t="320371" x="5476875" y="2000250"/>
          <p14:tracePt t="320382" x="5476875" y="1985963"/>
          <p14:tracePt t="320394" x="5483225" y="1985963"/>
          <p14:tracePt t="320416" x="5497513" y="1979613"/>
          <p14:tracePt t="320483" x="5483225" y="1979613"/>
          <p14:tracePt t="320506" x="5476875" y="1979613"/>
          <p14:tracePt t="320518" x="5462588" y="1985963"/>
          <p14:tracePt t="320540" x="5462588" y="2000250"/>
          <p14:tracePt t="320551" x="5462588" y="2014538"/>
          <p14:tracePt t="320585" x="5476875" y="2014538"/>
          <p14:tracePt t="320607" x="5483225" y="2014538"/>
          <p14:tracePt t="320619" x="5497513" y="2000250"/>
          <p14:tracePt t="320631" x="5510213" y="2000250"/>
          <p14:tracePt t="320641" x="5518150" y="1985963"/>
          <p14:tracePt t="320653" x="5518150" y="1979613"/>
          <p14:tracePt t="320675" x="5518150" y="1966913"/>
          <p14:tracePt t="320686" x="5518150" y="1952625"/>
          <p14:tracePt t="320698" x="5497513" y="1952625"/>
          <p14:tracePt t="320709" x="5483225" y="1952625"/>
          <p14:tracePt t="320720" x="5462588" y="1952625"/>
          <p14:tracePt t="320731" x="5443538" y="1952625"/>
          <p14:tracePt t="320743" x="5414963" y="1966913"/>
          <p14:tracePt t="320754" x="5408613" y="1979613"/>
          <p14:tracePt t="320765" x="5395913" y="1985963"/>
          <p14:tracePt t="320787" x="5395913" y="2000250"/>
          <p14:tracePt t="320821" x="5408613" y="2000250"/>
          <p14:tracePt t="320833" x="5414963" y="2000250"/>
          <p14:tracePt t="320844" x="5443538" y="2000250"/>
          <p14:tracePt t="320855" x="5449888" y="1985963"/>
          <p14:tracePt t="320867" x="5462588" y="1985963"/>
          <p14:tracePt t="320878" x="5476875" y="1979613"/>
          <p14:tracePt t="320889" x="5476875" y="1966913"/>
          <p14:tracePt t="320911" x="5476875" y="1952625"/>
          <p14:tracePt t="320945" x="5462588" y="1952625"/>
          <p14:tracePt t="320957" x="5449888" y="1952625"/>
          <p14:tracePt t="320968" x="5443538" y="1966913"/>
          <p14:tracePt t="320979" x="5443538" y="1979613"/>
          <p14:tracePt t="320991" x="5443538" y="1985963"/>
          <p14:tracePt t="321001" x="5443538" y="2000250"/>
          <p14:tracePt t="321024" x="5443538" y="2014538"/>
          <p14:tracePt t="321035" x="5449888" y="2014538"/>
          <p14:tracePt t="321046" x="5462588" y="2014538"/>
          <p14:tracePt t="321058" x="5476875" y="2014538"/>
          <p14:tracePt t="321069" x="5483225" y="2014538"/>
          <p14:tracePt t="321080" x="5497513" y="2014538"/>
          <p14:tracePt t="321091" x="5510213" y="2000250"/>
          <p14:tracePt t="321125" x="5510213" y="1985963"/>
          <p14:tracePt t="321159" x="5497513" y="1985963"/>
          <p14:tracePt t="321181" x="5483225" y="2000250"/>
          <p14:tracePt t="321204" x="5483225" y="2014538"/>
          <p14:tracePt t="321261" x="5497513" y="2014538"/>
          <p14:tracePt t="321282" x="5510213" y="2014538"/>
          <p14:tracePt t="321316" x="5510213" y="2000250"/>
          <p14:tracePt t="321350" x="5510213" y="1985963"/>
          <p14:tracePt t="321361" x="5497513" y="1985963"/>
          <p14:tracePt t="321373" x="5483225" y="1979613"/>
          <p14:tracePt t="321384" x="5462588" y="1979613"/>
          <p14:tracePt t="321395" x="5414963" y="1952625"/>
          <p14:tracePt t="321406" x="5348288" y="1946275"/>
          <p14:tracePt t="321418" x="5292725" y="1931988"/>
          <p14:tracePt t="321429" x="5205413" y="1919288"/>
          <p14:tracePt t="321440" x="5102225" y="1898650"/>
          <p14:tracePt t="321451" x="5021263" y="1884363"/>
          <p14:tracePt t="321463" x="4919663" y="1878013"/>
          <p14:tracePt t="321474" x="4830763" y="1863725"/>
          <p14:tracePt t="321485" x="4762500" y="1851025"/>
          <p14:tracePt t="321497" x="4694238" y="1851025"/>
          <p14:tracePt t="321508" x="4625975" y="1851025"/>
          <p14:tracePt t="321519" x="4586288" y="1851025"/>
          <p14:tracePt t="321531" x="4524375" y="1863725"/>
          <p14:tracePt t="321543" x="4470400" y="1863725"/>
          <p14:tracePt t="321553" x="4435475" y="1863725"/>
          <p14:tracePt t="321564" x="4387850" y="1863725"/>
          <p14:tracePt t="321576" x="4354513" y="1863725"/>
          <p14:tracePt t="321586" x="4319588" y="1863725"/>
          <p14:tracePt t="321598" x="4300538" y="1863725"/>
          <p14:tracePt t="321610" x="4279900" y="1863725"/>
          <p14:tracePt t="321620" x="4244975" y="1863725"/>
          <p14:tracePt t="321631" x="4224338" y="1863725"/>
          <p14:tracePt t="321643" x="4191000" y="1878013"/>
          <p14:tracePt t="321654" x="4164013" y="1878013"/>
          <p14:tracePt t="321665" x="4143375" y="1878013"/>
          <p14:tracePt t="321677" x="4110038" y="1878013"/>
          <p14:tracePt t="321688" x="4089400" y="1878013"/>
          <p14:tracePt t="321699" x="4062413" y="1884363"/>
          <p14:tracePt t="321710" x="4041775" y="1884363"/>
          <p14:tracePt t="321721" x="4006850" y="1884363"/>
          <p14:tracePt t="321733" x="3994150" y="1898650"/>
          <p14:tracePt t="321744" x="3959225" y="1898650"/>
          <p14:tracePt t="321755" x="3938588" y="1898650"/>
          <p14:tracePt t="321766" x="3919538" y="1898650"/>
          <p14:tracePt t="321778" x="3884613" y="1898650"/>
          <p14:tracePt t="321789" x="3857625" y="1911350"/>
          <p14:tracePt t="321800" x="3836988" y="1911350"/>
          <p14:tracePt t="321811" x="3824288" y="1919288"/>
          <p14:tracePt t="321823" x="3816350" y="1931988"/>
          <p14:tracePt t="321834" x="3803650" y="1931988"/>
          <p14:tracePt t="321845" x="3803650" y="1946275"/>
          <p14:tracePt t="321856" x="3795713" y="1952625"/>
          <p14:tracePt t="321868" x="3795713" y="1966913"/>
          <p14:tracePt t="321879" x="3795713" y="1979613"/>
          <p14:tracePt t="321890" x="3795713" y="2000250"/>
          <p14:tracePt t="321901" x="3795713" y="2020888"/>
          <p14:tracePt t="321913" x="3803650" y="2033588"/>
          <p14:tracePt t="321924" x="3803650" y="2054225"/>
          <p14:tracePt t="321935" x="3816350" y="2068513"/>
          <p14:tracePt t="321947" x="3824288" y="2081213"/>
          <p14:tracePt t="321958" x="3836988" y="2089150"/>
          <p14:tracePt t="321969" x="3851275" y="2101850"/>
          <p14:tracePt t="321980" x="3857625" y="2101850"/>
          <p14:tracePt t="321991" x="3871913" y="2101850"/>
          <p14:tracePt t="322003" x="3890963" y="2116138"/>
          <p14:tracePt t="322014" x="3905250" y="2116138"/>
          <p14:tracePt t="322027" x="3925888" y="2101850"/>
          <p14:tracePt t="322036" x="3938588" y="2101850"/>
          <p14:tracePt t="322048" x="3952875" y="2089150"/>
          <p14:tracePt t="322070" x="3959225" y="2081213"/>
          <p14:tracePt t="322081" x="3959225" y="2054225"/>
          <p14:tracePt t="322094" x="3952875" y="2054225"/>
          <p14:tracePt t="322104" x="3952875" y="2033588"/>
          <p14:tracePt t="322115" x="3938588" y="2020888"/>
          <p14:tracePt t="322127" x="3919538" y="2014538"/>
          <p14:tracePt t="322138" x="3890963" y="2000250"/>
          <p14:tracePt t="322149" x="3871913" y="2000250"/>
          <p14:tracePt t="322160" x="3857625" y="2000250"/>
          <p14:tracePt t="322171" x="3851275" y="2000250"/>
          <p14:tracePt t="322183" x="3836988" y="2000250"/>
          <p14:tracePt t="322205" x="3836988" y="2014538"/>
          <p14:tracePt t="322227" x="3836988" y="2020888"/>
          <p14:tracePt t="322250" x="3836988" y="2033588"/>
          <p14:tracePt t="322261" x="3851275" y="2033588"/>
          <p14:tracePt t="322284" x="3857625" y="2047875"/>
          <p14:tracePt t="322306" x="3871913" y="2047875"/>
          <p14:tracePt t="322329" x="3884613" y="2033588"/>
          <p14:tracePt t="322362" x="3884613" y="2020888"/>
          <p14:tracePt t="322385" x="3884613" y="2014538"/>
          <p14:tracePt t="322407" x="3871913" y="2014538"/>
          <p14:tracePt t="322430" x="3857625" y="2014538"/>
          <p14:tracePt t="322441" x="3851275" y="2014538"/>
          <p14:tracePt t="322464" x="3836988" y="2014538"/>
          <p14:tracePt t="322486" x="3824288" y="2020888"/>
          <p14:tracePt t="322498" x="3824288" y="2033588"/>
          <p14:tracePt t="322510" x="3824288" y="2047875"/>
          <p14:tracePt t="322520" x="3824288" y="2054225"/>
          <p14:tracePt t="322531" x="3836988" y="2068513"/>
          <p14:tracePt t="322543" x="3836988" y="2081213"/>
          <p14:tracePt t="322554" x="3851275" y="2089150"/>
          <p14:tracePt t="322565" x="3851275" y="2101850"/>
          <p14:tracePt t="322577" x="3857625" y="2101850"/>
          <p14:tracePt t="322588" x="3871913" y="2116138"/>
          <p14:tracePt t="322599" x="3871913" y="2122488"/>
          <p14:tracePt t="322610" x="3884613" y="2122488"/>
          <p14:tracePt t="322621" x="3884613" y="2136775"/>
          <p14:tracePt t="322666" x="3884613" y="2122488"/>
          <p14:tracePt t="322756" x="3857625" y="2122488"/>
          <p14:tracePt t="322768" x="3836988" y="2122488"/>
          <p14:tracePt t="322779" x="3803650" y="2122488"/>
          <p14:tracePt t="323083" x="3816350" y="2122488"/>
          <p14:tracePt t="323139" x="3824288" y="2116138"/>
          <p14:tracePt t="323217" x="3824288" y="2101850"/>
          <p14:tracePt t="323229" x="3816350" y="2101850"/>
          <p14:tracePt t="323397" x="3816350" y="2089150"/>
          <p14:tracePt t="323420" x="3803650" y="2089150"/>
          <p14:tracePt t="323431" x="3803650" y="2081213"/>
          <p14:tracePt t="323454" x="3803650" y="2068513"/>
          <p14:tracePt t="323555" x="3803650" y="2081213"/>
          <p14:tracePt t="323588" x="3803650" y="2089150"/>
          <p14:tracePt t="323611" x="3803650" y="2101850"/>
          <p14:tracePt t="323624" x="3803650" y="2116138"/>
          <p14:tracePt t="323634" x="3803650" y="2122488"/>
          <p14:tracePt t="323646" x="3803650" y="2136775"/>
          <p14:tracePt t="323657" x="3803650" y="2157413"/>
          <p14:tracePt t="323668" x="3816350" y="2184400"/>
          <p14:tracePt t="323679" x="3816350" y="2205038"/>
          <p14:tracePt t="323691" x="3816350" y="2238375"/>
          <p14:tracePt t="323701" x="3824288" y="2244725"/>
          <p14:tracePt t="323713" x="3824288" y="2279650"/>
          <p14:tracePt t="323724" x="3824288" y="2306638"/>
          <p14:tracePt t="323735" x="3836988" y="2327275"/>
          <p14:tracePt t="323747" x="3836988" y="2360613"/>
          <p14:tracePt t="323758" x="3836988" y="2395538"/>
          <p14:tracePt t="323769" x="3836988" y="2414588"/>
          <p14:tracePt t="323781" x="3836988" y="2449513"/>
          <p14:tracePt t="323793" x="3836988" y="2497138"/>
          <p14:tracePt t="323803" x="3836988" y="2530475"/>
          <p14:tracePt t="323814" x="3836988" y="2565400"/>
          <p14:tracePt t="323825" x="3836988" y="2613025"/>
          <p14:tracePt t="323837" x="3836988" y="2633663"/>
          <p14:tracePt t="323848" x="3836988" y="2667000"/>
          <p14:tracePt t="323859" x="3836988" y="2714625"/>
          <p14:tracePt t="323870" x="3836988" y="2747963"/>
          <p14:tracePt t="323881" x="3836988" y="2803525"/>
          <p14:tracePt t="323893" x="3836988" y="2843213"/>
          <p14:tracePt t="323904" x="3851275" y="2878138"/>
          <p14:tracePt t="323916" x="3851275" y="2925763"/>
          <p14:tracePt t="323927" x="3851275" y="2959100"/>
          <p14:tracePt t="323938" x="3857625" y="2979738"/>
          <p14:tracePt t="323949" x="3857625" y="3014663"/>
          <p14:tracePt t="323960" x="3857625" y="3048000"/>
          <p14:tracePt t="323972" x="3871913" y="3095625"/>
          <p14:tracePt t="323983" x="3871913" y="3128963"/>
          <p14:tracePt t="323994" x="3871913" y="3176588"/>
          <p14:tracePt t="324005" x="3871913" y="3244850"/>
          <p14:tracePt t="324017" x="3884613" y="3286125"/>
          <p14:tracePt t="324028" x="3884613" y="3354388"/>
          <p14:tracePt t="324041" x="3884613" y="3422650"/>
          <p14:tracePt t="324051" x="3890963" y="3476625"/>
          <p14:tracePt t="324062" x="3919538" y="3571875"/>
          <p14:tracePt t="324074" x="3925888" y="3660775"/>
          <p14:tracePt t="324084" x="3938588" y="3714750"/>
          <p14:tracePt t="324095" x="3952875" y="3783013"/>
          <p14:tracePt t="324107" x="3959225" y="3830638"/>
          <p14:tracePt t="324118" x="3959225" y="3863975"/>
          <p14:tracePt t="324129" x="3959225" y="3884613"/>
          <p14:tracePt t="324141" x="3959225" y="3898900"/>
          <p14:tracePt t="324151" x="3959225" y="3911600"/>
          <p14:tracePt t="324163" x="3959225" y="3919538"/>
          <p14:tracePt t="324196" x="3959225" y="3932238"/>
          <p14:tracePt t="324208" x="3952875" y="3932238"/>
          <p14:tracePt t="324286" x="3938588" y="3919538"/>
          <p14:tracePt t="324309" x="3938588" y="3911600"/>
          <p14:tracePt t="324320" x="3925888" y="3884613"/>
          <p14:tracePt t="324332" x="3925888" y="3878263"/>
          <p14:tracePt t="324344" x="3925888" y="3843338"/>
          <p14:tracePt t="324354" x="3919538" y="3816350"/>
          <p14:tracePt t="324365" x="3919538" y="3810000"/>
          <p14:tracePt t="324377" x="3919538" y="3783013"/>
          <p14:tracePt t="324410" x="3919538" y="3776663"/>
          <p14:tracePt t="324477" x="3919538" y="3783013"/>
          <p14:tracePt t="324489" x="3919538" y="3795713"/>
          <p14:tracePt t="324500" x="3919538" y="3810000"/>
          <p14:tracePt t="324511" x="3919538" y="3816350"/>
          <p14:tracePt t="324523" x="3919538" y="3830638"/>
          <p14:tracePt t="324534" x="3919538" y="3843338"/>
          <p14:tracePt t="324556" x="3919538" y="3851275"/>
          <p14:tracePt t="324623" x="3919538" y="3843338"/>
          <p14:tracePt t="324635" x="3919538" y="3830638"/>
          <p14:tracePt t="324647" x="3919538" y="3816350"/>
          <p14:tracePt t="324658" x="3890963" y="3783013"/>
          <p14:tracePt t="324669" x="3851275" y="3714750"/>
          <p14:tracePt t="324680" x="3762375" y="3640138"/>
          <p14:tracePt t="324692" x="3667125" y="3571875"/>
          <p14:tracePt t="324703" x="3490913" y="3455988"/>
          <p14:tracePt t="324717" x="3232150" y="3354388"/>
          <p14:tracePt t="324726" x="3014663" y="3286125"/>
          <p14:tracePt t="324736" x="2741613" y="3197225"/>
          <p14:tracePt t="324748" x="2482850" y="3143250"/>
          <p14:tracePt t="324760" x="2333625" y="3116263"/>
          <p14:tracePt t="324770" x="2211388" y="3095625"/>
          <p14:tracePt t="324782" x="2143125" y="3081338"/>
          <p14:tracePt t="324794" x="2101850" y="3074988"/>
          <p14:tracePt t="325006" x="2089150" y="3062288"/>
          <p14:tracePt t="325018" x="2041525" y="3027363"/>
          <p14:tracePt t="325029" x="1898650" y="2973388"/>
          <p14:tracePt t="325040" x="1747838" y="2905125"/>
          <p14:tracePt t="325051" x="1538288" y="2803525"/>
          <p14:tracePt t="325063" x="1422400" y="2747963"/>
          <p14:tracePt t="325074" x="1300163" y="2681288"/>
          <p14:tracePt t="325086" x="1231900" y="2633663"/>
          <p14:tracePt t="325097" x="1196975" y="2613025"/>
          <p14:tracePt t="325108" x="1184275" y="2586038"/>
          <p14:tracePt t="325120" x="1176338" y="2578100"/>
          <p14:tracePt t="325130" x="1163638" y="2578100"/>
          <p14:tracePt t="325141" x="1149350" y="2565400"/>
          <p14:tracePt t="325153" x="1143000" y="2551113"/>
          <p14:tracePt t="325164" x="1128713" y="2551113"/>
          <p14:tracePt t="325175" x="1095375" y="2544763"/>
          <p14:tracePt t="325186" x="1062038" y="2517775"/>
          <p14:tracePt t="325198" x="1027113" y="2509838"/>
          <p14:tracePt t="325209" x="979488" y="2497138"/>
          <p14:tracePt t="325220" x="938213" y="2476500"/>
          <p14:tracePt t="325232" x="904875" y="2449513"/>
          <p14:tracePt t="325243" x="836613" y="2428875"/>
          <p14:tracePt t="325254" x="768350" y="2381250"/>
          <p14:tracePt t="325265" x="700088" y="2347913"/>
          <p14:tracePt t="325277" x="652463" y="2339975"/>
          <p14:tracePt t="325288" x="633413" y="2312988"/>
          <p14:tracePt t="325299" x="619125" y="2312988"/>
          <p14:tracePt t="325378" x="612775" y="2312988"/>
          <p14:tracePt t="325422" x="612775" y="2327275"/>
          <p14:tracePt t="325468" x="612775" y="2339975"/>
          <p14:tracePt t="325470" x="633413" y="2339975"/>
          <p14:tracePt t="325479" x="646113" y="2347913"/>
          <p14:tracePt t="325490" x="666750" y="2347913"/>
          <p14:tracePt t="325502" x="687388" y="2347913"/>
          <p14:tracePt t="325514" x="700088" y="2347913"/>
          <p14:tracePt t="325525" x="714375" y="2339975"/>
          <p14:tracePt t="325546" x="714375" y="2327275"/>
          <p14:tracePt t="325558" x="714375" y="2312988"/>
          <p14:tracePt t="325569" x="687388" y="2306638"/>
          <p14:tracePt t="325581" x="666750" y="2292350"/>
          <p14:tracePt t="325591" x="633413" y="2292350"/>
          <p14:tracePt t="325603" x="598488" y="2279650"/>
          <p14:tracePt t="325614" x="577850" y="2279650"/>
          <p14:tracePt t="325625" x="565150" y="2292350"/>
          <p14:tracePt t="325648" x="550863" y="2306638"/>
          <p14:tracePt t="325659" x="550863" y="2312988"/>
          <p14:tracePt t="325661" x="544513" y="2327275"/>
          <p14:tracePt t="325671" x="550863" y="2339975"/>
          <p14:tracePt t="325682" x="550863" y="2360613"/>
          <p14:tracePt t="325693" x="565150" y="2360613"/>
          <p14:tracePt t="325704" x="577850" y="2374900"/>
          <p14:tracePt t="325715" x="585788" y="2381250"/>
          <p14:tracePt t="325726" x="598488" y="2381250"/>
          <p14:tracePt t="325738" x="619125" y="2381250"/>
          <p14:tracePt t="325749" x="633413" y="2381250"/>
          <p14:tracePt t="325772" x="646113" y="2374900"/>
          <p14:tracePt t="325783" x="646113" y="2360613"/>
          <p14:tracePt t="325794" x="646113" y="2347913"/>
          <p14:tracePt t="325806" x="633413" y="2339975"/>
          <p14:tracePt t="325816" x="619125" y="2312988"/>
          <p14:tracePt t="325828" x="598488" y="2312988"/>
          <p14:tracePt t="325839" x="585788" y="2312988"/>
          <p14:tracePt t="325850" x="565150" y="2312988"/>
          <p14:tracePt t="325861" x="550863" y="2312988"/>
          <p14:tracePt t="325884" x="550863" y="2327275"/>
          <p14:tracePt t="325906" x="550863" y="2339975"/>
          <p14:tracePt t="325918" x="565150" y="2347913"/>
          <p14:tracePt t="325929" x="577850" y="2360613"/>
          <p14:tracePt t="325940" x="598488" y="2360613"/>
          <p14:tracePt t="325951" x="619125" y="2374900"/>
          <p14:tracePt t="325963" x="646113" y="2374900"/>
          <p14:tracePt t="325974" x="666750" y="2374900"/>
          <p14:tracePt t="325985" x="681038" y="2360613"/>
          <p14:tracePt t="325996" x="687388" y="2360613"/>
          <p14:tracePt t="326008" x="700088" y="2347913"/>
          <p14:tracePt t="326019" x="700088" y="2339975"/>
          <p14:tracePt t="326030" x="687388" y="2327275"/>
          <p14:tracePt t="326041" x="687388" y="2312988"/>
          <p14:tracePt t="326053" x="681038" y="2306638"/>
          <p14:tracePt t="326064" x="666750" y="2306638"/>
          <p14:tracePt t="326075" x="652463" y="2306638"/>
          <p14:tracePt t="326086" x="646113" y="2306638"/>
          <p14:tracePt t="326098" x="633413" y="2306638"/>
          <p14:tracePt t="326109" x="633413" y="2312988"/>
          <p14:tracePt t="326120" x="633413" y="2327275"/>
          <p14:tracePt t="326131" x="633413" y="2347913"/>
          <p14:tracePt t="326143" x="633413" y="2360613"/>
          <p14:tracePt t="326154" x="646113" y="2374900"/>
          <p14:tracePt t="326165" x="652463" y="2381250"/>
          <p14:tracePt t="326176" x="681038" y="2381250"/>
          <p14:tracePt t="326188" x="700088" y="2395538"/>
          <p14:tracePt t="326199" x="720725" y="2395538"/>
          <p14:tracePt t="326210" x="747713" y="2395538"/>
          <p14:tracePt t="326222" x="755650" y="2395538"/>
          <p14:tracePt t="326233" x="768350" y="2381250"/>
          <p14:tracePt t="326244" x="768350" y="2360613"/>
          <p14:tracePt t="326256" x="768350" y="2347913"/>
          <p14:tracePt t="326266" x="755650" y="2339975"/>
          <p14:tracePt t="326278" x="747713" y="2312988"/>
          <p14:tracePt t="326289" x="720725" y="2306638"/>
          <p14:tracePt t="326300" x="700088" y="2306638"/>
          <p14:tracePt t="326311" x="687388" y="2306638"/>
          <p14:tracePt t="326323" x="681038" y="2306638"/>
          <p14:tracePt t="326334" x="666750" y="2312988"/>
          <p14:tracePt t="326345" x="666750" y="2327275"/>
          <p14:tracePt t="326356" x="652463" y="2347913"/>
          <p14:tracePt t="326368" x="666750" y="2347913"/>
          <p14:tracePt t="326379" x="666750" y="2360613"/>
          <p14:tracePt t="326390" x="681038" y="2374900"/>
          <p14:tracePt t="326401" x="687388" y="2374900"/>
          <p14:tracePt t="326413" x="714375" y="2374900"/>
          <p14:tracePt t="326424" x="720725" y="2374900"/>
          <p14:tracePt t="326435" x="735013" y="2374900"/>
          <p14:tracePt t="326457" x="747713" y="2360613"/>
          <p14:tracePt t="326469" x="747713" y="2347913"/>
          <p14:tracePt t="326480" x="735013" y="2327275"/>
          <p14:tracePt t="326502" x="720725" y="2306638"/>
          <p14:tracePt t="326505" x="714375" y="2292350"/>
          <p14:tracePt t="326514" x="687388" y="2279650"/>
          <p14:tracePt t="326525" x="666750" y="2271713"/>
          <p14:tracePt t="326537" x="646113" y="2271713"/>
          <p14:tracePt t="326559" x="633413" y="2279650"/>
          <p14:tracePt t="326581" x="633413" y="2292350"/>
          <p14:tracePt t="326593" x="633413" y="2306638"/>
          <p14:tracePt t="326604" x="633413" y="2312988"/>
          <p14:tracePt t="326615" x="633413" y="2327275"/>
          <p14:tracePt t="326626" x="646113" y="2339975"/>
          <p14:tracePt t="326660" x="652463" y="2339975"/>
          <p14:tracePt t="326683" x="666750" y="2339975"/>
          <p14:tracePt t="326694" x="666750" y="2327275"/>
          <p14:tracePt t="326706" x="681038" y="2327275"/>
          <p14:tracePt t="326716" x="681038" y="2312988"/>
          <p14:tracePt t="326728" x="681038" y="2306638"/>
          <p14:tracePt t="326739" x="666750" y="2292350"/>
          <p14:tracePt t="326750" x="666750" y="2279650"/>
          <p14:tracePt t="326761" x="652463" y="2279650"/>
          <p14:tracePt t="326773" x="646113" y="2279650"/>
          <p14:tracePt t="326784" x="633413" y="2279650"/>
          <p14:tracePt t="326795" x="619125" y="2279650"/>
          <p14:tracePt t="326806" x="619125" y="2292350"/>
          <p14:tracePt t="326818" x="612775" y="2312988"/>
          <p14:tracePt t="326829" x="612775" y="2327275"/>
          <p14:tracePt t="326840" x="612775" y="2339975"/>
          <p14:tracePt t="326851" x="619125" y="2360613"/>
          <p14:tracePt t="326863" x="619125" y="2374900"/>
          <p14:tracePt t="326874" x="633413" y="2374900"/>
          <p14:tracePt t="326885" x="652463" y="2381250"/>
          <p14:tracePt t="326896" x="666750" y="2381250"/>
          <p14:tracePt t="326908" x="681038" y="2381250"/>
          <p14:tracePt t="326919" x="687388" y="2381250"/>
          <p14:tracePt t="326930" x="700088" y="2374900"/>
          <p14:tracePt t="326941" x="714375" y="2374900"/>
          <p14:tracePt t="326953" x="714375" y="2360613"/>
          <p14:tracePt t="326964" x="714375" y="2347913"/>
          <p14:tracePt t="326975" x="714375" y="2339975"/>
          <p14:tracePt t="326986" x="700088" y="2312988"/>
          <p14:tracePt t="326998" x="700088" y="2306638"/>
          <p14:tracePt t="327009" x="681038" y="2292350"/>
          <p14:tracePt t="327020" x="666750" y="2279650"/>
          <p14:tracePt t="327032" x="646113" y="2279650"/>
          <p14:tracePt t="327043" x="633413" y="2279650"/>
          <p14:tracePt t="327054" x="619125" y="2292350"/>
          <p14:tracePt t="327065" x="612775" y="2306638"/>
          <p14:tracePt t="327076" x="598488" y="2312988"/>
          <p14:tracePt t="327088" x="598488" y="2339975"/>
          <p14:tracePt t="327099" x="612775" y="2360613"/>
          <p14:tracePt t="327110" x="619125" y="2374900"/>
          <p14:tracePt t="327122" x="633413" y="2381250"/>
          <p14:tracePt t="327133" x="652463" y="2395538"/>
          <p14:tracePt t="327144" x="681038" y="2395538"/>
          <p14:tracePt t="327156" x="700088" y="2395538"/>
          <p14:tracePt t="327166" x="720725" y="2395538"/>
          <p14:tracePt t="327178" x="735013" y="2395538"/>
          <p14:tracePt t="327189" x="735013" y="2381250"/>
          <p14:tracePt t="327200" x="747713" y="2360613"/>
          <p14:tracePt t="327212" x="747713" y="2347913"/>
          <p14:tracePt t="327223" x="735013" y="2327275"/>
          <p14:tracePt t="327234" x="720725" y="2312988"/>
          <p14:tracePt t="327245" x="714375" y="2306638"/>
          <p14:tracePt t="327256" x="700088" y="2292350"/>
          <p14:tracePt t="327268" x="681038" y="2292350"/>
          <p14:tracePt t="327279" x="666750" y="2306638"/>
          <p14:tracePt t="327301" x="652463" y="2327275"/>
          <p14:tracePt t="327313" x="652463" y="2339975"/>
          <p14:tracePt t="327324" x="652463" y="2347913"/>
          <p14:tracePt t="327335" x="652463" y="2360613"/>
          <p14:tracePt t="327346" x="666750" y="2360613"/>
          <p14:tracePt t="327358" x="681038" y="2374900"/>
          <p14:tracePt t="327369" x="687388" y="2374900"/>
          <p14:tracePt t="327380" x="700088" y="2374900"/>
          <p14:tracePt t="327391" x="714375" y="2374900"/>
          <p14:tracePt t="327403" x="720725" y="2360613"/>
          <p14:tracePt t="327425" x="720725" y="2347913"/>
          <p14:tracePt t="327436" x="720725" y="2327275"/>
          <p14:tracePt t="327448" x="714375" y="2312988"/>
          <p14:tracePt t="327459" x="700088" y="2306638"/>
          <p14:tracePt t="327470" x="681038" y="2306638"/>
          <p14:tracePt t="327481" x="652463" y="2306638"/>
          <p14:tracePt t="327493" x="646113" y="2306638"/>
          <p14:tracePt t="327504" x="633413" y="2306638"/>
          <p14:tracePt t="327515" x="619125" y="2312988"/>
          <p14:tracePt t="327526" x="619125" y="2327275"/>
          <p14:tracePt t="327549" x="619125" y="2339975"/>
          <p14:tracePt t="327551" x="633413" y="2339975"/>
          <p14:tracePt t="327561" x="646113" y="2347913"/>
          <p14:tracePt t="327574" x="652463" y="2347913"/>
          <p14:tracePt t="327583" x="666750" y="2347913"/>
          <p14:tracePt t="327594" x="687388" y="2347913"/>
          <p14:tracePt t="327606" x="700088" y="2347913"/>
          <p14:tracePt t="327616" x="714375" y="2347913"/>
          <p14:tracePt t="327628" x="714375" y="2339975"/>
          <p14:tracePt t="327639" x="714375" y="2327275"/>
          <p14:tracePt t="327650" x="714375" y="2312988"/>
          <p14:tracePt t="327661" x="700088" y="2306638"/>
          <p14:tracePt t="327673" x="687388" y="2306638"/>
          <p14:tracePt t="327684" x="681038" y="2292350"/>
          <p14:tracePt t="327695" x="666750" y="2292350"/>
          <p14:tracePt t="327706" x="652463" y="2306638"/>
          <p14:tracePt t="327718" x="646113" y="2306638"/>
          <p14:tracePt t="327729" x="646113" y="2312988"/>
          <p14:tracePt t="327740" x="633413" y="2312988"/>
          <p14:tracePt t="327751" x="633413" y="2327275"/>
          <p14:tracePt t="327763" x="646113" y="2327275"/>
          <p14:tracePt t="327785" x="652463" y="2327275"/>
          <p14:tracePt t="327796" x="666750" y="2327275"/>
          <p14:tracePt t="327808" x="681038" y="2327275"/>
          <p14:tracePt t="327830" x="687388" y="2312988"/>
          <p14:tracePt t="327852" x="681038" y="2312988"/>
          <p14:tracePt t="327864" x="681038" y="2306638"/>
          <p14:tracePt t="327875" x="666750" y="2292350"/>
          <p14:tracePt t="327886" x="652463" y="2292350"/>
          <p14:tracePt t="327898" x="633413" y="2292350"/>
          <p14:tracePt t="327909" x="612775" y="2292350"/>
          <p14:tracePt t="327920" x="598488" y="2306638"/>
          <p14:tracePt t="327932" x="585788" y="2312988"/>
          <p14:tracePt t="327943" x="585788" y="2327275"/>
          <p14:tracePt t="327954" x="585788" y="2339975"/>
          <p14:tracePt t="327965" x="585788" y="2347913"/>
          <p14:tracePt t="327976" x="585788" y="2360613"/>
          <p14:tracePt t="327988" x="598488" y="2374900"/>
          <p14:tracePt t="327999" x="612775" y="2374900"/>
          <p14:tracePt t="328010" x="633413" y="2374900"/>
          <p14:tracePt t="328022" x="646113" y="2374900"/>
          <p14:tracePt t="328033" x="666750" y="2374900"/>
          <p14:tracePt t="328044" x="681038" y="2374900"/>
          <p14:tracePt t="328056" x="700088" y="2360613"/>
          <p14:tracePt t="328066" x="714375" y="2360613"/>
          <p14:tracePt t="328078" x="720725" y="2347913"/>
          <p14:tracePt t="328089" x="720725" y="2339975"/>
          <p14:tracePt t="328100" x="720725" y="2312988"/>
          <p14:tracePt t="328111" x="714375" y="2306638"/>
          <p14:tracePt t="328123" x="700088" y="2279650"/>
          <p14:tracePt t="328134" x="681038" y="2271713"/>
          <p14:tracePt t="328145" x="652463" y="2271713"/>
          <p14:tracePt t="328156" x="633413" y="2271713"/>
          <p14:tracePt t="328168" x="612775" y="2271713"/>
          <p14:tracePt t="328190" x="598488" y="2279650"/>
          <p14:tracePt t="328193" x="598488" y="2292350"/>
          <p14:tracePt t="328202" x="585788" y="2306638"/>
          <p14:tracePt t="328214" x="598488" y="2312988"/>
          <p14:tracePt t="328224" x="598488" y="2327275"/>
          <p14:tracePt t="328235" x="612775" y="2339975"/>
          <p14:tracePt t="328246" x="633413" y="2339975"/>
          <p14:tracePt t="328258" x="652463" y="2339975"/>
          <p14:tracePt t="328269" x="681038" y="2339975"/>
          <p14:tracePt t="328280" x="700088" y="2339975"/>
          <p14:tracePt t="328291" x="714375" y="2339975"/>
          <p14:tracePt t="328303" x="720725" y="2327275"/>
          <p14:tracePt t="328325" x="720725" y="2312988"/>
          <p14:tracePt t="328336" x="720725" y="2306638"/>
          <p14:tracePt t="328348" x="720725" y="2292350"/>
          <p14:tracePt t="328359" x="714375" y="2279650"/>
          <p14:tracePt t="328370" x="700088" y="2279650"/>
          <p14:tracePt t="328381" x="687388" y="2271713"/>
          <p14:tracePt t="328404" x="681038" y="2271713"/>
          <p14:tracePt t="328426" x="681038" y="2279650"/>
          <p14:tracePt t="328460" x="681038" y="2292350"/>
          <p14:tracePt t="328494" x="687388" y="2306638"/>
          <p14:tracePt t="328516" x="700088" y="2306638"/>
          <p14:tracePt t="328528" x="714375" y="2306638"/>
          <p14:tracePt t="328584" x="714375" y="2292350"/>
          <p14:tracePt t="328608" x="700088" y="2279650"/>
          <p14:tracePt t="328629" x="687388" y="2279650"/>
          <p14:tracePt t="328640" x="666750" y="2271713"/>
          <p14:tracePt t="328652" x="646113" y="2271713"/>
          <p14:tracePt t="328663" x="633413" y="2271713"/>
          <p14:tracePt t="328674" x="619125" y="2271713"/>
          <p14:tracePt t="328685" x="619125" y="2279650"/>
          <p14:tracePt t="328707" x="612775" y="2279650"/>
          <p14:tracePt t="328719" x="612775" y="2292350"/>
          <p14:tracePt t="328741" x="619125" y="2292350"/>
          <p14:tracePt t="328753" x="619125" y="2306638"/>
          <p14:tracePt t="328786" x="633413" y="2312988"/>
          <p14:tracePt t="328798" x="646113" y="2312988"/>
          <p14:tracePt t="328809" x="652463" y="2312988"/>
          <p14:tracePt t="328820" x="681038" y="2312988"/>
          <p14:tracePt t="328831" x="687388" y="2306638"/>
          <p14:tracePt t="328843" x="700088" y="2306638"/>
          <p14:tracePt t="328865" x="714375" y="2292350"/>
          <p14:tracePt t="328887" x="714375" y="2279650"/>
          <p14:tracePt t="328910" x="714375" y="2271713"/>
          <p14:tracePt t="328921" x="700088" y="2271713"/>
          <p14:tracePt t="328944" x="687388" y="2271713"/>
          <p14:tracePt t="328955" x="681038" y="2271713"/>
          <p14:tracePt t="328978" x="666750" y="2279650"/>
          <p14:tracePt t="328990" x="652463" y="2292350"/>
          <p14:tracePt t="329011" x="652463" y="2306638"/>
          <p14:tracePt t="329024" x="652463" y="2312988"/>
          <p14:tracePt t="329045" x="652463" y="2327275"/>
          <p14:tracePt t="329057" x="666750" y="2327275"/>
          <p14:tracePt t="329068" x="681038" y="2327275"/>
          <p14:tracePt t="329079" x="687388" y="2327275"/>
          <p14:tracePt t="329090" x="700088" y="2327275"/>
          <p14:tracePt t="329102" x="714375" y="2327275"/>
          <p14:tracePt t="329113" x="720725" y="2327275"/>
          <p14:tracePt t="329124" x="720725" y="2312988"/>
          <p14:tracePt t="329135" x="735013" y="2306638"/>
          <p14:tracePt t="329158" x="720725" y="2292350"/>
          <p14:tracePt t="329169" x="720725" y="2279650"/>
          <p14:tracePt t="329180" x="714375" y="2271713"/>
          <p14:tracePt t="329191" x="687388" y="2271713"/>
          <p14:tracePt t="329203" x="681038" y="2259013"/>
          <p14:tracePt t="329214" x="652463" y="2259013"/>
          <p14:tracePt t="329225" x="646113" y="2259013"/>
          <p14:tracePt t="329236" x="633413" y="2271713"/>
          <p14:tracePt t="329259" x="619125" y="2279650"/>
          <p14:tracePt t="329281" x="619125" y="2292350"/>
          <p14:tracePt t="329304" x="612775" y="2292350"/>
          <p14:tracePt t="329315" x="612775" y="2306638"/>
          <p14:tracePt t="329337" x="619125" y="2306638"/>
          <p14:tracePt t="329360" x="633413" y="2306638"/>
          <p14:tracePt t="329371" x="646113" y="2306638"/>
          <p14:tracePt t="329383" x="652463" y="2292350"/>
          <p14:tracePt t="329394" x="666750" y="2292350"/>
          <p14:tracePt t="329405" x="681038" y="2292350"/>
          <p14:tracePt t="329417" x="687388" y="2279650"/>
          <p14:tracePt t="329439" x="687388" y="2271713"/>
          <p14:tracePt t="329461" x="681038" y="2271713"/>
          <p14:tracePt t="329474" x="681038" y="2259013"/>
          <p14:tracePt t="329484" x="666750" y="2259013"/>
          <p14:tracePt t="329495" x="652463" y="2271713"/>
          <p14:tracePt t="329518" x="646113" y="2279650"/>
          <p14:tracePt t="329529" x="646113" y="2292350"/>
          <p14:tracePt t="329540" x="633413" y="2306638"/>
          <p14:tracePt t="329563" x="646113" y="2312988"/>
          <p14:tracePt t="329574" x="652463" y="2327275"/>
          <p14:tracePt t="329585" x="666750" y="2327275"/>
          <p14:tracePt t="329596" x="681038" y="2327275"/>
          <p14:tracePt t="329608" x="700088" y="2327275"/>
          <p14:tracePt t="329619" x="714375" y="2327275"/>
          <p14:tracePt t="329653" x="735013" y="2327275"/>
          <p14:tracePt t="329655" x="747713" y="2327275"/>
          <p14:tracePt t="329666" x="747713" y="2312988"/>
          <p14:tracePt t="329675" x="747713" y="2306638"/>
          <p14:tracePt t="329687" x="747713" y="2292350"/>
          <p14:tracePt t="329699" x="720725" y="2271713"/>
          <p14:tracePt t="329710" x="714375" y="2259013"/>
          <p14:tracePt t="329721" x="687388" y="2259013"/>
          <p14:tracePt t="329731" x="652463" y="2244725"/>
          <p14:tracePt t="329743" x="646113" y="2244725"/>
          <p14:tracePt t="329758" x="633413" y="2259013"/>
          <p14:tracePt t="329767" x="619125" y="2271713"/>
          <p14:tracePt t="329788" x="619125" y="2292350"/>
          <p14:tracePt t="329810" x="633413" y="2306638"/>
          <p14:tracePt t="329821" x="646113" y="2312988"/>
          <p14:tracePt t="329833" x="652463" y="2312988"/>
          <p14:tracePt t="329844" x="681038" y="2312988"/>
          <p14:tracePt t="329855" x="687388" y="2312988"/>
          <p14:tracePt t="329866" x="700088" y="2312988"/>
          <p14:tracePt t="329878" x="714375" y="2312988"/>
          <p14:tracePt t="329890" x="714375" y="2306638"/>
          <p14:tracePt t="329900" x="714375" y="2292350"/>
          <p14:tracePt t="329923" x="714375" y="2271713"/>
          <p14:tracePt t="329934" x="700088" y="2271713"/>
          <p14:tracePt t="329945" x="681038" y="2259013"/>
          <p14:tracePt t="329957" x="652463" y="2244725"/>
          <p14:tracePt t="329968" x="646113" y="2244725"/>
          <p14:tracePt t="329979" x="619125" y="2244725"/>
          <p14:tracePt t="329990" x="612775" y="2259013"/>
          <p14:tracePt t="330001" x="612775" y="2271713"/>
          <p14:tracePt t="330013" x="598488" y="2279650"/>
          <p14:tracePt t="330024" x="598488" y="2292350"/>
          <p14:tracePt t="330046" x="598488" y="2306638"/>
          <p14:tracePt t="330058" x="612775" y="2306638"/>
          <p14:tracePt t="330080" x="619125" y="2306638"/>
          <p14:tracePt t="330091" x="633413" y="2306638"/>
          <p14:tracePt t="330103" x="646113" y="2306638"/>
          <p14:tracePt t="330114" x="652463" y="2306638"/>
          <p14:tracePt t="330125" x="666750" y="2292350"/>
          <p14:tracePt t="330136" x="681038" y="2292350"/>
          <p14:tracePt t="330148" x="681038" y="2279650"/>
          <p14:tracePt t="330159" x="681038" y="2271713"/>
          <p14:tracePt t="330170" x="681038" y="2259013"/>
          <p14:tracePt t="330192" x="666750" y="2244725"/>
          <p14:tracePt t="330204" x="652463" y="2244725"/>
          <p14:tracePt t="330215" x="646113" y="2244725"/>
          <p14:tracePt t="330226" x="633413" y="2244725"/>
          <p14:tracePt t="330238" x="619125" y="2259013"/>
          <p14:tracePt t="330249" x="619125" y="2271713"/>
          <p14:tracePt t="330260" x="619125" y="2279650"/>
          <p14:tracePt t="330271" x="619125" y="2292350"/>
          <p14:tracePt t="330283" x="633413" y="2306638"/>
          <p14:tracePt t="330294" x="646113" y="2327275"/>
          <p14:tracePt t="330305" x="652463" y="2327275"/>
          <p14:tracePt t="330316" x="687388" y="2339975"/>
          <p14:tracePt t="330328" x="714375" y="2339975"/>
          <p14:tracePt t="330341" x="720725" y="2339975"/>
          <p14:tracePt t="330350" x="747713" y="2339975"/>
          <p14:tracePt t="330373" x="755650" y="2327275"/>
          <p14:tracePt t="330384" x="755650" y="2312988"/>
          <p14:tracePt t="330395" x="747713" y="2306638"/>
          <p14:tracePt t="330407" x="747713" y="2279650"/>
          <p14:tracePt t="330418" x="720725" y="2271713"/>
          <p14:tracePt t="330429" x="714375" y="2259013"/>
          <p14:tracePt t="330440" x="687388" y="2244725"/>
          <p14:tracePt t="330451" x="681038" y="2244725"/>
          <p14:tracePt t="330463" x="666750" y="2244725"/>
          <p14:tracePt t="330474" x="652463" y="2259013"/>
          <p14:tracePt t="330496" x="646113" y="2271713"/>
          <p14:tracePt t="330508" x="646113" y="2279650"/>
          <p14:tracePt t="330519" x="646113" y="2292350"/>
          <p14:tracePt t="330530" x="652463" y="2306638"/>
          <p14:tracePt t="330541" x="652463" y="2312988"/>
          <p14:tracePt t="330553" x="666750" y="2312988"/>
          <p14:tracePt t="330564" x="681038" y="2312988"/>
          <p14:tracePt t="330609" x="687388" y="2312988"/>
          <p14:tracePt t="330642" x="687388" y="2306638"/>
          <p14:tracePt t="331565" x="714375" y="2292350"/>
          <p14:tracePt t="331578" x="755650" y="2292350"/>
          <p14:tracePt t="331589" x="836613" y="2292350"/>
          <p14:tracePt t="331599" x="938213" y="2292350"/>
          <p14:tracePt t="331610" x="1163638" y="2279650"/>
          <p14:tracePt t="331621" x="1443038" y="2271713"/>
          <p14:tracePt t="331633" x="1673225" y="2259013"/>
          <p14:tracePt t="331644" x="1985963" y="2238375"/>
          <p14:tracePt t="331655" x="2292350" y="2224088"/>
          <p14:tracePt t="331666" x="2462213" y="2224088"/>
          <p14:tracePt t="331678" x="2667000" y="2238375"/>
          <p14:tracePt t="331689" x="2795588" y="2238375"/>
          <p14:tracePt t="331700" x="2843213" y="2244725"/>
          <p14:tracePt t="331712" x="2863850" y="2244725"/>
          <p14:tracePt t="332184" x="2863850" y="2238375"/>
          <p14:tracePt t="332206" x="2878138" y="2238375"/>
          <p14:tracePt t="332218" x="2890838" y="2238375"/>
          <p14:tracePt t="332229" x="2932113" y="2238375"/>
          <p14:tracePt t="332240" x="2994025" y="2238375"/>
          <p14:tracePt t="332251" x="3128963" y="2238375"/>
          <p14:tracePt t="332263" x="3252788" y="2238375"/>
          <p14:tracePt t="332274" x="3462338" y="2224088"/>
          <p14:tracePt t="332285" x="3735388" y="2190750"/>
          <p14:tracePt t="332296" x="3959225" y="2184400"/>
          <p14:tracePt t="332308" x="4333875" y="2149475"/>
          <p14:tracePt t="332319" x="4557713" y="2116138"/>
          <p14:tracePt t="332330" x="4830763" y="2101850"/>
          <p14:tracePt t="332342" x="4967288" y="2089150"/>
          <p14:tracePt t="332353" x="5122863" y="2089150"/>
          <p14:tracePt t="332364" x="5184775" y="2089150"/>
          <p14:tracePt t="332375" x="5191125" y="2089150"/>
          <p14:tracePt t="332388" x="5184775" y="2089150"/>
          <p14:tracePt t="334040" x="5191125" y="2089150"/>
          <p14:tracePt t="334141" x="5205413" y="2089150"/>
          <p14:tracePt t="334175" x="5191125" y="2089150"/>
          <p14:tracePt t="334321" x="5184775" y="2089150"/>
          <p14:tracePt t="334344" x="5170488" y="2101850"/>
          <p14:tracePt t="334366" x="5157788" y="2101850"/>
          <p14:tracePt t="334378" x="5149850" y="2116138"/>
          <p14:tracePt t="334389" x="5122863" y="2116138"/>
          <p14:tracePt t="334400" x="5089525" y="2136775"/>
          <p14:tracePt t="334412" x="5068888" y="2149475"/>
          <p14:tracePt t="334423" x="4986338" y="2190750"/>
          <p14:tracePt t="334434" x="4884738" y="2259013"/>
          <p14:tracePt t="334446" x="4756150" y="2347913"/>
          <p14:tracePt t="334457" x="4652963" y="2414588"/>
          <p14:tracePt t="334468" x="4503738" y="2509838"/>
          <p14:tracePt t="334479" x="4387850" y="2598738"/>
          <p14:tracePt t="334490" x="4319588" y="2652713"/>
          <p14:tracePt t="334502" x="4244975" y="2714625"/>
          <p14:tracePt t="334513" x="4197350" y="2735263"/>
          <p14:tracePt t="334524" x="4176713" y="2747963"/>
          <p14:tracePt t="334536" x="4164013" y="2747963"/>
          <p14:tracePt t="335143" x="4157663" y="2747963"/>
          <p14:tracePt t="335154" x="4164013" y="2747963"/>
          <p14:tracePt t="335232" x="4176713" y="2755900"/>
          <p14:tracePt t="335525" x="4164013" y="2755900"/>
          <p14:tracePt t="335581" x="4164013" y="2768600"/>
          <p14:tracePt t="335637" x="4164013" y="2782888"/>
          <p14:tracePt t="335649" x="4157663" y="2782888"/>
          <p14:tracePt t="335739" x="4143375" y="2782888"/>
          <p14:tracePt t="335750" x="4143375" y="2789238"/>
          <p14:tracePt t="335773" x="4129088" y="2789238"/>
          <p14:tracePt t="335784" x="4122738" y="2803525"/>
          <p14:tracePt t="335796" x="4110038" y="2824163"/>
          <p14:tracePt t="335807" x="4095750" y="2836863"/>
          <p14:tracePt t="335818" x="4089400" y="2857500"/>
          <p14:tracePt t="335829" x="4075113" y="2878138"/>
          <p14:tracePt t="335841" x="4075113" y="2890838"/>
          <p14:tracePt t="335852" x="4062413" y="2905125"/>
          <p14:tracePt t="335863" x="4054475" y="2911475"/>
          <p14:tracePt t="335874" x="4054475" y="2925763"/>
          <p14:tracePt t="335887" x="4041775" y="2925763"/>
          <p14:tracePt t="336369" x="4054475" y="2925763"/>
          <p14:tracePt t="337033" x="4062413" y="2925763"/>
          <p14:tracePt t="338924" x="4089400" y="2938463"/>
          <p14:tracePt t="338934" x="4176713" y="2959100"/>
          <p14:tracePt t="338945" x="4354513" y="3027363"/>
          <p14:tracePt t="338957" x="4524375" y="3095625"/>
          <p14:tracePt t="338968" x="4810125" y="3244850"/>
          <p14:tracePt t="338979" x="4979988" y="3381375"/>
          <p14:tracePt t="338990" x="5191125" y="3605213"/>
          <p14:tracePt t="339002" x="5286375" y="3748088"/>
          <p14:tracePt t="339013" x="5348288" y="3919538"/>
          <p14:tracePt t="339024" x="5360988" y="4014788"/>
          <p14:tracePt t="339036" x="5348288" y="4102100"/>
          <p14:tracePt t="339047" x="5319713" y="4170363"/>
          <p14:tracePt t="339058" x="5292725" y="4224338"/>
          <p14:tracePt t="339092" x="5259388" y="4271963"/>
          <p14:tracePt t="339094" x="5224463" y="4292600"/>
          <p14:tracePt t="339328" x="5253038" y="4306888"/>
          <p14:tracePt t="339339" x="5292725" y="4340225"/>
          <p14:tracePt t="339351" x="5319713" y="4375150"/>
          <p14:tracePt t="339363" x="5340350" y="4408488"/>
          <p14:tracePt t="339374" x="5360988" y="4462463"/>
          <p14:tracePt t="339384" x="5375275" y="4565650"/>
          <p14:tracePt t="339395" x="5381625" y="4673600"/>
          <p14:tracePt t="339407" x="5395913" y="4891088"/>
          <p14:tracePt t="339418" x="5395913" y="5062538"/>
          <p14:tracePt t="339429" x="5429250" y="5319713"/>
          <p14:tracePt t="339440" x="5443538" y="5545138"/>
          <p14:tracePt t="339452" x="5449888" y="5681663"/>
          <p14:tracePt t="339463" x="5449888" y="5830888"/>
          <p14:tracePt t="339474" x="5449888" y="5911850"/>
          <p14:tracePt t="339485" x="5449888" y="6000750"/>
          <p14:tracePt t="339497" x="5449888" y="6042025"/>
          <p14:tracePt t="339508" x="5449888" y="6089650"/>
          <p14:tracePt t="339519" x="5449888" y="6102350"/>
          <p14:tracePt t="339530" x="5449888" y="6122988"/>
          <p14:tracePt t="339542" x="5443538" y="6122988"/>
          <p14:tracePt t="339553" x="5443538" y="6137275"/>
          <p14:tracePt t="339565" x="5414963" y="6157913"/>
          <p14:tracePt t="339576" x="5408613" y="6170613"/>
          <p14:tracePt t="339587" x="5381625" y="6205538"/>
          <p14:tracePt t="339599" x="5375275" y="6224588"/>
          <p14:tracePt t="339609" x="5348288" y="6259513"/>
          <p14:tracePt t="339621" x="5327650" y="6272213"/>
          <p14:tracePt t="339633" x="5292725" y="6292850"/>
          <p14:tracePt t="339812" x="5292725" y="6280150"/>
          <p14:tracePt t="339834" x="5307013" y="6280150"/>
          <p14:tracePt t="339845" x="5292725" y="6280150"/>
          <p14:tracePt t="339857" x="5286375" y="6292850"/>
          <p14:tracePt t="339869" x="5253038" y="6340475"/>
          <p14:tracePt t="339879" x="5157788" y="6381750"/>
          <p14:tracePt t="339890" x="5054600" y="6443663"/>
          <p14:tracePt t="339902" x="4911725" y="6530975"/>
          <p14:tracePt t="339913" x="4776788" y="6619875"/>
          <p14:tracePt t="339924" x="4673600" y="6700838"/>
          <p14:tracePt t="339935" x="4551363" y="6777038"/>
          <p14:tracePt t="339947" x="4449763" y="6843713"/>
          <p14:tracePt t="341090" x="0" y="0"/>
        </p14:tracePtLst>
        <p14:tracePtLst>
          <p14:tracePt t="381942" x="2143125" y="4721225"/>
          <p14:tracePt t="382224" x="3462338" y="6804025"/>
          <p14:tracePt t="382236" x="3598863" y="6545263"/>
          <p14:tracePt t="382247" x="3836988" y="6089650"/>
          <p14:tracePt t="382258" x="4021138" y="5626100"/>
          <p14:tracePt t="382270" x="4095750" y="5286375"/>
          <p14:tracePt t="382281" x="4157663" y="4857750"/>
          <p14:tracePt t="382292" x="4191000" y="4462463"/>
          <p14:tracePt t="382303" x="4211638" y="4224338"/>
          <p14:tracePt t="382314" x="4265613" y="3952875"/>
          <p14:tracePt t="382326" x="4313238" y="3748088"/>
          <p14:tracePt t="382339" x="4333875" y="3646488"/>
          <p14:tracePt t="382348" x="4354513" y="3557588"/>
          <p14:tracePt t="382360" x="4354513" y="3490913"/>
          <p14:tracePt t="382373" x="4348163" y="3470275"/>
          <p14:tracePt t="382383" x="4319588" y="3455988"/>
          <p14:tracePt t="382394" x="4313238" y="3443288"/>
          <p14:tracePt t="382596" x="4319588" y="3435350"/>
          <p14:tracePt t="382607" x="4333875" y="3422650"/>
          <p14:tracePt t="382629" x="4319588" y="3414713"/>
          <p14:tracePt t="382641" x="4319588" y="3402013"/>
          <p14:tracePt t="382653" x="4333875" y="3381375"/>
          <p14:tracePt t="382663" x="4348163" y="3333750"/>
          <p14:tracePt t="382676" x="4381500" y="3244850"/>
          <p14:tracePt t="382687" x="4422775" y="3095625"/>
          <p14:tracePt t="382697" x="4449763" y="2979738"/>
          <p14:tracePt t="382709" x="4483100" y="2836863"/>
          <p14:tracePt t="382719" x="4518025" y="2687638"/>
          <p14:tracePt t="382731" x="4524375" y="2586038"/>
          <p14:tracePt t="382742" x="4538663" y="2462213"/>
          <p14:tracePt t="382753" x="4538663" y="2360613"/>
          <p14:tracePt t="382764" x="4538663" y="2292350"/>
          <p14:tracePt t="382776" x="4518025" y="2224088"/>
          <p14:tracePt t="382787" x="4503738" y="2190750"/>
          <p14:tracePt t="382798" x="4491038" y="2170113"/>
          <p14:tracePt t="382809" x="4491038" y="2157413"/>
          <p14:tracePt t="382821" x="4483100" y="2157413"/>
          <p14:tracePt t="383126" x="4491038" y="2157413"/>
          <p14:tracePt t="383136" x="4503738" y="2157413"/>
          <p14:tracePt t="383147" x="4524375" y="2157413"/>
          <p14:tracePt t="383159" x="4551363" y="2157413"/>
          <p14:tracePt t="383484" x="4557713" y="2149475"/>
          <p14:tracePt t="383496" x="4572000" y="2136775"/>
          <p14:tracePt t="383508" x="4586288" y="2116138"/>
          <p14:tracePt t="383519" x="4592638" y="2101850"/>
          <p14:tracePt t="383530" x="4592638" y="2089150"/>
          <p14:tracePt t="383541" x="4592638" y="2081213"/>
          <p14:tracePt t="383552" x="4572000" y="2068513"/>
          <p14:tracePt t="383563" x="4557713" y="2054225"/>
          <p14:tracePt t="383574" x="4538663" y="2054225"/>
          <p14:tracePt t="383586" x="4518025" y="2047875"/>
          <p14:tracePt t="383597" x="4503738" y="2033588"/>
          <p14:tracePt t="383608" x="4483100" y="2033588"/>
          <p14:tracePt t="383619" x="4470400" y="2020888"/>
          <p14:tracePt t="383630" x="4449763" y="2020888"/>
          <p14:tracePt t="383653" x="4435475" y="2033588"/>
          <p14:tracePt t="383664" x="4435475" y="2054225"/>
          <p14:tracePt t="383675" x="4422775" y="2101850"/>
          <p14:tracePt t="383687" x="4414838" y="2184400"/>
          <p14:tracePt t="383698" x="4414838" y="2279650"/>
          <p14:tracePt t="383709" x="4414838" y="2339975"/>
          <p14:tracePt t="383721" x="4414838" y="2395538"/>
          <p14:tracePt t="383732" x="4402138" y="2449513"/>
          <p14:tracePt t="383743" x="4402138" y="2482850"/>
          <p14:tracePt t="383755" x="4402138" y="2530475"/>
          <p14:tracePt t="383766" x="4387850" y="2565400"/>
          <p14:tracePt t="383777" x="4387850" y="2586038"/>
          <p14:tracePt t="383788" x="4381500" y="2613025"/>
          <p14:tracePt t="383799" x="4381500" y="2619375"/>
          <p14:tracePt t="383811" x="4367213" y="2633663"/>
          <p14:tracePt t="383822" x="4367213" y="2646363"/>
          <p14:tracePt t="383834" x="4367213" y="2652713"/>
          <p14:tracePt t="383856" x="4367213" y="2667000"/>
          <p14:tracePt t="383868" x="4367213" y="2681288"/>
          <p14:tracePt t="383889" x="4367213" y="2687638"/>
          <p14:tracePt t="383923" x="4367213" y="2700338"/>
          <p14:tracePt t="383934" x="4354513" y="2700338"/>
          <p14:tracePt t="383957" x="4348163" y="2714625"/>
          <p14:tracePt t="383979" x="4333875" y="2720975"/>
          <p14:tracePt t="383991" x="4319588" y="2735263"/>
          <p14:tracePt t="384002" x="4313238" y="2735263"/>
          <p14:tracePt t="384013" x="4300538" y="2747963"/>
          <p14:tracePt t="384024" x="4292600" y="2747963"/>
          <p14:tracePt t="384036" x="4279900" y="2755900"/>
          <p14:tracePt t="384047" x="4279900" y="2768600"/>
          <p14:tracePt t="384058" x="4265613" y="2782888"/>
          <p14:tracePt t="384069" x="4259263" y="2789238"/>
          <p14:tracePt t="384092" x="4259263" y="2803525"/>
          <p14:tracePt t="384103" x="4244975" y="2803525"/>
          <p14:tracePt t="384215" x="4259263" y="2803525"/>
          <p14:tracePt t="384227" x="4259263" y="2789238"/>
          <p14:tracePt t="384260" x="4259263" y="2782888"/>
          <p14:tracePt t="384283" x="4259263" y="2755900"/>
          <p14:tracePt t="384294" x="4259263" y="2735263"/>
          <p14:tracePt t="384305" x="4259263" y="2687638"/>
          <p14:tracePt t="384317" x="4259263" y="2586038"/>
          <p14:tracePt t="384328" x="4265613" y="2414588"/>
          <p14:tracePt t="384339" x="4279900" y="2244725"/>
          <p14:tracePt t="384350" x="4279900" y="2000250"/>
          <p14:tracePt t="384362" x="4279900" y="1776413"/>
          <p14:tracePt t="384373" x="4265613" y="1646238"/>
          <p14:tracePt t="384384" x="4265613" y="1524000"/>
          <p14:tracePt t="384396" x="4259263" y="1449388"/>
          <p14:tracePt t="384407" x="4259263" y="1401763"/>
          <p14:tracePt t="384418" x="4259263" y="1347788"/>
          <p14:tracePt t="384429" x="4244975" y="1285875"/>
          <p14:tracePt t="384441" x="4232275" y="1252538"/>
          <p14:tracePt t="384452" x="4224338" y="1231900"/>
          <p14:tracePt t="384463" x="4224338" y="1211263"/>
          <p14:tracePt t="384475" x="4224338" y="1196975"/>
          <p14:tracePt t="384486" x="4224338" y="1184275"/>
          <p14:tracePt t="384497" x="4211638" y="1184275"/>
          <p14:tracePt t="384621" x="4211638" y="1196975"/>
          <p14:tracePt t="384632" x="4197350" y="1217613"/>
          <p14:tracePt t="384643" x="4197350" y="1244600"/>
          <p14:tracePt t="384655" x="4197350" y="1265238"/>
          <p14:tracePt t="384666" x="4197350" y="1300163"/>
          <p14:tracePt t="384677" x="4197350" y="1333500"/>
          <p14:tracePt t="384688" x="4197350" y="1366838"/>
          <p14:tracePt t="384699" x="4197350" y="1387475"/>
          <p14:tracePt t="384711" x="4211638" y="1414463"/>
          <p14:tracePt t="384722" x="4211638" y="1422400"/>
          <p14:tracePt t="384744" x="4224338" y="1422400"/>
          <p14:tracePt t="384789" x="4224338" y="1414463"/>
          <p14:tracePt t="384812" x="4224338" y="1401763"/>
          <p14:tracePt t="384834" x="4224338" y="1387475"/>
          <p14:tracePt t="384879" x="4211638" y="1387475"/>
          <p14:tracePt t="384890" x="4197350" y="1401763"/>
          <p14:tracePt t="384903" x="4191000" y="1422400"/>
          <p14:tracePt t="384914" x="4176713" y="1449388"/>
          <p14:tracePt t="384926" x="4164013" y="1482725"/>
          <p14:tracePt t="384937" x="4164013" y="1503363"/>
          <p14:tracePt t="384947" x="4164013" y="1517650"/>
          <p14:tracePt t="384958" x="4191000" y="1538288"/>
          <p14:tracePt t="384970" x="4197350" y="1550988"/>
          <p14:tracePt t="384981" x="4224338" y="1550988"/>
          <p14:tracePt t="384993" x="4259263" y="1557338"/>
          <p14:tracePt t="385004" x="4292600" y="1557338"/>
          <p14:tracePt t="385015" x="4313238" y="1550988"/>
          <p14:tracePt t="385027" x="4333875" y="1538288"/>
          <p14:tracePt t="385037" x="4354513" y="1517650"/>
          <p14:tracePt t="385048" x="4354513" y="1503363"/>
          <p14:tracePt t="385060" x="4354513" y="1470025"/>
          <p14:tracePt t="385071" x="4354513" y="1449388"/>
          <p14:tracePt t="385082" x="4333875" y="1422400"/>
          <p14:tracePt t="385093" x="4319588" y="1414463"/>
          <p14:tracePt t="385104" x="4300538" y="1414463"/>
          <p14:tracePt t="385115" x="4292600" y="1414463"/>
          <p14:tracePt t="385127" x="4265613" y="1422400"/>
          <p14:tracePt t="385138" x="4259263" y="1449388"/>
          <p14:tracePt t="385149" x="4244975" y="1455738"/>
          <p14:tracePt t="385160" x="4244975" y="1490663"/>
          <p14:tracePt t="385172" x="4244975" y="1517650"/>
          <p14:tracePt t="385183" x="4259263" y="1538288"/>
          <p14:tracePt t="385194" x="4279900" y="1557338"/>
          <p14:tracePt t="385228" x="4313238" y="1571625"/>
          <p14:tracePt t="385231" x="4354513" y="1571625"/>
          <p14:tracePt t="385240" x="4387850" y="1571625"/>
          <p14:tracePt t="385244" x="4435475" y="1571625"/>
          <p14:tracePt t="385252" x="4456113" y="1557338"/>
          <p14:tracePt t="385262" x="4470400" y="1550988"/>
          <p14:tracePt t="385273" x="4483100" y="1524000"/>
          <p14:tracePt t="385286" x="4470400" y="1503363"/>
          <p14:tracePt t="385296" x="4456113" y="1490663"/>
          <p14:tracePt t="385307" x="4422775" y="1482725"/>
          <p14:tracePt t="385318" x="4381500" y="1470025"/>
          <p14:tracePt t="385329" x="4348163" y="1470025"/>
          <p14:tracePt t="385341" x="4300538" y="1482725"/>
          <p14:tracePt t="385352" x="4265613" y="1503363"/>
          <p14:tracePt t="385363" x="4244975" y="1517650"/>
          <p14:tracePt t="385374" x="4232275" y="1538288"/>
          <p14:tracePt t="385386" x="4232275" y="1557338"/>
          <p14:tracePt t="385397" x="4244975" y="1557338"/>
          <p14:tracePt t="385408" x="4259263" y="1577975"/>
          <p14:tracePt t="385419" x="4279900" y="1577975"/>
          <p14:tracePt t="385430" x="4300538" y="1592263"/>
          <p14:tracePt t="385442" x="4319588" y="1592263"/>
          <p14:tracePt t="385453" x="4333875" y="1592263"/>
          <p14:tracePt t="385464" x="4348163" y="1592263"/>
          <p14:tracePt t="385476" x="4348163" y="1577975"/>
          <p14:tracePt t="385487" x="4354513" y="1577975"/>
          <p14:tracePt t="385576" x="4348163" y="1577975"/>
          <p14:tracePt t="385599" x="4348163" y="1592263"/>
          <p14:tracePt t="385622" x="4333875" y="1604963"/>
          <p14:tracePt t="385644" x="4333875" y="1612900"/>
          <p14:tracePt t="385655" x="4333875" y="1625600"/>
          <p14:tracePt t="385667" x="4333875" y="1646238"/>
          <p14:tracePt t="385679" x="4333875" y="1660525"/>
          <p14:tracePt t="385689" x="4333875" y="1681163"/>
          <p14:tracePt t="385701" x="4333875" y="1693863"/>
          <p14:tracePt t="385713" x="4333875" y="1708150"/>
          <p14:tracePt t="385723" x="4333875" y="1728788"/>
          <p14:tracePt t="385734" x="4333875" y="1741488"/>
          <p14:tracePt t="385746" x="4333875" y="1747838"/>
          <p14:tracePt t="385757" x="4333875" y="1776413"/>
          <p14:tracePt t="385768" x="4333875" y="1795463"/>
          <p14:tracePt t="385780" x="4333875" y="1809750"/>
          <p14:tracePt t="385791" x="4333875" y="1830388"/>
          <p14:tracePt t="385802" x="4333875" y="1851025"/>
          <p14:tracePt t="385813" x="4333875" y="1878013"/>
          <p14:tracePt t="385824" x="4333875" y="1898650"/>
          <p14:tracePt t="385836" x="4333875" y="1919288"/>
          <p14:tracePt t="385847" x="4333875" y="1952625"/>
          <p14:tracePt t="385858" x="4333875" y="1979613"/>
          <p14:tracePt t="385869" x="4333875" y="2020888"/>
          <p14:tracePt t="385881" x="4333875" y="2054225"/>
          <p14:tracePt t="385892" x="4333875" y="2089150"/>
          <p14:tracePt t="385903" x="4319588" y="2136775"/>
          <p14:tracePt t="385914" x="4319588" y="2184400"/>
          <p14:tracePt t="385926" x="4319588" y="2211388"/>
          <p14:tracePt t="385937" x="4313238" y="2271713"/>
          <p14:tracePt t="385948" x="4313238" y="2327275"/>
          <p14:tracePt t="385959" x="4300538" y="2374900"/>
          <p14:tracePt t="385971" x="4300538" y="2449513"/>
          <p14:tracePt t="385982" x="4300538" y="2517775"/>
          <p14:tracePt t="385993" x="4300538" y="2565400"/>
          <p14:tracePt t="386004" x="4300538" y="2619375"/>
          <p14:tracePt t="386016" x="4300538" y="2667000"/>
          <p14:tracePt t="386027" x="4300538" y="2714625"/>
          <p14:tracePt t="386038" x="4300538" y="2735263"/>
          <p14:tracePt t="386049" x="4300538" y="2755900"/>
          <p14:tracePt t="386061" x="4300538" y="2768600"/>
          <p14:tracePt t="386072" x="4300538" y="2782888"/>
          <p14:tracePt t="386083" x="4313238" y="2782888"/>
          <p14:tracePt t="386128" x="4319588" y="2782888"/>
          <p14:tracePt t="386139" x="4313238" y="2782888"/>
          <p14:tracePt t="386151" x="4300538" y="2782888"/>
          <p14:tracePt t="386454" x="4292600" y="2782888"/>
          <p14:tracePt t="386467" x="4265613" y="2789238"/>
          <p14:tracePt t="386478" x="4259263" y="2789238"/>
          <p14:tracePt t="386488" x="4244975" y="2803525"/>
          <p14:tracePt t="386500" x="4244975" y="2824163"/>
          <p14:tracePt t="386511" x="4244975" y="2836863"/>
          <p14:tracePt t="386522" x="4259263" y="2857500"/>
          <p14:tracePt t="386534" x="4265613" y="2871788"/>
          <p14:tracePt t="386545" x="4292600" y="2890838"/>
          <p14:tracePt t="386556" x="4300538" y="2890838"/>
          <p14:tracePt t="386568" x="4313238" y="2905125"/>
          <p14:tracePt t="386578" x="4333875" y="2905125"/>
          <p14:tracePt t="386589" x="4348163" y="2905125"/>
          <p14:tracePt t="386601" x="4354513" y="2905125"/>
          <p14:tracePt t="386612" x="4367213" y="2890838"/>
          <p14:tracePt t="386623" x="4367213" y="2878138"/>
          <p14:tracePt t="386635" x="4367213" y="2857500"/>
          <p14:tracePt t="386645" x="4354513" y="2843213"/>
          <p14:tracePt t="386657" x="4348163" y="2824163"/>
          <p14:tracePt t="386668" x="4319588" y="2809875"/>
          <p14:tracePt t="386679" x="4300538" y="2803525"/>
          <p14:tracePt t="386691" x="4265613" y="2803525"/>
          <p14:tracePt t="386702" x="4259263" y="2803525"/>
          <p14:tracePt t="386713" x="4244975" y="2809875"/>
          <p14:tracePt t="386724" x="4232275" y="2824163"/>
          <p14:tracePt t="386736" x="4232275" y="2843213"/>
          <p14:tracePt t="386747" x="4244975" y="2871788"/>
          <p14:tracePt t="386758" x="4259263" y="2878138"/>
          <p14:tracePt t="386769" x="4279900" y="2890838"/>
          <p14:tracePt t="386780" x="4300538" y="2890838"/>
          <p14:tracePt t="386792" x="4319588" y="2890838"/>
          <p14:tracePt t="386803" x="4348163" y="2890838"/>
          <p14:tracePt t="386814" x="4367213" y="2878138"/>
          <p14:tracePt t="386825" x="4381500" y="2871788"/>
          <p14:tracePt t="386837" x="4381500" y="2857500"/>
          <p14:tracePt t="386848" x="4367213" y="2824163"/>
          <p14:tracePt t="386859" x="4354513" y="2803525"/>
          <p14:tracePt t="386871" x="4333875" y="2803525"/>
          <p14:tracePt t="386882" x="4313238" y="2789238"/>
          <p14:tracePt t="386893" x="4279900" y="2803525"/>
          <p14:tracePt t="386906" x="4265613" y="2803525"/>
          <p14:tracePt t="386916" x="4244975" y="2824163"/>
          <p14:tracePt t="386927" x="4224338" y="2843213"/>
          <p14:tracePt t="386938" x="4224338" y="2871788"/>
          <p14:tracePt t="386949" x="4224338" y="2878138"/>
          <p14:tracePt t="386961" x="4224338" y="2890838"/>
          <p14:tracePt t="386972" x="4224338" y="2905125"/>
          <p14:tracePt t="386984" x="4232275" y="2905125"/>
          <p14:tracePt t="386994" x="4244975" y="2905125"/>
          <p14:tracePt t="387005" x="4259263" y="2890838"/>
          <p14:tracePt t="387018" x="4265613" y="2878138"/>
          <p14:tracePt t="387028" x="4292600" y="2857500"/>
          <p14:tracePt t="387039" x="4300538" y="2836863"/>
          <p14:tracePt t="387051" x="4300538" y="2809875"/>
          <p14:tracePt t="387062" x="4300538" y="2789238"/>
          <p14:tracePt t="387073" x="4300538" y="2782888"/>
          <p14:tracePt t="387106" x="4292600" y="2782888"/>
          <p14:tracePt t="387118" x="4292600" y="2789238"/>
          <p14:tracePt t="387129" x="4279900" y="2789238"/>
          <p14:tracePt t="387140" x="4265613" y="2803525"/>
          <p14:tracePt t="387163" x="4259263" y="2809875"/>
          <p14:tracePt t="387241" x="4265613" y="2803525"/>
          <p14:tracePt t="387264" x="4265613" y="2789238"/>
          <p14:tracePt t="387275" x="4265613" y="2782888"/>
          <p14:tracePt t="387321" x="4259263" y="2782888"/>
          <p14:tracePt t="387323" x="4244975" y="2789238"/>
          <p14:tracePt t="387332" x="4232275" y="2789238"/>
          <p14:tracePt t="387343" x="4232275" y="2803525"/>
          <p14:tracePt t="387354" x="4224338" y="2809875"/>
          <p14:tracePt t="387365" x="4224338" y="2824163"/>
          <p14:tracePt t="387377" x="4224338" y="2836863"/>
          <p14:tracePt t="387389" x="4232275" y="2857500"/>
          <p14:tracePt t="387399" x="4244975" y="2871788"/>
          <p14:tracePt t="387411" x="4292600" y="2878138"/>
          <p14:tracePt t="387422" x="4354513" y="2911475"/>
          <p14:tracePt t="387433" x="4422775" y="2925763"/>
          <p14:tracePt t="387444" x="4572000" y="2959100"/>
          <p14:tracePt t="387456" x="4756150" y="2979738"/>
          <p14:tracePt t="387467" x="4919663" y="3006725"/>
          <p14:tracePt t="387478" x="5157788" y="3014663"/>
          <p14:tracePt t="387489" x="5408613" y="3027363"/>
          <p14:tracePt t="387502" x="5578475" y="3027363"/>
          <p14:tracePt t="387512" x="5803900" y="3027363"/>
          <p14:tracePt t="387523" x="6007100" y="3027363"/>
          <p14:tracePt t="387534" x="6129338" y="3027363"/>
          <p14:tracePt t="387545" x="6280150" y="3027363"/>
          <p14:tracePt t="387557" x="6402388" y="3027363"/>
          <p14:tracePt t="387568" x="6477000" y="3027363"/>
          <p14:tracePt t="387579" x="6578600" y="3027363"/>
          <p14:tracePt t="387591" x="6673850" y="3027363"/>
          <p14:tracePt t="387602" x="6748463" y="3041650"/>
          <p14:tracePt t="387613" x="6796088" y="3041650"/>
          <p14:tracePt t="387624" x="6851650" y="3041650"/>
          <p14:tracePt t="387635" x="6905625" y="3048000"/>
          <p14:tracePt t="387647" x="6938963" y="3048000"/>
          <p14:tracePt t="387658" x="6986588" y="3048000"/>
          <p14:tracePt t="387669" x="7021513" y="3062288"/>
          <p14:tracePt t="387680" x="7042150" y="3062288"/>
          <p14:tracePt t="387692" x="7075488" y="3062288"/>
          <p14:tracePt t="387703" x="7102475" y="3048000"/>
          <p14:tracePt t="387714" x="7110413" y="3048000"/>
          <p14:tracePt t="387725" x="7123113" y="3041650"/>
          <p14:tracePt t="387737" x="7137400" y="3027363"/>
          <p14:tracePt t="387748" x="7158038" y="3006725"/>
          <p14:tracePt t="387759" x="7170738" y="2994025"/>
          <p14:tracePt t="387772" x="7191375" y="2979738"/>
          <p14:tracePt t="387782" x="7212013" y="2973388"/>
          <p14:tracePt t="387793" x="7224713" y="2959100"/>
          <p14:tracePt t="387805" x="7245350" y="2946400"/>
          <p14:tracePt t="387816" x="7259638" y="2946400"/>
          <p14:tracePt t="387827" x="7272338" y="2938463"/>
          <p14:tracePt t="387838" x="7280275" y="2938463"/>
          <p14:tracePt t="387851" x="7292975" y="2925763"/>
          <p14:tracePt t="387861" x="7307263" y="2911475"/>
          <p14:tracePt t="387872" x="7327900" y="2911475"/>
          <p14:tracePt t="387883" x="7340600" y="2905125"/>
          <p14:tracePt t="387905" x="7348538" y="2890838"/>
          <p14:tracePt t="387917" x="7361238" y="2878138"/>
          <p14:tracePt t="387928" x="7367588" y="2857500"/>
          <p14:tracePt t="387939" x="7381875" y="2843213"/>
          <p14:tracePt t="387951" x="7396163" y="2824163"/>
          <p14:tracePt t="387962" x="7396163" y="2809875"/>
          <p14:tracePt t="387973" x="7402513" y="2789238"/>
          <p14:tracePt t="387984" x="7402513" y="2782888"/>
          <p14:tracePt t="388007" x="7402513" y="2768600"/>
          <p14:tracePt t="388018" x="7402513" y="2755900"/>
          <p14:tracePt t="388074" x="7396163" y="2755900"/>
          <p14:tracePt t="388085" x="7396163" y="2768600"/>
          <p14:tracePt t="388097" x="7381875" y="2782888"/>
          <p14:tracePt t="388108" x="7367588" y="2789238"/>
          <p14:tracePt t="388119" x="7367588" y="2809875"/>
          <p14:tracePt t="388131" x="7361238" y="2824163"/>
          <p14:tracePt t="388142" x="7367588" y="2824163"/>
          <p14:tracePt t="388153" x="7367588" y="2836863"/>
          <p14:tracePt t="388164" x="7381875" y="2843213"/>
          <p14:tracePt t="388176" x="7402513" y="2843213"/>
          <p14:tracePt t="388187" x="7429500" y="2857500"/>
          <p14:tracePt t="388198" x="7470775" y="2857500"/>
          <p14:tracePt t="388209" x="7504113" y="2857500"/>
          <p14:tracePt t="388221" x="7539038" y="2843213"/>
          <p14:tracePt t="388232" x="7572375" y="2824163"/>
          <p14:tracePt t="388243" x="7599363" y="2809875"/>
          <p14:tracePt t="388254" x="7599363" y="2789238"/>
          <p14:tracePt t="388265" x="7599363" y="2768600"/>
          <p14:tracePt t="388277" x="7599363" y="2755900"/>
          <p14:tracePt t="388288" x="7572375" y="2747963"/>
          <p14:tracePt t="388299" x="7551738" y="2735263"/>
          <p14:tracePt t="388311" x="7531100" y="2720975"/>
          <p14:tracePt t="388322" x="7497763" y="2720975"/>
          <p14:tracePt t="388333" x="7450138" y="2735263"/>
          <p14:tracePt t="388344" x="7429500" y="2747963"/>
          <p14:tracePt t="388367" x="7381875" y="2768600"/>
          <p14:tracePt t="388369" x="7361238" y="2803525"/>
          <p14:tracePt t="388379" x="7348538" y="2824163"/>
          <p14:tracePt t="388390" x="7348538" y="2857500"/>
          <p14:tracePt t="388402" x="7348538" y="2878138"/>
          <p14:tracePt t="388412" x="7361238" y="2905125"/>
          <p14:tracePt t="388423" x="7381875" y="2911475"/>
          <p14:tracePt t="388436" x="7415213" y="2925763"/>
          <p14:tracePt t="388446" x="7435850" y="2925763"/>
          <p14:tracePt t="388458" x="7483475" y="2925763"/>
          <p14:tracePt t="388468" x="7518400" y="2911475"/>
          <p14:tracePt t="388479" x="7551738" y="2905125"/>
          <p14:tracePt t="388491" x="7566025" y="2890838"/>
          <p14:tracePt t="388502" x="7572375" y="2871788"/>
          <p14:tracePt t="388513" x="7586663" y="2857500"/>
          <p14:tracePt t="388525" x="7572375" y="2836863"/>
          <p14:tracePt t="388537" x="7572375" y="2824163"/>
          <p14:tracePt t="388547" x="7566025" y="2824163"/>
          <p14:tracePt t="388558" x="7551738" y="2824163"/>
          <p14:tracePt t="388569" x="7531100" y="2824163"/>
          <p14:tracePt t="388580" x="7504113" y="2824163"/>
          <p14:tracePt t="388592" x="7497763" y="2836863"/>
          <p14:tracePt t="388603" x="7470775" y="2857500"/>
          <p14:tracePt t="388614" x="7450138" y="2890838"/>
          <p14:tracePt t="388626" x="7450138" y="2905125"/>
          <p14:tracePt t="388637" x="7450138" y="2925763"/>
          <p14:tracePt t="388648" x="7450138" y="2938463"/>
          <p14:tracePt t="388659" x="7450138" y="2946400"/>
          <p14:tracePt t="388671" x="7470775" y="2959100"/>
          <p14:tracePt t="388682" x="7497763" y="2959100"/>
          <p14:tracePt t="388693" x="7518400" y="2959100"/>
          <p14:tracePt t="388704" x="7539038" y="2959100"/>
          <p14:tracePt t="388716" x="7566025" y="2946400"/>
          <p14:tracePt t="388727" x="7586663" y="2938463"/>
          <p14:tracePt t="388738" x="7599363" y="2911475"/>
          <p14:tracePt t="388749" x="7599363" y="2890838"/>
          <p14:tracePt t="388760" x="7599363" y="2871788"/>
          <p14:tracePt t="388772" x="7586663" y="2843213"/>
          <p14:tracePt t="388783" x="7551738" y="2836863"/>
          <p14:tracePt t="388794" x="7531100" y="2824163"/>
          <p14:tracePt t="388806" x="7504113" y="2824163"/>
          <p14:tracePt t="388828" x="7470775" y="2824163"/>
          <p14:tracePt t="388830" x="7450138" y="2836863"/>
          <p14:tracePt t="388840" x="7429500" y="2843213"/>
          <p14:tracePt t="388852" x="7415213" y="2871788"/>
          <p14:tracePt t="388862" x="7402513" y="2890838"/>
          <p14:tracePt t="388873" x="7402513" y="2905125"/>
          <p14:tracePt t="388884" x="7415213" y="2911475"/>
          <p14:tracePt t="388895" x="7429500" y="2925763"/>
          <p14:tracePt t="388908" x="7435850" y="2938463"/>
          <p14:tracePt t="388918" x="7462838" y="2938463"/>
          <p14:tracePt t="388929" x="7483475" y="2938463"/>
          <p14:tracePt t="388941" x="7504113" y="2938463"/>
          <p14:tracePt t="388952" x="7531100" y="2925763"/>
          <p14:tracePt t="388963" x="7551738" y="2911475"/>
          <p14:tracePt t="388975" x="7566025" y="2890838"/>
          <p14:tracePt t="388985" x="7572375" y="2878138"/>
          <p14:tracePt t="388997" x="7572375" y="2857500"/>
          <p14:tracePt t="389008" x="7566025" y="2836863"/>
          <p14:tracePt t="389019" x="7539038" y="2824163"/>
          <p14:tracePt t="389031" x="7518400" y="2809875"/>
          <p14:tracePt t="389042" x="7497763" y="2809875"/>
          <p14:tracePt t="389053" x="7483475" y="2809875"/>
          <p14:tracePt t="389064" x="7462838" y="2824163"/>
          <p14:tracePt t="389076" x="7450138" y="2843213"/>
          <p14:tracePt t="389087" x="7435850" y="2857500"/>
          <p14:tracePt t="389098" x="7435850" y="2890838"/>
          <p14:tracePt t="389109" x="7450138" y="2925763"/>
          <p14:tracePt t="389121" x="7462838" y="2938463"/>
          <p14:tracePt t="389132" x="7470775" y="2959100"/>
          <p14:tracePt t="389143" x="7497763" y="2959100"/>
          <p14:tracePt t="389154" x="7518400" y="2959100"/>
          <p14:tracePt t="389166" x="7539038" y="2959100"/>
          <p14:tracePt t="389177" x="7551738" y="2946400"/>
          <p14:tracePt t="389188" x="7566025" y="2938463"/>
          <p14:tracePt t="389199" x="7572375" y="2911475"/>
          <p14:tracePt t="389210" x="7572375" y="2878138"/>
          <p14:tracePt t="389222" x="7566025" y="2843213"/>
          <p14:tracePt t="389233" x="7551738" y="2824163"/>
          <p14:tracePt t="389244" x="7539038" y="2803525"/>
          <p14:tracePt t="389255" x="7518400" y="2803525"/>
          <p14:tracePt t="389267" x="7504113" y="2789238"/>
          <p14:tracePt t="389278" x="7483475" y="2803525"/>
          <p14:tracePt t="389290" x="7462838" y="2803525"/>
          <p14:tracePt t="389300" x="7450138" y="2809875"/>
          <p14:tracePt t="389312" x="7435850" y="2836863"/>
          <p14:tracePt t="389325" x="7435850" y="2857500"/>
          <p14:tracePt t="389334" x="7435850" y="2871788"/>
          <p14:tracePt t="389346" x="7435850" y="2878138"/>
          <p14:tracePt t="389358" x="7450138" y="2878138"/>
          <p14:tracePt t="389368" x="7470775" y="2878138"/>
          <p14:tracePt t="389379" x="7497763" y="2878138"/>
          <p14:tracePt t="389392" x="7531100" y="2878138"/>
          <p14:tracePt t="389424" x="7539038" y="2871788"/>
          <p14:tracePt t="389427" x="7566025" y="2857500"/>
          <p14:tracePt t="389436" x="7572375" y="2836863"/>
          <p14:tracePt t="389442" x="7572375" y="2824163"/>
          <p14:tracePt t="389448" x="7572375" y="2803525"/>
          <p14:tracePt t="389460" x="7566025" y="2789238"/>
          <p14:tracePt t="389471" x="7551738" y="2789238"/>
          <p14:tracePt t="389481" x="7539038" y="2789238"/>
          <p14:tracePt t="389492" x="7518400" y="2789238"/>
          <p14:tracePt t="389503" x="7504113" y="2803525"/>
          <p14:tracePt t="389514" x="7497763" y="2809875"/>
          <p14:tracePt t="389526" x="7483475" y="2836863"/>
          <p14:tracePt t="389537" x="7483475" y="2843213"/>
          <p14:tracePt t="389548" x="7483475" y="2857500"/>
          <p14:tracePt t="389559" x="7497763" y="2871788"/>
          <p14:tracePt t="389571" x="7504113" y="2871788"/>
          <p14:tracePt t="389582" x="7504113" y="2878138"/>
          <p14:tracePt t="389593" x="7518400" y="2878138"/>
          <p14:tracePt t="389604" x="7531100" y="2878138"/>
          <p14:tracePt t="389615" x="7531100" y="2871788"/>
          <p14:tracePt t="389638" x="7531100" y="2857500"/>
          <p14:tracePt t="389660" x="7531100" y="2843213"/>
          <p14:tracePt t="389672" x="7531100" y="2836863"/>
          <p14:tracePt t="389683" x="7518400" y="2836863"/>
          <p14:tracePt t="389694" x="7504113" y="2836863"/>
          <p14:tracePt t="389706" x="7483475" y="2843213"/>
          <p14:tracePt t="389717" x="7470775" y="2843213"/>
          <p14:tracePt t="389728" x="7450138" y="2857500"/>
          <p14:tracePt t="389739" x="7435850" y="2871788"/>
          <p14:tracePt t="389762" x="7435850" y="2878138"/>
          <p14:tracePt t="389795" x="7450138" y="2878138"/>
          <p14:tracePt t="389808" x="7462838" y="2878138"/>
          <p14:tracePt t="389818" x="7470775" y="2878138"/>
          <p14:tracePt t="389829" x="7483475" y="2878138"/>
          <p14:tracePt t="389841" x="7497763" y="2871788"/>
          <p14:tracePt t="389863" x="7504113" y="2857500"/>
          <p14:tracePt t="389875" x="7504113" y="2843213"/>
          <p14:tracePt t="389886" x="7497763" y="2836863"/>
          <p14:tracePt t="389897" x="7497763" y="2824163"/>
          <p14:tracePt t="389908" x="7483475" y="2824163"/>
          <p14:tracePt t="389919" x="7470775" y="2824163"/>
          <p14:tracePt t="389942" x="7462838" y="2836863"/>
          <p14:tracePt t="389953" x="7450138" y="2843213"/>
          <p14:tracePt t="389964" x="7435850" y="2857500"/>
          <p14:tracePt t="389975" x="7435850" y="2878138"/>
          <p14:tracePt t="389987" x="7435850" y="2890838"/>
          <p14:tracePt t="389998" x="7450138" y="2890838"/>
          <p14:tracePt t="390009" x="7450138" y="2905125"/>
          <p14:tracePt t="390021" x="7462838" y="2905125"/>
          <p14:tracePt t="390032" x="7470775" y="2905125"/>
          <p14:tracePt t="390043" x="7483475" y="2905125"/>
          <p14:tracePt t="390054" x="7483475" y="2890838"/>
          <p14:tracePt t="390065" x="7497763" y="2878138"/>
          <p14:tracePt t="390077" x="7497763" y="2871788"/>
          <p14:tracePt t="390088" x="7504113" y="2871788"/>
          <p14:tracePt t="390099" x="7504113" y="2843213"/>
          <p14:tracePt t="390122" x="7497763" y="2824163"/>
          <p14:tracePt t="390133" x="7483475" y="2809875"/>
          <p14:tracePt t="390144" x="7470775" y="2809875"/>
          <p14:tracePt t="390156" x="7462838" y="2809875"/>
          <p14:tracePt t="390167" x="7435850" y="2809875"/>
          <p14:tracePt t="390178" x="7415213" y="2809875"/>
          <p14:tracePt t="390189" x="7402513" y="2824163"/>
          <p14:tracePt t="390201" x="7396163" y="2836863"/>
          <p14:tracePt t="390212" x="7396163" y="2843213"/>
          <p14:tracePt t="390223" x="7396163" y="2871788"/>
          <p14:tracePt t="390234" x="7396163" y="2878138"/>
          <p14:tracePt t="390245" x="7415213" y="2878138"/>
          <p14:tracePt t="390258" x="7435850" y="2890838"/>
          <p14:tracePt t="390268" x="7462838" y="2905125"/>
          <p14:tracePt t="390279" x="7497763" y="2905125"/>
          <p14:tracePt t="390291" x="7531100" y="2890838"/>
          <p14:tracePt t="390302" x="7551738" y="2890838"/>
          <p14:tracePt t="390313" x="7572375" y="2878138"/>
          <p14:tracePt t="390325" x="7599363" y="2871788"/>
          <p14:tracePt t="390336" x="7599363" y="2857500"/>
          <p14:tracePt t="390347" x="7599363" y="2836863"/>
          <p14:tracePt t="390358" x="7586663" y="2824163"/>
          <p14:tracePt t="390369" x="7566025" y="2809875"/>
          <p14:tracePt t="390381" x="7539038" y="2809875"/>
          <p14:tracePt t="390392" x="7518400" y="2809875"/>
          <p14:tracePt t="390403" x="7483475" y="2809875"/>
          <p14:tracePt t="390414" x="7450138" y="2824163"/>
          <p14:tracePt t="390426" x="7429500" y="2836863"/>
          <p14:tracePt t="390437" x="7402513" y="2843213"/>
          <p14:tracePt t="390470" x="7396163" y="2871788"/>
          <p14:tracePt t="390475" x="7396163" y="2878138"/>
          <p14:tracePt t="390482" x="7402513" y="2905125"/>
          <p14:tracePt t="390486" x="7415213" y="2905125"/>
          <p14:tracePt t="390494" x="7435850" y="2911475"/>
          <p14:tracePt t="390505" x="7483475" y="2911475"/>
          <p14:tracePt t="390516" x="7539038" y="2911475"/>
          <p14:tracePt t="390528" x="7586663" y="2905125"/>
          <p14:tracePt t="390539" x="7620000" y="2890838"/>
          <p14:tracePt t="390549" x="7653338" y="2878138"/>
          <p14:tracePt t="390561" x="7653338" y="2871788"/>
          <p14:tracePt t="390572" x="7653338" y="2843213"/>
          <p14:tracePt t="390585" x="7640638" y="2836863"/>
          <p14:tracePt t="390594" x="7634288" y="2824163"/>
          <p14:tracePt t="390605" x="7599363" y="2824163"/>
          <p14:tracePt t="390617" x="7572375" y="2824163"/>
          <p14:tracePt t="390628" x="7551738" y="2824163"/>
          <p14:tracePt t="390639" x="7539038" y="2836863"/>
          <p14:tracePt t="390651" x="7531100" y="2843213"/>
          <p14:tracePt t="390662" x="7531100" y="2857500"/>
          <p14:tracePt t="390673" x="7531100" y="2871788"/>
          <p14:tracePt t="390684" x="7518400" y="2878138"/>
          <p14:tracePt t="390696" x="7504113" y="2871788"/>
          <p14:tracePt t="390909" x="7504113" y="2878138"/>
          <p14:tracePt t="390921" x="7518400" y="2878138"/>
          <p14:tracePt t="390932" x="7551738" y="2878138"/>
          <p14:tracePt t="390954" x="7586663" y="2878138"/>
          <p14:tracePt t="390966" x="7586663" y="2871788"/>
          <p14:tracePt t="390979" x="7586663" y="2857500"/>
          <p14:tracePt t="390988" x="7586663" y="2843213"/>
          <p14:tracePt t="390999" x="7572375" y="2836863"/>
          <p14:tracePt t="391011" x="7551738" y="2809875"/>
          <p14:tracePt t="391022" x="7518400" y="2803525"/>
          <p14:tracePt t="391033" x="7470775" y="2789238"/>
          <p14:tracePt t="391045" x="7435850" y="2782888"/>
          <p14:tracePt t="391056" x="7402513" y="2782888"/>
          <p14:tracePt t="391067" x="7367588" y="2782888"/>
          <p14:tracePt t="391078" x="7361238" y="2789238"/>
          <p14:tracePt t="391089" x="7340600" y="2803525"/>
          <p14:tracePt t="391100" x="7340600" y="2824163"/>
          <p14:tracePt t="391112" x="7340600" y="2836863"/>
          <p14:tracePt t="391123" x="7348538" y="2843213"/>
          <p14:tracePt t="391134" x="7381875" y="2857500"/>
          <p14:tracePt t="391146" x="7402513" y="2871788"/>
          <p14:tracePt t="391157" x="7450138" y="2878138"/>
          <p14:tracePt t="391168" x="7497763" y="2878138"/>
          <p14:tracePt t="391179" x="7539038" y="2878138"/>
          <p14:tracePt t="391191" x="7586663" y="2871788"/>
          <p14:tracePt t="391202" x="7620000" y="2857500"/>
          <p14:tracePt t="391213" x="7634288" y="2843213"/>
          <p14:tracePt t="391224" x="7640638" y="2836863"/>
          <p14:tracePt t="391236" x="7634288" y="2809875"/>
          <p14:tracePt t="391247" x="7634288" y="2803525"/>
          <p14:tracePt t="391258" x="7605713" y="2789238"/>
          <p14:tracePt t="391269" x="7572375" y="2789238"/>
          <p14:tracePt t="391281" x="7551738" y="2782888"/>
          <p14:tracePt t="391292" x="7531100" y="2789238"/>
          <p14:tracePt t="391303" x="7504113" y="2803525"/>
          <p14:tracePt t="391314" x="7483475" y="2809875"/>
          <p14:tracePt t="391326" x="7483475" y="2836863"/>
          <p14:tracePt t="391337" x="7470775" y="2857500"/>
          <p14:tracePt t="391348" x="7470775" y="2871788"/>
          <p14:tracePt t="391359" x="7483475" y="2878138"/>
          <p14:tracePt t="391371" x="7497763" y="2890838"/>
          <p14:tracePt t="391382" x="7504113" y="2890838"/>
          <p14:tracePt t="391394" x="7518400" y="2905125"/>
          <p14:tracePt t="391404" x="7531100" y="2905125"/>
          <p14:tracePt t="391415" x="7539038" y="2890838"/>
          <p14:tracePt t="391438" x="7551738" y="2890838"/>
          <p14:tracePt t="391449" x="7551738" y="2878138"/>
          <p14:tracePt t="391494" x="7551738" y="2890838"/>
          <p14:tracePt t="391518" x="7539038" y="2911475"/>
          <p14:tracePt t="391528" x="7539038" y="2938463"/>
          <p14:tracePt t="391539" x="7539038" y="2973388"/>
          <p14:tracePt t="391550" x="7531100" y="3027363"/>
          <p14:tracePt t="391562" x="7518400" y="3081338"/>
          <p14:tracePt t="391573" x="7518400" y="3128963"/>
          <p14:tracePt t="391584" x="7518400" y="3176588"/>
          <p14:tracePt t="391596" x="7518400" y="3197225"/>
          <p14:tracePt t="391607" x="7518400" y="3217863"/>
          <p14:tracePt t="391618" x="7518400" y="3232150"/>
          <p14:tracePt t="391629" x="7518400" y="3252788"/>
          <p14:tracePt t="391641" x="7518400" y="3265488"/>
          <p14:tracePt t="391652" x="7518400" y="3286125"/>
          <p14:tracePt t="391663" x="7518400" y="3300413"/>
          <p14:tracePt t="391686" x="7518400" y="3313113"/>
          <p14:tracePt t="391708" x="7518400" y="3319463"/>
          <p14:tracePt t="391719" x="7518400" y="3333750"/>
          <p14:tracePt t="391731" x="7518400" y="3348038"/>
          <p14:tracePt t="391742" x="7518400" y="3354388"/>
          <p14:tracePt t="391753" x="7518400" y="3367088"/>
          <p14:tracePt t="391764" x="7518400" y="3381375"/>
          <p14:tracePt t="391776" x="7518400" y="3387725"/>
          <p14:tracePt t="391787" x="7518400" y="3402013"/>
          <p14:tracePt t="391798" x="7518400" y="3422650"/>
          <p14:tracePt t="391809" x="7518400" y="3435350"/>
          <p14:tracePt t="391821" x="7518400" y="3455988"/>
          <p14:tracePt t="391832" x="7518400" y="3490913"/>
          <p14:tracePt t="391843" x="7518400" y="3503613"/>
          <p14:tracePt t="391854" x="7518400" y="3524250"/>
          <p14:tracePt t="391866" x="7518400" y="3538538"/>
          <p14:tracePt t="391877" x="7518400" y="3544888"/>
          <p14:tracePt t="391888" x="7518400" y="3557588"/>
          <p14:tracePt t="391899" x="7518400" y="3571875"/>
          <p14:tracePt t="391911" x="7518400" y="3578225"/>
          <p14:tracePt t="391922" x="7518400" y="3592513"/>
          <p14:tracePt t="391933" x="7518400" y="3605213"/>
          <p14:tracePt t="391946" x="7518400" y="3613150"/>
          <p14:tracePt t="391967" x="7504113" y="3625850"/>
          <p14:tracePt t="391979" x="7504113" y="3640138"/>
          <p14:tracePt t="391989" x="7504113" y="3646488"/>
          <p14:tracePt t="392001" x="7504113" y="3660775"/>
          <p14:tracePt t="392013" x="7504113" y="3673475"/>
          <p14:tracePt t="392023" x="7504113" y="3681413"/>
          <p14:tracePt t="392034" x="7504113" y="3694113"/>
          <p14:tracePt t="392046" x="7504113" y="3708400"/>
          <p14:tracePt t="392057" x="7504113" y="3714750"/>
          <p14:tracePt t="392079" x="7504113" y="3729038"/>
          <p14:tracePt t="392082" x="7504113" y="3741738"/>
          <p14:tracePt t="392091" x="7504113" y="3748088"/>
          <p14:tracePt t="392103" x="7504113" y="3776663"/>
          <p14:tracePt t="392113" x="7504113" y="3783013"/>
          <p14:tracePt t="392124" x="7504113" y="3810000"/>
          <p14:tracePt t="392136" x="7504113" y="3816350"/>
          <p14:tracePt t="392147" x="7518400" y="3843338"/>
          <p14:tracePt t="392158" x="7518400" y="3863975"/>
          <p14:tracePt t="392169" x="7518400" y="3884613"/>
          <p14:tracePt t="392181" x="7531100" y="3898900"/>
          <p14:tracePt t="392430" x="7518400" y="3884613"/>
          <p14:tracePt t="392451" x="7518400" y="3878263"/>
          <p14:tracePt t="392462" x="7504113" y="3863975"/>
          <p14:tracePt t="392473" x="7497763" y="3843338"/>
          <p14:tracePt t="392484" x="7483475" y="3830638"/>
          <p14:tracePt t="392496" x="7462838" y="3810000"/>
          <p14:tracePt t="392508" x="7435850" y="3795713"/>
          <p14:tracePt t="392529" x="7429500" y="3783013"/>
          <p14:tracePt t="392532" x="7402513" y="3783013"/>
          <p14:tracePt t="392541" x="7402513" y="3776663"/>
          <p14:tracePt t="392563" x="7396163" y="3776663"/>
          <p14:tracePt t="392575" x="7381875" y="3783013"/>
          <p14:tracePt t="392586" x="7381875" y="3795713"/>
          <p14:tracePt t="392600" x="7367588" y="3810000"/>
          <p14:tracePt t="392610" x="7361238" y="3816350"/>
          <p14:tracePt t="392631" x="7361238" y="3830638"/>
          <p14:tracePt t="392642" x="7361238" y="3843338"/>
          <p14:tracePt t="392664" x="7367588" y="3843338"/>
          <p14:tracePt t="392687" x="7381875" y="3843338"/>
          <p14:tracePt t="392698" x="7396163" y="3843338"/>
          <p14:tracePt t="392709" x="7402513" y="3843338"/>
          <p14:tracePt t="392721" x="7429500" y="3830638"/>
          <p14:tracePt t="392732" x="7435850" y="3816350"/>
          <p14:tracePt t="392743" x="7450138" y="3810000"/>
          <p14:tracePt t="392754" x="7462838" y="3795713"/>
          <p14:tracePt t="392765" x="7470775" y="3795713"/>
          <p14:tracePt t="392777" x="7470775" y="3783013"/>
          <p14:tracePt t="392788" x="7462838" y="3776663"/>
          <p14:tracePt t="392799" x="7462838" y="3762375"/>
          <p14:tracePt t="392810" x="7450138" y="3762375"/>
          <p14:tracePt t="392844" x="7435850" y="3762375"/>
          <p14:tracePt t="392855" x="7435850" y="3776663"/>
          <p14:tracePt t="392867" x="7429500" y="3783013"/>
          <p14:tracePt t="392878" x="7429500" y="3795713"/>
          <p14:tracePt t="392889" x="7415213" y="3810000"/>
          <p14:tracePt t="392901" x="7415213" y="3816350"/>
          <p14:tracePt t="392923" x="7429500" y="3830638"/>
          <p14:tracePt t="392956" x="7435850" y="3843338"/>
          <p14:tracePt t="392968" x="7450138" y="3843338"/>
          <p14:tracePt t="392990" x="7462838" y="3843338"/>
          <p14:tracePt t="393002" x="7470775" y="3830638"/>
          <p14:tracePt t="393452" x="7462838" y="3816350"/>
          <p14:tracePt t="393464" x="7450138" y="3795713"/>
          <p14:tracePt t="393475" x="7435850" y="3776663"/>
          <p14:tracePt t="393486" x="7381875" y="3714750"/>
          <p14:tracePt t="393497" x="7272338" y="3605213"/>
          <p14:tracePt t="393508" x="7137400" y="3470275"/>
          <p14:tracePt t="393520" x="6843713" y="3217863"/>
          <p14:tracePt t="393531" x="6491288" y="2925763"/>
          <p14:tracePt t="393542" x="6211888" y="2714625"/>
          <p14:tracePt t="393554" x="5837238" y="2408238"/>
          <p14:tracePt t="393564" x="5551488" y="2184400"/>
          <p14:tracePt t="393576" x="5381625" y="2033588"/>
          <p14:tracePt t="393588" x="5205413" y="1878013"/>
          <p14:tracePt t="393609" x="5068888" y="1747838"/>
          <p14:tracePt t="393612" x="5014913" y="1681163"/>
          <p14:tracePt t="393621" x="4953000" y="1612900"/>
          <p14:tracePt t="393632" x="4932363" y="1571625"/>
          <p14:tracePt t="393644" x="4919663" y="1550988"/>
          <p14:tracePt t="393655" x="4919663" y="1538288"/>
          <p14:tracePt t="393667" x="4919663" y="1517650"/>
          <p14:tracePt t="393688" x="4932363" y="1503363"/>
          <p14:tracePt t="393699" x="4932363" y="1490663"/>
          <p14:tracePt t="393711" x="4946650" y="1482725"/>
          <p14:tracePt t="393722" x="4946650" y="1470025"/>
          <p14:tracePt t="393733" x="4953000" y="1470025"/>
          <p14:tracePt t="393744" x="4967288" y="1455738"/>
          <p14:tracePt t="393756" x="4979988" y="1449388"/>
          <p14:tracePt t="393767" x="4979988" y="1435100"/>
          <p14:tracePt t="393778" x="4986338" y="1414463"/>
          <p14:tracePt t="393790" x="4986338" y="1381125"/>
          <p14:tracePt t="393801" x="4986338" y="1333500"/>
          <p14:tracePt t="393812" x="4986338" y="1300163"/>
          <p14:tracePt t="393823" x="4986338" y="1285875"/>
          <p14:tracePt t="393834" x="5000625" y="1285875"/>
          <p14:tracePt t="393846" x="5000625" y="1279525"/>
          <p14:tracePt t="393857" x="5014913" y="1279525"/>
          <p14:tracePt t="393868" x="5021263" y="1285875"/>
          <p14:tracePt t="393880" x="5054600" y="1300163"/>
          <p14:tracePt t="393891" x="5089525" y="1319213"/>
          <p14:tracePt t="393902" x="5170488" y="1354138"/>
          <p14:tracePt t="393913" x="5286375" y="1414463"/>
          <p14:tracePt t="393924" x="5375275" y="1449388"/>
          <p14:tracePt t="393936" x="5483225" y="1482725"/>
          <p14:tracePt t="393947" x="5586413" y="1517650"/>
          <p14:tracePt t="393958" x="5646738" y="1538288"/>
          <p14:tracePt t="393970" x="5688013" y="1550988"/>
          <p14:tracePt t="393981" x="5715000" y="1557338"/>
          <p14:tracePt t="394048" x="5715000" y="1550988"/>
          <p14:tracePt t="394070" x="5715000" y="1538288"/>
          <p14:tracePt t="394093" x="5715000" y="1524000"/>
          <p14:tracePt t="394104" x="5715000" y="1517650"/>
          <p14:tracePt t="394126" x="5715000" y="1503363"/>
          <p14:tracePt t="394239" x="5700713" y="1503363"/>
          <p14:tracePt t="394250" x="5688013" y="1517650"/>
          <p14:tracePt t="394262" x="5688013" y="1524000"/>
          <p14:tracePt t="394284" x="5688013" y="1538288"/>
          <p14:tracePt t="394295" x="5688013" y="1550988"/>
          <p14:tracePt t="394307" x="5700713" y="1550988"/>
          <p14:tracePt t="394318" x="5721350" y="1550988"/>
          <p14:tracePt t="394329" x="5756275" y="1550988"/>
          <p14:tracePt t="394340" x="5789613" y="1550988"/>
          <p14:tracePt t="394352" x="5816600" y="1538288"/>
          <p14:tracePt t="394363" x="5837238" y="1524000"/>
          <p14:tracePt t="394374" x="5843588" y="1503363"/>
          <p14:tracePt t="394386" x="5843588" y="1490663"/>
          <p14:tracePt t="394397" x="5837238" y="1482725"/>
          <p14:tracePt t="394408" x="5824538" y="1470025"/>
          <p14:tracePt t="394419" x="5816600" y="1455738"/>
          <p14:tracePt t="394431" x="5789613" y="1455738"/>
          <p14:tracePt t="394442" x="5756275" y="1455738"/>
          <p14:tracePt t="394453" x="5748338" y="1455738"/>
          <p14:tracePt t="394464" x="5721350" y="1470025"/>
          <p14:tracePt t="394476" x="5715000" y="1482725"/>
          <p14:tracePt t="394487" x="5715000" y="1490663"/>
          <p14:tracePt t="394498" x="5715000" y="1517650"/>
          <p14:tracePt t="394509" x="5721350" y="1538288"/>
          <p14:tracePt t="394520" x="5748338" y="1550988"/>
          <p14:tracePt t="394532" x="5756275" y="1557338"/>
          <p14:tracePt t="394546" x="5789613" y="1571625"/>
          <p14:tracePt t="394555" x="5824538" y="1571625"/>
          <p14:tracePt t="394566" x="5843588" y="1571625"/>
          <p14:tracePt t="394578" x="5872163" y="1571625"/>
          <p14:tracePt t="394588" x="5891213" y="1557338"/>
          <p14:tracePt t="394599" x="5905500" y="1550988"/>
          <p14:tracePt t="394611" x="5905500" y="1524000"/>
          <p14:tracePt t="394622" x="5891213" y="1503363"/>
          <p14:tracePt t="394633" x="5878513" y="1482725"/>
          <p14:tracePt t="394667" x="5857875" y="1470025"/>
          <p14:tracePt t="394669" x="5824538" y="1455738"/>
          <p14:tracePt t="394679" x="5803900" y="1455738"/>
          <p14:tracePt t="394684" x="5783263" y="1470025"/>
          <p14:tracePt t="394690" x="5768975" y="1482725"/>
          <p14:tracePt t="394701" x="5756275" y="1490663"/>
          <p14:tracePt t="394712" x="5756275" y="1517650"/>
          <p14:tracePt t="394724" x="5768975" y="1538288"/>
          <p14:tracePt t="394736" x="5783263" y="1557338"/>
          <p14:tracePt t="394746" x="5816600" y="1571625"/>
          <p14:tracePt t="394757" x="5843588" y="1577975"/>
          <p14:tracePt t="394768" x="5878513" y="1592263"/>
          <p14:tracePt t="394779" x="5938838" y="1592263"/>
          <p14:tracePt t="394791" x="5980113" y="1592263"/>
          <p14:tracePt t="394802" x="6007100" y="1577975"/>
          <p14:tracePt t="394813" x="6015038" y="1557338"/>
          <p14:tracePt t="394824" x="6015038" y="1550988"/>
          <p14:tracePt t="394836" x="6007100" y="1517650"/>
          <p14:tracePt t="394847" x="5994400" y="1503363"/>
          <p14:tracePt t="394858" x="5973763" y="1482725"/>
          <p14:tracePt t="394869" x="5946775" y="1482725"/>
          <p14:tracePt t="394881" x="5938838" y="1482725"/>
          <p14:tracePt t="394892" x="5926138" y="1490663"/>
          <p14:tracePt t="394903" x="5911850" y="1490663"/>
          <p14:tracePt t="394914" x="5911850" y="1503363"/>
          <p14:tracePt t="394926" x="5911850" y="1524000"/>
          <p14:tracePt t="394937" x="5911850" y="1550988"/>
          <p14:tracePt t="394948" x="5911850" y="1571625"/>
          <p14:tracePt t="394959" x="5926138" y="1577975"/>
          <p14:tracePt t="394971" x="5946775" y="1604963"/>
          <p14:tracePt t="394982" x="5959475" y="1604963"/>
          <p14:tracePt t="394995" x="5980113" y="1612900"/>
          <p14:tracePt t="395004" x="6015038" y="1625600"/>
          <p14:tracePt t="395016" x="6042025" y="1625600"/>
          <p14:tracePt t="395028" x="6062663" y="1612900"/>
          <p14:tracePt t="395038" x="6075363" y="1604963"/>
          <p14:tracePt t="395049" x="6075363" y="1592263"/>
          <p14:tracePt t="395061" x="6075363" y="1577975"/>
          <p14:tracePt t="395072" x="6062663" y="1550988"/>
          <p14:tracePt t="395083" x="6048375" y="1517650"/>
          <p14:tracePt t="395095" x="6015038" y="1490663"/>
          <p14:tracePt t="395106" x="5994400" y="1470025"/>
          <p14:tracePt t="395117" x="5946775" y="1449388"/>
          <p14:tracePt t="395128" x="5926138" y="1435100"/>
          <p14:tracePt t="395139" x="5891213" y="1435100"/>
          <p14:tracePt t="395150" x="5857875" y="1449388"/>
          <p14:tracePt t="395162" x="5843588" y="1449388"/>
          <p14:tracePt t="395173" x="5824538" y="1470025"/>
          <p14:tracePt t="395184" x="5816600" y="1503363"/>
          <p14:tracePt t="395196" x="5816600" y="1524000"/>
          <p14:tracePt t="395207" x="5824538" y="1538288"/>
          <p14:tracePt t="395218" x="5824538" y="1550988"/>
          <p14:tracePt t="395229" x="5837238" y="1550988"/>
          <p14:tracePt t="395241" x="5843588" y="1557338"/>
          <p14:tracePt t="395252" x="5857875" y="1557338"/>
          <p14:tracePt t="395263" x="5872163" y="1550988"/>
          <p14:tracePt t="395274" x="5878513" y="1550988"/>
          <p14:tracePt t="395286" x="5891213" y="1538288"/>
          <p14:tracePt t="395297" x="5905500" y="1524000"/>
          <p14:tracePt t="395308" x="5905500" y="1517650"/>
          <p14:tracePt t="395319" x="5911850" y="1490663"/>
          <p14:tracePt t="395331" x="5911850" y="1482725"/>
          <p14:tracePt t="395342" x="5905500" y="1482725"/>
          <p14:tracePt t="395409" x="5905500" y="1490663"/>
          <p14:tracePt t="395432" x="5905500" y="1503363"/>
          <p14:tracePt t="395454" x="5905500" y="1517650"/>
          <p14:tracePt t="395521" x="5905500" y="1503363"/>
          <p14:tracePt t="395555" x="5905500" y="1490663"/>
          <p14:tracePt t="395567" x="5911850" y="1490663"/>
          <p14:tracePt t="396028" x="5905500" y="1490663"/>
          <p14:tracePt t="396030" x="5905500" y="1503363"/>
          <p14:tracePt t="396039" x="5891213" y="1517650"/>
          <p14:tracePt t="396051" x="5878513" y="1524000"/>
          <p14:tracePt t="396062" x="5878513" y="1550988"/>
          <p14:tracePt t="396074" x="5872163" y="1557338"/>
          <p14:tracePt t="396085" x="5857875" y="1577975"/>
          <p14:tracePt t="396096" x="5857875" y="1604963"/>
          <p14:tracePt t="396107" x="5843588" y="1625600"/>
          <p14:tracePt t="396119" x="5843588" y="1646238"/>
          <p14:tracePt t="396130" x="5843588" y="1673225"/>
          <p14:tracePt t="396141" x="5843588" y="1708150"/>
          <p14:tracePt t="396152" x="5843588" y="1728788"/>
          <p14:tracePt t="396163" x="5843588" y="1762125"/>
          <p14:tracePt t="396175" x="5843588" y="1795463"/>
          <p14:tracePt t="396187" x="5843588" y="1830388"/>
          <p14:tracePt t="396197" x="5843588" y="1863725"/>
          <p14:tracePt t="396208" x="5843588" y="1898650"/>
          <p14:tracePt t="396219" x="5843588" y="1931988"/>
          <p14:tracePt t="396232" x="5843588" y="1985963"/>
          <p14:tracePt t="396242" x="5843588" y="2033588"/>
          <p14:tracePt t="396253" x="5857875" y="2081213"/>
          <p14:tracePt t="396264" x="5857875" y="2136775"/>
          <p14:tracePt t="396276" x="5857875" y="2190750"/>
          <p14:tracePt t="396287" x="5857875" y="2238375"/>
          <p14:tracePt t="396298" x="5857875" y="2312988"/>
          <p14:tracePt t="396311" x="5857875" y="2395538"/>
          <p14:tracePt t="396332" x="5857875" y="2449513"/>
          <p14:tracePt t="396334" x="5872163" y="2517775"/>
          <p14:tracePt t="396344" x="5872163" y="2586038"/>
          <p14:tracePt t="396355" x="5872163" y="2646363"/>
          <p14:tracePt t="396366" x="5878513" y="2700338"/>
          <p14:tracePt t="396377" x="5891213" y="2747963"/>
          <p14:tracePt t="396388" x="5905500" y="2782888"/>
          <p14:tracePt t="396399" x="5905500" y="2809875"/>
          <p14:tracePt t="396411" x="5911850" y="2836863"/>
          <p14:tracePt t="396422" x="5911850" y="2857500"/>
          <p14:tracePt t="396433" x="5911850" y="2871788"/>
          <p14:tracePt t="396444" x="5911850" y="2890838"/>
          <p14:tracePt t="396456" x="5926138" y="2905125"/>
          <p14:tracePt t="396468" x="5926138" y="2911475"/>
          <p14:tracePt t="396478" x="5926138" y="2925763"/>
          <p14:tracePt t="396489" x="5938838" y="2946400"/>
          <p14:tracePt t="396501" x="5938838" y="2973388"/>
          <p14:tracePt t="396512" x="5946775" y="2994025"/>
          <p14:tracePt t="396523" x="5946775" y="3006725"/>
          <p14:tracePt t="396546" x="5946775" y="3014663"/>
          <p14:tracePt t="396557" x="5946775" y="3027363"/>
          <p14:tracePt t="396568" x="5959475" y="3048000"/>
          <p14:tracePt t="396579" x="5959475" y="3074988"/>
          <p14:tracePt t="396591" x="5959475" y="3095625"/>
          <p14:tracePt t="396602" x="5959475" y="3109913"/>
          <p14:tracePt t="396613" x="5959475" y="3116263"/>
          <p14:tracePt t="396635" x="5946775" y="3128963"/>
          <p14:tracePt t="396647" x="5946775" y="3143250"/>
          <p14:tracePt t="396658" x="5938838" y="3149600"/>
          <p14:tracePt t="396669" x="5938838" y="3163888"/>
          <p14:tracePt t="396681" x="5938838" y="3176588"/>
          <p14:tracePt t="396692" x="5926138" y="3184525"/>
          <p14:tracePt t="396714" x="5911850" y="3197225"/>
          <p14:tracePt t="396737" x="5911850" y="3211513"/>
          <p14:tracePt t="396770" x="5905500" y="3211513"/>
          <p14:tracePt t="396782" x="5872163" y="3211513"/>
          <p14:tracePt t="397131" x="5878513" y="3211513"/>
          <p14:tracePt t="397143" x="5891213" y="3211513"/>
          <p14:tracePt t="397164" x="5905500" y="3211513"/>
          <p14:tracePt t="397187" x="5911850" y="3217863"/>
          <p14:tracePt t="397232" x="5911850" y="3211513"/>
          <p14:tracePt t="397355" x="5926138" y="3211513"/>
          <p14:tracePt t="397367" x="5938838" y="3211513"/>
          <p14:tracePt t="397378" x="5946775" y="3211513"/>
          <p14:tracePt t="397390" x="5973763" y="3211513"/>
          <p14:tracePt t="397401" x="6007100" y="3197225"/>
          <p14:tracePt t="397412" x="6048375" y="3197225"/>
          <p14:tracePt t="397424" x="6116638" y="3184525"/>
          <p14:tracePt t="397434" x="6184900" y="3176588"/>
          <p14:tracePt t="397446" x="6280150" y="3163888"/>
          <p14:tracePt t="397457" x="6348413" y="3149600"/>
          <p14:tracePt t="397468" x="6443663" y="3143250"/>
          <p14:tracePt t="397480" x="6538913" y="3128963"/>
          <p14:tracePt t="397491" x="6626225" y="3116263"/>
          <p14:tracePt t="397502" x="6742113" y="3095625"/>
          <p14:tracePt t="397514" x="6872288" y="3081338"/>
          <p14:tracePt t="397525" x="7000875" y="3074988"/>
          <p14:tracePt t="397536" x="7158038" y="3062288"/>
          <p14:tracePt t="397547" x="7327900" y="3048000"/>
          <p14:tracePt t="397558" x="7450138" y="3048000"/>
          <p14:tracePt t="397569" x="7620000" y="3041650"/>
          <p14:tracePt t="397581" x="7810500" y="3027363"/>
          <p14:tracePt t="397592" x="7959725" y="3027363"/>
          <p14:tracePt t="397603" x="8170863" y="3014663"/>
          <p14:tracePt t="397614" x="8388350" y="3014663"/>
          <p14:tracePt t="397626" x="8545513" y="3014663"/>
          <p14:tracePt t="397637" x="8748713" y="3014663"/>
          <p14:tracePt t="397648" x="8926513" y="3014663"/>
          <p14:tracePt t="397659" x="9042400" y="3014663"/>
          <p14:tracePt t="397671" x="9177338" y="3027363"/>
          <p14:tracePt t="397682" x="9280525" y="3027363"/>
          <p14:tracePt t="397693" x="9334500" y="3041650"/>
          <p14:tracePt t="397704" x="9396413" y="3048000"/>
          <p14:tracePt t="397716" x="9436100" y="3062288"/>
          <p14:tracePt t="397727" x="9483725" y="3074988"/>
          <p14:tracePt t="397738" x="9504363" y="3081338"/>
          <p14:tracePt t="397750" x="9525000" y="3081338"/>
          <p14:tracePt t="397761" x="9539288" y="3081338"/>
          <p14:tracePt t="397772" x="9551988" y="3081338"/>
          <p14:tracePt t="397850" x="9539288" y="3081338"/>
          <p14:tracePt t="397873" x="9518650" y="3074988"/>
          <p14:tracePt t="397884" x="9456738" y="3062288"/>
          <p14:tracePt t="397896" x="9367838" y="3041650"/>
          <p14:tracePt t="397907" x="9293225" y="3027363"/>
          <p14:tracePt t="397918" x="9191625" y="3014663"/>
          <p14:tracePt t="397929" x="9123363" y="3014663"/>
          <p14:tracePt t="397941" x="9075738" y="3041650"/>
          <p14:tracePt t="397952" x="9021763" y="3048000"/>
          <p14:tracePt t="397963" x="8994775" y="3074988"/>
          <p14:tracePt t="397974" x="8974138" y="3095625"/>
          <p14:tracePt t="397986" x="8974138" y="3109913"/>
          <p14:tracePt t="397997" x="8974138" y="3143250"/>
          <p14:tracePt t="398008" x="8986838" y="3163888"/>
          <p14:tracePt t="398020" x="9007475" y="3184525"/>
          <p14:tracePt t="398031" x="9042400" y="3211513"/>
          <p14:tracePt t="398042" x="9063038" y="3211513"/>
          <p14:tracePt t="398053" x="9096375" y="3217863"/>
          <p14:tracePt t="398064" x="9129713" y="3217863"/>
          <p14:tracePt t="398076" x="9177338" y="3211513"/>
          <p14:tracePt t="398087" x="9197975" y="3211513"/>
          <p14:tracePt t="398098" x="9224963" y="3184525"/>
          <p14:tracePt t="398109" x="9232900" y="3163888"/>
          <p14:tracePt t="398120" x="9232900" y="3143250"/>
          <p14:tracePt t="398132" x="9224963" y="3116263"/>
          <p14:tracePt t="398145" x="9212263" y="3074988"/>
          <p14:tracePt t="398154" x="9177338" y="3048000"/>
          <p14:tracePt t="398166" x="9110663" y="3006725"/>
          <p14:tracePt t="398178" x="9007475" y="2973388"/>
          <p14:tracePt t="398188" x="8926513" y="2959100"/>
          <p14:tracePt t="398199" x="8851900" y="2959100"/>
          <p14:tracePt t="398211" x="8804275" y="2973388"/>
          <p14:tracePt t="398222" x="8769350" y="3006725"/>
          <p14:tracePt t="398233" x="8763000" y="3027363"/>
          <p14:tracePt t="398244" x="8748713" y="3062288"/>
          <p14:tracePt t="398256" x="8763000" y="3095625"/>
          <p14:tracePt t="398267" x="8769350" y="3116263"/>
          <p14:tracePt t="398278" x="8804275" y="3163888"/>
          <p14:tracePt t="398289" x="8851900" y="3184525"/>
          <p14:tracePt t="398301" x="8872538" y="3197225"/>
          <p14:tracePt t="398312" x="8920163" y="3211513"/>
          <p14:tracePt t="398323" x="8959850" y="3211513"/>
          <p14:tracePt t="398334" x="8994775" y="3211513"/>
          <p14:tracePt t="398346" x="9021763" y="3197225"/>
          <p14:tracePt t="398357" x="9042400" y="3184525"/>
          <p14:tracePt t="398368" x="9055100" y="3163888"/>
          <p14:tracePt t="398380" x="9055100" y="3143250"/>
          <p14:tracePt t="398391" x="9042400" y="3109913"/>
          <p14:tracePt t="398402" x="9028113" y="3081338"/>
          <p14:tracePt t="398413" x="9007475" y="3074988"/>
          <p14:tracePt t="398424" x="8986838" y="3062288"/>
          <p14:tracePt t="398435" x="8974138" y="3062288"/>
          <p14:tracePt t="398447" x="8939213" y="3062288"/>
          <p14:tracePt t="398458" x="8920163" y="3081338"/>
          <p14:tracePt t="398469" x="8905875" y="3095625"/>
          <p14:tracePt t="398481" x="8891588" y="3128963"/>
          <p14:tracePt t="398492" x="8885238" y="3176588"/>
          <p14:tracePt t="398503" x="8891588" y="3217863"/>
          <p14:tracePt t="398514" x="8891588" y="3244850"/>
          <p14:tracePt t="398526" x="8920163" y="3279775"/>
          <p14:tracePt t="398537" x="8953500" y="3300413"/>
          <p14:tracePt t="398548" x="8986838" y="3313113"/>
          <p14:tracePt t="398559" x="9028113" y="3319463"/>
          <p14:tracePt t="398571" x="9090025" y="3319463"/>
          <p14:tracePt t="398582" x="9123363" y="3313113"/>
          <p14:tracePt t="398595" x="9144000" y="3300413"/>
          <p14:tracePt t="398604" x="9164638" y="3279775"/>
          <p14:tracePt t="398616" x="9164638" y="3252788"/>
          <p14:tracePt t="398628" x="9164638" y="3217863"/>
          <p14:tracePt t="398638" x="9158288" y="3184525"/>
          <p14:tracePt t="398649" x="9129713" y="3149600"/>
          <p14:tracePt t="398661" x="9096375" y="3128963"/>
          <p14:tracePt t="398672" x="9075738" y="3116263"/>
          <p14:tracePt t="398683" x="9055100" y="3116263"/>
          <p14:tracePt t="398695" x="9042400" y="3116263"/>
          <p14:tracePt t="398706" x="9028113" y="3116263"/>
          <p14:tracePt t="398717" x="9021763" y="3128963"/>
          <p14:tracePt t="398728" x="9021763" y="3163888"/>
          <p14:tracePt t="398739" x="9021763" y="3184525"/>
          <p14:tracePt t="398751" x="9021763" y="3217863"/>
          <p14:tracePt t="398762" x="9021763" y="3244850"/>
          <p14:tracePt t="398773" x="9028113" y="3252788"/>
          <p14:tracePt t="398784" x="9042400" y="3265488"/>
          <p14:tracePt t="398796" x="9055100" y="3279775"/>
          <p14:tracePt t="398818" x="9063038" y="3279775"/>
          <p14:tracePt t="398829" x="9075738" y="3279775"/>
          <p14:tracePt t="398852" x="9090025" y="3265488"/>
          <p14:tracePt t="398855" x="9096375" y="3244850"/>
          <p14:tracePt t="398863" x="9096375" y="3217863"/>
          <p14:tracePt t="398876" x="9096375" y="3184525"/>
          <p14:tracePt t="398886" x="9096375" y="3163888"/>
          <p14:tracePt t="398897" x="9096375" y="3149600"/>
          <p14:tracePt t="398908" x="9090025" y="3143250"/>
          <p14:tracePt t="398919" x="9075738" y="3143250"/>
          <p14:tracePt t="398942" x="9063038" y="3143250"/>
          <p14:tracePt t="398953" x="9055100" y="3149600"/>
          <p14:tracePt t="398964" x="9042400" y="3176588"/>
          <p14:tracePt t="398976" x="9028113" y="3197225"/>
          <p14:tracePt t="398987" x="9028113" y="3217863"/>
          <p14:tracePt t="398998" x="9028113" y="3244850"/>
          <p14:tracePt t="399009" x="9028113" y="3252788"/>
          <p14:tracePt t="399021" x="9055100" y="3279775"/>
          <p14:tracePt t="399032" x="9075738" y="3279775"/>
          <p14:tracePt t="399044" x="9096375" y="3286125"/>
          <p14:tracePt t="399054" x="9144000" y="3279775"/>
          <p14:tracePt t="399066" x="9177338" y="3279775"/>
          <p14:tracePt t="399078" x="9197975" y="3265488"/>
          <p14:tracePt t="399088" x="9224963" y="3244850"/>
          <p14:tracePt t="399099" x="9232900" y="3217863"/>
          <p14:tracePt t="399111" x="9232900" y="3197225"/>
          <p14:tracePt t="399122" x="9224963" y="3176588"/>
          <p14:tracePt t="399133" x="9197975" y="3149600"/>
          <p14:tracePt t="399145" x="9177338" y="3128963"/>
          <p14:tracePt t="399156" x="9144000" y="3128963"/>
          <p14:tracePt t="399167" x="9110663" y="3128963"/>
          <p14:tracePt t="399178" x="9090025" y="3143250"/>
          <p14:tracePt t="399189" x="9063038" y="3149600"/>
          <p14:tracePt t="399200" x="9042400" y="3176588"/>
          <p14:tracePt t="399212" x="9028113" y="3197225"/>
          <p14:tracePt t="399223" x="9028113" y="3232150"/>
          <p14:tracePt t="399234" x="9042400" y="3252788"/>
          <p14:tracePt t="399246" x="9063038" y="3279775"/>
          <p14:tracePt t="399257" x="9096375" y="3300413"/>
          <p14:tracePt t="399268" x="9144000" y="3313113"/>
          <p14:tracePt t="399279" x="9177338" y="3313113"/>
          <p14:tracePt t="399291" x="9212263" y="3313113"/>
          <p14:tracePt t="399302" x="9245600" y="3300413"/>
          <p14:tracePt t="399313" x="9280525" y="3286125"/>
          <p14:tracePt t="399324" x="9280525" y="3279775"/>
          <p14:tracePt t="399336" x="9293225" y="3252788"/>
          <p14:tracePt t="399347" x="9280525" y="3217863"/>
          <p14:tracePt t="399358" x="9259888" y="3197225"/>
          <p14:tracePt t="399369" x="9232900" y="3163888"/>
          <p14:tracePt t="399380" x="9191625" y="3149600"/>
          <p14:tracePt t="399392" x="9164638" y="3149600"/>
          <p14:tracePt t="399403" x="9123363" y="3149600"/>
          <p14:tracePt t="399414" x="9090025" y="3176588"/>
          <p14:tracePt t="399426" x="9063038" y="3184525"/>
          <p14:tracePt t="399437" x="9055100" y="3217863"/>
          <p14:tracePt t="399448" x="9042400" y="3252788"/>
          <p14:tracePt t="399459" x="9042400" y="3279775"/>
          <p14:tracePt t="399470" x="9055100" y="3313113"/>
          <p14:tracePt t="399484" x="9075738" y="3319463"/>
          <p14:tracePt t="399495" x="9096375" y="3333750"/>
          <p14:tracePt t="399504" x="9129713" y="3348038"/>
          <p14:tracePt t="399515" x="9158288" y="3333750"/>
          <p14:tracePt t="399528" x="9191625" y="3319463"/>
          <p14:tracePt t="399538" x="9212263" y="3313113"/>
          <p14:tracePt t="399549" x="9224963" y="3286125"/>
          <p14:tracePt t="399561" x="9232900" y="3252788"/>
          <p14:tracePt t="399572" x="9232900" y="3232150"/>
          <p14:tracePt t="399583" x="9232900" y="3197225"/>
          <p14:tracePt t="399595" x="9212263" y="3163888"/>
          <p14:tracePt t="399606" x="9191625" y="3143250"/>
          <p14:tracePt t="399617" x="9158288" y="3128963"/>
          <p14:tracePt t="399628" x="9123363" y="3128963"/>
          <p14:tracePt t="399639" x="9096375" y="3128963"/>
          <p14:tracePt t="399650" x="9063038" y="3143250"/>
          <p14:tracePt t="399662" x="9028113" y="3163888"/>
          <p14:tracePt t="399673" x="9007475" y="3176588"/>
          <p14:tracePt t="399684" x="9007475" y="3211513"/>
          <p14:tracePt t="399696" x="8994775" y="3232150"/>
          <p14:tracePt t="399707" x="9007475" y="3244850"/>
          <p14:tracePt t="399718" x="9021763" y="3265488"/>
          <p14:tracePt t="399729" x="9042400" y="3286125"/>
          <p14:tracePt t="399741" x="9063038" y="3286125"/>
          <p14:tracePt t="399752" x="9096375" y="3300413"/>
          <p14:tracePt t="399763" x="9129713" y="3300413"/>
          <p14:tracePt t="399774" x="9164638" y="3286125"/>
          <p14:tracePt t="399786" x="9177338" y="3279775"/>
          <p14:tracePt t="399797" x="9197975" y="3252788"/>
          <p14:tracePt t="399808" x="9197975" y="3232150"/>
          <p14:tracePt t="399819" x="9197975" y="3211513"/>
          <p14:tracePt t="399831" x="9191625" y="3184525"/>
          <p14:tracePt t="399842" x="9164638" y="3163888"/>
          <p14:tracePt t="399853" x="9129713" y="3149600"/>
          <p14:tracePt t="399864" x="9096375" y="3149600"/>
          <p14:tracePt t="399876" x="9063038" y="3163888"/>
          <p14:tracePt t="399909" x="9042400" y="3176588"/>
          <p14:tracePt t="399912" x="9007475" y="3211513"/>
          <p14:tracePt t="399921" x="8986838" y="3244850"/>
          <p14:tracePt t="399929" x="8986838" y="3279775"/>
          <p14:tracePt t="399934" x="8986838" y="3300413"/>
          <p14:tracePt t="399947" x="8994775" y="3319463"/>
          <p14:tracePt t="399956" x="9021763" y="3348038"/>
          <p14:tracePt t="399966" x="9055100" y="3354388"/>
          <p14:tracePt t="399978" x="9096375" y="3354388"/>
          <p14:tracePt t="399988" x="9129713" y="3354388"/>
          <p14:tracePt t="399999" x="9177338" y="3348038"/>
          <p14:tracePt t="400012" x="9197975" y="3319463"/>
          <p14:tracePt t="400022" x="9224963" y="3286125"/>
          <p14:tracePt t="400033" x="9224963" y="3252788"/>
          <p14:tracePt t="400045" x="9212263" y="3211513"/>
          <p14:tracePt t="400055" x="9191625" y="3163888"/>
          <p14:tracePt t="400067" x="9158288" y="3143250"/>
          <p14:tracePt t="400078" x="9110663" y="3116263"/>
          <p14:tracePt t="400089" x="9055100" y="3116263"/>
          <p14:tracePt t="400101" x="9021763" y="3116263"/>
          <p14:tracePt t="400112" x="8974138" y="3128963"/>
          <p14:tracePt t="400123" x="8953500" y="3149600"/>
          <p14:tracePt t="400134" x="8939213" y="3176588"/>
          <p14:tracePt t="400146" x="8939213" y="3211513"/>
          <p14:tracePt t="400157" x="8953500" y="3232150"/>
          <p14:tracePt t="400168" x="8959850" y="3252788"/>
          <p14:tracePt t="400179" x="9007475" y="3286125"/>
          <p14:tracePt t="400191" x="9055100" y="3313113"/>
          <p14:tracePt t="400202" x="9096375" y="3319463"/>
          <p14:tracePt t="400213" x="9158288" y="3319463"/>
          <p14:tracePt t="400224" x="9197975" y="3319463"/>
          <p14:tracePt t="400236" x="9224963" y="3313113"/>
          <p14:tracePt t="400247" x="9245600" y="3300413"/>
          <p14:tracePt t="400258" x="9245600" y="3265488"/>
          <p14:tracePt t="400269" x="9245600" y="3244850"/>
          <p14:tracePt t="400281" x="9224963" y="3211513"/>
          <p14:tracePt t="400292" x="9191625" y="3176588"/>
          <p14:tracePt t="400303" x="9164638" y="3163888"/>
          <p14:tracePt t="400314" x="9129713" y="3163888"/>
          <p14:tracePt t="400326" x="9110663" y="3163888"/>
          <p14:tracePt t="400337" x="9075738" y="3184525"/>
          <p14:tracePt t="400348" x="9055100" y="3211513"/>
          <p14:tracePt t="400359" x="9042400" y="3244850"/>
          <p14:tracePt t="400371" x="9042400" y="3286125"/>
          <p14:tracePt t="400383" x="9042400" y="3313113"/>
          <p14:tracePt t="400394" x="9063038" y="3333750"/>
          <p14:tracePt t="400404" x="9075738" y="3348038"/>
          <p14:tracePt t="400416" x="9096375" y="3354388"/>
          <p14:tracePt t="400428" x="9129713" y="3354388"/>
          <p14:tracePt t="400438" x="9164638" y="3348038"/>
          <p14:tracePt t="400449" x="9191625" y="3333750"/>
          <p14:tracePt t="400461" x="9224963" y="3313113"/>
          <p14:tracePt t="400472" x="9232900" y="3286125"/>
          <p14:tracePt t="400483" x="9232900" y="3252788"/>
          <p14:tracePt t="400495" x="9232900" y="3217863"/>
          <p14:tracePt t="400506" x="9232900" y="3211513"/>
          <p14:tracePt t="400517" x="9224963" y="3197225"/>
          <p14:tracePt t="400528" x="9224963" y="3184525"/>
          <p14:tracePt t="400550" x="9212263" y="3184525"/>
          <p14:tracePt t="400562" x="9197975" y="3197225"/>
          <p14:tracePt t="400573" x="9197975" y="3211513"/>
          <p14:tracePt t="400584" x="9191625" y="3217863"/>
          <p14:tracePt t="400596" x="9191625" y="3232150"/>
          <p14:tracePt t="400607" x="9191625" y="3244850"/>
          <p14:tracePt t="400618" x="9191625" y="3252788"/>
          <p14:tracePt t="400651" x="9197975" y="3252788"/>
          <p14:tracePt t="400685" x="9212263" y="3252788"/>
          <p14:tracePt t="400708" x="9212263" y="3244850"/>
          <p14:tracePt t="400719" x="9212263" y="3232150"/>
          <p14:tracePt t="400753" x="9212263" y="3217863"/>
          <p14:tracePt t="401136" x="9197975" y="3217863"/>
          <p14:tracePt t="401138" x="9177338" y="3184525"/>
          <p14:tracePt t="401147" x="9110663" y="3143250"/>
          <p14:tracePt t="401158" x="9028113" y="3074988"/>
          <p14:tracePt t="401170" x="8864600" y="2959100"/>
          <p14:tracePt t="401183" x="8634413" y="2782888"/>
          <p14:tracePt t="401192" x="8443913" y="2619375"/>
          <p14:tracePt t="401203" x="8170863" y="2428875"/>
          <p14:tracePt t="401215" x="7899400" y="2259013"/>
          <p14:tracePt t="401226" x="7742238" y="2149475"/>
          <p14:tracePt t="401237" x="7586663" y="2054225"/>
          <p14:tracePt t="401248" x="7483475" y="1979613"/>
          <p14:tracePt t="401259" x="7429500" y="1919288"/>
          <p14:tracePt t="401271" x="7367588" y="1863725"/>
          <p14:tracePt t="401282" x="7340600" y="1830388"/>
          <p14:tracePt t="401293" x="7340600" y="1816100"/>
          <p14:tracePt t="401304" x="7327900" y="1795463"/>
          <p14:tracePt t="401316" x="7327900" y="1782763"/>
          <p14:tracePt t="401338" x="7327900" y="1776413"/>
          <p14:tracePt t="401349" x="7313613" y="1776413"/>
          <p14:tracePt t="401383" x="7313613" y="1762125"/>
          <p14:tracePt t="401406" x="7327900" y="1762125"/>
          <p14:tracePt t="401428" x="7340600" y="1747838"/>
          <p14:tracePt t="401439" x="7348538" y="1747838"/>
          <p14:tracePt t="401451" x="7367588" y="1741488"/>
          <p14:tracePt t="401462" x="7396163" y="1714500"/>
          <p14:tracePt t="401474" x="7402513" y="1708150"/>
          <p14:tracePt t="401485" x="7415213" y="1681163"/>
          <p14:tracePt t="401496" x="7429500" y="1660525"/>
          <p14:tracePt t="401507" x="7435850" y="1639888"/>
          <p14:tracePt t="401518" x="7435850" y="1625600"/>
          <p14:tracePt t="401529" x="7435850" y="1604963"/>
          <p14:tracePt t="401541" x="7435850" y="1592263"/>
          <p14:tracePt t="401552" x="7450138" y="1577975"/>
          <p14:tracePt t="401563" x="7450138" y="1557338"/>
          <p14:tracePt t="401586" x="7450138" y="1550988"/>
          <p14:tracePt t="401588" x="7450138" y="1538288"/>
          <p14:tracePt t="401619" x="7450138" y="1524000"/>
          <p14:tracePt t="401642" x="7462838" y="1524000"/>
          <p14:tracePt t="402024" x="7462838" y="1538288"/>
          <p14:tracePt t="402036" x="7462838" y="1557338"/>
          <p14:tracePt t="402048" x="7450138" y="1592263"/>
          <p14:tracePt t="402059" x="7435850" y="1639888"/>
          <p14:tracePt t="402069" x="7435850" y="1660525"/>
          <p14:tracePt t="402081" x="7435850" y="1693863"/>
          <p14:tracePt t="402092" x="7435850" y="1728788"/>
          <p14:tracePt t="402103" x="7435850" y="1747838"/>
          <p14:tracePt t="402114" x="7435850" y="1782763"/>
          <p14:tracePt t="402126" x="7435850" y="1816100"/>
          <p14:tracePt t="402137" x="7435850" y="1851025"/>
          <p14:tracePt t="402148" x="7435850" y="1878013"/>
          <p14:tracePt t="402159" x="7435850" y="1898650"/>
          <p14:tracePt t="402171" x="7435850" y="1911350"/>
          <p14:tracePt t="402182" x="7435850" y="1919288"/>
          <p14:tracePt t="402193" x="7435850" y="1931988"/>
          <p14:tracePt t="402204" x="7435850" y="1946275"/>
          <p14:tracePt t="402216" x="7435850" y="1966913"/>
          <p14:tracePt t="402227" x="7450138" y="1979613"/>
          <p14:tracePt t="402238" x="7450138" y="1985963"/>
          <p14:tracePt t="402249" x="7450138" y="2000250"/>
          <p14:tracePt t="402261" x="7450138" y="2014538"/>
          <p14:tracePt t="402441" x="7450138" y="2020888"/>
          <p14:tracePt t="402454" x="7462838" y="2020888"/>
          <p14:tracePt t="402465" x="7462838" y="2033588"/>
          <p14:tracePt t="402475" x="7470775" y="2047875"/>
          <p14:tracePt t="402497" x="7483475" y="2054225"/>
          <p14:tracePt t="402519" x="7497763" y="2068513"/>
          <p14:tracePt t="402553" x="7497763" y="2054225"/>
          <p14:tracePt t="402575" x="7497763" y="2033588"/>
          <p14:tracePt t="402587" x="7497763" y="2000250"/>
          <p14:tracePt t="402599" x="7497763" y="1966913"/>
          <p14:tracePt t="402609" x="7497763" y="1919288"/>
          <p14:tracePt t="402621" x="7497763" y="1851025"/>
          <p14:tracePt t="402632" x="7497763" y="1782763"/>
          <p14:tracePt t="402643" x="7483475" y="1681163"/>
          <p14:tracePt t="402656" x="7483475" y="1577975"/>
          <p14:tracePt t="402666" x="7483475" y="1490663"/>
          <p14:tracePt t="402678" x="7483475" y="1387475"/>
          <p14:tracePt t="402691" x="7483475" y="1300163"/>
          <p14:tracePt t="402701" x="7483475" y="1252538"/>
          <p14:tracePt t="402711" x="7483475" y="1231900"/>
          <p14:tracePt t="402723" x="7483475" y="1217613"/>
          <p14:tracePt t="402778" x="7483475" y="1244600"/>
          <p14:tracePt t="402789" x="7483475" y="1285875"/>
          <p14:tracePt t="402801" x="7483475" y="1319213"/>
          <p14:tracePt t="402812" x="7483475" y="1354138"/>
          <p14:tracePt t="402823" x="7483475" y="1401763"/>
          <p14:tracePt t="402834" x="7497763" y="1449388"/>
          <p14:tracePt t="402846" x="7497763" y="1482725"/>
          <p14:tracePt t="402857" x="7504113" y="1538288"/>
          <p14:tracePt t="402868" x="7518400" y="1592263"/>
          <p14:tracePt t="402879" x="7518400" y="1639888"/>
          <p14:tracePt t="402891" x="7531100" y="1681163"/>
          <p14:tracePt t="402902" x="7531100" y="1741488"/>
          <p14:tracePt t="402913" x="7531100" y="1762125"/>
          <p14:tracePt t="402935" x="7531100" y="1809750"/>
          <p14:tracePt t="402938" x="7531100" y="1843088"/>
          <p14:tracePt t="402947" x="7531100" y="1878013"/>
          <p14:tracePt t="402959" x="7531100" y="1919288"/>
          <p14:tracePt t="402970" x="7531100" y="1952625"/>
          <p14:tracePt t="402981" x="7531100" y="1966913"/>
          <p14:tracePt t="402992" x="7531100" y="1985963"/>
          <p14:tracePt t="403082" x="7531100" y="1979613"/>
          <p14:tracePt t="403093" x="7531100" y="1952625"/>
          <p14:tracePt t="403104" x="7518400" y="1946275"/>
          <p14:tracePt t="403116" x="7504113" y="1946275"/>
          <p14:tracePt t="403149" x="7497763" y="1946275"/>
          <p14:tracePt t="403172" x="7497763" y="1966913"/>
          <p14:tracePt t="403183" x="7497763" y="1979613"/>
          <p14:tracePt t="403194" x="7497763" y="2000250"/>
          <p14:tracePt t="403206" x="7497763" y="2020888"/>
          <p14:tracePt t="403217" x="7497763" y="2033588"/>
          <p14:tracePt t="403385" x="7497763" y="2047875"/>
          <p14:tracePt t="403397" x="7497763" y="2054225"/>
          <p14:tracePt t="403408" x="7483475" y="2054225"/>
          <p14:tracePt t="403420" x="7483475" y="2068513"/>
          <p14:tracePt t="403442" x="7483475" y="2081213"/>
          <p14:tracePt t="403576" x="7470775" y="2081213"/>
          <p14:tracePt t="403590" x="7450138" y="2081213"/>
          <p14:tracePt t="403599" x="7429500" y="2081213"/>
          <p14:tracePt t="403611" x="7396163" y="2081213"/>
          <p14:tracePt t="403622" x="7367588" y="2081213"/>
          <p14:tracePt t="403633" x="7340600" y="2081213"/>
          <p14:tracePt t="403644" x="7327900" y="2081213"/>
          <p14:tracePt t="403656" x="7313613" y="2081213"/>
          <p14:tracePt t="403825" x="7307263" y="2081213"/>
          <p14:tracePt t="403836" x="7280275" y="2089150"/>
          <p14:tracePt t="403847" x="7245350" y="2089150"/>
          <p14:tracePt t="403858" x="7205663" y="2089150"/>
          <p14:tracePt t="403870" x="7170738" y="2089150"/>
          <p14:tracePt t="403881" x="7110413" y="2089150"/>
          <p14:tracePt t="403892" x="7069138" y="2101850"/>
          <p14:tracePt t="403904" x="7021513" y="2101850"/>
          <p14:tracePt t="403914" x="6953250" y="2116138"/>
          <p14:tracePt t="403926" x="6872288" y="2116138"/>
          <p14:tracePt t="403937" x="6796088" y="2101850"/>
          <p14:tracePt t="403959" x="6694488" y="2101850"/>
          <p14:tracePt t="403962" x="6592888" y="2089150"/>
          <p14:tracePt t="403971" x="6538913" y="2081213"/>
          <p14:tracePt t="403983" x="6470650" y="2081213"/>
          <p14:tracePt t="403993" x="6408738" y="2081213"/>
          <p14:tracePt t="404004" x="6367463" y="2081213"/>
          <p14:tracePt t="404016" x="6313488" y="2081213"/>
          <p14:tracePt t="404027" x="6253163" y="2081213"/>
          <p14:tracePt t="404038" x="6211888" y="2068513"/>
          <p14:tracePt t="404049" x="6116638" y="2068513"/>
          <p14:tracePt t="404061" x="6015038" y="2054225"/>
          <p14:tracePt t="404072" x="5926138" y="2047875"/>
          <p14:tracePt t="404105" x="5783263" y="2020888"/>
          <p14:tracePt t="404108" x="5619750" y="2000250"/>
          <p14:tracePt t="404117" x="5497513" y="1985963"/>
          <p14:tracePt t="404123" x="5327650" y="1966913"/>
          <p14:tracePt t="404129" x="5184775" y="1966913"/>
          <p14:tracePt t="404140" x="5068888" y="1952625"/>
          <p14:tracePt t="404151" x="5000625" y="1952625"/>
          <p14:tracePt t="404162" x="4946650" y="1952625"/>
          <p14:tracePt t="404174" x="4899025" y="1952625"/>
          <p14:tracePt t="404184" x="4878388" y="1966913"/>
          <p14:tracePt t="404196" x="4843463" y="1966913"/>
          <p14:tracePt t="404207" x="4810125" y="1979613"/>
          <p14:tracePt t="404218" x="4789488" y="1979613"/>
          <p14:tracePt t="404229" x="4741863" y="1985963"/>
          <p14:tracePt t="404241" x="4694238" y="2014538"/>
          <p14:tracePt t="404252" x="4660900" y="2020888"/>
          <p14:tracePt t="404263" x="4592638" y="2033588"/>
          <p14:tracePt t="404275" x="4518025" y="2054225"/>
          <p14:tracePt t="404288" x="4435475" y="2068513"/>
          <p14:tracePt t="404297" x="4313238" y="2081213"/>
          <p14:tracePt t="404308" x="4197350" y="2081213"/>
          <p14:tracePt t="404321" x="4129088" y="2068513"/>
          <p14:tracePt t="404567" x="4143375" y="2068513"/>
          <p14:tracePt t="404601" x="4157663" y="2068513"/>
          <p14:tracePt t="404614" x="4176713" y="2068513"/>
          <p14:tracePt t="404623" x="4211638" y="2081213"/>
          <p14:tracePt t="404635" x="4265613" y="2089150"/>
          <p14:tracePt t="404646" x="4387850" y="2116138"/>
          <p14:tracePt t="404657" x="4518025" y="2136775"/>
          <p14:tracePt t="404669" x="4729163" y="2157413"/>
          <p14:tracePt t="404680" x="4979988" y="2170113"/>
          <p14:tracePt t="404691" x="5205413" y="2184400"/>
          <p14:tracePt t="404702" x="5530850" y="2190750"/>
          <p14:tracePt t="404713" x="5878513" y="2184400"/>
          <p14:tracePt t="404724" x="6110288" y="2184400"/>
          <p14:tracePt t="404736" x="6388100" y="2170113"/>
          <p14:tracePt t="404747" x="6605588" y="2157413"/>
          <p14:tracePt t="404758" x="6742113" y="2149475"/>
          <p14:tracePt t="404770" x="6816725" y="2149475"/>
          <p14:tracePt t="404781" x="6884988" y="2136775"/>
          <p14:tracePt t="404792" x="6932613" y="2136775"/>
          <p14:tracePt t="404803" x="6967538" y="2136775"/>
          <p14:tracePt t="404814" x="6973888" y="2136775"/>
          <p14:tracePt t="404826" x="7000875" y="2136775"/>
          <p14:tracePt t="404848" x="7007225" y="2136775"/>
          <p14:tracePt t="404860" x="7021513" y="2136775"/>
          <p14:tracePt t="404871" x="7042150" y="2136775"/>
          <p14:tracePt t="404882" x="7069138" y="2136775"/>
          <p14:tracePt t="404894" x="7102475" y="2136775"/>
          <p14:tracePt t="404904" x="7123113" y="2136775"/>
          <p14:tracePt t="404916" x="7143750" y="2136775"/>
          <p14:tracePt t="404927" x="7170738" y="2136775"/>
          <p14:tracePt t="404938" x="7191375" y="2136775"/>
          <p14:tracePt t="404949" x="7205663" y="2136775"/>
          <p14:tracePt t="404961" x="7212013" y="2136775"/>
          <p14:tracePt t="405107" x="7205663" y="2122488"/>
          <p14:tracePt t="405119" x="7191375" y="2122488"/>
          <p14:tracePt t="405152" x="7170738" y="2122488"/>
          <p14:tracePt t="405155" x="7137400" y="2116138"/>
          <p14:tracePt t="405164" x="7089775" y="2116138"/>
          <p14:tracePt t="405167" x="7034213" y="2116138"/>
          <p14:tracePt t="405175" x="6938963" y="2116138"/>
          <p14:tracePt t="405187" x="6872288" y="2116138"/>
          <p14:tracePt t="405199" x="6762750" y="2122488"/>
          <p14:tracePt t="405208" x="6661150" y="2136775"/>
          <p14:tracePt t="405220" x="6592888" y="2149475"/>
          <p14:tracePt t="405231" x="6524625" y="2157413"/>
          <p14:tracePt t="405243" x="6470650" y="2184400"/>
          <p14:tracePt t="405254" x="6443663" y="2184400"/>
          <p14:tracePt t="405264" x="6402388" y="2190750"/>
          <p14:tracePt t="405276" x="6375400" y="2205038"/>
          <p14:tracePt t="405287" x="6348413" y="2205038"/>
          <p14:tracePt t="405298" x="6313488" y="2205038"/>
          <p14:tracePt t="405309" x="6253163" y="2190750"/>
          <p14:tracePt t="405321" x="6197600" y="2184400"/>
          <p14:tracePt t="405332" x="6143625" y="2184400"/>
          <p14:tracePt t="405343" x="6075363" y="2157413"/>
          <p14:tracePt t="405354" x="5980113" y="2149475"/>
          <p14:tracePt t="405366" x="5911850" y="2122488"/>
          <p14:tracePt t="405377" x="5816600" y="2116138"/>
          <p14:tracePt t="405388" x="5735638" y="2101850"/>
          <p14:tracePt t="405399" x="5688013" y="2089150"/>
          <p14:tracePt t="405411" x="5646738" y="2089150"/>
          <p14:tracePt t="405422" x="5613400" y="2089150"/>
          <p14:tracePt t="405433" x="5599113" y="2089150"/>
          <p14:tracePt t="405444" x="5586413" y="2089150"/>
          <p14:tracePt t="405804" x="5586413" y="2081213"/>
          <p14:tracePt t="405838" x="5599113" y="2081213"/>
          <p14:tracePt t="407244" x="5586413" y="2081213"/>
          <p14:tracePt t="410194" x="5599113" y="2081213"/>
          <p14:tracePt t="410203" x="5619750" y="2081213"/>
          <p14:tracePt t="410215" x="5700713" y="2081213"/>
          <p14:tracePt t="410227" x="5803900" y="2081213"/>
          <p14:tracePt t="410237" x="5891213" y="2081213"/>
          <p14:tracePt t="410248" x="6048375" y="2089150"/>
          <p14:tracePt t="410260" x="6184900" y="2089150"/>
          <p14:tracePt t="410271" x="6388100" y="2116138"/>
          <p14:tracePt t="410282" x="6510338" y="2116138"/>
          <p14:tracePt t="410293" x="6646863" y="2122488"/>
          <p14:tracePt t="410304" x="6729413" y="2136775"/>
          <p14:tracePt t="410316" x="6796088" y="2136775"/>
          <p14:tracePt t="410327" x="6831013" y="2136775"/>
          <p14:tracePt t="410338" x="6851650" y="2136775"/>
          <p14:tracePt t="410349" x="6864350" y="2136775"/>
          <p14:tracePt t="410394" x="6872288" y="2136775"/>
          <p14:tracePt t="410397" x="6884988" y="2136775"/>
          <p14:tracePt t="410407" x="6899275" y="2136775"/>
          <p14:tracePt t="410411" x="6905625" y="2136775"/>
          <p14:tracePt t="410427" x="6919913" y="2136775"/>
          <p14:tracePt t="410430" x="6932613" y="2136775"/>
          <p14:tracePt t="410441" x="6938963" y="2122488"/>
          <p14:tracePt t="410451" x="6953250" y="2122488"/>
          <p14:tracePt t="410474" x="6967538" y="2116138"/>
          <p14:tracePt t="410496" x="6973888" y="2101850"/>
          <p14:tracePt t="410507" x="6973888" y="2089150"/>
          <p14:tracePt t="410518" x="7000875" y="2081213"/>
          <p14:tracePt t="410529" x="7021513" y="2054225"/>
          <p14:tracePt t="410541" x="7042150" y="2033588"/>
          <p14:tracePt t="410552" x="7075488" y="1985963"/>
          <p14:tracePt t="410563" x="7123113" y="1931988"/>
          <p14:tracePt t="410575" x="7170738" y="1878013"/>
          <p14:tracePt t="410586" x="7205663" y="1816100"/>
          <p14:tracePt t="410597" x="7239000" y="1762125"/>
          <p14:tracePt t="410608" x="7259638" y="1728788"/>
          <p14:tracePt t="410619" x="7272338" y="1693863"/>
          <p14:tracePt t="410631" x="7280275" y="1673225"/>
          <p14:tracePt t="410643" x="7280275" y="1646238"/>
          <p14:tracePt t="410653" x="7292975" y="1612900"/>
          <p14:tracePt t="410664" x="7307263" y="1592263"/>
          <p14:tracePt t="410677" x="7307263" y="1557338"/>
          <p14:tracePt t="410687" x="7313613" y="1538288"/>
          <p14:tracePt t="410698" x="7313613" y="1524000"/>
          <p14:tracePt t="410710" x="7313613" y="1503363"/>
          <p14:tracePt t="410732" x="7327900" y="1490663"/>
          <p14:tracePt t="410744" x="7327900" y="1482725"/>
          <p14:tracePt t="410833" x="7313613" y="1482725"/>
          <p14:tracePt t="410845" x="7313613" y="1490663"/>
          <p14:tracePt t="410856" x="7313613" y="1517650"/>
          <p14:tracePt t="410867" x="7313613" y="1550988"/>
          <p14:tracePt t="410879" x="7313613" y="1577975"/>
          <p14:tracePt t="410889" x="7327900" y="1639888"/>
          <p14:tracePt t="410901" x="7348538" y="1660525"/>
          <p14:tracePt t="410913" x="7361238" y="1693863"/>
          <p14:tracePt t="410923" x="7367588" y="1693863"/>
          <p14:tracePt t="410934" x="7381875" y="1708150"/>
          <p14:tracePt t="410968" x="7381875" y="1693863"/>
          <p14:tracePt t="410979" x="7396163" y="1681163"/>
          <p14:tracePt t="410991" x="7396163" y="1660525"/>
          <p14:tracePt t="411002" x="7402513" y="1646238"/>
          <p14:tracePt t="411013" x="7402513" y="1625600"/>
          <p14:tracePt t="411024" x="7402513" y="1592263"/>
          <p14:tracePt t="411036" x="7402513" y="1577975"/>
          <p14:tracePt t="411047" x="7402513" y="1571625"/>
          <p14:tracePt t="411103" x="7402513" y="1577975"/>
          <p14:tracePt t="411114" x="7415213" y="1592263"/>
          <p14:tracePt t="411126" x="7415213" y="1612900"/>
          <p14:tracePt t="411137" x="7429500" y="1639888"/>
          <p14:tracePt t="411148" x="7429500" y="1646238"/>
          <p14:tracePt t="411159" x="7435850" y="1673225"/>
          <p14:tracePt t="411171" x="7435850" y="1708150"/>
          <p14:tracePt t="411182" x="7450138" y="1728788"/>
          <p14:tracePt t="411193" x="7450138" y="1776413"/>
          <p14:tracePt t="411204" x="7450138" y="1830388"/>
          <p14:tracePt t="411216" x="7450138" y="1863725"/>
          <p14:tracePt t="411227" x="7450138" y="1911350"/>
          <p14:tracePt t="411238" x="7450138" y="1946275"/>
          <p14:tracePt t="411250" x="7450138" y="1952625"/>
          <p14:tracePt t="411261" x="7462838" y="1979613"/>
          <p14:tracePt t="411272" x="7462838" y="2000250"/>
          <p14:tracePt t="411283" x="7470775" y="2014538"/>
          <p14:tracePt t="411295" x="7470775" y="2033588"/>
          <p14:tracePt t="411306" x="7483475" y="2047875"/>
          <p14:tracePt t="411317" x="7483475" y="2054225"/>
          <p14:tracePt t="411328" x="7497763" y="2068513"/>
          <p14:tracePt t="411340" x="7497763" y="2081213"/>
          <p14:tracePt t="411474" x="7470775" y="2081213"/>
          <p14:tracePt t="411486" x="7402513" y="2089150"/>
          <p14:tracePt t="411497" x="7327900" y="2089150"/>
          <p14:tracePt t="411508" x="7143750" y="2101850"/>
          <p14:tracePt t="411520" x="6899275" y="2116138"/>
          <p14:tracePt t="411531" x="6661150" y="2101850"/>
          <p14:tracePt t="411542" x="6232525" y="2081213"/>
          <p14:tracePt t="411553" x="5816600" y="2054225"/>
          <p14:tracePt t="411565" x="5518150" y="2047875"/>
          <p14:tracePt t="411576" x="5170488" y="2014538"/>
          <p14:tracePt t="411587" x="4911725" y="2000250"/>
          <p14:tracePt t="411598" x="4694238" y="1979613"/>
          <p14:tracePt t="411609" x="4586288" y="1966913"/>
          <p14:tracePt t="411621" x="4503738" y="1946275"/>
          <p14:tracePt t="411632" x="4449763" y="1931988"/>
          <p14:tracePt t="411643" x="4422775" y="1919288"/>
          <p14:tracePt t="411655" x="4414838" y="1919288"/>
          <p14:tracePt t="411688" x="4402138" y="1919288"/>
          <p14:tracePt t="411699" x="4402138" y="1911350"/>
          <p14:tracePt t="411733" x="4381500" y="1911350"/>
          <p14:tracePt t="411744" x="4367213" y="1911350"/>
          <p14:tracePt t="411756" x="4354513" y="1911350"/>
          <p14:tracePt t="411768" x="4333875" y="1911350"/>
          <p14:tracePt t="411778" x="4319588" y="1911350"/>
          <p14:tracePt t="411789" x="4292600" y="1919288"/>
          <p14:tracePt t="411802" x="4259263" y="1931988"/>
          <p14:tracePt t="411812" x="4232275" y="1952625"/>
          <p14:tracePt t="411823" x="4191000" y="1979613"/>
          <p14:tracePt t="411835" x="4157663" y="2014538"/>
          <p14:tracePt t="411846" x="4129088" y="2054225"/>
          <p14:tracePt t="411857" x="4122738" y="2081213"/>
          <p14:tracePt t="411868" x="4110038" y="2122488"/>
          <p14:tracePt t="411880" x="4122738" y="2149475"/>
          <p14:tracePt t="411891" x="4122738" y="2170113"/>
          <p14:tracePt t="411902" x="4122738" y="2184400"/>
          <p14:tracePt t="411913" x="4129088" y="2184400"/>
          <p14:tracePt t="411947" x="4143375" y="2184400"/>
          <p14:tracePt t="411958" x="4157663" y="2184400"/>
          <p14:tracePt t="411970" x="4176713" y="2170113"/>
          <p14:tracePt t="411981" x="4191000" y="2157413"/>
          <p14:tracePt t="411992" x="4211638" y="2149475"/>
          <p14:tracePt t="412003" x="4224338" y="2136775"/>
          <p14:tracePt t="412014" x="4232275" y="2116138"/>
          <p14:tracePt t="412026" x="4232275" y="2101850"/>
          <p14:tracePt t="412037" x="4232275" y="2068513"/>
          <p14:tracePt t="412048" x="4224338" y="2047875"/>
          <p14:tracePt t="412060" x="4211638" y="2033588"/>
          <p14:tracePt t="412071" x="4176713" y="2020888"/>
          <p14:tracePt t="412082" x="4157663" y="2020888"/>
          <p14:tracePt t="412093" x="4122738" y="2020888"/>
          <p14:tracePt t="412104" x="4095750" y="2033588"/>
          <p14:tracePt t="412116" x="4054475" y="2068513"/>
          <p14:tracePt t="412127" x="4021138" y="2101850"/>
          <p14:tracePt t="412138" x="4006850" y="2136775"/>
          <p14:tracePt t="412149" x="3994150" y="2170113"/>
          <p14:tracePt t="412161" x="4006850" y="2190750"/>
          <p14:tracePt t="412172" x="4006850" y="2211388"/>
          <p14:tracePt t="412183" x="4027488" y="2238375"/>
          <p14:tracePt t="412194" x="4062413" y="2244725"/>
          <p14:tracePt t="412206" x="4089400" y="2259013"/>
          <p14:tracePt t="412218" x="4129088" y="2271713"/>
          <p14:tracePt t="412228" x="4176713" y="2271713"/>
          <p14:tracePt t="412240" x="4197350" y="2259013"/>
          <p14:tracePt t="412251" x="4232275" y="2244725"/>
          <p14:tracePt t="412262" x="4259263" y="2238375"/>
          <p14:tracePt t="412273" x="4279900" y="2224088"/>
          <p14:tracePt t="412285" x="4292600" y="2205038"/>
          <p14:tracePt t="412296" x="4292600" y="2170113"/>
          <p14:tracePt t="412307" x="4279900" y="2136775"/>
          <p14:tracePt t="412318" x="4259263" y="2116138"/>
          <p14:tracePt t="412329" x="4232275" y="2081213"/>
          <p14:tracePt t="412341" x="4197350" y="2054225"/>
          <p14:tracePt t="412352" x="4176713" y="2054225"/>
          <p14:tracePt t="412363" x="4157663" y="2054225"/>
          <p14:tracePt t="412374" x="4129088" y="2068513"/>
          <p14:tracePt t="412386" x="4122738" y="2081213"/>
          <p14:tracePt t="412397" x="4110038" y="2116138"/>
          <p14:tracePt t="412408" x="4110038" y="2157413"/>
          <p14:tracePt t="412419" x="4110038" y="2190750"/>
          <p14:tracePt t="412431" x="4129088" y="2224088"/>
          <p14:tracePt t="412442" x="4157663" y="2244725"/>
          <p14:tracePt t="412453" x="4176713" y="2259013"/>
          <p14:tracePt t="412464" x="4197350" y="2271713"/>
          <p14:tracePt t="412488" x="4244975" y="2271713"/>
          <p14:tracePt t="412498" x="4265613" y="2271713"/>
          <p14:tracePt t="412502" x="4300538" y="2271713"/>
          <p14:tracePt t="412510" x="4333875" y="2259013"/>
          <p14:tracePt t="412523" x="4348163" y="2244725"/>
          <p14:tracePt t="412533" x="4354513" y="2224088"/>
          <p14:tracePt t="412544" x="4354513" y="2211388"/>
          <p14:tracePt t="412554" x="4354513" y="2190750"/>
          <p14:tracePt t="412566" x="4348163" y="2170113"/>
          <p14:tracePt t="412577" x="4319588" y="2149475"/>
          <p14:tracePt t="412588" x="4292600" y="2136775"/>
          <p14:tracePt t="412599" x="4279900" y="2122488"/>
          <p14:tracePt t="412611" x="4259263" y="2122488"/>
          <p14:tracePt t="412622" x="4244975" y="2136775"/>
          <p14:tracePt t="412633" x="4232275" y="2149475"/>
          <p14:tracePt t="412644" x="4232275" y="2170113"/>
          <p14:tracePt t="412656" x="4232275" y="2190750"/>
          <p14:tracePt t="412668" x="4232275" y="2211388"/>
          <p14:tracePt t="412678" x="4244975" y="2238375"/>
          <p14:tracePt t="412689" x="4259263" y="2244725"/>
          <p14:tracePt t="412702" x="4265613" y="2259013"/>
          <p14:tracePt t="412712" x="4292600" y="2271713"/>
          <p14:tracePt t="412723" x="4319588" y="2271713"/>
          <p14:tracePt t="412735" x="4348163" y="2271713"/>
          <p14:tracePt t="412746" x="4367213" y="2271713"/>
          <p14:tracePt t="412757" x="4387850" y="2271713"/>
          <p14:tracePt t="412768" x="4387850" y="2259013"/>
          <p14:tracePt t="412779" x="4402138" y="2244725"/>
          <p14:tracePt t="412791" x="4402138" y="2224088"/>
          <p14:tracePt t="412802" x="4402138" y="2205038"/>
          <p14:tracePt t="412813" x="4381500" y="2170113"/>
          <p14:tracePt t="412824" x="4348163" y="2136775"/>
          <p14:tracePt t="412836" x="4313238" y="2101850"/>
          <p14:tracePt t="412847" x="4292600" y="2089150"/>
          <p14:tracePt t="412858" x="4265613" y="2081213"/>
          <p14:tracePt t="412869" x="4259263" y="2081213"/>
          <p14:tracePt t="412881" x="4244975" y="2089150"/>
          <p14:tracePt t="412892" x="4232275" y="2116138"/>
          <p14:tracePt t="412903" x="4232275" y="2149475"/>
          <p14:tracePt t="412914" x="4232275" y="2184400"/>
          <p14:tracePt t="412926" x="4259263" y="2238375"/>
          <p14:tracePt t="412937" x="4279900" y="2271713"/>
          <p14:tracePt t="412948" x="4313238" y="2279650"/>
          <p14:tracePt t="412959" x="4348163" y="2306638"/>
          <p14:tracePt t="412971" x="4381500" y="2306638"/>
          <p14:tracePt t="412982" x="4402138" y="2306638"/>
          <p14:tracePt t="412993" x="4422775" y="2306638"/>
          <p14:tracePt t="413004" x="4435475" y="2292350"/>
          <p14:tracePt t="413016" x="4449763" y="2271713"/>
          <p14:tracePt t="413027" x="4449763" y="2244725"/>
          <p14:tracePt t="413038" x="4422775" y="2205038"/>
          <p14:tracePt t="413049" x="4402138" y="2170113"/>
          <p14:tracePt t="413061" x="4354513" y="2116138"/>
          <p14:tracePt t="413072" x="4292600" y="2047875"/>
          <p14:tracePt t="413083" x="4197350" y="2000250"/>
          <p14:tracePt t="413094" x="4129088" y="1985963"/>
          <p14:tracePt t="413106" x="4089400" y="1985963"/>
          <p14:tracePt t="413118" x="4054475" y="2000250"/>
          <p14:tracePt t="413128" x="4041775" y="2014538"/>
          <p14:tracePt t="413139" x="4027488" y="2054225"/>
          <p14:tracePt t="413152" x="4027488" y="2089150"/>
          <p14:tracePt t="413162" x="4027488" y="2122488"/>
          <p14:tracePt t="413173" x="4054475" y="2157413"/>
          <p14:tracePt t="413185" x="4075113" y="2184400"/>
          <p14:tracePt t="413196" x="4095750" y="2190750"/>
          <p14:tracePt t="413207" x="4122738" y="2205038"/>
          <p14:tracePt t="413218" x="4143375" y="2205038"/>
          <p14:tracePt t="413229" x="4157663" y="2190750"/>
          <p14:tracePt t="413241" x="4176713" y="2184400"/>
          <p14:tracePt t="413252" x="4191000" y="2170113"/>
          <p14:tracePt t="413263" x="4197350" y="2149475"/>
          <p14:tracePt t="413274" x="4197350" y="2122488"/>
          <p14:tracePt t="413286" x="4197350" y="2101850"/>
          <p14:tracePt t="413297" x="4191000" y="2081213"/>
          <p14:tracePt t="413308" x="4176713" y="2068513"/>
          <p14:tracePt t="413319" x="4157663" y="2054225"/>
          <p14:tracePt t="413331" x="4129088" y="2054225"/>
          <p14:tracePt t="413342" x="4110038" y="2054225"/>
          <p14:tracePt t="413353" x="4095750" y="2081213"/>
          <p14:tracePt t="413364" x="4089400" y="2089150"/>
          <p14:tracePt t="413376" x="4075113" y="2122488"/>
          <p14:tracePt t="413387" x="4075113" y="2157413"/>
          <p14:tracePt t="413398" x="4089400" y="2184400"/>
          <p14:tracePt t="413410" x="4089400" y="2190750"/>
          <p14:tracePt t="413421" x="4110038" y="2205038"/>
          <p14:tracePt t="413432" x="4122738" y="2205038"/>
          <p14:tracePt t="413443" x="4129088" y="2205038"/>
          <p14:tracePt t="413454" x="4157663" y="2205038"/>
          <p14:tracePt t="413466" x="4176713" y="2190750"/>
          <p14:tracePt t="413477" x="4197350" y="2170113"/>
          <p14:tracePt t="413488" x="4211638" y="2149475"/>
          <p14:tracePt t="413499" x="4224338" y="2101850"/>
          <p14:tracePt t="413511" x="4224338" y="2081213"/>
          <p14:tracePt t="413533" x="4211638" y="2047875"/>
          <p14:tracePt t="413536" x="4191000" y="2014538"/>
          <p14:tracePt t="413578" x="4164013" y="2000250"/>
          <p14:tracePt t="413581" x="4129088" y="1985963"/>
          <p14:tracePt t="413589" x="4122738" y="1985963"/>
          <p14:tracePt t="413593" x="4110038" y="2000250"/>
          <p14:tracePt t="413604" x="4095750" y="2014538"/>
          <p14:tracePt t="413613" x="4089400" y="2054225"/>
          <p14:tracePt t="413614" x="4089400" y="2101850"/>
          <p14:tracePt t="413623" x="4089400" y="2136775"/>
          <p14:tracePt t="413637" x="4095750" y="2184400"/>
          <p14:tracePt t="413646" x="4122738" y="2205038"/>
          <p14:tracePt t="413657" x="4143375" y="2211388"/>
          <p14:tracePt t="413668" x="4164013" y="2211388"/>
          <p14:tracePt t="413679" x="4191000" y="2211388"/>
          <p14:tracePt t="413691" x="4197350" y="2211388"/>
          <p14:tracePt t="413702" x="4224338" y="2205038"/>
          <p14:tracePt t="413713" x="4244975" y="2170113"/>
          <p14:tracePt t="413724" x="4259263" y="2157413"/>
          <p14:tracePt t="413736" x="4259263" y="2122488"/>
          <p14:tracePt t="413747" x="4259263" y="2081213"/>
          <p14:tracePt t="413758" x="4244975" y="2054225"/>
          <p14:tracePt t="413769" x="4224338" y="2020888"/>
          <p14:tracePt t="413781" x="4197350" y="2014538"/>
          <p14:tracePt t="413792" x="4176713" y="2014538"/>
          <p14:tracePt t="413803" x="4143375" y="2014538"/>
          <p14:tracePt t="413814" x="4122738" y="2020888"/>
          <p14:tracePt t="413826" x="4095750" y="2054225"/>
          <p14:tracePt t="413837" x="4089400" y="2101850"/>
          <p14:tracePt t="413848" x="4089400" y="2149475"/>
          <p14:tracePt t="413859" x="4095750" y="2184400"/>
          <p14:tracePt t="413871" x="4110038" y="2205038"/>
          <p14:tracePt t="413882" x="4129088" y="2224088"/>
          <p14:tracePt t="413893" x="4164013" y="2238375"/>
          <p14:tracePt t="413904" x="4197350" y="2238375"/>
          <p14:tracePt t="413916" x="4224338" y="2238375"/>
          <p14:tracePt t="413927" x="4259263" y="2224088"/>
          <p14:tracePt t="413938" x="4279900" y="2211388"/>
          <p14:tracePt t="413949" x="4292600" y="2190750"/>
          <p14:tracePt t="413961" x="4292600" y="2157413"/>
          <p14:tracePt t="413972" x="4279900" y="2136775"/>
          <p14:tracePt t="413983" x="4265613" y="2089150"/>
          <p14:tracePt t="413994" x="4232275" y="2068513"/>
          <p14:tracePt t="414006" x="4211638" y="2054225"/>
          <p14:tracePt t="414018" x="4191000" y="2047875"/>
          <p14:tracePt t="414028" x="4176713" y="2054225"/>
          <p14:tracePt t="414039" x="4164013" y="2068513"/>
          <p14:tracePt t="414052" x="4143375" y="2101850"/>
          <p14:tracePt t="414062" x="4143375" y="2149475"/>
          <p14:tracePt t="414073" x="4157663" y="2184400"/>
          <p14:tracePt t="414085" x="4164013" y="2205038"/>
          <p14:tracePt t="414096" x="4191000" y="2211388"/>
          <p14:tracePt t="414107" x="4211638" y="2224088"/>
          <p14:tracePt t="414118" x="4232275" y="2224088"/>
          <p14:tracePt t="414129" x="4265613" y="2224088"/>
          <p14:tracePt t="414141" x="4300538" y="2211388"/>
          <p14:tracePt t="414152" x="4319588" y="2205038"/>
          <p14:tracePt t="414163" x="4333875" y="2184400"/>
          <p14:tracePt t="414174" x="4348163" y="2149475"/>
          <p14:tracePt t="414186" x="4348163" y="2136775"/>
          <p14:tracePt t="414197" x="4333875" y="2101850"/>
          <p14:tracePt t="414208" x="4319588" y="2081213"/>
          <p14:tracePt t="414219" x="4313238" y="2068513"/>
          <p14:tracePt t="414231" x="4292600" y="2054225"/>
          <p14:tracePt t="414242" x="4279900" y="2054225"/>
          <p14:tracePt t="414253" x="4265613" y="2068513"/>
          <p14:tracePt t="414264" x="4259263" y="2089150"/>
          <p14:tracePt t="414276" x="4259263" y="2101850"/>
          <p14:tracePt t="414287" x="4259263" y="2122488"/>
          <p14:tracePt t="414298" x="4265613" y="2136775"/>
          <p14:tracePt t="414309" x="4279900" y="2157413"/>
          <p14:tracePt t="414321" x="4292600" y="2157413"/>
          <p14:tracePt t="414332" x="4313238" y="2157413"/>
          <p14:tracePt t="414343" x="4319588" y="2157413"/>
          <p14:tracePt t="414354" x="4333875" y="2149475"/>
          <p14:tracePt t="414366" x="4348163" y="2136775"/>
          <p14:tracePt t="414377" x="4348163" y="2116138"/>
          <p14:tracePt t="414388" x="4333875" y="2089150"/>
          <p14:tracePt t="414399" x="4319588" y="2081213"/>
          <p14:tracePt t="414411" x="4300538" y="2054225"/>
          <p14:tracePt t="414422" x="4279900" y="2047875"/>
          <p14:tracePt t="414433" x="4259263" y="2047875"/>
          <p14:tracePt t="414444" x="4232275" y="2047875"/>
          <p14:tracePt t="414456" x="4211638" y="2054225"/>
          <p14:tracePt t="414468" x="4211638" y="2068513"/>
          <p14:tracePt t="414478" x="4197350" y="2089150"/>
          <p14:tracePt t="414489" x="4211638" y="2116138"/>
          <p14:tracePt t="414501" x="4211638" y="2122488"/>
          <p14:tracePt t="414512" x="4232275" y="2149475"/>
          <p14:tracePt t="414523" x="4259263" y="2157413"/>
          <p14:tracePt t="414535" x="4265613" y="2157413"/>
          <p14:tracePt t="414546" x="4300538" y="2157413"/>
          <p14:tracePt t="414557" x="4319588" y="2157413"/>
          <p14:tracePt t="414591" x="4333875" y="2157413"/>
          <p14:tracePt t="414593" x="4348163" y="2149475"/>
          <p14:tracePt t="414613" x="4333875" y="2149475"/>
          <p14:tracePt t="414703" x="4348163" y="2149475"/>
          <p14:tracePt t="414737" x="4313238" y="2136775"/>
          <p14:tracePt t="414930" x="4313238" y="2122488"/>
          <p14:tracePt t="414939" x="4319588" y="2122488"/>
          <p14:tracePt t="414951" x="4367213" y="2122488"/>
          <p14:tracePt t="414962" x="4449763" y="2136775"/>
          <p14:tracePt t="414973" x="4503738" y="2136775"/>
          <p14:tracePt t="414984" x="4592638" y="2136775"/>
          <p14:tracePt t="414996" x="4673600" y="2136775"/>
          <p14:tracePt t="415008" x="4830763" y="2136775"/>
          <p14:tracePt t="415018" x="5102225" y="2136775"/>
          <p14:tracePt t="415030" x="5360988" y="2136775"/>
          <p14:tracePt t="415041" x="5911850" y="2122488"/>
          <p14:tracePt t="415052" x="6354763" y="2101850"/>
          <p14:tracePt t="415063" x="7102475" y="2047875"/>
          <p14:tracePt t="415075" x="7653338" y="2014538"/>
          <p14:tracePt t="415086" x="8531225" y="1952625"/>
          <p14:tracePt t="415097" x="9361488" y="1898650"/>
          <p14:tracePt t="415108" x="9777413" y="1863725"/>
          <p14:tracePt t="415119" x="10090150" y="1830388"/>
          <p14:tracePt t="415131" x="10375900" y="1782763"/>
          <p14:tracePt t="415142" x="10510838" y="1762125"/>
          <p14:tracePt t="415153" x="10552113" y="1747838"/>
          <p14:tracePt t="415165" x="10566400" y="1741488"/>
          <p14:tracePt t="415220" x="10552113" y="1741488"/>
          <p14:tracePt t="415232" x="10531475" y="1741488"/>
          <p14:tracePt t="415243" x="10498138" y="1741488"/>
          <p14:tracePt t="415254" x="10444163" y="1747838"/>
          <p14:tracePt t="415266" x="10375900" y="1782763"/>
          <p14:tracePt t="415277" x="10307638" y="1816100"/>
          <p14:tracePt t="415288" x="10260013" y="1843088"/>
          <p14:tracePt t="415299" x="10206038" y="1878013"/>
          <p14:tracePt t="415311" x="10150475" y="1898650"/>
          <p14:tracePt t="415322" x="10102850" y="1911350"/>
          <p14:tracePt t="415333" x="10048875" y="1919288"/>
          <p14:tracePt t="415345" x="9980613" y="1931988"/>
          <p14:tracePt t="415356" x="9920288" y="1931988"/>
          <p14:tracePt t="415367" x="9825038" y="1919288"/>
          <p14:tracePt t="415378" x="9694863" y="1911350"/>
          <p14:tracePt t="415389" x="9593263" y="1884363"/>
          <p14:tracePt t="415401" x="9471025" y="1851025"/>
          <p14:tracePt t="415412" x="9348788" y="1816100"/>
          <p14:tracePt t="415423" x="9259888" y="1782763"/>
          <p14:tracePt t="415434" x="9164638" y="1741488"/>
          <p14:tracePt t="415446" x="9110663" y="1708150"/>
          <p14:tracePt t="415457" x="9090025" y="1693863"/>
          <p14:tracePt t="415468" x="9075738" y="1673225"/>
          <p14:tracePt t="415479" x="9075738" y="1660525"/>
          <p14:tracePt t="415502" x="9090025" y="1646238"/>
          <p14:tracePt t="415513" x="9096375" y="1639888"/>
          <p14:tracePt t="415524" x="9110663" y="1639888"/>
          <p14:tracePt t="415536" x="9129713" y="1639888"/>
          <p14:tracePt t="415547" x="9144000" y="1625600"/>
          <p14:tracePt t="415559" x="9158288" y="1625600"/>
          <p14:tracePt t="415570" x="9158288" y="1612900"/>
          <p14:tracePt t="415672" x="9158288" y="1625600"/>
          <p14:tracePt t="415682" x="9144000" y="1646238"/>
          <p14:tracePt t="415693" x="9144000" y="1673225"/>
          <p14:tracePt t="415704" x="9144000" y="1708150"/>
          <p14:tracePt t="415716" x="9144000" y="1762125"/>
          <p14:tracePt t="415727" x="9144000" y="1816100"/>
          <p14:tracePt t="415738" x="9158288" y="1863725"/>
          <p14:tracePt t="415749" x="9158288" y="1919288"/>
          <p14:tracePt t="415762" x="9158288" y="1966913"/>
          <p14:tracePt t="415772" x="9158288" y="2000250"/>
          <p14:tracePt t="415783" x="9158288" y="2047875"/>
          <p14:tracePt t="415795" x="9158288" y="2081213"/>
          <p14:tracePt t="415806" x="9158288" y="2101850"/>
          <p14:tracePt t="415817" x="9158288" y="2122488"/>
          <p14:tracePt t="415829" x="9158288" y="2149475"/>
          <p14:tracePt t="415839" x="9158288" y="2157413"/>
          <p14:tracePt t="415862" x="9158288" y="2170113"/>
          <p14:tracePt t="415873" x="9158288" y="2190750"/>
          <p14:tracePt t="415885" x="9158288" y="2205038"/>
          <p14:tracePt t="415896" x="9158288" y="2211388"/>
          <p14:tracePt t="415907" x="9158288" y="2238375"/>
          <p14:tracePt t="415918" x="9164638" y="2244725"/>
          <p14:tracePt t="415930" x="9164638" y="2279650"/>
          <p14:tracePt t="415941" x="9164638" y="2306638"/>
          <p14:tracePt t="415952" x="9164638" y="2327275"/>
          <p14:tracePt t="415963" x="9164638" y="2360613"/>
          <p14:tracePt t="415975" x="9164638" y="2381250"/>
          <p14:tracePt t="415986" x="9164638" y="2414588"/>
          <p14:tracePt t="415997" x="9164638" y="2449513"/>
          <p14:tracePt t="416008" x="9164638" y="2482850"/>
          <p14:tracePt t="416020" x="9164638" y="2497138"/>
          <p14:tracePt t="416031" x="9164638" y="2509838"/>
          <p14:tracePt t="416053" x="9164638" y="2517775"/>
          <p14:tracePt t="416132" x="9164638" y="2509838"/>
          <p14:tracePt t="416166" x="9164638" y="2497138"/>
          <p14:tracePt t="416188" x="9158288" y="2497138"/>
          <p14:tracePt t="416211" x="9123363" y="2497138"/>
          <p14:tracePt t="416525" x="9129713" y="2497138"/>
          <p14:tracePt t="416537" x="9158288" y="2497138"/>
          <p14:tracePt t="416549" x="9164638" y="2497138"/>
          <p14:tracePt t="416660" x="9158288" y="2497138"/>
          <p14:tracePt t="416684" x="9129713" y="2497138"/>
          <p14:tracePt t="416695" x="9096375" y="2497138"/>
          <p14:tracePt t="416708" x="9007475" y="2497138"/>
          <p14:tracePt t="416717" x="8837613" y="2476500"/>
          <p14:tracePt t="416729" x="8682038" y="2449513"/>
          <p14:tracePt t="416741" x="8375650" y="2428875"/>
          <p14:tracePt t="416751" x="8062913" y="2395538"/>
          <p14:tracePt t="416764" x="7824788" y="2381250"/>
          <p14:tracePt t="416775" x="7531100" y="2360613"/>
          <p14:tracePt t="416785" x="7280275" y="2347913"/>
          <p14:tracePt t="416797" x="7137400" y="2339975"/>
          <p14:tracePt t="416809" x="6967538" y="2312988"/>
          <p14:tracePt t="416819" x="6843713" y="2312988"/>
          <p14:tracePt t="416830" x="6762750" y="2306638"/>
          <p14:tracePt t="416841" x="6694488" y="2306638"/>
          <p14:tracePt t="416852" x="6626225" y="2292350"/>
          <p14:tracePt t="416863" x="6572250" y="2292350"/>
          <p14:tracePt t="416874" x="6524625" y="2292350"/>
          <p14:tracePt t="416886" x="6477000" y="2292350"/>
          <p14:tracePt t="416897" x="6423025" y="2292350"/>
          <p14:tracePt t="416908" x="6388100" y="2292350"/>
          <p14:tracePt t="416920" x="6348413" y="2292350"/>
          <p14:tracePt t="416931" x="6313488" y="2292350"/>
          <p14:tracePt t="416942" x="6286500" y="2292350"/>
          <p14:tracePt t="416953" x="6265863" y="2292350"/>
          <p14:tracePt t="416965" x="6245225" y="2292350"/>
          <p14:tracePt t="416976" x="6232525" y="2292350"/>
          <p14:tracePt t="416987" x="6211888" y="2306638"/>
          <p14:tracePt t="416998" x="6184900" y="2306638"/>
          <p14:tracePt t="417010" x="6176963" y="2306638"/>
          <p14:tracePt t="417021" x="6143625" y="2306638"/>
          <p14:tracePt t="417032" x="6116638" y="2312988"/>
          <p14:tracePt t="417043" x="6096000" y="2312988"/>
          <p14:tracePt t="417054" x="6075363" y="2312988"/>
          <p14:tracePt t="417066" x="6048375" y="2312988"/>
          <p14:tracePt t="417077" x="6027738" y="2327275"/>
          <p14:tracePt t="417088" x="5994400" y="2327275"/>
          <p14:tracePt t="417099" x="5973763" y="2327275"/>
          <p14:tracePt t="417111" x="5959475" y="2327275"/>
          <p14:tracePt t="417122" x="5946775" y="2327275"/>
          <p14:tracePt t="417133" x="5926138" y="2327275"/>
          <p14:tracePt t="417144" x="5905500" y="2339975"/>
          <p14:tracePt t="417156" x="5891213" y="2339975"/>
          <p14:tracePt t="417167" x="5872163" y="2339975"/>
          <p14:tracePt t="417178" x="5843588" y="2347913"/>
          <p14:tracePt t="417190" x="5837238" y="2360613"/>
          <p14:tracePt t="417201" x="5824538" y="2374900"/>
          <p14:tracePt t="417212" x="5803900" y="2381250"/>
          <p14:tracePt t="417224" x="5789613" y="2395538"/>
          <p14:tracePt t="417234" x="5783263" y="2408238"/>
          <p14:tracePt t="417246" x="5783263" y="2414588"/>
          <p14:tracePt t="417257" x="5783263" y="2428875"/>
          <p14:tracePt t="417268" x="5783263" y="2443163"/>
          <p14:tracePt t="417280" x="5783263" y="2449513"/>
          <p14:tracePt t="417291" x="5783263" y="2462213"/>
          <p14:tracePt t="417302" x="5789613" y="2476500"/>
          <p14:tracePt t="417313" x="5803900" y="2497138"/>
          <p14:tracePt t="417325" x="5816600" y="2509838"/>
          <p14:tracePt t="417336" x="5824538" y="2517775"/>
          <p14:tracePt t="417347" x="5843588" y="2530475"/>
          <p14:tracePt t="417358" x="5872163" y="2544763"/>
          <p14:tracePt t="417370" x="5891213" y="2544763"/>
          <p14:tracePt t="417381" x="5926138" y="2551113"/>
          <p14:tracePt t="417392" x="5959475" y="2551113"/>
          <p14:tracePt t="417403" x="5980113" y="2551113"/>
          <p14:tracePt t="417415" x="5994400" y="2551113"/>
          <p14:tracePt t="417426" x="6015038" y="2544763"/>
          <p14:tracePt t="417448" x="6027738" y="2530475"/>
          <p14:tracePt t="417460" x="6027738" y="2517775"/>
          <p14:tracePt t="417471" x="6027738" y="2497138"/>
          <p14:tracePt t="417482" x="6027738" y="2476500"/>
          <p14:tracePt t="417493" x="6007100" y="2449513"/>
          <p14:tracePt t="417504" x="5994400" y="2428875"/>
          <p14:tracePt t="417516" x="5959475" y="2408238"/>
          <p14:tracePt t="417527" x="5926138" y="2381250"/>
          <p14:tracePt t="417538" x="5891213" y="2381250"/>
          <p14:tracePt t="417549" x="5872163" y="2374900"/>
          <p14:tracePt t="417561" x="5843588" y="2381250"/>
          <p14:tracePt t="417572" x="5824538" y="2381250"/>
          <p14:tracePt t="417583" x="5816600" y="2395538"/>
          <p14:tracePt t="417594" x="5803900" y="2414588"/>
          <p14:tracePt t="417606" x="5789613" y="2443163"/>
          <p14:tracePt t="417617" x="5768975" y="2476500"/>
          <p14:tracePt t="417629" x="5768975" y="2509838"/>
          <p14:tracePt t="417641" x="5756275" y="2530475"/>
          <p14:tracePt t="417651" x="5756275" y="2544763"/>
          <p14:tracePt t="417662" x="5768975" y="2565400"/>
          <p14:tracePt t="417674" x="5783263" y="2578100"/>
          <p14:tracePt t="417684" x="5803900" y="2578100"/>
          <p14:tracePt t="417696" x="5824538" y="2586038"/>
          <p14:tracePt t="417707" x="5843588" y="2586038"/>
          <p14:tracePt t="417729" x="5872163" y="2586038"/>
          <p14:tracePt t="417732" x="5905500" y="2578100"/>
          <p14:tracePt t="417742" x="5926138" y="2565400"/>
          <p14:tracePt t="417754" x="5938838" y="2551113"/>
          <p14:tracePt t="417763" x="5946775" y="2544763"/>
          <p14:tracePt t="417774" x="5959475" y="2517775"/>
          <p14:tracePt t="417786" x="5959475" y="2509838"/>
          <p14:tracePt t="417797" x="5946775" y="2482850"/>
          <p14:tracePt t="417808" x="5926138" y="2462213"/>
          <p14:tracePt t="417819" x="5905500" y="2449513"/>
          <p14:tracePt t="417831" x="5878513" y="2443163"/>
          <p14:tracePt t="417842" x="5857875" y="2443163"/>
          <p14:tracePt t="417853" x="5837238" y="2443163"/>
          <p14:tracePt t="417864" x="5824538" y="2449513"/>
          <p14:tracePt t="417876" x="5816600" y="2476500"/>
          <p14:tracePt t="417887" x="5816600" y="2482850"/>
          <p14:tracePt t="417898" x="5803900" y="2517775"/>
          <p14:tracePt t="417909" x="5816600" y="2544763"/>
          <p14:tracePt t="417921" x="5816600" y="2551113"/>
          <p14:tracePt t="417932" x="5824538" y="2578100"/>
          <p14:tracePt t="417943" x="5843588" y="2586038"/>
          <p14:tracePt t="417954" x="5872163" y="2586038"/>
          <p14:tracePt t="417966" x="5891213" y="2598738"/>
          <p14:tracePt t="417977" x="5926138" y="2598738"/>
          <p14:tracePt t="417988" x="5959475" y="2586038"/>
          <p14:tracePt t="417999" x="5980113" y="2586038"/>
          <p14:tracePt t="418011" x="5994400" y="2578100"/>
          <p14:tracePt t="418022" x="6007100" y="2565400"/>
          <p14:tracePt t="418033" x="6007100" y="2544763"/>
          <p14:tracePt t="418044" x="6007100" y="2530475"/>
          <p14:tracePt t="418056" x="5994400" y="2509838"/>
          <p14:tracePt t="418067" x="5973763" y="2482850"/>
          <p14:tracePt t="418078" x="5946775" y="2476500"/>
          <p14:tracePt t="418090" x="5911850" y="2462213"/>
          <p14:tracePt t="418101" x="5891213" y="2449513"/>
          <p14:tracePt t="418112" x="5872163" y="2449513"/>
          <p14:tracePt t="418124" x="5857875" y="2462213"/>
          <p14:tracePt t="418134" x="5843588" y="2462213"/>
          <p14:tracePt t="418146" x="5843588" y="2476500"/>
          <p14:tracePt t="418158" x="5843588" y="2482850"/>
          <p14:tracePt t="418168" x="5843588" y="2497138"/>
          <p14:tracePt t="418190" x="5843588" y="2509838"/>
          <p14:tracePt t="418202" x="5857875" y="2509838"/>
          <p14:tracePt t="418224" x="5872163" y="2509838"/>
          <p14:tracePt t="418247" x="5878513" y="2509838"/>
          <p14:tracePt t="418258" x="5878513" y="2497138"/>
          <p14:tracePt t="418303" x="5891213" y="2482850"/>
          <p14:tracePt t="418325" x="5878513" y="2482850"/>
          <p14:tracePt t="418337" x="5878513" y="2476500"/>
          <p14:tracePt t="418415" x="5878513" y="2482850"/>
          <p14:tracePt t="419137" x="5911850" y="2462213"/>
          <p14:tracePt t="419147" x="5959475" y="2449513"/>
          <p14:tracePt t="419159" x="6042025" y="2414588"/>
          <p14:tracePt t="419169" x="6218238" y="2327275"/>
          <p14:tracePt t="419181" x="6456363" y="2205038"/>
          <p14:tracePt t="419192" x="6661150" y="2101850"/>
          <p14:tracePt t="419204" x="6938963" y="1946275"/>
          <p14:tracePt t="419215" x="7212013" y="1795463"/>
          <p14:tracePt t="419227" x="7381875" y="1708150"/>
          <p14:tracePt t="419237" x="7586663" y="1604963"/>
          <p14:tracePt t="419249" x="7721600" y="1524000"/>
          <p14:tracePt t="419262" x="7789863" y="1490663"/>
          <p14:tracePt t="419271" x="7824788" y="1470025"/>
          <p14:tracePt t="419282" x="7837488" y="1455738"/>
          <p14:tracePt t="419417" x="7837488" y="1503363"/>
          <p14:tracePt t="419428" x="7843838" y="1646238"/>
          <p14:tracePt t="419440" x="7872413" y="1878013"/>
          <p14:tracePt t="419451" x="7878763" y="2292350"/>
          <p14:tracePt t="419462" x="7878763" y="2747963"/>
          <p14:tracePt t="419474" x="7872413" y="3014663"/>
          <p14:tracePt t="419485" x="7843838" y="3286125"/>
          <p14:tracePt t="419496" x="7789863" y="3503613"/>
          <p14:tracePt t="419507" x="7735888" y="3640138"/>
          <p14:tracePt t="419518" x="7599363" y="3783013"/>
          <p14:tracePt t="419532" x="7470775" y="3851275"/>
          <p14:tracePt t="419755" x="7483475" y="3851275"/>
          <p14:tracePt t="419766" x="7497763" y="3863975"/>
          <p14:tracePt t="419777" x="7483475" y="3878263"/>
          <p14:tracePt t="419788" x="7450138" y="3898900"/>
          <p14:tracePt t="419800" x="7396163" y="3952875"/>
          <p14:tracePt t="419833" x="7259638" y="4089400"/>
          <p14:tracePt t="419836" x="7110413" y="4244975"/>
          <p14:tracePt t="419845" x="6742113" y="4619625"/>
          <p14:tracePt t="419852" x="6443663" y="4911725"/>
          <p14:tracePt t="419856" x="5980113" y="5387975"/>
          <p14:tracePt t="419869" x="5700713" y="5673725"/>
          <p14:tracePt t="419879" x="5307013" y="6034088"/>
          <p14:tracePt t="419890" x="4967288" y="6327775"/>
          <p14:tracePt t="419901" x="4795838" y="6477000"/>
          <p14:tracePt t="419912" x="4640263" y="6599238"/>
          <p14:tracePt t="419924" x="4586288" y="6640513"/>
          <p14:tracePt t="419935" x="4551363" y="6667500"/>
          <p14:tracePt t="419947" x="4538663" y="6667500"/>
          <p14:tracePt t="420126" x="4551363" y="6688138"/>
          <p14:tracePt t="420137" x="4586288" y="6742113"/>
          <p14:tracePt t="420148" x="4605338" y="6810375"/>
          <p14:tracePt t="420160" x="4605338" y="6843713"/>
          <p14:tracePt t="420680"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ES Byte-Level Operation of Substitute Byte and Add Round Key">
            <a:extLst>
              <a:ext uri="{FF2B5EF4-FFF2-40B4-BE49-F238E27FC236}">
                <a16:creationId xmlns:a16="http://schemas.microsoft.com/office/drawing/2014/main" id="{38330CA9-F740-D948-9787-3E8A277484D1}"/>
              </a:ext>
            </a:extLst>
          </p:cNvPr>
          <p:cNvPicPr>
            <a:picLocks noChangeAspect="1"/>
          </p:cNvPicPr>
          <p:nvPr/>
        </p:nvPicPr>
        <p:blipFill rotWithShape="1">
          <a:blip r:embed="rId3"/>
          <a:srcRect t="7359" b="12701"/>
          <a:stretch/>
        </p:blipFill>
        <p:spPr>
          <a:xfrm>
            <a:off x="2954482" y="188640"/>
            <a:ext cx="6542860" cy="6768752"/>
          </a:xfrm>
          <a:prstGeom prst="rect">
            <a:avLst/>
          </a:prstGeom>
        </p:spPr>
      </p:pic>
      <p:sp>
        <p:nvSpPr>
          <p:cNvPr id="2" name="TextBox 1">
            <a:extLst>
              <a:ext uri="{FF2B5EF4-FFF2-40B4-BE49-F238E27FC236}">
                <a16:creationId xmlns:a16="http://schemas.microsoft.com/office/drawing/2014/main" id="{DDF687CC-9FBB-BD52-4F91-63C32A56D2F7}"/>
              </a:ext>
            </a:extLst>
          </p:cNvPr>
          <p:cNvSpPr txBox="1"/>
          <p:nvPr/>
        </p:nvSpPr>
        <p:spPr>
          <a:xfrm>
            <a:off x="0" y="6407750"/>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4" name="Title 3">
            <a:extLst>
              <a:ext uri="{FF2B5EF4-FFF2-40B4-BE49-F238E27FC236}">
                <a16:creationId xmlns:a16="http://schemas.microsoft.com/office/drawing/2014/main" id="{DE0F88F5-52AA-8058-A91F-A0C72A641F68}"/>
              </a:ext>
            </a:extLst>
          </p:cNvPr>
          <p:cNvSpPr>
            <a:spLocks noGrp="1"/>
          </p:cNvSpPr>
          <p:nvPr>
            <p:ph type="title"/>
          </p:nvPr>
        </p:nvSpPr>
        <p:spPr>
          <a:xfrm>
            <a:off x="220362" y="352768"/>
            <a:ext cx="3956222" cy="1325563"/>
          </a:xfrm>
        </p:spPr>
        <p:txBody>
          <a:bodyPr>
            <a:noAutofit/>
          </a:bodyPr>
          <a:lstStyle/>
          <a:p>
            <a:r>
              <a:rPr lang="en-US" sz="2800" dirty="0"/>
              <a:t>AES Byte-Level Operation of Substitute Byte and Add Round Key</a:t>
            </a:r>
          </a:p>
        </p:txBody>
      </p:sp>
    </p:spTree>
  </p:cSld>
  <p:clrMapOvr>
    <a:masterClrMapping/>
  </p:clrMapOvr>
  <p:transition spd="med" advTm="117450">
    <p:wipe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5" descr="Table displaying hexadecimal values arranged in 16 columns and 16 rows, with row and column headers labeled in hexadecimal from 00 to FF. The table highlights a structured grid of byte values commonly used in computing contexts such as memory dumps or binary data representation."/>
          <p:cNvPicPr>
            <a:picLocks noChangeAspect="1"/>
          </p:cNvPicPr>
          <p:nvPr/>
        </p:nvPicPr>
        <p:blipFill>
          <a:blip r:embed="rId3"/>
          <a:srcRect r="-3000"/>
          <a:stretch>
            <a:fillRect/>
          </a:stretch>
        </p:blipFill>
        <p:spPr bwMode="auto">
          <a:xfrm>
            <a:off x="1676401" y="1143000"/>
            <a:ext cx="9142413" cy="4419600"/>
          </a:xfrm>
          <a:prstGeom prst="rect">
            <a:avLst/>
          </a:prstGeom>
          <a:noFill/>
          <a:ln w="9525">
            <a:noFill/>
            <a:miter lim="800000"/>
            <a:headEnd/>
            <a:tailEnd/>
          </a:ln>
        </p:spPr>
      </p:pic>
      <p:sp>
        <p:nvSpPr>
          <p:cNvPr id="7" name="Rectangle 6"/>
          <p:cNvSpPr/>
          <p:nvPr/>
        </p:nvSpPr>
        <p:spPr>
          <a:xfrm>
            <a:off x="1524000" y="1"/>
            <a:ext cx="9144000" cy="830263"/>
          </a:xfrm>
          <a:prstGeom prst="rect">
            <a:avLst/>
          </a:prstGeom>
        </p:spPr>
        <p:txBody>
          <a:bodyPr>
            <a:spAutoFit/>
          </a:bodyPr>
          <a:lstStyle/>
          <a:p>
            <a:pPr algn="ctr">
              <a:defRPr/>
            </a:pPr>
            <a:r>
              <a:rPr lang="en-US" sz="4800" dirty="0">
                <a:latin typeface="+mn-lt"/>
              </a:rPr>
              <a:t>Table 6.2    </a:t>
            </a:r>
          </a:p>
        </p:txBody>
      </p:sp>
      <p:sp>
        <p:nvSpPr>
          <p:cNvPr id="53253" name="Rectangle 8"/>
          <p:cNvSpPr>
            <a:spLocks noGrp="1" noChangeArrowheads="1"/>
          </p:cNvSpPr>
          <p:nvPr>
            <p:ph type="title" idx="4294967295"/>
          </p:nvPr>
        </p:nvSpPr>
        <p:spPr bwMode="auto">
          <a:xfrm>
            <a:off x="5715001" y="5562600"/>
            <a:ext cx="1197764" cy="369332"/>
          </a:xfrm>
          <a:prstGeom prst="rect">
            <a:avLst/>
          </a:prstGeom>
          <a:noFill/>
          <a:ln w="9525">
            <a:noFill/>
            <a:prstDash/>
            <a:miter lim="800000"/>
            <a:headEnd/>
            <a:tailEn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n-lt"/>
                <a:ea typeface="+mn-ea"/>
                <a:cs typeface="+mn-cs"/>
              </a:rPr>
              <a:t>(a) S-box </a:t>
            </a:r>
          </a:p>
        </p:txBody>
      </p:sp>
      <p:sp>
        <p:nvSpPr>
          <p:cNvPr id="9" name="TextBox 8">
            <a:extLst>
              <a:ext uri="{FF2B5EF4-FFF2-40B4-BE49-F238E27FC236}">
                <a16:creationId xmlns:a16="http://schemas.microsoft.com/office/drawing/2014/main" id="{3240A0CC-CDBF-7341-88C9-EF55122B7F13}"/>
              </a:ext>
            </a:extLst>
          </p:cNvPr>
          <p:cNvSpPr txBox="1"/>
          <p:nvPr/>
        </p:nvSpPr>
        <p:spPr>
          <a:xfrm>
            <a:off x="905882" y="332656"/>
            <a:ext cx="1236236" cy="369332"/>
          </a:xfrm>
          <a:prstGeom prst="rect">
            <a:avLst/>
          </a:prstGeom>
          <a:noFill/>
        </p:spPr>
        <p:txBody>
          <a:bodyPr wrap="none" rtlCol="0">
            <a:spAutoFit/>
          </a:bodyPr>
          <a:lstStyle/>
          <a:p>
            <a:r>
              <a:rPr lang="en-US" dirty="0"/>
              <a:t>Input: {95}</a:t>
            </a:r>
          </a:p>
        </p:txBody>
      </p:sp>
    </p:spTree>
  </p:cSld>
  <p:clrMapOvr>
    <a:masterClrMapping/>
  </p:clrMapOvr>
  <p:transition advTm="96896">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524000" y="1"/>
            <a:ext cx="9144000" cy="830263"/>
          </a:xfrm>
          <a:prstGeom prst="rect">
            <a:avLst/>
          </a:prstGeom>
        </p:spPr>
        <p:txBody>
          <a:bodyPr>
            <a:spAutoFit/>
          </a:bodyPr>
          <a:lstStyle/>
          <a:p>
            <a:pPr algn="ctr">
              <a:defRPr/>
            </a:pPr>
            <a:r>
              <a:rPr lang="en-US" sz="4800" dirty="0">
                <a:latin typeface="+mn-lt"/>
              </a:rPr>
              <a:t>Table 6.2    </a:t>
            </a:r>
          </a:p>
        </p:txBody>
      </p:sp>
      <p:sp>
        <p:nvSpPr>
          <p:cNvPr id="55300" name="Rectangle 8"/>
          <p:cNvSpPr>
            <a:spLocks noGrp="1" noChangeArrowheads="1"/>
          </p:cNvSpPr>
          <p:nvPr>
            <p:ph type="title" idx="4294967295"/>
          </p:nvPr>
        </p:nvSpPr>
        <p:spPr bwMode="auto">
          <a:xfrm>
            <a:off x="5257800" y="5410200"/>
            <a:ext cx="2018501" cy="369332"/>
          </a:xfrm>
          <a:prstGeom prst="rect">
            <a:avLst/>
          </a:prstGeom>
          <a:noFill/>
          <a:ln w="9525">
            <a:noFill/>
            <a:prstDash/>
            <a:miter lim="800000"/>
            <a:headEnd/>
            <a:tailEn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n-lt"/>
                <a:ea typeface="+mn-ea"/>
                <a:cs typeface="+mn-cs"/>
              </a:rPr>
              <a:t>(b) Inverse S-box </a:t>
            </a:r>
          </a:p>
        </p:txBody>
      </p:sp>
      <p:pic>
        <p:nvPicPr>
          <p:cNvPr id="55301" name="Picture 9" descr="Table displaying hexadecimal values organized in 16 columns and 16 rows, likely representing a data matrix or memory dump. Each cell contains a two-character hex code, with row and column headers labeled in hex, facilitating identification of specific data points or addresses."/>
          <p:cNvPicPr>
            <a:picLocks noChangeAspect="1"/>
          </p:cNvPicPr>
          <p:nvPr/>
        </p:nvPicPr>
        <p:blipFill>
          <a:blip r:embed="rId3"/>
          <a:srcRect/>
          <a:stretch>
            <a:fillRect/>
          </a:stretch>
        </p:blipFill>
        <p:spPr bwMode="auto">
          <a:xfrm>
            <a:off x="1524000" y="1066801"/>
            <a:ext cx="8782050" cy="4371975"/>
          </a:xfrm>
          <a:prstGeom prst="rect">
            <a:avLst/>
          </a:prstGeom>
          <a:noFill/>
          <a:ln w="9525">
            <a:noFill/>
            <a:miter lim="800000"/>
            <a:headEnd/>
            <a:tailEnd/>
          </a:ln>
        </p:spPr>
      </p:pic>
      <p:sp>
        <p:nvSpPr>
          <p:cNvPr id="9" name="TextBox 8">
            <a:extLst>
              <a:ext uri="{FF2B5EF4-FFF2-40B4-BE49-F238E27FC236}">
                <a16:creationId xmlns:a16="http://schemas.microsoft.com/office/drawing/2014/main" id="{65D8E1BB-36D5-4942-9849-60C0337085AC}"/>
              </a:ext>
            </a:extLst>
          </p:cNvPr>
          <p:cNvSpPr txBox="1"/>
          <p:nvPr/>
        </p:nvSpPr>
        <p:spPr>
          <a:xfrm>
            <a:off x="905882" y="332656"/>
            <a:ext cx="1261884" cy="369332"/>
          </a:xfrm>
          <a:prstGeom prst="rect">
            <a:avLst/>
          </a:prstGeom>
          <a:noFill/>
        </p:spPr>
        <p:txBody>
          <a:bodyPr wrap="none" rtlCol="0">
            <a:spAutoFit/>
          </a:bodyPr>
          <a:lstStyle/>
          <a:p>
            <a:r>
              <a:rPr lang="en-US" dirty="0"/>
              <a:t>Input: {2A}</a:t>
            </a:r>
          </a:p>
        </p:txBody>
      </p:sp>
    </p:spTree>
  </p:cSld>
  <p:clrMapOvr>
    <a:masterClrMapping/>
  </p:clrMapOvr>
  <p:transition spd="med" advTm="90709">
    <p:wipe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nstruction of S-Box and IS-Box of AES Substitute Bytes operation.">
            <a:extLst>
              <a:ext uri="{FF2B5EF4-FFF2-40B4-BE49-F238E27FC236}">
                <a16:creationId xmlns:a16="http://schemas.microsoft.com/office/drawing/2014/main" id="{92028AAE-AE2D-EB4C-B402-91221757E4E2}"/>
              </a:ext>
            </a:extLst>
          </p:cNvPr>
          <p:cNvPicPr>
            <a:picLocks noChangeAspect="1"/>
          </p:cNvPicPr>
          <p:nvPr/>
        </p:nvPicPr>
        <p:blipFill>
          <a:blip r:embed="rId4"/>
          <a:stretch>
            <a:fillRect/>
          </a:stretch>
        </p:blipFill>
        <p:spPr>
          <a:xfrm>
            <a:off x="5544431" y="-171400"/>
            <a:ext cx="6120680" cy="7920880"/>
          </a:xfrm>
          <a:prstGeom prst="rect">
            <a:avLst/>
          </a:prstGeom>
        </p:spPr>
      </p:pic>
      <p:sp>
        <p:nvSpPr>
          <p:cNvPr id="4" name="TextBox 3">
            <a:extLst>
              <a:ext uri="{FF2B5EF4-FFF2-40B4-BE49-F238E27FC236}">
                <a16:creationId xmlns:a16="http://schemas.microsoft.com/office/drawing/2014/main" id="{F65E8BF3-0F1F-AA4F-B800-AC79E385994F}"/>
              </a:ext>
            </a:extLst>
          </p:cNvPr>
          <p:cNvSpPr txBox="1"/>
          <p:nvPr/>
        </p:nvSpPr>
        <p:spPr>
          <a:xfrm>
            <a:off x="407368" y="527839"/>
            <a:ext cx="1236236" cy="369332"/>
          </a:xfrm>
          <a:prstGeom prst="rect">
            <a:avLst/>
          </a:prstGeom>
          <a:noFill/>
        </p:spPr>
        <p:txBody>
          <a:bodyPr wrap="none" rtlCol="0">
            <a:spAutoFit/>
          </a:bodyPr>
          <a:lstStyle/>
          <a:p>
            <a:r>
              <a:rPr lang="en-US" dirty="0"/>
              <a:t>Input: {95}</a:t>
            </a:r>
          </a:p>
        </p:txBody>
      </p:sp>
      <p:pic>
        <p:nvPicPr>
          <p:cNvPr id="6" name="Picture 5" descr="A hexadecimal memory dump table showing byte values arranged in 16 columns labeled 0 to F and 16 rows labeled 0 to F. Each cell contains two-digit hexadecimal numbers representing data stored at corresponding memory addresses, with row and column headers aiding navigation.">
            <a:extLst>
              <a:ext uri="{FF2B5EF4-FFF2-40B4-BE49-F238E27FC236}">
                <a16:creationId xmlns:a16="http://schemas.microsoft.com/office/drawing/2014/main" id="{B7D28E50-D6C6-9D49-BAE5-7566F0198C65}"/>
              </a:ext>
            </a:extLst>
          </p:cNvPr>
          <p:cNvPicPr>
            <a:picLocks noChangeAspect="1"/>
          </p:cNvPicPr>
          <p:nvPr/>
        </p:nvPicPr>
        <p:blipFill>
          <a:blip r:embed="rId5"/>
          <a:stretch>
            <a:fillRect/>
          </a:stretch>
        </p:blipFill>
        <p:spPr>
          <a:xfrm>
            <a:off x="407368" y="908720"/>
            <a:ext cx="5351053" cy="3888432"/>
          </a:xfrm>
          <a:prstGeom prst="rect">
            <a:avLst/>
          </a:prstGeom>
        </p:spPr>
      </p:pic>
      <p:sp>
        <p:nvSpPr>
          <p:cNvPr id="9" name="Oval 8">
            <a:extLst>
              <a:ext uri="{FF2B5EF4-FFF2-40B4-BE49-F238E27FC236}">
                <a16:creationId xmlns:a16="http://schemas.microsoft.com/office/drawing/2014/main" id="{1DA104A5-4575-664C-98DA-464D6F92ADBA}"/>
              </a:ext>
              <a:ext uri="{C183D7F6-B498-43B3-948B-1728B52AA6E4}">
                <adec:decorative xmlns:adec="http://schemas.microsoft.com/office/drawing/2017/decorative" val="1"/>
              </a:ext>
            </a:extLst>
          </p:cNvPr>
          <p:cNvSpPr/>
          <p:nvPr/>
        </p:nvSpPr>
        <p:spPr>
          <a:xfrm>
            <a:off x="2207568" y="3140968"/>
            <a:ext cx="360040" cy="267400"/>
          </a:xfrm>
          <a:prstGeom prst="ellipse">
            <a:avLst/>
          </a:prstGeom>
          <a:noFill/>
          <a:ln>
            <a:solidFill>
              <a:srgbClr val="FF0000">
                <a:alpha val="70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Left Arrow 9">
            <a:extLst>
              <a:ext uri="{FF2B5EF4-FFF2-40B4-BE49-F238E27FC236}">
                <a16:creationId xmlns:a16="http://schemas.microsoft.com/office/drawing/2014/main" id="{D4E14A64-E686-1A47-A37D-32D17B317205}"/>
              </a:ext>
              <a:ext uri="{C183D7F6-B498-43B3-948B-1728B52AA6E4}">
                <adec:decorative xmlns:adec="http://schemas.microsoft.com/office/drawing/2017/decorative" val="1"/>
              </a:ext>
            </a:extLst>
          </p:cNvPr>
          <p:cNvSpPr/>
          <p:nvPr/>
        </p:nvSpPr>
        <p:spPr>
          <a:xfrm>
            <a:off x="5879976" y="1052736"/>
            <a:ext cx="864096" cy="288032"/>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Prime polynomial for GF(2^8).">
            <a:extLst>
              <a:ext uri="{FF2B5EF4-FFF2-40B4-BE49-F238E27FC236}">
                <a16:creationId xmlns:a16="http://schemas.microsoft.com/office/drawing/2014/main" id="{D620EE3E-27CD-AE48-B89F-945ED80DD4F9}"/>
              </a:ext>
            </a:extLst>
          </p:cNvPr>
          <p:cNvPicPr>
            <a:picLocks noChangeAspect="1"/>
          </p:cNvPicPr>
          <p:nvPr/>
        </p:nvPicPr>
        <p:blipFill rotWithShape="1">
          <a:blip r:embed="rId6"/>
          <a:srcRect t="8640" b="-1"/>
          <a:stretch/>
        </p:blipFill>
        <p:spPr>
          <a:xfrm>
            <a:off x="1098901" y="5547365"/>
            <a:ext cx="3967986" cy="365125"/>
          </a:xfrm>
          <a:prstGeom prst="rect">
            <a:avLst/>
          </a:prstGeom>
        </p:spPr>
      </p:pic>
      <p:sp>
        <p:nvSpPr>
          <p:cNvPr id="13" name="TextBox 12">
            <a:extLst>
              <a:ext uri="{FF2B5EF4-FFF2-40B4-BE49-F238E27FC236}">
                <a16:creationId xmlns:a16="http://schemas.microsoft.com/office/drawing/2014/main" id="{83FCCE5E-4119-B44C-8CCE-CC8A938FC02A}"/>
              </a:ext>
            </a:extLst>
          </p:cNvPr>
          <p:cNvSpPr txBox="1"/>
          <p:nvPr/>
        </p:nvSpPr>
        <p:spPr>
          <a:xfrm>
            <a:off x="1038745" y="5178033"/>
            <a:ext cx="2044149" cy="369332"/>
          </a:xfrm>
          <a:prstGeom prst="rect">
            <a:avLst/>
          </a:prstGeom>
          <a:noFill/>
        </p:spPr>
        <p:txBody>
          <a:bodyPr wrap="none" rtlCol="0">
            <a:spAutoFit/>
          </a:bodyPr>
          <a:lstStyle/>
          <a:p>
            <a:r>
              <a:rPr lang="en-US" dirty="0"/>
              <a:t>Prime Polynomial:</a:t>
            </a:r>
          </a:p>
        </p:txBody>
      </p:sp>
      <p:sp>
        <p:nvSpPr>
          <p:cNvPr id="8" name="TextBox 7">
            <a:extLst>
              <a:ext uri="{FF2B5EF4-FFF2-40B4-BE49-F238E27FC236}">
                <a16:creationId xmlns:a16="http://schemas.microsoft.com/office/drawing/2014/main" id="{DA61B99E-4F16-9EFA-914B-4011FDE760DA}"/>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4DA1EAA5-89F4-655F-F8C7-6D4F7626950B}"/>
              </a:ext>
            </a:extLst>
          </p:cNvPr>
          <p:cNvSpPr>
            <a:spLocks noGrp="1"/>
          </p:cNvSpPr>
          <p:nvPr>
            <p:ph type="title"/>
          </p:nvPr>
        </p:nvSpPr>
        <p:spPr>
          <a:xfrm>
            <a:off x="0" y="-380673"/>
            <a:ext cx="10515600" cy="1325563"/>
          </a:xfrm>
        </p:spPr>
        <p:txBody>
          <a:bodyPr>
            <a:normAutofit/>
          </a:bodyPr>
          <a:lstStyle/>
          <a:p>
            <a:r>
              <a:rPr lang="en-US" sz="3200" dirty="0"/>
              <a:t>S-Box Overview</a:t>
            </a:r>
          </a:p>
        </p:txBody>
      </p:sp>
    </p:spTree>
    <p:custDataLst>
      <p:tags r:id="rId1"/>
    </p:custDataLst>
  </p:cSld>
  <p:clrMapOvr>
    <a:masterClrMapping/>
  </p:clrMapOvr>
  <p:transition spd="med" advTm="194261">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onstruction of S-Box and IS-Box of AES Substitute Bytes operation.">
            <a:extLst>
              <a:ext uri="{FF2B5EF4-FFF2-40B4-BE49-F238E27FC236}">
                <a16:creationId xmlns:a16="http://schemas.microsoft.com/office/drawing/2014/main" id="{92028AAE-AE2D-EB4C-B402-91221757E4E2}"/>
              </a:ext>
            </a:extLst>
          </p:cNvPr>
          <p:cNvPicPr>
            <a:picLocks noChangeAspect="1"/>
          </p:cNvPicPr>
          <p:nvPr/>
        </p:nvPicPr>
        <p:blipFill>
          <a:blip r:embed="rId4"/>
          <a:stretch>
            <a:fillRect/>
          </a:stretch>
        </p:blipFill>
        <p:spPr>
          <a:xfrm>
            <a:off x="5544431" y="-171400"/>
            <a:ext cx="6120680" cy="7920880"/>
          </a:xfrm>
          <a:prstGeom prst="rect">
            <a:avLst/>
          </a:prstGeom>
        </p:spPr>
      </p:pic>
      <p:sp>
        <p:nvSpPr>
          <p:cNvPr id="4" name="TextBox 3">
            <a:extLst>
              <a:ext uri="{FF2B5EF4-FFF2-40B4-BE49-F238E27FC236}">
                <a16:creationId xmlns:a16="http://schemas.microsoft.com/office/drawing/2014/main" id="{F65E8BF3-0F1F-AA4F-B800-AC79E385994F}"/>
              </a:ext>
            </a:extLst>
          </p:cNvPr>
          <p:cNvSpPr txBox="1"/>
          <p:nvPr/>
        </p:nvSpPr>
        <p:spPr>
          <a:xfrm>
            <a:off x="899324" y="332656"/>
            <a:ext cx="2858475" cy="646331"/>
          </a:xfrm>
          <a:prstGeom prst="rect">
            <a:avLst/>
          </a:prstGeom>
          <a:noFill/>
        </p:spPr>
        <p:txBody>
          <a:bodyPr wrap="none" rtlCol="0">
            <a:spAutoFit/>
          </a:bodyPr>
          <a:lstStyle/>
          <a:p>
            <a:r>
              <a:rPr lang="en-US" dirty="0"/>
              <a:t>Input: {95}</a:t>
            </a:r>
          </a:p>
          <a:p>
            <a:r>
              <a:rPr lang="en-US" dirty="0"/>
              <a:t>Inverse: {8A} = 1000 1010</a:t>
            </a:r>
          </a:p>
        </p:txBody>
      </p:sp>
      <p:sp>
        <p:nvSpPr>
          <p:cNvPr id="7" name="TextBox 6">
            <a:extLst>
              <a:ext uri="{FF2B5EF4-FFF2-40B4-BE49-F238E27FC236}">
                <a16:creationId xmlns:a16="http://schemas.microsoft.com/office/drawing/2014/main" id="{1407C203-01C1-3148-BBE1-0C23A288EABA}"/>
              </a:ext>
            </a:extLst>
          </p:cNvPr>
          <p:cNvSpPr txBox="1"/>
          <p:nvPr/>
        </p:nvSpPr>
        <p:spPr>
          <a:xfrm>
            <a:off x="899324" y="947810"/>
            <a:ext cx="3916457" cy="646331"/>
          </a:xfrm>
          <a:prstGeom prst="rect">
            <a:avLst/>
          </a:prstGeom>
          <a:noFill/>
        </p:spPr>
        <p:txBody>
          <a:bodyPr wrap="none" rtlCol="0">
            <a:spAutoFit/>
          </a:bodyPr>
          <a:lstStyle/>
          <a:p>
            <a:r>
              <a:rPr lang="en-US" dirty="0"/>
              <a:t>Each byte consists of 8 bits labeled: </a:t>
            </a:r>
          </a:p>
          <a:p>
            <a:r>
              <a:rPr lang="en-US" dirty="0"/>
              <a:t>(b</a:t>
            </a:r>
            <a:r>
              <a:rPr lang="en-US" baseline="-25000" dirty="0"/>
              <a:t>7</a:t>
            </a:r>
            <a:r>
              <a:rPr lang="en-US" dirty="0"/>
              <a:t>, b</a:t>
            </a:r>
            <a:r>
              <a:rPr lang="en-US" baseline="-25000" dirty="0"/>
              <a:t>6</a:t>
            </a:r>
            <a:r>
              <a:rPr lang="en-US" dirty="0"/>
              <a:t>, b</a:t>
            </a:r>
            <a:r>
              <a:rPr lang="en-US" baseline="-25000" dirty="0"/>
              <a:t>5</a:t>
            </a:r>
            <a:r>
              <a:rPr lang="en-US" dirty="0"/>
              <a:t>, b</a:t>
            </a:r>
            <a:r>
              <a:rPr lang="en-US" baseline="-25000" dirty="0"/>
              <a:t>4</a:t>
            </a:r>
            <a:r>
              <a:rPr lang="en-US" dirty="0"/>
              <a:t>, b</a:t>
            </a:r>
            <a:r>
              <a:rPr lang="en-US" baseline="-25000" dirty="0"/>
              <a:t>3</a:t>
            </a:r>
            <a:r>
              <a:rPr lang="en-US" dirty="0"/>
              <a:t>, b</a:t>
            </a:r>
            <a:r>
              <a:rPr lang="en-US" baseline="-25000" dirty="0"/>
              <a:t>2</a:t>
            </a:r>
            <a:r>
              <a:rPr lang="en-US" dirty="0"/>
              <a:t>, b</a:t>
            </a:r>
            <a:r>
              <a:rPr lang="en-US" baseline="-25000" dirty="0"/>
              <a:t>1</a:t>
            </a:r>
            <a:r>
              <a:rPr lang="en-US" dirty="0"/>
              <a:t>, b</a:t>
            </a:r>
            <a:r>
              <a:rPr lang="en-US" baseline="-25000" dirty="0"/>
              <a:t>0</a:t>
            </a:r>
            <a:r>
              <a:rPr lang="en-US" dirty="0"/>
              <a:t>)</a:t>
            </a:r>
          </a:p>
        </p:txBody>
      </p:sp>
      <p:pic>
        <p:nvPicPr>
          <p:cNvPr id="16" name="Picture 15" descr="A mathematical diagram showing the addition of two column vectors resulting in a third column vector. The first vector contains elements [1,0,0,1,0,0,1,0], the second vector contains elements [0,1,0,0,0,1,0,0], and the resulting vector contains elements [1,1,0,1,0,1,1,0].">
            <a:extLst>
              <a:ext uri="{FF2B5EF4-FFF2-40B4-BE49-F238E27FC236}">
                <a16:creationId xmlns:a16="http://schemas.microsoft.com/office/drawing/2014/main" id="{0E2D01DF-D36E-2946-8F64-0635F92C65C4}"/>
              </a:ext>
            </a:extLst>
          </p:cNvPr>
          <p:cNvPicPr>
            <a:picLocks noChangeAspect="1"/>
          </p:cNvPicPr>
          <p:nvPr/>
        </p:nvPicPr>
        <p:blipFill>
          <a:blip r:embed="rId5"/>
          <a:stretch>
            <a:fillRect/>
          </a:stretch>
        </p:blipFill>
        <p:spPr>
          <a:xfrm>
            <a:off x="1043549" y="4094060"/>
            <a:ext cx="2094152" cy="2480765"/>
          </a:xfrm>
          <a:prstGeom prst="rect">
            <a:avLst/>
          </a:prstGeom>
        </p:spPr>
      </p:pic>
      <p:pic>
        <p:nvPicPr>
          <p:cNvPr id="18" name="Picture 17" descr="A mathematical diagram showing a matrix multiplication and addition operation involving three matrices with binary values. The first matrix is 8x8, the second is 8x1, and the third is 8x1, with a plus symbol indicating addition between the product of the first two matrices and the third matrix.">
            <a:extLst>
              <a:ext uri="{FF2B5EF4-FFF2-40B4-BE49-F238E27FC236}">
                <a16:creationId xmlns:a16="http://schemas.microsoft.com/office/drawing/2014/main" id="{8CE7F0B9-9633-6E45-83B8-C488EC59E357}"/>
              </a:ext>
            </a:extLst>
          </p:cNvPr>
          <p:cNvPicPr>
            <a:picLocks noChangeAspect="1"/>
          </p:cNvPicPr>
          <p:nvPr/>
        </p:nvPicPr>
        <p:blipFill>
          <a:blip r:embed="rId6"/>
          <a:stretch>
            <a:fillRect/>
          </a:stretch>
        </p:blipFill>
        <p:spPr>
          <a:xfrm>
            <a:off x="1021022" y="1586065"/>
            <a:ext cx="4201368" cy="2490811"/>
          </a:xfrm>
          <a:prstGeom prst="rect">
            <a:avLst/>
          </a:prstGeom>
        </p:spPr>
      </p:pic>
      <p:sp>
        <p:nvSpPr>
          <p:cNvPr id="19" name="TextBox 18">
            <a:extLst>
              <a:ext uri="{FF2B5EF4-FFF2-40B4-BE49-F238E27FC236}">
                <a16:creationId xmlns:a16="http://schemas.microsoft.com/office/drawing/2014/main" id="{4C62A117-4D90-E64F-BCD7-BB00A0C2AC99}"/>
              </a:ext>
            </a:extLst>
          </p:cNvPr>
          <p:cNvSpPr txBox="1"/>
          <p:nvPr/>
        </p:nvSpPr>
        <p:spPr>
          <a:xfrm>
            <a:off x="3664307" y="4929360"/>
            <a:ext cx="1973617" cy="646331"/>
          </a:xfrm>
          <a:prstGeom prst="rect">
            <a:avLst/>
          </a:prstGeom>
          <a:noFill/>
        </p:spPr>
        <p:txBody>
          <a:bodyPr wrap="none" rtlCol="0">
            <a:spAutoFit/>
          </a:bodyPr>
          <a:lstStyle/>
          <a:p>
            <a:r>
              <a:rPr lang="en-US" dirty="0"/>
              <a:t>Result:</a:t>
            </a:r>
          </a:p>
          <a:p>
            <a:r>
              <a:rPr lang="en-US" dirty="0"/>
              <a:t>0010 1010 = {2A}</a:t>
            </a:r>
          </a:p>
        </p:txBody>
      </p:sp>
      <p:sp>
        <p:nvSpPr>
          <p:cNvPr id="8" name="TextBox 7">
            <a:extLst>
              <a:ext uri="{FF2B5EF4-FFF2-40B4-BE49-F238E27FC236}">
                <a16:creationId xmlns:a16="http://schemas.microsoft.com/office/drawing/2014/main" id="{FE4D342B-C260-E7FD-7BF0-675E4BE7DA66}"/>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F98A6CC1-0EFD-EED4-7875-7F947AB7E7A2}"/>
              </a:ext>
            </a:extLst>
          </p:cNvPr>
          <p:cNvSpPr>
            <a:spLocks noGrp="1"/>
          </p:cNvSpPr>
          <p:nvPr>
            <p:ph type="title"/>
          </p:nvPr>
        </p:nvSpPr>
        <p:spPr>
          <a:xfrm>
            <a:off x="-35410" y="-457697"/>
            <a:ext cx="10515600" cy="1325563"/>
          </a:xfrm>
        </p:spPr>
        <p:txBody>
          <a:bodyPr>
            <a:normAutofit/>
          </a:bodyPr>
          <a:lstStyle/>
          <a:p>
            <a:r>
              <a:rPr lang="en-US" sz="2800" dirty="0"/>
              <a:t>S-Box Example</a:t>
            </a:r>
          </a:p>
        </p:txBody>
      </p:sp>
    </p:spTree>
    <p:custDataLst>
      <p:tags r:id="rId1"/>
    </p:custDataLst>
    <p:extLst>
      <p:ext uri="{BB962C8B-B14F-4D97-AF65-F5344CB8AC3E}">
        <p14:creationId xmlns:p14="http://schemas.microsoft.com/office/powerpoint/2010/main" val="4058906749"/>
      </p:ext>
    </p:extLst>
  </p:cSld>
  <p:clrMapOvr>
    <a:masterClrMapping/>
  </p:clrMapOvr>
  <p:transition spd="med" advTm="477002">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dirty="0"/>
              <a:t>S-Box Rationale</a:t>
            </a:r>
          </a:p>
        </p:txBody>
      </p:sp>
      <p:sp>
        <p:nvSpPr>
          <p:cNvPr id="59395" name="Content Placeholder 2"/>
          <p:cNvSpPr>
            <a:spLocks noGrp="1"/>
          </p:cNvSpPr>
          <p:nvPr>
            <p:ph idx="1"/>
          </p:nvPr>
        </p:nvSpPr>
        <p:spPr>
          <a:xfrm>
            <a:off x="1174527" y="1825625"/>
            <a:ext cx="10515600" cy="4351338"/>
          </a:xfrm>
        </p:spPr>
        <p:txBody>
          <a:bodyPr>
            <a:normAutofit fontScale="92500"/>
          </a:bodyPr>
          <a:lstStyle/>
          <a:p>
            <a:r>
              <a:rPr lang="en-US" dirty="0"/>
              <a:t>The S-box is designed to be resistant to known cryptanalytic attacks</a:t>
            </a:r>
          </a:p>
          <a:p>
            <a:pPr lvl="1"/>
            <a:r>
              <a:rPr lang="en-US" dirty="0"/>
              <a:t>It must introduce strong </a:t>
            </a:r>
            <a:r>
              <a:rPr lang="en-US" b="1" dirty="0"/>
              <a:t>nonlinearity</a:t>
            </a:r>
            <a:r>
              <a:rPr lang="en-US" dirty="0"/>
              <a:t>.</a:t>
            </a:r>
          </a:p>
          <a:p>
            <a:pPr lvl="1"/>
            <a:r>
              <a:rPr lang="en-US" dirty="0"/>
              <a:t>nonlinearity </a:t>
            </a:r>
            <a:r>
              <a:rPr lang="en-US" dirty="0">
                <a:sym typeface="Wingdings" pitchFamily="2" charset="2"/>
              </a:rPr>
              <a:t></a:t>
            </a:r>
            <a:r>
              <a:rPr lang="en-US" dirty="0"/>
              <a:t> security</a:t>
            </a:r>
          </a:p>
          <a:p>
            <a:r>
              <a:rPr lang="en-US" dirty="0"/>
              <a:t>Why Multiplicative Inverse?</a:t>
            </a:r>
          </a:p>
          <a:p>
            <a:pPr lvl="1"/>
            <a:r>
              <a:rPr lang="en-US" dirty="0"/>
              <a:t>Inversion in a finite field is highly nonlinear</a:t>
            </a:r>
          </a:p>
          <a:p>
            <a:pPr lvl="1"/>
            <a:r>
              <a:rPr lang="en-US" dirty="0"/>
              <a:t>Not representable as a linear or affine function</a:t>
            </a:r>
          </a:p>
          <a:p>
            <a:pPr lvl="1"/>
            <a:r>
              <a:rPr lang="en-US" dirty="0"/>
              <a:t>Breaks simple linear relationships between input and output bits</a:t>
            </a:r>
          </a:p>
          <a:p>
            <a:r>
              <a:rPr lang="en-US" dirty="0"/>
              <a:t>After inversion: </a:t>
            </a:r>
          </a:p>
          <a:p>
            <a:pPr lvl="1"/>
            <a:r>
              <a:rPr lang="en-US" dirty="0"/>
              <a:t>Apply a fixed affine transformation</a:t>
            </a:r>
          </a:p>
          <a:p>
            <a:pPr lvl="1"/>
            <a:r>
              <a:rPr lang="en-US" dirty="0"/>
              <a:t>Further improves diffusion</a:t>
            </a:r>
          </a:p>
          <a:p>
            <a:pPr lvl="1"/>
            <a:r>
              <a:rPr lang="en-US" dirty="0"/>
              <a:t>Eliminates algebraic symmetry</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00362"/>
    </mc:Choice>
    <mc:Fallback xmlns="">
      <p:transition spd="slow" advTm="10036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 illustrating shift row transformation in a 4x4 matrix used in cryptographic processes. It shows original matrix with shaded rows, arrows indicating cyclic shifts of each row by different offsets, and resulting matrix with rearranged elements and shading matching shifted rows.">
            <a:extLst>
              <a:ext uri="{FF2B5EF4-FFF2-40B4-BE49-F238E27FC236}">
                <a16:creationId xmlns:a16="http://schemas.microsoft.com/office/drawing/2014/main" id="{A3516C6E-A4AE-5343-BE11-38EBADD110C3}"/>
              </a:ext>
            </a:extLst>
          </p:cNvPr>
          <p:cNvPicPr>
            <a:picLocks noChangeAspect="1"/>
          </p:cNvPicPr>
          <p:nvPr/>
        </p:nvPicPr>
        <p:blipFill>
          <a:blip r:embed="rId3"/>
          <a:stretch>
            <a:fillRect/>
          </a:stretch>
        </p:blipFill>
        <p:spPr>
          <a:xfrm>
            <a:off x="2668781" y="238550"/>
            <a:ext cx="6717959" cy="2400920"/>
          </a:xfrm>
          <a:prstGeom prst="rect">
            <a:avLst/>
          </a:prstGeom>
        </p:spPr>
      </p:pic>
      <p:pic>
        <p:nvPicPr>
          <p:cNvPr id="7" name="Picture 6" descr="Diagram illustrating Mix Column transformation in cryptography, showing matrix multiplication between a fixed 4x4 matrix and a state matrix. Arrows indicate input state elements multiplied and combined to produce transformed state elements, with labeled matrix entries and resulting output states highlighted.">
            <a:extLst>
              <a:ext uri="{FF2B5EF4-FFF2-40B4-BE49-F238E27FC236}">
                <a16:creationId xmlns:a16="http://schemas.microsoft.com/office/drawing/2014/main" id="{88A051AA-7912-8A45-B61E-664487053B1E}"/>
              </a:ext>
            </a:extLst>
          </p:cNvPr>
          <p:cNvPicPr>
            <a:picLocks noChangeAspect="1"/>
          </p:cNvPicPr>
          <p:nvPr/>
        </p:nvPicPr>
        <p:blipFill>
          <a:blip r:embed="rId4"/>
          <a:stretch>
            <a:fillRect/>
          </a:stretch>
        </p:blipFill>
        <p:spPr>
          <a:xfrm>
            <a:off x="2564504" y="2831558"/>
            <a:ext cx="6926511" cy="3498238"/>
          </a:xfrm>
          <a:prstGeom prst="rect">
            <a:avLst/>
          </a:prstGeom>
        </p:spPr>
      </p:pic>
      <p:sp>
        <p:nvSpPr>
          <p:cNvPr id="5" name="TextBox 4">
            <a:extLst>
              <a:ext uri="{FF2B5EF4-FFF2-40B4-BE49-F238E27FC236}">
                <a16:creationId xmlns:a16="http://schemas.microsoft.com/office/drawing/2014/main" id="{016F8544-6463-7C0E-3E6B-D9DF1D5F8186}"/>
              </a:ext>
            </a:extLst>
          </p:cNvPr>
          <p:cNvSpPr txBox="1"/>
          <p:nvPr/>
        </p:nvSpPr>
        <p:spPr>
          <a:xfrm>
            <a:off x="-69431" y="6614891"/>
            <a:ext cx="9163086" cy="261610"/>
          </a:xfrm>
          <a:prstGeom prst="rect">
            <a:avLst/>
          </a:prstGeom>
          <a:noFill/>
        </p:spPr>
        <p:txBody>
          <a:bodyPr wrap="none" rtlCol="0">
            <a:spAutoFit/>
          </a:bodyPr>
          <a:lstStyle/>
          <a:p>
            <a:r>
              <a:rPr lang="en-US" sz="1100" dirty="0"/>
              <a:t>*Figure resource: Stallings, William. Cryptography and Network Security: Principles and Practice, 7th ed. England: Pearson Education Limited, 2017. </a:t>
            </a:r>
          </a:p>
        </p:txBody>
      </p:sp>
      <p:sp>
        <p:nvSpPr>
          <p:cNvPr id="2" name="Title 1">
            <a:extLst>
              <a:ext uri="{FF2B5EF4-FFF2-40B4-BE49-F238E27FC236}">
                <a16:creationId xmlns:a16="http://schemas.microsoft.com/office/drawing/2014/main" id="{B7822EC3-76F7-0F7C-5A16-5D06D1E4611F}"/>
              </a:ext>
            </a:extLst>
          </p:cNvPr>
          <p:cNvSpPr>
            <a:spLocks noGrp="1"/>
          </p:cNvSpPr>
          <p:nvPr>
            <p:ph type="title"/>
          </p:nvPr>
        </p:nvSpPr>
        <p:spPr>
          <a:xfrm>
            <a:off x="185351" y="365125"/>
            <a:ext cx="2718487" cy="1325563"/>
          </a:xfrm>
        </p:spPr>
        <p:txBody>
          <a:bodyPr>
            <a:normAutofit fontScale="90000"/>
          </a:bodyPr>
          <a:lstStyle/>
          <a:p>
            <a:r>
              <a:rPr lang="en-US" dirty="0"/>
              <a:t>Shift Row &amp; Mix Column </a:t>
            </a:r>
          </a:p>
        </p:txBody>
      </p:sp>
    </p:spTree>
  </p:cSld>
  <p:clrMapOvr>
    <a:masterClrMapping/>
  </p:clrMapOvr>
  <p:transition spd="med" advTm="86432">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AU" dirty="0"/>
              <a:t>Shift Row Rationale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7B02B36E-A356-70AE-225F-326A490A5A4E}"/>
                  </a:ext>
                </a:extLst>
              </p:cNvPr>
              <p:cNvSpPr>
                <a:spLocks noGrp="1"/>
              </p:cNvSpPr>
              <p:nvPr>
                <p:ph idx="1"/>
              </p:nvPr>
            </p:nvSpPr>
            <p:spPr/>
            <p:txBody>
              <a:bodyPr>
                <a:normAutofit fontScale="92500" lnSpcReduction="20000"/>
              </a:bodyPr>
              <a:lstStyle/>
              <a:p>
                <a:r>
                  <a:rPr lang="en-US" b="1" dirty="0"/>
                  <a:t>AES State Structure</a:t>
                </a:r>
              </a:p>
              <a:p>
                <a:pPr lvl="1"/>
                <a:r>
                  <a:rPr lang="en-US" dirty="0"/>
                  <a:t>AES state is a </a:t>
                </a:r>
                <a14:m>
                  <m:oMath xmlns:m="http://schemas.openxmlformats.org/officeDocument/2006/math">
                    <m:r>
                      <a:rPr lang="en-US">
                        <a:latin typeface="Cambria Math" panose="02040503050406030204" pitchFamily="18" charset="0"/>
                      </a:rPr>
                      <m:t>4</m:t>
                    </m:r>
                    <m:r>
                      <a:rPr lang="en-US">
                        <a:latin typeface="Cambria Math" panose="02040503050406030204" pitchFamily="18" charset="0"/>
                      </a:rPr>
                      <m:t>×</m:t>
                    </m:r>
                    <m:r>
                      <a:rPr lang="en-US">
                        <a:latin typeface="Cambria Math" panose="02040503050406030204" pitchFamily="18" charset="0"/>
                      </a:rPr>
                      <m:t>4</m:t>
                    </m:r>
                  </m:oMath>
                </a14:m>
                <a:r>
                  <a:rPr lang="en-US" dirty="0"/>
                  <a:t>byte matrix</a:t>
                </a:r>
              </a:p>
              <a:p>
                <a:pPr lvl="1"/>
                <a:r>
                  <a:rPr lang="en-US" dirty="0"/>
                  <a:t>Internally processed </a:t>
                </a:r>
                <a:r>
                  <a:rPr lang="en-US" b="1" dirty="0"/>
                  <a:t>column by column</a:t>
                </a:r>
                <a:endParaRPr lang="en-US" dirty="0"/>
              </a:p>
              <a:p>
                <a:pPr lvl="1"/>
                <a:r>
                  <a:rPr lang="en-US" dirty="0"/>
                  <a:t>Round keys are added column-wise</a:t>
                </a:r>
              </a:p>
              <a:p>
                <a:r>
                  <a:rPr lang="en-US" b="1" dirty="0"/>
                  <a:t>Problem Without </a:t>
                </a:r>
                <a:r>
                  <a:rPr lang="en-US" b="1" dirty="0" err="1"/>
                  <a:t>ShiftRows</a:t>
                </a:r>
                <a:endParaRPr lang="en-US" b="1" dirty="0"/>
              </a:p>
              <a:p>
                <a:pPr lvl="1"/>
                <a:r>
                  <a:rPr lang="en-US" dirty="0" err="1"/>
                  <a:t>MixColumns</a:t>
                </a:r>
                <a:r>
                  <a:rPr lang="en-US" dirty="0"/>
                  <a:t> operates only within each column</a:t>
                </a:r>
              </a:p>
              <a:p>
                <a:pPr lvl="2"/>
                <a:r>
                  <a:rPr lang="en-US" dirty="0"/>
                  <a:t>Bytes would remain confined to their original column</a:t>
                </a:r>
              </a:p>
              <a:p>
                <a:pPr lvl="2"/>
                <a:r>
                  <a:rPr lang="en-US" dirty="0"/>
                  <a:t>Diffusion across columns would be limited</a:t>
                </a:r>
              </a:p>
              <a:p>
                <a:r>
                  <a:rPr lang="en-US" b="1" dirty="0" err="1"/>
                  <a:t>ShiftRows</a:t>
                </a:r>
                <a:r>
                  <a:rPr lang="en-US" b="1" dirty="0"/>
                  <a:t> can help with</a:t>
                </a:r>
              </a:p>
              <a:p>
                <a:pPr lvl="1"/>
                <a:r>
                  <a:rPr lang="en-US" dirty="0"/>
                  <a:t>Cyclically shifts each row by a different offset</a:t>
                </a:r>
              </a:p>
              <a:p>
                <a:pPr lvl="1"/>
                <a:r>
                  <a:rPr lang="en-US" dirty="0"/>
                  <a:t>Moves bytes from one column to another</a:t>
                </a:r>
              </a:p>
              <a:p>
                <a:pPr lvl="1"/>
                <a:r>
                  <a:rPr lang="en-US" dirty="0"/>
                  <a:t>Ensures each column after shifting contains bytes from different original columns</a:t>
                </a:r>
              </a:p>
            </p:txBody>
          </p:sp>
        </mc:Choice>
        <mc:Fallback xmlns="">
          <p:sp>
            <p:nvSpPr>
              <p:cNvPr id="5" name="Content Placeholder 4">
                <a:extLst>
                  <a:ext uri="{FF2B5EF4-FFF2-40B4-BE49-F238E27FC236}">
                    <a16:creationId xmlns:a16="http://schemas.microsoft.com/office/drawing/2014/main" id="{7B02B36E-A356-70AE-225F-326A490A5A4E}"/>
                  </a:ext>
                </a:extLst>
              </p:cNvPr>
              <p:cNvSpPr>
                <a:spLocks noGrp="1" noRot="1" noChangeAspect="1" noMove="1" noResize="1" noEditPoints="1" noAdjustHandles="1" noChangeArrowheads="1" noChangeShapeType="1" noTextEdit="1"/>
              </p:cNvSpPr>
              <p:nvPr>
                <p:ph idx="1"/>
              </p:nvPr>
            </p:nvSpPr>
            <p:spPr>
              <a:blipFill>
                <a:blip r:embed="rId5"/>
                <a:stretch>
                  <a:fillRect l="-965" t="-3488"/>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Tm="102570"/>
    </mc:Choice>
    <mc:Fallback xmlns="">
      <p:transition spd="slow" advTm="10257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71D39-E40E-E669-1F2A-5C2CA51D04F5}"/>
              </a:ext>
            </a:extLst>
          </p:cNvPr>
          <p:cNvSpPr>
            <a:spLocks noGrp="1"/>
          </p:cNvSpPr>
          <p:nvPr>
            <p:ph type="title"/>
          </p:nvPr>
        </p:nvSpPr>
        <p:spPr/>
        <p:txBody>
          <a:bodyPr/>
          <a:lstStyle/>
          <a:p>
            <a:r>
              <a:rPr lang="en-US" dirty="0"/>
              <a:t>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0393C2-A3A9-19E6-45F4-DA4A43034A76}"/>
                  </a:ext>
                </a:extLst>
              </p:cNvPr>
              <p:cNvSpPr>
                <a:spLocks noGrp="1"/>
              </p:cNvSpPr>
              <p:nvPr>
                <p:ph idx="1"/>
              </p:nvPr>
            </p:nvSpPr>
            <p:spPr/>
            <p:txBody>
              <a:bodyPr>
                <a:normAutofit lnSpcReduction="10000"/>
              </a:bodyPr>
              <a:lstStyle/>
              <a:p>
                <a:r>
                  <a:rPr lang="en-US" b="1" dirty="0"/>
                  <a:t>AES has 4 transformations: </a:t>
                </a:r>
                <a:r>
                  <a:rPr lang="en-US" dirty="0"/>
                  <a:t>substitute bytes, shift rows, mix columns and add round key.</a:t>
                </a:r>
              </a:p>
              <a:p>
                <a:r>
                  <a:rPr lang="en-US" b="1" dirty="0"/>
                  <a:t>S-Box: Source of Nonlinearity</a:t>
                </a:r>
              </a:p>
              <a:p>
                <a:pPr lvl="1"/>
                <a:r>
                  <a:rPr lang="en-US" dirty="0"/>
                  <a:t>Each byte → multiplicative inverse in </a:t>
                </a:r>
                <a14:m>
                  <m:oMath xmlns:m="http://schemas.openxmlformats.org/officeDocument/2006/math">
                    <m:r>
                      <a:rPr lang="en-US" i="1">
                        <a:latin typeface="Cambria Math" panose="02040503050406030204" pitchFamily="18" charset="0"/>
                      </a:rPr>
                      <m:t>𝐺𝐹</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a:latin typeface="Cambria Math" panose="02040503050406030204" pitchFamily="18" charset="0"/>
                              </a:rPr>
                              <m:t>2</m:t>
                            </m:r>
                          </m:e>
                          <m:sup>
                            <m:r>
                              <a:rPr lang="ar-AE">
                                <a:latin typeface="Cambria Math" panose="02040503050406030204" pitchFamily="18" charset="0"/>
                              </a:rPr>
                              <m:t>8</m:t>
                            </m:r>
                          </m:sup>
                        </m:sSup>
                      </m:e>
                    </m:d>
                  </m:oMath>
                </a14:m>
                <a:endParaRPr lang="ar-AE" dirty="0"/>
              </a:p>
              <a:p>
                <a:pPr lvl="1"/>
                <a:r>
                  <a:rPr lang="en-US" dirty="0"/>
                  <a:t>Followed by affine transformation</a:t>
                </a:r>
              </a:p>
              <a:p>
                <a:pPr lvl="1"/>
                <a:r>
                  <a:rPr lang="en-US" dirty="0"/>
                  <a:t>Provides strong </a:t>
                </a:r>
                <a:r>
                  <a:rPr lang="en-US" b="1" dirty="0"/>
                  <a:t>nonlinearity (confusion)</a:t>
                </a:r>
                <a:endParaRPr lang="en-US" dirty="0"/>
              </a:p>
              <a:p>
                <a:pPr lvl="1"/>
                <a:r>
                  <a:rPr lang="en-US" dirty="0"/>
                  <a:t>Resists linear &amp; differential cryptanalysis</a:t>
                </a:r>
              </a:p>
              <a:p>
                <a:r>
                  <a:rPr lang="en-US" b="1" dirty="0" err="1"/>
                  <a:t>ShiftRows</a:t>
                </a:r>
                <a:r>
                  <a:rPr lang="en-US" b="1" dirty="0"/>
                  <a:t>: Enables Diffusion</a:t>
                </a:r>
              </a:p>
              <a:p>
                <a:pPr lvl="1"/>
                <a:r>
                  <a:rPr lang="en-US" dirty="0"/>
                  <a:t>Moves bytes across columns</a:t>
                </a:r>
              </a:p>
              <a:p>
                <a:pPr lvl="1"/>
                <a:r>
                  <a:rPr lang="en-US" dirty="0"/>
                  <a:t>Allows </a:t>
                </a:r>
                <a:r>
                  <a:rPr lang="en-US" dirty="0" err="1"/>
                  <a:t>MixColumns</a:t>
                </a:r>
                <a:r>
                  <a:rPr lang="en-US" dirty="0"/>
                  <a:t> to mix data globally</a:t>
                </a:r>
              </a:p>
              <a:p>
                <a:pPr lvl="1"/>
                <a:r>
                  <a:rPr lang="en-US" dirty="0"/>
                  <a:t>Spreads influence of each byte</a:t>
                </a:r>
              </a:p>
            </p:txBody>
          </p:sp>
        </mc:Choice>
        <mc:Fallback xmlns="">
          <p:sp>
            <p:nvSpPr>
              <p:cNvPr id="3" name="Content Placeholder 2">
                <a:extLst>
                  <a:ext uri="{FF2B5EF4-FFF2-40B4-BE49-F238E27FC236}">
                    <a16:creationId xmlns:a16="http://schemas.microsoft.com/office/drawing/2014/main" id="{E40393C2-A3A9-19E6-45F4-DA4A43034A76}"/>
                  </a:ext>
                </a:extLst>
              </p:cNvPr>
              <p:cNvSpPr>
                <a:spLocks noGrp="1" noRot="1" noChangeAspect="1" noMove="1" noResize="1" noEditPoints="1" noAdjustHandles="1" noChangeArrowheads="1" noChangeShapeType="1" noTextEdit="1"/>
              </p:cNvSpPr>
              <p:nvPr>
                <p:ph idx="1"/>
              </p:nvPr>
            </p:nvSpPr>
            <p:spPr>
              <a:blipFill>
                <a:blip r:embed="rId3"/>
                <a:stretch>
                  <a:fillRect l="-1086" t="-3198" b="-291"/>
                </a:stretch>
              </a:blipFill>
            </p:spPr>
            <p:txBody>
              <a:bodyPr/>
              <a:lstStyle/>
              <a:p>
                <a:r>
                  <a:rPr lang="en-US">
                    <a:noFill/>
                  </a:rPr>
                  <a:t> </a:t>
                </a:r>
              </a:p>
            </p:txBody>
          </p:sp>
        </mc:Fallback>
      </mc:AlternateContent>
    </p:spTree>
    <p:extLst>
      <p:ext uri="{BB962C8B-B14F-4D97-AF65-F5344CB8AC3E}">
        <p14:creationId xmlns:p14="http://schemas.microsoft.com/office/powerpoint/2010/main" val="8719333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33.3|0.7|22.6|31"/>
</p:tagLst>
</file>

<file path=ppt/tags/tag2.xml><?xml version="1.0" encoding="utf-8"?>
<p:tagLst xmlns:a="http://schemas.openxmlformats.org/drawingml/2006/main" xmlns:r="http://schemas.openxmlformats.org/officeDocument/2006/relationships" xmlns:p="http://schemas.openxmlformats.org/presentationml/2006/main">
  <p:tag name="TIMING" val="|12|34.5|244.8|10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7667B3-3B48-44A5-BC84-DA446BB5CF6B}">
  <we:reference id="WA200009978" version="1.0.0.1" store="Omex" storeType="OMEX"/>
  <we:alternateReferences>
    <we:reference id="WA200009978" version="1.0.0.1" store="WA200009978"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1095</TotalTime>
  <Words>1108</Words>
  <Application>Microsoft Office PowerPoint</Application>
  <PresentationFormat>Widescreen</PresentationFormat>
  <Paragraphs>138</Paragraphs>
  <Slides>21</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Aptos Display</vt:lpstr>
      <vt:lpstr>Arial</vt:lpstr>
      <vt:lpstr>Cambria Math</vt:lpstr>
      <vt:lpstr>Candara</vt:lpstr>
      <vt:lpstr>Wingdings</vt:lpstr>
      <vt:lpstr>Office Theme</vt:lpstr>
      <vt:lpstr>Advanced Encryption Standard</vt:lpstr>
      <vt:lpstr>Finite Field Review</vt:lpstr>
      <vt:lpstr>Finite Fields with Polynomial Arithmetic</vt:lpstr>
      <vt:lpstr>Finite Fields with Polynomial Arithmetic - Multiplication</vt:lpstr>
      <vt:lpstr>Why AES Uses GF(2^8 )</vt:lpstr>
      <vt:lpstr>Advanced Encryption Standard (AES)</vt:lpstr>
      <vt:lpstr>Table 6.1 AES Parameters</vt:lpstr>
      <vt:lpstr>AES Encryption Process</vt:lpstr>
      <vt:lpstr>State Definition in AES</vt:lpstr>
      <vt:lpstr>AES Encryption and Decryption Procedures</vt:lpstr>
      <vt:lpstr>AES Overview</vt:lpstr>
      <vt:lpstr>AES Encryption Round</vt:lpstr>
      <vt:lpstr>AES Byte-Level Operation of Substitute Byte and Add Round Key</vt:lpstr>
      <vt:lpstr>(a) S-box </vt:lpstr>
      <vt:lpstr>(b) Inverse S-box </vt:lpstr>
      <vt:lpstr>S-Box Overview</vt:lpstr>
      <vt:lpstr>S-Box Example</vt:lpstr>
      <vt:lpstr>S-Box Rationale</vt:lpstr>
      <vt:lpstr>Shift Row &amp; Mix Column </vt:lpstr>
      <vt:lpstr>Shift Row Rationale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Xinyue Zhang</dc:creator>
  <cp:lastModifiedBy>Xinyue Zhang</cp:lastModifiedBy>
  <cp:revision>34</cp:revision>
  <dcterms:created xsi:type="dcterms:W3CDTF">2026-02-19T21:40:10Z</dcterms:created>
  <dcterms:modified xsi:type="dcterms:W3CDTF">2026-04-20T21:40:13Z</dcterms:modified>
</cp:coreProperties>
</file>