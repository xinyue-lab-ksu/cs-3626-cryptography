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91" r:id="rId3"/>
    <p:sldId id="294" r:id="rId4"/>
    <p:sldId id="317" r:id="rId5"/>
    <p:sldId id="410" r:id="rId6"/>
    <p:sldId id="411" r:id="rId7"/>
    <p:sldId id="318" r:id="rId8"/>
    <p:sldId id="320" r:id="rId9"/>
    <p:sldId id="319" r:id="rId10"/>
    <p:sldId id="398" r:id="rId11"/>
    <p:sldId id="409" r:id="rId12"/>
    <p:sldId id="399" r:id="rId13"/>
    <p:sldId id="400" r:id="rId14"/>
    <p:sldId id="401" r:id="rId15"/>
    <p:sldId id="402" r:id="rId16"/>
    <p:sldId id="412" r:id="rId17"/>
    <p:sldId id="418" r:id="rId18"/>
    <p:sldId id="419" r:id="rId19"/>
    <p:sldId id="403" r:id="rId20"/>
    <p:sldId id="404" r:id="rId21"/>
    <p:sldId id="42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67" autoAdjust="0"/>
    <p:restoredTop sz="86441" autoAdjust="0"/>
  </p:normalViewPr>
  <p:slideViewPr>
    <p:cSldViewPr snapToGrid="0">
      <p:cViewPr varScale="1">
        <p:scale>
          <a:sx n="66" d="100"/>
          <a:sy n="66" d="100"/>
        </p:scale>
        <p:origin x="90" y="726"/>
      </p:cViewPr>
      <p:guideLst/>
    </p:cSldViewPr>
  </p:slideViewPr>
  <p:outlineViewPr>
    <p:cViewPr>
      <p:scale>
        <a:sx n="33" d="100"/>
        <a:sy n="33" d="100"/>
      </p:scale>
      <p:origin x="0" y="-1425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EDC33A-4137-4B45-8AA4-4067B831CE2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E6A4D7-AADD-FA48-AD14-CBE313E0D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391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6EAA5D-0480-654D-BDAE-36E2E1D468D4}" type="slidenum">
              <a:rPr lang="en-AU">
                <a:latin typeface="Arial" pitchFamily="-84" charset="0"/>
              </a:rPr>
              <a:pPr/>
              <a:t>2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CE1235B-B76C-1A4B-A072-7358DF9085DE}" type="slidenum">
              <a:rPr lang="en-AU">
                <a:latin typeface="Arial" pitchFamily="-84" charset="0"/>
              </a:rPr>
              <a:pPr/>
              <a:t>3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AU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64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914AB1-A579-2F42-995D-A924F462C005}" type="slidenum">
              <a:rPr lang="en-AU" smtClean="0"/>
              <a:pPr>
                <a:defRPr/>
              </a:pPr>
              <a:t>4</a:t>
            </a:fld>
            <a:endParaRPr lang="en-AU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322C68-9874-644A-8088-FCCBDC624BBF}" type="slidenum">
              <a:rPr lang="en-AU">
                <a:latin typeface="Arial" pitchFamily="-84" charset="0"/>
              </a:rPr>
              <a:pPr/>
              <a:t>5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b="0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991016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6A4D7-AADD-FA48-AD14-CBE313E0D52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496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0" kern="120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Table 10.1  Points (other than </a:t>
            </a:r>
            <a:r>
              <a:rPr lang="en-US" sz="1200" b="0" i="1" kern="120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</a:t>
            </a:r>
            <a:r>
              <a:rPr lang="en-US" sz="1200" b="0" kern="120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) on the Elliptic Curve E</a:t>
            </a:r>
            <a:r>
              <a:rPr lang="en-US" sz="1200" b="0" kern="1200" baseline="-2500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23</a:t>
            </a:r>
            <a:r>
              <a:rPr lang="en-US" sz="1200" b="0" kern="120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(1, 1)</a:t>
            </a:r>
            <a:r>
              <a:rPr lang="en-US" b="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914AB1-A579-2F42-995D-A924F462C005}" type="slidenum">
              <a:rPr lang="en-AU" smtClean="0"/>
              <a:pPr>
                <a:defRPr/>
              </a:pPr>
              <a:t>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101588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914AB1-A579-2F42-995D-A924F462C005}" type="slidenum">
              <a:rPr lang="en-AU" smtClean="0"/>
              <a:pPr>
                <a:defRPr/>
              </a:pPr>
              <a:t>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341437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15C305-00C5-CE4B-9FC2-6AC8B787271B}" type="slidenum">
              <a:rPr lang="en-AU">
                <a:latin typeface="Arial" pitchFamily="-84" charset="0"/>
              </a:rPr>
              <a:pPr/>
              <a:t>9</a:t>
            </a:fld>
            <a:endParaRPr lang="en-AU">
              <a:latin typeface="Arial" pitchFamily="-84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AU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728D505-0565-2344-8E61-EAF171809637}" type="slidenum">
              <a:rPr lang="en-AU">
                <a:latin typeface="Arial" pitchFamily="-84" charset="0"/>
              </a:rPr>
              <a:pPr/>
              <a:t>10</a:t>
            </a:fld>
            <a:endParaRPr lang="en-AU">
              <a:latin typeface="Arial" pitchFamily="-84" charset="0"/>
            </a:endParaRPr>
          </a:p>
        </p:txBody>
      </p:sp>
      <p:sp>
        <p:nvSpPr>
          <p:cNvPr id="7782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7828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914AB1-A579-2F42-995D-A924F462C005}" type="slidenum">
              <a:rPr lang="en-AU" smtClean="0"/>
              <a:pPr>
                <a:defRPr/>
              </a:pPr>
              <a:t>18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086007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914AB1-A579-2F42-995D-A924F462C005}" type="slidenum">
              <a:rPr lang="en-AU" smtClean="0"/>
              <a:pPr>
                <a:defRPr/>
              </a:pPr>
              <a:t>20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98081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BE6-581F-F9C9-DBC2-40DCF65EF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FB8A86-D95E-3F00-342A-7F863AC4A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5E8B5-A43A-F19F-BDFC-B352CCD3F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911B-1B97-9341-915C-B4BBE49F0300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D72D9-8ADF-2CA8-22BE-F3CD5272A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ADC6E-A9A1-0F33-E5A9-10D5BEE84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760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A7E43-525F-1A2B-6C75-85D9DD897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DCC92-ED1D-B398-91F5-FDD0B6495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1A90E-5C83-F4F2-BC2D-26C942A2C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C1E5-B3A7-574A-9B9B-97F978F4018F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54610-C5F2-AFB5-FF9E-66B0C199C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C497D-6BCC-A1F4-7E47-B6CB5AB81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598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9EFBE-9470-5B82-CBE3-7E4ACE62F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D6D12-D9A9-0F0C-D28B-7ECE7EE0F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26B9B-9F72-5D16-7CAA-E6E3A7177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5418F-3565-A043-999C-2937AFE7731A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400E4-CA6C-F68C-6A46-143D53071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C4352-77F9-1881-B9D2-B8A24895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159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7E978-2663-3F3B-C94A-20434FA10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543C9-A225-AC0F-F2DF-D7BE0E12F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CD3A4-BDB6-A1FB-A2AD-1F386EF5E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C2C47A-4F15-C708-4078-4BE40029B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9F6C5-1129-9A44-AC6C-A3FECDA2CF97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1B2517-7ED7-A587-6C1A-51D0EABAA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F5555E-8A20-3F0D-9643-EBAB2CC17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38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FFBDC-0041-294D-A822-EE9095E0D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AAEAC-6F4A-21AC-1233-7A2782FDE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57D67E-3201-92C4-4207-FDBE7AEB3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74E78C-9511-8AC7-1C2E-2ECAAF052F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540038-C842-AE8C-AB98-AF7EB4825E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8101AA-3503-58C3-F84F-2161D8DD5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1C110-78A5-0D48-A92E-9FB626F56067}" type="datetime1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DBF51E-0297-561A-54A5-5D61A0C62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134A64-F725-0745-AB3B-5A76C886C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918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1E2A0-364E-8C53-9DDE-BF56BC438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B6C637-AC3F-BDF7-B830-0CA56F6B4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BF4E-A4BE-9549-A105-B57EC0B23FCF}" type="datetime1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93935-B968-D9A3-86D8-B992B26B5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511A3D-2410-7A9A-7967-095C9F2E1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063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D54A98-0DD1-2D1A-3AAC-0D9F27835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12798-C29A-F348-B0A9-9708119615A9}" type="datetime1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FEE3AA-227B-1031-0B03-5519F723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8FA5D-B9FB-B500-7D1B-78637A525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42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C56C0-6856-4AA9-3B77-17D33E1FF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E0E9B-E08B-1B6F-3342-4F0D049F6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532AFE-CB84-4803-827A-02DB53A54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558E6-AC59-9342-C78C-40A581711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10B2A-2722-D248-B82A-479ADFA7065A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50A1B-C943-C82C-621C-E9E351642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9D001-1E65-AEEE-C618-B73DFA417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006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D1211-5DD5-227F-145A-80F160B19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B59332-4B35-A14A-C10D-EE91202177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627572-DAC7-CC4D-79D8-913A8B5B2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DD210-E53D-EC14-6A77-F354D5BFA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A1806-C7C6-0A4D-82B5-92CA0E3B4AEF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677694-C1CF-FDE5-8BBA-A02877C13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CD701B-EF95-5161-A9EB-36B05A6D7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14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1683-7388-7568-E754-9C7435A43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DC75E2-378D-ECEB-EF3C-85C493E436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061EF-8EDE-3012-5D90-9BC66BDE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4CB31-4B6A-5C46-8B12-CB1ADBAB55F0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13F04-AB4F-529D-EF0B-EAC6ABBD1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8342A-1862-2B86-7F31-7EDEE2C10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263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F4C3BF-FC0A-8D50-D83C-A7E5566349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A89B2C-01FF-F202-C968-3C8DE786B6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E8CF-6377-9503-9F4E-B8FDA0DE3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EB676-890C-A348-B253-1BC3402A39D6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BE372-37CD-CAF8-7A68-EEAC2D400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1A8B8-DFEC-35BA-68D3-2E8DF7206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207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828B7D-B071-2643-F83E-8EA1F889B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CA2C9-19B4-09B0-4119-E374F8211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C9919-6256-AC4D-9706-B8E60D535D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D0134A-A054-A24A-99CA-43315EACAE32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26082-6F06-0F88-B039-F1D5FD489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BCC1A-C8D7-2FF4-EF79-857B75EFD7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18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5.png"/><Relationship Id="rId5" Type="http://schemas.openxmlformats.org/officeDocument/2006/relationships/image" Target="../media/image16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6.png"/><Relationship Id="rId5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1F0C-3694-B169-B72C-D7AE691779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Elliptic Curve Cryptography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1D296D-D05E-49D2-CF4E-70E95F259A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Dr. Xinyue Zhang</a:t>
            </a:r>
          </a:p>
          <a:p>
            <a:r>
              <a:rPr lang="en-US" dirty="0"/>
              <a:t>Assistant Professor</a:t>
            </a:r>
          </a:p>
          <a:p>
            <a:r>
              <a:rPr lang="en-US" dirty="0"/>
              <a:t>Department of Computer Science</a:t>
            </a:r>
          </a:p>
          <a:p>
            <a:r>
              <a:rPr lang="en-US" dirty="0"/>
              <a:t>Kennesaw State University</a:t>
            </a:r>
          </a:p>
          <a:p>
            <a:r>
              <a:rPr lang="en-US" dirty="0"/>
              <a:t>Marietta, GA, USA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71D04-97B3-689D-68FA-7F087D2C6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443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Elliptic Curve Arithmetic</a:t>
            </a:r>
            <a:endParaRPr lang="en-AU" dirty="0"/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Most of the products and standards that use public-key cryptography for encryption and digital signatures use RSA</a:t>
            </a:r>
          </a:p>
          <a:p>
            <a:pPr lvl="1"/>
            <a:r>
              <a:rPr lang="en-AU" dirty="0"/>
              <a:t>The </a:t>
            </a:r>
            <a:r>
              <a:rPr lang="en-AU" dirty="0">
                <a:solidFill>
                  <a:srgbClr val="FF0000"/>
                </a:solidFill>
              </a:rPr>
              <a:t>key length for secure RSA use has increased over recent years </a:t>
            </a:r>
            <a:r>
              <a:rPr lang="en-AU" dirty="0"/>
              <a:t>and this has put a heavier processing load on applications using RSA</a:t>
            </a:r>
          </a:p>
          <a:p>
            <a:r>
              <a:rPr lang="en-AU" dirty="0"/>
              <a:t>Elliptic curve cryptography (ECC) is showing up in standardization efforts including the IEEE P1363 Standard for Public-Key Cryptography</a:t>
            </a:r>
          </a:p>
          <a:p>
            <a:r>
              <a:rPr lang="en-AU" dirty="0"/>
              <a:t>Principal attraction of ECC is that it appears to offer equal security for a far smaller key size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C5110C-2D70-288F-5F7D-6D1C049BF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2</a:t>
            </a:fld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517"/>
    </mc:Choice>
    <mc:Fallback xmlns="">
      <p:transition spd="slow" advTm="905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Elliptic Curves Cryptography</a:t>
            </a:r>
            <a:endParaRPr lang="en-AU" baseline="-25000" dirty="0"/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Elliptic curve cryptography uses curves whose variables and coefficients are finite</a:t>
            </a:r>
          </a:p>
          <a:p>
            <a:r>
              <a:rPr lang="en-US" sz="1800" dirty="0"/>
              <a:t>Two families of elliptic curves are used in cryptographic applications: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EB62DBE0-402B-904E-968F-E9799B8D0767}"/>
              </a:ext>
            </a:extLst>
          </p:cNvPr>
          <p:cNvSpPr/>
          <p:nvPr/>
        </p:nvSpPr>
        <p:spPr>
          <a:xfrm>
            <a:off x="5791203" y="2895600"/>
            <a:ext cx="2095500" cy="2095500"/>
          </a:xfrm>
          <a:custGeom>
            <a:avLst/>
            <a:gdLst>
              <a:gd name="connsiteX0" fmla="*/ 1487395 w 2095500"/>
              <a:gd name="connsiteY0" fmla="*/ 334103 h 2095500"/>
              <a:gd name="connsiteX1" fmla="*/ 1650392 w 2095500"/>
              <a:gd name="connsiteY1" fmla="*/ 197326 h 2095500"/>
              <a:gd name="connsiteX2" fmla="*/ 1780607 w 2095500"/>
              <a:gd name="connsiteY2" fmla="*/ 306589 h 2095500"/>
              <a:gd name="connsiteX3" fmla="*/ 1674211 w 2095500"/>
              <a:gd name="connsiteY3" fmla="*/ 490861 h 2095500"/>
              <a:gd name="connsiteX4" fmla="*/ 1843261 w 2095500"/>
              <a:gd name="connsiteY4" fmla="*/ 783663 h 2095500"/>
              <a:gd name="connsiteX5" fmla="*/ 2056042 w 2095500"/>
              <a:gd name="connsiteY5" fmla="*/ 783658 h 2095500"/>
              <a:gd name="connsiteX6" fmla="*/ 2085560 w 2095500"/>
              <a:gd name="connsiteY6" fmla="*/ 951059 h 2095500"/>
              <a:gd name="connsiteX7" fmla="*/ 1885609 w 2095500"/>
              <a:gd name="connsiteY7" fmla="*/ 1023830 h 2095500"/>
              <a:gd name="connsiteX8" fmla="*/ 1826899 w 2095500"/>
              <a:gd name="connsiteY8" fmla="*/ 1356792 h 2095500"/>
              <a:gd name="connsiteX9" fmla="*/ 1989902 w 2095500"/>
              <a:gd name="connsiteY9" fmla="*/ 1493561 h 2095500"/>
              <a:gd name="connsiteX10" fmla="*/ 1904910 w 2095500"/>
              <a:gd name="connsiteY10" fmla="*/ 1640772 h 2095500"/>
              <a:gd name="connsiteX11" fmla="*/ 1704963 w 2095500"/>
              <a:gd name="connsiteY11" fmla="*/ 1567991 h 2095500"/>
              <a:gd name="connsiteX12" fmla="*/ 1445964 w 2095500"/>
              <a:gd name="connsiteY12" fmla="*/ 1785317 h 2095500"/>
              <a:gd name="connsiteX13" fmla="*/ 1482918 w 2095500"/>
              <a:gd name="connsiteY13" fmla="*/ 1994865 h 2095500"/>
              <a:gd name="connsiteX14" fmla="*/ 1323186 w 2095500"/>
              <a:gd name="connsiteY14" fmla="*/ 2053003 h 2095500"/>
              <a:gd name="connsiteX15" fmla="*/ 1216799 w 2095500"/>
              <a:gd name="connsiteY15" fmla="*/ 1868726 h 2095500"/>
              <a:gd name="connsiteX16" fmla="*/ 878700 w 2095500"/>
              <a:gd name="connsiteY16" fmla="*/ 1868726 h 2095500"/>
              <a:gd name="connsiteX17" fmla="*/ 772314 w 2095500"/>
              <a:gd name="connsiteY17" fmla="*/ 2053003 h 2095500"/>
              <a:gd name="connsiteX18" fmla="*/ 612582 w 2095500"/>
              <a:gd name="connsiteY18" fmla="*/ 1994865 h 2095500"/>
              <a:gd name="connsiteX19" fmla="*/ 649536 w 2095500"/>
              <a:gd name="connsiteY19" fmla="*/ 1785317 h 2095500"/>
              <a:gd name="connsiteX20" fmla="*/ 390537 w 2095500"/>
              <a:gd name="connsiteY20" fmla="*/ 1567991 h 2095500"/>
              <a:gd name="connsiteX21" fmla="*/ 190590 w 2095500"/>
              <a:gd name="connsiteY21" fmla="*/ 1640772 h 2095500"/>
              <a:gd name="connsiteX22" fmla="*/ 105598 w 2095500"/>
              <a:gd name="connsiteY22" fmla="*/ 1493561 h 2095500"/>
              <a:gd name="connsiteX23" fmla="*/ 268602 w 2095500"/>
              <a:gd name="connsiteY23" fmla="*/ 1356792 h 2095500"/>
              <a:gd name="connsiteX24" fmla="*/ 209892 w 2095500"/>
              <a:gd name="connsiteY24" fmla="*/ 1023830 h 2095500"/>
              <a:gd name="connsiteX25" fmla="*/ 9940 w 2095500"/>
              <a:gd name="connsiteY25" fmla="*/ 951059 h 2095500"/>
              <a:gd name="connsiteX26" fmla="*/ 39458 w 2095500"/>
              <a:gd name="connsiteY26" fmla="*/ 783658 h 2095500"/>
              <a:gd name="connsiteX27" fmla="*/ 252239 w 2095500"/>
              <a:gd name="connsiteY27" fmla="*/ 783663 h 2095500"/>
              <a:gd name="connsiteX28" fmla="*/ 421288 w 2095500"/>
              <a:gd name="connsiteY28" fmla="*/ 490861 h 2095500"/>
              <a:gd name="connsiteX29" fmla="*/ 314893 w 2095500"/>
              <a:gd name="connsiteY29" fmla="*/ 306589 h 2095500"/>
              <a:gd name="connsiteX30" fmla="*/ 445108 w 2095500"/>
              <a:gd name="connsiteY30" fmla="*/ 197326 h 2095500"/>
              <a:gd name="connsiteX31" fmla="*/ 608105 w 2095500"/>
              <a:gd name="connsiteY31" fmla="*/ 334103 h 2095500"/>
              <a:gd name="connsiteX32" fmla="*/ 925814 w 2095500"/>
              <a:gd name="connsiteY32" fmla="*/ 218466 h 2095500"/>
              <a:gd name="connsiteX33" fmla="*/ 962758 w 2095500"/>
              <a:gd name="connsiteY33" fmla="*/ 8917 h 2095500"/>
              <a:gd name="connsiteX34" fmla="*/ 1132742 w 2095500"/>
              <a:gd name="connsiteY34" fmla="*/ 8917 h 2095500"/>
              <a:gd name="connsiteX35" fmla="*/ 1169686 w 2095500"/>
              <a:gd name="connsiteY35" fmla="*/ 218467 h 2095500"/>
              <a:gd name="connsiteX36" fmla="*/ 1487395 w 2095500"/>
              <a:gd name="connsiteY36" fmla="*/ 334104 h 2095500"/>
              <a:gd name="connsiteX37" fmla="*/ 1487395 w 2095500"/>
              <a:gd name="connsiteY37" fmla="*/ 334103 h 209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2095500" h="2095500">
                <a:moveTo>
                  <a:pt x="1487395" y="334103"/>
                </a:moveTo>
                <a:lnTo>
                  <a:pt x="1650392" y="197326"/>
                </a:lnTo>
                <a:lnTo>
                  <a:pt x="1780607" y="306589"/>
                </a:lnTo>
                <a:lnTo>
                  <a:pt x="1674211" y="490861"/>
                </a:lnTo>
                <a:cubicBezTo>
                  <a:pt x="1749864" y="575966"/>
                  <a:pt x="1807384" y="675593"/>
                  <a:pt x="1843261" y="783663"/>
                </a:cubicBezTo>
                <a:lnTo>
                  <a:pt x="2056042" y="783658"/>
                </a:lnTo>
                <a:lnTo>
                  <a:pt x="2085560" y="951059"/>
                </a:lnTo>
                <a:lnTo>
                  <a:pt x="1885609" y="1023830"/>
                </a:lnTo>
                <a:cubicBezTo>
                  <a:pt x="1888859" y="1137653"/>
                  <a:pt x="1868882" y="1250945"/>
                  <a:pt x="1826899" y="1356792"/>
                </a:cubicBezTo>
                <a:lnTo>
                  <a:pt x="1989902" y="1493561"/>
                </a:lnTo>
                <a:lnTo>
                  <a:pt x="1904910" y="1640772"/>
                </a:lnTo>
                <a:lnTo>
                  <a:pt x="1704963" y="1567991"/>
                </a:lnTo>
                <a:cubicBezTo>
                  <a:pt x="1634288" y="1657273"/>
                  <a:pt x="1546163" y="1731219"/>
                  <a:pt x="1445964" y="1785317"/>
                </a:cubicBezTo>
                <a:lnTo>
                  <a:pt x="1482918" y="1994865"/>
                </a:lnTo>
                <a:lnTo>
                  <a:pt x="1323186" y="2053003"/>
                </a:lnTo>
                <a:lnTo>
                  <a:pt x="1216799" y="1868726"/>
                </a:lnTo>
                <a:cubicBezTo>
                  <a:pt x="1105269" y="1891691"/>
                  <a:pt x="990230" y="1891691"/>
                  <a:pt x="878700" y="1868726"/>
                </a:cubicBezTo>
                <a:lnTo>
                  <a:pt x="772314" y="2053003"/>
                </a:lnTo>
                <a:lnTo>
                  <a:pt x="612582" y="1994865"/>
                </a:lnTo>
                <a:lnTo>
                  <a:pt x="649536" y="1785317"/>
                </a:lnTo>
                <a:cubicBezTo>
                  <a:pt x="549337" y="1731220"/>
                  <a:pt x="461212" y="1657274"/>
                  <a:pt x="390537" y="1567991"/>
                </a:cubicBezTo>
                <a:lnTo>
                  <a:pt x="190590" y="1640772"/>
                </a:lnTo>
                <a:lnTo>
                  <a:pt x="105598" y="1493561"/>
                </a:lnTo>
                <a:lnTo>
                  <a:pt x="268602" y="1356792"/>
                </a:lnTo>
                <a:cubicBezTo>
                  <a:pt x="226619" y="1250945"/>
                  <a:pt x="206642" y="1137653"/>
                  <a:pt x="209892" y="1023830"/>
                </a:cubicBezTo>
                <a:lnTo>
                  <a:pt x="9940" y="951059"/>
                </a:lnTo>
                <a:lnTo>
                  <a:pt x="39458" y="783658"/>
                </a:lnTo>
                <a:lnTo>
                  <a:pt x="252239" y="783663"/>
                </a:lnTo>
                <a:cubicBezTo>
                  <a:pt x="288115" y="675593"/>
                  <a:pt x="345635" y="575966"/>
                  <a:pt x="421288" y="490861"/>
                </a:cubicBezTo>
                <a:lnTo>
                  <a:pt x="314893" y="306589"/>
                </a:lnTo>
                <a:lnTo>
                  <a:pt x="445108" y="197326"/>
                </a:lnTo>
                <a:lnTo>
                  <a:pt x="608105" y="334103"/>
                </a:lnTo>
                <a:cubicBezTo>
                  <a:pt x="705054" y="274377"/>
                  <a:pt x="813156" y="235031"/>
                  <a:pt x="925814" y="218466"/>
                </a:cubicBezTo>
                <a:lnTo>
                  <a:pt x="962758" y="8917"/>
                </a:lnTo>
                <a:lnTo>
                  <a:pt x="1132742" y="8917"/>
                </a:lnTo>
                <a:lnTo>
                  <a:pt x="1169686" y="218467"/>
                </a:lnTo>
                <a:cubicBezTo>
                  <a:pt x="1282344" y="235032"/>
                  <a:pt x="1390446" y="274378"/>
                  <a:pt x="1487395" y="334104"/>
                </a:cubicBezTo>
                <a:lnTo>
                  <a:pt x="1487395" y="334103"/>
                </a:lnTo>
                <a:close/>
              </a:path>
            </a:pathLst>
          </a:custGeom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6689" tIns="516261" rIns="446689" bIns="552909" numCol="1" spcCol="1270" anchor="ctr" anchorCtr="0">
            <a:noAutofit/>
          </a:bodyPr>
          <a:lstStyle/>
          <a:p>
            <a:pPr algn="ctr" defTabSz="889000">
              <a:lnSpc>
                <a:spcPct val="90000"/>
              </a:lnSpc>
              <a:spcAft>
                <a:spcPct val="35000"/>
              </a:spcAft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Prime curves over Z</a:t>
            </a:r>
            <a:r>
              <a:rPr lang="en-US" sz="20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E9140EB4-6E6F-9B4E-90F9-884B898A6FD7}"/>
              </a:ext>
            </a:extLst>
          </p:cNvPr>
          <p:cNvSpPr/>
          <p:nvPr/>
        </p:nvSpPr>
        <p:spPr>
          <a:xfrm>
            <a:off x="5791204" y="5105397"/>
            <a:ext cx="4521458" cy="1459782"/>
          </a:xfrm>
          <a:custGeom>
            <a:avLst/>
            <a:gdLst>
              <a:gd name="connsiteX0" fmla="*/ 0 w 4521458"/>
              <a:gd name="connsiteY0" fmla="*/ 145978 h 1459782"/>
              <a:gd name="connsiteX1" fmla="*/ 145978 w 4521458"/>
              <a:gd name="connsiteY1" fmla="*/ 0 h 1459782"/>
              <a:gd name="connsiteX2" fmla="*/ 4375480 w 4521458"/>
              <a:gd name="connsiteY2" fmla="*/ 0 h 1459782"/>
              <a:gd name="connsiteX3" fmla="*/ 4521458 w 4521458"/>
              <a:gd name="connsiteY3" fmla="*/ 145978 h 1459782"/>
              <a:gd name="connsiteX4" fmla="*/ 4521458 w 4521458"/>
              <a:gd name="connsiteY4" fmla="*/ 1313804 h 1459782"/>
              <a:gd name="connsiteX5" fmla="*/ 4375480 w 4521458"/>
              <a:gd name="connsiteY5" fmla="*/ 1459782 h 1459782"/>
              <a:gd name="connsiteX6" fmla="*/ 145978 w 4521458"/>
              <a:gd name="connsiteY6" fmla="*/ 1459782 h 1459782"/>
              <a:gd name="connsiteX7" fmla="*/ 0 w 4521458"/>
              <a:gd name="connsiteY7" fmla="*/ 1313804 h 1459782"/>
              <a:gd name="connsiteX8" fmla="*/ 0 w 4521458"/>
              <a:gd name="connsiteY8" fmla="*/ 145978 h 1459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21458" h="1459782">
                <a:moveTo>
                  <a:pt x="0" y="145978"/>
                </a:moveTo>
                <a:cubicBezTo>
                  <a:pt x="0" y="65357"/>
                  <a:pt x="65357" y="0"/>
                  <a:pt x="145978" y="0"/>
                </a:cubicBezTo>
                <a:lnTo>
                  <a:pt x="4375480" y="0"/>
                </a:lnTo>
                <a:cubicBezTo>
                  <a:pt x="4456101" y="0"/>
                  <a:pt x="4521458" y="65357"/>
                  <a:pt x="4521458" y="145978"/>
                </a:cubicBezTo>
                <a:lnTo>
                  <a:pt x="4521458" y="1313804"/>
                </a:lnTo>
                <a:cubicBezTo>
                  <a:pt x="4521458" y="1394425"/>
                  <a:pt x="4456101" y="1459782"/>
                  <a:pt x="4375480" y="1459782"/>
                </a:cubicBezTo>
                <a:lnTo>
                  <a:pt x="145978" y="1459782"/>
                </a:lnTo>
                <a:cubicBezTo>
                  <a:pt x="65357" y="1459782"/>
                  <a:pt x="0" y="1394425"/>
                  <a:pt x="0" y="1313804"/>
                </a:cubicBezTo>
                <a:lnTo>
                  <a:pt x="0" y="145978"/>
                </a:lnTo>
                <a:close/>
              </a:path>
            </a:pathLst>
          </a:cu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3716" tIns="103716" rIns="103716" bIns="103716" numCol="1" spcCol="1270" anchor="t" anchorCtr="0">
            <a:noAutofit/>
          </a:bodyPr>
          <a:lstStyle/>
          <a:p>
            <a:pPr marL="171450" lvl="1" indent="-171450" defTabSz="711200">
              <a:lnSpc>
                <a:spcPct val="90000"/>
              </a:lnSpc>
              <a:spcAft>
                <a:spcPct val="15000"/>
              </a:spcAft>
              <a:buChar char="•"/>
            </a:pPr>
            <a:r>
              <a:rPr lang="en-US" sz="1600" b="1" dirty="0"/>
              <a:t>Use a cubic equation in which the variables and coefficients all take on values in the set of integers from 0 through p-1 and in which calculations are performed modulo p</a:t>
            </a:r>
          </a:p>
          <a:p>
            <a:pPr marL="171450" lvl="1" indent="-171450" defTabSz="711200">
              <a:lnSpc>
                <a:spcPct val="90000"/>
              </a:lnSpc>
              <a:spcAft>
                <a:spcPct val="15000"/>
              </a:spcAft>
              <a:buChar char="•"/>
            </a:pPr>
            <a:r>
              <a:rPr lang="en-US" sz="1600" b="1" dirty="0"/>
              <a:t>Best for software applications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A560F70-7212-3A46-A04E-4FB8B68F2573}"/>
              </a:ext>
            </a:extLst>
          </p:cNvPr>
          <p:cNvSpPr/>
          <p:nvPr/>
        </p:nvSpPr>
        <p:spPr>
          <a:xfrm>
            <a:off x="3962400" y="2895604"/>
            <a:ext cx="2057400" cy="1981230"/>
          </a:xfrm>
          <a:custGeom>
            <a:avLst/>
            <a:gdLst>
              <a:gd name="connsiteX0" fmla="*/ 1547547 w 2057400"/>
              <a:gd name="connsiteY0" fmla="*/ 501795 h 1981230"/>
              <a:gd name="connsiteX1" fmla="*/ 1837699 w 2057400"/>
              <a:gd name="connsiteY1" fmla="*/ 406871 h 1981230"/>
              <a:gd name="connsiteX2" fmla="*/ 1952179 w 2057400"/>
              <a:gd name="connsiteY2" fmla="*/ 594833 h 1981230"/>
              <a:gd name="connsiteX3" fmla="*/ 1734704 w 2057400"/>
              <a:gd name="connsiteY3" fmla="*/ 809084 h 1981230"/>
              <a:gd name="connsiteX4" fmla="*/ 1734704 w 2057400"/>
              <a:gd name="connsiteY4" fmla="*/ 1172147 h 1981230"/>
              <a:gd name="connsiteX5" fmla="*/ 1952179 w 2057400"/>
              <a:gd name="connsiteY5" fmla="*/ 1386397 h 1981230"/>
              <a:gd name="connsiteX6" fmla="*/ 1837699 w 2057400"/>
              <a:gd name="connsiteY6" fmla="*/ 1574359 h 1981230"/>
              <a:gd name="connsiteX7" fmla="*/ 1547547 w 2057400"/>
              <a:gd name="connsiteY7" fmla="*/ 1479435 h 1981230"/>
              <a:gd name="connsiteX8" fmla="*/ 1215857 w 2057400"/>
              <a:gd name="connsiteY8" fmla="*/ 1660966 h 1981230"/>
              <a:gd name="connsiteX9" fmla="*/ 1145999 w 2057400"/>
              <a:gd name="connsiteY9" fmla="*/ 1958150 h 1981230"/>
              <a:gd name="connsiteX10" fmla="*/ 911401 w 2057400"/>
              <a:gd name="connsiteY10" fmla="*/ 1958150 h 1981230"/>
              <a:gd name="connsiteX11" fmla="*/ 841543 w 2057400"/>
              <a:gd name="connsiteY11" fmla="*/ 1660966 h 1981230"/>
              <a:gd name="connsiteX12" fmla="*/ 509853 w 2057400"/>
              <a:gd name="connsiteY12" fmla="*/ 1479435 h 1981230"/>
              <a:gd name="connsiteX13" fmla="*/ 219701 w 2057400"/>
              <a:gd name="connsiteY13" fmla="*/ 1574359 h 1981230"/>
              <a:gd name="connsiteX14" fmla="*/ 105221 w 2057400"/>
              <a:gd name="connsiteY14" fmla="*/ 1386397 h 1981230"/>
              <a:gd name="connsiteX15" fmla="*/ 322696 w 2057400"/>
              <a:gd name="connsiteY15" fmla="*/ 1172146 h 1981230"/>
              <a:gd name="connsiteX16" fmla="*/ 322696 w 2057400"/>
              <a:gd name="connsiteY16" fmla="*/ 809083 h 1981230"/>
              <a:gd name="connsiteX17" fmla="*/ 105221 w 2057400"/>
              <a:gd name="connsiteY17" fmla="*/ 594833 h 1981230"/>
              <a:gd name="connsiteX18" fmla="*/ 219701 w 2057400"/>
              <a:gd name="connsiteY18" fmla="*/ 406871 h 1981230"/>
              <a:gd name="connsiteX19" fmla="*/ 509853 w 2057400"/>
              <a:gd name="connsiteY19" fmla="*/ 501795 h 1981230"/>
              <a:gd name="connsiteX20" fmla="*/ 841543 w 2057400"/>
              <a:gd name="connsiteY20" fmla="*/ 320264 h 1981230"/>
              <a:gd name="connsiteX21" fmla="*/ 911401 w 2057400"/>
              <a:gd name="connsiteY21" fmla="*/ 23080 h 1981230"/>
              <a:gd name="connsiteX22" fmla="*/ 1145999 w 2057400"/>
              <a:gd name="connsiteY22" fmla="*/ 23080 h 1981230"/>
              <a:gd name="connsiteX23" fmla="*/ 1215857 w 2057400"/>
              <a:gd name="connsiteY23" fmla="*/ 320264 h 1981230"/>
              <a:gd name="connsiteX24" fmla="*/ 1547547 w 2057400"/>
              <a:gd name="connsiteY24" fmla="*/ 501795 h 1981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057400" h="1981230">
                <a:moveTo>
                  <a:pt x="1547547" y="501795"/>
                </a:moveTo>
                <a:lnTo>
                  <a:pt x="1837699" y="406871"/>
                </a:lnTo>
                <a:lnTo>
                  <a:pt x="1952179" y="594833"/>
                </a:lnTo>
                <a:lnTo>
                  <a:pt x="1734704" y="809084"/>
                </a:lnTo>
                <a:cubicBezTo>
                  <a:pt x="1768719" y="927957"/>
                  <a:pt x="1768719" y="1053273"/>
                  <a:pt x="1734704" y="1172147"/>
                </a:cubicBezTo>
                <a:lnTo>
                  <a:pt x="1952179" y="1386397"/>
                </a:lnTo>
                <a:lnTo>
                  <a:pt x="1837699" y="1574359"/>
                </a:lnTo>
                <a:lnTo>
                  <a:pt x="1547547" y="1479435"/>
                </a:lnTo>
                <a:cubicBezTo>
                  <a:pt x="1455953" y="1566796"/>
                  <a:pt x="1341465" y="1629454"/>
                  <a:pt x="1215857" y="1660966"/>
                </a:cubicBezTo>
                <a:lnTo>
                  <a:pt x="1145999" y="1958150"/>
                </a:lnTo>
                <a:lnTo>
                  <a:pt x="911401" y="1958150"/>
                </a:lnTo>
                <a:lnTo>
                  <a:pt x="841543" y="1660966"/>
                </a:lnTo>
                <a:cubicBezTo>
                  <a:pt x="715934" y="1629453"/>
                  <a:pt x="601447" y="1566795"/>
                  <a:pt x="509853" y="1479435"/>
                </a:cubicBezTo>
                <a:lnTo>
                  <a:pt x="219701" y="1574359"/>
                </a:lnTo>
                <a:lnTo>
                  <a:pt x="105221" y="1386397"/>
                </a:lnTo>
                <a:lnTo>
                  <a:pt x="322696" y="1172146"/>
                </a:lnTo>
                <a:cubicBezTo>
                  <a:pt x="288681" y="1053273"/>
                  <a:pt x="288681" y="927957"/>
                  <a:pt x="322696" y="809083"/>
                </a:cubicBezTo>
                <a:lnTo>
                  <a:pt x="105221" y="594833"/>
                </a:lnTo>
                <a:lnTo>
                  <a:pt x="219701" y="406871"/>
                </a:lnTo>
                <a:lnTo>
                  <a:pt x="509853" y="501795"/>
                </a:lnTo>
                <a:cubicBezTo>
                  <a:pt x="601447" y="414434"/>
                  <a:pt x="715935" y="351776"/>
                  <a:pt x="841543" y="320264"/>
                </a:cubicBezTo>
                <a:lnTo>
                  <a:pt x="911401" y="23080"/>
                </a:lnTo>
                <a:lnTo>
                  <a:pt x="1145999" y="23080"/>
                </a:lnTo>
                <a:lnTo>
                  <a:pt x="1215857" y="320264"/>
                </a:lnTo>
                <a:cubicBezTo>
                  <a:pt x="1341466" y="351777"/>
                  <a:pt x="1455953" y="414435"/>
                  <a:pt x="1547547" y="501795"/>
                </a:cubicBezTo>
                <a:close/>
              </a:path>
            </a:pathLst>
          </a:custGeom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35253" tIns="527195" rIns="535253" bIns="527195" numCol="1" spcCol="1270" anchor="ctr" anchorCtr="0">
            <a:noAutofit/>
          </a:bodyPr>
          <a:lstStyle/>
          <a:p>
            <a:pPr algn="ctr" defTabSz="889000">
              <a:lnSpc>
                <a:spcPct val="90000"/>
              </a:lnSpc>
              <a:spcAft>
                <a:spcPct val="35000"/>
              </a:spcAft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Binary curves over GF(2</a:t>
            </a:r>
            <a:r>
              <a:rPr lang="en-US" sz="2000" b="1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7C0D887-4ABD-8C41-8A4D-D04BCC9BAF8F}"/>
              </a:ext>
            </a:extLst>
          </p:cNvPr>
          <p:cNvSpPr/>
          <p:nvPr/>
        </p:nvSpPr>
        <p:spPr>
          <a:xfrm>
            <a:off x="1676402" y="5105400"/>
            <a:ext cx="3910208" cy="1374699"/>
          </a:xfrm>
          <a:custGeom>
            <a:avLst/>
            <a:gdLst>
              <a:gd name="connsiteX0" fmla="*/ 0 w 3910208"/>
              <a:gd name="connsiteY0" fmla="*/ 137470 h 1374699"/>
              <a:gd name="connsiteX1" fmla="*/ 137470 w 3910208"/>
              <a:gd name="connsiteY1" fmla="*/ 0 h 1374699"/>
              <a:gd name="connsiteX2" fmla="*/ 3772738 w 3910208"/>
              <a:gd name="connsiteY2" fmla="*/ 0 h 1374699"/>
              <a:gd name="connsiteX3" fmla="*/ 3910208 w 3910208"/>
              <a:gd name="connsiteY3" fmla="*/ 137470 h 1374699"/>
              <a:gd name="connsiteX4" fmla="*/ 3910208 w 3910208"/>
              <a:gd name="connsiteY4" fmla="*/ 1237229 h 1374699"/>
              <a:gd name="connsiteX5" fmla="*/ 3772738 w 3910208"/>
              <a:gd name="connsiteY5" fmla="*/ 1374699 h 1374699"/>
              <a:gd name="connsiteX6" fmla="*/ 137470 w 3910208"/>
              <a:gd name="connsiteY6" fmla="*/ 1374699 h 1374699"/>
              <a:gd name="connsiteX7" fmla="*/ 0 w 3910208"/>
              <a:gd name="connsiteY7" fmla="*/ 1237229 h 1374699"/>
              <a:gd name="connsiteX8" fmla="*/ 0 w 3910208"/>
              <a:gd name="connsiteY8" fmla="*/ 137470 h 1374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0208" h="1374699">
                <a:moveTo>
                  <a:pt x="0" y="137470"/>
                </a:moveTo>
                <a:cubicBezTo>
                  <a:pt x="0" y="61547"/>
                  <a:pt x="61547" y="0"/>
                  <a:pt x="137470" y="0"/>
                </a:cubicBezTo>
                <a:lnTo>
                  <a:pt x="3772738" y="0"/>
                </a:lnTo>
                <a:cubicBezTo>
                  <a:pt x="3848661" y="0"/>
                  <a:pt x="3910208" y="61547"/>
                  <a:pt x="3910208" y="137470"/>
                </a:cubicBezTo>
                <a:lnTo>
                  <a:pt x="3910208" y="1237229"/>
                </a:lnTo>
                <a:cubicBezTo>
                  <a:pt x="3910208" y="1313152"/>
                  <a:pt x="3848661" y="1374699"/>
                  <a:pt x="3772738" y="1374699"/>
                </a:cubicBezTo>
                <a:lnTo>
                  <a:pt x="137470" y="1374699"/>
                </a:lnTo>
                <a:cubicBezTo>
                  <a:pt x="61547" y="1374699"/>
                  <a:pt x="0" y="1313152"/>
                  <a:pt x="0" y="1237229"/>
                </a:cubicBezTo>
                <a:lnTo>
                  <a:pt x="0" y="137470"/>
                </a:lnTo>
                <a:close/>
              </a:path>
            </a:pathLst>
          </a:cu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1224" tIns="101224" rIns="101224" bIns="101224" numCol="1" spcCol="1270" anchor="t" anchorCtr="0">
            <a:noAutofit/>
          </a:bodyPr>
          <a:lstStyle/>
          <a:p>
            <a:pPr marL="171450" lvl="1" indent="-171450" defTabSz="711200">
              <a:lnSpc>
                <a:spcPct val="90000"/>
              </a:lnSpc>
              <a:spcAft>
                <a:spcPct val="15000"/>
              </a:spcAft>
              <a:buChar char="•"/>
            </a:pPr>
            <a:r>
              <a:rPr lang="en-US" sz="1600" b="1" dirty="0"/>
              <a:t>Variables and coefficients all take on values in GF(2</a:t>
            </a:r>
            <a:r>
              <a:rPr lang="en-US" sz="1600" b="1" baseline="30000" dirty="0"/>
              <a:t>m</a:t>
            </a:r>
            <a:r>
              <a:rPr lang="en-US" sz="1600" b="1" dirty="0"/>
              <a:t>) and in calculations are performed over GF(2</a:t>
            </a:r>
            <a:r>
              <a:rPr lang="en-US" sz="1600" b="1" baseline="30000" dirty="0"/>
              <a:t>m</a:t>
            </a:r>
            <a:r>
              <a:rPr lang="en-US" sz="1600" b="1" dirty="0"/>
              <a:t>)</a:t>
            </a:r>
          </a:p>
          <a:p>
            <a:pPr marL="171450" lvl="1" indent="-171450" defTabSz="711200">
              <a:lnSpc>
                <a:spcPct val="90000"/>
              </a:lnSpc>
              <a:spcAft>
                <a:spcPct val="15000"/>
              </a:spcAft>
              <a:buChar char="•"/>
            </a:pPr>
            <a:r>
              <a:rPr lang="en-US" sz="1600" b="1" dirty="0"/>
              <a:t>Best for hardware applications</a:t>
            </a:r>
            <a:endParaRPr lang="en-AU" sz="1600" b="1" dirty="0"/>
          </a:p>
        </p:txBody>
      </p:sp>
      <p:sp>
        <p:nvSpPr>
          <p:cNvPr id="10" name="Circular Arrow 9">
            <a:extLst>
              <a:ext uri="{FF2B5EF4-FFF2-40B4-BE49-F238E27FC236}">
                <a16:creationId xmlns:a16="http://schemas.microsoft.com/office/drawing/2014/main" id="{905F5E90-18BE-D146-9E4B-BB1233A55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8397" y="3276589"/>
            <a:ext cx="2756547" cy="2120248"/>
          </a:xfrm>
          <a:prstGeom prst="circularArrow">
            <a:avLst>
              <a:gd name="adj1" fmla="val 4878"/>
              <a:gd name="adj2" fmla="val 312630"/>
              <a:gd name="adj3" fmla="val 3112667"/>
              <a:gd name="adj4" fmla="val 15262627"/>
              <a:gd name="adj5" fmla="val 5691"/>
            </a:avLst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0">
            <a:scrgbClr r="0" g="0" b="0"/>
          </a:lnRef>
          <a:fillRef idx="3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D7074A9C-4546-0B43-A926-05DD3DE08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09995" y="4038597"/>
            <a:ext cx="1948815" cy="1948815"/>
          </a:xfrm>
          <a:prstGeom prst="leftCircularArrow">
            <a:avLst>
              <a:gd name="adj1" fmla="val 6452"/>
              <a:gd name="adj2" fmla="val 429999"/>
              <a:gd name="adj3" fmla="val 10489124"/>
              <a:gd name="adj4" fmla="val 14837806"/>
              <a:gd name="adj5" fmla="val 7527"/>
            </a:avLst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0">
            <a:scrgbClr r="0" g="0" b="0"/>
          </a:lnRef>
          <a:fillRef idx="3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5-Point Star 1">
            <a:extLst>
              <a:ext uri="{FF2B5EF4-FFF2-40B4-BE49-F238E27FC236}">
                <a16:creationId xmlns:a16="http://schemas.microsoft.com/office/drawing/2014/main" id="{3C80A7FC-191A-6E4C-BCB6-418443DB8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55866" y="5623683"/>
            <a:ext cx="1152128" cy="1152128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AB8439B-51C3-A347-8985-3F2FF270A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71309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4938"/>
    </mc:Choice>
    <mc:Fallback xmlns="">
      <p:transition spd="slow" advTm="1449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 build="p"/>
      <p:bldP spid="4" grpId="0" animBg="1"/>
      <p:bldP spid="7" grpId="0" animBg="1"/>
      <p:bldP spid="8" grpId="0" animBg="1"/>
      <p:bldP spid="9" grpId="0" animBg="1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Elliptic Curves over Real Numbers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252069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Elliptic curves are not ellipses. In general, cubic equations for elliptic curves take the following form, known as a </a:t>
                </a:r>
                <a:r>
                  <a:rPr lang="en-US" sz="2400" dirty="0" err="1"/>
                  <a:t>Weierstrass</a:t>
                </a:r>
                <a:r>
                  <a:rPr lang="en-US" sz="2400" dirty="0"/>
                  <a:t> equation:</a:t>
                </a:r>
              </a:p>
              <a:p>
                <a:pPr lvl="1"/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𝑎𝑥𝑦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en-US" sz="2200" dirty="0"/>
              </a:p>
              <a:p>
                <a:pPr lvl="1"/>
                <a:r>
                  <a:rPr lang="en-US" sz="2400" dirty="0"/>
                  <a:t>where a, b, c, d, e are real numbers and x and y take on values in the real numbers.</a:t>
                </a:r>
              </a:p>
              <a:p>
                <a:pPr lvl="1"/>
                <a:endParaRPr lang="en-US" sz="2000" dirty="0"/>
              </a:p>
              <a:p>
                <a:r>
                  <a:rPr lang="en-US" sz="2400" dirty="0"/>
                  <a:t>In this lecture, we only focus on the following form:</a:t>
                </a:r>
              </a:p>
              <a:p>
                <a:pPr lvl="1"/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1" i="1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 u="sng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sz="2200" b="1" i="1" u="sng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200" b="1" i="1" u="sng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b="1" i="1" u="sng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 u="sng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200" b="1" i="1" u="sng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sz="2200" b="1" i="1" u="sng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1" i="1" u="sng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200" b="1" i="1" u="sng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200" b="1" i="1" u="sng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1" i="1" u="sng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2200" b="1" u="sng" dirty="0">
                    <a:solidFill>
                      <a:srgbClr val="FF0000"/>
                    </a:solidFill>
                  </a:rPr>
                  <a:t> with a requirement: </a:t>
                </a:r>
                <a14:m>
                  <m:oMath xmlns:m="http://schemas.openxmlformats.org/officeDocument/2006/math">
                    <m:r>
                      <a:rPr lang="en-US" sz="2200" b="1" i="1" u="sng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sSup>
                      <m:sSupPr>
                        <m:ctrlPr>
                          <a:rPr lang="en-US" sz="2200" b="1" i="1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sz="2200" b="1" i="1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sz="2200" b="1" i="1" u="sng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1" i="1" u="sng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𝟐𝟕</m:t>
                    </m:r>
                    <m:sSup>
                      <m:sSupPr>
                        <m:ctrlPr>
                          <a:rPr lang="en-US" sz="2200" b="1" i="1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sz="2200" b="1" i="1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200" b="1" i="1" u="sng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200" b="1" i="1" u="sng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200" b="1" i="1" u="sng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200" b="1" u="sng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sz="2400" dirty="0"/>
                  <a:t>Also included in the definition of an elliptic curve is a single element denoted O and called the </a:t>
                </a:r>
                <a:r>
                  <a:rPr lang="en-US" sz="2400" i="1" dirty="0"/>
                  <a:t>point at infinity</a:t>
                </a:r>
                <a:r>
                  <a:rPr lang="en-US" sz="2400" dirty="0"/>
                  <a:t> or the </a:t>
                </a:r>
                <a:r>
                  <a:rPr lang="en-US" sz="2400" i="1" dirty="0"/>
                  <a:t>zero point</a:t>
                </a:r>
                <a:r>
                  <a:rPr lang="en-US" sz="2400" dirty="0"/>
                  <a:t>.</a:t>
                </a:r>
              </a:p>
              <a:p>
                <a:pPr lvl="1"/>
                <a:r>
                  <a:rPr lang="en-US" sz="2400" dirty="0"/>
                  <a:t>To plot such a curve, we need to compute: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</m:oMath>
                </a14:m>
                <a:endParaRPr lang="en-US" sz="2000" dirty="0"/>
              </a:p>
              <a:p>
                <a:pPr lvl="1"/>
                <a:endParaRPr lang="en-US" sz="2200" dirty="0"/>
              </a:p>
              <a:p>
                <a:endParaRPr lang="en-US" sz="2200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252069"/>
              </a:xfrm>
              <a:blipFill>
                <a:blip r:embed="rId6"/>
                <a:stretch>
                  <a:fillRect l="-844" t="-1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0779CD-CB4B-FBAB-C0B5-EE84D93B2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4</a:t>
            </a:fld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2986"/>
    </mc:Choice>
    <mc:Fallback xmlns="">
      <p:transition spd="slow" advTm="1829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lliptic curves example.">
            <a:extLst>
              <a:ext uri="{FF2B5EF4-FFF2-40B4-BE49-F238E27FC236}">
                <a16:creationId xmlns:a16="http://schemas.microsoft.com/office/drawing/2014/main" id="{5B3A28E1-2E5E-2B41-82E2-037E5F7AC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6318" y="-243408"/>
            <a:ext cx="5487452" cy="7101408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5863A9E-1564-5E32-BDA9-D7A7AE30B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82229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of Elliptic Curves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D26DBB-977D-F578-A3C2-51385C26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860220"/>
      </p:ext>
    </p:extLst>
  </p:cSld>
  <p:clrMapOvr>
    <a:masterClrMapping/>
  </p:clrMapOvr>
  <p:transition advTm="194464">
    <p:dissolv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682F0-6F9D-1846-9E5B-D6D4BC90A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Elliptic Curves over </a:t>
            </a:r>
            <a:r>
              <a:rPr lang="en-US" dirty="0" err="1"/>
              <a:t>Z</a:t>
            </a:r>
            <a:r>
              <a:rPr lang="en-US" baseline="-25000" dirty="0" err="1"/>
              <a:t>p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14F9AE-5A2F-654A-87A9-4FBBFC73EC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931435"/>
              </a:xfrm>
            </p:spPr>
            <p:txBody>
              <a:bodyPr/>
              <a:lstStyle/>
              <a:p>
                <a:pPr>
                  <a:spcBef>
                    <a:spcPts val="100"/>
                  </a:spcBef>
                  <a:spcAft>
                    <a:spcPts val="100"/>
                  </a:spcAft>
                </a:pPr>
                <a:r>
                  <a:rPr lang="en-US" sz="2400" dirty="0"/>
                  <a:t>For elliptic curves over </a:t>
                </a:r>
                <a:r>
                  <a:rPr lang="en-US" sz="2400" dirty="0" err="1"/>
                  <a:t>Z</a:t>
                </a:r>
                <a:r>
                  <a:rPr lang="en-US" sz="2400" baseline="-25000" dirty="0" err="1"/>
                  <a:t>p</a:t>
                </a:r>
                <a:r>
                  <a:rPr lang="en-US" sz="2400" dirty="0"/>
                  <a:t>, we limit ourselves to equations of the form of </a:t>
                </a:r>
              </a:p>
              <a:p>
                <a:pPr marL="349250" lvl="1" indent="0" algn="ctr">
                  <a:spcBef>
                    <a:spcPts val="100"/>
                  </a:spcBef>
                  <a:spcAft>
                    <a:spcPts val="100"/>
                  </a:spcAft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sz="2000" dirty="0"/>
                  <a:t>, with a requirement: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+27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≠0.</m:t>
                    </m:r>
                  </m:oMath>
                </a14:m>
                <a:endParaRPr lang="en-US" sz="2400" dirty="0"/>
              </a:p>
              <a:p>
                <a:pPr marL="0" indent="0">
                  <a:spcBef>
                    <a:spcPts val="100"/>
                  </a:spcBef>
                  <a:spcAft>
                    <a:spcPts val="100"/>
                  </a:spcAft>
                  <a:buNone/>
                </a:pPr>
                <a:r>
                  <a:rPr lang="en-US" sz="2400" dirty="0"/>
                  <a:t>    but in this case with </a:t>
                </a:r>
                <a:r>
                  <a:rPr lang="en-US" sz="2400" b="1" u="sng" dirty="0"/>
                  <a:t>coefficients</a:t>
                </a:r>
                <a:r>
                  <a:rPr lang="en-US" sz="2400" dirty="0"/>
                  <a:t> and </a:t>
                </a:r>
                <a:r>
                  <a:rPr lang="en-US" sz="2400" b="1" u="sng" dirty="0"/>
                  <a:t>variables</a:t>
                </a:r>
                <a:r>
                  <a:rPr lang="en-US" sz="2400" dirty="0"/>
                  <a:t> limited to </a:t>
                </a:r>
                <a:r>
                  <a:rPr lang="en-US" sz="2400" dirty="0" err="1"/>
                  <a:t>Z</a:t>
                </a:r>
                <a:r>
                  <a:rPr lang="en-US" sz="2400" baseline="-25000" dirty="0" err="1"/>
                  <a:t>p</a:t>
                </a:r>
                <a:r>
                  <a:rPr lang="en-US" sz="2400" baseline="-25000" dirty="0"/>
                  <a:t>.</a:t>
                </a:r>
              </a:p>
              <a:p>
                <a:pPr lvl="1">
                  <a:spcBef>
                    <a:spcPts val="100"/>
                  </a:spcBef>
                  <a:spcAft>
                    <a:spcPts val="100"/>
                  </a:spcAft>
                </a:pPr>
                <a:r>
                  <a:rPr lang="en-US" sz="2400" dirty="0"/>
                  <a:t>For example, a = 1, b = 1, p = 23: </a:t>
                </a:r>
              </a:p>
              <a:p>
                <a:pPr lvl="2">
                  <a:spcBef>
                    <a:spcPts val="100"/>
                  </a:spcBef>
                  <a:spcAft>
                    <a:spcPts val="1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000" b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sz="2000" b="1"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endParaRPr lang="en-US" sz="1800" dirty="0"/>
              </a:p>
              <a:p>
                <a:pPr lvl="1">
                  <a:spcBef>
                    <a:spcPts val="100"/>
                  </a:spcBef>
                  <a:spcAft>
                    <a:spcPts val="100"/>
                  </a:spcAft>
                </a:pPr>
                <a:r>
                  <a:rPr lang="en-US" sz="2400" dirty="0"/>
                  <a:t>The point x = 9, y = 7 is on the curve, since</a:t>
                </a:r>
              </a:p>
              <a:p>
                <a:pPr lvl="2">
                  <a:spcBef>
                    <a:spcPts val="100"/>
                  </a:spcBef>
                  <a:spcAft>
                    <a:spcPts val="1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𝟐𝟑</m:t>
                    </m:r>
                  </m:oMath>
                </a14:m>
                <a:endParaRPr lang="en-US" sz="2000" dirty="0"/>
              </a:p>
              <a:p>
                <a:pPr lvl="2">
                  <a:spcBef>
                    <a:spcPts val="100"/>
                  </a:spcBef>
                  <a:spcAft>
                    <a:spcPts val="100"/>
                  </a:spcAft>
                </a:pP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49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𝟐𝟑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739 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𝟐𝟑</m:t>
                    </m:r>
                  </m:oMath>
                </a14:m>
                <a:endParaRPr lang="en-US" b="1" dirty="0"/>
              </a:p>
              <a:p>
                <a:pPr lvl="2">
                  <a:spcBef>
                    <a:spcPts val="100"/>
                  </a:spcBef>
                  <a:spcAft>
                    <a:spcPts val="100"/>
                  </a:spcAft>
                </a:pPr>
                <a:r>
                  <a:rPr lang="en-US" b="1" dirty="0"/>
                  <a:t>3 = 3 </a:t>
                </a:r>
              </a:p>
              <a:p>
                <a:pPr lvl="2">
                  <a:spcBef>
                    <a:spcPts val="100"/>
                  </a:spcBef>
                  <a:spcAft>
                    <a:spcPts val="100"/>
                  </a:spcAft>
                </a:pPr>
                <a:endParaRPr lang="en-US" b="1" dirty="0"/>
              </a:p>
              <a:p>
                <a:pPr>
                  <a:spcBef>
                    <a:spcPts val="100"/>
                  </a:spcBef>
                  <a:spcAft>
                    <a:spcPts val="100"/>
                  </a:spcAft>
                </a:pPr>
                <a:r>
                  <a:rPr lang="en-US" sz="2600" dirty="0"/>
                  <a:t>We can generate a set E</a:t>
                </a:r>
                <a:r>
                  <a:rPr lang="en-US" sz="2600" baseline="-25000" dirty="0"/>
                  <a:t>p</a:t>
                </a:r>
                <a:r>
                  <a:rPr lang="en-US" sz="2600" dirty="0"/>
                  <a:t>(a, b) that consists of all pairs of integers (x, y) on the elliptic curve, together with the point at infinity O.</a:t>
                </a:r>
              </a:p>
              <a:p>
                <a:pPr>
                  <a:spcBef>
                    <a:spcPts val="100"/>
                  </a:spcBef>
                  <a:spcAft>
                    <a:spcPts val="100"/>
                  </a:spcAft>
                </a:pPr>
                <a:r>
                  <a:rPr lang="en-US" sz="2600" dirty="0"/>
                  <a:t>Is the point x = 3, y = 10 on the curve E</a:t>
                </a:r>
                <a:r>
                  <a:rPr lang="en-US" sz="2600" baseline="-25000" dirty="0"/>
                  <a:t>23</a:t>
                </a:r>
                <a:r>
                  <a:rPr lang="en-US" sz="2600" dirty="0"/>
                  <a:t>(1, 1)?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14F9AE-5A2F-654A-87A9-4FBBFC73EC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931435"/>
              </a:xfrm>
              <a:blipFill>
                <a:blip r:embed="rId5"/>
                <a:stretch>
                  <a:fillRect l="-965" t="-17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C0CD5DEA-5CD1-AD43-8290-7CFB1A1A966B}"/>
              </a:ext>
            </a:extLst>
          </p:cNvPr>
          <p:cNvSpPr/>
          <p:nvPr/>
        </p:nvSpPr>
        <p:spPr>
          <a:xfrm>
            <a:off x="7248128" y="5815643"/>
            <a:ext cx="102765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Yes!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8FBDC93-7EEA-BD6F-3CE9-17BE76A1B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0197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0885"/>
    </mc:Choice>
    <mc:Fallback xmlns="">
      <p:transition spd="slow" advTm="3408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3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idx="4294967295"/>
          </p:nvPr>
        </p:nvSpPr>
        <p:spPr>
          <a:xfrm>
            <a:off x="1524000" y="1"/>
            <a:ext cx="9144000" cy="132343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Table 10.1 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Points (other than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on the Elliptic Curve E</a:t>
            </a:r>
            <a:r>
              <a:rPr kumimoji="0" lang="en-US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23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(1, 1) </a:t>
            </a:r>
          </a:p>
        </p:txBody>
      </p:sp>
      <p:pic>
        <p:nvPicPr>
          <p:cNvPr id="2" name="Picture 1" descr="Table 10.1  Points (other than O) on the Elliptic Curve E23(1, 1) &#10;">
            <a:extLst>
              <a:ext uri="{FF2B5EF4-FFF2-40B4-BE49-F238E27FC236}">
                <a16:creationId xmlns:a16="http://schemas.microsoft.com/office/drawing/2014/main" id="{DCAB1726-D8FD-5C4A-9CC3-AE6EF04228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135" t="-1" r="22135" b="-681"/>
          <a:stretch/>
        </p:blipFill>
        <p:spPr>
          <a:xfrm>
            <a:off x="2999657" y="1905825"/>
            <a:ext cx="6799169" cy="469808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BFFAF-BCA8-A7B8-1770-02AECFB3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74396"/>
      </p:ext>
    </p:extLst>
  </p:cSld>
  <p:clrMapOvr>
    <a:masterClrMapping/>
  </p:clrMapOvr>
  <p:transition spd="med" advTm="56298">
    <p:pull dir="l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screte Elliptic Curve Example">
            <a:extLst>
              <a:ext uri="{FF2B5EF4-FFF2-40B4-BE49-F238E27FC236}">
                <a16:creationId xmlns:a16="http://schemas.microsoft.com/office/drawing/2014/main" id="{6DB457FF-6A9C-AE47-A407-C56414DBE4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312" t="17451" r="5159" b="14300"/>
          <a:stretch/>
        </p:blipFill>
        <p:spPr>
          <a:xfrm>
            <a:off x="3143672" y="-207405"/>
            <a:ext cx="6624736" cy="717679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3C73E-0D44-AEAF-FBB4-81458DF00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B3D94F-994E-7756-16F2-27FEBD947C1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3568" y="365125"/>
            <a:ext cx="3484605" cy="1325563"/>
          </a:xfrm>
        </p:spPr>
        <p:txBody>
          <a:bodyPr>
            <a:normAutofit/>
          </a:bodyPr>
          <a:lstStyle/>
          <a:p>
            <a:r>
              <a:rPr lang="en-US" sz="2800" dirty="0"/>
              <a:t>Discrete Elliptic Curve Example</a:t>
            </a:r>
          </a:p>
        </p:txBody>
      </p:sp>
    </p:spTree>
    <p:extLst>
      <p:ext uri="{BB962C8B-B14F-4D97-AF65-F5344CB8AC3E}">
        <p14:creationId xmlns:p14="http://schemas.microsoft.com/office/powerpoint/2010/main" val="3396445090"/>
      </p:ext>
    </p:extLst>
  </p:cSld>
  <p:clrMapOvr>
    <a:masterClrMapping/>
  </p:clrMapOvr>
  <p:transition spd="med" advTm="68064">
    <p:pull dir="r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Groups</a:t>
            </a:r>
            <a:endParaRPr lang="en-AU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1056220" y="1762128"/>
            <a:ext cx="10094382" cy="4867275"/>
          </a:xfrm>
        </p:spPr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400" dirty="0">
                <a:ea typeface="+mn-ea"/>
                <a:cs typeface="+mn-cs"/>
              </a:rPr>
              <a:t>Group G, also denoted by {G, *}</a:t>
            </a:r>
          </a:p>
          <a:p>
            <a:pPr fontAlgn="auto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400" dirty="0">
                <a:ea typeface="+mn-ea"/>
                <a:cs typeface="+mn-cs"/>
              </a:rPr>
              <a:t> A set of elements with a binary operation denoted by * that associates to each ordered pair (</a:t>
            </a:r>
            <a:r>
              <a:rPr lang="en-US" sz="2400" i="1" dirty="0">
                <a:ea typeface="+mn-ea"/>
                <a:cs typeface="+mn-cs"/>
              </a:rPr>
              <a:t>a,b</a:t>
            </a:r>
            <a:r>
              <a:rPr lang="en-US" sz="2400" dirty="0">
                <a:ea typeface="+mn-ea"/>
                <a:cs typeface="+mn-cs"/>
              </a:rPr>
              <a:t>) of elements in </a:t>
            </a:r>
            <a:r>
              <a:rPr lang="en-US" sz="2400" i="1" dirty="0">
                <a:ea typeface="+mn-ea"/>
                <a:cs typeface="+mn-cs"/>
              </a:rPr>
              <a:t>G</a:t>
            </a:r>
            <a:r>
              <a:rPr lang="en-US" sz="2400" dirty="0">
                <a:ea typeface="+mn-ea"/>
                <a:cs typeface="+mn-cs"/>
              </a:rPr>
              <a:t> an element (</a:t>
            </a:r>
            <a:r>
              <a:rPr lang="en-US" sz="2400" i="1" dirty="0">
                <a:ea typeface="+mn-ea"/>
                <a:cs typeface="+mn-cs"/>
              </a:rPr>
              <a:t>a</a:t>
            </a:r>
            <a:r>
              <a:rPr lang="en-US" sz="2400" dirty="0"/>
              <a:t>*</a:t>
            </a:r>
            <a:r>
              <a:rPr lang="en-US" sz="2400" i="1" dirty="0">
                <a:ea typeface="+mn-ea"/>
                <a:cs typeface="+mn-cs"/>
              </a:rPr>
              <a:t>b </a:t>
            </a:r>
            <a:r>
              <a:rPr lang="en-US" sz="2400" dirty="0">
                <a:ea typeface="+mn-ea"/>
                <a:cs typeface="+mn-cs"/>
              </a:rPr>
              <a:t>) in </a:t>
            </a:r>
            <a:r>
              <a:rPr lang="en-US" sz="2400" i="1" dirty="0">
                <a:ea typeface="+mn-ea"/>
                <a:cs typeface="+mn-cs"/>
              </a:rPr>
              <a:t>G</a:t>
            </a:r>
            <a:r>
              <a:rPr lang="en-US" sz="2400" dirty="0">
                <a:ea typeface="+mn-ea"/>
                <a:cs typeface="+mn-cs"/>
              </a:rPr>
              <a:t> , such that the following axioms are obeyed:</a:t>
            </a:r>
          </a:p>
          <a:p>
            <a:pPr lvl="1" fontAlgn="auto">
              <a:spcBef>
                <a:spcPts val="1300"/>
              </a:spcBef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2000" dirty="0">
                <a:ea typeface="+mn-ea"/>
              </a:rPr>
              <a:t>(A1) Closure: If </a:t>
            </a:r>
            <a:r>
              <a:rPr lang="en-US" sz="2000" i="1" dirty="0">
                <a:ea typeface="+mn-ea"/>
              </a:rPr>
              <a:t>a</a:t>
            </a:r>
            <a:r>
              <a:rPr lang="en-US" sz="2000" dirty="0">
                <a:ea typeface="+mn-ea"/>
              </a:rPr>
              <a:t> and </a:t>
            </a:r>
            <a:r>
              <a:rPr lang="en-US" sz="2000" i="1" dirty="0">
                <a:ea typeface="+mn-ea"/>
              </a:rPr>
              <a:t>b</a:t>
            </a:r>
            <a:r>
              <a:rPr lang="en-US" sz="2000" dirty="0">
                <a:ea typeface="+mn-ea"/>
              </a:rPr>
              <a:t> belong to </a:t>
            </a:r>
            <a:r>
              <a:rPr lang="en-US" sz="2000" i="1" dirty="0">
                <a:ea typeface="+mn-ea"/>
              </a:rPr>
              <a:t>G</a:t>
            </a:r>
            <a:r>
              <a:rPr lang="en-US" sz="2000" dirty="0">
                <a:ea typeface="+mn-ea"/>
              </a:rPr>
              <a:t>, then </a:t>
            </a:r>
            <a:r>
              <a:rPr lang="en-US" sz="2000" i="1" dirty="0">
                <a:ea typeface="+mn-ea"/>
              </a:rPr>
              <a:t>a</a:t>
            </a:r>
            <a:r>
              <a:rPr lang="en-US" sz="2000" dirty="0"/>
              <a:t>*</a:t>
            </a:r>
            <a:r>
              <a:rPr lang="en-US" sz="2000" i="1" dirty="0">
                <a:ea typeface="+mn-ea"/>
              </a:rPr>
              <a:t>b</a:t>
            </a:r>
            <a:r>
              <a:rPr lang="en-US" sz="2000" dirty="0">
                <a:ea typeface="+mn-ea"/>
              </a:rPr>
              <a:t> is also in </a:t>
            </a:r>
            <a:r>
              <a:rPr lang="en-US" sz="2000" i="1" dirty="0">
                <a:ea typeface="+mn-ea"/>
              </a:rPr>
              <a:t>G</a:t>
            </a:r>
          </a:p>
          <a:p>
            <a:pPr lvl="1" fontAlgn="auto">
              <a:spcBef>
                <a:spcPts val="1300"/>
              </a:spcBef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2000" dirty="0">
                <a:ea typeface="+mn-ea"/>
              </a:rPr>
              <a:t>(A2) Associative: </a:t>
            </a:r>
            <a:r>
              <a:rPr lang="en-US" sz="2000" i="1" dirty="0">
                <a:ea typeface="+mn-ea"/>
              </a:rPr>
              <a:t>a</a:t>
            </a:r>
            <a:r>
              <a:rPr lang="en-US" sz="2000" dirty="0"/>
              <a:t>*</a:t>
            </a:r>
            <a:r>
              <a:rPr lang="en-US" sz="2000" i="1" dirty="0">
                <a:ea typeface="+mn-ea"/>
              </a:rPr>
              <a:t>(b</a:t>
            </a:r>
            <a:r>
              <a:rPr lang="en-US" sz="2000" dirty="0"/>
              <a:t>*</a:t>
            </a:r>
            <a:r>
              <a:rPr lang="en-US" sz="2000" i="1" dirty="0">
                <a:ea typeface="+mn-ea"/>
              </a:rPr>
              <a:t>c) = (a</a:t>
            </a:r>
            <a:r>
              <a:rPr lang="en-US" sz="2000" dirty="0"/>
              <a:t>*</a:t>
            </a:r>
            <a:r>
              <a:rPr lang="en-US" sz="2000" i="1" dirty="0">
                <a:ea typeface="+mn-ea"/>
              </a:rPr>
              <a:t>b)</a:t>
            </a:r>
            <a:r>
              <a:rPr lang="en-US" sz="2000" dirty="0"/>
              <a:t>*</a:t>
            </a:r>
            <a:r>
              <a:rPr lang="en-US" sz="2000" i="1" dirty="0">
                <a:ea typeface="+mn-ea"/>
              </a:rPr>
              <a:t>c </a:t>
            </a:r>
            <a:r>
              <a:rPr lang="en-US" sz="2000" dirty="0">
                <a:ea typeface="+mn-ea"/>
              </a:rPr>
              <a:t>for all </a:t>
            </a:r>
            <a:r>
              <a:rPr lang="en-US" sz="2000" i="1" dirty="0">
                <a:ea typeface="+mn-ea"/>
              </a:rPr>
              <a:t>a, b, c </a:t>
            </a:r>
            <a:r>
              <a:rPr lang="en-US" sz="2000" dirty="0">
                <a:ea typeface="+mn-ea"/>
              </a:rPr>
              <a:t>in </a:t>
            </a:r>
            <a:r>
              <a:rPr lang="en-US" sz="2000" i="1" dirty="0">
                <a:ea typeface="+mn-ea"/>
              </a:rPr>
              <a:t>G</a:t>
            </a:r>
          </a:p>
          <a:p>
            <a:pPr lvl="1" fontAlgn="auto">
              <a:spcBef>
                <a:spcPts val="1300"/>
              </a:spcBef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2000" dirty="0">
                <a:ea typeface="+mn-ea"/>
              </a:rPr>
              <a:t>(A3) Identity element: There is an element </a:t>
            </a:r>
            <a:r>
              <a:rPr lang="en-US" sz="2000" i="1" dirty="0">
                <a:ea typeface="+mn-ea"/>
              </a:rPr>
              <a:t>e</a:t>
            </a:r>
            <a:r>
              <a:rPr lang="en-US" sz="2000" dirty="0">
                <a:ea typeface="+mn-ea"/>
              </a:rPr>
              <a:t> in </a:t>
            </a:r>
            <a:r>
              <a:rPr lang="en-US" sz="2000" i="1" dirty="0">
                <a:ea typeface="+mn-ea"/>
              </a:rPr>
              <a:t>G</a:t>
            </a:r>
            <a:r>
              <a:rPr lang="en-US" sz="2000" dirty="0">
                <a:ea typeface="+mn-ea"/>
              </a:rPr>
              <a:t> such that </a:t>
            </a:r>
            <a:r>
              <a:rPr lang="en-US" sz="2000" i="1" dirty="0">
                <a:ea typeface="+mn-ea"/>
              </a:rPr>
              <a:t>a</a:t>
            </a:r>
            <a:r>
              <a:rPr lang="en-US" sz="2000" dirty="0"/>
              <a:t>*</a:t>
            </a:r>
            <a:r>
              <a:rPr lang="en-US" sz="2000" i="1" dirty="0">
                <a:ea typeface="+mn-ea"/>
              </a:rPr>
              <a:t>e = e</a:t>
            </a:r>
            <a:r>
              <a:rPr lang="en-US" sz="2000" dirty="0"/>
              <a:t>*</a:t>
            </a:r>
            <a:r>
              <a:rPr lang="en-US" sz="2000" i="1" dirty="0">
                <a:ea typeface="+mn-ea"/>
              </a:rPr>
              <a:t>a = a </a:t>
            </a:r>
            <a:r>
              <a:rPr lang="en-US" sz="2000" dirty="0">
                <a:ea typeface="+mn-ea"/>
              </a:rPr>
              <a:t>for all </a:t>
            </a:r>
            <a:r>
              <a:rPr lang="en-US" sz="2000" i="1" dirty="0">
                <a:ea typeface="+mn-ea"/>
              </a:rPr>
              <a:t>a</a:t>
            </a:r>
            <a:r>
              <a:rPr lang="en-US" sz="2000" dirty="0">
                <a:ea typeface="+mn-ea"/>
              </a:rPr>
              <a:t> in </a:t>
            </a:r>
            <a:r>
              <a:rPr lang="en-US" sz="2000" i="1" dirty="0">
                <a:ea typeface="+mn-ea"/>
              </a:rPr>
              <a:t>G</a:t>
            </a:r>
          </a:p>
          <a:p>
            <a:pPr lvl="1" fontAlgn="auto">
              <a:spcBef>
                <a:spcPts val="1300"/>
              </a:spcBef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2000" dirty="0">
                <a:ea typeface="+mn-ea"/>
              </a:rPr>
              <a:t>(A4) Inverse element: For each </a:t>
            </a:r>
            <a:r>
              <a:rPr lang="en-US" sz="2000" i="1" dirty="0">
                <a:ea typeface="+mn-ea"/>
              </a:rPr>
              <a:t>a</a:t>
            </a:r>
            <a:r>
              <a:rPr lang="en-US" sz="2000" dirty="0">
                <a:ea typeface="+mn-ea"/>
              </a:rPr>
              <a:t> in </a:t>
            </a:r>
            <a:r>
              <a:rPr lang="en-US" sz="2000" i="1" dirty="0">
                <a:ea typeface="+mn-ea"/>
              </a:rPr>
              <a:t>G</a:t>
            </a:r>
            <a:r>
              <a:rPr lang="en-US" sz="2000" dirty="0">
                <a:ea typeface="+mn-ea"/>
              </a:rPr>
              <a:t>, there is an element </a:t>
            </a:r>
            <a:r>
              <a:rPr lang="en-US" sz="2000" i="1" dirty="0">
                <a:ea typeface="+mn-ea"/>
              </a:rPr>
              <a:t>a</a:t>
            </a:r>
            <a:r>
              <a:rPr lang="en-US" sz="2000" i="1" baseline="30000" dirty="0">
                <a:ea typeface="+mn-ea"/>
              </a:rPr>
              <a:t>’</a:t>
            </a:r>
            <a:r>
              <a:rPr lang="en-US" sz="2000" dirty="0">
                <a:ea typeface="+mn-ea"/>
              </a:rPr>
              <a:t> in </a:t>
            </a:r>
            <a:r>
              <a:rPr lang="en-US" sz="2000" i="1" dirty="0">
                <a:ea typeface="+mn-ea"/>
              </a:rPr>
              <a:t>G </a:t>
            </a:r>
            <a:r>
              <a:rPr lang="en-US" sz="2000" dirty="0">
                <a:ea typeface="+mn-ea"/>
              </a:rPr>
              <a:t>such that </a:t>
            </a:r>
            <a:r>
              <a:rPr lang="en-US" sz="2000" i="1" dirty="0">
                <a:ea typeface="+mn-ea"/>
              </a:rPr>
              <a:t>a</a:t>
            </a:r>
            <a:r>
              <a:rPr lang="en-US" sz="2000" dirty="0"/>
              <a:t>*</a:t>
            </a:r>
            <a:r>
              <a:rPr lang="en-US" sz="2000" i="1" dirty="0">
                <a:ea typeface="+mn-ea"/>
              </a:rPr>
              <a:t>a</a:t>
            </a:r>
            <a:r>
              <a:rPr lang="en-US" sz="2000" i="1" baseline="30000" dirty="0">
                <a:ea typeface="+mn-ea"/>
              </a:rPr>
              <a:t>’</a:t>
            </a:r>
            <a:r>
              <a:rPr lang="en-US" sz="2000" i="1" dirty="0">
                <a:ea typeface="+mn-ea"/>
              </a:rPr>
              <a:t> = a</a:t>
            </a:r>
            <a:r>
              <a:rPr lang="en-US" sz="2000" i="1" baseline="30000" dirty="0">
                <a:ea typeface="+mn-ea"/>
              </a:rPr>
              <a:t>’</a:t>
            </a:r>
            <a:r>
              <a:rPr lang="en-US" sz="2000" dirty="0"/>
              <a:t>*</a:t>
            </a:r>
            <a:r>
              <a:rPr lang="en-US" sz="2000" i="1" dirty="0">
                <a:ea typeface="+mn-ea"/>
              </a:rPr>
              <a:t>a = e</a:t>
            </a:r>
          </a:p>
          <a:p>
            <a:pPr lvl="1" fontAlgn="auto">
              <a:spcBef>
                <a:spcPts val="1300"/>
              </a:spcBef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2000" dirty="0">
                <a:ea typeface="+mn-ea"/>
              </a:rPr>
              <a:t>(A5) Commutative: </a:t>
            </a:r>
          </a:p>
          <a:p>
            <a:pPr lvl="2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i="1" dirty="0">
                <a:ea typeface="+mn-ea"/>
              </a:rPr>
              <a:t>a</a:t>
            </a:r>
            <a:r>
              <a:rPr lang="en-US" dirty="0"/>
              <a:t>*</a:t>
            </a:r>
            <a:r>
              <a:rPr lang="en-US" i="1" dirty="0">
                <a:ea typeface="+mn-ea"/>
              </a:rPr>
              <a:t>b = b</a:t>
            </a:r>
            <a:r>
              <a:rPr lang="en-US" dirty="0"/>
              <a:t>*</a:t>
            </a:r>
            <a:r>
              <a:rPr lang="en-US" i="1" dirty="0">
                <a:ea typeface="+mn-ea"/>
              </a:rPr>
              <a:t>a </a:t>
            </a:r>
            <a:r>
              <a:rPr lang="en-US" dirty="0">
                <a:ea typeface="+mn-ea"/>
              </a:rPr>
              <a:t>for all </a:t>
            </a:r>
            <a:r>
              <a:rPr lang="en-US" i="1" dirty="0">
                <a:ea typeface="+mn-ea"/>
              </a:rPr>
              <a:t>a, b </a:t>
            </a:r>
            <a:r>
              <a:rPr lang="en-US" dirty="0">
                <a:ea typeface="+mn-ea"/>
              </a:rPr>
              <a:t>in </a:t>
            </a:r>
            <a:r>
              <a:rPr lang="en-US" i="1" dirty="0">
                <a:ea typeface="+mn-ea"/>
              </a:rPr>
              <a:t>G</a:t>
            </a:r>
          </a:p>
          <a:p>
            <a:pPr lvl="2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None/>
              <a:defRPr/>
            </a:pPr>
            <a:endParaRPr lang="en-AU" sz="1800" i="1" dirty="0">
              <a:ea typeface="+mn-ea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68E54DB-6E8D-7F44-B2D8-A701797BB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5184" y="5589240"/>
            <a:ext cx="110892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5F7DFC2-0E77-4E40-994A-D0262FB6E1AA}"/>
              </a:ext>
            </a:extLst>
          </p:cNvPr>
          <p:cNvSpPr/>
          <p:nvPr/>
        </p:nvSpPr>
        <p:spPr>
          <a:xfrm>
            <a:off x="5519936" y="5729985"/>
            <a:ext cx="1800200" cy="60811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Abelian</a:t>
            </a:r>
            <a:r>
              <a:rPr lang="zh-CN" altLang="en-US" dirty="0"/>
              <a:t> </a:t>
            </a:r>
            <a:r>
              <a:rPr lang="en-US" altLang="zh-CN" dirty="0"/>
              <a:t>Group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2328F1-3312-8141-952A-653A6ADA4EDD}"/>
              </a:ext>
            </a:extLst>
          </p:cNvPr>
          <p:cNvSpPr/>
          <p:nvPr/>
        </p:nvSpPr>
        <p:spPr>
          <a:xfrm>
            <a:off x="7320136" y="404663"/>
            <a:ext cx="4536504" cy="180019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A </a:t>
            </a:r>
            <a:r>
              <a:rPr lang="en-US" sz="2000" b="1" dirty="0"/>
              <a:t>binary operation</a:t>
            </a:r>
            <a:r>
              <a:rPr lang="en-US" sz="2000" dirty="0"/>
              <a:t> is a calculation that combines two elements to produce another element, such as addition, subtraction, multiplication, vector addition, matrix multiplication, etc.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7A54E8-C646-F1D4-1649-8ACE7DB78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077"/>
    </mc:Choice>
    <mc:Fallback xmlns="">
      <p:transition spd="slow" advTm="45077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Cyclic Group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155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056220" y="1762128"/>
                <a:ext cx="10094382" cy="4638675"/>
              </a:xfrm>
            </p:spPr>
            <p:txBody>
              <a:bodyPr rtlCol="0">
                <a:normAutofit/>
              </a:bodyPr>
              <a:lstStyle/>
              <a:p>
                <a:pPr fontAlgn="auto">
                  <a:spcAft>
                    <a:spcPts val="0"/>
                  </a:spcAft>
                  <a:buClr>
                    <a:schemeClr val="accent1">
                      <a:lumMod val="60000"/>
                      <a:lumOff val="40000"/>
                    </a:schemeClr>
                  </a:buClr>
                  <a:buFont typeface="Candara" pitchFamily="34" charset="0"/>
                  <a:buChar char="•"/>
                  <a:defRPr/>
                </a:pPr>
                <a:r>
                  <a:rPr lang="en-US" dirty="0">
                    <a:ea typeface="+mn-ea"/>
                    <a:cs typeface="+mn-cs"/>
                  </a:rPr>
                  <a:t>Exponentiation is defined within a group as a repeated application of the group operator, so that </a:t>
                </a:r>
                <a:r>
                  <a:rPr lang="en-US" i="1" dirty="0">
                    <a:ea typeface="+mn-ea"/>
                    <a:cs typeface="+mn-cs"/>
                  </a:rPr>
                  <a:t>a</a:t>
                </a:r>
                <a:r>
                  <a:rPr lang="en-US" i="1" baseline="30000" dirty="0">
                    <a:ea typeface="+mn-ea"/>
                    <a:cs typeface="+mn-cs"/>
                  </a:rPr>
                  <a:t>3</a:t>
                </a:r>
                <a:r>
                  <a:rPr lang="en-US" i="1" dirty="0">
                    <a:ea typeface="+mn-ea"/>
                    <a:cs typeface="+mn-cs"/>
                  </a:rPr>
                  <a:t> = a</a:t>
                </a:r>
                <a:r>
                  <a:rPr lang="en-US" dirty="0">
                    <a:ea typeface="Cambria Math" panose="02040503050406030204" pitchFamily="18" charset="0"/>
                    <a:cs typeface="+mn-cs"/>
                  </a:rPr>
                  <a:t>*</a:t>
                </a:r>
                <a:r>
                  <a:rPr lang="en-US" i="1" dirty="0">
                    <a:ea typeface="+mn-ea"/>
                    <a:cs typeface="+mn-cs"/>
                  </a:rPr>
                  <a:t>a</a:t>
                </a:r>
                <a:r>
                  <a:rPr lang="en-US" i="1" dirty="0">
                    <a:ea typeface="Cambria Math" panose="02040503050406030204" pitchFamily="18" charset="0"/>
                    <a:cs typeface="+mn-cs"/>
                  </a:rPr>
                  <a:t>*</a:t>
                </a:r>
                <a:r>
                  <a:rPr lang="en-US" i="1" dirty="0">
                    <a:ea typeface="+mn-ea"/>
                    <a:cs typeface="+mn-cs"/>
                  </a:rPr>
                  <a:t>a</a:t>
                </a:r>
                <a:endParaRPr lang="en-AU" i="1" dirty="0">
                  <a:ea typeface="+mn-ea"/>
                  <a:cs typeface="+mn-cs"/>
                </a:endParaRPr>
              </a:p>
              <a:p>
                <a:pPr fontAlgn="auto">
                  <a:spcAft>
                    <a:spcPts val="0"/>
                  </a:spcAft>
                  <a:buClr>
                    <a:schemeClr val="accent1">
                      <a:lumMod val="60000"/>
                      <a:lumOff val="40000"/>
                    </a:schemeClr>
                  </a:buClr>
                  <a:buFont typeface="Candara" pitchFamily="34" charset="0"/>
                  <a:buChar char="•"/>
                  <a:defRPr/>
                </a:pPr>
                <a:r>
                  <a:rPr lang="en-US" dirty="0">
                    <a:ea typeface="+mn-ea"/>
                    <a:cs typeface="+mn-cs"/>
                  </a:rPr>
                  <a:t>We define </a:t>
                </a:r>
                <a:r>
                  <a:rPr lang="en-US" i="1" dirty="0">
                    <a:ea typeface="+mn-ea"/>
                    <a:cs typeface="+mn-cs"/>
                  </a:rPr>
                  <a:t>a</a:t>
                </a:r>
                <a:r>
                  <a:rPr lang="en-US" i="1" baseline="30000" dirty="0">
                    <a:ea typeface="+mn-ea"/>
                    <a:cs typeface="+mn-cs"/>
                  </a:rPr>
                  <a:t>0</a:t>
                </a:r>
                <a:r>
                  <a:rPr lang="en-US" i="1" dirty="0">
                    <a:ea typeface="+mn-ea"/>
                    <a:cs typeface="+mn-cs"/>
                  </a:rPr>
                  <a:t> =  e </a:t>
                </a:r>
                <a:r>
                  <a:rPr lang="en-US" dirty="0">
                    <a:ea typeface="+mn-ea"/>
                    <a:cs typeface="+mn-cs"/>
                  </a:rPr>
                  <a:t>as the identity element, and </a:t>
                </a:r>
                <a:r>
                  <a:rPr lang="en-US" i="1" dirty="0">
                    <a:ea typeface="+mn-ea"/>
                    <a:cs typeface="+mn-cs"/>
                  </a:rPr>
                  <a:t>a</a:t>
                </a:r>
                <a:r>
                  <a:rPr lang="en-US" i="1" baseline="30000" dirty="0">
                    <a:ea typeface="+mn-ea"/>
                    <a:cs typeface="+mn-cs"/>
                  </a:rPr>
                  <a:t>-n</a:t>
                </a:r>
                <a:r>
                  <a:rPr lang="en-US" i="1" dirty="0">
                    <a:ea typeface="+mn-ea"/>
                    <a:cs typeface="+mn-cs"/>
                  </a:rPr>
                  <a:t> =  (a</a:t>
                </a:r>
                <a:r>
                  <a:rPr lang="en-US" baseline="30000" dirty="0">
                    <a:ea typeface="+mn-ea"/>
                    <a:cs typeface="+mn-cs"/>
                  </a:rPr>
                  <a:t>’</a:t>
                </a:r>
                <a:r>
                  <a:rPr lang="en-US" dirty="0">
                    <a:ea typeface="+mn-ea"/>
                    <a:cs typeface="+mn-cs"/>
                  </a:rPr>
                  <a:t>)</a:t>
                </a:r>
                <a:r>
                  <a:rPr lang="en-US" i="1" baseline="30000" dirty="0">
                    <a:ea typeface="+mn-ea"/>
                    <a:cs typeface="+mn-cs"/>
                  </a:rPr>
                  <a:t>n</a:t>
                </a:r>
                <a:r>
                  <a:rPr lang="en-US" dirty="0">
                    <a:ea typeface="+mn-ea"/>
                    <a:cs typeface="+mn-cs"/>
                  </a:rPr>
                  <a:t> , where </a:t>
                </a:r>
                <a:r>
                  <a:rPr lang="en-US" i="1" dirty="0">
                    <a:ea typeface="+mn-ea"/>
                    <a:cs typeface="+mn-cs"/>
                  </a:rPr>
                  <a:t>a</a:t>
                </a:r>
                <a:r>
                  <a:rPr lang="en-US" i="1" baseline="30000" dirty="0">
                    <a:ea typeface="+mn-ea"/>
                    <a:cs typeface="+mn-cs"/>
                  </a:rPr>
                  <a:t>’</a:t>
                </a:r>
                <a:r>
                  <a:rPr lang="en-US" dirty="0">
                    <a:ea typeface="+mn-ea"/>
                    <a:cs typeface="+mn-cs"/>
                  </a:rPr>
                  <a:t> is the inverse element of </a:t>
                </a:r>
                <a:r>
                  <a:rPr lang="en-US" i="1" dirty="0">
                    <a:ea typeface="+mn-ea"/>
                    <a:cs typeface="+mn-cs"/>
                  </a:rPr>
                  <a:t>a</a:t>
                </a:r>
                <a:r>
                  <a:rPr lang="en-US" dirty="0">
                    <a:ea typeface="+mn-ea"/>
                    <a:cs typeface="+mn-cs"/>
                  </a:rPr>
                  <a:t>  within the group</a:t>
                </a:r>
              </a:p>
              <a:p>
                <a:pPr fontAlgn="auto">
                  <a:spcAft>
                    <a:spcPts val="0"/>
                  </a:spcAft>
                  <a:buClr>
                    <a:schemeClr val="accent1">
                      <a:lumMod val="60000"/>
                      <a:lumOff val="40000"/>
                    </a:schemeClr>
                  </a:buClr>
                  <a:buFont typeface="Candara" pitchFamily="34" charset="0"/>
                  <a:buChar char="•"/>
                  <a:defRPr/>
                </a:pPr>
                <a:r>
                  <a:rPr lang="en-US" dirty="0">
                    <a:ea typeface="+mn-ea"/>
                    <a:cs typeface="+mn-cs"/>
                  </a:rPr>
                  <a:t>A group </a:t>
                </a:r>
                <a:r>
                  <a:rPr lang="en-US" i="1" dirty="0">
                    <a:ea typeface="+mn-ea"/>
                    <a:cs typeface="+mn-cs"/>
                  </a:rPr>
                  <a:t>G</a:t>
                </a:r>
                <a:r>
                  <a:rPr lang="en-US" dirty="0">
                    <a:ea typeface="+mn-ea"/>
                    <a:cs typeface="+mn-cs"/>
                  </a:rPr>
                  <a:t> is </a:t>
                </a:r>
                <a:r>
                  <a:rPr lang="en-US" b="1" dirty="0">
                    <a:ea typeface="+mn-ea"/>
                    <a:cs typeface="+mn-cs"/>
                  </a:rPr>
                  <a:t>cyclic</a:t>
                </a:r>
                <a:r>
                  <a:rPr lang="en-US" dirty="0">
                    <a:ea typeface="+mn-ea"/>
                    <a:cs typeface="+mn-cs"/>
                  </a:rPr>
                  <a:t> if every element of </a:t>
                </a:r>
                <a:r>
                  <a:rPr lang="en-US" i="1" dirty="0">
                    <a:ea typeface="+mn-ea"/>
                    <a:cs typeface="+mn-cs"/>
                  </a:rPr>
                  <a:t>G</a:t>
                </a:r>
                <a:r>
                  <a:rPr lang="en-US" dirty="0">
                    <a:ea typeface="+mn-ea"/>
                    <a:cs typeface="+mn-cs"/>
                  </a:rPr>
                  <a:t> is a power </a:t>
                </a:r>
                <a:r>
                  <a:rPr lang="en-US" i="1" dirty="0" err="1">
                    <a:ea typeface="+mn-ea"/>
                    <a:cs typeface="+mn-cs"/>
                  </a:rPr>
                  <a:t>a</a:t>
                </a:r>
                <a:r>
                  <a:rPr lang="en-US" i="1" baseline="30000" dirty="0" err="1">
                    <a:ea typeface="+mn-ea"/>
                    <a:cs typeface="+mn-cs"/>
                  </a:rPr>
                  <a:t>k</a:t>
                </a:r>
                <a:r>
                  <a:rPr lang="en-US" dirty="0">
                    <a:ea typeface="+mn-ea"/>
                    <a:cs typeface="+mn-cs"/>
                  </a:rPr>
                  <a:t>   (</a:t>
                </a:r>
                <a:r>
                  <a:rPr lang="en-US" i="1" dirty="0">
                    <a:ea typeface="+mn-ea"/>
                    <a:cs typeface="+mn-cs"/>
                  </a:rPr>
                  <a:t>k </a:t>
                </a:r>
                <a:r>
                  <a:rPr lang="en-US" dirty="0">
                    <a:ea typeface="+mn-ea"/>
                    <a:cs typeface="+mn-cs"/>
                  </a:rPr>
                  <a:t>is an integer) of a fixed element </a:t>
                </a:r>
                <a:r>
                  <a:rPr lang="en-US" dirty="0"/>
                  <a:t> </a:t>
                </a:r>
                <a:r>
                  <a:rPr lang="en-US" i="1" dirty="0"/>
                  <a:t>a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i="1" dirty="0"/>
                  <a:t> G</a:t>
                </a:r>
                <a:endParaRPr lang="en-US" i="1" dirty="0">
                  <a:ea typeface="+mn-ea"/>
                  <a:cs typeface="+mn-cs"/>
                </a:endParaRPr>
              </a:p>
              <a:p>
                <a:pPr fontAlgn="auto">
                  <a:spcAft>
                    <a:spcPts val="0"/>
                  </a:spcAft>
                  <a:buClr>
                    <a:schemeClr val="accent1">
                      <a:lumMod val="60000"/>
                      <a:lumOff val="40000"/>
                    </a:schemeClr>
                  </a:buClr>
                  <a:buFont typeface="Candara" pitchFamily="34" charset="0"/>
                  <a:buChar char="•"/>
                  <a:defRPr/>
                </a:pPr>
                <a:r>
                  <a:rPr lang="en-US" dirty="0">
                    <a:ea typeface="+mn-ea"/>
                    <a:cs typeface="+mn-cs"/>
                  </a:rPr>
                  <a:t>The element </a:t>
                </a:r>
                <a:r>
                  <a:rPr lang="en-US" b="1" i="1" dirty="0">
                    <a:solidFill>
                      <a:srgbClr val="FF0000"/>
                    </a:solidFill>
                    <a:ea typeface="+mn-ea"/>
                    <a:cs typeface="+mn-cs"/>
                  </a:rPr>
                  <a:t>a</a:t>
                </a:r>
                <a:r>
                  <a:rPr lang="en-US" dirty="0">
                    <a:ea typeface="+mn-ea"/>
                    <a:cs typeface="+mn-cs"/>
                  </a:rPr>
                  <a:t> is said to </a:t>
                </a:r>
                <a:r>
                  <a:rPr lang="en-US" b="1" dirty="0">
                    <a:ea typeface="+mn-ea"/>
                    <a:cs typeface="+mn-cs"/>
                  </a:rPr>
                  <a:t>generate</a:t>
                </a:r>
                <a:r>
                  <a:rPr lang="en-US" dirty="0">
                    <a:ea typeface="+mn-ea"/>
                    <a:cs typeface="+mn-cs"/>
                  </a:rPr>
                  <a:t> the group </a:t>
                </a:r>
                <a:r>
                  <a:rPr lang="en-US" i="1" dirty="0">
                    <a:ea typeface="+mn-ea"/>
                    <a:cs typeface="+mn-cs"/>
                  </a:rPr>
                  <a:t>G</a:t>
                </a:r>
                <a:r>
                  <a:rPr lang="en-US" dirty="0">
                    <a:ea typeface="+mn-ea"/>
                    <a:cs typeface="+mn-cs"/>
                  </a:rPr>
                  <a:t> or to be a </a:t>
                </a:r>
                <a:r>
                  <a:rPr lang="en-US" b="1" dirty="0">
                    <a:solidFill>
                      <a:srgbClr val="FF0000"/>
                    </a:solidFill>
                    <a:ea typeface="+mn-ea"/>
                    <a:cs typeface="+mn-cs"/>
                  </a:rPr>
                  <a:t>generator/primitive element</a:t>
                </a:r>
                <a:r>
                  <a:rPr lang="en-US" b="1" dirty="0">
                    <a:ea typeface="+mn-ea"/>
                    <a:cs typeface="+mn-cs"/>
                  </a:rPr>
                  <a:t> </a:t>
                </a:r>
                <a:r>
                  <a:rPr lang="en-US" dirty="0">
                    <a:ea typeface="+mn-ea"/>
                    <a:cs typeface="+mn-cs"/>
                  </a:rPr>
                  <a:t>of G</a:t>
                </a:r>
              </a:p>
              <a:p>
                <a:pPr fontAlgn="auto">
                  <a:spcAft>
                    <a:spcPts val="0"/>
                  </a:spcAft>
                  <a:buClr>
                    <a:schemeClr val="accent1">
                      <a:lumMod val="60000"/>
                      <a:lumOff val="40000"/>
                    </a:schemeClr>
                  </a:buClr>
                  <a:buFont typeface="Candara" pitchFamily="34" charset="0"/>
                  <a:buChar char="•"/>
                  <a:defRPr/>
                </a:pPr>
                <a:r>
                  <a:rPr lang="en-US" dirty="0">
                    <a:ea typeface="+mn-ea"/>
                    <a:cs typeface="+mn-cs"/>
                  </a:rPr>
                  <a:t>A cyclic group is always abelian and may be </a:t>
                </a:r>
                <a:r>
                  <a:rPr lang="en-US" u="sng" dirty="0">
                    <a:ea typeface="+mn-ea"/>
                    <a:cs typeface="+mn-cs"/>
                  </a:rPr>
                  <a:t>finite</a:t>
                </a:r>
                <a:r>
                  <a:rPr lang="en-US" dirty="0">
                    <a:ea typeface="+mn-ea"/>
                    <a:cs typeface="+mn-cs"/>
                  </a:rPr>
                  <a:t> or </a:t>
                </a:r>
                <a:r>
                  <a:rPr lang="en-US" u="sng" dirty="0">
                    <a:ea typeface="+mn-ea"/>
                    <a:cs typeface="+mn-cs"/>
                  </a:rPr>
                  <a:t>infinite</a:t>
                </a:r>
                <a:endParaRPr lang="en-AU" u="sng" dirty="0"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915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6220" y="1762128"/>
                <a:ext cx="10094382" cy="4638675"/>
              </a:xfrm>
              <a:blipFill>
                <a:blip r:embed="rId5"/>
                <a:stretch>
                  <a:fillRect l="-1384" t="-2452" r="-2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5AB7BE-C59B-70A9-1DEA-19E05FC05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2042"/>
    </mc:Choice>
    <mc:Fallback xmlns="">
      <p:transition spd="slow" advTm="192042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C62B5-D7A0-0942-A87A-DF56CC493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Geometric Description of Addition (page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CC969-A2E8-7B46-AD57-E5465CC7E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3 points on an elliptic curve lie on a straight line, their sum is O. </a:t>
            </a:r>
          </a:p>
          <a:p>
            <a:r>
              <a:rPr lang="en-US" dirty="0"/>
              <a:t>From this definition, we can define the rules of addition over an elliptic curve.</a:t>
            </a:r>
          </a:p>
          <a:p>
            <a:pPr marL="806450" lvl="1" indent="-457200">
              <a:buFont typeface="+mj-lt"/>
              <a:buAutoNum type="arabicPeriod"/>
            </a:pPr>
            <a:r>
              <a:rPr lang="en-US" sz="2400" dirty="0"/>
              <a:t>O serves as the </a:t>
            </a:r>
            <a:r>
              <a:rPr lang="en-US" sz="2400" b="1" dirty="0">
                <a:solidFill>
                  <a:srgbClr val="FF0000"/>
                </a:solidFill>
              </a:rPr>
              <a:t>additive identity</a:t>
            </a:r>
            <a:r>
              <a:rPr lang="en-US" sz="2400" dirty="0"/>
              <a:t>. Thus O = -O; for any point P on the elliptic curve, P + O = P. In what follows, we assume P ≠ O and Q ≠ O.</a:t>
            </a:r>
          </a:p>
          <a:p>
            <a:pPr marL="806450" lvl="1" indent="-457200">
              <a:buFont typeface="+mj-lt"/>
              <a:buAutoNum type="arabicPeriod"/>
            </a:pPr>
            <a:endParaRPr lang="en-US" sz="2400" dirty="0"/>
          </a:p>
          <a:p>
            <a:pPr marL="806450" lvl="1" indent="-457200">
              <a:buFont typeface="+mj-lt"/>
              <a:buAutoNum type="arabicPeriod"/>
            </a:pPr>
            <a:r>
              <a:rPr lang="en-US" sz="2400" dirty="0"/>
              <a:t>The negative of a point P is the point with the same x coordinate but the negative of the y coordinate; that is, if P = (x, y), then -P = (x, -y). Note that these two points can be joined by a vertical line, </a:t>
            </a:r>
          </a:p>
          <a:p>
            <a:pPr marL="1155700" lvl="2" indent="-457200"/>
            <a:r>
              <a:rPr lang="en-US" sz="2200" dirty="0"/>
              <a:t>P + (-P) = P - P = O.</a:t>
            </a:r>
            <a:endParaRPr lang="en-US" sz="2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77E5B0-494A-4E37-BD48-19FF3DAA6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11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9518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3504"/>
    </mc:Choice>
    <mc:Fallback xmlns="">
      <p:transition spd="slow" advTm="2535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C62B5-D7A0-0942-A87A-DF56CC493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Geometric Description of Addition (page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CC969-A2E8-7B46-AD57-E5465CC7E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3 points on an elliptic curve lie on a straight line, their sum is O. </a:t>
            </a:r>
          </a:p>
          <a:p>
            <a:r>
              <a:rPr lang="en-US" dirty="0"/>
              <a:t>From this definition, we can define the rules of addition over an elliptic curve.</a:t>
            </a:r>
          </a:p>
          <a:p>
            <a:pPr marL="806450" lvl="1" indent="-457200">
              <a:buFont typeface="+mj-lt"/>
              <a:buAutoNum type="arabicPeriod" startAt="3"/>
            </a:pPr>
            <a:endParaRPr lang="en-US" sz="2400" dirty="0"/>
          </a:p>
          <a:p>
            <a:pPr marL="806450" lvl="1" indent="-457200">
              <a:buFont typeface="+mj-lt"/>
              <a:buAutoNum type="arabicPeriod" startAt="3"/>
            </a:pPr>
            <a:r>
              <a:rPr lang="en-US" sz="2000" dirty="0"/>
              <a:t>To add two points P and Q with different x coordinates, draw a straight line between them and find the </a:t>
            </a:r>
            <a:r>
              <a:rPr lang="en-US" sz="2000" b="1" dirty="0"/>
              <a:t>third point of intersection R</a:t>
            </a:r>
            <a:r>
              <a:rPr lang="en-US" sz="2000" dirty="0"/>
              <a:t>, which is a unique point. To form a group structure, we need to define addition on these three points: P + Q = -R. That is, we define P + Q to be the mirror image (with respect to the x axis) of the third point of intersection.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FF1AA3D-EC0D-BA62-BBFA-C7A521C58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12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86138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898"/>
    </mc:Choice>
    <mc:Fallback xmlns="">
      <p:transition spd="slow" advTm="1018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C62B5-D7A0-0942-A87A-DF56CC493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Geometric Description of Addition (page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CC969-A2E8-7B46-AD57-E5465CC7E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If 3 points on an elliptic curve lie on a straight line, their sum is O. </a:t>
            </a:r>
          </a:p>
          <a:p>
            <a:r>
              <a:rPr lang="en-US" sz="2400" dirty="0"/>
              <a:t>From this definition, we can define the rules of addition over an elliptic curve.</a:t>
            </a:r>
          </a:p>
          <a:p>
            <a:pPr marL="806450" lvl="1" indent="-457200">
              <a:buFont typeface="+mj-lt"/>
              <a:buAutoNum type="arabicPeriod" startAt="4"/>
            </a:pPr>
            <a:r>
              <a:rPr lang="en-US" sz="2400" dirty="0"/>
              <a:t>The geometric interpretation of the preceding item also applies to two points, P and -P, with the same x coordinate. The points are joined by a vertical line, which can be viewed as also intersecting the curve at the infinity point. We therefore have P + (-P) = O.</a:t>
            </a:r>
          </a:p>
          <a:p>
            <a:pPr marL="806450" lvl="1" indent="-457200">
              <a:buFont typeface="+mj-lt"/>
              <a:buAutoNum type="arabicPeriod" startAt="5"/>
            </a:pPr>
            <a:r>
              <a:rPr lang="en-US" sz="2400" dirty="0"/>
              <a:t>To double a point Q, draw the tangent line and find the other point of intersection S. Then Q + Q = 2Q = -S.</a:t>
            </a:r>
            <a:endParaRPr lang="en-US" sz="22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67441F-9C68-9815-AEE9-5034FD87A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13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9176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9178"/>
    </mc:Choice>
    <mc:Fallback xmlns="">
      <p:transition spd="slow" advTm="1591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963A3-5E68-4848-92F7-6CD46FC88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Algebraic Description of Addition (page 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9A3C7-0A47-8D4A-8DB0-555D63DAE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two distinct points, P = (</a:t>
            </a:r>
            <a:r>
              <a:rPr lang="en-US" dirty="0" err="1"/>
              <a:t>x</a:t>
            </a:r>
            <a:r>
              <a:rPr lang="en-US" baseline="-25000" dirty="0" err="1"/>
              <a:t>P</a:t>
            </a:r>
            <a:r>
              <a:rPr lang="en-US" dirty="0"/>
              <a:t>, </a:t>
            </a:r>
            <a:r>
              <a:rPr lang="en-US" dirty="0" err="1"/>
              <a:t>y</a:t>
            </a:r>
            <a:r>
              <a:rPr lang="en-US" baseline="-25000" dirty="0" err="1"/>
              <a:t>P</a:t>
            </a:r>
            <a:r>
              <a:rPr lang="en-US" dirty="0"/>
              <a:t>) and Q = (</a:t>
            </a:r>
            <a:r>
              <a:rPr lang="en-US" dirty="0" err="1"/>
              <a:t>x</a:t>
            </a:r>
            <a:r>
              <a:rPr lang="en-US" baseline="-25000" dirty="0" err="1"/>
              <a:t>Q</a:t>
            </a:r>
            <a:r>
              <a:rPr lang="en-US" dirty="0"/>
              <a:t>, </a:t>
            </a:r>
            <a:r>
              <a:rPr lang="en-US" dirty="0" err="1"/>
              <a:t>y</a:t>
            </a:r>
            <a:r>
              <a:rPr lang="en-US" baseline="-25000" dirty="0" err="1"/>
              <a:t>Q</a:t>
            </a:r>
            <a:r>
              <a:rPr lang="en-US" dirty="0"/>
              <a:t>), that are not negatives of each other, the slope of the line l that joins them is ∆ = (</a:t>
            </a:r>
            <a:r>
              <a:rPr lang="en-US" dirty="0" err="1"/>
              <a:t>y</a:t>
            </a:r>
            <a:r>
              <a:rPr lang="en-US" baseline="-25000" dirty="0" err="1"/>
              <a:t>Q</a:t>
            </a:r>
            <a:r>
              <a:rPr lang="en-US" dirty="0"/>
              <a:t> - </a:t>
            </a:r>
            <a:r>
              <a:rPr lang="en-US" dirty="0" err="1"/>
              <a:t>y</a:t>
            </a:r>
            <a:r>
              <a:rPr lang="en-US" baseline="-25000" dirty="0" err="1"/>
              <a:t>P</a:t>
            </a:r>
            <a:r>
              <a:rPr lang="en-US" dirty="0"/>
              <a:t>)/(</a:t>
            </a:r>
            <a:r>
              <a:rPr lang="en-US" dirty="0" err="1"/>
              <a:t>x</a:t>
            </a:r>
            <a:r>
              <a:rPr lang="en-US" baseline="-25000" dirty="0" err="1"/>
              <a:t>Q</a:t>
            </a:r>
            <a:r>
              <a:rPr lang="en-US" dirty="0"/>
              <a:t> - </a:t>
            </a:r>
            <a:r>
              <a:rPr lang="en-US" dirty="0" err="1"/>
              <a:t>x</a:t>
            </a:r>
            <a:r>
              <a:rPr lang="en-US" baseline="-25000" dirty="0" err="1"/>
              <a:t>P</a:t>
            </a:r>
            <a:r>
              <a:rPr lang="en-US" dirty="0"/>
              <a:t>). </a:t>
            </a:r>
          </a:p>
          <a:p>
            <a:endParaRPr lang="en-US" dirty="0"/>
          </a:p>
          <a:p>
            <a:r>
              <a:rPr lang="en-US" dirty="0"/>
              <a:t>There is exactly one other point where l intersects the elliptic curve, and that is the </a:t>
            </a:r>
            <a:r>
              <a:rPr lang="en-US" b="1" u="sng" dirty="0"/>
              <a:t>negative of </a:t>
            </a:r>
            <a:r>
              <a:rPr lang="en-US" dirty="0"/>
              <a:t>the sum of P and Q. After some algebraic manipulation, we can express the sum R = P + Q as</a:t>
            </a:r>
          </a:p>
        </p:txBody>
      </p:sp>
      <p:pic>
        <p:nvPicPr>
          <p:cNvPr id="6" name="Picture 5" descr="A mathematical formula displaying two equations with variables \(x_R\), \(y_R\), \Delta, \(x_P\), \(x_Q\), and \(y_P\). The equations express \(x_R\) as \(\Delta^2 - x_P - x_Q\) and \(y_R\) as \(-y_P + \Delta(x_P - x_R)\).">
            <a:extLst>
              <a:ext uri="{FF2B5EF4-FFF2-40B4-BE49-F238E27FC236}">
                <a16:creationId xmlns:a16="http://schemas.microsoft.com/office/drawing/2014/main" id="{24CFE5A4-7204-7D4B-83EA-C7EBB6939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946" y="5013176"/>
            <a:ext cx="3644108" cy="103837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C9E04-4903-D892-1AF2-5A3837D2F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14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4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8080"/>
    </mc:Choice>
    <mc:Fallback xmlns="">
      <p:transition spd="slow" advTm="1180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963A3-5E68-4848-92F7-6CD46FC88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Algebraic Description of Addition (page 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9A3C7-0A47-8D4A-8DB0-555D63DAE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two distinct points, P = (</a:t>
            </a:r>
            <a:r>
              <a:rPr lang="en-US" dirty="0" err="1"/>
              <a:t>x</a:t>
            </a:r>
            <a:r>
              <a:rPr lang="en-US" baseline="-25000" dirty="0" err="1"/>
              <a:t>P</a:t>
            </a:r>
            <a:r>
              <a:rPr lang="en-US" dirty="0"/>
              <a:t>, </a:t>
            </a:r>
            <a:r>
              <a:rPr lang="en-US" dirty="0" err="1"/>
              <a:t>y</a:t>
            </a:r>
            <a:r>
              <a:rPr lang="en-US" baseline="-25000" dirty="0" err="1"/>
              <a:t>P</a:t>
            </a:r>
            <a:r>
              <a:rPr lang="en-US" dirty="0"/>
              <a:t>) and Q = (</a:t>
            </a:r>
            <a:r>
              <a:rPr lang="en-US" dirty="0" err="1"/>
              <a:t>x</a:t>
            </a:r>
            <a:r>
              <a:rPr lang="en-US" baseline="-25000" dirty="0" err="1"/>
              <a:t>Q</a:t>
            </a:r>
            <a:r>
              <a:rPr lang="en-US" dirty="0"/>
              <a:t>, </a:t>
            </a:r>
            <a:r>
              <a:rPr lang="en-US" dirty="0" err="1"/>
              <a:t>y</a:t>
            </a:r>
            <a:r>
              <a:rPr lang="en-US" baseline="-25000" dirty="0" err="1"/>
              <a:t>Q</a:t>
            </a:r>
            <a:r>
              <a:rPr lang="en-US" dirty="0"/>
              <a:t>), that are not negatives of each other, the slope of the line l that joins them is ∆ = (</a:t>
            </a:r>
            <a:r>
              <a:rPr lang="en-US" dirty="0" err="1"/>
              <a:t>y</a:t>
            </a:r>
            <a:r>
              <a:rPr lang="en-US" baseline="-25000" dirty="0" err="1"/>
              <a:t>Q</a:t>
            </a:r>
            <a:r>
              <a:rPr lang="en-US" dirty="0"/>
              <a:t> - </a:t>
            </a:r>
            <a:r>
              <a:rPr lang="en-US" dirty="0" err="1"/>
              <a:t>y</a:t>
            </a:r>
            <a:r>
              <a:rPr lang="en-US" baseline="-25000" dirty="0" err="1"/>
              <a:t>P</a:t>
            </a:r>
            <a:r>
              <a:rPr lang="en-US" dirty="0"/>
              <a:t>)/(</a:t>
            </a:r>
            <a:r>
              <a:rPr lang="en-US" dirty="0" err="1"/>
              <a:t>x</a:t>
            </a:r>
            <a:r>
              <a:rPr lang="en-US" baseline="-25000" dirty="0" err="1"/>
              <a:t>Q</a:t>
            </a:r>
            <a:r>
              <a:rPr lang="en-US" dirty="0"/>
              <a:t> - </a:t>
            </a:r>
            <a:r>
              <a:rPr lang="en-US" dirty="0" err="1"/>
              <a:t>x</a:t>
            </a:r>
            <a:r>
              <a:rPr lang="en-US" baseline="-25000" dirty="0" err="1"/>
              <a:t>P</a:t>
            </a:r>
            <a:r>
              <a:rPr lang="en-US" dirty="0"/>
              <a:t>). </a:t>
            </a:r>
          </a:p>
          <a:p>
            <a:r>
              <a:rPr lang="en-US" dirty="0"/>
              <a:t>We also need to be able to add a point to itself: P + P = 2P = R, When </a:t>
            </a:r>
            <a:r>
              <a:rPr lang="en-US" dirty="0" err="1"/>
              <a:t>y</a:t>
            </a:r>
            <a:r>
              <a:rPr lang="en-US" baseline="-25000" dirty="0" err="1"/>
              <a:t>P</a:t>
            </a:r>
            <a:r>
              <a:rPr lang="en-US" dirty="0"/>
              <a:t> ≠ 0,</a:t>
            </a:r>
          </a:p>
        </p:txBody>
      </p:sp>
      <p:pic>
        <p:nvPicPr>
          <p:cNvPr id="7" name="Picture 6" descr="Mathematical equations showing expressions for \(x_R\) and \(y_R\) in terms of variables \(x_P\), \(y_P\), and constant \(a\). Equations involve squared terms, fractions, and subtraction, indicating a relationship between coordinates in a geometric or algebraic context.">
            <a:extLst>
              <a:ext uri="{FF2B5EF4-FFF2-40B4-BE49-F238E27FC236}">
                <a16:creationId xmlns:a16="http://schemas.microsoft.com/office/drawing/2014/main" id="{6B9FFF9F-86DB-4A4C-9258-F53369771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959" y="4187727"/>
            <a:ext cx="4776900" cy="2016224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2CA5A14-31C9-640A-341F-C981482DA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15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7104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509"/>
    </mc:Choice>
    <mc:Fallback xmlns="">
      <p:transition spd="slow" advTm="1115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963A3-5E68-4848-92F7-6CD46FC88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Algebraic Description of Addition (page 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9A3C7-0A47-8D4A-8DB0-555D63DAE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sz="2400" dirty="0"/>
              <a:t>For two distinct points, P = (</a:t>
            </a:r>
            <a:r>
              <a:rPr lang="en-US" sz="2400" dirty="0" err="1"/>
              <a:t>x</a:t>
            </a:r>
            <a:r>
              <a:rPr lang="en-US" sz="2400" baseline="-25000" dirty="0" err="1"/>
              <a:t>P</a:t>
            </a:r>
            <a:r>
              <a:rPr lang="en-US" sz="2400" dirty="0"/>
              <a:t>, </a:t>
            </a:r>
            <a:r>
              <a:rPr lang="en-US" sz="2400" dirty="0" err="1"/>
              <a:t>y</a:t>
            </a:r>
            <a:r>
              <a:rPr lang="en-US" sz="2400" baseline="-25000" dirty="0" err="1"/>
              <a:t>P</a:t>
            </a:r>
            <a:r>
              <a:rPr lang="en-US" sz="2400" dirty="0"/>
              <a:t>) and Q = (</a:t>
            </a:r>
            <a:r>
              <a:rPr lang="en-US" sz="2400" dirty="0" err="1"/>
              <a:t>x</a:t>
            </a:r>
            <a:r>
              <a:rPr lang="en-US" sz="2400" baseline="-25000" dirty="0" err="1"/>
              <a:t>Q</a:t>
            </a:r>
            <a:r>
              <a:rPr lang="en-US" sz="2400" dirty="0"/>
              <a:t>, </a:t>
            </a:r>
            <a:r>
              <a:rPr lang="en-US" sz="2400" dirty="0" err="1"/>
              <a:t>y</a:t>
            </a:r>
            <a:r>
              <a:rPr lang="en-US" sz="2400" baseline="-25000" dirty="0" err="1"/>
              <a:t>Q</a:t>
            </a:r>
            <a:r>
              <a:rPr lang="en-US" sz="2400" dirty="0"/>
              <a:t>), that are not negatives of each other, the slope of the line l that joins them is ∆ = (</a:t>
            </a:r>
            <a:r>
              <a:rPr lang="en-US" sz="2400" dirty="0" err="1"/>
              <a:t>y</a:t>
            </a:r>
            <a:r>
              <a:rPr lang="en-US" sz="2400" baseline="-25000" dirty="0" err="1"/>
              <a:t>Q</a:t>
            </a:r>
            <a:r>
              <a:rPr lang="en-US" sz="2400" dirty="0"/>
              <a:t> - </a:t>
            </a:r>
            <a:r>
              <a:rPr lang="en-US" sz="2400" dirty="0" err="1"/>
              <a:t>y</a:t>
            </a:r>
            <a:r>
              <a:rPr lang="en-US" sz="2400" baseline="-25000" dirty="0" err="1"/>
              <a:t>P</a:t>
            </a:r>
            <a:r>
              <a:rPr lang="en-US" sz="2400" dirty="0"/>
              <a:t>)/(</a:t>
            </a:r>
            <a:r>
              <a:rPr lang="en-US" sz="2400" dirty="0" err="1"/>
              <a:t>x</a:t>
            </a:r>
            <a:r>
              <a:rPr lang="en-US" sz="2400" baseline="-25000" dirty="0" err="1"/>
              <a:t>Q</a:t>
            </a:r>
            <a:r>
              <a:rPr lang="en-US" sz="2400" dirty="0"/>
              <a:t> - </a:t>
            </a:r>
            <a:r>
              <a:rPr lang="en-US" sz="2400" dirty="0" err="1"/>
              <a:t>x</a:t>
            </a:r>
            <a:r>
              <a:rPr lang="en-US" sz="2400" baseline="-25000" dirty="0" err="1"/>
              <a:t>P</a:t>
            </a:r>
            <a:r>
              <a:rPr lang="en-US" sz="2400" dirty="0"/>
              <a:t>). 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There is exactly one other point where l intersects the elliptic curve, and that is the </a:t>
            </a:r>
            <a:r>
              <a:rPr lang="en-US" sz="2400" b="1" u="sng" dirty="0"/>
              <a:t>negative of </a:t>
            </a:r>
            <a:r>
              <a:rPr lang="en-US" sz="2400" dirty="0"/>
              <a:t>the sum of P and Q. After some algebraic manipulation, we can express the sum R = P + Q as</a:t>
            </a:r>
          </a:p>
          <a:p>
            <a:pPr>
              <a:spcBef>
                <a:spcPts val="600"/>
              </a:spcBef>
            </a:pPr>
            <a:endParaRPr lang="en-US" sz="2400" dirty="0"/>
          </a:p>
          <a:p>
            <a:pPr>
              <a:spcBef>
                <a:spcPts val="600"/>
              </a:spcBef>
            </a:pPr>
            <a:endParaRPr lang="en-US" sz="2400" dirty="0"/>
          </a:p>
          <a:p>
            <a:pPr>
              <a:spcBef>
                <a:spcPts val="600"/>
              </a:spcBef>
            </a:pPr>
            <a:endParaRPr lang="en-US" sz="1800" dirty="0"/>
          </a:p>
          <a:p>
            <a:pPr>
              <a:spcBef>
                <a:spcPts val="600"/>
              </a:spcBef>
            </a:pPr>
            <a:r>
              <a:rPr lang="en-US" sz="2400" dirty="0"/>
              <a:t>We also need to be able to add a point to itself: P + P = 2P = R, When </a:t>
            </a:r>
            <a:r>
              <a:rPr lang="en-US" sz="2400" dirty="0" err="1"/>
              <a:t>y</a:t>
            </a:r>
            <a:r>
              <a:rPr lang="en-US" sz="2400" baseline="-25000" dirty="0" err="1"/>
              <a:t>P</a:t>
            </a:r>
            <a:r>
              <a:rPr lang="en-US" sz="2400" dirty="0"/>
              <a:t> ≠ 0,</a:t>
            </a:r>
          </a:p>
          <a:p>
            <a:pPr>
              <a:spcBef>
                <a:spcPts val="600"/>
              </a:spcBef>
            </a:pPr>
            <a:endParaRPr lang="en-US" sz="2400" dirty="0"/>
          </a:p>
        </p:txBody>
      </p:sp>
      <p:pic>
        <p:nvPicPr>
          <p:cNvPr id="6" name="Picture 5" descr="A mathematical formula showing two equations with variables x_R and y_R expressed in terms of Δ, x_P, x_Q, and y_P. The equations involve squared terms, subtraction, and multiplication, likely representing coordinate transformations or geometric relationships.">
            <a:extLst>
              <a:ext uri="{FF2B5EF4-FFF2-40B4-BE49-F238E27FC236}">
                <a16:creationId xmlns:a16="http://schemas.microsoft.com/office/drawing/2014/main" id="{24CFE5A4-7204-7D4B-83EA-C7EBB6939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109" y="3764070"/>
            <a:ext cx="3396085" cy="967702"/>
          </a:xfrm>
          <a:prstGeom prst="rect">
            <a:avLst/>
          </a:prstGeom>
        </p:spPr>
      </p:pic>
      <p:pic>
        <p:nvPicPr>
          <p:cNvPr id="7" name="Picture 6" descr="A mathematical formula image displaying two equations for x_R and y_R involving variables x_P, y_P, and a. Equations include squared terms, fractions, and subtraction operations, indicating a relationship between coordinates or points in a geometric or algebraic context.">
            <a:extLst>
              <a:ext uri="{FF2B5EF4-FFF2-40B4-BE49-F238E27FC236}">
                <a16:creationId xmlns:a16="http://schemas.microsoft.com/office/drawing/2014/main" id="{7BA86CE7-920D-C640-9BB3-0B0A2D5A2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542" y="5060085"/>
            <a:ext cx="3965217" cy="16736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75237E-EE17-4D47-985E-E3701FAD64E7}"/>
              </a:ext>
            </a:extLst>
          </p:cNvPr>
          <p:cNvSpPr txBox="1"/>
          <p:nvPr/>
        </p:nvSpPr>
        <p:spPr>
          <a:xfrm>
            <a:off x="8328248" y="5573734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mod 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38F8E0-E91C-1944-95AB-DBD1DEA603D6}"/>
              </a:ext>
            </a:extLst>
          </p:cNvPr>
          <p:cNvSpPr txBox="1"/>
          <p:nvPr/>
        </p:nvSpPr>
        <p:spPr>
          <a:xfrm>
            <a:off x="8040216" y="3874264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mod p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9C09F6A-F028-13BF-79DF-667383C62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79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9211"/>
    </mc:Choice>
    <mc:Fallback xmlns="">
      <p:transition spd="slow" advTm="14921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6D2F7-C228-7345-A7CA-A7EA10E0C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Elliptic Curve over </a:t>
            </a:r>
            <a:r>
              <a:rPr lang="en-US" dirty="0" err="1"/>
              <a:t>Z</a:t>
            </a:r>
            <a:r>
              <a:rPr lang="en-US" baseline="-25000" dirty="0" err="1"/>
              <a:t>p</a:t>
            </a:r>
            <a:br>
              <a:rPr lang="en-US" baseline="-25000" dirty="0"/>
            </a:br>
            <a:r>
              <a:rPr lang="en-US" dirty="0"/>
              <a:t>Addition Example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25A055-A1E9-A941-9EEF-C863ACF177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P=(3,10) and Q=(9,7) in E</a:t>
                </a:r>
                <a:r>
                  <a:rPr lang="en-US" baseline="-25000" dirty="0"/>
                  <a:t>23</a:t>
                </a:r>
                <a:r>
                  <a:rPr lang="en-US" dirty="0"/>
                  <a:t>(1,1), what is P+Q?</a:t>
                </a: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7−10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9−3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23=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23=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23=11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−3−9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23=109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23=17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3−17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23=−164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23=20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Therefore, P+Q = (17, 20).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25A055-A1E9-A941-9EEF-C863ACF177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384" t="-17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photograph showing two handwritten mathematical equations involving variables x_R, y_R, Δ, x_P, y_P, and x_Q. The equations express x_R as Δ squared minus x_P minus x_Q, and y_R as negative y_P plus Δ times the difference between x_P and x_R.">
            <a:extLst>
              <a:ext uri="{FF2B5EF4-FFF2-40B4-BE49-F238E27FC236}">
                <a16:creationId xmlns:a16="http://schemas.microsoft.com/office/drawing/2014/main" id="{8A1AF39C-0517-33C0-5916-F5F9DF98D3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344" y="5720100"/>
            <a:ext cx="3396085" cy="9677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357065-4097-008E-5B07-E4BCFF0F604B}"/>
              </a:ext>
            </a:extLst>
          </p:cNvPr>
          <p:cNvSpPr txBox="1"/>
          <p:nvPr/>
        </p:nvSpPr>
        <p:spPr>
          <a:xfrm>
            <a:off x="3081119" y="5804356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mod 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5C54B-8CB4-103A-2FE1-3325CEE91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17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2568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3418"/>
    </mc:Choice>
    <mc:Fallback xmlns="">
      <p:transition spd="slow" advTm="65341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  <p:extLst>
    <p:ext uri="{3A86A75C-4F4B-4683-9AE1-C65F6400EC91}">
      <p14:laserTraceLst xmlns:p14="http://schemas.microsoft.com/office/powerpoint/2010/main">
        <p14:tracePtLst>
          <p14:tracePt t="1541" x="9096375" y="1020763"/>
          <p14:tracePt t="1552" x="8974138" y="1196975"/>
          <p14:tracePt t="1562" x="8783638" y="1509713"/>
          <p14:tracePt t="1574" x="8593138" y="1863725"/>
          <p14:tracePt t="1585" x="8450263" y="2109788"/>
          <p14:tracePt t="1596" x="8205788" y="2476500"/>
          <p14:tracePt t="1607" x="8048625" y="2720975"/>
          <p14:tracePt t="1618" x="7851775" y="3054350"/>
          <p14:tracePt t="1630" x="7681913" y="3348038"/>
          <p14:tracePt t="1641" x="7586663" y="3503613"/>
          <p14:tracePt t="1652" x="7462838" y="3700463"/>
          <p14:tracePt t="1664" x="7381875" y="3843338"/>
          <p14:tracePt t="1678" x="7340600" y="3911600"/>
          <p14:tracePt t="1689" x="7319963" y="3979863"/>
          <p14:tracePt t="1698" x="7307263" y="4014788"/>
          <p14:tracePt t="1712" x="7307263" y="4048125"/>
          <p14:tracePt t="1722" x="7292975" y="4054475"/>
          <p14:tracePt t="1735" x="7286625" y="4054475"/>
          <p14:tracePt t="2811" x="7286625" y="4048125"/>
          <p14:tracePt t="2844" x="7272338" y="4033838"/>
          <p14:tracePt t="2856" x="7253288" y="4021138"/>
          <p14:tracePt t="2867" x="7218363" y="4014788"/>
          <p14:tracePt t="2880" x="7197725" y="3994150"/>
          <p14:tracePt t="2891" x="7170738" y="3979863"/>
          <p14:tracePt t="2901" x="7150100" y="3967163"/>
          <p14:tracePt t="2916" x="7129463" y="3959225"/>
          <p14:tracePt t="2924" x="7096125" y="3932238"/>
          <p14:tracePt t="2935" x="7075488" y="3925888"/>
          <p14:tracePt t="2949" x="7042150" y="3911600"/>
          <p14:tracePt t="2959" x="6994525" y="3890963"/>
          <p14:tracePt t="2969" x="6919913" y="3857625"/>
          <p14:tracePt t="2982" x="6816725" y="3836988"/>
          <p14:tracePt t="2992" x="6673850" y="3789363"/>
          <p14:tracePt t="3002" x="6538913" y="3768725"/>
          <p14:tracePt t="3015" x="6327775" y="3721100"/>
          <p14:tracePt t="3025" x="6081713" y="3700463"/>
          <p14:tracePt t="3037" x="5783263" y="3681413"/>
          <p14:tracePt t="3048" x="5565775" y="3667125"/>
          <p14:tracePt t="3058" x="5238750" y="3667125"/>
          <p14:tracePt t="3092" x="4938713" y="3667125"/>
          <p14:tracePt t="3097" x="4694238" y="3700463"/>
          <p14:tracePt t="3106" x="4476750" y="3756025"/>
          <p14:tracePt t="3115" x="4422775" y="3776663"/>
          <p14:tracePt t="3129" x="4387850" y="3810000"/>
          <p14:tracePt t="3139" x="4375150" y="3836988"/>
          <p14:tracePt t="3150" x="4375150" y="3871913"/>
          <p14:tracePt t="3160" x="4375150" y="3898900"/>
          <p14:tracePt t="3172" x="4387850" y="3932238"/>
          <p14:tracePt t="3183" x="4395788" y="3967163"/>
          <p14:tracePt t="3194" x="4408488" y="3994150"/>
          <p14:tracePt t="3204" x="4408488" y="4014788"/>
          <p14:tracePt t="3216" x="4408488" y="4021138"/>
          <p14:tracePt t="3744" x="4429125" y="4033838"/>
          <p14:tracePt t="3756" x="4443413" y="4033838"/>
          <p14:tracePt t="3769" x="4449763" y="4033838"/>
          <p14:tracePt t="5072" x="4429125" y="4033838"/>
          <p14:tracePt t="5083" x="4354513" y="4014788"/>
          <p14:tracePt t="5096" x="4217988" y="3967163"/>
          <p14:tracePt t="5107" x="3938588" y="3857625"/>
          <p14:tracePt t="5118" x="3605213" y="3687763"/>
          <p14:tracePt t="5130" x="3265488" y="3503613"/>
          <p14:tracePt t="5141" x="3041650" y="3367088"/>
          <p14:tracePt t="5151" x="2755900" y="3190875"/>
          <p14:tracePt t="5184" x="2490788" y="3014663"/>
          <p14:tracePt t="5188" x="2232025" y="2809875"/>
          <p14:tracePt t="5196" x="2000250" y="2613025"/>
          <p14:tracePt t="5204" x="1843088" y="2476500"/>
          <p14:tracePt t="5211" x="1673225" y="2319338"/>
          <p14:tracePt t="5222" x="1544638" y="2197100"/>
          <p14:tracePt t="5231" x="1455738" y="2136775"/>
          <p14:tracePt t="5241" x="1401763" y="2101850"/>
          <p14:tracePt t="5255" x="1366838" y="2081213"/>
          <p14:tracePt t="5266" x="1354138" y="2068513"/>
          <p14:tracePt t="5275" x="1339850" y="2068513"/>
          <p14:tracePt t="5546" x="1401763" y="2081213"/>
          <p14:tracePt t="5557" x="1443038" y="2101850"/>
          <p14:tracePt t="5567" x="1476375" y="2122488"/>
          <p14:tracePt t="5581" x="1509713" y="2143125"/>
          <p14:tracePt t="5591" x="1530350" y="2143125"/>
          <p14:tracePt t="5602" x="1544638" y="2157413"/>
          <p14:tracePt t="5612" x="1550988" y="2170113"/>
          <p14:tracePt t="5625" x="1565275" y="2170113"/>
          <p14:tracePt t="5636" x="1565275" y="2176463"/>
          <p14:tracePt t="5735" x="1577975" y="2190750"/>
          <p14:tracePt t="5758" x="1577975" y="2197100"/>
          <p14:tracePt t="5781" x="1577975" y="2211388"/>
          <p14:tracePt t="5803" x="1577975" y="2224088"/>
          <p14:tracePt t="5815" x="1565275" y="2244725"/>
          <p14:tracePt t="5826" x="1565275" y="2259013"/>
          <p14:tracePt t="5838" x="1565275" y="2265363"/>
          <p14:tracePt t="5849" x="1565275" y="2279650"/>
          <p14:tracePt t="5860" x="1577975" y="2279650"/>
          <p14:tracePt t="5882" x="1577975" y="2292350"/>
          <p14:tracePt t="5949" x="1585913" y="2279650"/>
          <p14:tracePt t="5962" x="1598613" y="2279650"/>
          <p14:tracePt t="5972" x="1612900" y="2279650"/>
          <p14:tracePt t="5995" x="1633538" y="2279650"/>
          <p14:tracePt t="6006" x="1652588" y="2279650"/>
          <p14:tracePt t="6017" x="1673225" y="2279650"/>
          <p14:tracePt t="6029" x="1700213" y="2279650"/>
          <p14:tracePt t="6040" x="1720850" y="2279650"/>
          <p14:tracePt t="6052" x="1755775" y="2292350"/>
          <p14:tracePt t="6063" x="1789113" y="2292350"/>
          <p14:tracePt t="6073" x="1824038" y="2292350"/>
          <p14:tracePt t="6085" x="1863725" y="2292350"/>
          <p14:tracePt t="6096" x="1911350" y="2292350"/>
          <p14:tracePt t="6107" x="1952625" y="2292350"/>
          <p14:tracePt t="6119" x="1985963" y="2292350"/>
          <p14:tracePt t="6131" x="2020888" y="2292350"/>
          <p14:tracePt t="6141" x="2054225" y="2292350"/>
          <p14:tracePt t="6153" x="2074863" y="2292350"/>
          <p14:tracePt t="6164" x="2109788" y="2292350"/>
          <p14:tracePt t="6175" x="2122488" y="2292350"/>
          <p14:tracePt t="6187" x="2143125" y="2292350"/>
          <p14:tracePt t="6198" x="2163763" y="2292350"/>
          <p14:tracePt t="6209" x="2190750" y="2292350"/>
          <p14:tracePt t="6231" x="2197100" y="2292350"/>
          <p14:tracePt t="6235" x="2217738" y="2292350"/>
          <p14:tracePt t="6243" x="2232025" y="2300288"/>
          <p14:tracePt t="6255" x="2252663" y="2300288"/>
          <p14:tracePt t="6266" x="2279650" y="2300288"/>
          <p14:tracePt t="6276" x="2286000" y="2300288"/>
          <p14:tracePt t="6288" x="2300288" y="2300288"/>
          <p14:tracePt t="6299" x="2306638" y="2300288"/>
          <p14:tracePt t="6354" x="2300288" y="2300288"/>
          <p14:tracePt t="6366" x="2279650" y="2300288"/>
          <p14:tracePt t="6378" x="2244725" y="2292350"/>
          <p14:tracePt t="6389" x="2190750" y="2292350"/>
          <p14:tracePt t="6400" x="2128838" y="2292350"/>
          <p14:tracePt t="6413" x="2068513" y="2292350"/>
          <p14:tracePt t="6422" x="2020888" y="2292350"/>
          <p14:tracePt t="6434" x="1966913" y="2292350"/>
          <p14:tracePt t="6446" x="1931988" y="2292350"/>
          <p14:tracePt t="6456" x="1911350" y="2292350"/>
          <p14:tracePt t="6467" x="1898650" y="2300288"/>
          <p14:tracePt t="6479" x="1878013" y="2300288"/>
          <p14:tracePt t="6490" x="1843088" y="2312988"/>
          <p14:tracePt t="6761" x="1843088" y="2300288"/>
          <p14:tracePt t="6770" x="1857375" y="2300288"/>
          <p14:tracePt t="6782" x="1863725" y="2300288"/>
          <p14:tracePt t="6793" x="1878013" y="2300288"/>
          <p14:tracePt t="6872" x="1884363" y="2300288"/>
          <p14:tracePt t="6894" x="1898650" y="2300288"/>
          <p14:tracePt t="6906" x="1931988" y="2300288"/>
          <p14:tracePt t="6917" x="1966913" y="2300288"/>
          <p14:tracePt t="6930" x="2020888" y="2300288"/>
          <p14:tracePt t="6940" x="2068513" y="2300288"/>
          <p14:tracePt t="6951" x="2157413" y="2312988"/>
          <p14:tracePt t="6963" x="2265363" y="2312988"/>
          <p14:tracePt t="6974" x="2387600" y="2319338"/>
          <p14:tracePt t="6986" x="2530475" y="2319338"/>
          <p14:tracePt t="6997" x="2633663" y="2333625"/>
          <p14:tracePt t="7009" x="2762250" y="2333625"/>
          <p14:tracePt t="7019" x="2898775" y="2333625"/>
          <p14:tracePt t="7031" x="3006725" y="2333625"/>
          <p14:tracePt t="7041" x="3074988" y="2333625"/>
          <p14:tracePt t="7053" x="3157538" y="2333625"/>
          <p14:tracePt t="7064" x="3211513" y="2333625"/>
          <p14:tracePt t="7075" x="3252788" y="2333625"/>
          <p14:tracePt t="7087" x="3271838" y="2333625"/>
          <p14:tracePt t="7177" x="3286125" y="2333625"/>
          <p14:tracePt t="7187" x="3306763" y="2333625"/>
          <p14:tracePt t="7199" x="3367088" y="2333625"/>
          <p14:tracePt t="7209" x="3455988" y="2333625"/>
          <p14:tracePt t="7222" x="3578225" y="2354263"/>
          <p14:tracePt t="7234" x="3729038" y="2366963"/>
          <p14:tracePt t="7244" x="3843338" y="2381250"/>
          <p14:tracePt t="7256" x="3986213" y="2381250"/>
          <p14:tracePt t="7277" x="4116388" y="2381250"/>
          <p14:tracePt t="7278" x="4211638" y="2381250"/>
          <p14:tracePt t="7288" x="4252913" y="2381250"/>
          <p14:tracePt t="7300" x="4271963" y="2381250"/>
          <p14:tracePt t="7344" x="4238625" y="2381250"/>
          <p14:tracePt t="7356" x="4129088" y="2381250"/>
          <p14:tracePt t="7367" x="3952875" y="2381250"/>
          <p14:tracePt t="7380" x="3741738" y="2381250"/>
          <p14:tracePt t="7390" x="3578225" y="2366963"/>
          <p14:tracePt t="7402" x="3340100" y="2366963"/>
          <p14:tracePt t="7414" x="3122613" y="2366963"/>
          <p14:tracePt t="7424" x="2932113" y="2354263"/>
          <p14:tracePt t="7436" x="2809875" y="2347913"/>
          <p14:tracePt t="7447" x="2673350" y="2333625"/>
          <p14:tracePt t="7458" x="2578100" y="2319338"/>
          <p14:tracePt t="7470" x="2517775" y="2312988"/>
          <p14:tracePt t="7481" x="2497138" y="2300288"/>
          <p14:tracePt t="7492" x="2490788" y="2300288"/>
          <p14:tracePt t="7504" x="2476500" y="2300288"/>
          <p14:tracePt t="7581" x="2462213" y="2300288"/>
          <p14:tracePt t="7592" x="2455863" y="2300288"/>
          <p14:tracePt t="7605" x="2443163" y="2300288"/>
          <p14:tracePt t="7616" x="2428875" y="2300288"/>
          <p14:tracePt t="7626" x="2401888" y="2292350"/>
          <p14:tracePt t="7639" x="2374900" y="2292350"/>
          <p14:tracePt t="7650" x="2319338" y="2279650"/>
          <p14:tracePt t="7660" x="2252663" y="2265363"/>
          <p14:tracePt t="7673" x="2190750" y="2259013"/>
          <p14:tracePt t="7684" x="2143125" y="2244725"/>
          <p14:tracePt t="7694" x="2089150" y="2232025"/>
          <p14:tracePt t="7707" x="2041525" y="2232025"/>
          <p14:tracePt t="7717" x="2006600" y="2224088"/>
          <p14:tracePt t="7727" x="1985963" y="2224088"/>
          <p14:tracePt t="7740" x="1979613" y="2211388"/>
          <p14:tracePt t="7750" x="1966913" y="2211388"/>
          <p14:tracePt t="7839" x="1966913" y="2224088"/>
          <p14:tracePt t="7851" x="1979613" y="2224088"/>
          <p14:tracePt t="7873" x="1985963" y="2224088"/>
          <p14:tracePt t="7885" x="2000250" y="2224088"/>
          <p14:tracePt t="7897" x="2020888" y="2224088"/>
          <p14:tracePt t="7907" x="2033588" y="2224088"/>
          <p14:tracePt t="7918" x="2054225" y="2224088"/>
          <p14:tracePt t="7930" x="2068513" y="2224088"/>
          <p14:tracePt t="7941" x="2074863" y="2224088"/>
          <p14:tracePt t="7953" x="2089150" y="2224088"/>
          <p14:tracePt t="7964" x="2095500" y="2224088"/>
          <p14:tracePt t="8244" x="2109788" y="2224088"/>
          <p14:tracePt t="8256" x="2109788" y="2211388"/>
          <p14:tracePt t="8267" x="2122488" y="2211388"/>
          <p14:tracePt t="8336" x="2128838" y="2211388"/>
          <p14:tracePt t="8347" x="2128838" y="2197100"/>
          <p14:tracePt t="8595" x="2128838" y="2211388"/>
          <p14:tracePt t="8616" x="2143125" y="2211388"/>
          <p14:tracePt t="8649" x="2157413" y="2211388"/>
          <p14:tracePt t="8705" x="2163763" y="2211388"/>
          <p14:tracePt t="8773" x="2176463" y="2211388"/>
          <p14:tracePt t="8874" x="2190750" y="2211388"/>
          <p14:tracePt t="8908" x="2197100" y="2211388"/>
          <p14:tracePt t="8964" x="2211388" y="2211388"/>
          <p14:tracePt t="9088" x="2211388" y="2224088"/>
          <p14:tracePt t="9122" x="2217738" y="2224088"/>
          <p14:tracePt t="9144" x="2232025" y="2224088"/>
          <p14:tracePt t="9167" x="2244725" y="2224088"/>
          <p14:tracePt t="9179" x="2265363" y="2232025"/>
          <p14:tracePt t="9189" x="2300288" y="2232025"/>
          <p14:tracePt t="9201" x="2333625" y="2232025"/>
          <p14:tracePt t="9212" x="2374900" y="2244725"/>
          <p14:tracePt t="9224" x="2443163" y="2259013"/>
          <p14:tracePt t="9236" x="2497138" y="2265363"/>
          <p14:tracePt t="9246" x="2544763" y="2279650"/>
          <p14:tracePt t="9258" x="2586038" y="2292350"/>
          <p14:tracePt t="9271" x="2598738" y="2300288"/>
          <p14:tracePt t="9280" x="2586038" y="2300288"/>
          <p14:tracePt t="9572" x="2598738" y="2300288"/>
          <p14:tracePt t="9583" x="2613025" y="2300288"/>
          <p14:tracePt t="9595" x="2633663" y="2300288"/>
          <p14:tracePt t="9606" x="2667000" y="2300288"/>
          <p14:tracePt t="9620" x="2700338" y="2300288"/>
          <p14:tracePt t="9629" x="2720975" y="2300288"/>
          <p14:tracePt t="9640" x="2762250" y="2292350"/>
          <p14:tracePt t="9653" x="2795588" y="2292350"/>
          <p14:tracePt t="9664" x="2824163" y="2292350"/>
          <p14:tracePt t="9674" x="2843213" y="2292350"/>
          <p14:tracePt t="9685" x="2878138" y="2292350"/>
          <p14:tracePt t="9698" x="2911475" y="2292350"/>
          <p14:tracePt t="9707" x="2952750" y="2292350"/>
          <p14:tracePt t="9718" x="3021013" y="2292350"/>
          <p14:tracePt t="9731" x="3074988" y="2300288"/>
          <p14:tracePt t="9741" x="3184525" y="2300288"/>
          <p14:tracePt t="9754" x="3306763" y="2312988"/>
          <p14:tracePt t="9765" x="3443288" y="2319338"/>
          <p14:tracePt t="9775" x="3544888" y="2319338"/>
          <p14:tracePt t="9788" x="3652838" y="2319338"/>
          <p14:tracePt t="9798" x="3756025" y="2333625"/>
          <p14:tracePt t="9810" x="3830638" y="2333625"/>
          <p14:tracePt t="9821" x="3878263" y="2333625"/>
          <p14:tracePt t="9831" x="3905250" y="2333625"/>
          <p14:tracePt t="9842" x="3932238" y="2333625"/>
          <p14:tracePt t="9855" x="3938588" y="2333625"/>
          <p14:tracePt t="10080" x="3952875" y="2333625"/>
          <p14:tracePt t="10101" x="3967163" y="2333625"/>
          <p14:tracePt t="10104" x="4000500" y="2347913"/>
          <p14:tracePt t="10113" x="4021138" y="2347913"/>
          <p14:tracePt t="10124" x="4062413" y="2347913"/>
          <p14:tracePt t="10136" x="4095750" y="2347913"/>
          <p14:tracePt t="10146" x="4129088" y="2347913"/>
          <p14:tracePt t="10157" x="4164013" y="2347913"/>
          <p14:tracePt t="10168" x="4184650" y="2347913"/>
          <p14:tracePt t="10180" x="4197350" y="2347913"/>
          <p14:tracePt t="10315" x="4184650" y="2347913"/>
          <p14:tracePt t="10337" x="4164013" y="2347913"/>
          <p14:tracePt t="10350" x="4116388" y="2347913"/>
          <p14:tracePt t="10641" x="4129088" y="2347913"/>
          <p14:tracePt t="10663" x="4143375" y="2347913"/>
          <p14:tracePt t="10676" x="4149725" y="2333625"/>
          <p14:tracePt t="10697" x="4164013" y="2333625"/>
          <p14:tracePt t="10708" x="4176713" y="2333625"/>
          <p14:tracePt t="10720" x="4184650" y="2333625"/>
          <p14:tracePt t="10731" x="4184650" y="2319338"/>
          <p14:tracePt t="10744" x="4197350" y="2319338"/>
          <p14:tracePt t="10754" x="4211638" y="2319338"/>
          <p14:tracePt t="10787" x="4217988" y="2319338"/>
          <p14:tracePt t="10799" x="4232275" y="2319338"/>
          <p14:tracePt t="10821" x="4238625" y="2319338"/>
          <p14:tracePt t="10843" x="4252913" y="2319338"/>
          <p14:tracePt t="10856" x="4265613" y="2319338"/>
          <p14:tracePt t="10868" x="4271963" y="2319338"/>
          <p14:tracePt t="10878" x="4286250" y="2319338"/>
          <p14:tracePt t="10911" x="4300538" y="2319338"/>
          <p14:tracePt t="10978" x="4306888" y="2333625"/>
          <p14:tracePt t="11001" x="4333875" y="2333625"/>
          <p14:tracePt t="11012" x="4354513" y="2333625"/>
          <p14:tracePt t="11025" x="4395788" y="2333625"/>
          <p14:tracePt t="11036" x="4483100" y="2347913"/>
          <p14:tracePt t="11047" x="4633913" y="2366963"/>
          <p14:tracePt t="11057" x="4762500" y="2366963"/>
          <p14:tracePt t="11069" x="4986338" y="2366963"/>
          <p14:tracePt t="11081" x="5218113" y="2381250"/>
          <p14:tracePt t="11092" x="5429250" y="2381250"/>
          <p14:tracePt t="11103" x="5565775" y="2381250"/>
          <p14:tracePt t="11113" x="5721350" y="2387600"/>
          <p14:tracePt t="11127" x="5837238" y="2387600"/>
          <p14:tracePt t="11137" x="5919788" y="2381250"/>
          <p14:tracePt t="11147" x="5959475" y="2381250"/>
          <p14:tracePt t="11160" x="5973763" y="2381250"/>
          <p14:tracePt t="11171" x="5953125" y="2366963"/>
          <p14:tracePt t="11385" x="5959475" y="2366963"/>
          <p14:tracePt t="11428" x="5973763" y="2366963"/>
          <p14:tracePt t="11440" x="5973763" y="2354263"/>
          <p14:tracePt t="11451" x="5986463" y="2347913"/>
          <p14:tracePt t="11473" x="5994400" y="2319338"/>
          <p14:tracePt t="11476" x="6021388" y="2300288"/>
          <p14:tracePt t="11487" x="6021388" y="2259013"/>
          <p14:tracePt t="11496" x="6021388" y="2211388"/>
          <p14:tracePt t="11508" x="6021388" y="2122488"/>
          <p14:tracePt t="11520" x="6007100" y="2047875"/>
          <p14:tracePt t="11531" x="5986463" y="1985963"/>
          <p14:tracePt t="11541" x="5953125" y="1931988"/>
          <p14:tracePt t="11555" x="5905500" y="1911350"/>
          <p14:tracePt t="11564" x="5837238" y="1863725"/>
          <p14:tracePt t="11577" x="5748338" y="1836738"/>
          <p14:tracePt t="11588" x="5661025" y="1803400"/>
          <p14:tracePt t="11598" x="5518150" y="1776413"/>
          <p14:tracePt t="11610" x="5360988" y="1768475"/>
          <p14:tracePt t="11622" x="5238750" y="1768475"/>
          <p14:tracePt t="11631" x="5075238" y="1776413"/>
          <p14:tracePt t="11644" x="4973638" y="1803400"/>
          <p14:tracePt t="11656" x="4864100" y="1836738"/>
          <p14:tracePt t="11665" x="4795838" y="1878013"/>
          <p14:tracePt t="11678" x="4762500" y="1898650"/>
          <p14:tracePt t="11690" x="4756150" y="1946275"/>
          <p14:tracePt t="11700" x="4741863" y="1966913"/>
          <p14:tracePt t="11712" x="4756150" y="2014538"/>
          <p14:tracePt t="11723" x="4776788" y="2054225"/>
          <p14:tracePt t="11733" x="4816475" y="2089150"/>
          <p14:tracePt t="11746" x="4905375" y="2143125"/>
          <p14:tracePt t="11757" x="5006975" y="2197100"/>
          <p14:tracePt t="11766" x="5081588" y="2224088"/>
          <p14:tracePt t="11780" x="5184775" y="2244725"/>
          <p14:tracePt t="11791" x="5253038" y="2244725"/>
          <p14:tracePt t="11800" x="5327650" y="2232025"/>
          <p14:tracePt t="11812" x="5408613" y="2211388"/>
          <p14:tracePt t="11823" x="5443538" y="2190750"/>
          <p14:tracePt t="11833" x="5476875" y="2143125"/>
          <p14:tracePt t="11845" x="5483225" y="2109788"/>
          <p14:tracePt t="11857" x="5483225" y="2054225"/>
          <p14:tracePt t="11867" x="5476875" y="1985963"/>
          <p14:tracePt t="11879" x="5449888" y="1958975"/>
          <p14:tracePt t="11892" x="5395913" y="1898650"/>
          <p14:tracePt t="11901" x="5375275" y="1878013"/>
          <p14:tracePt t="11913" x="5319713" y="1857375"/>
          <p14:tracePt t="11925" x="5272088" y="1857375"/>
          <p14:tracePt t="11935" x="5238750" y="1857375"/>
          <p14:tracePt t="11947" x="5197475" y="1878013"/>
          <p14:tracePt t="11958" x="5164138" y="1911350"/>
          <p14:tracePt t="11969" x="5149850" y="1946275"/>
          <p14:tracePt t="11981" x="5143500" y="1985963"/>
          <p14:tracePt t="11992" x="5143500" y="2033588"/>
          <p14:tracePt t="12004" x="5164138" y="2089150"/>
          <p14:tracePt t="12014" x="5205413" y="2143125"/>
          <p14:tracePt t="12025" x="5253038" y="2176463"/>
          <p14:tracePt t="12037" x="5327650" y="2211388"/>
          <p14:tracePt t="12049" x="5408613" y="2224088"/>
          <p14:tracePt t="12060" x="5462588" y="2224088"/>
          <p14:tracePt t="12071" x="5551488" y="2224088"/>
          <p14:tracePt t="12081" x="5619750" y="2197100"/>
          <p14:tracePt t="12093" x="5694363" y="2170113"/>
          <p14:tracePt t="12105" x="5741988" y="2122488"/>
          <p14:tracePt t="12115" x="5776913" y="2089150"/>
          <p14:tracePt t="12126" x="5783263" y="2047875"/>
          <p14:tracePt t="12138" x="5783263" y="2014538"/>
          <p14:tracePt t="12149" x="5776913" y="1966913"/>
          <p14:tracePt t="12161" x="5748338" y="1931988"/>
          <p14:tracePt t="12173" x="5729288" y="1925638"/>
          <p14:tracePt t="12182" x="5694363" y="1898650"/>
          <p14:tracePt t="12195" x="5626100" y="1890713"/>
          <p14:tracePt t="12206" x="5572125" y="1878013"/>
          <p14:tracePt t="12216" x="5497513" y="1890713"/>
          <p14:tracePt t="12228" x="5443538" y="1898650"/>
          <p14:tracePt t="12239" x="5387975" y="1925638"/>
          <p14:tracePt t="12250" x="5340350" y="1966913"/>
          <p14:tracePt t="12262" x="5327650" y="2000250"/>
          <p14:tracePt t="12274" x="5319713" y="2054225"/>
          <p14:tracePt t="12283" x="5327650" y="2101850"/>
          <p14:tracePt t="12295" x="5354638" y="2143125"/>
          <p14:tracePt t="12307" x="5408613" y="2190750"/>
          <p14:tracePt t="12317" x="5449888" y="2211388"/>
          <p14:tracePt t="12330" x="5551488" y="2244725"/>
          <p14:tracePt t="12341" x="5640388" y="2259013"/>
          <p14:tracePt t="12351" x="5721350" y="2259013"/>
          <p14:tracePt t="12363" x="5810250" y="2244725"/>
          <p14:tracePt t="12374" x="5864225" y="2224088"/>
          <p14:tracePt t="12385" x="5919788" y="2190750"/>
          <p14:tracePt t="12397" x="5938838" y="2157413"/>
          <p14:tracePt t="12408" x="5938838" y="2122488"/>
          <p14:tracePt t="12419" x="5932488" y="2081213"/>
          <p14:tracePt t="12431" x="5872163" y="2014538"/>
          <p14:tracePt t="12442" x="5795963" y="1958975"/>
          <p14:tracePt t="12454" x="5640388" y="1878013"/>
          <p14:tracePt t="12464" x="5497513" y="1836738"/>
          <p14:tracePt t="12476" x="5272088" y="1803400"/>
          <p14:tracePt t="12488" x="5054600" y="1803400"/>
          <p14:tracePt t="12498" x="4919663" y="1809750"/>
          <p14:tracePt t="12520" x="4783138" y="1857375"/>
          <p14:tracePt t="12521" x="4729163" y="1890713"/>
          <p14:tracePt t="12531" x="4694238" y="1931988"/>
          <p14:tracePt t="12543" x="4687888" y="1979613"/>
          <p14:tracePt t="12555" x="4694238" y="2014538"/>
          <p14:tracePt t="12565" x="4741863" y="2047875"/>
          <p14:tracePt t="12576" x="4816475" y="2101850"/>
          <p14:tracePt t="12588" x="4905375" y="2136775"/>
          <p14:tracePt t="12599" x="5054600" y="2157413"/>
          <p14:tracePt t="12611" x="5176838" y="2170113"/>
          <p14:tracePt t="12623" x="5340350" y="2170113"/>
          <p14:tracePt t="12632" x="5497513" y="2143125"/>
          <p14:tracePt t="12644" x="5572125" y="2122488"/>
          <p14:tracePt t="12656" x="5653088" y="2081213"/>
          <p14:tracePt t="12666" x="5673725" y="2054225"/>
          <p14:tracePt t="12679" x="5694363" y="2014538"/>
          <p14:tracePt t="12690" x="5688013" y="1966913"/>
          <p14:tracePt t="12700" x="5661025" y="1931988"/>
          <p14:tracePt t="12712" x="5626100" y="1890713"/>
          <p14:tracePt t="12724" x="5572125" y="1857375"/>
          <p14:tracePt t="12734" x="5538788" y="1843088"/>
          <p14:tracePt t="12746" x="5483225" y="1836738"/>
          <p14:tracePt t="12757" x="5449888" y="1836738"/>
          <p14:tracePt t="12768" x="5395913" y="1843088"/>
          <p14:tracePt t="12780" x="5340350" y="1863725"/>
          <p14:tracePt t="12791" x="5292725" y="1890713"/>
          <p14:tracePt t="12801" x="5238750" y="1931988"/>
          <p14:tracePt t="12813" x="5218113" y="1958975"/>
          <p14:tracePt t="12825" x="5197475" y="1985963"/>
          <p14:tracePt t="12835" x="5197475" y="2020888"/>
          <p14:tracePt t="12847" x="5205413" y="2047875"/>
          <p14:tracePt t="12869" x="5238750" y="2081213"/>
          <p14:tracePt t="12870" x="5292725" y="2101850"/>
          <p14:tracePt t="12879" x="5360988" y="2122488"/>
          <p14:tracePt t="12891" x="5476875" y="2136775"/>
          <p14:tracePt t="12903" x="5565775" y="2136775"/>
          <p14:tracePt t="12913" x="5694363" y="2136775"/>
          <p14:tracePt t="12925" x="5810250" y="2109788"/>
          <p14:tracePt t="12937" x="5864225" y="2101850"/>
          <p14:tracePt t="12947" x="5919788" y="2068513"/>
          <p14:tracePt t="12959" x="5938838" y="2047875"/>
          <p14:tracePt t="12971" x="5953125" y="2014538"/>
          <p14:tracePt t="12981" x="5932488" y="1979613"/>
          <p14:tracePt t="12993" x="5905500" y="1946275"/>
          <p14:tracePt t="13005" x="5837238" y="1890713"/>
          <p14:tracePt t="13015" x="5741988" y="1843088"/>
          <p14:tracePt t="13027" x="5673725" y="1836738"/>
          <p14:tracePt t="13039" x="5551488" y="1809750"/>
          <p14:tracePt t="13049" x="5462588" y="1824038"/>
          <p14:tracePt t="13061" x="5340350" y="1843088"/>
          <p14:tracePt t="13073" x="5232400" y="1878013"/>
          <p14:tracePt t="13083" x="5176838" y="1911350"/>
          <p14:tracePt t="13095" x="5116513" y="1966913"/>
          <p14:tracePt t="13107" x="5110163" y="2000250"/>
          <p14:tracePt t="13117" x="5095875" y="2047875"/>
          <p14:tracePt t="13129" x="5110163" y="2089150"/>
          <p14:tracePt t="13140" x="5129213" y="2122488"/>
          <p14:tracePt t="13150" x="5164138" y="2143125"/>
          <p14:tracePt t="13162" x="5205413" y="2176463"/>
          <p14:tracePt t="13173" x="5253038" y="2190750"/>
          <p14:tracePt t="13184" x="5307013" y="2197100"/>
          <p14:tracePt t="13196" x="5354638" y="2197100"/>
          <p14:tracePt t="13207" x="5414963" y="2197100"/>
          <p14:tracePt t="13218" x="5476875" y="2197100"/>
          <p14:tracePt t="13229" x="5518150" y="2190750"/>
          <p14:tracePt t="13241" x="5565775" y="2176463"/>
          <p14:tracePt t="13251" x="5586413" y="2157413"/>
          <p14:tracePt t="13263" x="5599113" y="2136775"/>
          <p14:tracePt t="13275" x="5605463" y="2101850"/>
          <p14:tracePt t="13287" x="5605463" y="2081213"/>
          <p14:tracePt t="13297" x="5599113" y="2047875"/>
          <p14:tracePt t="13309" x="5586413" y="2014538"/>
          <p14:tracePt t="13319" x="5565775" y="2000250"/>
          <p14:tracePt t="13331" x="5530850" y="1979613"/>
          <p14:tracePt t="13342" x="5497513" y="1966913"/>
          <p14:tracePt t="13354" x="5443538" y="1966913"/>
          <p14:tracePt t="13364" x="5360988" y="1966913"/>
          <p14:tracePt t="13375" x="5307013" y="1985963"/>
          <p14:tracePt t="13388" x="5238750" y="2014538"/>
          <p14:tracePt t="13398" x="5205413" y="2047875"/>
          <p14:tracePt t="13409" x="5164138" y="2089150"/>
          <p14:tracePt t="13421" x="5149850" y="2122488"/>
          <p14:tracePt t="13432" x="5149850" y="2157413"/>
          <p14:tracePt t="13442" x="5176838" y="2190750"/>
          <p14:tracePt t="13455" x="5232400" y="2224088"/>
          <p14:tracePt t="13465" x="5292725" y="2244725"/>
          <p14:tracePt t="13476" x="5414963" y="2265363"/>
          <p14:tracePt t="13488" x="5518150" y="2265363"/>
          <p14:tracePt t="13499" x="5661025" y="2265363"/>
          <p14:tracePt t="13510" x="5795963" y="2259013"/>
          <p14:tracePt t="13522" x="5864225" y="2232025"/>
          <p14:tracePt t="13532" x="5938838" y="2190750"/>
          <p14:tracePt t="13544" x="5973763" y="2170113"/>
          <p14:tracePt t="13577" x="5986463" y="2136775"/>
          <p14:tracePt t="13581" x="5973763" y="2089150"/>
          <p14:tracePt t="13589" x="5938838" y="2068513"/>
          <p14:tracePt t="13596" x="5864225" y="2014538"/>
          <p14:tracePt t="13606" x="5795963" y="1985963"/>
          <p14:tracePt t="13615" x="5673725" y="1966913"/>
          <p14:tracePt t="13625" x="5551488" y="1966913"/>
          <p14:tracePt t="13639" x="5476875" y="1966913"/>
          <p14:tracePt t="13647" x="5387975" y="1985963"/>
          <p14:tracePt t="13658" x="5340350" y="2020888"/>
          <p14:tracePt t="13669" x="5319713" y="2047875"/>
          <p14:tracePt t="13681" x="5319713" y="2068513"/>
          <p14:tracePt t="13692" x="5319713" y="2081213"/>
          <p14:tracePt t="13701" x="5340350" y="2089150"/>
          <p14:tracePt t="13714" x="5387975" y="2101850"/>
          <p14:tracePt t="13725" x="5443538" y="2109788"/>
          <p14:tracePt t="13735" x="5530850" y="2122488"/>
          <p14:tracePt t="13747" x="5619750" y="2122488"/>
          <p14:tracePt t="13758" x="5673725" y="2122488"/>
          <p14:tracePt t="13769" x="5741988" y="2109788"/>
          <p14:tracePt t="13781" x="5776913" y="2101850"/>
          <p14:tracePt t="13792" x="5795963" y="2081213"/>
          <p14:tracePt t="13803" x="5810250" y="2047875"/>
          <p14:tracePt t="13814" x="5810250" y="2020888"/>
          <p14:tracePt t="13825" x="5783263" y="1985963"/>
          <p14:tracePt t="13837" x="5762625" y="1958975"/>
          <p14:tracePt t="13848" x="5721350" y="1925638"/>
          <p14:tracePt t="13859" x="5661025" y="1890713"/>
          <p14:tracePt t="13872" x="5619750" y="1878013"/>
          <p14:tracePt t="13881" x="5538788" y="1878013"/>
          <p14:tracePt t="13893" x="5476875" y="1878013"/>
          <p14:tracePt t="13905" x="5414963" y="1890713"/>
          <p14:tracePt t="13915" x="5360988" y="1925638"/>
          <p14:tracePt t="13927" x="5340350" y="1946275"/>
          <p14:tracePt t="13939" x="5307013" y="1979613"/>
          <p14:tracePt t="13949" x="5292725" y="2000250"/>
          <p14:tracePt t="13961" x="5292725" y="2014538"/>
          <p14:tracePt t="13973" x="5307013" y="2020888"/>
          <p14:tracePt t="13983" x="5319713" y="2020888"/>
          <p14:tracePt t="14004" x="5327650" y="2020888"/>
          <p14:tracePt t="14049" x="5340350" y="2014538"/>
          <p14:tracePt t="14105" x="5340350" y="2000250"/>
          <p14:tracePt t="14153" x="5354638" y="2000250"/>
          <p14:tracePt t="14184" x="5360988" y="2000250"/>
          <p14:tracePt t="14196" x="5360988" y="2014538"/>
          <p14:tracePt t="14207" x="5375275" y="2014538"/>
          <p14:tracePt t="14274" x="5375275" y="2020888"/>
          <p14:tracePt t="14297" x="5360988" y="2033588"/>
          <p14:tracePt t="14308" x="5340350" y="2033588"/>
          <p14:tracePt t="14758" x="5340350" y="2020888"/>
          <p14:tracePt t="14771" x="5354638" y="2020888"/>
          <p14:tracePt t="14803" x="5360988" y="2020888"/>
          <p14:tracePt t="14815" x="5375275" y="2020888"/>
          <p14:tracePt t="14826" x="5387975" y="2020888"/>
          <p14:tracePt t="14893" x="5395913" y="2020888"/>
          <p14:tracePt t="14939" x="5408613" y="2020888"/>
          <p14:tracePt t="15006" x="5414963" y="2020888"/>
          <p14:tracePt t="15028" x="5429250" y="2020888"/>
          <p14:tracePt t="15041" x="5443538" y="2014538"/>
          <p14:tracePt t="15051" x="5449888" y="2000250"/>
          <p14:tracePt t="15064" x="5462588" y="1979613"/>
          <p14:tracePt t="15075" x="5476875" y="1966913"/>
          <p14:tracePt t="15085" x="5483225" y="1946275"/>
          <p14:tracePt t="15098" x="5483225" y="1925638"/>
          <p14:tracePt t="15108" x="5483225" y="1890713"/>
          <p14:tracePt t="15118" x="5483225" y="1863725"/>
          <p14:tracePt t="15130" x="5483225" y="1857375"/>
          <p14:tracePt t="15142" x="5476875" y="1836738"/>
          <p14:tracePt t="15153" x="5462588" y="1824038"/>
          <p14:tracePt t="15165" x="5443538" y="1809750"/>
          <p14:tracePt t="15176" x="5395913" y="1803400"/>
          <p14:tracePt t="15186" x="5360988" y="1803400"/>
          <p14:tracePt t="15198" x="5319713" y="1803400"/>
          <p14:tracePt t="15209" x="5272088" y="1809750"/>
          <p14:tracePt t="15220" x="5218113" y="1824038"/>
          <p14:tracePt t="15242" x="5184775" y="1836738"/>
          <p14:tracePt t="15246" x="5116513" y="1863725"/>
          <p14:tracePt t="15254" x="5054600" y="1890713"/>
          <p14:tracePt t="15266" x="4994275" y="1931988"/>
          <p14:tracePt t="15277" x="4953000" y="1958975"/>
          <p14:tracePt t="15289" x="4899025" y="2000250"/>
          <p14:tracePt t="15300" x="4864100" y="2047875"/>
          <p14:tracePt t="15310" x="4843463" y="2081213"/>
          <p14:tracePt t="15321" x="4830763" y="2109788"/>
          <p14:tracePt t="15333" x="4816475" y="2143125"/>
          <p14:tracePt t="15344" x="4830763" y="2176463"/>
          <p14:tracePt t="15356" x="4843463" y="2197100"/>
          <p14:tracePt t="15366" x="4864100" y="2232025"/>
          <p14:tracePt t="15378" x="4899025" y="2259013"/>
          <p14:tracePt t="15390" x="4953000" y="2279650"/>
          <p14:tracePt t="15400" x="5021263" y="2300288"/>
          <p14:tracePt t="15412" x="5110163" y="2312988"/>
          <p14:tracePt t="15424" x="5184775" y="2319338"/>
          <p14:tracePt t="15433" x="5292725" y="2333625"/>
          <p14:tracePt t="15445" x="5395913" y="2333625"/>
          <p14:tracePt t="15458" x="5497513" y="2319338"/>
          <p14:tracePt t="15468" x="5565775" y="2312988"/>
          <p14:tracePt t="15479" x="5640388" y="2292350"/>
          <p14:tracePt t="15491" x="5708650" y="2259013"/>
          <p14:tracePt t="15501" x="5762625" y="2224088"/>
          <p14:tracePt t="15513" x="5816600" y="2176463"/>
          <p14:tracePt t="15525" x="5837238" y="2143125"/>
          <p14:tracePt t="15535" x="5864225" y="2101850"/>
          <p14:tracePt t="15547" x="5872163" y="2047875"/>
          <p14:tracePt t="15559" x="5864225" y="2000250"/>
          <p14:tracePt t="15569" x="5851525" y="1958975"/>
          <p14:tracePt t="15581" x="5830888" y="1925638"/>
          <p14:tracePt t="15592" x="5795963" y="1878013"/>
          <p14:tracePt t="15602" x="5748338" y="1843088"/>
          <p14:tracePt t="15615" x="5721350" y="1824038"/>
          <p14:tracePt t="15626" x="5673725" y="1803400"/>
          <p14:tracePt t="15636" x="5626100" y="1776413"/>
          <p14:tracePt t="15670" x="5586413" y="1768475"/>
          <p14:tracePt t="15674" x="5551488" y="1768475"/>
          <p14:tracePt t="15683" x="5530850" y="1768475"/>
          <p14:tracePt t="15685" x="5497513" y="1768475"/>
          <p14:tracePt t="15693" x="5462588" y="1768475"/>
          <p14:tracePt t="15704" x="5443538" y="1768475"/>
          <p14:tracePt t="15716" x="5414963" y="1768475"/>
          <p14:tracePt t="15727" x="5395913" y="1768475"/>
          <p14:tracePt t="15738" x="5360988" y="1776413"/>
          <p14:tracePt t="15750" x="5327650" y="1776413"/>
          <p14:tracePt t="15761" x="5292725" y="1789113"/>
          <p14:tracePt t="15773" x="5265738" y="1803400"/>
          <p14:tracePt t="15784" x="5218113" y="1809750"/>
          <p14:tracePt t="15794" x="5184775" y="1824038"/>
          <p14:tracePt t="15806" x="5164138" y="1843088"/>
          <p14:tracePt t="15818" x="5143500" y="1863725"/>
          <p14:tracePt t="15829" x="5116513" y="1890713"/>
          <p14:tracePt t="15840" x="5110163" y="1925638"/>
          <p14:tracePt t="15851" x="5095875" y="1958975"/>
          <p14:tracePt t="15862" x="5095875" y="1985963"/>
          <p14:tracePt t="15874" x="5110163" y="2020888"/>
          <p14:tracePt t="15884" x="5129213" y="2054225"/>
          <p14:tracePt t="15896" x="5164138" y="2089150"/>
          <p14:tracePt t="15908" x="5184775" y="2122488"/>
          <p14:tracePt t="15918" x="5238750" y="2157413"/>
          <p14:tracePt t="15929" x="5292725" y="2190750"/>
          <p14:tracePt t="15941" x="5360988" y="2211388"/>
          <p14:tracePt t="15951" x="5414963" y="2232025"/>
          <p14:tracePt t="15963" x="5462588" y="2244725"/>
          <p14:tracePt t="15974" x="5530850" y="2259013"/>
          <p14:tracePt t="15985" x="5599113" y="2265363"/>
          <p14:tracePt t="15997" x="5653088" y="2265363"/>
          <p14:tracePt t="16008" x="5694363" y="2265363"/>
          <p14:tracePt t="16019" x="5762625" y="2265363"/>
          <p14:tracePt t="16030" x="5810250" y="2259013"/>
          <p14:tracePt t="16042" x="5837238" y="2232025"/>
          <p14:tracePt t="16052" x="5864225" y="2224088"/>
          <p14:tracePt t="16064" x="5899150" y="2211388"/>
          <p14:tracePt t="16076" x="5919788" y="2190750"/>
          <p14:tracePt t="16086" x="5932488" y="2170113"/>
          <p14:tracePt t="16099" x="5932488" y="2157413"/>
          <p14:tracePt t="16109" x="5932488" y="2136775"/>
          <p14:tracePt t="16120" x="5932488" y="2101850"/>
          <p14:tracePt t="16132" x="5932488" y="2089150"/>
          <p14:tracePt t="16143" x="5919788" y="2068513"/>
          <p14:tracePt t="16154" x="5899150" y="2047875"/>
          <p14:tracePt t="16166" x="5872163" y="2020888"/>
          <p14:tracePt t="16177" x="5851525" y="2000250"/>
          <p14:tracePt t="16187" x="5816600" y="1985963"/>
          <p14:tracePt t="16199" x="5783263" y="1979613"/>
          <p14:tracePt t="16211" x="5748338" y="1966913"/>
          <p14:tracePt t="16221" x="5708650" y="1966913"/>
          <p14:tracePt t="16232" x="5653088" y="1958975"/>
          <p14:tracePt t="16244" x="5605463" y="1958975"/>
          <p14:tracePt t="16256" x="5538788" y="1966913"/>
          <p14:tracePt t="16267" x="5476875" y="1979613"/>
          <p14:tracePt t="16278" x="5414963" y="1985963"/>
          <p14:tracePt t="16290" x="5360988" y="2000250"/>
          <p14:tracePt t="16300" x="5327650" y="2014538"/>
          <p14:tracePt t="16312" x="5292725" y="2020888"/>
          <p14:tracePt t="16324" x="5265738" y="2033588"/>
          <p14:tracePt t="16334" x="5238750" y="2054225"/>
          <p14:tracePt t="16345" x="5232400" y="2068513"/>
          <p14:tracePt t="16358" x="5218113" y="2081213"/>
          <p14:tracePt t="16367" x="5205413" y="2089150"/>
          <p14:tracePt t="16380" x="5205413" y="2109788"/>
          <p14:tracePt t="16392" x="5205413" y="2122488"/>
          <p14:tracePt t="16401" x="5205413" y="2136775"/>
          <p14:tracePt t="16413" x="5218113" y="2143125"/>
          <p14:tracePt t="16425" x="5232400" y="2157413"/>
          <p14:tracePt t="16435" x="5238750" y="2170113"/>
          <p14:tracePt t="16447" x="5265738" y="2176463"/>
          <p14:tracePt t="16459" x="5286375" y="2190750"/>
          <p14:tracePt t="16469" x="5307013" y="2190750"/>
          <p14:tracePt t="16481" x="5327650" y="2197100"/>
          <p14:tracePt t="16493" x="5354638" y="2197100"/>
          <p14:tracePt t="16503" x="5387975" y="2197100"/>
          <p14:tracePt t="16514" x="5414963" y="2197100"/>
          <p14:tracePt t="16526" x="5449888" y="2197100"/>
          <p14:tracePt t="16536" x="5483225" y="2197100"/>
          <p14:tracePt t="16548" x="5510213" y="2197100"/>
          <p14:tracePt t="16559" x="5538788" y="2190750"/>
          <p14:tracePt t="16570" x="5565775" y="2190750"/>
          <p14:tracePt t="16581" x="5599113" y="2176463"/>
          <p14:tracePt t="16593" x="5605463" y="2170113"/>
          <p14:tracePt t="16604" x="5626100" y="2157413"/>
          <p14:tracePt t="16615" x="5653088" y="2136775"/>
          <p14:tracePt t="16627" x="5661025" y="2122488"/>
          <p14:tracePt t="16637" x="5673725" y="2101850"/>
          <p14:tracePt t="16649" x="5688013" y="2089150"/>
          <p14:tracePt t="16661" x="5688013" y="2068513"/>
          <p14:tracePt t="16671" x="5688013" y="2054225"/>
          <p14:tracePt t="16683" x="5688013" y="2047875"/>
          <p14:tracePt t="16695" x="5673725" y="2020888"/>
          <p14:tracePt t="16716" x="5661025" y="2000250"/>
          <p14:tracePt t="16720" x="5640388" y="1979613"/>
          <p14:tracePt t="16729" x="5619750" y="1966913"/>
          <p14:tracePt t="16743" x="5586413" y="1946275"/>
          <p14:tracePt t="16752" x="5538788" y="1931988"/>
          <p14:tracePt t="16762" x="5483225" y="1911350"/>
          <p14:tracePt t="16776" x="5449888" y="1911350"/>
          <p14:tracePt t="16785" x="5414963" y="1898650"/>
          <p14:tracePt t="16797" x="5387975" y="1898650"/>
          <p14:tracePt t="16808" x="5354638" y="1898650"/>
          <p14:tracePt t="16818" x="5319713" y="1898650"/>
          <p14:tracePt t="16829" x="5286375" y="1911350"/>
          <p14:tracePt t="16842" x="5253038" y="1911350"/>
          <p14:tracePt t="16851" x="5232400" y="1925638"/>
          <p14:tracePt t="16863" x="5197475" y="1931988"/>
          <p14:tracePt t="16875" x="5176838" y="1931988"/>
          <p14:tracePt t="16886" x="5164138" y="1958975"/>
          <p14:tracePt t="16898" x="5143500" y="1966913"/>
          <p14:tracePt t="16910" x="5129213" y="1979613"/>
          <p14:tracePt t="16920" x="5116513" y="1985963"/>
          <p14:tracePt t="16932" x="5110163" y="2014538"/>
          <p14:tracePt t="16944" x="5110163" y="2020888"/>
          <p14:tracePt t="16954" x="5095875" y="2047875"/>
          <p14:tracePt t="16965" x="5095875" y="2068513"/>
          <p14:tracePt t="16976" x="5110163" y="2081213"/>
          <p14:tracePt t="16986" x="5110163" y="2089150"/>
          <p14:tracePt t="16998" x="5110163" y="2101850"/>
          <p14:tracePt t="17010" x="5116513" y="2109788"/>
          <p14:tracePt t="17023" x="5129213" y="2122488"/>
          <p14:tracePt t="17042" x="5129213" y="2136775"/>
          <p14:tracePt t="17046" x="5143500" y="2143125"/>
          <p14:tracePt t="17058" x="5149850" y="2157413"/>
          <p14:tracePt t="17068" x="5164138" y="2157413"/>
          <p14:tracePt t="17078" x="5176838" y="2170113"/>
          <p14:tracePt t="17088" x="5197475" y="2176463"/>
          <p14:tracePt t="17100" x="5205413" y="2176463"/>
          <p14:tracePt t="17110" x="5218113" y="2190750"/>
          <p14:tracePt t="17124" x="5232400" y="2190750"/>
          <p14:tracePt t="17134" x="5253038" y="2197100"/>
          <p14:tracePt t="17145" x="5265738" y="2197100"/>
          <p14:tracePt t="17156" x="5286375" y="2197100"/>
          <p14:tracePt t="17166" x="5307013" y="2197100"/>
          <p14:tracePt t="17178" x="5327650" y="2197100"/>
          <p14:tracePt t="17190" x="5354638" y="2197100"/>
          <p14:tracePt t="17200" x="5375275" y="2197100"/>
          <p14:tracePt t="17211" x="5408613" y="2197100"/>
          <p14:tracePt t="17224" x="5429250" y="2197100"/>
          <p14:tracePt t="17234" x="5449888" y="2197100"/>
          <p14:tracePt t="17245" x="5476875" y="2197100"/>
          <p14:tracePt t="17258" x="5510213" y="2190750"/>
          <p14:tracePt t="17268" x="5530850" y="2190750"/>
          <p14:tracePt t="17279" x="5551488" y="2176463"/>
          <p14:tracePt t="17291" x="5565775" y="2176463"/>
          <p14:tracePt t="17301" x="5572125" y="2170113"/>
          <p14:tracePt t="17312" x="5586413" y="2157413"/>
          <p14:tracePt t="17326" x="5599113" y="2143125"/>
          <p14:tracePt t="17346" x="5599113" y="2136775"/>
          <p14:tracePt t="17368" x="5599113" y="2122488"/>
          <p14:tracePt t="17380" x="5599113" y="2109788"/>
          <p14:tracePt t="17391" x="5599113" y="2101850"/>
          <p14:tracePt t="17402" x="5586413" y="2089150"/>
          <p14:tracePt t="17414" x="5586413" y="2081213"/>
          <p14:tracePt t="17425" x="5572125" y="2068513"/>
          <p14:tracePt t="17436" x="5551488" y="2047875"/>
          <p14:tracePt t="17448" x="5530850" y="2033588"/>
          <p14:tracePt t="17459" x="5510213" y="2020888"/>
          <p14:tracePt t="17470" x="5476875" y="2000250"/>
          <p14:tracePt t="17482" x="5449888" y="1985963"/>
          <p14:tracePt t="17493" x="5429250" y="1979613"/>
          <p14:tracePt t="17504" x="5408613" y="1979613"/>
          <p14:tracePt t="17516" x="5395913" y="1966913"/>
          <p14:tracePt t="17527" x="5375275" y="1966913"/>
          <p14:tracePt t="17537" x="5360988" y="1966913"/>
          <p14:tracePt t="17549" x="5340350" y="1966913"/>
          <p14:tracePt t="17560" x="5319713" y="1966913"/>
          <p14:tracePt t="17571" x="5286375" y="1985963"/>
          <p14:tracePt t="17583" x="5253038" y="2014538"/>
          <p14:tracePt t="17594" x="5218113" y="2047875"/>
          <p14:tracePt t="17606" x="5197475" y="2068513"/>
          <p14:tracePt t="17616" x="5176838" y="2101850"/>
          <p14:tracePt t="17628" x="5164138" y="2122488"/>
          <p14:tracePt t="17641" x="5149850" y="2143125"/>
          <p14:tracePt t="17651" x="5149850" y="2157413"/>
          <p14:tracePt t="17662" x="5149850" y="2170113"/>
          <p14:tracePt t="17674" x="5164138" y="2170113"/>
          <p14:tracePt t="17684" x="5164138" y="2176463"/>
          <p14:tracePt t="17695" x="5184775" y="2190750"/>
          <p14:tracePt t="17708" x="5197475" y="2190750"/>
          <p14:tracePt t="17718" x="5232400" y="2197100"/>
          <p14:tracePt t="17729" x="5253038" y="2211388"/>
          <p14:tracePt t="17741" x="5286375" y="2224088"/>
          <p14:tracePt t="17762" x="5307013" y="2224088"/>
          <p14:tracePt t="17766" x="5340350" y="2232025"/>
          <p14:tracePt t="17777" x="5360988" y="2232025"/>
          <p14:tracePt t="17787" x="5387975" y="2232025"/>
          <p14:tracePt t="17798" x="5408613" y="2224088"/>
          <p14:tracePt t="17810" x="5414963" y="2224088"/>
          <p14:tracePt t="17819" x="5429250" y="2211388"/>
          <p14:tracePt t="17842" x="5443538" y="2197100"/>
          <p14:tracePt t="17852" x="5443538" y="2190750"/>
          <p14:tracePt t="17864" x="5449888" y="2190750"/>
          <p14:tracePt t="17876" x="5449888" y="2176463"/>
          <p14:tracePt t="17976" x="5462588" y="2170113"/>
          <p14:tracePt t="17987" x="5476875" y="2170113"/>
          <p14:tracePt t="17998" x="5483225" y="2143125"/>
          <p14:tracePt t="18010" x="5497513" y="2122488"/>
          <p14:tracePt t="18021" x="5518150" y="2101850"/>
          <p14:tracePt t="18033" x="5518150" y="2081213"/>
          <p14:tracePt t="18044" x="5530850" y="2054225"/>
          <p14:tracePt t="18055" x="5530850" y="2033588"/>
          <p14:tracePt t="18066" x="5530850" y="2000250"/>
          <p14:tracePt t="18078" x="5530850" y="1979613"/>
          <p14:tracePt t="18089" x="5530850" y="1958975"/>
          <p14:tracePt t="18100" x="5518150" y="1931988"/>
          <p14:tracePt t="18112" x="5497513" y="1911350"/>
          <p14:tracePt t="18122" x="5476875" y="1890713"/>
          <p14:tracePt t="18134" x="5449888" y="1878013"/>
          <p14:tracePt t="18147" x="5429250" y="1878013"/>
          <p14:tracePt t="18157" x="5408613" y="1863725"/>
          <p14:tracePt t="18168" x="5387975" y="1863725"/>
          <p14:tracePt t="18179" x="5354638" y="1863725"/>
          <p14:tracePt t="18192" x="5327650" y="1863725"/>
          <p14:tracePt t="18201" x="5307013" y="1863725"/>
          <p14:tracePt t="18212" x="5286375" y="1878013"/>
          <p14:tracePt t="18225" x="5253038" y="1890713"/>
          <p14:tracePt t="18235" x="5232400" y="1898650"/>
          <p14:tracePt t="18247" x="5197475" y="1925638"/>
          <p14:tracePt t="18259" x="5176838" y="1931988"/>
          <p14:tracePt t="18269" x="5164138" y="1958975"/>
          <p14:tracePt t="18281" x="5143500" y="1966913"/>
          <p14:tracePt t="18293" x="5143500" y="1985963"/>
          <p14:tracePt t="18303" x="5129213" y="2000250"/>
          <p14:tracePt t="18315" x="5116513" y="2020888"/>
          <p14:tracePt t="18327" x="5116513" y="2033588"/>
          <p14:tracePt t="18336" x="5116513" y="2054225"/>
          <p14:tracePt t="18348" x="5129213" y="2081213"/>
          <p14:tracePt t="18360" x="5149850" y="2101850"/>
          <p14:tracePt t="18370" x="5184775" y="2143125"/>
          <p14:tracePt t="18382" x="5218113" y="2170113"/>
          <p14:tracePt t="18394" x="5272088" y="2211388"/>
          <p14:tracePt t="18404" x="5340350" y="2244725"/>
          <p14:tracePt t="18416" x="5408613" y="2265363"/>
          <p14:tracePt t="18428" x="5449888" y="2279650"/>
          <p14:tracePt t="18438" x="5510213" y="2292350"/>
          <p14:tracePt t="18450" x="5565775" y="2292350"/>
          <p14:tracePt t="18461" x="5605463" y="2279650"/>
          <p14:tracePt t="18471" x="5640388" y="2265363"/>
          <p14:tracePt t="18483" x="5661025" y="2244725"/>
          <p14:tracePt t="18495" x="5688013" y="2224088"/>
          <p14:tracePt t="18505" x="5694363" y="2190750"/>
          <p14:tracePt t="18517" x="5721350" y="2157413"/>
          <p14:tracePt t="18528" x="5729288" y="2122488"/>
          <p14:tracePt t="18539" x="5741988" y="2089150"/>
          <p14:tracePt t="18551" x="5748338" y="2047875"/>
          <p14:tracePt t="18562" x="5748338" y="2000250"/>
          <p14:tracePt t="18572" x="5748338" y="1966913"/>
          <p14:tracePt t="18584" x="5741988" y="1931988"/>
          <p14:tracePt t="18599" x="5721350" y="1898650"/>
          <p14:tracePt t="18612" x="5688013" y="1878013"/>
          <p14:tracePt t="18620" x="5653088" y="1843088"/>
          <p14:tracePt t="18632" x="5626100" y="1824038"/>
          <p14:tracePt t="18644" x="5586413" y="1803400"/>
          <p14:tracePt t="18653" x="5538788" y="1789113"/>
          <p14:tracePt t="18664" x="5483225" y="1776413"/>
          <p14:tracePt t="18676" x="5443538" y="1776413"/>
          <p14:tracePt t="18685" x="5395913" y="1776413"/>
          <p14:tracePt t="18696" x="5354638" y="1776413"/>
          <p14:tracePt t="18709" x="5319713" y="1789113"/>
          <p14:tracePt t="18719" x="5286375" y="1803400"/>
          <p14:tracePt t="18731" x="5253038" y="1809750"/>
          <p14:tracePt t="18742" x="5205413" y="1843088"/>
          <p14:tracePt t="18753" x="5176838" y="1890713"/>
          <p14:tracePt t="18765" x="5149850" y="1925638"/>
          <p14:tracePt t="18777" x="5143500" y="1946275"/>
          <p14:tracePt t="18787" x="5129213" y="1979613"/>
          <p14:tracePt t="18820" x="5129213" y="2014538"/>
          <p14:tracePt t="18823" x="5129213" y="2047875"/>
          <p14:tracePt t="18833" x="5143500" y="2068513"/>
          <p14:tracePt t="18837" x="5176838" y="2101850"/>
          <p14:tracePt t="18843" x="5205413" y="2136775"/>
          <p14:tracePt t="18857" x="5272088" y="2170113"/>
          <p14:tracePt t="18867" x="5319713" y="2190750"/>
          <p14:tracePt t="18878" x="5387975" y="2211388"/>
          <p14:tracePt t="18888" x="5449888" y="2224088"/>
          <p14:tracePt t="18900" x="5518150" y="2224088"/>
          <p14:tracePt t="18911" x="5586413" y="2224088"/>
          <p14:tracePt t="18921" x="5626100" y="2211388"/>
          <p14:tracePt t="18933" x="5688013" y="2197100"/>
          <p14:tracePt t="18945" x="5741988" y="2170113"/>
          <p14:tracePt t="18955" x="5776913" y="2143125"/>
          <p14:tracePt t="18966" x="5795963" y="2122488"/>
          <p14:tracePt t="18978" x="5816600" y="2081213"/>
          <p14:tracePt t="18989" x="5830888" y="2047875"/>
          <p14:tracePt t="19000" x="5837238" y="2014538"/>
          <p14:tracePt t="19012" x="5837238" y="1979613"/>
          <p14:tracePt t="19022" x="5830888" y="1958975"/>
          <p14:tracePt t="19034" x="5810250" y="1931988"/>
          <p14:tracePt t="19045" x="5795963" y="1925638"/>
          <p14:tracePt t="19058" x="5776913" y="1911350"/>
          <p14:tracePt t="19068" x="5741988" y="1898650"/>
          <p14:tracePt t="19079" x="5708650" y="1898650"/>
          <p14:tracePt t="19091" x="5653088" y="1898650"/>
          <p14:tracePt t="19101" x="5599113" y="1898650"/>
          <p14:tracePt t="19112" x="5538788" y="1911350"/>
          <p14:tracePt t="19126" x="5449888" y="1931988"/>
          <p14:tracePt t="19136" x="5360988" y="1966913"/>
          <p14:tracePt t="19147" x="5286375" y="2000250"/>
          <p14:tracePt t="19159" x="5238750" y="2033588"/>
          <p14:tracePt t="19169" x="5184775" y="2081213"/>
          <p14:tracePt t="19180" x="5149850" y="2109788"/>
          <p14:tracePt t="19193" x="5129213" y="2143125"/>
          <p14:tracePt t="19203" x="5116513" y="2170113"/>
          <p14:tracePt t="19215" x="5116513" y="2190750"/>
          <p14:tracePt t="19226" x="5129213" y="2211388"/>
          <p14:tracePt t="19236" x="5143500" y="2232025"/>
          <p14:tracePt t="19248" x="5164138" y="2259013"/>
          <p14:tracePt t="19259" x="5184775" y="2265363"/>
          <p14:tracePt t="19270" x="5232400" y="2279650"/>
          <p14:tracePt t="19282" x="5286375" y="2300288"/>
          <p14:tracePt t="19294" x="5327650" y="2300288"/>
          <p14:tracePt t="19304" x="5360988" y="2312988"/>
          <p14:tracePt t="19315" x="5408613" y="2312988"/>
          <p14:tracePt t="19327" x="5443538" y="2312988"/>
          <p14:tracePt t="19337" x="5462588" y="2312988"/>
          <p14:tracePt t="19349" x="5483225" y="2312988"/>
          <p14:tracePt t="19360" x="5510213" y="2300288"/>
          <p14:tracePt t="19371" x="5518150" y="2300288"/>
          <p14:tracePt t="19382" x="5530850" y="2292350"/>
          <p14:tracePt t="19394" x="5538788" y="2279650"/>
          <p14:tracePt t="19405" x="5551488" y="2265363"/>
          <p14:tracePt t="19417" x="5551488" y="2259013"/>
          <p14:tracePt t="19428" x="5565775" y="2232025"/>
          <p14:tracePt t="19439" x="5565775" y="2224088"/>
          <p14:tracePt t="19451" x="5572125" y="2197100"/>
          <p14:tracePt t="19462" x="5572125" y="2190750"/>
          <p14:tracePt t="19474" x="5572125" y="2170113"/>
          <p14:tracePt t="19484" x="5572125" y="2143125"/>
          <p14:tracePt t="19495" x="5565775" y="2136775"/>
          <p14:tracePt t="19507" x="5551488" y="2122488"/>
          <p14:tracePt t="19517" x="5551488" y="2109788"/>
          <p14:tracePt t="19529" x="5538788" y="2101850"/>
          <p14:tracePt t="19542" x="5530850" y="2101850"/>
          <p14:tracePt t="19562" x="5518150" y="2101850"/>
          <p14:tracePt t="19575" x="5497513" y="2101850"/>
          <p14:tracePt t="19585" x="5462588" y="2101850"/>
          <p14:tracePt t="19596" x="5414963" y="2109788"/>
          <p14:tracePt t="19609" x="5360988" y="2122488"/>
          <p14:tracePt t="19619" x="5319713" y="2136775"/>
          <p14:tracePt t="19630" x="5286375" y="2143125"/>
          <p14:tracePt t="19642" x="5265738" y="2157413"/>
          <p14:tracePt t="19653" x="5253038" y="2176463"/>
          <p14:tracePt t="19665" x="5253038" y="2211388"/>
          <p14:tracePt t="19676" x="5238750" y="2232025"/>
          <p14:tracePt t="19686" x="5253038" y="2259013"/>
          <p14:tracePt t="19698" x="5253038" y="2265363"/>
          <p14:tracePt t="19709" x="5265738" y="2292350"/>
          <p14:tracePt t="19720" x="5286375" y="2300288"/>
          <p14:tracePt t="19733" x="5307013" y="2312988"/>
          <p14:tracePt t="19744" x="5327650" y="2312988"/>
          <p14:tracePt t="19754" x="5354638" y="2312988"/>
          <p14:tracePt t="19766" x="5375275" y="2312988"/>
          <p14:tracePt t="19777" x="5408613" y="2300288"/>
          <p14:tracePt t="19787" x="5414963" y="2300288"/>
          <p14:tracePt t="19799" x="5443538" y="2292350"/>
          <p14:tracePt t="19811" x="5462588" y="2279650"/>
          <p14:tracePt t="19821" x="5483225" y="2265363"/>
          <p14:tracePt t="19834" x="5497513" y="2244725"/>
          <p14:tracePt t="19866" x="5518150" y="2232025"/>
          <p14:tracePt t="19884" x="5530850" y="2190750"/>
          <p14:tracePt t="19888" x="5538788" y="2176463"/>
          <p14:tracePt t="19891" x="5538788" y="2157413"/>
          <p14:tracePt t="19920" x="5538788" y="2136775"/>
          <p14:tracePt t="19921" x="5530850" y="2122488"/>
          <p14:tracePt t="19948" x="5518150" y="2101850"/>
          <p14:tracePt t="19949" x="5497513" y="2089150"/>
          <p14:tracePt t="19977" x="5497513" y="2081213"/>
          <p14:tracePt t="19978" x="5483225" y="2081213"/>
          <p14:tracePt t="19979" x="5476875" y="2081213"/>
          <p14:tracePt t="19997" x="5462588" y="2081213"/>
          <p14:tracePt t="20010" x="5443538" y="2081213"/>
          <p14:tracePt t="20020" x="5414963" y="2089150"/>
          <p14:tracePt t="20028" x="5387975" y="2101850"/>
          <p14:tracePt t="20043" x="5375275" y="2101850"/>
          <p14:tracePt t="20051" x="5360988" y="2109788"/>
          <p14:tracePt t="20061" x="5354638" y="2122488"/>
          <p14:tracePt t="20070" x="5340350" y="2122488"/>
          <p14:tracePt t="20082" x="5340350" y="2136775"/>
          <p14:tracePt t="20125" x="5354638" y="2136775"/>
          <p14:tracePt t="20136" x="5360988" y="2143125"/>
          <p14:tracePt t="20148" x="5340350" y="2143125"/>
          <p14:tracePt t="20159" x="5319713" y="2136775"/>
          <p14:tracePt t="20452" x="5319713" y="2143125"/>
          <p14:tracePt t="20484" x="5327650" y="2143125"/>
          <p14:tracePt t="20496" x="5340350" y="2136775"/>
          <p14:tracePt t="20508" x="5354638" y="2136775"/>
          <p14:tracePt t="20519" x="5375275" y="2136775"/>
          <p14:tracePt t="20530" x="5414963" y="2136775"/>
          <p14:tracePt t="20542" x="5443538" y="2136775"/>
          <p14:tracePt t="20552" x="5462588" y="2136775"/>
          <p14:tracePt t="20564" x="5497513" y="2136775"/>
          <p14:tracePt t="20575" x="5538788" y="2136775"/>
          <p14:tracePt t="20586" x="5572125" y="2136775"/>
          <p14:tracePt t="20598" x="5626100" y="2136775"/>
          <p14:tracePt t="20609" x="5653088" y="2136775"/>
          <p14:tracePt t="20621" x="5694363" y="2136775"/>
          <p14:tracePt t="20631" x="5729288" y="2136775"/>
          <p14:tracePt t="20654" x="5721350" y="2136775"/>
          <p14:tracePt t="20868" x="5729288" y="2136775"/>
          <p14:tracePt t="20879" x="5741988" y="2136775"/>
          <p14:tracePt t="20912" x="5776913" y="2136775"/>
          <p14:tracePt t="20915" x="5795963" y="2136775"/>
          <p14:tracePt t="20925" x="5816600" y="2136775"/>
          <p14:tracePt t="20926" x="5851525" y="2136775"/>
          <p14:tracePt t="20938" x="5864225" y="2136775"/>
          <p14:tracePt t="20948" x="5884863" y="2136775"/>
          <p14:tracePt t="20959" x="5899150" y="2136775"/>
          <p14:tracePt t="20969" x="5919788" y="2136775"/>
          <p14:tracePt t="20981" x="5932488" y="2143125"/>
          <p14:tracePt t="20992" x="5953125" y="2157413"/>
          <p14:tracePt t="21013" x="5986463" y="2157413"/>
          <p14:tracePt t="21017" x="6021388" y="2176463"/>
          <p14:tracePt t="21025" x="6048375" y="2190750"/>
          <p14:tracePt t="21040" x="6116638" y="2211388"/>
          <p14:tracePt t="21050" x="6184900" y="2232025"/>
          <p14:tracePt t="21059" x="6286500" y="2265363"/>
          <p14:tracePt t="21073" x="6361113" y="2292350"/>
          <p14:tracePt t="21083" x="6470650" y="2312988"/>
          <p14:tracePt t="21093" x="6586538" y="2333625"/>
          <p14:tracePt t="21105" x="6694488" y="2347913"/>
          <p14:tracePt t="21116" x="6777038" y="2347913"/>
          <p14:tracePt t="21128" x="6851650" y="2354263"/>
          <p14:tracePt t="21139" x="6919913" y="2354263"/>
          <p14:tracePt t="21149" x="6973888" y="2354263"/>
          <p14:tracePt t="21160" x="7007225" y="2354263"/>
          <p14:tracePt t="21172" x="7027863" y="2354263"/>
          <p14:tracePt t="21182" x="7048500" y="2354263"/>
          <p14:tracePt t="21194" x="7062788" y="2354263"/>
          <p14:tracePt t="21206" x="7075488" y="2354263"/>
          <p14:tracePt t="21318" x="7075488" y="2347913"/>
          <p14:tracePt t="21351" x="7062788" y="2347913"/>
          <p14:tracePt t="21395" x="7048500" y="2347913"/>
          <p14:tracePt t="21418" x="7042150" y="2347913"/>
          <p14:tracePt t="21430" x="7007225" y="2347913"/>
          <p14:tracePt t="21623" x="7015163" y="2347913"/>
          <p14:tracePt t="21632" x="7027863" y="2347913"/>
          <p14:tracePt t="21645" x="7042150" y="2347913"/>
          <p14:tracePt t="21666" x="7062788" y="2347913"/>
          <p14:tracePt t="21678" x="7075488" y="2347913"/>
          <p14:tracePt t="21722" x="7062788" y="2347913"/>
          <p14:tracePt t="21733" x="7048500" y="2333625"/>
          <p14:tracePt t="21746" x="7042150" y="2333625"/>
          <p14:tracePt t="21756" x="7015163" y="2333625"/>
          <p14:tracePt t="21769" x="7007225" y="2333625"/>
          <p14:tracePt t="21779" x="6986588" y="2333625"/>
          <p14:tracePt t="21801" x="6973888" y="2333625"/>
          <p14:tracePt t="21902" x="6959600" y="2319338"/>
          <p14:tracePt t="21913" x="6953250" y="2319338"/>
          <p14:tracePt t="21927" x="6938963" y="2319338"/>
          <p14:tracePt t="21937" x="6926263" y="2319338"/>
          <p14:tracePt t="21959" x="6919913" y="2312988"/>
          <p14:tracePt t="21962" x="6905625" y="2312988"/>
          <p14:tracePt t="21971" x="6899275" y="2312988"/>
          <p14:tracePt t="21981" x="6872288" y="2312988"/>
          <p14:tracePt t="21996" x="6872288" y="2300288"/>
          <p14:tracePt t="22006" x="6864350" y="2300288"/>
          <p14:tracePt t="22015" x="6851650" y="2300288"/>
          <p14:tracePt t="22127" x="6864350" y="2300288"/>
          <p14:tracePt t="22150" x="6872288" y="2300288"/>
          <p14:tracePt t="22161" x="6899275" y="2300288"/>
          <p14:tracePt t="22183" x="6919913" y="2300288"/>
          <p14:tracePt t="22186" x="6938963" y="2300288"/>
          <p14:tracePt t="22195" x="6959600" y="2300288"/>
          <p14:tracePt t="22206" x="6986588" y="2300288"/>
          <p14:tracePt t="22220" x="7015163" y="2300288"/>
          <p14:tracePt t="22231" x="7042150" y="2300288"/>
          <p14:tracePt t="22240" x="7062788" y="2300288"/>
          <p14:tracePt t="22253" x="7075488" y="2300288"/>
          <p14:tracePt t="22264" x="7096125" y="2300288"/>
          <p14:tracePt t="22274" x="7110413" y="2300288"/>
          <p14:tracePt t="22286" x="7116763" y="2300288"/>
          <p14:tracePt t="22297" x="7129463" y="2300288"/>
          <p14:tracePt t="22308" x="7137400" y="2300288"/>
          <p14:tracePt t="22320" x="7150100" y="2300288"/>
          <p14:tracePt t="22331" x="7164388" y="2312988"/>
          <p14:tracePt t="22342" x="7185025" y="2312988"/>
          <p14:tracePt t="22354" x="7197725" y="2312988"/>
          <p14:tracePt t="22364" x="7218363" y="2312988"/>
          <p14:tracePt t="22375" x="7239000" y="2312988"/>
          <p14:tracePt t="22387" x="7259638" y="2312988"/>
          <p14:tracePt t="22397" x="7286625" y="2300288"/>
          <p14:tracePt t="22410" x="7292975" y="2300288"/>
          <p14:tracePt t="22421" x="7319963" y="2300288"/>
          <p14:tracePt t="22431" x="7340600" y="2300288"/>
          <p14:tracePt t="22444" x="7361238" y="2300288"/>
          <p14:tracePt t="22455" x="7375525" y="2300288"/>
          <p14:tracePt t="22465" x="7381875" y="2300288"/>
          <p14:tracePt t="22477" x="7396163" y="2300288"/>
          <p14:tracePt t="22488" x="7408863" y="2300288"/>
          <p14:tracePt t="22499" x="7415213" y="2300288"/>
          <p14:tracePt t="22532" x="7429500" y="2300288"/>
          <p14:tracePt t="22566" x="7435850" y="2300288"/>
          <p14:tracePt t="22599" x="7450138" y="2300288"/>
          <p14:tracePt t="22633" x="7450138" y="2292350"/>
          <p14:tracePt t="22667" x="7462838" y="2292350"/>
          <p14:tracePt t="22690" x="7462838" y="2279650"/>
          <p14:tracePt t="22835" x="7462838" y="2265363"/>
          <p14:tracePt t="23207" x="7470775" y="2265363"/>
          <p14:tracePt t="23241" x="7483475" y="2265363"/>
          <p14:tracePt t="23263" x="7497763" y="2265363"/>
          <p14:tracePt t="23275" x="7504113" y="2265363"/>
          <p14:tracePt t="23286" x="7518400" y="2265363"/>
          <p14:tracePt t="23297" x="7531100" y="2265363"/>
          <p14:tracePt t="23309" x="7539038" y="2265363"/>
          <p14:tracePt t="23320" x="7551738" y="2265363"/>
          <p14:tracePt t="23332" x="7558088" y="2265363"/>
          <p14:tracePt t="23342" x="7572375" y="2265363"/>
          <p14:tracePt t="23354" x="7586663" y="2265363"/>
          <p14:tracePt t="23365" x="7605713" y="2265363"/>
          <p14:tracePt t="23376" x="7626350" y="2265363"/>
          <p14:tracePt t="23388" x="7646988" y="2265363"/>
          <p14:tracePt t="23399" x="7673975" y="2265363"/>
          <p14:tracePt t="23412" x="7694613" y="2265363"/>
          <p14:tracePt t="23421" x="7729538" y="2259013"/>
          <p14:tracePt t="23433" x="7748588" y="2259013"/>
          <p14:tracePt t="23447" x="7769225" y="2259013"/>
          <p14:tracePt t="23457" x="7783513" y="2259013"/>
          <p14:tracePt t="23466" x="7796213" y="2259013"/>
          <p14:tracePt t="23489" x="7804150" y="2259013"/>
          <p14:tracePt t="24997" x="7762875" y="2292350"/>
          <p14:tracePt t="25007" x="7640638" y="2347913"/>
          <p14:tracePt t="25018" x="7259638" y="2490788"/>
          <p14:tracePt t="25030" x="6653213" y="2681288"/>
          <p14:tracePt t="25042" x="5959475" y="2932113"/>
          <p14:tracePt t="25052" x="5510213" y="3122613"/>
          <p14:tracePt t="25064" x="4851400" y="3476625"/>
          <p14:tracePt t="25075" x="4476750" y="3735388"/>
          <p14:tracePt t="25086" x="4006850" y="4110038"/>
          <p14:tracePt t="25109" x="3756025" y="4327525"/>
          <p14:tracePt t="25112" x="3476625" y="4565650"/>
          <p14:tracePt t="25120" x="3232150" y="4748213"/>
          <p14:tracePt t="25134" x="3089275" y="4843463"/>
          <p14:tracePt t="25143" x="2911475" y="4967288"/>
          <p14:tracePt t="25660" x="2898775" y="4967288"/>
          <p14:tracePt t="25671" x="2884488" y="4979988"/>
          <p14:tracePt t="25684" x="2863850" y="4979988"/>
          <p14:tracePt t="25695" x="2843213" y="4994275"/>
          <p14:tracePt t="25705" x="2809875" y="5000625"/>
          <p14:tracePt t="25718" x="2776538" y="5021263"/>
          <p14:tracePt t="25729" x="2762250" y="5033963"/>
          <p14:tracePt t="25739" x="2741613" y="5048250"/>
          <p14:tracePt t="25750" x="2728913" y="5068888"/>
          <p14:tracePt t="25761" x="2700338" y="5089525"/>
          <p14:tracePt t="25774" x="2673350" y="5122863"/>
          <p14:tracePt t="25785" x="2652713" y="5143500"/>
          <p14:tracePt t="25795" x="2619375" y="5170488"/>
          <p14:tracePt t="25808" x="2586038" y="5191125"/>
          <p14:tracePt t="25819" x="2551113" y="5224463"/>
          <p14:tracePt t="25829" x="2517775" y="5232400"/>
          <p14:tracePt t="25841" x="2476500" y="5259388"/>
          <p14:tracePt t="25852" x="2408238" y="5280025"/>
          <p14:tracePt t="25862" x="2339975" y="5292725"/>
          <p14:tracePt t="25875" x="2300288" y="5300663"/>
          <p14:tracePt t="25886" x="2232025" y="5300663"/>
          <p14:tracePt t="25896" x="2157413" y="5300663"/>
          <p14:tracePt t="25908" x="2054225" y="5300663"/>
          <p14:tracePt t="25919" x="1931988" y="5292725"/>
          <p14:tracePt t="25931" x="1843088" y="5280025"/>
          <p14:tracePt t="25942" x="1700213" y="5259388"/>
          <p14:tracePt t="25953" x="1577975" y="5245100"/>
          <p14:tracePt t="25965" x="1462088" y="5232400"/>
          <p14:tracePt t="25975" x="1408113" y="5232400"/>
          <p14:tracePt t="25986" x="1339850" y="5232400"/>
          <p14:tracePt t="25999" x="1285875" y="5245100"/>
          <p14:tracePt t="26009" x="1231900" y="5259388"/>
          <p14:tracePt t="26020" x="1196975" y="5265738"/>
          <p14:tracePt t="26033" x="1143000" y="5292725"/>
          <p14:tracePt t="26042" x="1101725" y="5313363"/>
          <p14:tracePt t="26055" x="1074738" y="5334000"/>
          <p14:tracePt t="26066" x="1068388" y="5354638"/>
          <p14:tracePt t="26076" x="1041400" y="5381625"/>
          <p14:tracePt t="26089" x="1033463" y="5402263"/>
          <p14:tracePt t="26100" x="1014413" y="5449888"/>
          <p14:tracePt t="26110" x="985838" y="5491163"/>
          <p14:tracePt t="26122" x="966788" y="5510213"/>
          <p14:tracePt t="26155" x="946150" y="5557838"/>
          <p14:tracePt t="26158" x="919163" y="5592763"/>
          <p14:tracePt t="26168" x="898525" y="5634038"/>
          <p14:tracePt t="26169" x="877888" y="5667375"/>
          <p14:tracePt t="26181" x="857250" y="5715000"/>
          <p14:tracePt t="26191" x="842963" y="5756275"/>
          <p14:tracePt t="26202" x="823913" y="5789613"/>
          <p14:tracePt t="26211" x="809625" y="5824538"/>
          <p14:tracePt t="26223" x="809625" y="5857875"/>
          <p14:tracePt t="26234" x="803275" y="5905500"/>
          <p14:tracePt t="26245" x="803275" y="5946775"/>
          <p14:tracePt t="26257" x="809625" y="5994400"/>
          <p14:tracePt t="26269" x="823913" y="6034088"/>
          <p14:tracePt t="26279" x="842963" y="6089650"/>
          <p14:tracePt t="26291" x="863600" y="6143625"/>
          <p14:tracePt t="26302" x="898525" y="6211888"/>
          <p14:tracePt t="26312" x="911225" y="6259513"/>
          <p14:tracePt t="26324" x="931863" y="6327775"/>
          <p14:tracePt t="26336" x="966788" y="6381750"/>
          <p14:tracePt t="26346" x="1000125" y="6456363"/>
          <p14:tracePt t="26358" x="1020763" y="6510338"/>
          <p14:tracePt t="26370" x="1054100" y="6592888"/>
          <p14:tracePt t="26383" x="1101725" y="6667500"/>
          <p14:tracePt t="26394" x="1143000" y="6735763"/>
          <p14:tracePt t="26404" x="1196975" y="6789738"/>
          <p14:tracePt t="26417" x="1231900" y="6824663"/>
          <p14:tracePt t="26427" x="1279525" y="6843713"/>
          <p14:tracePt t="26505" x="1789113" y="6843713"/>
          <p14:tracePt t="26516" x="1863725" y="6837363"/>
          <p14:tracePt t="26526" x="1952625" y="6824663"/>
          <p14:tracePt t="26539" x="2033588" y="6804025"/>
          <p14:tracePt t="26550" x="2109788" y="6783388"/>
          <p14:tracePt t="26560" x="2211388" y="6756400"/>
          <p14:tracePt t="26572" x="2319338" y="6735763"/>
          <p14:tracePt t="26584" x="2443163" y="6715125"/>
          <p14:tracePt t="26594" x="2544763" y="6688138"/>
          <p14:tracePt t="26606" x="2613025" y="6667500"/>
          <p14:tracePt t="26617" x="2700338" y="6646863"/>
          <p14:tracePt t="26627" x="2789238" y="6626225"/>
          <p14:tracePt t="26639" x="2863850" y="6592888"/>
          <p14:tracePt t="26651" x="2919413" y="6572250"/>
          <p14:tracePt t="26661" x="3006725" y="6524625"/>
          <p14:tracePt t="26673" x="3062288" y="6491288"/>
          <p14:tracePt t="26684" x="3109913" y="6456363"/>
          <p14:tracePt t="26695" x="3128963" y="6423025"/>
          <p14:tracePt t="26707" x="3143250" y="6388100"/>
          <p14:tracePt t="26718" x="3163888" y="6348413"/>
          <p14:tracePt t="26729" x="3176588" y="6292850"/>
          <p14:tracePt t="26740" x="3176588" y="6245225"/>
          <p14:tracePt t="26752" x="3176588" y="6224588"/>
          <p14:tracePt t="26762" x="3176588" y="6191250"/>
          <p14:tracePt t="26774" x="3163888" y="6157913"/>
          <p14:tracePt t="26786" x="3143250" y="6137275"/>
          <p14:tracePt t="26796" x="3128963" y="6102350"/>
          <p14:tracePt t="26808" x="3095625" y="6069013"/>
          <p14:tracePt t="26819" x="3062288" y="6034088"/>
          <p14:tracePt t="26831" x="3021013" y="6000750"/>
          <p14:tracePt t="26841" x="2986088" y="5980113"/>
          <p14:tracePt t="26853" x="2919413" y="5932488"/>
          <p14:tracePt t="26865" x="2843213" y="5911850"/>
          <p14:tracePt t="26875" x="2755900" y="5878513"/>
          <p14:tracePt t="26886" x="2652713" y="5843588"/>
          <p14:tracePt t="26899" x="2565400" y="5824538"/>
          <p14:tracePt t="26909" x="2443163" y="5803900"/>
          <p14:tracePt t="26920" x="2306638" y="5768975"/>
          <p14:tracePt t="26933" x="2176463" y="5748338"/>
          <p14:tracePt t="26943" x="2089150" y="5735638"/>
          <p14:tracePt t="26954" x="1979613" y="5721350"/>
          <p14:tracePt t="26966" x="1878013" y="5721350"/>
          <p14:tracePt t="26976" x="1809750" y="5721350"/>
          <p14:tracePt t="26987" x="1755775" y="5721350"/>
          <p14:tracePt t="27000" x="1687513" y="5748338"/>
          <p14:tracePt t="27010" x="1619250" y="5768975"/>
          <p14:tracePt t="27022" x="1577975" y="5783263"/>
          <p14:tracePt t="27034" x="1524000" y="5810250"/>
          <p14:tracePt t="27044" x="1490663" y="5837238"/>
          <p14:tracePt t="27056" x="1435100" y="5872163"/>
          <p14:tracePt t="27067" x="1401763" y="5911850"/>
          <p14:tracePt t="27077" x="1354138" y="5967413"/>
          <p14:tracePt t="27089" x="1319213" y="6021388"/>
          <p14:tracePt t="27101" x="1300163" y="6089650"/>
          <p14:tracePt t="27111" x="1279525" y="6143625"/>
          <p14:tracePt t="27123" x="1265238" y="6205538"/>
          <p14:tracePt t="27134" x="1252538" y="6238875"/>
          <p14:tracePt t="27145" x="1252538" y="6280150"/>
          <p14:tracePt t="27156" x="1252538" y="6313488"/>
          <p14:tracePt t="27168" x="1265238" y="6354763"/>
          <p14:tracePt t="27182" x="1285875" y="6415088"/>
          <p14:tracePt t="27201" x="1312863" y="6435725"/>
          <p14:tracePt t="27205" x="1333500" y="6477000"/>
          <p14:tracePt t="27218" x="1366838" y="6503988"/>
          <p14:tracePt t="27226" x="1401763" y="6524625"/>
          <p14:tracePt t="27235" x="1422400" y="6538913"/>
          <p14:tracePt t="27248" x="1455738" y="6545263"/>
          <p14:tracePt t="27258" x="1476375" y="6572250"/>
          <p14:tracePt t="27270" x="1509713" y="6572250"/>
          <p14:tracePt t="27282" x="1544638" y="6578600"/>
          <p14:tracePt t="27292" x="1577975" y="6592888"/>
          <p14:tracePt t="27314" x="1633538" y="6599238"/>
          <p14:tracePt t="27318" x="1673225" y="6613525"/>
          <p14:tracePt t="27327" x="1735138" y="6626225"/>
          <p14:tracePt t="27338" x="1789113" y="6626225"/>
          <p14:tracePt t="27352" x="1843088" y="6626225"/>
          <p14:tracePt t="27361" x="1911350" y="6626225"/>
          <p14:tracePt t="27372" x="1979613" y="6626225"/>
          <p14:tracePt t="27384" x="2033588" y="6626225"/>
          <p14:tracePt t="27393" x="2128838" y="6613525"/>
          <p14:tracePt t="27405" x="2265363" y="6599238"/>
          <p14:tracePt t="27417" x="2428875" y="6572250"/>
          <p14:tracePt t="27427" x="2565400" y="6538913"/>
          <p14:tracePt t="27439" x="2762250" y="6470650"/>
          <p14:tracePt t="27450" x="2952750" y="6388100"/>
          <p14:tracePt t="27460" x="3109913" y="6300788"/>
          <p14:tracePt t="27472" x="3244850" y="6211888"/>
          <p14:tracePt t="27484" x="3300413" y="6157913"/>
          <p14:tracePt t="27494" x="3354388" y="6089650"/>
          <p14:tracePt t="27507" x="3367088" y="6048375"/>
          <p14:tracePt t="27519" x="3367088" y="6000750"/>
          <p14:tracePt t="27529" x="3340100" y="5959475"/>
          <p14:tracePt t="27541" x="3271838" y="5905500"/>
          <p14:tracePt t="27553" x="3176588" y="5824538"/>
          <p14:tracePt t="27562" x="3033713" y="5748338"/>
          <p14:tracePt t="27574" x="2919413" y="5688013"/>
          <p14:tracePt t="27585" x="2776538" y="5626100"/>
          <p14:tracePt t="27595" x="2633663" y="5578475"/>
          <p14:tracePt t="27607" x="2462213" y="5538788"/>
          <p14:tracePt t="27618" x="2306638" y="5524500"/>
          <p14:tracePt t="27629" x="2197100" y="5510213"/>
          <p14:tracePt t="27641" x="2074863" y="5510213"/>
          <p14:tracePt t="27652" x="1966913" y="5510213"/>
          <p14:tracePt t="27662" x="1878013" y="5524500"/>
          <p14:tracePt t="27674" x="1824038" y="5545138"/>
          <p14:tracePt t="27686" x="1741488" y="5565775"/>
          <p14:tracePt t="27696" x="1666875" y="5599113"/>
          <p14:tracePt t="27708" x="1598613" y="5646738"/>
          <p14:tracePt t="27720" x="1544638" y="5681663"/>
          <p14:tracePt t="27731" x="1476375" y="5721350"/>
          <p14:tracePt t="27742" x="1422400" y="5783263"/>
          <p14:tracePt t="27753" x="1366838" y="5837238"/>
          <p14:tracePt t="27765" x="1339850" y="5878513"/>
          <p14:tracePt t="27775" x="1312863" y="5926138"/>
          <p14:tracePt t="27787" x="1300163" y="5967413"/>
          <p14:tracePt t="27800" x="1285875" y="6015038"/>
          <p14:tracePt t="27809" x="1285875" y="6054725"/>
          <p14:tracePt t="27821" x="1285875" y="6089650"/>
          <p14:tracePt t="27833" x="1300163" y="6122988"/>
          <p14:tracePt t="27843" x="1312863" y="6170613"/>
          <p14:tracePt t="27855" x="1339850" y="6205538"/>
          <p14:tracePt t="27867" x="1366838" y="6238875"/>
          <p14:tracePt t="27876" x="1401763" y="6265863"/>
          <p14:tracePt t="27888" x="1435100" y="6300788"/>
          <p14:tracePt t="27900" x="1462088" y="6334125"/>
          <p14:tracePt t="27910" x="1490663" y="6354763"/>
          <p14:tracePt t="27922" x="1524000" y="6367463"/>
          <p14:tracePt t="27934" x="1550988" y="6381750"/>
          <p14:tracePt t="27944" x="1585913" y="6388100"/>
          <p14:tracePt t="27956" x="1619250" y="6402388"/>
          <p14:tracePt t="27968" x="1652588" y="6415088"/>
          <p14:tracePt t="27977" x="1720850" y="6415088"/>
          <p14:tracePt t="27989" x="1795463" y="6423025"/>
          <p14:tracePt t="28001" x="1884363" y="6423025"/>
          <p14:tracePt t="28011" x="1952625" y="6423025"/>
          <p14:tracePt t="28023" x="2041525" y="6423025"/>
          <p14:tracePt t="28035" x="2128838" y="6423025"/>
          <p14:tracePt t="28045" x="2217738" y="6415088"/>
          <p14:tracePt t="28057" x="2286000" y="6402388"/>
          <p14:tracePt t="28068" x="2374900" y="6388100"/>
          <p14:tracePt t="28079" x="2476500" y="6367463"/>
          <p14:tracePt t="28090" x="2565400" y="6348413"/>
          <p14:tracePt t="28102" x="2633663" y="6313488"/>
          <p14:tracePt t="28112" x="2687638" y="6265863"/>
          <p14:tracePt t="28124" x="2741613" y="6211888"/>
          <p14:tracePt t="28136" x="2789238" y="6157913"/>
          <p14:tracePt t="28146" x="2809875" y="6089650"/>
          <p14:tracePt t="28158" x="2824163" y="6048375"/>
          <p14:tracePt t="28169" x="2824163" y="6000750"/>
          <p14:tracePt t="28181" x="2795588" y="5959475"/>
          <p14:tracePt t="28192" x="2762250" y="5911850"/>
          <p14:tracePt t="28203" x="2728913" y="5878513"/>
          <p14:tracePt t="28215" x="2667000" y="5837238"/>
          <p14:tracePt t="28225" x="2586038" y="5803900"/>
          <p14:tracePt t="28248" x="2490788" y="5783263"/>
          <p14:tracePt t="28249" x="2387600" y="5756275"/>
          <p14:tracePt t="28259" x="2306638" y="5756275"/>
          <p14:tracePt t="28271" x="2211388" y="5756275"/>
          <p14:tracePt t="28283" x="2095500" y="5756275"/>
          <p14:tracePt t="28292" x="1985963" y="5783263"/>
          <p14:tracePt t="28304" x="1911350" y="5803900"/>
          <p14:tracePt t="28316" x="1795463" y="5837238"/>
          <p14:tracePt t="28326" x="1687513" y="5878513"/>
          <p14:tracePt t="28338" x="1598613" y="5926138"/>
          <p14:tracePt t="28350" x="1550988" y="5959475"/>
          <p14:tracePt t="28360" x="1497013" y="6015038"/>
          <p14:tracePt t="28372" x="1462088" y="6054725"/>
          <p14:tracePt t="28383" x="1443038" y="6116638"/>
          <p14:tracePt t="28393" x="1435100" y="6143625"/>
          <p14:tracePt t="28406" x="1435100" y="6191250"/>
          <p14:tracePt t="28417" x="1435100" y="6224588"/>
          <p14:tracePt t="28428" x="1443038" y="6245225"/>
          <p14:tracePt t="28440" x="1455738" y="6265863"/>
          <p14:tracePt t="28451" x="1462088" y="6292850"/>
          <p14:tracePt t="28461" x="1490663" y="6313488"/>
          <p14:tracePt t="28474" x="1497013" y="6334125"/>
          <p14:tracePt t="28485" x="1524000" y="6348413"/>
          <p14:tracePt t="28495" x="1544638" y="6367463"/>
          <p14:tracePt t="28507" x="1565275" y="6381750"/>
          <p14:tracePt t="28518" x="1598613" y="6402388"/>
          <p14:tracePt t="28529" x="1619250" y="6415088"/>
          <p14:tracePt t="28540" x="1646238" y="6415088"/>
          <p14:tracePt t="28552" x="1673225" y="6423025"/>
          <p14:tracePt t="28563" x="1720850" y="6435725"/>
          <p14:tracePt t="28575" x="1762125" y="6435725"/>
          <p14:tracePt t="28586" x="1830388" y="6450013"/>
          <p14:tracePt t="28598" x="1884363" y="6450013"/>
          <p14:tracePt t="28608" x="1952625" y="6450013"/>
          <p14:tracePt t="28619" x="2006600" y="6450013"/>
          <p14:tracePt t="28631" x="2089150" y="6450013"/>
          <p14:tracePt t="28641" x="2143125" y="6450013"/>
          <p14:tracePt t="28652" x="2244725" y="6435725"/>
          <p14:tracePt t="28665" x="2354263" y="6423025"/>
          <p14:tracePt t="28675" x="2462213" y="6402388"/>
          <p14:tracePt t="28687" x="2551113" y="6381750"/>
          <p14:tracePt t="28699" x="2667000" y="6348413"/>
          <p14:tracePt t="28709" x="2776538" y="6292850"/>
          <p14:tracePt t="28720" x="2863850" y="6224588"/>
          <p14:tracePt t="28733" x="2919413" y="6176963"/>
          <p14:tracePt t="28742" x="2973388" y="6122988"/>
          <p14:tracePt t="28754" x="3006725" y="6089650"/>
          <p14:tracePt t="28766" x="3021013" y="6069013"/>
          <p14:tracePt t="28777" x="3021013" y="6034088"/>
          <p14:tracePt t="28788" x="3006725" y="6015038"/>
          <p14:tracePt t="28800" x="2986088" y="5980113"/>
          <p14:tracePt t="28810" x="2952750" y="5946775"/>
          <p14:tracePt t="28822" x="2919413" y="5911850"/>
          <p14:tracePt t="28834" x="2884488" y="5891213"/>
          <p14:tracePt t="28844" x="2843213" y="5872163"/>
          <p14:tracePt t="28857" x="2789238" y="5843588"/>
          <p14:tracePt t="28868" x="2728913" y="5837238"/>
          <p14:tracePt t="28878" x="2687638" y="5810250"/>
          <p14:tracePt t="28890" x="2633663" y="5803900"/>
          <p14:tracePt t="28901" x="2578100" y="5789613"/>
          <p14:tracePt t="28911" x="2530475" y="5789613"/>
          <p14:tracePt t="28923" x="2490788" y="5789613"/>
          <p14:tracePt t="28935" x="2455863" y="5789613"/>
          <p14:tracePt t="28945" x="2401888" y="5789613"/>
          <p14:tracePt t="28957" x="2333625" y="5783263"/>
          <p14:tracePt t="28968" x="2265363" y="5783263"/>
          <p14:tracePt t="28979" x="2217738" y="5783263"/>
          <p14:tracePt t="28990" x="2157413" y="5783263"/>
          <p14:tracePt t="29002" x="2089150" y="5783263"/>
          <p14:tracePt t="29016" x="2033588" y="5783263"/>
          <p14:tracePt t="29025" x="1979613" y="5789613"/>
          <p14:tracePt t="29036" x="1919288" y="5803900"/>
          <p14:tracePt t="29046" x="1863725" y="5810250"/>
          <p14:tracePt t="29058" x="1809750" y="5837238"/>
          <p14:tracePt t="29069" x="1776413" y="5857875"/>
          <p14:tracePt t="29081" x="1741488" y="5878513"/>
          <p14:tracePt t="29091" x="1700213" y="5905500"/>
          <p14:tracePt t="29103" x="1666875" y="5932488"/>
          <p14:tracePt t="29115" x="1646238" y="5967413"/>
          <p14:tracePt t="29125" x="1633538" y="5994400"/>
          <p14:tracePt t="29137" x="1619250" y="6021388"/>
          <p14:tracePt t="29149" x="1619250" y="6054725"/>
          <p14:tracePt t="29159" x="1619250" y="6081713"/>
          <p14:tracePt t="29170" x="1619250" y="6102350"/>
          <p14:tracePt t="29183" x="1619250" y="6137275"/>
          <p14:tracePt t="29192" x="1633538" y="6157913"/>
          <p14:tracePt t="29204" x="1646238" y="6176963"/>
          <p14:tracePt t="29216" x="1646238" y="6191250"/>
          <p14:tracePt t="29226" x="1652588" y="6211888"/>
          <p14:tracePt t="29237" x="1666875" y="6238875"/>
          <p14:tracePt t="29249" x="1687513" y="6245225"/>
          <p14:tracePt t="29260" x="1700213" y="6259513"/>
          <p14:tracePt t="29273" x="1708150" y="6265863"/>
          <p14:tracePt t="29305" x="1720850" y="6280150"/>
          <p14:tracePt t="29309" x="1735138" y="6292850"/>
          <p14:tracePt t="29317" x="1741488" y="6300788"/>
          <p14:tracePt t="29324" x="1741488" y="6313488"/>
          <p14:tracePt t="29335" x="1755775" y="6327775"/>
          <p14:tracePt t="29344" x="1762125" y="6334125"/>
          <p14:tracePt t="29354" x="1789113" y="6334125"/>
          <p14:tracePt t="29366" x="1795463" y="6348413"/>
          <p14:tracePt t="29375" x="1824038" y="6348413"/>
          <p14:tracePt t="29385" x="1843088" y="6354763"/>
          <p14:tracePt t="29395" x="1863725" y="6354763"/>
          <p14:tracePt t="29407" x="1878013" y="6354763"/>
          <p14:tracePt t="29419" x="1898650" y="6354763"/>
          <p14:tracePt t="29429" x="1911350" y="6354763"/>
          <p14:tracePt t="29441" x="1919288" y="6354763"/>
          <p14:tracePt t="29452" x="1946275" y="6354763"/>
          <p14:tracePt t="29474" x="1952625" y="6348413"/>
          <p14:tracePt t="29485" x="1966913" y="6348413"/>
          <p14:tracePt t="29496" x="1979613" y="6348413"/>
          <p14:tracePt t="29518" x="1985963" y="6348413"/>
          <p14:tracePt t="29531" x="2006600" y="6348413"/>
          <p14:tracePt t="29552" x="2020888" y="6348413"/>
          <p14:tracePt t="29556" x="2054225" y="6334125"/>
          <p14:tracePt t="29569" x="2074863" y="6334125"/>
          <p14:tracePt t="29577" x="2122488" y="6327775"/>
          <p14:tracePt t="29589" x="2163763" y="6313488"/>
          <p14:tracePt t="29601" x="2217738" y="6300788"/>
          <p14:tracePt t="29610" x="2252663" y="6292850"/>
          <p14:tracePt t="29621" x="2300288" y="6280150"/>
          <p14:tracePt t="29634" x="2333625" y="6265863"/>
          <p14:tracePt t="29643" x="2366963" y="6245225"/>
          <p14:tracePt t="29655" x="2374900" y="6238875"/>
          <p14:tracePt t="29667" x="2387600" y="6224588"/>
          <p14:tracePt t="29677" x="2387600" y="6211888"/>
          <p14:tracePt t="29688" x="2387600" y="6191250"/>
          <p14:tracePt t="29700" x="2387600" y="6170613"/>
          <p14:tracePt t="29710" x="2374900" y="6157913"/>
          <p14:tracePt t="29721" x="2366963" y="6143625"/>
          <p14:tracePt t="29733" x="2366963" y="6137275"/>
          <p14:tracePt t="29766" x="2366963" y="6122988"/>
          <p14:tracePt t="29799" x="2366963" y="6116638"/>
          <p14:tracePt t="29822" x="2354263" y="6102350"/>
          <p14:tracePt t="29834" x="2319338" y="6089650"/>
          <p14:tracePt t="30488" x="2319338" y="6102350"/>
          <p14:tracePt t="30498" x="2333625" y="6102350"/>
          <p14:tracePt t="30508" x="2354263" y="6102350"/>
          <p14:tracePt t="30520" x="2387600" y="6102350"/>
          <p14:tracePt t="30532" x="2408238" y="6102350"/>
          <p14:tracePt t="30543" x="2443163" y="6102350"/>
          <p14:tracePt t="30553" x="2455863" y="6089650"/>
          <p14:tracePt t="30566" x="2462213" y="6081713"/>
          <p14:tracePt t="30577" x="2476500" y="6069013"/>
          <p14:tracePt t="30587" x="2490788" y="6048375"/>
          <p14:tracePt t="30599" x="2497138" y="6021388"/>
          <p14:tracePt t="30610" x="2497138" y="6000750"/>
          <p14:tracePt t="30621" x="2497138" y="5980113"/>
          <p14:tracePt t="30633" x="2490788" y="5946775"/>
          <p14:tracePt t="30645" x="2476500" y="5926138"/>
          <p14:tracePt t="30657" x="2443163" y="5911850"/>
          <p14:tracePt t="30669" x="2422525" y="5905500"/>
          <p14:tracePt t="30681" x="2387600" y="5905500"/>
          <p14:tracePt t="30692" x="2354263" y="5905500"/>
          <p14:tracePt t="30701" x="2319338" y="5905500"/>
          <p14:tracePt t="30712" x="2286000" y="5905500"/>
          <p14:tracePt t="30724" x="2252663" y="5911850"/>
          <p14:tracePt t="30735" x="2244725" y="5926138"/>
          <p14:tracePt t="30748" x="2232025" y="5932488"/>
          <p14:tracePt t="30760" x="2217738" y="5959475"/>
          <p14:tracePt t="30776" x="2217738" y="5980113"/>
          <p14:tracePt t="30784" x="2217738" y="6015038"/>
          <p14:tracePt t="30795" x="2232025" y="6048375"/>
          <p14:tracePt t="30804" x="2252663" y="6069013"/>
          <p14:tracePt t="30815" x="2306638" y="6122988"/>
          <p14:tracePt t="30828" x="2401888" y="6170613"/>
          <p14:tracePt t="30838" x="2509838" y="6205538"/>
          <p14:tracePt t="30850" x="2586038" y="6224588"/>
          <p14:tracePt t="30862" x="2673350" y="6224588"/>
          <p14:tracePt t="30871" x="2755900" y="6224588"/>
          <p14:tracePt t="30883" x="2824163" y="6224588"/>
          <p14:tracePt t="30894" x="2851150" y="6211888"/>
          <p14:tracePt t="30904" x="2884488" y="6191250"/>
          <p14:tracePt t="30916" x="2898775" y="6170613"/>
          <p14:tracePt t="30929" x="2898775" y="6143625"/>
          <p14:tracePt t="30940" x="2884488" y="6116638"/>
          <p14:tracePt t="30951" x="2878138" y="6089650"/>
          <p14:tracePt t="30966" x="2824163" y="6048375"/>
          <p14:tracePt t="30977" x="2755900" y="6000750"/>
          <p14:tracePt t="30992" x="2673350" y="5980113"/>
          <p14:tracePt t="30994" x="2598738" y="5967413"/>
          <p14:tracePt t="31010" x="2462213" y="5967413"/>
          <p14:tracePt t="31037" x="2319338" y="5980113"/>
          <p14:tracePt t="31038" x="2074863" y="6054725"/>
          <p14:tracePt t="31057" x="1966913" y="6122988"/>
          <p14:tracePt t="31066" x="1898650" y="6191250"/>
          <p14:tracePt t="31078" x="1857375" y="6245225"/>
          <p14:tracePt t="31087" x="1830388" y="6292850"/>
          <p14:tracePt t="31108" x="1843088" y="6367463"/>
          <p14:tracePt t="31119" x="1863725" y="6402388"/>
          <p14:tracePt t="31129" x="1898650" y="6423025"/>
          <p14:tracePt t="31143" x="1946275" y="6435725"/>
          <p14:tracePt t="31153" x="2000250" y="6450013"/>
          <p14:tracePt t="31166" x="2068513" y="6450013"/>
          <p14:tracePt t="31177" x="2143125" y="6450013"/>
          <p14:tracePt t="31187" x="2197100" y="6435725"/>
          <p14:tracePt t="31199" x="2300288" y="6415088"/>
          <p14:tracePt t="31212" x="2408238" y="6381750"/>
          <p14:tracePt t="31221" x="2517775" y="6334125"/>
          <p14:tracePt t="31233" x="2578100" y="6292850"/>
          <p14:tracePt t="31245" x="2633663" y="6238875"/>
          <p14:tracePt t="31254" x="2652713" y="6191250"/>
          <p14:tracePt t="31266" x="2640013" y="6143625"/>
          <p14:tracePt t="31280" x="2598738" y="6089650"/>
          <p14:tracePt t="31293" x="2517775" y="6054725"/>
          <p14:tracePt t="31302" x="2366963" y="6015038"/>
          <p14:tracePt t="31311" x="2163763" y="5994400"/>
          <p14:tracePt t="31324" x="1952625" y="5994400"/>
          <p14:tracePt t="31334" x="1795463" y="6021388"/>
          <p14:tracePt t="31344" x="1646238" y="6081713"/>
          <p14:tracePt t="31358" x="1530350" y="6157913"/>
          <p14:tracePt t="31368" x="1490663" y="6224588"/>
          <p14:tracePt t="31378" x="1490663" y="6265863"/>
          <p14:tracePt t="31397" x="1497013" y="6327775"/>
          <p14:tracePt t="31401" x="1565275" y="6388100"/>
          <p14:tracePt t="31411" x="1673225" y="6450013"/>
          <p14:tracePt t="31424" x="1824038" y="6503988"/>
          <p14:tracePt t="31433" x="1946275" y="6524625"/>
          <p14:tracePt t="31445" x="2122488" y="6538913"/>
          <p14:tracePt t="31454" x="2279650" y="6524625"/>
          <p14:tracePt t="31466" x="2422525" y="6491288"/>
          <p14:tracePt t="31477" x="2509838" y="6450013"/>
          <p14:tracePt t="31487" x="2598738" y="6388100"/>
          <p14:tracePt t="31499" x="2640013" y="6327775"/>
          <p14:tracePt t="31511" x="2652713" y="6265863"/>
          <p14:tracePt t="31521" x="2633663" y="6211888"/>
          <p14:tracePt t="31533" x="2551113" y="6143625"/>
          <p14:tracePt t="31545" x="2401888" y="6081713"/>
          <p14:tracePt t="31556" x="2197100" y="6048375"/>
          <p14:tracePt t="31566" x="2033588" y="6034088"/>
          <p14:tracePt t="31578" x="1809750" y="6069013"/>
          <p14:tracePt t="31590" x="1612900" y="6137275"/>
          <p14:tracePt t="31600" x="1490663" y="6211888"/>
          <p14:tracePt t="31611" x="1422400" y="6280150"/>
          <p14:tracePt t="31624" x="1408113" y="6327775"/>
          <p14:tracePt t="31634" x="1435100" y="6388100"/>
          <p14:tracePt t="31645" x="1497013" y="6456363"/>
          <p14:tracePt t="31658" x="1646238" y="6538913"/>
          <p14:tracePt t="31668" x="1789113" y="6578600"/>
          <p14:tracePt t="31679" x="2006600" y="6613525"/>
          <p14:tracePt t="31691" x="2244725" y="6626225"/>
          <p14:tracePt t="31701" x="2490788" y="6599238"/>
          <p14:tracePt t="31712" x="2640013" y="6572250"/>
          <p14:tracePt t="31725" x="2830513" y="6503988"/>
          <p14:tracePt t="31735" x="2967038" y="6415088"/>
          <p14:tracePt t="31748" x="3041650" y="6327775"/>
          <p14:tracePt t="31760" x="3062288" y="6245225"/>
          <p14:tracePt t="31770" x="3041650" y="6170613"/>
          <p14:tracePt t="31792" x="2952750" y="6054725"/>
          <p14:tracePt t="31796" x="2776538" y="5946775"/>
          <p14:tracePt t="31808" x="2497138" y="5872163"/>
          <p14:tracePt t="31816" x="2300288" y="5843588"/>
          <p14:tracePt t="31828" x="2033588" y="5857875"/>
          <p14:tracePt t="31837" x="1795463" y="5926138"/>
          <p14:tracePt t="31849" x="1585913" y="6034088"/>
          <p14:tracePt t="31862" x="1490663" y="6122988"/>
          <p14:tracePt t="31871" x="1435100" y="6211888"/>
          <p14:tracePt t="31883" x="1422400" y="6292850"/>
          <p14:tracePt t="31894" x="1455738" y="6348413"/>
          <p14:tracePt t="31904" x="1497013" y="6388100"/>
          <p14:tracePt t="31915" x="1619250" y="6450013"/>
          <p14:tracePt t="31931" x="1755775" y="6491288"/>
          <p14:tracePt t="31942" x="1911350" y="6510338"/>
          <p14:tracePt t="31951" x="2068513" y="6510338"/>
          <p14:tracePt t="31962" x="2176463" y="6510338"/>
          <p14:tracePt t="31971" x="2333625" y="6491288"/>
          <p14:tracePt t="31983" x="2462213" y="6456363"/>
          <p14:tracePt t="31994" x="2598738" y="6402388"/>
          <p14:tracePt t="32006" x="2673350" y="6354763"/>
          <p14:tracePt t="32016" x="2755900" y="6300788"/>
          <p14:tracePt t="32028" x="2795588" y="6238875"/>
          <p14:tracePt t="32040" x="2809875" y="6176963"/>
          <p14:tracePt t="32050" x="2795588" y="6143625"/>
          <p14:tracePt t="32061" x="2741613" y="6081713"/>
          <p14:tracePt t="32074" x="2613025" y="5980113"/>
          <p14:tracePt t="32084" x="2428875" y="5891213"/>
          <p14:tracePt t="32095" x="2176463" y="5803900"/>
          <p14:tracePt t="32108" x="1966913" y="5756275"/>
          <p14:tracePt t="32117" x="1673225" y="5735638"/>
          <p14:tracePt t="32129" x="1422400" y="5735638"/>
          <p14:tracePt t="32141" x="1223963" y="5768975"/>
          <p14:tracePt t="32151" x="1109663" y="5810250"/>
          <p14:tracePt t="32162" x="1014413" y="5878513"/>
          <p14:tracePt t="32175" x="966788" y="5946775"/>
          <p14:tracePt t="32185" x="946150" y="6015038"/>
          <p14:tracePt t="32198" x="952500" y="6069013"/>
          <p14:tracePt t="32209" x="979488" y="6137275"/>
          <p14:tracePt t="32218" x="1041400" y="6205538"/>
          <p14:tracePt t="32231" x="1128713" y="6265863"/>
          <p14:tracePt t="32242" x="1252538" y="6348413"/>
          <p14:tracePt t="32253" x="1339850" y="6381750"/>
          <p14:tracePt t="32265" x="1490663" y="6423025"/>
          <p14:tracePt t="32277" x="1666875" y="6456363"/>
          <p14:tracePt t="32287" x="1884363" y="6477000"/>
          <p14:tracePt t="32299" x="2054225" y="6477000"/>
          <p14:tracePt t="32310" x="2286000" y="6470650"/>
          <p14:tracePt t="32320" x="2455863" y="6450013"/>
          <p14:tracePt t="32332" x="2673350" y="6388100"/>
          <p14:tracePt t="32343" x="2809875" y="6334125"/>
          <p14:tracePt t="32354" x="2967038" y="6259513"/>
          <p14:tracePt t="32366" x="3074988" y="6170613"/>
          <p14:tracePt t="32377" x="3109913" y="6122988"/>
          <p14:tracePt t="32388" x="3122613" y="6048375"/>
          <p14:tracePt t="32400" x="3109913" y="5994400"/>
          <p14:tracePt t="32411" x="3074988" y="5932488"/>
          <p14:tracePt t="32421" x="2986088" y="5872163"/>
          <p14:tracePt t="32444" x="2898775" y="5824538"/>
          <p14:tracePt t="32448" x="2720975" y="5768975"/>
          <p14:tracePt t="32461" x="2517775" y="5715000"/>
          <p14:tracePt t="32468" x="2366963" y="5681663"/>
          <p14:tracePt t="32480" x="2128838" y="5661025"/>
          <p14:tracePt t="32491" x="1979613" y="5646738"/>
          <p14:tracePt t="32501" x="1720850" y="5661025"/>
          <p14:tracePt t="32512" x="1476375" y="5700713"/>
          <p14:tracePt t="32524" x="1339850" y="5756275"/>
          <p14:tracePt t="32534" x="1190625" y="5857875"/>
          <p14:tracePt t="32546" x="1109663" y="5980113"/>
          <p14:tracePt t="32558" x="1089025" y="6048375"/>
          <p14:tracePt t="32568" x="1089025" y="6137275"/>
          <p14:tracePt t="32579" x="1101725" y="6205538"/>
          <p14:tracePt t="32591" x="1143000" y="6280150"/>
          <p14:tracePt t="32601" x="1223963" y="6354763"/>
          <p14:tracePt t="32612" x="1279525" y="6402388"/>
          <p14:tracePt t="32624" x="1374775" y="6456363"/>
          <p14:tracePt t="32635" x="1443038" y="6491288"/>
          <p14:tracePt t="32647" x="1544638" y="6510338"/>
          <p14:tracePt t="32659" x="1666875" y="6538913"/>
          <p14:tracePt t="32669" x="1741488" y="6538913"/>
          <p14:tracePt t="32680" x="1884363" y="6545263"/>
          <p14:tracePt t="32692" x="2033588" y="6545263"/>
          <p14:tracePt t="32703" x="2122488" y="6538913"/>
          <p14:tracePt t="32715" x="2232025" y="6510338"/>
          <p14:tracePt t="32726" x="2300288" y="6503988"/>
          <p14:tracePt t="32736" x="2401888" y="6470650"/>
          <p14:tracePt t="32749" x="2455863" y="6435725"/>
          <p14:tracePt t="32760" x="2490788" y="6402388"/>
          <p14:tracePt t="32770" x="2497138" y="6367463"/>
          <p14:tracePt t="32782" x="2497138" y="6334125"/>
          <p14:tracePt t="32793" x="2476500" y="6300788"/>
          <p14:tracePt t="32804" x="2443163" y="6259513"/>
          <p14:tracePt t="32816" x="2401888" y="6245225"/>
          <p14:tracePt t="32827" x="2354263" y="6238875"/>
          <p14:tracePt t="32837" x="2306638" y="6238875"/>
          <p14:tracePt t="32849" x="2279650" y="6238875"/>
          <p14:tracePt t="32861" x="2244725" y="6238875"/>
          <p14:tracePt t="32871" x="2232025" y="6238875"/>
          <p14:tracePt t="32882" x="2190750" y="6238875"/>
          <p14:tracePt t="32894" x="2109788" y="6238875"/>
          <p14:tracePt t="33096" x="2122488" y="6238875"/>
          <p14:tracePt t="33118" x="2095500" y="6238875"/>
          <p14:tracePt t="33129" x="2041525" y="6224588"/>
          <p14:tracePt t="33142" x="1985963" y="6224588"/>
          <p14:tracePt t="33152" x="1898650" y="6224588"/>
          <p14:tracePt t="33164" x="1809750" y="6211888"/>
          <p14:tracePt t="33176" x="1700213" y="6211888"/>
          <p14:tracePt t="33186" x="1619250" y="6205538"/>
          <p14:tracePt t="33198" x="1530350" y="6191250"/>
          <p14:tracePt t="33210" x="1455738" y="6176963"/>
          <p14:tracePt t="33220" x="1401763" y="6176963"/>
          <p14:tracePt t="33231" x="1354138" y="6170613"/>
          <p14:tracePt t="33244" x="1319213" y="6170613"/>
          <p14:tracePt t="33253" x="1300163" y="6170613"/>
          <p14:tracePt t="33265" x="1279525" y="6157913"/>
          <p14:tracePt t="33278" x="1265238" y="6157913"/>
          <p14:tracePt t="33287" x="1252538" y="6157913"/>
          <p14:tracePt t="33299" x="1231900" y="6157913"/>
          <p14:tracePt t="33311" x="1223963" y="6157913"/>
          <p14:tracePt t="33321" x="1211263" y="6143625"/>
          <p14:tracePt t="33333" x="1196975" y="6143625"/>
          <p14:tracePt t="33344" x="1190625" y="6143625"/>
          <p14:tracePt t="33356" x="1176338" y="6143625"/>
          <p14:tracePt t="33366" x="1163638" y="6143625"/>
          <p14:tracePt t="33399" x="1157288" y="6143625"/>
          <p14:tracePt t="33490" x="1163638" y="6143625"/>
          <p14:tracePt t="33493" x="1176338" y="6143625"/>
          <p14:tracePt t="33502" x="1196975" y="6143625"/>
          <p14:tracePt t="33514" x="1223963" y="6143625"/>
          <p14:tracePt t="33525" x="1244600" y="6143625"/>
          <p14:tracePt t="33535" x="1265238" y="6143625"/>
          <p14:tracePt t="33546" x="1279525" y="6143625"/>
          <p14:tracePt t="33559" x="1285875" y="6143625"/>
          <p14:tracePt t="33602" x="1265238" y="6143625"/>
          <p14:tracePt t="33613" x="1244600" y="6143625"/>
          <p14:tracePt t="33625" x="1223963" y="6143625"/>
          <p14:tracePt t="33636" x="1190625" y="6143625"/>
          <p14:tracePt t="33648" x="1157288" y="6143625"/>
          <p14:tracePt t="33659" x="1122363" y="6143625"/>
          <p14:tracePt t="33670" x="1109663" y="6143625"/>
          <p14:tracePt t="33681" x="1101725" y="6143625"/>
          <p14:tracePt t="33737" x="1109663" y="6143625"/>
          <p14:tracePt t="33748" x="1122363" y="6143625"/>
          <p14:tracePt t="33760" x="1143000" y="6143625"/>
          <p14:tracePt t="33771" x="1163638" y="6137275"/>
          <p14:tracePt t="33783" x="1211263" y="6137275"/>
          <p14:tracePt t="33794" x="1252538" y="6137275"/>
          <p14:tracePt t="33805" x="1285875" y="6137275"/>
          <p14:tracePt t="33817" x="1312863" y="6137275"/>
          <p14:tracePt t="33828" x="1333500" y="6137275"/>
          <p14:tracePt t="33872" x="1319213" y="6137275"/>
          <p14:tracePt t="33883" x="1300163" y="6137275"/>
          <p14:tracePt t="33895" x="1252538" y="6137275"/>
          <p14:tracePt t="33906" x="1211263" y="6122988"/>
          <p14:tracePt t="33918" x="1163638" y="6122988"/>
          <p14:tracePt t="33929" x="1109663" y="6122988"/>
          <p14:tracePt t="33941" x="1054100" y="6122988"/>
          <p14:tracePt t="33951" x="1033463" y="6122988"/>
          <p14:tracePt t="33962" x="1014413" y="6122988"/>
          <p14:tracePt t="33984" x="1000125" y="6122988"/>
          <p14:tracePt t="34008" x="1014413" y="6122988"/>
          <p14:tracePt t="34030" x="1033463" y="6122988"/>
          <p14:tracePt t="34042" x="1054100" y="6122988"/>
          <p14:tracePt t="34052" x="1074738" y="6122988"/>
          <p14:tracePt t="34064" x="1122363" y="6122988"/>
          <p14:tracePt t="34076" x="1163638" y="6137275"/>
          <p14:tracePt t="34086" x="1196975" y="6137275"/>
          <p14:tracePt t="34097" x="1231900" y="6137275"/>
          <p14:tracePt t="34120" x="1244600" y="6137275"/>
          <p14:tracePt t="34142" x="1231900" y="6137275"/>
          <p14:tracePt t="34154" x="1223963" y="6137275"/>
          <p14:tracePt t="34165" x="1196975" y="6137275"/>
          <p14:tracePt t="34177" x="1163638" y="6137275"/>
          <p14:tracePt t="34187" x="1122363" y="6137275"/>
          <p14:tracePt t="34199" x="1089025" y="6137275"/>
          <p14:tracePt t="34210" x="1041400" y="6137275"/>
          <p14:tracePt t="34221" x="1014413" y="6137275"/>
          <p14:tracePt t="34233" x="1000125" y="6137275"/>
          <p14:tracePt t="34266" x="1014413" y="6137275"/>
          <p14:tracePt t="34277" x="1020763" y="6137275"/>
          <p14:tracePt t="34288" x="1041400" y="6137275"/>
          <p14:tracePt t="34300" x="1068388" y="6137275"/>
          <p14:tracePt t="34312" x="1101725" y="6137275"/>
          <p14:tracePt t="34322" x="1128713" y="6137275"/>
          <p14:tracePt t="34334" x="1190625" y="6143625"/>
          <p14:tracePt t="34345" x="1223963" y="6143625"/>
          <p14:tracePt t="34356" x="1252538" y="6143625"/>
          <p14:tracePt t="34368" x="1279525" y="6143625"/>
          <p14:tracePt t="34380" x="1285875" y="6143625"/>
          <p14:tracePt t="34424" x="1252538" y="6143625"/>
          <p14:tracePt t="34435" x="1223963" y="6143625"/>
          <p14:tracePt t="34446" x="1196975" y="6137275"/>
          <p14:tracePt t="34459" x="1143000" y="6137275"/>
          <p14:tracePt t="34468" x="1109663" y="6137275"/>
          <p14:tracePt t="34480" x="1074738" y="6137275"/>
          <p14:tracePt t="34492" x="1068388" y="6137275"/>
          <p14:tracePt t="34502" x="1054100" y="6137275"/>
          <p14:tracePt t="34549" x="1068388" y="6137275"/>
          <p14:tracePt t="34559" x="1101725" y="6137275"/>
          <p14:tracePt t="34570" x="1122363" y="6137275"/>
          <p14:tracePt t="34582" x="1157288" y="6137275"/>
          <p14:tracePt t="34593" x="1190625" y="6137275"/>
          <p14:tracePt t="34604" x="1231900" y="6143625"/>
          <p14:tracePt t="34616" x="1279525" y="6143625"/>
          <p14:tracePt t="34627" x="1300163" y="6143625"/>
          <p14:tracePt t="34637" x="1312863" y="6143625"/>
          <p14:tracePt t="34671" x="1300163" y="6143625"/>
          <p14:tracePt t="34683" x="1285875" y="6143625"/>
          <p14:tracePt t="34694" x="1252538" y="6143625"/>
          <p14:tracePt t="34705" x="1223963" y="6143625"/>
          <p14:tracePt t="34717" x="1190625" y="6137275"/>
          <p14:tracePt t="34728" x="1157288" y="6137275"/>
          <p14:tracePt t="34738" x="1128713" y="6137275"/>
          <p14:tracePt t="34751" x="1109663" y="6137275"/>
          <p14:tracePt t="34817" x="1122363" y="6137275"/>
          <p14:tracePt t="34829" x="1128713" y="6137275"/>
          <p14:tracePt t="34841" x="1157288" y="6137275"/>
          <p14:tracePt t="34851" x="1176338" y="6137275"/>
          <p14:tracePt t="34863" x="1211263" y="6137275"/>
          <p14:tracePt t="34875" x="1231900" y="6137275"/>
          <p14:tracePt t="34885" x="1265238" y="6143625"/>
          <p14:tracePt t="34896" x="1285875" y="6143625"/>
          <p14:tracePt t="34909" x="1300163" y="6143625"/>
          <p14:tracePt t="34919" x="1312863" y="6143625"/>
          <p14:tracePt t="34941" x="1300163" y="6143625"/>
          <p14:tracePt t="34952" x="1285875" y="6143625"/>
          <p14:tracePt t="34964" x="1252538" y="6143625"/>
          <p14:tracePt t="34976" x="1231900" y="6137275"/>
          <p14:tracePt t="34986" x="1190625" y="6137275"/>
          <p14:tracePt t="34999" x="1157288" y="6137275"/>
          <p14:tracePt t="35010" x="1122363" y="6137275"/>
          <p14:tracePt t="35020" x="1101725" y="6137275"/>
          <p14:tracePt t="35033" x="1089025" y="6137275"/>
          <p14:tracePt t="35043" x="1074738" y="6137275"/>
          <p14:tracePt t="35076" x="1089025" y="6137275"/>
          <p14:tracePt t="35087" x="1109663" y="6137275"/>
          <p14:tracePt t="35099" x="1143000" y="6137275"/>
          <p14:tracePt t="35110" x="1163638" y="6137275"/>
          <p14:tracePt t="35121" x="1196975" y="6137275"/>
          <p14:tracePt t="35133" x="1231900" y="6137275"/>
          <p14:tracePt t="35144" x="1265238" y="6137275"/>
          <p14:tracePt t="35155" x="1285875" y="6137275"/>
          <p14:tracePt t="35167" x="1300163" y="6137275"/>
          <p14:tracePt t="35199" x="1285875" y="6137275"/>
          <p14:tracePt t="35211" x="1265238" y="6137275"/>
          <p14:tracePt t="35222" x="1231900" y="6137275"/>
          <p14:tracePt t="35235" x="1196975" y="6122988"/>
          <p14:tracePt t="35245" x="1176338" y="6122988"/>
          <p14:tracePt t="35256" x="1157288" y="6122988"/>
          <p14:tracePt t="35268" x="1143000" y="6122988"/>
          <p14:tracePt t="35279" x="1128713" y="6122988"/>
          <p14:tracePt t="35312" x="1143000" y="6122988"/>
          <p14:tracePt t="35325" x="1157288" y="6122988"/>
          <p14:tracePt t="35335" x="1190625" y="6122988"/>
          <p14:tracePt t="35346" x="1211263" y="6137275"/>
          <p14:tracePt t="35358" x="1231900" y="6137275"/>
          <p14:tracePt t="35369" x="1265238" y="6137275"/>
          <p14:tracePt t="35380" x="1285875" y="6137275"/>
          <p14:tracePt t="35392" x="1300163" y="6137275"/>
          <p14:tracePt t="35402" x="1312863" y="6137275"/>
          <p14:tracePt t="35425" x="1300163" y="6137275"/>
          <p14:tracePt t="35436" x="1279525" y="6137275"/>
          <p14:tracePt t="35447" x="1244600" y="6137275"/>
          <p14:tracePt t="35459" x="1211263" y="6137275"/>
          <p14:tracePt t="35470" x="1190625" y="6137275"/>
          <p14:tracePt t="35482" x="1163638" y="6137275"/>
          <p14:tracePt t="35493" x="1157288" y="6137275"/>
          <p14:tracePt t="35548" x="1163638" y="6137275"/>
          <p14:tracePt t="35560" x="1176338" y="6137275"/>
          <p14:tracePt t="35593" x="1196975" y="6137275"/>
          <p14:tracePt t="35596" x="1231900" y="6137275"/>
          <p14:tracePt t="35605" x="1265238" y="6137275"/>
          <p14:tracePt t="35611" x="1285875" y="6137275"/>
          <p14:tracePt t="35617" x="1319213" y="6137275"/>
          <p14:tracePt t="35628" x="1333500" y="6137275"/>
          <p14:tracePt t="35661" x="1319213" y="6137275"/>
          <p14:tracePt t="35672" x="1300163" y="6137275"/>
          <p14:tracePt t="35684" x="1252538" y="6137275"/>
          <p14:tracePt t="35695" x="1231900" y="6137275"/>
          <p14:tracePt t="35706" x="1196975" y="6137275"/>
          <p14:tracePt t="35719" x="1176338" y="6137275"/>
          <p14:tracePt t="35729" x="1157288" y="6137275"/>
          <p14:tracePt t="35784" x="1163638" y="6137275"/>
          <p14:tracePt t="35796" x="1190625" y="6137275"/>
          <p14:tracePt t="35808" x="1211263" y="6137275"/>
          <p14:tracePt t="35820" x="1231900" y="6137275"/>
          <p14:tracePt t="35830" x="1252538" y="6137275"/>
          <p14:tracePt t="35842" x="1279525" y="6137275"/>
          <p14:tracePt t="35853" x="1300163" y="6137275"/>
          <p14:tracePt t="35897" x="1285875" y="6137275"/>
          <p14:tracePt t="35909" x="1265238" y="6137275"/>
          <p14:tracePt t="35920" x="1244600" y="6137275"/>
          <p14:tracePt t="35933" x="1223963" y="6137275"/>
          <p14:tracePt t="35944" x="1211263" y="6137275"/>
          <p14:tracePt t="35954" x="1196975" y="6137275"/>
          <p14:tracePt t="36010" x="1211263" y="6137275"/>
          <p14:tracePt t="36021" x="1223963" y="6137275"/>
          <p14:tracePt t="36033" x="1244600" y="6137275"/>
          <p14:tracePt t="36044" x="1265238" y="6137275"/>
          <p14:tracePt t="36055" x="1285875" y="6137275"/>
          <p14:tracePt t="36067" x="1319213" y="6143625"/>
          <p14:tracePt t="36078" x="1339850" y="6143625"/>
          <p14:tracePt t="36089" x="1354138" y="6143625"/>
          <p14:tracePt t="36122" x="1333500" y="6143625"/>
          <p14:tracePt t="36133" x="1312863" y="6143625"/>
          <p14:tracePt t="36145" x="1285875" y="6143625"/>
          <p14:tracePt t="36156" x="1265238" y="6143625"/>
          <p14:tracePt t="36168" x="1244600" y="6143625"/>
          <p14:tracePt t="36179" x="1223963" y="6143625"/>
          <p14:tracePt t="36201" x="1211263" y="6143625"/>
          <p14:tracePt t="36235" x="1223963" y="6143625"/>
          <p14:tracePt t="36257" x="1231900" y="6143625"/>
          <p14:tracePt t="36269" x="1244600" y="6143625"/>
          <p14:tracePt t="36280" x="1265238" y="6143625"/>
          <p14:tracePt t="36292" x="1279525" y="6143625"/>
          <p14:tracePt t="36347" x="1265238" y="6143625"/>
          <p14:tracePt t="36359" x="1252538" y="6143625"/>
          <p14:tracePt t="36370" x="1244600" y="6143625"/>
          <p14:tracePt t="36382" x="1231900" y="6143625"/>
          <p14:tracePt t="36459" x="1244600" y="6143625"/>
          <p14:tracePt t="36493" x="1252538" y="6143625"/>
          <p14:tracePt t="37224" x="1244600" y="6143625"/>
          <p14:tracePt t="38788" x="1223963" y="6143625"/>
          <p14:tracePt t="38791" x="1196975" y="6143625"/>
          <p14:tracePt t="38800" x="1190625" y="6143625"/>
          <p14:tracePt t="38811" x="1176338" y="6143625"/>
          <p14:tracePt t="38834" x="1190625" y="6143625"/>
          <p14:tracePt t="38846" x="1196975" y="6143625"/>
          <p14:tracePt t="38857" x="1244600" y="6143625"/>
          <p14:tracePt t="38868" x="1279525" y="6143625"/>
          <p14:tracePt t="38879" x="1300163" y="6157913"/>
          <p14:tracePt t="38890" x="1319213" y="6157913"/>
          <p14:tracePt t="38901" x="1333500" y="6157913"/>
          <p14:tracePt t="38924" x="1319213" y="6157913"/>
          <p14:tracePt t="38946" x="1285875" y="6143625"/>
          <p14:tracePt t="38958" x="1265238" y="6143625"/>
          <p14:tracePt t="38969" x="1244600" y="6143625"/>
          <p14:tracePt t="38981" x="1223963" y="6143625"/>
          <p14:tracePt t="38992" x="1196975" y="6143625"/>
          <p14:tracePt t="39003" x="1190625" y="6143625"/>
          <p14:tracePt t="39036" x="1196975" y="6143625"/>
          <p14:tracePt t="39047" x="1223963" y="6143625"/>
          <p14:tracePt t="39060" x="1252538" y="6143625"/>
          <p14:tracePt t="39070" x="1285875" y="6143625"/>
          <p14:tracePt t="39082" x="1333500" y="6143625"/>
          <p14:tracePt t="39094" x="1374775" y="6157913"/>
          <p14:tracePt t="39104" x="1401763" y="6157913"/>
          <p14:tracePt t="39118" x="1408113" y="6157913"/>
          <p14:tracePt t="39148" x="1401763" y="6157913"/>
          <p14:tracePt t="39160" x="1374775" y="6157913"/>
          <p14:tracePt t="39171" x="1333500" y="6143625"/>
          <p14:tracePt t="39183" x="1285875" y="6143625"/>
          <p14:tracePt t="39195" x="1252538" y="6143625"/>
          <p14:tracePt t="39206" x="1223963" y="6137275"/>
          <p14:tracePt t="39218" x="1196975" y="6137275"/>
          <p14:tracePt t="39228" x="1190625" y="6137275"/>
          <p14:tracePt t="39272" x="1196975" y="6137275"/>
          <p14:tracePt t="39284" x="1223963" y="6137275"/>
          <p14:tracePt t="39295" x="1244600" y="6137275"/>
          <p14:tracePt t="39307" x="1252538" y="6137275"/>
          <p14:tracePt t="39319" x="1265238" y="6137275"/>
          <p14:tracePt t="39329" x="1279525" y="6137275"/>
          <p14:tracePt t="39373" x="1265238" y="6137275"/>
          <p14:tracePt t="39385" x="1252538" y="6137275"/>
          <p14:tracePt t="39396" x="1244600" y="6137275"/>
          <p14:tracePt t="39430" x="1231900" y="6137275"/>
          <p14:tracePt t="39452" x="1244600" y="6137275"/>
          <p14:tracePt t="39475" x="1252538" y="6122988"/>
          <p14:tracePt t="39486" x="1279525" y="6102350"/>
          <p14:tracePt t="39497" x="1333500" y="6054725"/>
          <p14:tracePt t="39511" x="1387475" y="6021388"/>
          <p14:tracePt t="39521" x="1490663" y="5959475"/>
          <p14:tracePt t="39534" x="1612900" y="5857875"/>
          <p14:tracePt t="39544" x="1789113" y="5735638"/>
          <p14:tracePt t="39554" x="1946275" y="5626100"/>
          <p14:tracePt t="39567" x="2157413" y="5449888"/>
          <p14:tracePt t="39578" x="2401888" y="5224463"/>
          <p14:tracePt t="39588" x="2687638" y="4959350"/>
          <p14:tracePt t="39600" x="2898775" y="4756150"/>
          <p14:tracePt t="39611" x="3184525" y="4470400"/>
          <p14:tracePt t="39622" x="3443288" y="4170363"/>
          <p14:tracePt t="39633" x="3721100" y="3871913"/>
          <p14:tracePt t="39644" x="4021138" y="3544888"/>
          <p14:tracePt t="39655" x="4217988" y="3313113"/>
          <p14:tracePt t="39667" x="4395788" y="3048000"/>
          <p14:tracePt t="39678" x="4518025" y="2809875"/>
          <p14:tracePt t="39689" x="4586288" y="2598738"/>
          <p14:tracePt t="39702" x="4605338" y="2470150"/>
          <p14:tracePt t="39711" x="4598988" y="2300288"/>
          <p14:tracePt t="39724" x="4551363" y="2170113"/>
          <p14:tracePt t="39735" x="4483100" y="2047875"/>
          <p14:tracePt t="39745" x="4422775" y="1979613"/>
          <p14:tracePt t="39758" x="4300538" y="1878013"/>
          <p14:tracePt t="39790" x="4143375" y="1789113"/>
          <p14:tracePt t="39793" x="3952875" y="1687513"/>
          <p14:tracePt t="39803" x="3729038" y="1598613"/>
          <p14:tracePt t="39805" x="3565525" y="1530350"/>
          <p14:tracePt t="39813" x="3319463" y="1443038"/>
          <p14:tracePt t="39825" x="3074988" y="1366838"/>
          <p14:tracePt t="39837" x="2863850" y="1319213"/>
          <p14:tracePt t="39846" x="2741613" y="1300163"/>
          <p14:tracePt t="39859" x="2598738" y="1300163"/>
          <p14:tracePt t="39869" x="2497138" y="1300163"/>
          <p14:tracePt t="39880" x="2408238" y="1312863"/>
          <p14:tracePt t="39892" x="2354263" y="1319213"/>
          <p14:tracePt t="39904" x="2252663" y="1347788"/>
          <p14:tracePt t="39914" x="2143125" y="1381125"/>
          <p14:tracePt t="39926" x="2020888" y="1422400"/>
          <p14:tracePt t="39937" x="1919288" y="1470025"/>
          <p14:tracePt t="39947" x="1809750" y="1524000"/>
          <p14:tracePt t="39960" x="1720850" y="1577975"/>
          <p14:tracePt t="39971" x="1633538" y="1633538"/>
          <p14:tracePt t="39981" x="1577975" y="1681163"/>
          <p14:tracePt t="39993" x="1530350" y="1714500"/>
          <p14:tracePt t="40004" x="1490663" y="1741488"/>
          <p14:tracePt t="40015" x="1476375" y="1776413"/>
          <p14:tracePt t="40027" x="1490663" y="1824038"/>
          <p14:tracePt t="40038" x="1497013" y="1857375"/>
          <p14:tracePt t="40049" x="1544638" y="1898650"/>
          <p14:tracePt t="40060" x="1598613" y="1958975"/>
          <p14:tracePt t="40072" x="1666875" y="2000250"/>
          <p14:tracePt t="40084" x="1735138" y="2033588"/>
          <p14:tracePt t="40094" x="1843088" y="2081213"/>
          <p14:tracePt t="40106" x="1966913" y="2122488"/>
          <p14:tracePt t="40118" x="2095500" y="2157413"/>
          <p14:tracePt t="40127" x="2252663" y="2176463"/>
          <p14:tracePt t="40139" x="2366963" y="2190750"/>
          <p14:tracePt t="40152" x="2517775" y="2190750"/>
          <p14:tracePt t="40161" x="2667000" y="2190750"/>
          <p14:tracePt t="40173" x="2776538" y="2170113"/>
          <p14:tracePt t="40185" x="2830513" y="2143125"/>
          <p14:tracePt t="40195" x="2878138" y="2109788"/>
          <p14:tracePt t="40207" x="2898775" y="2068513"/>
          <p14:tracePt t="40218" x="2898775" y="2033588"/>
          <p14:tracePt t="40229" x="2884488" y="2000250"/>
          <p14:tracePt t="40241" x="2851150" y="1946275"/>
          <p14:tracePt t="40253" x="2789238" y="1890713"/>
          <p14:tracePt t="40262" x="2687638" y="1836738"/>
          <p14:tracePt t="40274" x="2551113" y="1776413"/>
          <p14:tracePt t="40286" x="2443163" y="1741488"/>
          <p14:tracePt t="40296" x="2286000" y="1720850"/>
          <p14:tracePt t="40309" x="2143125" y="1714500"/>
          <p14:tracePt t="40320" x="2006600" y="1714500"/>
          <p14:tracePt t="40330" x="1919288" y="1720850"/>
          <p14:tracePt t="40342" x="1809750" y="1741488"/>
          <p14:tracePt t="40354" x="1735138" y="1789113"/>
          <p14:tracePt t="40364" x="1673225" y="1836738"/>
          <p14:tracePt t="40376" x="1646238" y="1878013"/>
          <p14:tracePt t="40387" x="1619250" y="1931988"/>
          <p14:tracePt t="40398" x="1612900" y="1979613"/>
          <p14:tracePt t="40409" x="1598613" y="2020888"/>
          <p14:tracePt t="40420" x="1598613" y="2047875"/>
          <p14:tracePt t="40431" x="1612900" y="2068513"/>
          <p14:tracePt t="40444" x="1612900" y="2081213"/>
          <p14:tracePt t="40454" x="1633538" y="2089150"/>
          <p14:tracePt t="40465" x="1652588" y="2101850"/>
          <p14:tracePt t="40477" x="1673225" y="2101850"/>
          <p14:tracePt t="40488" x="1708150" y="2101850"/>
          <p14:tracePt t="40500" x="1755775" y="2101850"/>
          <p14:tracePt t="40510" x="1824038" y="2101850"/>
          <p14:tracePt t="40522" x="1863725" y="2101850"/>
          <p14:tracePt t="40534" x="1919288" y="2089150"/>
          <p14:tracePt t="40544" x="1966913" y="2068513"/>
          <p14:tracePt t="40556" x="1985963" y="2047875"/>
          <p14:tracePt t="40568" x="2000250" y="2033588"/>
          <p14:tracePt t="40577" x="2006600" y="2014538"/>
          <p14:tracePt t="40589" x="2006600" y="1979613"/>
          <p14:tracePt t="40602" x="2006600" y="1958975"/>
          <p14:tracePt t="40611" x="2006600" y="1925638"/>
          <p14:tracePt t="40623" x="1985963" y="1898650"/>
          <p14:tracePt t="40635" x="1966913" y="1863725"/>
          <p14:tracePt t="40645" x="1919288" y="1836738"/>
          <p14:tracePt t="40657" x="1857375" y="1803400"/>
          <p14:tracePt t="40669" x="1795463" y="1789113"/>
          <p14:tracePt t="40679" x="1735138" y="1789113"/>
          <p14:tracePt t="40690" x="1673225" y="1789113"/>
          <p14:tracePt t="40702" x="1619250" y="1803400"/>
          <p14:tracePt t="40713" x="1585913" y="1809750"/>
          <p14:tracePt t="40725" x="1550988" y="1836738"/>
          <p14:tracePt t="40736" x="1530350" y="1857375"/>
          <p14:tracePt t="40746" x="1530350" y="1898650"/>
          <p14:tracePt t="40758" x="1544638" y="1958975"/>
          <p14:tracePt t="40771" x="1565275" y="2014538"/>
          <p14:tracePt t="40781" x="1633538" y="2089150"/>
          <p14:tracePt t="40793" x="1720850" y="2157413"/>
          <p14:tracePt t="40804" x="1824038" y="2211388"/>
          <p14:tracePt t="40836" x="1911350" y="2244725"/>
          <p14:tracePt t="40840" x="2054225" y="2279650"/>
          <p14:tracePt t="40849" x="2244725" y="2292350"/>
          <p14:tracePt t="40853" x="2476500" y="2312988"/>
          <p14:tracePt t="40862" x="2640013" y="2312988"/>
          <p14:tracePt t="40872" x="2878138" y="2300288"/>
          <p14:tracePt t="40881" x="3074988" y="2279650"/>
          <p14:tracePt t="40893" x="3252788" y="2244725"/>
          <p14:tracePt t="40905" x="3443288" y="2211388"/>
          <p14:tracePt t="40915" x="3565525" y="2176463"/>
          <p14:tracePt t="40927" x="3708400" y="2143125"/>
          <p14:tracePt t="40938" x="3816350" y="2109788"/>
          <p14:tracePt t="40949" x="3878263" y="2089150"/>
          <p14:tracePt t="40961" x="3898900" y="2081213"/>
          <p14:tracePt t="40972" x="3905250" y="2054225"/>
          <p14:tracePt t="40984" x="3898900" y="2033588"/>
          <p14:tracePt t="40994" x="3851275" y="2014538"/>
          <p14:tracePt t="41006" x="3776663" y="1979613"/>
          <p14:tracePt t="41018" x="3640138" y="1925638"/>
          <p14:tracePt t="41028" x="3462338" y="1890713"/>
          <p14:tracePt t="41039" x="3300413" y="1857375"/>
          <p14:tracePt t="41052" x="3184525" y="1857375"/>
          <p14:tracePt t="41061" x="3074988" y="1857375"/>
          <p14:tracePt t="41073" x="3000375" y="1878013"/>
          <p14:tracePt t="41085" x="2938463" y="1911350"/>
          <p14:tracePt t="41095" x="2919413" y="1931988"/>
          <p14:tracePt t="41107" x="2911475" y="1979613"/>
          <p14:tracePt t="41119" x="2911475" y="2033588"/>
          <p14:tracePt t="41129" x="2932113" y="2081213"/>
          <p14:tracePt t="41140" x="2973388" y="2122488"/>
          <p14:tracePt t="41152" x="3021013" y="2157413"/>
          <p14:tracePt t="41162" x="3109913" y="2197100"/>
          <p14:tracePt t="41174" x="3197225" y="2224088"/>
          <p14:tracePt t="41186" x="3300413" y="2244725"/>
          <p14:tracePt t="41196" x="3367088" y="2244725"/>
          <p14:tracePt t="41208" x="3455988" y="2244725"/>
          <p14:tracePt t="41220" x="3530600" y="2224088"/>
          <p14:tracePt t="41230" x="3565525" y="2211388"/>
          <p14:tracePt t="41242" x="3586163" y="2176463"/>
          <p14:tracePt t="41254" x="3586163" y="2170113"/>
          <p14:tracePt t="41264" x="3578225" y="2143125"/>
          <p14:tracePt t="41276" x="3565525" y="2122488"/>
          <p14:tracePt t="41288" x="3551238" y="2109788"/>
          <p14:tracePt t="41297" x="3544888" y="2109788"/>
          <p14:tracePt t="41309" x="3530600" y="2109788"/>
          <p14:tracePt t="41331" x="3517900" y="2109788"/>
          <p14:tracePt t="41365" x="3517900" y="2122488"/>
          <p14:tracePt t="41500" x="3517900" y="2136775"/>
          <p14:tracePt t="41522" x="3517900" y="2157413"/>
          <p14:tracePt t="41535" x="3530600" y="2197100"/>
          <p14:tracePt t="41545" x="3544888" y="2279650"/>
          <p14:tracePt t="41556" x="3578225" y="2401888"/>
          <p14:tracePt t="41569" x="3619500" y="2544763"/>
          <p14:tracePt t="41579" x="3652838" y="2735263"/>
          <p14:tracePt t="41590" x="3673475" y="2898775"/>
          <p14:tracePt t="41603" x="3673475" y="3170238"/>
          <p14:tracePt t="41612" x="3667125" y="3455988"/>
          <p14:tracePt t="41624" x="3586163" y="3748088"/>
          <p14:tracePt t="41636" x="3497263" y="3946525"/>
          <p14:tracePt t="41646" x="3333750" y="4211638"/>
          <p14:tracePt t="41658" x="3109913" y="4491038"/>
          <p14:tracePt t="41669" x="2884488" y="4768850"/>
          <p14:tracePt t="41680" x="2728913" y="4959350"/>
          <p14:tracePt t="41692" x="2565400" y="5211763"/>
          <p14:tracePt t="41703" x="2428875" y="5422900"/>
          <p14:tracePt t="41713" x="2339975" y="5599113"/>
          <p14:tracePt t="41726" x="2279650" y="5721350"/>
          <p14:tracePt t="41737" x="2244725" y="5783263"/>
          <p14:tracePt t="41747" x="2197100" y="5810250"/>
          <p14:tracePt t="41760" x="2163763" y="5824538"/>
          <p14:tracePt t="42186" x="2176463" y="5837238"/>
          <p14:tracePt t="42197" x="2176463" y="5857875"/>
          <p14:tracePt t="42209" x="2176463" y="5872163"/>
          <p14:tracePt t="42220" x="2176463" y="5878513"/>
          <p14:tracePt t="42231" x="2163763" y="5905500"/>
          <p14:tracePt t="42245" x="2157413" y="5926138"/>
          <p14:tracePt t="42254" x="2143125" y="5946775"/>
          <p14:tracePt t="42266" x="2128838" y="5959475"/>
          <p14:tracePt t="42278" x="2109788" y="5980113"/>
          <p14:tracePt t="42288" x="2074863" y="5994400"/>
          <p14:tracePt t="42300" x="2054225" y="6015038"/>
          <p14:tracePt t="42311" x="2020888" y="6034088"/>
          <p14:tracePt t="42321" x="2000250" y="6048375"/>
          <p14:tracePt t="42333" x="1966913" y="6069013"/>
          <p14:tracePt t="42345" x="1946275" y="6081713"/>
          <p14:tracePt t="42355" x="1919288" y="6089650"/>
          <p14:tracePt t="42367" x="1911350" y="6102350"/>
          <p14:tracePt t="42378" x="1898650" y="6102350"/>
          <p14:tracePt t="42389" x="1884363" y="6102350"/>
          <p14:tracePt t="42400" x="1878013" y="6102350"/>
          <p14:tracePt t="42456" x="1878013" y="6089650"/>
          <p14:tracePt t="42534" x="1884363" y="6102350"/>
          <p14:tracePt t="42546" x="1919288" y="6116638"/>
          <p14:tracePt t="42559" x="1966913" y="6122988"/>
          <p14:tracePt t="42569" x="2020888" y="6137275"/>
          <p14:tracePt t="42580" x="2089150" y="6143625"/>
          <p14:tracePt t="42592" x="2176463" y="6157913"/>
          <p14:tracePt t="42602" x="2252663" y="6157913"/>
          <p14:tracePt t="42614" x="2354263" y="6170613"/>
          <p14:tracePt t="42626" x="2455863" y="6176963"/>
          <p14:tracePt t="42636" x="2517775" y="6176963"/>
          <p14:tracePt t="42648" x="2578100" y="6176963"/>
          <p14:tracePt t="42660" x="2598738" y="6176963"/>
          <p14:tracePt t="42692" x="2586038" y="6176963"/>
          <p14:tracePt t="42703" x="2565400" y="6170613"/>
          <p14:tracePt t="42716" x="2490788" y="6157913"/>
          <p14:tracePt t="42727" x="2408238" y="6143625"/>
          <p14:tracePt t="42737" x="2306638" y="6137275"/>
          <p14:tracePt t="42750" x="2232025" y="6137275"/>
          <p14:tracePt t="42761" x="2122488" y="6137275"/>
          <p14:tracePt t="42771" x="2006600" y="6122988"/>
          <p14:tracePt t="42784" x="1919288" y="6122988"/>
          <p14:tracePt t="42794" x="1863725" y="6122988"/>
          <p14:tracePt t="42805" x="1843088" y="6122988"/>
          <p14:tracePt t="42817" x="1830388" y="6122988"/>
          <p14:tracePt t="42861" x="1843088" y="6122988"/>
          <p14:tracePt t="42872" x="1863725" y="6122988"/>
          <p14:tracePt t="42884" x="1884363" y="6122988"/>
          <p14:tracePt t="42896" x="1911350" y="6122988"/>
          <p14:tracePt t="42906" x="1952625" y="6122988"/>
          <p14:tracePt t="42928" x="2033588" y="6122988"/>
          <p14:tracePt t="42932" x="2109788" y="6122988"/>
          <p14:tracePt t="42940" x="2176463" y="6137275"/>
          <p14:tracePt t="42954" x="2279650" y="6143625"/>
          <p14:tracePt t="42963" x="2366963" y="6143625"/>
          <p14:tracePt t="42975" x="2428875" y="6157913"/>
          <p14:tracePt t="42986" x="2497138" y="6157913"/>
          <p14:tracePt t="42997" x="2530475" y="6157913"/>
          <p14:tracePt t="43008" x="2565400" y="6157913"/>
          <p14:tracePt t="43019" x="2578100" y="6157913"/>
          <p14:tracePt t="43030" x="2586038" y="6157913"/>
          <p14:tracePt t="43119" x="2565400" y="6157913"/>
          <p14:tracePt t="43132" x="2530475" y="6157913"/>
          <p14:tracePt t="43143" x="2497138" y="6157913"/>
          <p14:tracePt t="43153" x="2428875" y="6157913"/>
          <p14:tracePt t="43165" x="2339975" y="6157913"/>
          <p14:tracePt t="43178" x="2244725" y="6157913"/>
          <p14:tracePt t="43187" x="2176463" y="6157913"/>
          <p14:tracePt t="43199" x="2089150" y="6157913"/>
          <p14:tracePt t="43211" x="2000250" y="6157913"/>
          <p14:tracePt t="43221" x="1931988" y="6157913"/>
          <p14:tracePt t="43233" x="1884363" y="6143625"/>
          <p14:tracePt t="43245" x="1857375" y="6143625"/>
          <p14:tracePt t="43255" x="1830388" y="6143625"/>
          <p14:tracePt t="43267" x="1824038" y="6143625"/>
          <p14:tracePt t="43367" x="1830388" y="6143625"/>
          <p14:tracePt t="43379" x="1843088" y="6143625"/>
          <p14:tracePt t="43390" x="1863725" y="6143625"/>
          <p14:tracePt t="43401" x="1884363" y="6143625"/>
          <p14:tracePt t="43412" x="1911350" y="6143625"/>
          <p14:tracePt t="43424" x="1946275" y="6143625"/>
          <p14:tracePt t="43435" x="1966913" y="6143625"/>
          <p14:tracePt t="43446" x="2000250" y="6143625"/>
          <p14:tracePt t="43458" x="2020888" y="6143625"/>
          <p14:tracePt t="43469" x="2054225" y="6143625"/>
          <p14:tracePt t="43480" x="2068513" y="6143625"/>
          <p14:tracePt t="43492" x="2089150" y="6157913"/>
          <p14:tracePt t="43503" x="2095500" y="6157913"/>
          <p14:tracePt t="43513" x="2109788" y="6157913"/>
          <p14:tracePt t="43536" x="2122488" y="6157913"/>
          <p14:tracePt t="43548" x="2128838" y="6157913"/>
          <p14:tracePt t="43559" x="2143125" y="6157913"/>
          <p14:tracePt t="43570" x="2157413" y="6157913"/>
          <p14:tracePt t="43583" x="2163763" y="6157913"/>
          <p14:tracePt t="43592" x="2190750" y="6157913"/>
          <p14:tracePt t="43604" x="2217738" y="6157913"/>
          <p14:tracePt t="43616" x="2244725" y="6157913"/>
          <p14:tracePt t="43626" x="2279650" y="6157913"/>
          <p14:tracePt t="43637" x="2306638" y="6157913"/>
          <p14:tracePt t="43650" x="2339975" y="6157913"/>
          <p14:tracePt t="43660" x="2387600" y="6157913"/>
          <p14:tracePt t="43672" x="2422525" y="6157913"/>
          <p14:tracePt t="43683" x="2455863" y="6157913"/>
          <p14:tracePt t="43694" x="2497138" y="6157913"/>
          <p14:tracePt t="43706" x="2530475" y="6157913"/>
          <p14:tracePt t="43717" x="2551113" y="6157913"/>
          <p14:tracePt t="43727" x="2578100" y="6157913"/>
          <p14:tracePt t="43739" x="2598738" y="6157913"/>
          <p14:tracePt t="43750" x="2619375" y="6157913"/>
          <p14:tracePt t="43761" x="2633663" y="6157913"/>
          <p14:tracePt t="43773" x="2640013" y="6157913"/>
          <p14:tracePt t="43785" x="2652713" y="6157913"/>
          <p14:tracePt t="43795" x="2667000" y="6157913"/>
          <p14:tracePt t="43930" x="2673350" y="6157913"/>
          <p14:tracePt t="43952" x="2687638" y="6157913"/>
          <p14:tracePt t="43976" x="2700338" y="6157913"/>
          <p14:tracePt t="43997" x="2708275" y="6157913"/>
          <p14:tracePt t="44001" x="2720975" y="6157913"/>
          <p14:tracePt t="44009" x="2728913" y="6157913"/>
          <p14:tracePt t="44023" x="2741613" y="6157913"/>
          <p14:tracePt t="44245" x="2741613" y="6143625"/>
          <p14:tracePt t="44256" x="2720975" y="6143625"/>
          <p14:tracePt t="44267" x="2687638" y="6122988"/>
          <p14:tracePt t="44290" x="2619375" y="6116638"/>
          <p14:tracePt t="44301" x="2578100" y="6102350"/>
          <p14:tracePt t="44304" x="2517775" y="6089650"/>
          <p14:tracePt t="44314" x="2428875" y="6089650"/>
          <p14:tracePt t="44324" x="2339975" y="6081713"/>
          <p14:tracePt t="44338" x="2244725" y="6069013"/>
          <p14:tracePt t="44348" x="2190750" y="6069013"/>
          <p14:tracePt t="44359" x="2128838" y="6069013"/>
          <p14:tracePt t="44369" x="2074863" y="6069013"/>
          <p14:tracePt t="44381" x="2041525" y="6069013"/>
          <p14:tracePt t="44392" x="2033588" y="6069013"/>
          <p14:tracePt t="44404" x="2020888" y="6069013"/>
          <p14:tracePt t="44414" x="2006600" y="6069013"/>
          <p14:tracePt t="44425" x="2000250" y="6069013"/>
          <p14:tracePt t="44447" x="1985963" y="6069013"/>
          <p14:tracePt t="44458" x="1979613" y="6069013"/>
          <p14:tracePt t="44481" x="1966913" y="6069013"/>
          <p14:tracePt t="44537" x="1952625" y="6069013"/>
          <p14:tracePt t="44548" x="1952625" y="6081713"/>
          <p14:tracePt t="44604" x="1946275" y="6081713"/>
          <p14:tracePt t="44649" x="1931988" y="6081713"/>
          <p14:tracePt t="45191" x="1931988" y="6089650"/>
          <p14:tracePt t="45212" x="1946275" y="6089650"/>
          <p14:tracePt t="45224" x="1946275" y="6102350"/>
          <p14:tracePt t="45236" x="1952625" y="6102350"/>
          <p14:tracePt t="45247" x="1966913" y="6102350"/>
          <p14:tracePt t="45257" x="1979613" y="6116638"/>
          <p14:tracePt t="45280" x="1985963" y="6116638"/>
          <p14:tracePt t="45291" x="2000250" y="6116638"/>
          <p14:tracePt t="45304" x="2006600" y="6116638"/>
          <p14:tracePt t="45314" x="2020888" y="6116638"/>
          <p14:tracePt t="45327" x="2033588" y="6122988"/>
          <p14:tracePt t="45338" x="2054225" y="6122988"/>
          <p14:tracePt t="45347" x="2068513" y="6122988"/>
          <p14:tracePt t="45360" x="2074863" y="6122988"/>
          <p14:tracePt t="45371" x="2089150" y="6122988"/>
          <p14:tracePt t="45414" x="2068513" y="6116638"/>
          <p14:tracePt t="45752" x="2068513" y="6122988"/>
          <p14:tracePt t="45764" x="2068513" y="6116638"/>
          <p14:tracePt t="45786" x="2054225" y="6116638"/>
          <p14:tracePt t="45797" x="2041525" y="6116638"/>
          <p14:tracePt t="45820" x="2033588" y="6122988"/>
          <p14:tracePt t="45842" x="2033588" y="6137275"/>
          <p14:tracePt t="45876" x="2041525" y="6143625"/>
          <p14:tracePt t="45887" x="2068513" y="6143625"/>
          <p14:tracePt t="45899" x="2095500" y="6157913"/>
          <p14:tracePt t="45912" x="2128838" y="6157913"/>
          <p14:tracePt t="45922" x="2176463" y="6157913"/>
          <p14:tracePt t="45932" x="2232025" y="6157913"/>
          <p14:tracePt t="45946" x="2286000" y="6157913"/>
          <p14:tracePt t="45956" x="2333625" y="6157913"/>
          <p14:tracePt t="45968" x="2387600" y="6170613"/>
          <p14:tracePt t="45980" x="2443163" y="6170613"/>
          <p14:tracePt t="45990" x="2497138" y="6176963"/>
          <p14:tracePt t="46000" x="2530475" y="6176963"/>
          <p14:tracePt t="46013" x="2578100" y="6176963"/>
          <p14:tracePt t="46023" x="2613025" y="6176963"/>
          <p14:tracePt t="46034" x="2640013" y="6176963"/>
          <p14:tracePt t="46046" x="2652713" y="6176963"/>
          <p14:tracePt t="46079" x="2673350" y="6176963"/>
          <p14:tracePt t="46082" x="2687638" y="6170613"/>
          <p14:tracePt t="46090" x="2700338" y="6170613"/>
          <p14:tracePt t="46096" x="2700338" y="6157913"/>
          <p14:tracePt t="46102" x="2700338" y="6143625"/>
          <p14:tracePt t="46114" x="2673350" y="6122988"/>
          <p14:tracePt t="46124" x="2640013" y="6102350"/>
          <p14:tracePt t="46135" x="2586038" y="6081713"/>
          <p14:tracePt t="46147" x="2517775" y="6054725"/>
          <p14:tracePt t="46159" x="2401888" y="6034088"/>
          <p14:tracePt t="46170" x="2244725" y="6015038"/>
          <p14:tracePt t="46182" x="2041525" y="5980113"/>
          <p14:tracePt t="46191" x="1878013" y="5967413"/>
          <p14:tracePt t="46205" x="1646238" y="5967413"/>
          <p14:tracePt t="46215" x="1435100" y="5980113"/>
          <p14:tracePt t="46225" x="1279525" y="6000750"/>
          <p14:tracePt t="46238" x="1196975" y="6034088"/>
          <p14:tracePt t="46249" x="1109663" y="6069013"/>
          <p14:tracePt t="46259" x="1054100" y="6089650"/>
          <p14:tracePt t="46271" x="1014413" y="6122988"/>
          <p14:tracePt t="46282" x="966788" y="6157913"/>
          <p14:tracePt t="46292" x="946150" y="6176963"/>
          <p14:tracePt t="46304" x="911225" y="6205538"/>
          <p14:tracePt t="46316" x="890588" y="6238875"/>
          <p14:tracePt t="46326" x="877888" y="6259513"/>
          <p14:tracePt t="46338" x="857250" y="6280150"/>
          <p14:tracePt t="46349" x="842963" y="6313488"/>
          <p14:tracePt t="46361" x="830263" y="6334125"/>
          <p14:tracePt t="46372" x="823913" y="6367463"/>
          <p14:tracePt t="46383" x="823913" y="6388100"/>
          <p14:tracePt t="46395" x="823913" y="6423025"/>
          <p14:tracePt t="46405" x="823913" y="6450013"/>
          <p14:tracePt t="46417" x="830263" y="6477000"/>
          <p14:tracePt t="46429" x="842963" y="6503988"/>
          <p14:tracePt t="46439" x="863600" y="6538913"/>
          <p14:tracePt t="46451" x="898525" y="6572250"/>
          <p14:tracePt t="46463" x="931863" y="6592888"/>
          <p14:tracePt t="46472" x="966788" y="6613525"/>
          <p14:tracePt t="46484" x="1000125" y="6634163"/>
          <p14:tracePt t="46496" x="1054100" y="6646863"/>
          <p14:tracePt t="46506" x="1109663" y="6661150"/>
          <p14:tracePt t="46518" x="1176338" y="6667500"/>
          <p14:tracePt t="46529" x="1231900" y="6681788"/>
          <p14:tracePt t="46540" x="1319213" y="6681788"/>
          <p14:tracePt t="46552" x="1401763" y="6681788"/>
          <p14:tracePt t="46563" x="1490663" y="6681788"/>
          <p14:tracePt t="46574" x="1550988" y="6681788"/>
          <p14:tracePt t="46585" x="1646238" y="6667500"/>
          <p14:tracePt t="46597" x="1720850" y="6667500"/>
          <p14:tracePt t="46607" x="1795463" y="6661150"/>
          <p14:tracePt t="46619" x="1878013" y="6634163"/>
          <p14:tracePt t="46631" x="1946275" y="6626225"/>
          <p14:tracePt t="46641" x="2006600" y="6599238"/>
          <p14:tracePt t="46653" x="2074863" y="6578600"/>
          <p14:tracePt t="46665" x="2143125" y="6557963"/>
          <p14:tracePt t="46675" x="2176463" y="6538913"/>
          <p14:tracePt t="46687" x="2211388" y="6503988"/>
          <p14:tracePt t="46698" x="2217738" y="6470650"/>
          <p14:tracePt t="46709" x="2232025" y="6435725"/>
          <p14:tracePt t="46720" x="2232025" y="6415088"/>
          <p14:tracePt t="46732" x="2232025" y="6367463"/>
          <p14:tracePt t="46743" x="2217738" y="6327775"/>
          <p14:tracePt t="46754" x="2197100" y="6280150"/>
          <p14:tracePt t="46766" x="2176463" y="6245225"/>
          <p14:tracePt t="46776" x="2128838" y="6211888"/>
          <p14:tracePt t="46789" x="2074863" y="6176963"/>
          <p14:tracePt t="46800" x="2006600" y="6143625"/>
          <p14:tracePt t="46811" x="1911350" y="6122988"/>
          <p14:tracePt t="46821" x="1824038" y="6102350"/>
          <p14:tracePt t="46833" x="1666875" y="6102350"/>
          <p14:tracePt t="46845" x="1497013" y="6089650"/>
          <p14:tracePt t="46855" x="1339850" y="6102350"/>
          <p14:tracePt t="46866" x="1223963" y="6116638"/>
          <p14:tracePt t="46879" x="1089025" y="6137275"/>
          <p14:tracePt t="46889" x="985838" y="6170613"/>
          <p14:tracePt t="46912" x="911225" y="6205538"/>
          <p14:tracePt t="46912" x="863600" y="6224588"/>
          <p14:tracePt t="46922" x="823913" y="6259513"/>
          <p14:tracePt t="46934" x="788988" y="6292850"/>
          <p14:tracePt t="46946" x="768350" y="6327775"/>
          <p14:tracePt t="46956" x="755650" y="6348413"/>
          <p14:tracePt t="46968" x="741363" y="6367463"/>
          <p14:tracePt t="46979" x="741363" y="6402388"/>
          <p14:tracePt t="46990" x="741363" y="6435725"/>
          <p14:tracePt t="47001" x="741363" y="6456363"/>
          <p14:tracePt t="47014" x="755650" y="6470650"/>
          <p14:tracePt t="47024" x="768350" y="6491288"/>
          <p14:tracePt t="47036" x="776288" y="6503988"/>
          <p14:tracePt t="47047" x="803275" y="6510338"/>
          <p14:tracePt t="47058" x="809625" y="6510338"/>
          <p14:tracePt t="47070" x="830263" y="6524625"/>
          <p14:tracePt t="47081" x="863600" y="6538913"/>
          <p14:tracePt t="47091" x="890588" y="6538913"/>
          <p14:tracePt t="47103" x="919163" y="6538913"/>
          <p14:tracePt t="47125" x="952500" y="6538913"/>
          <p14:tracePt t="47128" x="1000125" y="6538913"/>
          <p14:tracePt t="47139" x="1041400" y="6538913"/>
          <p14:tracePt t="47148" x="1109663" y="6538913"/>
          <p14:tracePt t="47159" x="1157288" y="6538913"/>
          <p14:tracePt t="47171" x="1223963" y="6545263"/>
          <p14:tracePt t="47183" x="1300163" y="6545263"/>
          <p14:tracePt t="47193" x="1374775" y="6545263"/>
          <p14:tracePt t="47205" x="1435100" y="6545263"/>
          <p14:tracePt t="47216" x="1497013" y="6545263"/>
          <p14:tracePt t="47226" x="1565275" y="6545263"/>
          <p14:tracePt t="47238" x="1633538" y="6545263"/>
          <p14:tracePt t="47249" x="1673225" y="6538913"/>
          <p14:tracePt t="47260" x="1741488" y="6538913"/>
          <p14:tracePt t="47272" x="1795463" y="6524625"/>
          <p14:tracePt t="47283" x="1857375" y="6503988"/>
          <p14:tracePt t="47295" x="1898650" y="6477000"/>
          <p14:tracePt t="47305" x="1931988" y="6470650"/>
          <p14:tracePt t="47316" x="1966913" y="6450013"/>
          <p14:tracePt t="47329" x="2000250" y="6415088"/>
          <p14:tracePt t="47339" x="2033588" y="6388100"/>
          <p14:tracePt t="47350" x="2041525" y="6367463"/>
          <p14:tracePt t="47363" x="2068513" y="6348413"/>
          <p14:tracePt t="47373" x="2074863" y="6313488"/>
          <p14:tracePt t="47384" x="2089150" y="6292850"/>
          <p14:tracePt t="47396" x="2095500" y="6280150"/>
          <p14:tracePt t="47406" x="2095500" y="6259513"/>
          <p14:tracePt t="47419" x="2109788" y="6245225"/>
          <p14:tracePt t="47430" x="2109788" y="6224588"/>
          <p14:tracePt t="47440" x="2109788" y="6211888"/>
          <p14:tracePt t="47452" x="2095500" y="6205538"/>
          <p14:tracePt t="47463" x="2095500" y="6176963"/>
          <p14:tracePt t="47474" x="2089150" y="6170613"/>
          <p14:tracePt t="47486" x="2074863" y="6143625"/>
          <p14:tracePt t="47497" x="2068513" y="6137275"/>
          <p14:tracePt t="47507" x="2054225" y="6122988"/>
          <p14:tracePt t="47520" x="2033588" y="6116638"/>
          <p14:tracePt t="47531" x="2000250" y="6102350"/>
          <p14:tracePt t="47541" x="1985963" y="6102350"/>
          <p14:tracePt t="47553" x="1952625" y="6089650"/>
          <p14:tracePt t="47565" x="1931988" y="6089650"/>
          <p14:tracePt t="47575" x="1911350" y="6081713"/>
          <p14:tracePt t="47587" x="1884363" y="6081713"/>
          <p14:tracePt t="47598" x="1878013" y="6081713"/>
          <p14:tracePt t="47609" x="1843088" y="6081713"/>
          <p14:tracePt t="47620" x="1809750" y="6081713"/>
          <p14:tracePt t="47632" x="1776413" y="6081713"/>
          <p14:tracePt t="47642" x="1741488" y="6081713"/>
          <p14:tracePt t="47654" x="1700213" y="6081713"/>
          <p14:tracePt t="47665" x="1652588" y="6089650"/>
          <p14:tracePt t="47676" x="1612900" y="6089650"/>
          <p14:tracePt t="47688" x="1577975" y="6102350"/>
          <p14:tracePt t="47699" x="1509713" y="6122988"/>
          <p14:tracePt t="47711" x="1455738" y="6137275"/>
          <p14:tracePt t="47722" x="1401763" y="6170613"/>
          <p14:tracePt t="47733" x="1354138" y="6176963"/>
          <p14:tracePt t="47745" x="1319213" y="6211888"/>
          <p14:tracePt t="47756" x="1285875" y="6238875"/>
          <p14:tracePt t="47768" x="1252538" y="6265863"/>
          <p14:tracePt t="47780" x="1244600" y="6292850"/>
          <p14:tracePt t="47790" x="1231900" y="6313488"/>
          <p14:tracePt t="47801" x="1223963" y="6334125"/>
          <p14:tracePt t="47813" x="1223963" y="6354763"/>
          <p14:tracePt t="47823" x="1223963" y="6381750"/>
          <p14:tracePt t="47834" x="1223963" y="6388100"/>
          <p14:tracePt t="47847" x="1231900" y="6415088"/>
          <p14:tracePt t="47857" x="1244600" y="6435725"/>
          <p14:tracePt t="47868" x="1252538" y="6450013"/>
          <p14:tracePt t="47880" x="1265238" y="6456363"/>
          <p14:tracePt t="47890" x="1279525" y="6470650"/>
          <p14:tracePt t="47902" x="1300163" y="6477000"/>
          <p14:tracePt t="47914" x="1319213" y="6491288"/>
          <p14:tracePt t="47924" x="1339850" y="6503988"/>
          <p14:tracePt t="47936" x="1366838" y="6510338"/>
          <p14:tracePt t="47947" x="1387475" y="6510338"/>
          <p14:tracePt t="47958" x="1422400" y="6510338"/>
          <p14:tracePt t="47969" x="1455738" y="6524625"/>
          <p14:tracePt t="47981" x="1490663" y="6524625"/>
          <p14:tracePt t="47991" x="1524000" y="6524625"/>
          <p14:tracePt t="48003" x="1565275" y="6524625"/>
          <p14:tracePt t="48014" x="1619250" y="6524625"/>
          <p14:tracePt t="48025" x="1652588" y="6524625"/>
          <p14:tracePt t="48037" x="1700213" y="6510338"/>
          <p14:tracePt t="48048" x="1755775" y="6503988"/>
          <p14:tracePt t="48059" x="1795463" y="6491288"/>
          <p14:tracePt t="48071" x="1830388" y="6477000"/>
          <p14:tracePt t="48082" x="1857375" y="6470650"/>
          <p14:tracePt t="48092" x="1863725" y="6456363"/>
          <p14:tracePt t="48105" x="1878013" y="6450013"/>
          <p14:tracePt t="48137" x="1884363" y="6435725"/>
          <p14:tracePt t="48194" x="1884363" y="6423025"/>
          <p14:tracePt t="48249" x="1884363" y="6415088"/>
          <p14:tracePt t="48418" x="1878013" y="6415088"/>
          <p14:tracePt t="48430" x="1843088" y="6415088"/>
          <p14:tracePt t="48441" x="1824038" y="6415088"/>
          <p14:tracePt t="49374" x="1824038" y="6402388"/>
          <p14:tracePt t="49442" x="1830388" y="6402388"/>
          <p14:tracePt t="49476" x="1843088" y="6402388"/>
          <p14:tracePt t="49510" x="1857375" y="6402388"/>
          <p14:tracePt t="49588" x="1863725" y="6402388"/>
          <p14:tracePt t="50434" x="1863725" y="6388100"/>
          <p14:tracePt t="50445" x="1878013" y="6388100"/>
          <p14:tracePt t="50456" x="1884363" y="6388100"/>
          <p14:tracePt t="50466" x="1911350" y="6402388"/>
          <p14:tracePt t="50479" x="1979613" y="6402388"/>
          <p14:tracePt t="50489" x="2095500" y="6423025"/>
          <p14:tracePt t="50501" x="2286000" y="6450013"/>
          <p14:tracePt t="50512" x="2578100" y="6503988"/>
          <p14:tracePt t="50524" x="2851150" y="6557963"/>
          <p14:tracePt t="50534" x="3319463" y="6661150"/>
          <p14:tracePt t="50547" x="3878263" y="6804025"/>
          <p14:tracePt t="51397" x="0" y="0"/>
        </p14:tracePtLst>
        <p14:tracePtLst>
          <p14:tracePt t="315953" x="0" y="0"/>
        </p14:tracePtLst>
      </p14:laserTraceLst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idx="4294967295"/>
          </p:nvPr>
        </p:nvSpPr>
        <p:spPr>
          <a:xfrm>
            <a:off x="1827241" y="1321050"/>
            <a:ext cx="9144000" cy="5847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Points (other than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on the Elliptic Curve E</a:t>
            </a:r>
            <a:r>
              <a:rPr kumimoji="0" lang="en-US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23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(1, 1) </a:t>
            </a:r>
          </a:p>
        </p:txBody>
      </p:sp>
      <p:pic>
        <p:nvPicPr>
          <p:cNvPr id="2" name="Picture 1" descr="Points (other than O) on the Elliptic Curve E23(1, 1) ">
            <a:extLst>
              <a:ext uri="{FF2B5EF4-FFF2-40B4-BE49-F238E27FC236}">
                <a16:creationId xmlns:a16="http://schemas.microsoft.com/office/drawing/2014/main" id="{DCAB1726-D8FD-5C4A-9CC3-AE6EF04228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135" t="-1" r="22135" b="-681"/>
          <a:stretch/>
        </p:blipFill>
        <p:spPr>
          <a:xfrm>
            <a:off x="2999657" y="1905825"/>
            <a:ext cx="6799169" cy="469808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733B8-A866-5AFB-E8F0-1967A6688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897017"/>
      </p:ext>
    </p:extLst>
  </p:cSld>
  <p:clrMapOvr>
    <a:masterClrMapping/>
  </p:clrMapOvr>
  <p:transition spd="med" advTm="54954">
    <p:pull dir="l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6D2F7-C228-7345-A7CA-A7EA10E0C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Elliptic Curve over </a:t>
            </a:r>
            <a:r>
              <a:rPr lang="en-US" dirty="0" err="1"/>
              <a:t>Z</a:t>
            </a:r>
            <a:r>
              <a:rPr lang="en-US" baseline="-25000" dirty="0" err="1"/>
              <a:t>p</a:t>
            </a:r>
            <a:br>
              <a:rPr lang="en-US" baseline="-25000" dirty="0"/>
            </a:br>
            <a:r>
              <a:rPr lang="en-US" dirty="0"/>
              <a:t>Addition Example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25A055-A1E9-A941-9EEF-C863ACF177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P=(3,10) in E</a:t>
                </a:r>
                <a:r>
                  <a:rPr lang="en-US" baseline="-25000" dirty="0"/>
                  <a:t>23</a:t>
                </a:r>
                <a:r>
                  <a:rPr lang="en-US" dirty="0"/>
                  <a:t>(1,1), find 2P.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∙10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∙3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23=13−6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23=7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∙10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3−7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23=6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−10 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23=12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Therefore, 2P = (7, 12).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25A055-A1E9-A941-9EEF-C863ACF177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384" t="-17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Mathematical equations showing expressions for \(x_R\) and \(y_R\) in terms of variables \(x_P\), \(y_P\), \(a\), and \(x_P^2\). The formulas involve fractions, squares, and subtraction, indicating a relationship between these variables.">
            <a:extLst>
              <a:ext uri="{FF2B5EF4-FFF2-40B4-BE49-F238E27FC236}">
                <a16:creationId xmlns:a16="http://schemas.microsoft.com/office/drawing/2014/main" id="{CE5C8D87-4186-82A3-0434-5848F5BE44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336" y="5081747"/>
            <a:ext cx="3965217" cy="16736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CFD187-E6F1-444C-5687-0D0AB0D2FCAB}"/>
              </a:ext>
            </a:extLst>
          </p:cNvPr>
          <p:cNvSpPr txBox="1"/>
          <p:nvPr/>
        </p:nvSpPr>
        <p:spPr>
          <a:xfrm>
            <a:off x="3215680" y="5595396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mod 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B24B4-5D27-1A3C-12E2-1FD2957B7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19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325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0762"/>
    </mc:Choice>
    <mc:Fallback xmlns="">
      <p:transition spd="slow" advTm="9907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  <p:extLst>
    <p:ext uri="{3A86A75C-4F4B-4683-9AE1-C65F6400EC91}">
      <p14:laserTraceLst xmlns:p14="http://schemas.microsoft.com/office/powerpoint/2010/main">
        <p14:tracePtLst>
          <p14:tracePt t="34579" x="3633788" y="6769100"/>
          <p14:tracePt t="34590" x="3443288" y="6634163"/>
          <p14:tracePt t="34600" x="3252788" y="6483350"/>
          <p14:tracePt t="34611" x="3101975" y="6381750"/>
          <p14:tracePt t="34622" x="2925763" y="6259513"/>
          <p14:tracePt t="34634" x="2755900" y="6157913"/>
          <p14:tracePt t="34645" x="2619375" y="6075363"/>
          <p14:tracePt t="34657" x="2517775" y="6021388"/>
          <p14:tracePt t="34668" x="2381250" y="5973763"/>
          <p14:tracePt t="34679" x="2271713" y="5932488"/>
          <p14:tracePt t="34690" x="2176463" y="5899150"/>
          <p14:tracePt t="34702" x="2109788" y="5884863"/>
          <p14:tracePt t="34712" x="2041525" y="5878513"/>
          <p14:tracePt t="34726" x="1985963" y="5878513"/>
          <p14:tracePt t="34740" x="1931988" y="5878513"/>
          <p14:tracePt t="34746" x="1898650" y="5878513"/>
          <p14:tracePt t="34759" x="1863725" y="5884863"/>
          <p14:tracePt t="34770" x="1830388" y="5911850"/>
          <p14:tracePt t="34781" x="1803400" y="5919788"/>
          <p14:tracePt t="34793" x="1782763" y="5953125"/>
          <p14:tracePt t="34809" x="1776413" y="6000750"/>
          <p14:tracePt t="34815" x="1776413" y="6054725"/>
          <p14:tracePt t="34825" x="1776413" y="6122988"/>
          <p14:tracePt t="34837" x="1795463" y="6170613"/>
          <p14:tracePt t="34849" x="1851025" y="6238875"/>
          <p14:tracePt t="34860" x="1919288" y="6292850"/>
          <p14:tracePt t="34871" x="2000250" y="6327775"/>
          <p14:tracePt t="34881" x="2109788" y="6361113"/>
          <p14:tracePt t="34894" x="2271713" y="6381750"/>
          <p14:tracePt t="34907" x="2449513" y="6381750"/>
          <p14:tracePt t="34917" x="2586038" y="6381750"/>
          <p14:tracePt t="34927" x="2789238" y="6348413"/>
          <p14:tracePt t="34941" x="2967038" y="6280150"/>
          <p14:tracePt t="34951" x="3128963" y="6205538"/>
          <p14:tracePt t="34961" x="3197225" y="6137275"/>
          <p14:tracePt t="34974" x="3265488" y="6042025"/>
          <p14:tracePt t="34994" x="3271838" y="5967413"/>
          <p14:tracePt t="34997" x="3252788" y="5899150"/>
          <p14:tracePt t="35008" x="3205163" y="5843588"/>
          <p14:tracePt t="35019" x="3062288" y="5762625"/>
          <p14:tracePt t="35028" x="2843213" y="5673725"/>
          <p14:tracePt t="35041" x="2551113" y="5613400"/>
          <p14:tracePt t="35051" x="2300288" y="5605463"/>
          <p14:tracePt t="35063" x="1966913" y="5605463"/>
          <p14:tracePt t="35074" x="1681163" y="5661025"/>
          <p14:tracePt t="35084" x="1509713" y="5729288"/>
          <p14:tracePt t="35096" x="1435100" y="5795963"/>
          <p14:tracePt t="35108" x="1374775" y="5884863"/>
          <p14:tracePt t="35118" x="1366838" y="5986463"/>
          <p14:tracePt t="35130" x="1401763" y="6075363"/>
          <p14:tracePt t="35142" x="1443038" y="6137275"/>
          <p14:tracePt t="35152" x="1544638" y="6224588"/>
          <p14:tracePt t="35164" x="1693863" y="6280150"/>
          <p14:tracePt t="35175" x="1884363" y="6327775"/>
          <p14:tracePt t="35185" x="2041525" y="6348413"/>
          <p14:tracePt t="35197" x="2279650" y="6361113"/>
          <p14:tracePt t="35208" x="2503488" y="6340475"/>
          <p14:tracePt t="35219" x="2720975" y="6280150"/>
          <p14:tracePt t="35231" x="2843213" y="6224588"/>
          <p14:tracePt t="35242" x="2967038" y="6137275"/>
          <p14:tracePt t="35253" x="3033713" y="6042025"/>
          <p14:tracePt t="35265" x="3068638" y="5967413"/>
          <p14:tracePt t="35276" x="3081338" y="5911850"/>
          <p14:tracePt t="35297" x="3068638" y="5830888"/>
          <p14:tracePt t="35298" x="3033713" y="5748338"/>
          <p14:tracePt t="35310" x="2994025" y="5681663"/>
          <p14:tracePt t="35323" x="2959100" y="5640388"/>
          <p14:tracePt t="35333" x="2911475" y="5592763"/>
          <p14:tracePt t="35343" x="2843213" y="5572125"/>
          <p14:tracePt t="35353" x="2755900" y="5545138"/>
          <p14:tracePt t="35366" x="2667000" y="5538788"/>
          <p14:tracePt t="35377" x="2497138" y="5524500"/>
          <p14:tracePt t="35387" x="2279650" y="5524500"/>
          <p14:tracePt t="35398" x="2000250" y="5524500"/>
          <p14:tracePt t="35411" x="1782763" y="5538788"/>
          <p14:tracePt t="35425" x="1503363" y="5578475"/>
          <p14:tracePt t="35434" x="1265238" y="5646738"/>
          <p14:tracePt t="35445" x="1095375" y="5729288"/>
          <p14:tracePt t="35457" x="993775" y="5783263"/>
          <p14:tracePt t="35467" x="904875" y="5864225"/>
          <p14:tracePt t="35478" x="857250" y="5938838"/>
          <p14:tracePt t="35491" x="842963" y="6000750"/>
          <p14:tracePt t="35500" x="842963" y="6042025"/>
          <p14:tracePt t="35511" x="871538" y="6089650"/>
          <p14:tracePt t="35525" x="911225" y="6137275"/>
          <p14:tracePt t="35534" x="973138" y="6176963"/>
          <p14:tracePt t="35546" x="1081088" y="6238875"/>
          <p14:tracePt t="35558" x="1252538" y="6292850"/>
          <p14:tracePt t="35568" x="1422400" y="6327775"/>
          <p14:tracePt t="35580" x="1571625" y="6340475"/>
          <p14:tracePt t="35592" x="1795463" y="6348413"/>
          <p14:tracePt t="35601" x="2020888" y="6327775"/>
          <p14:tracePt t="35613" x="2244725" y="6280150"/>
          <p14:tracePt t="35625" x="2381250" y="6224588"/>
          <p14:tracePt t="35635" x="2530475" y="6143625"/>
          <p14:tracePt t="35647" x="2619375" y="6042025"/>
          <p14:tracePt t="35658" x="2673350" y="5953125"/>
          <p14:tracePt t="35669" x="2687638" y="5884863"/>
          <p14:tracePt t="35681" x="2667000" y="5795963"/>
          <p14:tracePt t="35692" x="2586038" y="5708650"/>
          <p14:tracePt t="35702" x="2449513" y="5605463"/>
          <p14:tracePt t="35715" x="2327275" y="5545138"/>
          <p14:tracePt t="35726" x="2109788" y="5491163"/>
          <p14:tracePt t="35736" x="1851025" y="5456238"/>
          <p14:tracePt t="35747" x="1592263" y="5456238"/>
          <p14:tracePt t="35759" x="1408113" y="5470525"/>
          <p14:tracePt t="35770" x="1196975" y="5538788"/>
          <p14:tracePt t="35781" x="1047750" y="5605463"/>
          <p14:tracePt t="35793" x="925513" y="5694363"/>
          <p14:tracePt t="35806" x="871538" y="5748338"/>
          <p14:tracePt t="35816" x="823913" y="5830888"/>
          <p14:tracePt t="35827" x="803275" y="5899150"/>
          <p14:tracePt t="35839" x="788988" y="5967413"/>
          <p14:tracePt t="35849" x="803275" y="6000750"/>
          <p14:tracePt t="35860" x="823913" y="6034088"/>
          <p14:tracePt t="35872" x="842963" y="6069013"/>
          <p14:tracePt t="35882" x="890588" y="6102350"/>
          <p14:tracePt t="35894" x="911225" y="6110288"/>
          <p14:tracePt t="35907" x="958850" y="6122988"/>
          <p14:tracePt t="35917" x="1006475" y="6122988"/>
          <p14:tracePt t="35928" x="1027113" y="6122988"/>
          <p14:tracePt t="35940" x="1047750" y="6122988"/>
          <p14:tracePt t="35950" x="1074738" y="6110288"/>
          <p14:tracePt t="35961" x="1081088" y="6102350"/>
          <p14:tracePt t="35974" x="1095375" y="6089650"/>
          <p14:tracePt t="35984" x="1095375" y="6075363"/>
          <p14:tracePt t="35995" x="1081088" y="6069013"/>
          <p14:tracePt t="36007" x="1062038" y="6042025"/>
          <p14:tracePt t="36018" x="1014413" y="6021388"/>
          <p14:tracePt t="36051" x="973138" y="6000750"/>
          <p14:tracePt t="36057" x="925513" y="5986463"/>
          <p14:tracePt t="36065" x="842963" y="5986463"/>
          <p14:tracePt t="36078" x="823913" y="5986463"/>
          <p14:tracePt t="36086" x="803275" y="6000750"/>
          <p14:tracePt t="36098" x="776288" y="6007100"/>
          <p14:tracePt t="36109" x="768350" y="6034088"/>
          <p14:tracePt t="36119" x="755650" y="6042025"/>
          <p14:tracePt t="36131" x="755650" y="6075363"/>
          <p14:tracePt t="36142" x="768350" y="6110288"/>
          <p14:tracePt t="36152" x="788988" y="6137275"/>
          <p14:tracePt t="36164" x="823913" y="6170613"/>
          <p14:tracePt t="36176" x="877888" y="6191250"/>
          <p14:tracePt t="36186" x="958850" y="6224588"/>
          <p14:tracePt t="36197" x="1041400" y="6245225"/>
          <p14:tracePt t="36209" x="1163638" y="6259513"/>
          <p14:tracePt t="36220" x="1300163" y="6272213"/>
          <p14:tracePt t="36233" x="1470025" y="6280150"/>
          <p14:tracePt t="36244" x="1577975" y="6272213"/>
          <p14:tracePt t="36254" x="1747838" y="6245225"/>
          <p14:tracePt t="36266" x="1905000" y="6205538"/>
          <p14:tracePt t="36277" x="2074863" y="6143625"/>
          <p14:tracePt t="36289" x="2170113" y="6089650"/>
          <p14:tracePt t="36299" x="2292350" y="6000750"/>
          <p14:tracePt t="36311" x="2395538" y="5919788"/>
          <p14:tracePt t="36323" x="2435225" y="5843588"/>
          <p14:tracePt t="36333" x="2449513" y="5795963"/>
          <p14:tracePt t="36344" x="2435225" y="5748338"/>
          <p14:tracePt t="36356" x="2401888" y="5708650"/>
          <p14:tracePt t="36366" x="2333625" y="5661025"/>
          <p14:tracePt t="36378" x="2244725" y="5626100"/>
          <p14:tracePt t="36391" x="2089150" y="5578475"/>
          <p14:tracePt t="36400" x="1905000" y="5545138"/>
          <p14:tracePt t="36412" x="1728788" y="5545138"/>
          <p14:tracePt t="36424" x="1592263" y="5545138"/>
          <p14:tracePt t="36434" x="1443038" y="5578475"/>
          <p14:tracePt t="36446" x="1319213" y="5640388"/>
          <p14:tracePt t="36457" x="1231900" y="5708650"/>
          <p14:tracePt t="36467" x="1176338" y="5776913"/>
          <p14:tracePt t="36479" x="1116013" y="5851525"/>
          <p14:tracePt t="36491" x="1095375" y="5932488"/>
          <p14:tracePt t="36501" x="1081088" y="5986463"/>
          <p14:tracePt t="36513" x="1081088" y="6021388"/>
          <p14:tracePt t="36524" x="1081088" y="6069013"/>
          <p14:tracePt t="36535" x="1109663" y="6110288"/>
          <p14:tracePt t="36547" x="1143000" y="6157913"/>
          <p14:tracePt t="36558" x="1176338" y="6191250"/>
          <p14:tracePt t="36568" x="1217613" y="6224588"/>
          <p14:tracePt t="36581" x="1271588" y="6259513"/>
          <p14:tracePt t="36592" x="1333500" y="6292850"/>
          <p14:tracePt t="36602" x="1374775" y="6307138"/>
          <p14:tracePt t="36614" x="1443038" y="6327775"/>
          <p14:tracePt t="36626" x="1509713" y="6340475"/>
          <p14:tracePt t="36636" x="1577975" y="6348413"/>
          <p14:tracePt t="36648" x="1639888" y="6361113"/>
          <p14:tracePt t="36660" x="1714500" y="6361113"/>
          <p14:tracePt t="36670" x="1795463" y="6361113"/>
          <p14:tracePt t="36682" x="1863725" y="6361113"/>
          <p14:tracePt t="36693" x="1919288" y="6348413"/>
          <p14:tracePt t="36705" x="1985963" y="6340475"/>
          <p14:tracePt t="36716" x="2068513" y="6307138"/>
          <p14:tracePt t="36727" x="2122488" y="6280150"/>
          <p14:tracePt t="36737" x="2205038" y="6238875"/>
          <p14:tracePt t="36749" x="2271713" y="6191250"/>
          <p14:tracePt t="36760" x="2333625" y="6137275"/>
          <p14:tracePt t="36773" x="2366963" y="6102350"/>
          <p14:tracePt t="36783" x="2395538" y="6042025"/>
          <p14:tracePt t="36794" x="2414588" y="6000750"/>
          <p14:tracePt t="36806" x="2428875" y="5953125"/>
          <p14:tracePt t="36816" x="2414588" y="5911850"/>
          <p14:tracePt t="36828" x="2401888" y="5864225"/>
          <p14:tracePt t="36841" x="2366963" y="5810250"/>
          <p14:tracePt t="36850" x="2327275" y="5762625"/>
          <p14:tracePt t="36862" x="2279650" y="5729288"/>
          <p14:tracePt t="36874" x="2205038" y="5681663"/>
          <p14:tracePt t="36884" x="2122488" y="5646738"/>
          <p14:tracePt t="36895" x="2020888" y="5613400"/>
          <p14:tracePt t="36908" x="1952625" y="5605463"/>
          <p14:tracePt t="36917" x="1863725" y="5578475"/>
          <p14:tracePt t="36930" x="1776413" y="5572125"/>
          <p14:tracePt t="36941" x="1708150" y="5557838"/>
          <p14:tracePt t="36951" x="1646238" y="5557838"/>
          <p14:tracePt t="36963" x="1592263" y="5557838"/>
          <p14:tracePt t="36974" x="1538288" y="5557838"/>
          <p14:tracePt t="36985" x="1476375" y="5557838"/>
          <p14:tracePt t="36996" x="1435100" y="5572125"/>
          <p14:tracePt t="37009" x="1387475" y="5578475"/>
          <p14:tracePt t="37019" x="1319213" y="5605463"/>
          <p14:tracePt t="37031" x="1271588" y="5626100"/>
          <p14:tracePt t="37043" x="1231900" y="5661025"/>
          <p14:tracePt t="37053" x="1184275" y="5708650"/>
          <p14:tracePt t="37064" x="1128713" y="5748338"/>
          <p14:tracePt t="37097" x="1095375" y="5810250"/>
          <p14:tracePt t="37101" x="1062038" y="5843588"/>
          <p14:tracePt t="37109" x="1041400" y="5884863"/>
          <p14:tracePt t="37111" x="1027113" y="5932488"/>
          <p14:tracePt t="37125" x="1014413" y="5973763"/>
          <p14:tracePt t="37134" x="1014413" y="6000750"/>
          <p14:tracePt t="37145" x="1014413" y="6034088"/>
          <p14:tracePt t="37156" x="1014413" y="6054725"/>
          <p14:tracePt t="37167" x="1014413" y="6075363"/>
          <p14:tracePt t="37177" x="1027113" y="6089650"/>
          <p14:tracePt t="37189" x="1041400" y="6110288"/>
          <p14:tracePt t="37199" x="1047750" y="6137275"/>
          <p14:tracePt t="37211" x="1074738" y="6157913"/>
          <p14:tracePt t="37223" x="1095375" y="6176963"/>
          <p14:tracePt t="37234" x="1128713" y="6205538"/>
          <p14:tracePt t="37245" x="1149350" y="6224588"/>
          <p14:tracePt t="37256" x="1184275" y="6245225"/>
          <p14:tracePt t="37267" x="1211263" y="6259513"/>
          <p14:tracePt t="37278" x="1244600" y="6272213"/>
          <p14:tracePt t="37291" x="1271588" y="6280150"/>
          <p14:tracePt t="37300" x="1300163" y="6292850"/>
          <p14:tracePt t="37311" x="1339850" y="6292850"/>
          <p14:tracePt t="37324" x="1374775" y="6307138"/>
          <p14:tracePt t="37334" x="1422400" y="6307138"/>
          <p14:tracePt t="37345" x="1470025" y="6313488"/>
          <p14:tracePt t="37357" x="1524000" y="6313488"/>
          <p14:tracePt t="37367" x="1592263" y="6313488"/>
          <p14:tracePt t="37379" x="1660525" y="6307138"/>
          <p14:tracePt t="37391" x="1714500" y="6307138"/>
          <p14:tracePt t="37401" x="1803400" y="6280150"/>
          <p14:tracePt t="37413" x="1884363" y="6272213"/>
          <p14:tracePt t="37425" x="1966913" y="6259513"/>
          <p14:tracePt t="37435" x="2020888" y="6245225"/>
          <p14:tracePt t="37447" x="2101850" y="6238875"/>
          <p14:tracePt t="37458" x="2176463" y="6211888"/>
          <p14:tracePt t="37468" x="2238375" y="6191250"/>
          <p14:tracePt t="37480" x="2279650" y="6176963"/>
          <p14:tracePt t="37492" x="2327275" y="6157913"/>
          <p14:tracePt t="37502" x="2360613" y="6137275"/>
          <p14:tracePt t="37514" x="2381250" y="6110288"/>
          <p14:tracePt t="37526" x="2381250" y="6102350"/>
          <p14:tracePt t="37536" x="2395538" y="6075363"/>
          <p14:tracePt t="37548" x="2381250" y="6054725"/>
          <p14:tracePt t="37560" x="2366963" y="6021388"/>
          <p14:tracePt t="37570" x="2360613" y="6000750"/>
          <p14:tracePt t="37582" x="2333625" y="5967413"/>
          <p14:tracePt t="37593" x="2312988" y="5932488"/>
          <p14:tracePt t="37604" x="2292350" y="5899150"/>
          <p14:tracePt t="37615" x="2271713" y="5878513"/>
          <p14:tracePt t="37627" x="2244725" y="5851525"/>
          <p14:tracePt t="37639" x="2238375" y="5830888"/>
          <p14:tracePt t="37649" x="2205038" y="5810250"/>
          <p14:tracePt t="37661" x="2176463" y="5795963"/>
          <p14:tracePt t="37673" x="2143125" y="5783263"/>
          <p14:tracePt t="37683" x="2122488" y="5762625"/>
          <p14:tracePt t="37694" x="2089150" y="5748338"/>
          <p14:tracePt t="37707" x="2054225" y="5748338"/>
          <p14:tracePt t="37716" x="2020888" y="5741988"/>
          <p14:tracePt t="37728" x="1985963" y="5741988"/>
          <p14:tracePt t="37740" x="1952625" y="5741988"/>
          <p14:tracePt t="37750" x="1931988" y="5741988"/>
          <p14:tracePt t="37761" x="1898650" y="5741988"/>
          <p14:tracePt t="37774" x="1863725" y="5741988"/>
          <p14:tracePt t="37783" x="1836738" y="5741988"/>
          <p14:tracePt t="37795" x="1803400" y="5741988"/>
          <p14:tracePt t="37807" x="1776413" y="5748338"/>
          <p14:tracePt t="37818" x="1728788" y="5762625"/>
          <p14:tracePt t="37829" x="1681163" y="5776913"/>
          <p14:tracePt t="37841" x="1660525" y="5795963"/>
          <p14:tracePt t="37851" x="1612900" y="5816600"/>
          <p14:tracePt t="37863" x="1577975" y="5851525"/>
          <p14:tracePt t="37875" x="1557338" y="5878513"/>
          <p14:tracePt t="37885" x="1524000" y="5911850"/>
          <p14:tracePt t="37897" x="1503363" y="5953125"/>
          <p14:tracePt t="37909" x="1476375" y="5986463"/>
          <p14:tracePt t="37919" x="1476375" y="6007100"/>
          <p14:tracePt t="37931" x="1470025" y="6042025"/>
          <p14:tracePt t="37942" x="1470025" y="6075363"/>
          <p14:tracePt t="37952" x="1470025" y="6102350"/>
          <p14:tracePt t="37965" x="1470025" y="6110288"/>
          <p14:tracePt t="37976" x="1470025" y="6137275"/>
          <p14:tracePt t="37986" x="1470025" y="6143625"/>
          <p14:tracePt t="37998" x="1476375" y="6170613"/>
          <p14:tracePt t="38020" x="1476375" y="6176963"/>
          <p14:tracePt t="38031" x="1490663" y="6191250"/>
          <p14:tracePt t="38042" x="1503363" y="6205538"/>
          <p14:tracePt t="38054" x="1509713" y="6211888"/>
          <p14:tracePt t="38065" x="1524000" y="6211888"/>
          <p14:tracePt t="38076" x="1544638" y="6224588"/>
          <p14:tracePt t="38089" x="1571625" y="6224588"/>
          <p14:tracePt t="38099" x="1592263" y="6238875"/>
          <p14:tracePt t="38110" x="1625600" y="6238875"/>
          <p14:tracePt t="38143" x="1646238" y="6238875"/>
          <p14:tracePt t="38147" x="1681163" y="6238875"/>
          <p14:tracePt t="38160" x="1728788" y="6245225"/>
          <p14:tracePt t="38168" x="1762125" y="6238875"/>
          <p14:tracePt t="38179" x="1782763" y="6238875"/>
          <p14:tracePt t="38191" x="1803400" y="6238875"/>
          <p14:tracePt t="38200" x="1830388" y="6238875"/>
          <p14:tracePt t="38211" x="1836738" y="6224588"/>
          <p14:tracePt t="38224" x="1851025" y="6224588"/>
          <p14:tracePt t="38234" x="1863725" y="6211888"/>
          <p14:tracePt t="38256" x="1863725" y="6205538"/>
          <p14:tracePt t="38278" x="1851025" y="6191250"/>
          <p14:tracePt t="38290" x="1851025" y="6176963"/>
          <p14:tracePt t="38301" x="1830388" y="6170613"/>
          <p14:tracePt t="38313" x="1803400" y="6143625"/>
          <p14:tracePt t="38324" x="1776413" y="6122988"/>
          <p14:tracePt t="38335" x="1728788" y="6102350"/>
          <p14:tracePt t="38347" x="1660525" y="6069013"/>
          <p14:tracePt t="38358" x="1592263" y="6034088"/>
          <p14:tracePt t="38368" x="1509713" y="6000750"/>
          <p14:tracePt t="38381" x="1401763" y="5953125"/>
          <p14:tracePt t="38392" x="1265238" y="5911850"/>
          <p14:tracePt t="38402" x="1149350" y="5864225"/>
          <p14:tracePt t="38414" x="993775" y="5810250"/>
          <p14:tracePt t="38426" x="823913" y="5762625"/>
          <p14:tracePt t="38436" x="687388" y="5715000"/>
          <p14:tracePt t="38448" x="598488" y="5694363"/>
          <p14:tracePt t="38460" x="482600" y="5673725"/>
          <p14:tracePt t="38470" x="407988" y="5646738"/>
          <p14:tracePt t="38483" x="339725" y="5640388"/>
          <p14:tracePt t="38494" x="312738" y="5640388"/>
          <p14:tracePt t="38505" x="292100" y="5626100"/>
          <p14:tracePt t="38516" x="279400" y="5626100"/>
          <p14:tracePt t="38537" x="271463" y="5626100"/>
          <p14:tracePt t="38582" x="271463" y="5640388"/>
          <p14:tracePt t="38593" x="271463" y="5646738"/>
          <p14:tracePt t="38606" x="271463" y="5661025"/>
          <p14:tracePt t="38616" x="279400" y="5681663"/>
          <p14:tracePt t="38627" x="292100" y="5694363"/>
          <p14:tracePt t="38640" x="306388" y="5708650"/>
          <p14:tracePt t="38650" x="327025" y="5715000"/>
          <p14:tracePt t="38661" x="374650" y="5741988"/>
          <p14:tracePt t="38674" x="414338" y="5748338"/>
          <p14:tracePt t="38683" x="476250" y="5762625"/>
          <p14:tracePt t="38696" x="509588" y="5762625"/>
          <p14:tracePt t="38707" x="517525" y="5762625"/>
          <p14:tracePt t="38717" x="530225" y="5762625"/>
          <p14:tracePt t="38729" x="544513" y="5762625"/>
          <p14:tracePt t="38795" x="517525" y="5762625"/>
          <p14:tracePt t="38808" x="496888" y="5762625"/>
          <p14:tracePt t="38818" x="476250" y="5762625"/>
          <p14:tracePt t="38830" x="461963" y="5762625"/>
          <p14:tracePt t="38841" x="449263" y="5776913"/>
          <p14:tracePt t="38908" x="461963" y="5783263"/>
          <p14:tracePt t="38920" x="482600" y="5783263"/>
          <p14:tracePt t="38931" x="496888" y="5795963"/>
          <p14:tracePt t="38943" x="530225" y="5795963"/>
          <p14:tracePt t="38953" x="565150" y="5810250"/>
          <p14:tracePt t="38965" x="598488" y="5816600"/>
          <p14:tracePt t="38976" x="619125" y="5830888"/>
          <p14:tracePt t="38987" x="646113" y="5851525"/>
          <p14:tracePt t="38999" x="666750" y="5878513"/>
          <p14:tracePt t="39010" x="687388" y="5911850"/>
          <p14:tracePt t="39022" x="700088" y="5932488"/>
          <p14:tracePt t="39032" x="714375" y="5973763"/>
          <p14:tracePt t="39044" x="714375" y="6007100"/>
          <p14:tracePt t="39057" x="700088" y="6042025"/>
          <p14:tracePt t="39067" x="687388" y="6069013"/>
          <p14:tracePt t="39078" x="666750" y="6102350"/>
          <p14:tracePt t="39090" x="646113" y="6122988"/>
          <p14:tracePt t="39100" x="612775" y="6143625"/>
          <p14:tracePt t="39113" x="585788" y="6157913"/>
          <p14:tracePt t="39125" x="550863" y="6170613"/>
          <p14:tracePt t="39135" x="530225" y="6176963"/>
          <p14:tracePt t="39146" x="509588" y="6191250"/>
          <p14:tracePt t="39158" x="482600" y="6205538"/>
          <p14:tracePt t="39168" x="476250" y="6211888"/>
          <p14:tracePt t="39191" x="461963" y="6211888"/>
          <p14:tracePt t="39201" x="449263" y="6224588"/>
          <p14:tracePt t="39207" x="449263" y="6238875"/>
          <p14:tracePt t="39215" x="442913" y="6245225"/>
          <p14:tracePt t="39226" x="428625" y="6272213"/>
          <p14:tracePt t="39237" x="428625" y="6280150"/>
          <p14:tracePt t="39248" x="428625" y="6292850"/>
          <p14:tracePt t="39259" x="428625" y="6313488"/>
          <p14:tracePt t="39269" x="428625" y="6327775"/>
          <p14:tracePt t="39281" x="449263" y="6348413"/>
          <p14:tracePt t="39292" x="476250" y="6375400"/>
          <p14:tracePt t="39302" x="509588" y="6396038"/>
          <p14:tracePt t="39315" x="550863" y="6415088"/>
          <p14:tracePt t="39326" x="598488" y="6443663"/>
          <p14:tracePt t="39336" x="633413" y="6450013"/>
          <p14:tracePt t="39348" x="666750" y="6450013"/>
          <p14:tracePt t="39360" x="681038" y="6462713"/>
          <p14:tracePt t="39403" x="666750" y="6462713"/>
          <p14:tracePt t="39415" x="646113" y="6477000"/>
          <p14:tracePt t="39426" x="612775" y="6477000"/>
          <p14:tracePt t="39437" x="585788" y="6477000"/>
          <p14:tracePt t="39448" x="565150" y="6477000"/>
          <p14:tracePt t="39460" x="550863" y="6483350"/>
          <p14:tracePt t="39482" x="544513" y="6483350"/>
          <p14:tracePt t="39494" x="544513" y="6497638"/>
          <p14:tracePt t="39516" x="550863" y="6497638"/>
          <p14:tracePt t="39519" x="565150" y="6497638"/>
          <p14:tracePt t="39528" x="585788" y="6497638"/>
          <p14:tracePt t="39543" x="633413" y="6497638"/>
          <p14:tracePt t="39551" x="681038" y="6497638"/>
          <p14:tracePt t="39563" x="776288" y="6497638"/>
          <p14:tracePt t="39574" x="911225" y="6483350"/>
          <p14:tracePt t="39584" x="1109663" y="6477000"/>
          <p14:tracePt t="39596" x="1265238" y="6450013"/>
          <p14:tracePt t="39608" x="1490663" y="6408738"/>
          <p14:tracePt t="39617" x="1741488" y="6348413"/>
          <p14:tracePt t="39629" x="2000250" y="6259513"/>
          <p14:tracePt t="39641" x="2176463" y="6176963"/>
          <p14:tracePt t="39651" x="2428875" y="6075363"/>
          <p14:tracePt t="39663" x="2619375" y="5967413"/>
          <p14:tracePt t="39675" x="2776538" y="5864225"/>
          <p14:tracePt t="39685" x="2843213" y="5816600"/>
          <p14:tracePt t="39698" x="2890838" y="5762625"/>
          <p14:tracePt t="39709" x="2898775" y="5715000"/>
          <p14:tracePt t="39719" x="2898775" y="5681663"/>
          <p14:tracePt t="39731" x="2878138" y="5661025"/>
          <p14:tracePt t="39742" x="2830513" y="5626100"/>
          <p14:tracePt t="39752" x="2755900" y="5592763"/>
          <p14:tracePt t="39764" x="2640013" y="5572125"/>
          <p14:tracePt t="39776" x="2538413" y="5557838"/>
          <p14:tracePt t="39786" x="2366963" y="5557838"/>
          <p14:tracePt t="39798" x="2190750" y="5572125"/>
          <p14:tracePt t="39810" x="2033588" y="5592763"/>
          <p14:tracePt t="39822" x="1952625" y="5613400"/>
          <p14:tracePt t="39833" x="1863725" y="5661025"/>
          <p14:tracePt t="39844" x="1795463" y="5708650"/>
          <p14:tracePt t="39854" x="1741488" y="5748338"/>
          <p14:tracePt t="39865" x="1708150" y="5795963"/>
          <p14:tracePt t="39877" x="1681163" y="5843588"/>
          <p14:tracePt t="39887" x="1673225" y="5878513"/>
          <p14:tracePt t="39899" x="1673225" y="5899150"/>
          <p14:tracePt t="39910" x="1673225" y="5932488"/>
          <p14:tracePt t="39922" x="1693863" y="5953125"/>
          <p14:tracePt t="39933" x="1714500" y="5967413"/>
          <p14:tracePt t="39944" x="1741488" y="5986463"/>
          <p14:tracePt t="39957" x="1782763" y="6000750"/>
          <p14:tracePt t="39967" x="1836738" y="6007100"/>
          <p14:tracePt t="39978" x="1919288" y="6021388"/>
          <p14:tracePt t="39991" x="2000250" y="6021388"/>
          <p14:tracePt t="40000" x="2122488" y="6021388"/>
          <p14:tracePt t="40012" x="2238375" y="6000750"/>
          <p14:tracePt t="40024" x="2327275" y="5973763"/>
          <p14:tracePt t="40034" x="2381250" y="5967413"/>
          <p14:tracePt t="40046" x="2428875" y="5932488"/>
          <p14:tracePt t="40057" x="2449513" y="5911850"/>
          <p14:tracePt t="40067" x="2449513" y="5884863"/>
          <p14:tracePt t="40079" x="2435225" y="5864225"/>
          <p14:tracePt t="40091" x="2401888" y="5830888"/>
          <p14:tracePt t="40101" x="2347913" y="5783263"/>
          <p14:tracePt t="40113" x="2271713" y="5741988"/>
          <p14:tracePt t="40125" x="2211388" y="5715000"/>
          <p14:tracePt t="40135" x="2136775" y="5708650"/>
          <p14:tracePt t="40147" x="2054225" y="5715000"/>
          <p14:tracePt t="40158" x="1973263" y="5729288"/>
          <p14:tracePt t="40168" x="1919288" y="5741988"/>
          <p14:tracePt t="40181" x="1863725" y="5776913"/>
          <p14:tracePt t="40193" x="1830388" y="5795963"/>
          <p14:tracePt t="40203" x="1803400" y="5830888"/>
          <p14:tracePt t="40215" x="1803400" y="5843588"/>
          <p14:tracePt t="40236" x="1803400" y="5851525"/>
          <p14:tracePt t="40237" x="1816100" y="5878513"/>
          <p14:tracePt t="40247" x="1836738" y="5878513"/>
          <p14:tracePt t="40259" x="1871663" y="5884863"/>
          <p14:tracePt t="40269" x="1919288" y="5899150"/>
          <p14:tracePt t="40282" x="1966913" y="5899150"/>
          <p14:tracePt t="40293" x="2006600" y="5884863"/>
          <p14:tracePt t="40306" x="2041525" y="5884863"/>
          <p14:tracePt t="40316" x="2068513" y="5878513"/>
          <p14:tracePt t="40327" x="2074863" y="5864225"/>
          <p14:tracePt t="40337" x="2074863" y="5851525"/>
          <p14:tracePt t="40360" x="2068513" y="5843588"/>
          <p14:tracePt t="40372" x="2054225" y="5830888"/>
          <p14:tracePt t="40393" x="2041525" y="5830888"/>
          <p14:tracePt t="41171" x="2041525" y="5816600"/>
          <p14:tracePt t="41192" x="2054225" y="5816600"/>
          <p14:tracePt t="41204" x="2054225" y="5810250"/>
          <p14:tracePt t="41215" x="2068513" y="5810250"/>
          <p14:tracePt t="41226" x="2068513" y="5795963"/>
          <p14:tracePt t="41237" x="2074863" y="5783263"/>
          <p14:tracePt t="41250" x="2074863" y="5776913"/>
          <p14:tracePt t="41260" x="2074863" y="5762625"/>
          <p14:tracePt t="41295" x="2074863" y="5741988"/>
          <p14:tracePt t="41305" x="2074863" y="5729288"/>
          <p14:tracePt t="41318" x="2068513" y="5715000"/>
          <p14:tracePt t="41327" x="2068513" y="5708650"/>
          <p14:tracePt t="41342" x="2068513" y="5694363"/>
          <p14:tracePt t="41351" x="2054225" y="5694363"/>
          <p14:tracePt t="41383" x="2041525" y="5694363"/>
          <p14:tracePt t="41406" x="2041525" y="5681663"/>
          <p14:tracePt t="41439" x="2033588" y="5681663"/>
          <p14:tracePt t="44546" x="1985963" y="5681663"/>
          <p14:tracePt t="44556" x="1952625" y="5681663"/>
          <p14:tracePt t="44567" x="1938338" y="5681663"/>
          <p14:tracePt t="44578" x="1919288" y="5681663"/>
          <p14:tracePt t="44590" x="1905000" y="5681663"/>
          <p14:tracePt t="44601" x="1884363" y="5681663"/>
          <p14:tracePt t="44612" x="1851025" y="5681663"/>
          <p14:tracePt t="44624" x="1795463" y="5681663"/>
          <p14:tracePt t="44635" x="1747838" y="5694363"/>
          <p14:tracePt t="44646" x="1660525" y="5694363"/>
          <p14:tracePt t="44658" x="1604963" y="5708650"/>
          <p14:tracePt t="44669" x="1538288" y="5715000"/>
          <p14:tracePt t="44680" x="1503363" y="5729288"/>
          <p14:tracePt t="44691" x="1470025" y="5741988"/>
          <p14:tracePt t="44703" x="1443038" y="5762625"/>
          <p14:tracePt t="44716" x="1435100" y="5762625"/>
          <p14:tracePt t="44725" x="1408113" y="5776913"/>
          <p14:tracePt t="44748" x="1401763" y="5783263"/>
          <p14:tracePt t="44973" x="1387475" y="5795963"/>
          <p14:tracePt t="44984" x="1366838" y="5810250"/>
          <p14:tracePt t="44995" x="1339850" y="5816600"/>
          <p14:tracePt t="45006" x="1300163" y="5830888"/>
          <p14:tracePt t="45018" x="1244600" y="5851525"/>
          <p14:tracePt t="45029" x="1176338" y="5878513"/>
          <p14:tracePt t="45043" x="1128713" y="5884863"/>
          <p14:tracePt t="45051" x="1074738" y="5911850"/>
          <p14:tracePt t="45063" x="1014413" y="5919788"/>
          <p14:tracePt t="45076" x="958850" y="5932488"/>
          <p14:tracePt t="45087" x="925513" y="5938838"/>
          <p14:tracePt t="45096" x="877888" y="5938838"/>
          <p14:tracePt t="45109" x="842963" y="5938838"/>
          <p14:tracePt t="45120" x="823913" y="5953125"/>
          <p14:tracePt t="45130" x="809625" y="5953125"/>
          <p14:tracePt t="45142" x="788988" y="5953125"/>
          <p14:tracePt t="45153" x="755650" y="5953125"/>
          <p14:tracePt t="45164" x="720725" y="5953125"/>
          <p14:tracePt t="45176" x="700088" y="5953125"/>
          <p14:tracePt t="45186" x="652463" y="5953125"/>
          <p14:tracePt t="45197" x="619125" y="5953125"/>
          <p14:tracePt t="45210" x="585788" y="5953125"/>
          <p14:tracePt t="45220" x="565150" y="5953125"/>
          <p14:tracePt t="45231" x="544513" y="5953125"/>
          <p14:tracePt t="45243" x="517525" y="5953125"/>
          <p14:tracePt t="45254" x="509588" y="5953125"/>
          <p14:tracePt t="45266" x="496888" y="5953125"/>
          <p14:tracePt t="45277" x="482600" y="5967413"/>
          <p14:tracePt t="45434" x="496888" y="5967413"/>
          <p14:tracePt t="45445" x="517525" y="5967413"/>
          <p14:tracePt t="45456" x="577850" y="5973763"/>
          <p14:tracePt t="45478" x="652463" y="5973763"/>
          <p14:tracePt t="45481" x="747713" y="5973763"/>
          <p14:tracePt t="45490" x="809625" y="5973763"/>
          <p14:tracePt t="45504" x="911225" y="5973763"/>
          <p14:tracePt t="45514" x="993775" y="5973763"/>
          <p14:tracePt t="45525" x="1074738" y="5973763"/>
          <p14:tracePt t="45535" x="1143000" y="5973763"/>
          <p14:tracePt t="45546" x="1217613" y="5973763"/>
          <p14:tracePt t="45557" x="1285875" y="5973763"/>
          <p14:tracePt t="45568" x="1339850" y="5973763"/>
          <p14:tracePt t="45581" x="1374775" y="5973763"/>
          <p14:tracePt t="45591" x="1422400" y="5986463"/>
          <p14:tracePt t="45603" x="1443038" y="5986463"/>
          <p14:tracePt t="45614" x="1470025" y="5986463"/>
          <p14:tracePt t="45625" x="1490663" y="5986463"/>
          <p14:tracePt t="45637" x="1509713" y="5986463"/>
          <p14:tracePt t="45648" x="1538288" y="5986463"/>
          <p14:tracePt t="45659" x="1544638" y="5986463"/>
          <p14:tracePt t="45671" x="1571625" y="5986463"/>
          <p14:tracePt t="45681" x="1592263" y="5986463"/>
          <p14:tracePt t="45692" x="1625600" y="5986463"/>
          <p14:tracePt t="45705" x="1646238" y="5986463"/>
          <p14:tracePt t="45715" x="1693863" y="5986463"/>
          <p14:tracePt t="45726" x="1762125" y="5986463"/>
          <p14:tracePt t="45738" x="1816100" y="6000750"/>
          <p14:tracePt t="45748" x="1871663" y="6000750"/>
          <p14:tracePt t="45760" x="1952625" y="6000750"/>
          <p14:tracePt t="45771" x="2033588" y="5986463"/>
          <p14:tracePt t="45782" x="2109788" y="5973763"/>
          <p14:tracePt t="45794" x="2157413" y="5973763"/>
          <p14:tracePt t="45807" x="2224088" y="5967413"/>
          <p14:tracePt t="45817" x="2279650" y="5953125"/>
          <p14:tracePt t="45829" x="2327275" y="5938838"/>
          <p14:tracePt t="45840" x="2366963" y="5932488"/>
          <p14:tracePt t="45850" x="2414588" y="5919788"/>
          <p14:tracePt t="45862" x="2470150" y="5911850"/>
          <p14:tracePt t="45873" x="2530475" y="5911850"/>
          <p14:tracePt t="45883" x="2565400" y="5911850"/>
          <p14:tracePt t="45895" x="2619375" y="5911850"/>
          <p14:tracePt t="45907" x="2667000" y="5911850"/>
          <p14:tracePt t="45917" x="2708275" y="5911850"/>
          <p14:tracePt t="45929" x="2755900" y="5911850"/>
          <p14:tracePt t="45940" x="2809875" y="5911850"/>
          <p14:tracePt t="45951" x="2878138" y="5919788"/>
          <p14:tracePt t="45963" x="2946400" y="5919788"/>
          <p14:tracePt t="45974" x="3000375" y="5919788"/>
          <p14:tracePt t="45984" x="3062288" y="5932488"/>
          <p14:tracePt t="45997" x="3101975" y="5932488"/>
          <p14:tracePt t="46008" x="3136900" y="5932488"/>
          <p14:tracePt t="46018" x="3149600" y="5932488"/>
          <p14:tracePt t="46030" x="3163888" y="5932488"/>
          <p14:tracePt t="46041" x="3170238" y="5932488"/>
          <p14:tracePt t="46120" x="3149600" y="5932488"/>
          <p14:tracePt t="46131" x="3095625" y="5932488"/>
          <p14:tracePt t="46142" x="2979738" y="5932488"/>
          <p14:tracePt t="46155" x="2863850" y="5932488"/>
          <p14:tracePt t="46164" x="2687638" y="5932488"/>
          <p14:tracePt t="46176" x="2497138" y="5938838"/>
          <p14:tracePt t="46188" x="2333625" y="5938838"/>
          <p14:tracePt t="46198" x="2109788" y="5953125"/>
          <p14:tracePt t="46210" x="1898650" y="5953125"/>
          <p14:tracePt t="46223" x="1693863" y="5953125"/>
          <p14:tracePt t="46232" x="1571625" y="5953125"/>
          <p14:tracePt t="46243" x="1408113" y="5938838"/>
          <p14:tracePt t="46256" x="1271588" y="5938838"/>
          <p14:tracePt t="46266" x="1176338" y="5932488"/>
          <p14:tracePt t="46278" x="1095375" y="5932488"/>
          <p14:tracePt t="46289" x="1006475" y="5932488"/>
          <p14:tracePt t="46299" x="938213" y="5932488"/>
          <p14:tracePt t="46311" x="857250" y="5932488"/>
          <p14:tracePt t="46323" x="803275" y="5919788"/>
          <p14:tracePt t="46333" x="720725" y="5919788"/>
          <p14:tracePt t="46345" x="646113" y="5919788"/>
          <p14:tracePt t="46357" x="577850" y="5919788"/>
          <p14:tracePt t="46367" x="530225" y="5919788"/>
          <p14:tracePt t="46380" x="476250" y="5919788"/>
          <p14:tracePt t="46391" x="414338" y="5919788"/>
          <p14:tracePt t="46401" x="381000" y="5911850"/>
          <p14:tracePt t="46413" x="374650" y="5911850"/>
          <p14:tracePt t="46424" x="360363" y="5911850"/>
          <p14:tracePt t="46490" x="374650" y="5911850"/>
          <p14:tracePt t="46502" x="395288" y="5911850"/>
          <p14:tracePt t="46536" x="449263" y="5911850"/>
          <p14:tracePt t="46540" x="517525" y="5919788"/>
          <p14:tracePt t="46548" x="612775" y="5919788"/>
          <p14:tracePt t="46556" x="687388" y="5919788"/>
          <p14:tracePt t="46561" x="823913" y="5932488"/>
          <p14:tracePt t="46573" x="979488" y="5938838"/>
          <p14:tracePt t="46582" x="1149350" y="5953125"/>
          <p14:tracePt t="46593" x="1285875" y="5953125"/>
          <p14:tracePt t="46607" x="1476375" y="5967413"/>
          <p14:tracePt t="46616" x="1693863" y="5967413"/>
          <p14:tracePt t="46628" x="1898650" y="5973763"/>
          <p14:tracePt t="46638" x="2041525" y="5973763"/>
          <p14:tracePt t="46649" x="2244725" y="5973763"/>
          <p14:tracePt t="46660" x="2414588" y="5973763"/>
          <p14:tracePt t="46672" x="2538413" y="5967413"/>
          <p14:tracePt t="46682" x="2687638" y="5967413"/>
          <p14:tracePt t="46694" x="2809875" y="5953125"/>
          <p14:tracePt t="46706" x="2925763" y="5938838"/>
          <p14:tracePt t="46716" x="3000375" y="5938838"/>
          <p14:tracePt t="46727" x="3081338" y="5932488"/>
          <p14:tracePt t="46739" x="3136900" y="5932488"/>
          <p14:tracePt t="46750" x="3184525" y="5919788"/>
          <p14:tracePt t="46762" x="3217863" y="5919788"/>
          <p14:tracePt t="46773" x="3252788" y="5919788"/>
          <p14:tracePt t="46783" x="3265488" y="5919788"/>
          <p14:tracePt t="46796" x="3271838" y="5919788"/>
          <p14:tracePt t="46807" x="3286125" y="5919788"/>
          <p14:tracePt t="46884" x="3265488" y="5919788"/>
          <p14:tracePt t="46896" x="3232150" y="5919788"/>
          <p14:tracePt t="46907" x="3170238" y="5919788"/>
          <p14:tracePt t="46918" x="3068638" y="5919788"/>
          <p14:tracePt t="46930" x="2946400" y="5919788"/>
          <p14:tracePt t="46942" x="2830513" y="5919788"/>
          <p14:tracePt t="46952" x="2667000" y="5919788"/>
          <p14:tracePt t="46964" x="2482850" y="5919788"/>
          <p14:tracePt t="46975" x="2292350" y="5919788"/>
          <p14:tracePt t="46986" x="2143125" y="5919788"/>
          <p14:tracePt t="46998" x="1931988" y="5919788"/>
          <p14:tracePt t="47009" x="1728788" y="5919788"/>
          <p14:tracePt t="47020" x="1544638" y="5919788"/>
          <p14:tracePt t="47031" x="1408113" y="5919788"/>
          <p14:tracePt t="47042" x="1231900" y="5919788"/>
          <p14:tracePt t="47054" x="1062038" y="5911850"/>
          <p14:tracePt t="47066" x="925513" y="5911850"/>
          <p14:tracePt t="47077" x="836613" y="5911850"/>
          <p14:tracePt t="47087" x="755650" y="5911850"/>
          <p14:tracePt t="47099" x="687388" y="5911850"/>
          <p14:tracePt t="47110" x="633413" y="5911850"/>
          <p14:tracePt t="47121" x="598488" y="5911850"/>
          <p14:tracePt t="47132" x="565150" y="5911850"/>
          <p14:tracePt t="47144" x="544513" y="5911850"/>
          <p14:tracePt t="47155" x="517525" y="5911850"/>
          <p14:tracePt t="47166" x="509588" y="5911850"/>
          <p14:tracePt t="47278" x="517525" y="5911850"/>
          <p14:tracePt t="47290" x="544513" y="5911850"/>
          <p14:tracePt t="47301" x="565150" y="5911850"/>
          <p14:tracePt t="47312" x="598488" y="5911850"/>
          <p14:tracePt t="47324" x="646113" y="5911850"/>
          <p14:tracePt t="47335" x="687388" y="5911850"/>
          <p14:tracePt t="47346" x="747713" y="5911850"/>
          <p14:tracePt t="47357" x="836613" y="5919788"/>
          <p14:tracePt t="47369" x="938213" y="5932488"/>
          <p14:tracePt t="47381" x="1027113" y="5932488"/>
          <p14:tracePt t="47391" x="1163638" y="5938838"/>
          <p14:tracePt t="47404" x="1319213" y="5953125"/>
          <p14:tracePt t="47414" x="1470025" y="5967413"/>
          <p14:tracePt t="47426" x="1571625" y="5967413"/>
          <p14:tracePt t="47436" x="1714500" y="5973763"/>
          <p14:tracePt t="47447" x="1863725" y="5973763"/>
          <p14:tracePt t="47460" x="2006600" y="5973763"/>
          <p14:tracePt t="47470" x="2122488" y="5973763"/>
          <p14:tracePt t="47481" x="2259013" y="5973763"/>
          <p14:tracePt t="47494" x="2366963" y="5973763"/>
          <p14:tracePt t="47504" x="2470150" y="5967413"/>
          <p14:tracePt t="47515" x="2551113" y="5967413"/>
          <p14:tracePt t="47527" x="2633663" y="5938838"/>
          <p14:tracePt t="47538" x="2700338" y="5919788"/>
          <p14:tracePt t="47550" x="2735263" y="5899150"/>
          <p14:tracePt t="47582" x="2755900" y="5878513"/>
          <p14:tracePt t="47586" x="2768600" y="5843588"/>
          <p14:tracePt t="47596" x="2768600" y="5795963"/>
          <p14:tracePt t="47598" x="2755900" y="5762625"/>
          <p14:tracePt t="47607" x="2735263" y="5715000"/>
          <p14:tracePt t="47619" x="2673350" y="5661025"/>
          <p14:tracePt t="47630" x="2586038" y="5592763"/>
          <p14:tracePt t="47640" x="2503488" y="5545138"/>
          <p14:tracePt t="47652" x="2381250" y="5491163"/>
          <p14:tracePt t="47663" x="2259013" y="5456238"/>
          <p14:tracePt t="47673" x="2101850" y="5435600"/>
          <p14:tracePt t="47685" x="1973263" y="5435600"/>
          <p14:tracePt t="47696" x="1782763" y="5422900"/>
          <p14:tracePt t="47706" x="1544638" y="5435600"/>
          <p14:tracePt t="47718" x="1339850" y="5443538"/>
          <p14:tracePt t="47729" x="1196975" y="5456238"/>
          <p14:tracePt t="47740" x="1047750" y="5476875"/>
          <p14:tracePt t="47752" x="938213" y="5503863"/>
          <p14:tracePt t="47763" x="836613" y="5538788"/>
          <p14:tracePt t="47774" x="776288" y="5572125"/>
          <p14:tracePt t="47786" x="714375" y="5605463"/>
          <p14:tracePt t="47797" x="666750" y="5640388"/>
          <p14:tracePt t="47808" x="646113" y="5673725"/>
          <p14:tracePt t="47819" x="633413" y="5694363"/>
          <p14:tracePt t="47831" x="619125" y="5715000"/>
          <p14:tracePt t="47841" x="619125" y="5741988"/>
          <p14:tracePt t="47853" x="619125" y="5762625"/>
          <p14:tracePt t="47864" x="633413" y="5783263"/>
          <p14:tracePt t="47876" x="652463" y="5810250"/>
          <p14:tracePt t="47886" x="687388" y="5843588"/>
          <p14:tracePt t="47897" x="747713" y="5864225"/>
          <p14:tracePt t="47910" x="788988" y="5878513"/>
          <p14:tracePt t="47920" x="871538" y="5899150"/>
          <p14:tracePt t="47931" x="979488" y="5911850"/>
          <p14:tracePt t="47943" x="1143000" y="5932488"/>
          <p14:tracePt t="47953" x="1271588" y="5932488"/>
          <p14:tracePt t="47965" x="1470025" y="5932488"/>
          <p14:tracePt t="47977" x="1673225" y="5919788"/>
          <p14:tracePt t="47987" x="1863725" y="5884863"/>
          <p14:tracePt t="48000" x="2000250" y="5843588"/>
          <p14:tracePt t="48011" x="2136775" y="5776913"/>
          <p14:tracePt t="48021" x="2238375" y="5708650"/>
          <p14:tracePt t="48033" x="2300288" y="5646738"/>
          <p14:tracePt t="48046" x="2327275" y="5605463"/>
          <p14:tracePt t="48056" x="2333625" y="5572125"/>
          <p14:tracePt t="48068" x="2327275" y="5538788"/>
          <p14:tracePt t="48080" x="2312988" y="5524500"/>
          <p14:tracePt t="48090" x="2259013" y="5503863"/>
          <p14:tracePt t="48100" x="2176463" y="5470525"/>
          <p14:tracePt t="48112" x="2054225" y="5456238"/>
          <p14:tracePt t="48122" x="1938338" y="5443538"/>
          <p14:tracePt t="48135" x="1776413" y="5443538"/>
          <p14:tracePt t="48147" x="1604963" y="5470525"/>
          <p14:tracePt t="48157" x="1408113" y="5510213"/>
          <p14:tracePt t="48170" x="1285875" y="5545138"/>
          <p14:tracePt t="48181" x="1143000" y="5592763"/>
          <p14:tracePt t="48193" x="1014413" y="5646738"/>
          <p14:tracePt t="48203" x="938213" y="5694363"/>
          <p14:tracePt t="48214" x="904875" y="5715000"/>
          <p14:tracePt t="48224" x="877888" y="5748338"/>
          <p14:tracePt t="48237" x="877888" y="5783263"/>
          <p14:tracePt t="48247" x="890588" y="5810250"/>
          <p14:tracePt t="48257" x="904875" y="5830888"/>
          <p14:tracePt t="48270" x="938213" y="5851525"/>
          <p14:tracePt t="48280" x="993775" y="5878513"/>
          <p14:tracePt t="48291" x="1074738" y="5899150"/>
          <p14:tracePt t="48304" x="1149350" y="5911850"/>
          <p14:tracePt t="48315" x="1271588" y="5919788"/>
          <p14:tracePt t="48328" x="1435100" y="5919788"/>
          <p14:tracePt t="48337" x="1639888" y="5899150"/>
          <p14:tracePt t="48348" x="1782763" y="5884863"/>
          <p14:tracePt t="48359" x="1973263" y="5830888"/>
          <p14:tracePt t="48370" x="2136775" y="5776913"/>
          <p14:tracePt t="48381" x="2244725" y="5708650"/>
          <p14:tracePt t="48394" x="2300288" y="5661025"/>
          <p14:tracePt t="48404" x="2347913" y="5592763"/>
          <p14:tracePt t="48415" x="2360613" y="5538788"/>
          <p14:tracePt t="48427" x="2347913" y="5476875"/>
          <p14:tracePt t="48437" x="2312988" y="5456238"/>
          <p14:tracePt t="48449" x="2244725" y="5422900"/>
          <p14:tracePt t="48461" x="2136775" y="5387975"/>
          <p14:tracePt t="48471" x="1985963" y="5354638"/>
          <p14:tracePt t="48484" x="1871663" y="5354638"/>
          <p14:tracePt t="48496" x="1714500" y="5354638"/>
          <p14:tracePt t="48506" x="1571625" y="5375275"/>
          <p14:tracePt t="48518" x="1422400" y="5408613"/>
          <p14:tracePt t="48530" x="1339850" y="5456238"/>
          <p14:tracePt t="48542" x="1252538" y="5503863"/>
          <p14:tracePt t="48553" x="1184275" y="5545138"/>
          <p14:tracePt t="48565" x="1163638" y="5572125"/>
          <p14:tracePt t="48578" x="1143000" y="5605463"/>
          <p14:tracePt t="48586" x="1128713" y="5626100"/>
          <p14:tracePt t="48598" x="1128713" y="5646738"/>
          <p14:tracePt t="48628" x="1128713" y="5661025"/>
          <p14:tracePt t="48632" x="1149350" y="5681663"/>
          <p14:tracePt t="48645" x="1184275" y="5708650"/>
          <p14:tracePt t="48647" x="1231900" y="5729288"/>
          <p14:tracePt t="48653" x="1265238" y="5741988"/>
          <p14:tracePt t="48663" x="1333500" y="5762625"/>
          <p14:tracePt t="48674" x="1401763" y="5776913"/>
          <p14:tracePt t="48686" x="1476375" y="5776913"/>
          <p14:tracePt t="48697" x="1524000" y="5776913"/>
          <p14:tracePt t="48707" x="1571625" y="5776913"/>
          <p14:tracePt t="48719" x="1604963" y="5776913"/>
          <p14:tracePt t="48730" x="1612900" y="5776913"/>
          <p14:tracePt t="48743" x="1625600" y="5762625"/>
          <p14:tracePt t="49001" x="1639888" y="5748338"/>
          <p14:tracePt t="49145" x="1612900" y="5748338"/>
          <p14:tracePt t="49157" x="1557338" y="5748338"/>
          <p14:tracePt t="49562" x="1571625" y="5748338"/>
          <p14:tracePt t="49585" x="1577975" y="5748338"/>
          <p14:tracePt t="49596" x="1592263" y="5748338"/>
          <p14:tracePt t="49608" x="1604963" y="5748338"/>
          <p14:tracePt t="49629" x="1612900" y="5748338"/>
          <p14:tracePt t="49641" x="1625600" y="5748338"/>
          <p14:tracePt t="49765" x="1612900" y="5748338"/>
          <p14:tracePt t="49787" x="1612900" y="5762625"/>
          <p14:tracePt t="49811" x="1604963" y="5762625"/>
          <p14:tracePt t="49821" x="1592263" y="5762625"/>
          <p14:tracePt t="49833" x="1577975" y="5762625"/>
          <p14:tracePt t="49844" x="1538288" y="5748338"/>
          <p14:tracePt t="49856" x="1476375" y="5748338"/>
          <p14:tracePt t="49866" x="1387475" y="5741988"/>
          <p14:tracePt t="49878" x="1319213" y="5729288"/>
          <p14:tracePt t="49890" x="1217613" y="5729288"/>
          <p14:tracePt t="49900" x="1116013" y="5729288"/>
          <p14:tracePt t="49911" x="1041400" y="5729288"/>
          <p14:tracePt t="49923" x="979488" y="5729288"/>
          <p14:tracePt t="49934" x="911225" y="5729288"/>
          <p14:tracePt t="49945" x="842963" y="5741988"/>
          <p14:tracePt t="49957" x="776288" y="5741988"/>
          <p14:tracePt t="49967" x="735013" y="5748338"/>
          <p14:tracePt t="49980" x="700088" y="5748338"/>
          <p14:tracePt t="49991" x="681038" y="5762625"/>
          <p14:tracePt t="50001" x="652463" y="5776913"/>
          <p14:tracePt t="50014" x="646113" y="5776913"/>
          <p14:tracePt t="50025" x="633413" y="5776913"/>
          <p14:tracePt t="50035" x="619125" y="5776913"/>
          <p14:tracePt t="50135" x="633413" y="5776913"/>
          <p14:tracePt t="50148" x="646113" y="5762625"/>
          <p14:tracePt t="50159" x="666750" y="5748338"/>
          <p14:tracePt t="50169" x="687388" y="5729288"/>
          <p14:tracePt t="50181" x="700088" y="5708650"/>
          <p14:tracePt t="50192" x="714375" y="5673725"/>
          <p14:tracePt t="50204" x="714375" y="5640388"/>
          <p14:tracePt t="50215" x="714375" y="5605463"/>
          <p14:tracePt t="50226" x="700088" y="5578475"/>
          <p14:tracePt t="50238" x="681038" y="5557838"/>
          <p14:tracePt t="50249" x="652463" y="5524500"/>
          <p14:tracePt t="50259" x="619125" y="5510213"/>
          <p14:tracePt t="50271" x="585788" y="5510213"/>
          <p14:tracePt t="50283" x="530225" y="5503863"/>
          <p14:tracePt t="50293" x="476250" y="5503863"/>
          <p14:tracePt t="50305" x="395288" y="5510213"/>
          <p14:tracePt t="50317" x="347663" y="5524500"/>
          <p14:tracePt t="50328" x="306388" y="5545138"/>
          <p14:tracePt t="50339" x="279400" y="5572125"/>
          <p14:tracePt t="50350" x="258763" y="5605463"/>
          <p14:tracePt t="50362" x="252413" y="5626100"/>
          <p14:tracePt t="50374" x="238125" y="5661025"/>
          <p14:tracePt t="50383" x="238125" y="5694363"/>
          <p14:tracePt t="50396" x="238125" y="5715000"/>
          <p14:tracePt t="50406" x="238125" y="5729288"/>
          <p14:tracePt t="50417" x="252413" y="5741988"/>
          <p14:tracePt t="50430" x="258763" y="5748338"/>
          <p14:tracePt t="50440" x="279400" y="5762625"/>
          <p14:tracePt t="50451" x="306388" y="5762625"/>
          <p14:tracePt t="50463" x="347663" y="5762625"/>
          <p14:tracePt t="50474" x="381000" y="5762625"/>
          <p14:tracePt t="50486" x="442913" y="5748338"/>
          <p14:tracePt t="50498" x="482600" y="5741988"/>
          <p14:tracePt t="50508" x="530225" y="5729288"/>
          <p14:tracePt t="50519" x="565150" y="5708650"/>
          <p14:tracePt t="50531" x="585788" y="5694363"/>
          <p14:tracePt t="50541" x="598488" y="5673725"/>
          <p14:tracePt t="50553" x="598488" y="5646738"/>
          <p14:tracePt t="50565" x="598488" y="5640388"/>
          <p14:tracePt t="50575" x="598488" y="5626100"/>
          <p14:tracePt t="50597" x="598488" y="5613400"/>
          <p14:tracePt t="50608" x="585788" y="5613400"/>
          <p14:tracePt t="51397" x="598488" y="5613400"/>
          <p14:tracePt t="51407" x="612775" y="5613400"/>
          <p14:tracePt t="51419" x="633413" y="5613400"/>
          <p14:tracePt t="51430" x="666750" y="5613400"/>
          <p14:tracePt t="51441" x="714375" y="5613400"/>
          <p14:tracePt t="51453" x="768350" y="5605463"/>
          <p14:tracePt t="51464" x="857250" y="5605463"/>
          <p14:tracePt t="51476" x="958850" y="5605463"/>
          <p14:tracePt t="51487" x="1047750" y="5592763"/>
          <p14:tracePt t="51497" x="1116013" y="5592763"/>
          <p14:tracePt t="51509" x="1184275" y="5578475"/>
          <p14:tracePt t="51520" x="1231900" y="5578475"/>
          <p14:tracePt t="51531" x="1271588" y="5572125"/>
          <p14:tracePt t="51543" x="1285875" y="5572125"/>
          <p14:tracePt t="51554" x="1306513" y="5572125"/>
          <p14:tracePt t="51566" x="1319213" y="5572125"/>
          <p14:tracePt t="51576" x="1319213" y="5557838"/>
          <p14:tracePt t="51610" x="1333500" y="5545138"/>
          <p14:tracePt t="51621" x="1339850" y="5538788"/>
          <p14:tracePt t="51633" x="1366838" y="5524500"/>
          <p14:tracePt t="51644" x="1387475" y="5510213"/>
          <p14:tracePt t="51655" x="1408113" y="5503863"/>
          <p14:tracePt t="51667" x="1435100" y="5491163"/>
          <p14:tracePt t="51677" x="1443038" y="5491163"/>
          <p14:tracePt t="51689" x="1455738" y="5476875"/>
          <p14:tracePt t="51701" x="1470025" y="5476875"/>
          <p14:tracePt t="51812" x="1455738" y="5470525"/>
          <p14:tracePt t="51824" x="1435100" y="5470525"/>
          <p14:tracePt t="51846" x="1422400" y="5470525"/>
          <p14:tracePt t="51868" x="1422400" y="5456238"/>
          <p14:tracePt t="51891" x="1408113" y="5443538"/>
          <p14:tracePt t="51902" x="1408113" y="5435600"/>
          <p14:tracePt t="51914" x="1408113" y="5422900"/>
          <p14:tracePt t="51947" x="1408113" y="5408613"/>
          <p14:tracePt t="51970" x="1408113" y="5402263"/>
          <p14:tracePt t="52072" x="1408113" y="5408613"/>
          <p14:tracePt t="52083" x="1408113" y="5435600"/>
          <p14:tracePt t="52095" x="1408113" y="5456238"/>
          <p14:tracePt t="52106" x="1422400" y="5470525"/>
          <p14:tracePt t="52116" x="1422400" y="5476875"/>
          <p14:tracePt t="52128" x="1435100" y="5491163"/>
          <p14:tracePt t="52138" x="1435100" y="5503863"/>
          <p14:tracePt t="52150" x="1443038" y="5503863"/>
          <p14:tracePt t="52206" x="1455738" y="5503863"/>
          <p14:tracePt t="52217" x="1455738" y="5491163"/>
          <p14:tracePt t="52229" x="1470025" y="5476875"/>
          <p14:tracePt t="52251" x="1470025" y="5470525"/>
          <p14:tracePt t="52363" x="1476375" y="5470525"/>
          <p14:tracePt t="52386" x="1490663" y="5470525"/>
          <p14:tracePt t="52476" x="1476375" y="5470525"/>
          <p14:tracePt t="52498" x="1470025" y="5470525"/>
          <p14:tracePt t="52543" x="1476375" y="5470525"/>
          <p14:tracePt t="52555" x="1490663" y="5476875"/>
          <p14:tracePt t="52566" x="1509713" y="5476875"/>
          <p14:tracePt t="52577" x="1524000" y="5476875"/>
          <p14:tracePt t="52588" x="1544638" y="5476875"/>
          <p14:tracePt t="52604" x="1557338" y="5476875"/>
          <p14:tracePt t="52689" x="1544638" y="5476875"/>
          <p14:tracePt t="52702" x="1538288" y="5476875"/>
          <p14:tracePt t="52712" x="1538288" y="5491163"/>
          <p14:tracePt t="52725" x="1524000" y="5491163"/>
          <p14:tracePt t="52736" x="1509713" y="5503863"/>
          <p14:tracePt t="52746" x="1509713" y="5510213"/>
          <p14:tracePt t="52758" x="1503363" y="5524500"/>
          <p14:tracePt t="52770" x="1503363" y="5538788"/>
          <p14:tracePt t="52780" x="1503363" y="5557838"/>
          <p14:tracePt t="52791" x="1509713" y="5578475"/>
          <p14:tracePt t="52824" x="1524000" y="5592763"/>
          <p14:tracePt t="52828" x="1538288" y="5605463"/>
          <p14:tracePt t="52838" x="1544638" y="5613400"/>
          <p14:tracePt t="52839" x="1571625" y="5626100"/>
          <p14:tracePt t="52848" x="1592263" y="5640388"/>
          <p14:tracePt t="52860" x="1604963" y="5640388"/>
          <p14:tracePt t="52872" x="1604963" y="5646738"/>
          <p14:tracePt t="52881" x="1612900" y="5646738"/>
          <p14:tracePt t="52903" x="1612900" y="5661025"/>
          <p14:tracePt t="52993" x="1625600" y="5661025"/>
          <p14:tracePt t="53094" x="1625600" y="5673725"/>
          <p14:tracePt t="53106" x="1625600" y="5681663"/>
          <p14:tracePt t="53128" x="1625600" y="5694363"/>
          <p14:tracePt t="53140" x="1639888" y="5708650"/>
          <p14:tracePt t="53151" x="1639888" y="5715000"/>
          <p14:tracePt t="53163" x="1646238" y="5715000"/>
          <p14:tracePt t="53174" x="1660525" y="5729288"/>
          <p14:tracePt t="53186" x="1673225" y="5729288"/>
          <p14:tracePt t="53197" x="1693863" y="5729288"/>
          <p14:tracePt t="53207" x="1714500" y="5729288"/>
          <p14:tracePt t="53219" x="1741488" y="5715000"/>
          <p14:tracePt t="53230" x="1762125" y="5715000"/>
          <p14:tracePt t="53241" x="1782763" y="5708650"/>
          <p14:tracePt t="53264" x="1795463" y="5708650"/>
          <p14:tracePt t="53319" x="1795463" y="5715000"/>
          <p14:tracePt t="53331" x="1782763" y="5729288"/>
          <p14:tracePt t="53344" x="1776413" y="5748338"/>
          <p14:tracePt t="53356" x="1762125" y="5762625"/>
          <p14:tracePt t="53366" x="1747838" y="5776913"/>
          <p14:tracePt t="53377" x="1741488" y="5783263"/>
          <p14:tracePt t="53390" x="1728788" y="5783263"/>
          <p14:tracePt t="53400" x="1728788" y="5795963"/>
          <p14:tracePt t="53455" x="1741488" y="5783263"/>
          <p14:tracePt t="53466" x="1747838" y="5776913"/>
          <p14:tracePt t="53479" x="1776413" y="5762625"/>
          <p14:tracePt t="53490" x="1782763" y="5762625"/>
          <p14:tracePt t="53500" x="1795463" y="5748338"/>
          <p14:tracePt t="53513" x="1803400" y="5748338"/>
          <p14:tracePt t="53523" x="1816100" y="5748338"/>
          <p14:tracePt t="53567" x="1816100" y="5762625"/>
          <p14:tracePt t="53578" x="1803400" y="5776913"/>
          <p14:tracePt t="53590" x="1803400" y="5795963"/>
          <p14:tracePt t="53601" x="1803400" y="5810250"/>
          <p14:tracePt t="53613" x="1795463" y="5830888"/>
          <p14:tracePt t="53625" x="1795463" y="5843588"/>
          <p14:tracePt t="53636" x="1795463" y="5864225"/>
          <p14:tracePt t="53647" x="1782763" y="5864225"/>
          <p14:tracePt t="53658" x="1782763" y="5878513"/>
          <p14:tracePt t="53713" x="1795463" y="5864225"/>
          <p14:tracePt t="53725" x="1803400" y="5851525"/>
          <p14:tracePt t="53737" x="1830388" y="5830888"/>
          <p14:tracePt t="53747" x="1836738" y="5816600"/>
          <p14:tracePt t="53760" x="1863725" y="5810250"/>
          <p14:tracePt t="53771" x="1871663" y="5795963"/>
          <p14:tracePt t="53781" x="1884363" y="5795963"/>
          <p14:tracePt t="53793" x="1898650" y="5795963"/>
          <p14:tracePt t="53837" x="1884363" y="5795963"/>
          <p14:tracePt t="53848" x="1884363" y="5810250"/>
          <p14:tracePt t="53871" x="1871663" y="5810250"/>
          <p14:tracePt t="53876" x="1863725" y="5816600"/>
          <p14:tracePt t="53892" x="1851025" y="5816600"/>
          <p14:tracePt t="53898" x="1851025" y="5830888"/>
          <p14:tracePt t="53909" x="1836738" y="5830888"/>
          <p14:tracePt t="53940" x="1830388" y="5830888"/>
          <p14:tracePt t="53994" x="1830388" y="5816600"/>
          <p14:tracePt t="54017" x="1830388" y="5810250"/>
          <p14:tracePt t="54040" x="1816100" y="5795963"/>
          <p14:tracePt t="54051" x="1816100" y="5783263"/>
          <p14:tracePt t="54064" x="1816100" y="5776913"/>
          <p14:tracePt t="54084" x="1803400" y="5762625"/>
          <p14:tracePt t="54096" x="1795463" y="5741988"/>
          <p14:tracePt t="54108" x="1782763" y="5715000"/>
          <p14:tracePt t="54123" x="1776413" y="5708650"/>
          <p14:tracePt t="54134" x="1762125" y="5681663"/>
          <p14:tracePt t="54144" x="1741488" y="5661025"/>
          <p14:tracePt t="54158" x="1728788" y="5640388"/>
          <p14:tracePt t="54168" x="1714500" y="5613400"/>
          <p14:tracePt t="54180" x="1693863" y="5592763"/>
          <p14:tracePt t="54192" x="1681163" y="5578475"/>
          <p14:tracePt t="54208" x="1673225" y="5557838"/>
          <p14:tracePt t="54210" x="1660525" y="5545138"/>
          <p14:tracePt t="54224" x="1646238" y="5545138"/>
          <p14:tracePt t="54235" x="1646238" y="5538788"/>
          <p14:tracePt t="54491" x="1660525" y="5572125"/>
          <p14:tracePt t="54501" x="1673225" y="5592763"/>
          <p14:tracePt t="54513" x="1681163" y="5613400"/>
          <p14:tracePt t="54525" x="1708150" y="5646738"/>
          <p14:tracePt t="54536" x="1728788" y="5694363"/>
          <p14:tracePt t="54548" x="1776413" y="5729288"/>
          <p14:tracePt t="54561" x="1795463" y="5762625"/>
          <p14:tracePt t="54573" x="1836738" y="5795963"/>
          <p14:tracePt t="54581" x="1871663" y="5830888"/>
          <p14:tracePt t="54599" x="1898650" y="5851525"/>
          <p14:tracePt t="54607" x="1919288" y="5864225"/>
          <p14:tracePt t="54621" x="1931988" y="5878513"/>
          <p14:tracePt t="54648" x="1931988" y="5884863"/>
          <p14:tracePt t="54649" x="1938338" y="5884863"/>
          <p14:tracePt t="54703" x="1938338" y="5878513"/>
          <p14:tracePt t="54726" x="1931988" y="5864225"/>
          <p14:tracePt t="54738" x="1931988" y="5851525"/>
          <p14:tracePt t="54750" x="1919288" y="5830888"/>
          <p14:tracePt t="54765" x="1905000" y="5810250"/>
          <p14:tracePt t="54774" x="1898650" y="5795963"/>
          <p14:tracePt t="54784" x="1884363" y="5783263"/>
          <p14:tracePt t="54798" x="1884363" y="5776913"/>
          <p14:tracePt t="54813" x="1871663" y="5748338"/>
          <p14:tracePt t="54820" x="1863725" y="5741988"/>
          <p14:tracePt t="54830" x="1851025" y="5729288"/>
          <p14:tracePt t="54848" x="1851025" y="5708650"/>
          <p14:tracePt t="54854" x="1836738" y="5694363"/>
          <p14:tracePt t="54864" x="1830388" y="5681663"/>
          <p14:tracePt t="54883" x="1816100" y="5673725"/>
          <p14:tracePt t="54890" x="1795463" y="5673725"/>
          <p14:tracePt t="54901" x="1782763" y="5661025"/>
          <p14:tracePt t="54921" x="1776413" y="5646738"/>
          <p14:tracePt t="54921" x="1747838" y="5640388"/>
          <p14:tracePt t="54932" x="1728788" y="5640388"/>
          <p14:tracePt t="54947" x="1708150" y="5626100"/>
          <p14:tracePt t="54957" x="1693863" y="5613400"/>
          <p14:tracePt t="54967" x="1673225" y="5613400"/>
          <p14:tracePt t="54982" x="1646238" y="5605463"/>
          <p14:tracePt t="54991" x="1625600" y="5592763"/>
          <p14:tracePt t="55005" x="1612900" y="5592763"/>
          <p14:tracePt t="55017" x="1592263" y="5578475"/>
          <p14:tracePt t="55049" x="1592263" y="5572125"/>
          <p14:tracePt t="55211" x="1577975" y="5557838"/>
          <p14:tracePt t="55232" x="1577975" y="5545138"/>
          <p14:tracePt t="55238" x="1571625" y="5545138"/>
          <p14:tracePt t="55248" x="1557338" y="5538788"/>
          <p14:tracePt t="55264" x="1557338" y="5524500"/>
          <p14:tracePt t="55269" x="1544638" y="5510213"/>
          <p14:tracePt t="55292" x="1538288" y="5510213"/>
          <p14:tracePt t="55401" x="1544638" y="5538788"/>
          <p14:tracePt t="55413" x="1544638" y="5545138"/>
          <p14:tracePt t="55425" x="1557338" y="5572125"/>
          <p14:tracePt t="55438" x="1577975" y="5605463"/>
          <p14:tracePt t="55454" x="1604963" y="5626100"/>
          <p14:tracePt t="55466" x="1639888" y="5661025"/>
          <p14:tracePt t="55474" x="1673225" y="5694363"/>
          <p14:tracePt t="55486" x="1693863" y="5715000"/>
          <p14:tracePt t="55504" x="1708150" y="5729288"/>
          <p14:tracePt t="55505" x="1728788" y="5741988"/>
          <p14:tracePt t="55521" x="1728788" y="5748338"/>
          <p14:tracePt t="55530" x="1741488" y="5762625"/>
          <p14:tracePt t="55542" x="1747838" y="5762625"/>
          <p14:tracePt t="55562" x="1747838" y="5776913"/>
          <p14:tracePt t="55706" x="1747838" y="5762625"/>
          <p14:tracePt t="55738" x="1741488" y="5748338"/>
          <p14:tracePt t="55750" x="1728788" y="5741988"/>
          <p14:tracePt t="55763" x="1714500" y="5729288"/>
          <p14:tracePt t="55778" x="1708150" y="5715000"/>
          <p14:tracePt t="55787" x="1693863" y="5694363"/>
          <p14:tracePt t="55799" x="1681163" y="5681663"/>
          <p14:tracePt t="55818" x="1660525" y="5661025"/>
          <p14:tracePt t="55818" x="1646238" y="5646738"/>
          <p14:tracePt t="55833" x="1639888" y="5640388"/>
          <p14:tracePt t="55847" x="1639888" y="5626100"/>
          <p14:tracePt t="55855" x="1625600" y="5613400"/>
          <p14:tracePt t="55867" x="1625600" y="5592763"/>
          <p14:tracePt t="55881" x="1625600" y="5578475"/>
          <p14:tracePt t="55897" x="1612900" y="5572125"/>
          <p14:tracePt t="55898" x="1612900" y="5557838"/>
          <p14:tracePt t="55913" x="1604963" y="5545138"/>
          <p14:tracePt t="55926" x="1604963" y="5538788"/>
          <p14:tracePt t="55936" x="1592263" y="5524500"/>
          <p14:tracePt t="55975" x="1592263" y="5510213"/>
          <p14:tracePt t="56066" x="1592263" y="5524500"/>
          <p14:tracePt t="56078" x="1592263" y="5538788"/>
          <p14:tracePt t="56089" x="1604963" y="5545138"/>
          <p14:tracePt t="56105" x="1612900" y="5572125"/>
          <p14:tracePt t="56113" x="1639888" y="5592763"/>
          <p14:tracePt t="56123" x="1673225" y="5626100"/>
          <p14:tracePt t="56134" x="1693863" y="5661025"/>
          <p14:tracePt t="56146" x="1728788" y="5708650"/>
          <p14:tracePt t="56155" x="1762125" y="5762625"/>
          <p14:tracePt t="56171" x="1795463" y="5810250"/>
          <p14:tracePt t="56182" x="1816100" y="5830888"/>
          <p14:tracePt t="56189" x="1830388" y="5851525"/>
          <p14:tracePt t="56205" x="1836738" y="5864225"/>
          <p14:tracePt t="56215" x="1851025" y="5878513"/>
          <p14:tracePt t="56291" x="1836738" y="5864225"/>
          <p14:tracePt t="56312" x="1816100" y="5843588"/>
          <p14:tracePt t="56325" x="1795463" y="5810250"/>
          <p14:tracePt t="56337" x="1747838" y="5776913"/>
          <p14:tracePt t="56350" x="1708150" y="5729288"/>
          <p14:tracePt t="56364" x="1639888" y="5673725"/>
          <p14:tracePt t="56374" x="1571625" y="5605463"/>
          <p14:tracePt t="56386" x="1509713" y="5545138"/>
          <p14:tracePt t="56397" x="1476375" y="5510213"/>
          <p14:tracePt t="56416" x="1435100" y="5470525"/>
          <p14:tracePt t="56431" x="1435100" y="5456238"/>
          <p14:tracePt t="56751" x="1435100" y="5470525"/>
          <p14:tracePt t="56773" x="1443038" y="5470525"/>
          <p14:tracePt t="56919" x="1455738" y="5476875"/>
          <p14:tracePt t="56964" x="1470025" y="5491163"/>
          <p14:tracePt t="57020" x="1476375" y="5491163"/>
          <p14:tracePt t="57035" x="1490663" y="5503863"/>
          <p14:tracePt t="57077" x="1503363" y="5510213"/>
          <p14:tracePt t="57099" x="1509713" y="5524500"/>
          <p14:tracePt t="57112" x="1524000" y="5538788"/>
          <p14:tracePt t="57123" x="1538288" y="5538788"/>
          <p14:tracePt t="57137" x="1538288" y="5545138"/>
          <p14:tracePt t="57151" x="1557338" y="5557838"/>
          <p14:tracePt t="57160" x="1571625" y="5572125"/>
          <p14:tracePt t="57172" x="1577975" y="5578475"/>
          <p14:tracePt t="57182" x="1592263" y="5592763"/>
          <p14:tracePt t="57197" x="1604963" y="5592763"/>
          <p14:tracePt t="57207" x="1612900" y="5605463"/>
          <p14:tracePt t="57216" x="1625600" y="5613400"/>
          <p14:tracePt t="57237" x="1639888" y="5626100"/>
          <p14:tracePt t="57257" x="1646238" y="5626100"/>
          <p14:tracePt t="57392" x="1646238" y="5613400"/>
          <p14:tracePt t="57405" x="1639888" y="5605463"/>
          <p14:tracePt t="57417" x="1625600" y="5592763"/>
          <p14:tracePt t="57430" x="1612900" y="5572125"/>
          <p14:tracePt t="57443" x="1604963" y="5545138"/>
          <p14:tracePt t="57453" x="1577975" y="5524500"/>
          <p14:tracePt t="57461" x="1557338" y="5503863"/>
          <p14:tracePt t="57478" x="1538288" y="5470525"/>
          <p14:tracePt t="57487" x="1524000" y="5443538"/>
          <p14:tracePt t="57500" x="1503363" y="5435600"/>
          <p14:tracePt t="57512" x="1490663" y="5408613"/>
          <p14:tracePt t="57530" x="1476375" y="5402263"/>
          <p14:tracePt t="57531" x="1470025" y="5387975"/>
          <p14:tracePt t="57544" x="1470025" y="5375275"/>
          <p14:tracePt t="57553" x="1455738" y="5375275"/>
          <p14:tracePt t="57628" x="1470025" y="5387975"/>
          <p14:tracePt t="57641" x="1470025" y="5408613"/>
          <p14:tracePt t="57652" x="1476375" y="5435600"/>
          <p14:tracePt t="57665" x="1490663" y="5443538"/>
          <p14:tracePt t="57678" x="1503363" y="5470525"/>
          <p14:tracePt t="57688" x="1509713" y="5476875"/>
          <p14:tracePt t="57697" x="1538288" y="5503863"/>
          <p14:tracePt t="57713" x="1544638" y="5510213"/>
          <p14:tracePt t="57720" x="1557338" y="5538788"/>
          <p14:tracePt t="57732" x="1577975" y="5545138"/>
          <p14:tracePt t="57744" x="1604963" y="5557838"/>
          <p14:tracePt t="57756" x="1612900" y="5572125"/>
          <p14:tracePt t="57768" x="1625600" y="5578475"/>
          <p14:tracePt t="57778" x="1639888" y="5578475"/>
          <p14:tracePt t="57933" x="1639888" y="5592763"/>
          <p14:tracePt t="57999" x="1639888" y="5605463"/>
          <p14:tracePt t="58011" x="1625600" y="5605463"/>
          <p14:tracePt t="58024" x="1592263" y="5613400"/>
          <p14:tracePt t="58191" x="1612900" y="5613400"/>
          <p14:tracePt t="58204" x="1639888" y="5613400"/>
          <p14:tracePt t="58224" x="1660525" y="5613400"/>
          <p14:tracePt t="58237" x="1693863" y="5613400"/>
          <p14:tracePt t="58247" x="1714500" y="5613400"/>
          <p14:tracePt t="58258" x="1741488" y="5613400"/>
          <p14:tracePt t="58271" x="1776413" y="5605463"/>
          <p14:tracePt t="58284" x="1803400" y="5592763"/>
          <p14:tracePt t="58296" x="1830388" y="5592763"/>
          <p14:tracePt t="58305" x="1863725" y="5572125"/>
          <p14:tracePt t="58321" x="1884363" y="5557838"/>
          <p14:tracePt t="58329" x="1905000" y="5545138"/>
          <p14:tracePt t="58339" x="1931988" y="5545138"/>
          <p14:tracePt t="58357" x="1938338" y="5538788"/>
          <p14:tracePt t="58365" x="1966913" y="5524500"/>
          <p14:tracePt t="58376" x="1966913" y="5510213"/>
          <p14:tracePt t="58388" x="1973263" y="5510213"/>
          <p14:tracePt t="58397" x="1973263" y="5503863"/>
          <p14:tracePt t="58409" x="1985963" y="5491163"/>
          <p14:tracePt t="58422" x="1985963" y="5476875"/>
          <p14:tracePt t="58432" x="1985963" y="5470525"/>
          <p14:tracePt t="58442" x="2000250" y="5456238"/>
          <p14:tracePt t="58456" x="2000250" y="5443538"/>
          <p14:tracePt t="58476" x="2000250" y="5435600"/>
          <p14:tracePt t="58489" x="2000250" y="5422900"/>
          <p14:tracePt t="58502" x="2006600" y="5422900"/>
          <p14:tracePt t="58512" x="2006600" y="5408613"/>
          <p14:tracePt t="58522" x="2006600" y="5402263"/>
          <p14:tracePt t="58535" x="2020888" y="5402263"/>
          <p14:tracePt t="58545" x="2020888" y="5387975"/>
          <p14:tracePt t="58557" x="2020888" y="5375275"/>
          <p14:tracePt t="58573" x="2020888" y="5367338"/>
          <p14:tracePt t="58585" x="2020888" y="5354638"/>
          <p14:tracePt t="58607" x="2020888" y="5340350"/>
          <p14:tracePt t="58620" x="2020888" y="5334000"/>
          <p14:tracePt t="58631" x="2006600" y="5334000"/>
          <p14:tracePt t="58644" x="2000250" y="5334000"/>
          <p14:tracePt t="58659" x="2000250" y="5319713"/>
          <p14:tracePt t="58673" x="1985963" y="5319713"/>
          <p14:tracePt t="58679" x="1973263" y="5319713"/>
          <p14:tracePt t="58688" x="1966913" y="5319713"/>
          <p14:tracePt t="58704" x="1952625" y="5319713"/>
          <p14:tracePt t="58715" x="1938338" y="5319713"/>
          <p14:tracePt t="58724" x="1938338" y="5334000"/>
          <p14:tracePt t="58740" x="1931988" y="5340350"/>
          <p14:tracePt t="58747" x="1919288" y="5367338"/>
          <p14:tracePt t="58760" x="1919288" y="5387975"/>
          <p14:tracePt t="58772" x="1919288" y="5408613"/>
          <p14:tracePt t="58786" x="1919288" y="5422900"/>
          <p14:tracePt t="58791" x="1931988" y="5435600"/>
          <p14:tracePt t="58805" x="1938338" y="5456238"/>
          <p14:tracePt t="58822" x="1966913" y="5470525"/>
          <p14:tracePt t="58823" x="1985963" y="5470525"/>
          <p14:tracePt t="58837" x="2006600" y="5476875"/>
          <p14:tracePt t="58846" x="2033588" y="5476875"/>
          <p14:tracePt t="58855" x="2054225" y="5476875"/>
          <p14:tracePt t="58869" x="2074863" y="5470525"/>
          <p14:tracePt t="58879" x="2101850" y="5456238"/>
          <p14:tracePt t="58891" x="2109788" y="5443538"/>
          <p14:tracePt t="58903" x="2122488" y="5408613"/>
          <p14:tracePt t="58912" x="2136775" y="5387975"/>
          <p14:tracePt t="58924" x="2136775" y="5354638"/>
          <p14:tracePt t="58937" x="2136775" y="5319713"/>
          <p14:tracePt t="58947" x="2136775" y="5300663"/>
          <p14:tracePt t="58959" x="2122488" y="5280025"/>
          <p14:tracePt t="58972" x="2101850" y="5265738"/>
          <p14:tracePt t="58981" x="2089150" y="5265738"/>
          <p14:tracePt t="58993" x="2074863" y="5265738"/>
          <p14:tracePt t="59007" x="2054225" y="5265738"/>
          <p14:tracePt t="59015" x="2041525" y="5280025"/>
          <p14:tracePt t="59027" x="2020888" y="5286375"/>
          <p14:tracePt t="59037" x="2000250" y="5300663"/>
          <p14:tracePt t="59047" x="1973263" y="5319713"/>
          <p14:tracePt t="59059" x="1952625" y="5340350"/>
          <p14:tracePt t="59072" x="1938338" y="5354638"/>
          <p14:tracePt t="59086" x="1938338" y="5375275"/>
          <p14:tracePt t="59092" x="1938338" y="5387975"/>
          <p14:tracePt t="59113" x="1938338" y="5402263"/>
          <p14:tracePt t="59121" x="1938338" y="5408613"/>
          <p14:tracePt t="59140" x="1952625" y="5422900"/>
          <p14:tracePt t="59161" x="1966913" y="5422900"/>
          <p14:tracePt t="59181" x="1973263" y="5408613"/>
          <p14:tracePt t="59193" x="1985963" y="5408613"/>
          <p14:tracePt t="59205" x="2000250" y="5402263"/>
          <p14:tracePt t="59215" x="2020888" y="5387975"/>
          <p14:tracePt t="59227" x="2033588" y="5375275"/>
          <p14:tracePt t="59239" x="2041525" y="5354638"/>
          <p14:tracePt t="59250" x="2041525" y="5340350"/>
          <p14:tracePt t="59260" x="2054225" y="5334000"/>
          <p14:tracePt t="59273" x="2054225" y="5319713"/>
          <p14:tracePt t="59287" x="2041525" y="5307013"/>
          <p14:tracePt t="59304" x="2020888" y="5300663"/>
          <p14:tracePt t="59317" x="2000250" y="5286375"/>
          <p14:tracePt t="59328" x="1973263" y="5286375"/>
          <p14:tracePt t="59340" x="1952625" y="5286375"/>
          <p14:tracePt t="59351" x="1938338" y="5286375"/>
          <p14:tracePt t="59361" x="1931988" y="5286375"/>
          <p14:tracePt t="59373" x="1919288" y="5300663"/>
          <p14:tracePt t="59385" x="1905000" y="5307013"/>
          <p14:tracePt t="59395" x="1898650" y="5334000"/>
          <p14:tracePt t="59407" x="1898650" y="5340350"/>
          <p14:tracePt t="59418" x="1898650" y="5367338"/>
          <p14:tracePt t="59428" x="1898650" y="5375275"/>
          <p14:tracePt t="59441" x="1905000" y="5402263"/>
          <p14:tracePt t="59453" x="1919288" y="5408613"/>
          <p14:tracePt t="59463" x="1938338" y="5422900"/>
          <p14:tracePt t="59476" x="1952625" y="5422900"/>
          <p14:tracePt t="59489" x="1973263" y="5435600"/>
          <p14:tracePt t="59499" x="2000250" y="5435600"/>
          <p14:tracePt t="59512" x="2006600" y="5435600"/>
          <p14:tracePt t="59523" x="2020888" y="5435600"/>
          <p14:tracePt t="59537" x="2033588" y="5422900"/>
          <p14:tracePt t="59546" x="2041525" y="5422900"/>
          <p14:tracePt t="59557" x="2054225" y="5408613"/>
          <p14:tracePt t="59578" x="2068513" y="5408613"/>
          <p14:tracePt t="59587" x="2068513" y="5402263"/>
          <p14:tracePt t="60486" x="2068513" y="5408613"/>
          <p14:tracePt t="60508" x="2068513" y="5422900"/>
          <p14:tracePt t="60531" x="2074863" y="5422900"/>
          <p14:tracePt t="60667" x="2074863" y="5435600"/>
          <p14:tracePt t="60688" x="2068513" y="5435600"/>
          <p14:tracePt t="60711" x="2068513" y="5443538"/>
          <p14:tracePt t="60723" x="2054225" y="5443538"/>
          <p14:tracePt t="60767" x="2041525" y="5456238"/>
          <p14:tracePt t="60948" x="2054225" y="5456238"/>
          <p14:tracePt t="60969" x="2068513" y="5456238"/>
          <p14:tracePt t="60981" x="2074863" y="5470525"/>
          <p14:tracePt t="61004" x="2089150" y="5470525"/>
          <p14:tracePt t="61273" x="2074863" y="5470525"/>
          <p14:tracePt t="61329" x="2068513" y="5470525"/>
          <p14:tracePt t="61824" x="2074863" y="5456238"/>
          <p14:tracePt t="61836" x="2136775" y="5408613"/>
          <p14:tracePt t="61847" x="2238375" y="5354638"/>
          <p14:tracePt t="61861" x="2366963" y="5265738"/>
          <p14:tracePt t="61870" x="2530475" y="5143500"/>
          <p14:tracePt t="61881" x="2667000" y="5027613"/>
          <p14:tracePt t="61895" x="2863850" y="4837113"/>
          <p14:tracePt t="61904" x="3081338" y="4633913"/>
          <p14:tracePt t="61916" x="3238500" y="4476750"/>
          <p14:tracePt t="61928" x="3422650" y="4292600"/>
          <p14:tracePt t="61938" x="3565525" y="4137025"/>
          <p14:tracePt t="61949" x="3700463" y="3986213"/>
          <p14:tracePt t="61962" x="3795713" y="3884613"/>
          <p14:tracePt t="61972" x="3884613" y="3748088"/>
          <p14:tracePt t="61983" x="3959225" y="3640138"/>
          <p14:tracePt t="61996" x="4006850" y="3524250"/>
          <p14:tracePt t="62007" x="4027488" y="3455988"/>
          <p14:tracePt t="62017" x="4041775" y="3381375"/>
          <p14:tracePt t="62029" x="4041775" y="3286125"/>
          <p14:tracePt t="62039" x="4027488" y="3217863"/>
          <p14:tracePt t="62051" x="4021138" y="3163888"/>
          <p14:tracePt t="62061" x="3994150" y="3116263"/>
          <p14:tracePt t="62073" x="3973513" y="3095625"/>
          <p14:tracePt t="62085" x="3952875" y="3074988"/>
          <p14:tracePt t="62095" x="3938588" y="3074988"/>
          <p14:tracePt t="62113" x="3925888" y="3062288"/>
          <p14:tracePt t="62120" x="3919538" y="3074988"/>
          <p14:tracePt t="62130" x="3905250" y="3074988"/>
          <p14:tracePt t="62164" x="3919538" y="3062288"/>
          <p14:tracePt t="62178" x="3925888" y="3041650"/>
          <p14:tracePt t="62186" x="3952875" y="3006725"/>
          <p14:tracePt t="62199" x="3959225" y="2946400"/>
          <p14:tracePt t="62209" x="3973513" y="2878138"/>
          <p14:tracePt t="62221" x="3986213" y="2789238"/>
          <p14:tracePt t="62230" x="3994150" y="2720975"/>
          <p14:tracePt t="62263" x="3994150" y="2613025"/>
          <p14:tracePt t="62268" x="3986213" y="2517775"/>
          <p14:tracePt t="62280" x="3959225" y="2395538"/>
          <p14:tracePt t="62291" x="3938588" y="2347913"/>
          <p14:tracePt t="62302" x="3905250" y="2306638"/>
          <p14:tracePt t="62314" x="3890963" y="2271713"/>
          <p14:tracePt t="62324" x="3857625" y="2238375"/>
          <p14:tracePt t="62336" x="3824288" y="2205038"/>
          <p14:tracePt t="62345" x="3803650" y="2190750"/>
          <p14:tracePt t="62355" x="3783013" y="2184400"/>
          <p14:tracePt t="62366" x="3768725" y="2170113"/>
          <p14:tracePt t="62379" x="3768725" y="2157413"/>
          <p14:tracePt t="62392" x="3762375" y="2157413"/>
          <p14:tracePt t="62410" x="3748088" y="2157413"/>
          <p14:tracePt t="62421" x="3735388" y="2170113"/>
          <p14:tracePt t="62434" x="3714750" y="2184400"/>
          <p14:tracePt t="62446" x="3694113" y="2184400"/>
          <p14:tracePt t="62457" x="3660775" y="2205038"/>
          <p14:tracePt t="62469" x="3625850" y="2211388"/>
          <p14:tracePt t="62479" x="3598863" y="2224088"/>
          <p14:tracePt t="62511" x="3598863" y="2238375"/>
          <p14:tracePt t="62533" x="3613150" y="2238375"/>
          <p14:tracePt t="62546" x="3646488" y="2238375"/>
          <p14:tracePt t="62557" x="3681413" y="2211388"/>
          <p14:tracePt t="62567" x="3729038" y="2190750"/>
          <p14:tracePt t="62581" x="3762375" y="2170113"/>
          <p14:tracePt t="62594" x="3783013" y="2136775"/>
          <p14:tracePt t="62604" x="3803650" y="2101850"/>
          <p14:tracePt t="62616" x="3803650" y="2081213"/>
          <p14:tracePt t="62630" x="3795713" y="2054225"/>
          <p14:tracePt t="62639" x="3768725" y="2047875"/>
          <p14:tracePt t="62651" x="3729038" y="2033588"/>
          <p14:tracePt t="62662" x="3694113" y="2020888"/>
          <p14:tracePt t="62673" x="3598863" y="2020888"/>
          <p14:tracePt t="62685" x="3497263" y="2020888"/>
          <p14:tracePt t="62698" x="3395663" y="2033588"/>
          <p14:tracePt t="62714" x="3327400" y="2054225"/>
          <p14:tracePt t="62716" x="3271838" y="2081213"/>
          <p14:tracePt t="62731" x="3238500" y="2089150"/>
          <p14:tracePt t="62739" x="3232150" y="2116138"/>
          <p14:tracePt t="62751" x="3232150" y="2122488"/>
          <p14:tracePt t="62763" x="3232150" y="2149475"/>
          <p14:tracePt t="62772" x="3252788" y="2157413"/>
          <p14:tracePt t="62783" x="3271838" y="2157413"/>
          <p14:tracePt t="62798" x="3300413" y="2170113"/>
          <p14:tracePt t="62811" x="3354388" y="2170113"/>
          <p14:tracePt t="62818" x="3422650" y="2170113"/>
          <p14:tracePt t="62830" x="3476625" y="2170113"/>
          <p14:tracePt t="62840" x="3524250" y="2157413"/>
          <p14:tracePt t="62853" x="3565525" y="2136775"/>
          <p14:tracePt t="62862" x="3592513" y="2116138"/>
          <p14:tracePt t="62873" x="3592513" y="2101850"/>
          <p14:tracePt t="62885" x="3592513" y="2089150"/>
          <p14:tracePt t="62895" x="3578225" y="2068513"/>
          <p14:tracePt t="62907" x="3557588" y="2054225"/>
          <p14:tracePt t="62921" x="3509963" y="2047875"/>
          <p14:tracePt t="62933" x="3462338" y="2047875"/>
          <p14:tracePt t="62949" x="3395663" y="2033588"/>
          <p14:tracePt t="62951" x="3327400" y="2047875"/>
          <p14:tracePt t="62965" x="3271838" y="2047875"/>
          <p14:tracePt t="62977" x="3238500" y="2054225"/>
          <p14:tracePt t="62985" x="3217863" y="2068513"/>
          <p14:tracePt t="62996" x="3205163" y="2081213"/>
          <p14:tracePt t="63012" x="3205163" y="2101850"/>
          <p14:tracePt t="63022" x="3217863" y="2116138"/>
          <p14:tracePt t="63030" x="3232150" y="2122488"/>
          <p14:tracePt t="63045" x="3265488" y="2136775"/>
          <p14:tracePt t="63053" x="3286125" y="2136775"/>
          <p14:tracePt t="63064" x="3327400" y="2136775"/>
          <p14:tracePt t="63079" x="3395663" y="2136775"/>
          <p14:tracePt t="63087" x="3455988" y="2122488"/>
          <p14:tracePt t="63097" x="3497263" y="2116138"/>
          <p14:tracePt t="63116" x="3557588" y="2101850"/>
          <p14:tracePt t="63123" x="3592513" y="2081213"/>
          <p14:tracePt t="63137" x="3613150" y="2054225"/>
          <p14:tracePt t="63148" x="3625850" y="2047875"/>
          <p14:tracePt t="63163" x="3625850" y="2033588"/>
          <p14:tracePt t="63164" x="3613150" y="2033588"/>
          <p14:tracePt t="63177" x="3613150" y="2020888"/>
          <p14:tracePt t="63187" x="3592513" y="2020888"/>
          <p14:tracePt t="63199" x="3544888" y="2020888"/>
          <p14:tracePt t="63212" x="3476625" y="2020888"/>
          <p14:tracePt t="63222" x="3408363" y="2033588"/>
          <p14:tracePt t="63233" x="3360738" y="2047875"/>
          <p14:tracePt t="63247" x="3319463" y="2054225"/>
          <p14:tracePt t="63256" x="3286125" y="2068513"/>
          <p14:tracePt t="63266" x="3271838" y="2089150"/>
          <p14:tracePt t="63309" x="3271838" y="2116138"/>
          <p14:tracePt t="63318" x="3300413" y="2122488"/>
          <p14:tracePt t="63331" x="3360738" y="2149475"/>
          <p14:tracePt t="63335" x="3429000" y="2157413"/>
          <p14:tracePt t="63344" x="3509963" y="2170113"/>
          <p14:tracePt t="63360" x="3598863" y="2184400"/>
          <p14:tracePt t="63368" x="3660775" y="2184400"/>
          <p14:tracePt t="63379" x="3735388" y="2184400"/>
          <p14:tracePt t="63394" x="3816350" y="2170113"/>
          <p14:tracePt t="63404" x="3851275" y="2157413"/>
          <p14:tracePt t="63413" x="3871913" y="2136775"/>
          <p14:tracePt t="63428" x="3884613" y="2122488"/>
          <p14:tracePt t="63436" x="3884613" y="2116138"/>
          <p14:tracePt t="63445" x="3884613" y="2101850"/>
          <p14:tracePt t="63462" x="3871913" y="2089150"/>
          <p14:tracePt t="63469" x="3851275" y="2081213"/>
          <p14:tracePt t="63480" x="3803650" y="2068513"/>
          <p14:tracePt t="63495" x="3768725" y="2068513"/>
          <p14:tracePt t="63505" x="3714750" y="2054225"/>
          <p14:tracePt t="63513" x="3660775" y="2054225"/>
          <p14:tracePt t="63528" x="3592513" y="2054225"/>
          <p14:tracePt t="63538" x="3544888" y="2068513"/>
          <p14:tracePt t="63547" x="3490913" y="2081213"/>
          <p14:tracePt t="63563" x="3443288" y="2089150"/>
          <p14:tracePt t="63574" x="3422650" y="2101850"/>
          <p14:tracePt t="63586" x="3395663" y="2116138"/>
          <p14:tracePt t="63600" x="3387725" y="2136775"/>
          <p14:tracePt t="63612" x="3387725" y="2157413"/>
          <p14:tracePt t="63620" x="3387725" y="2170113"/>
          <p14:tracePt t="63629" x="3395663" y="2184400"/>
          <p14:tracePt t="63643" x="3408363" y="2190750"/>
          <p14:tracePt t="63651" x="3429000" y="2205038"/>
          <p14:tracePt t="63665" x="3455988" y="2211388"/>
          <p14:tracePt t="63677" x="3476625" y="2224088"/>
          <p14:tracePt t="63687" x="3509963" y="2224088"/>
          <p14:tracePt t="63697" x="3557588" y="2238375"/>
          <p14:tracePt t="63713" x="3592513" y="2238375"/>
          <p14:tracePt t="63722" x="3613150" y="2238375"/>
          <p14:tracePt t="63730" x="3633788" y="2238375"/>
          <p14:tracePt t="63745" x="3646488" y="2238375"/>
          <p14:tracePt t="63763" x="3660775" y="2238375"/>
          <p14:tracePt t="63782" x="3667125" y="2244725"/>
          <p14:tracePt t="63795" x="3667125" y="2259013"/>
          <p14:tracePt t="63805" x="3667125" y="2292350"/>
          <p14:tracePt t="63817" x="3660775" y="2339975"/>
          <p14:tracePt t="63829" x="3625850" y="2395538"/>
          <p14:tracePt t="63839" x="3613150" y="2443163"/>
          <p14:tracePt t="64030" x="3633788" y="2443163"/>
          <p14:tracePt t="64052" x="3646488" y="2428875"/>
          <p14:tracePt t="64065" x="3660775" y="2428875"/>
          <p14:tracePt t="64079" x="3667125" y="2428875"/>
          <p14:tracePt t="64097" x="3667125" y="2414588"/>
          <p14:tracePt t="64119" x="3667125" y="2408238"/>
          <p14:tracePt t="64153" x="3667125" y="2395538"/>
          <p14:tracePt t="64187" x="3660775" y="2395538"/>
          <p14:tracePt t="64222" x="3646488" y="2395538"/>
          <p14:tracePt t="64232" x="3633788" y="2381250"/>
          <p14:tracePt t="64245" x="3625850" y="2381250"/>
          <p14:tracePt t="64256" x="3598863" y="2381250"/>
          <p14:tracePt t="64266" x="3578225" y="2374900"/>
          <p14:tracePt t="64278" x="3544888" y="2374900"/>
          <p14:tracePt t="64290" x="3509963" y="2360613"/>
          <p14:tracePt t="64301" x="3476625" y="2360613"/>
          <p14:tracePt t="64313" x="3443288" y="2347913"/>
          <p14:tracePt t="64327" x="3395663" y="2347913"/>
          <p14:tracePt t="64337" x="3360738" y="2339975"/>
          <p14:tracePt t="64357" x="3327400" y="2339975"/>
          <p14:tracePt t="64358" x="3319463" y="2339975"/>
          <p14:tracePt t="64368" x="3306763" y="2339975"/>
          <p14:tracePt t="64412" x="3319463" y="2339975"/>
          <p14:tracePt t="64424" x="3327400" y="2339975"/>
          <p14:tracePt t="64434" x="3354388" y="2339975"/>
          <p14:tracePt t="64446" x="3387725" y="2347913"/>
          <p14:tracePt t="64458" x="3422650" y="2347913"/>
          <p14:tracePt t="64468" x="3462338" y="2347913"/>
          <p14:tracePt t="64481" x="3497263" y="2347913"/>
          <p14:tracePt t="64492" x="3524250" y="2347913"/>
          <p14:tracePt t="64503" x="3544888" y="2347913"/>
          <p14:tracePt t="64515" x="3565525" y="2347913"/>
          <p14:tracePt t="64526" x="3578225" y="2339975"/>
          <p14:tracePt t="64536" x="3592513" y="2339975"/>
          <p14:tracePt t="64548" x="3598863" y="2339975"/>
          <p14:tracePt t="64560" x="3598863" y="2327275"/>
          <p14:tracePt t="64581" x="3598863" y="2312988"/>
          <p14:tracePt t="64603" x="3598863" y="2306638"/>
          <p14:tracePt t="64637" x="3598863" y="2292350"/>
          <p14:tracePt t="64715" x="3613150" y="2292350"/>
          <p14:tracePt t="64728" x="3625850" y="2292350"/>
          <p14:tracePt t="64740" x="3633788" y="2292350"/>
          <p14:tracePt t="64751" x="3660775" y="2292350"/>
          <p14:tracePt t="64762" x="3681413" y="2292350"/>
          <p14:tracePt t="64775" x="3700463" y="2292350"/>
          <p14:tracePt t="64785" x="3714750" y="2292350"/>
          <p14:tracePt t="64795" x="3729038" y="2292350"/>
          <p14:tracePt t="64809" x="3735388" y="2292350"/>
          <p14:tracePt t="64850" x="3729038" y="2292350"/>
          <p14:tracePt t="64862" x="3694113" y="2292350"/>
          <p14:tracePt t="64874" x="3667125" y="2292350"/>
          <p14:tracePt t="64884" x="3633788" y="2292350"/>
          <p14:tracePt t="64897" x="3613150" y="2292350"/>
          <p14:tracePt t="64908" x="3598863" y="2292350"/>
          <p14:tracePt t="64952" x="3613150" y="2292350"/>
          <p14:tracePt t="64965" x="3633788" y="2292350"/>
          <p14:tracePt t="64977" x="3667125" y="2292350"/>
          <p14:tracePt t="64986" x="3729038" y="2292350"/>
          <p14:tracePt t="64998" x="3783013" y="2292350"/>
          <p14:tracePt t="65010" x="3816350" y="2279650"/>
          <p14:tracePt t="65021" x="3836988" y="2279650"/>
          <p14:tracePt t="65033" x="3851275" y="2279650"/>
          <p14:tracePt t="65076" x="3836988" y="2279650"/>
          <p14:tracePt t="65087" x="3803650" y="2279650"/>
          <p14:tracePt t="65099" x="3783013" y="2279650"/>
          <p14:tracePt t="65110" x="3768725" y="2279650"/>
          <p14:tracePt t="65121" x="3748088" y="2279650"/>
          <p14:tracePt t="65132" x="3748088" y="2271713"/>
          <p14:tracePt t="65290" x="3762375" y="2271713"/>
          <p14:tracePt t="65379" x="3735388" y="2259013"/>
          <p14:tracePt t="65402" x="3714750" y="2259013"/>
          <p14:tracePt t="65411" x="3700463" y="2259013"/>
          <p14:tracePt t="65417" x="3694113" y="2259013"/>
          <p14:tracePt t="65429" x="3681413" y="2259013"/>
          <p14:tracePt t="65470" x="3681413" y="2244725"/>
          <p14:tracePt t="65492" x="3694113" y="2244725"/>
          <p14:tracePt t="65503" x="3700463" y="2244725"/>
          <p14:tracePt t="65515" x="3714750" y="2244725"/>
          <p14:tracePt t="65527" x="3729038" y="2244725"/>
          <p14:tracePt t="65537" x="3735388" y="2238375"/>
          <p14:tracePt t="65604" x="3714750" y="2238375"/>
          <p14:tracePt t="65616" x="3700463" y="2238375"/>
          <p14:tracePt t="65628" x="3667125" y="2238375"/>
          <p14:tracePt t="65638" x="3660775" y="2238375"/>
          <p14:tracePt t="65650" x="3646488" y="2238375"/>
          <p14:tracePt t="65695" x="3660775" y="2238375"/>
          <p14:tracePt t="65706" x="3681413" y="2238375"/>
          <p14:tracePt t="65718" x="3714750" y="2238375"/>
          <p14:tracePt t="65729" x="3762375" y="2238375"/>
          <p14:tracePt t="65740" x="3803650" y="2238375"/>
          <p14:tracePt t="65751" x="3824288" y="2238375"/>
          <p14:tracePt t="65763" x="3836988" y="2238375"/>
          <p14:tracePt t="65785" x="3824288" y="2238375"/>
          <p14:tracePt t="65807" x="3803650" y="2224088"/>
          <p14:tracePt t="65818" x="3783013" y="2224088"/>
          <p14:tracePt t="65830" x="3748088" y="2224088"/>
          <p14:tracePt t="65841" x="3729038" y="2224088"/>
          <p14:tracePt t="65852" x="3700463" y="2224088"/>
          <p14:tracePt t="65863" x="3694113" y="2224088"/>
          <p14:tracePt t="65875" x="3681413" y="2224088"/>
          <p14:tracePt t="65931" x="3694113" y="2224088"/>
          <p14:tracePt t="65943" x="3729038" y="2224088"/>
          <p14:tracePt t="65954" x="3748088" y="2224088"/>
          <p14:tracePt t="65965" x="3762375" y="2224088"/>
          <p14:tracePt t="65977" x="3783013" y="2224088"/>
          <p14:tracePt t="66032" x="3768725" y="2224088"/>
          <p14:tracePt t="66044" x="3748088" y="2224088"/>
          <p14:tracePt t="66055" x="3729038" y="2224088"/>
          <p14:tracePt t="66066" x="3714750" y="2224088"/>
          <p14:tracePt t="66078" x="3694113" y="2224088"/>
          <p14:tracePt t="66099" x="3681413" y="2224088"/>
          <p14:tracePt t="66133" x="3694113" y="2224088"/>
          <p14:tracePt t="66145" x="3700463" y="2224088"/>
          <p14:tracePt t="66156" x="3735388" y="2224088"/>
          <p14:tracePt t="66169" x="3762375" y="2224088"/>
          <p14:tracePt t="66180" x="3783013" y="2224088"/>
          <p14:tracePt t="66190" x="3795713" y="2224088"/>
          <p14:tracePt t="66246" x="3783013" y="2224088"/>
          <p14:tracePt t="66257" x="3768725" y="2224088"/>
          <p14:tracePt t="66271" x="3762375" y="2224088"/>
          <p14:tracePt t="66281" x="3735388" y="2224088"/>
          <p14:tracePt t="66291" x="3735388" y="2238375"/>
          <p14:tracePt t="66304" x="3729038" y="2238375"/>
          <p14:tracePt t="66370" x="3735388" y="2238375"/>
          <p14:tracePt t="66381" x="3762375" y="2238375"/>
          <p14:tracePt t="66393" x="3768725" y="2238375"/>
          <p14:tracePt t="66460" x="3762375" y="2238375"/>
          <p14:tracePt t="66471" x="3735388" y="2238375"/>
          <p14:tracePt t="66484" x="3714750" y="2238375"/>
          <p14:tracePt t="66494" x="3694113" y="2238375"/>
          <p14:tracePt t="66505" x="3681413" y="2238375"/>
          <p14:tracePt t="66561" x="3694113" y="2238375"/>
          <p14:tracePt t="66572" x="3729038" y="2238375"/>
          <p14:tracePt t="66585" x="3748088" y="2238375"/>
          <p14:tracePt t="66596" x="3768725" y="2238375"/>
          <p14:tracePt t="66606" x="3795713" y="2238375"/>
          <p14:tracePt t="66618" x="3803650" y="2238375"/>
          <p14:tracePt t="66651" x="3795713" y="2238375"/>
          <p14:tracePt t="66663" x="3768725" y="2238375"/>
          <p14:tracePt t="66674" x="3748088" y="2238375"/>
          <p14:tracePt t="66687" x="3714750" y="2224088"/>
          <p14:tracePt t="66696" x="3694113" y="2224088"/>
          <p14:tracePt t="66708" x="3681413" y="2224088"/>
          <p14:tracePt t="66775" x="3694113" y="2224088"/>
          <p14:tracePt t="66786" x="3714750" y="2224088"/>
          <p14:tracePt t="66797" x="3729038" y="2224088"/>
          <p14:tracePt t="66808" x="3735388" y="2224088"/>
          <p14:tracePt t="66910" x="3729038" y="2224088"/>
          <p14:tracePt t="67022" x="3735388" y="2224088"/>
          <p14:tracePt t="67124" x="3729038" y="2224088"/>
          <p14:tracePt t="67135" x="3714750" y="2224088"/>
          <p14:tracePt t="67147" x="3700463" y="2224088"/>
          <p14:tracePt t="67157" x="3694113" y="2224088"/>
          <p14:tracePt t="67180" x="3681413" y="2224088"/>
          <p14:tracePt t="67258" x="3694113" y="2224088"/>
          <p14:tracePt t="67270" x="3700463" y="2224088"/>
          <p14:tracePt t="67281" x="3714750" y="2224088"/>
          <p14:tracePt t="67293" x="3735388" y="2224088"/>
          <p14:tracePt t="67305" x="3748088" y="2224088"/>
          <p14:tracePt t="67316" x="3762375" y="2224088"/>
          <p14:tracePt t="67326" x="3762375" y="2238375"/>
          <p14:tracePt t="67393" x="3748088" y="2224088"/>
          <p14:tracePt t="67416" x="3735388" y="2224088"/>
          <p14:tracePt t="67428" x="3729038" y="2224088"/>
          <p14:tracePt t="67439" x="3714750" y="2224088"/>
          <p14:tracePt t="67451" x="3700463" y="2224088"/>
          <p14:tracePt t="67463" x="3694113" y="2224088"/>
          <p14:tracePt t="67552" x="3700463" y="2224088"/>
          <p14:tracePt t="67573" x="3714750" y="2224088"/>
          <p14:tracePt t="67586" x="3729038" y="2224088"/>
          <p14:tracePt t="67597" x="3729038" y="2238375"/>
          <p14:tracePt t="67608" x="3735388" y="2238375"/>
          <p14:tracePt t="67721" x="3729038" y="2238375"/>
          <p14:tracePt t="67731" x="3714750" y="2238375"/>
          <p14:tracePt t="67743" x="3700463" y="2238375"/>
          <p14:tracePt t="67810" x="3714750" y="2238375"/>
          <p14:tracePt t="67821" x="3729038" y="2238375"/>
          <p14:tracePt t="67832" x="3748088" y="2238375"/>
          <p14:tracePt t="67844" x="3762375" y="2244725"/>
          <p14:tracePt t="67855" x="3768725" y="2244725"/>
          <p14:tracePt t="67868" x="3783013" y="2244725"/>
          <p14:tracePt t="67877" x="3795713" y="2244725"/>
          <p14:tracePt t="67933" x="3783013" y="2259013"/>
          <p14:tracePt t="67945" x="3768725" y="2259013"/>
          <p14:tracePt t="67957" x="3748088" y="2259013"/>
          <p14:tracePt t="67968" x="3735388" y="2259013"/>
          <p14:tracePt t="67980" x="3729038" y="2259013"/>
          <p14:tracePt t="68046" x="3735388" y="2244725"/>
          <p14:tracePt t="68058" x="3762375" y="2244725"/>
          <p14:tracePt t="68069" x="3768725" y="2244725"/>
          <p14:tracePt t="68082" x="3795713" y="2244725"/>
          <p14:tracePt t="68093" x="3803650" y="2244725"/>
          <p14:tracePt t="68136" x="3795713" y="2244725"/>
          <p14:tracePt t="68149" x="3783013" y="2244725"/>
          <p14:tracePt t="68159" x="3748088" y="2244725"/>
          <p14:tracePt t="68170" x="3729038" y="2244725"/>
          <p14:tracePt t="68183" x="3700463" y="2244725"/>
          <p14:tracePt t="68204" x="3694113" y="2244725"/>
          <p14:tracePt t="68248" x="3700463" y="2244725"/>
          <p14:tracePt t="68260" x="3714750" y="2244725"/>
          <p14:tracePt t="68271" x="3729038" y="2244725"/>
          <p14:tracePt t="68284" x="3748088" y="2244725"/>
          <p14:tracePt t="68294" x="3762375" y="2244725"/>
          <p14:tracePt t="68308" x="3768725" y="2244725"/>
          <p14:tracePt t="68361" x="3762375" y="2244725"/>
          <p14:tracePt t="68373" x="3748088" y="2244725"/>
          <p14:tracePt t="68385" x="3729038" y="2244725"/>
          <p14:tracePt t="68395" x="3700463" y="2244725"/>
          <p14:tracePt t="68408" x="3694113" y="2244725"/>
          <p14:tracePt t="68418" x="3681413" y="2244725"/>
          <p14:tracePt t="68485" x="3694113" y="2244725"/>
          <p14:tracePt t="68497" x="3700463" y="2244725"/>
          <p14:tracePt t="68509" x="3729038" y="2244725"/>
          <p14:tracePt t="68519" x="3735388" y="2244725"/>
          <p14:tracePt t="68587" x="3729038" y="2244725"/>
          <p14:tracePt t="68598" x="3714750" y="2244725"/>
          <p14:tracePt t="68609" x="3694113" y="2244725"/>
          <p14:tracePt t="68788" x="3700463" y="2244725"/>
          <p14:tracePt t="68801" x="3729038" y="2244725"/>
          <p14:tracePt t="68812" x="3748088" y="2244725"/>
          <p14:tracePt t="68822" x="3768725" y="2244725"/>
          <p14:tracePt t="68834" x="3803650" y="2244725"/>
          <p14:tracePt t="68845" x="3824288" y="2244725"/>
          <p14:tracePt t="68856" x="3857625" y="2259013"/>
          <p14:tracePt t="68868" x="3884613" y="2259013"/>
          <p14:tracePt t="68878" x="3890963" y="2259013"/>
          <p14:tracePt t="68891" x="3905250" y="2259013"/>
          <p14:tracePt t="68902" x="3919538" y="2244725"/>
          <p14:tracePt t="69116" x="3925888" y="2244725"/>
          <p14:tracePt t="69126" x="3952875" y="2244725"/>
          <p14:tracePt t="69139" x="3973513" y="2244725"/>
          <p14:tracePt t="69150" x="3994150" y="2244725"/>
          <p14:tracePt t="69160" x="4021138" y="2244725"/>
          <p14:tracePt t="69182" x="4027488" y="2244725"/>
          <p14:tracePt t="69227" x="4021138" y="2244725"/>
          <p14:tracePt t="69239" x="4006850" y="2244725"/>
          <p14:tracePt t="69250" x="3986213" y="2244725"/>
          <p14:tracePt t="69262" x="3973513" y="2244725"/>
          <p14:tracePt t="69273" x="3959225" y="2244725"/>
          <p14:tracePt t="69339" x="3973513" y="2244725"/>
          <p14:tracePt t="69352" x="3986213" y="2244725"/>
          <p14:tracePt t="69363" x="4006850" y="2244725"/>
          <p14:tracePt t="69374" x="4021138" y="2244725"/>
          <p14:tracePt t="69386" x="4027488" y="2244725"/>
          <p14:tracePt t="69397" x="4041775" y="2244725"/>
          <p14:tracePt t="69441" x="4027488" y="2244725"/>
          <p14:tracePt t="69463" x="4006850" y="2244725"/>
          <p14:tracePt t="69476" x="3994150" y="2244725"/>
          <p14:tracePt t="69487" x="3986213" y="2244725"/>
          <p14:tracePt t="69565" x="3994150" y="2244725"/>
          <p14:tracePt t="69577" x="4006850" y="2244725"/>
          <p14:tracePt t="69600" x="4021138" y="2244725"/>
          <p14:tracePt t="69610" x="4027488" y="2244725"/>
          <p14:tracePt t="69622" x="4041775" y="2244725"/>
          <p14:tracePt t="69879" x="4027488" y="2244725"/>
          <p14:tracePt t="69902" x="4021138" y="2244725"/>
          <p14:tracePt t="69914" x="4006850" y="2244725"/>
          <p14:tracePt t="69926" x="3986213" y="2244725"/>
          <p14:tracePt t="69938" x="3952875" y="2244725"/>
          <p14:tracePt t="69947" x="3919538" y="2244725"/>
          <p14:tracePt t="69961" x="3857625" y="2244725"/>
          <p14:tracePt t="69971" x="3816350" y="2244725"/>
          <p14:tracePt t="69983" x="3768725" y="2244725"/>
          <p14:tracePt t="69994" x="3729038" y="2244725"/>
          <p14:tracePt t="70004" x="3700463" y="2244725"/>
          <p14:tracePt t="70016" x="3694113" y="2244725"/>
          <p14:tracePt t="70140" x="3700463" y="2244725"/>
          <p14:tracePt t="70161" x="3714750" y="2244725"/>
          <p14:tracePt t="70172" x="3729038" y="2244725"/>
          <p14:tracePt t="70186" x="3748088" y="2244725"/>
          <p14:tracePt t="70197" x="3762375" y="2244725"/>
          <p14:tracePt t="70207" x="3768725" y="2238375"/>
          <p14:tracePt t="70240" x="3783013" y="2238375"/>
          <p14:tracePt t="70387" x="3783013" y="2244725"/>
          <p14:tracePt t="70431" x="3768725" y="2259013"/>
          <p14:tracePt t="70453" x="3768725" y="2271713"/>
          <p14:tracePt t="70465" x="3768725" y="2279650"/>
          <p14:tracePt t="70476" x="3768725" y="2292350"/>
          <p14:tracePt t="70487" x="3768725" y="2312988"/>
          <p14:tracePt t="70500" x="3762375" y="2339975"/>
          <p14:tracePt t="70510" x="3762375" y="2381250"/>
          <p14:tracePt t="70523" x="3748088" y="2449513"/>
          <p14:tracePt t="70534" x="3729038" y="2578100"/>
          <p14:tracePt t="70543" x="3714750" y="2687638"/>
          <p14:tracePt t="70557" x="3681413" y="2890838"/>
          <p14:tracePt t="70567" x="3633788" y="3149600"/>
          <p14:tracePt t="70578" x="3592513" y="3435350"/>
          <p14:tracePt t="70590" x="3544888" y="3625850"/>
          <p14:tracePt t="70600" x="3490913" y="3884613"/>
          <p14:tracePt t="70612" x="3429000" y="4122738"/>
          <p14:tracePt t="70645" x="3360738" y="4313238"/>
          <p14:tracePt t="70648" x="3319463" y="4443413"/>
          <p14:tracePt t="70658" x="3265488" y="4578350"/>
          <p14:tracePt t="70660" x="3217863" y="4687888"/>
          <p14:tracePt t="70668" x="3170238" y="4768850"/>
          <p14:tracePt t="70680" x="3136900" y="4810125"/>
          <p14:tracePt t="70692" x="3081338" y="4878388"/>
          <p14:tracePt t="70701" x="3027363" y="4926013"/>
          <p14:tracePt t="70714" x="2979738" y="4973638"/>
          <p14:tracePt t="70725" x="2932113" y="5006975"/>
          <p14:tracePt t="70735" x="2878138" y="5041900"/>
          <p14:tracePt t="70748" x="2824163" y="5075238"/>
          <p14:tracePt t="70759" x="2768600" y="5095875"/>
          <p14:tracePt t="70770" x="2720975" y="5110163"/>
          <p14:tracePt t="70782" x="2667000" y="5116513"/>
          <p14:tracePt t="70793" x="2619375" y="5116513"/>
          <p14:tracePt t="70803" x="2571750" y="5116513"/>
          <p14:tracePt t="70815" x="2530475" y="5116513"/>
          <p14:tracePt t="70827" x="2497138" y="5129213"/>
          <p14:tracePt t="70837" x="2449513" y="5143500"/>
          <p14:tracePt t="70847" x="2428875" y="5143500"/>
          <p14:tracePt t="70859" x="2395538" y="5164138"/>
          <p14:tracePt t="70870" x="2366963" y="5164138"/>
          <p14:tracePt t="70882" x="2347913" y="5176838"/>
          <p14:tracePt t="70894" x="2327275" y="5176838"/>
          <p14:tracePt t="70904" x="2292350" y="5176838"/>
          <p14:tracePt t="70916" x="2259013" y="5184775"/>
          <p14:tracePt t="70927" x="2211388" y="5211763"/>
          <p14:tracePt t="70938" x="2176463" y="5232400"/>
          <p14:tracePt t="70949" x="2143125" y="5253038"/>
          <p14:tracePt t="70962" x="2101850" y="5280025"/>
          <p14:tracePt t="70976" x="2054225" y="5300663"/>
          <p14:tracePt t="70985" x="2020888" y="5307013"/>
          <p14:tracePt t="70994" x="1985963" y="5340350"/>
          <p14:tracePt t="71008" x="1952625" y="5354638"/>
          <p14:tracePt t="71018" x="1931988" y="5375275"/>
          <p14:tracePt t="71029" x="1919288" y="5375275"/>
          <p14:tracePt t="71072" x="1931988" y="5375275"/>
          <p14:tracePt t="71083" x="1938338" y="5367338"/>
          <p14:tracePt t="71096" x="1952625" y="5354638"/>
          <p14:tracePt t="71107" x="1973263" y="5340350"/>
          <p14:tracePt t="71117" x="1985963" y="5334000"/>
          <p14:tracePt t="71129" x="2006600" y="5319713"/>
          <p14:tracePt t="71141" x="2033588" y="5307013"/>
          <p14:tracePt t="71151" x="2041525" y="5307013"/>
          <p14:tracePt t="71162" x="2068513" y="5300663"/>
          <p14:tracePt t="71174" x="2074863" y="5300663"/>
          <p14:tracePt t="71185" x="2089150" y="5300663"/>
          <p14:tracePt t="71207" x="2089150" y="5307013"/>
          <p14:tracePt t="71219" x="2101850" y="5307013"/>
          <p14:tracePt t="71230" x="2101850" y="5319713"/>
          <p14:tracePt t="71242" x="2101850" y="5334000"/>
          <p14:tracePt t="71253" x="2101850" y="5340350"/>
          <p14:tracePt t="71264" x="2101850" y="5354638"/>
          <p14:tracePt t="71286" x="2109788" y="5354638"/>
          <p14:tracePt t="71319" x="2122488" y="5354638"/>
          <p14:tracePt t="71342" x="2136775" y="5340350"/>
          <p14:tracePt t="71353" x="2136775" y="5334000"/>
          <p14:tracePt t="71365" x="2136775" y="5319713"/>
          <p14:tracePt t="71376" x="2136775" y="5307013"/>
          <p14:tracePt t="71387" x="2122488" y="5300663"/>
          <p14:tracePt t="71399" x="2109788" y="5286375"/>
          <p14:tracePt t="71410" x="2101850" y="5286375"/>
          <p14:tracePt t="71421" x="2089150" y="5286375"/>
          <p14:tracePt t="71433" x="2074863" y="5286375"/>
          <p14:tracePt t="71444" x="2054225" y="5286375"/>
          <p14:tracePt t="71456" x="2041525" y="5286375"/>
          <p14:tracePt t="71466" x="2020888" y="5286375"/>
          <p14:tracePt t="71477" x="2006600" y="5300663"/>
          <p14:tracePt t="71490" x="2000250" y="5307013"/>
          <p14:tracePt t="71500" x="1985963" y="5307013"/>
          <p14:tracePt t="71511" x="1973263" y="5319713"/>
          <p14:tracePt t="71524" x="1966913" y="5334000"/>
          <p14:tracePt t="71534" x="1966913" y="5340350"/>
          <p14:tracePt t="71556" x="1966913" y="5354638"/>
          <p14:tracePt t="71589" x="1966913" y="5367338"/>
          <p14:tracePt t="71623" x="1973263" y="5367338"/>
          <p14:tracePt t="71646" x="1985963" y="5367338"/>
          <p14:tracePt t="71668" x="2000250" y="5367338"/>
          <p14:tracePt t="71724" x="2006600" y="5367338"/>
          <p14:tracePt t="71758" x="2020888" y="5367338"/>
          <p14:tracePt t="71781" x="2033588" y="5367338"/>
          <p14:tracePt t="72197" x="2041525" y="5367338"/>
          <p14:tracePt t="72209" x="2041525" y="5354638"/>
          <p14:tracePt t="72231" x="2041525" y="5340350"/>
          <p14:tracePt t="72242" x="2041525" y="5334000"/>
          <p14:tracePt t="72255" x="2041525" y="5319713"/>
          <p14:tracePt t="72276" x="2033588" y="5307013"/>
          <p14:tracePt t="72287" x="2020888" y="5307013"/>
          <p14:tracePt t="72299" x="2006600" y="5307013"/>
          <p14:tracePt t="72310" x="2006600" y="5300663"/>
          <p14:tracePt t="72322" x="2000250" y="5300663"/>
          <p14:tracePt t="72333" x="1985963" y="5307013"/>
          <p14:tracePt t="72355" x="1973263" y="5307013"/>
          <p14:tracePt t="72366" x="1973263" y="5319713"/>
          <p14:tracePt t="72377" x="1966913" y="5334000"/>
          <p14:tracePt t="72391" x="1966913" y="5340350"/>
          <p14:tracePt t="72400" x="1966913" y="5354638"/>
          <p14:tracePt t="72411" x="1952625" y="5367338"/>
          <p14:tracePt t="72424" x="1952625" y="5375275"/>
          <p14:tracePt t="72434" x="1952625" y="5387975"/>
          <p14:tracePt t="72456" x="1966913" y="5387975"/>
          <p14:tracePt t="72467" x="1973263" y="5387975"/>
          <p14:tracePt t="72479" x="1985963" y="5402263"/>
          <p14:tracePt t="72490" x="2000250" y="5402263"/>
          <p14:tracePt t="72501" x="2006600" y="5402263"/>
          <p14:tracePt t="72513" x="2033588" y="5402263"/>
          <p14:tracePt t="72524" x="2054225" y="5402263"/>
          <p14:tracePt t="72535" x="2089150" y="5402263"/>
          <p14:tracePt t="72547" x="2109788" y="5387975"/>
          <p14:tracePt t="72557" x="2136775" y="5387975"/>
          <p14:tracePt t="72569" x="2143125" y="5375275"/>
          <p14:tracePt t="72581" x="2157413" y="5367338"/>
          <p14:tracePt t="72591" x="2170113" y="5354638"/>
          <p14:tracePt t="72604" x="2170113" y="5340350"/>
          <p14:tracePt t="72615" x="2157413" y="5334000"/>
          <p14:tracePt t="72625" x="2143125" y="5319713"/>
          <p14:tracePt t="72638" x="2136775" y="5307013"/>
          <p14:tracePt t="72649" x="2109788" y="5307013"/>
          <p14:tracePt t="72659" x="2101850" y="5307013"/>
          <p14:tracePt t="72670" x="2074863" y="5307013"/>
          <p14:tracePt t="72682" x="2054225" y="5307013"/>
          <p14:tracePt t="72692" x="2041525" y="5319713"/>
          <p14:tracePt t="72705" x="2020888" y="5334000"/>
          <p14:tracePt t="72716" x="2006600" y="5354638"/>
          <p14:tracePt t="72749" x="2006600" y="5367338"/>
          <p14:tracePt t="72752" x="2006600" y="5375275"/>
          <p14:tracePt t="72765" x="2006600" y="5387975"/>
          <p14:tracePt t="72775" x="2020888" y="5402263"/>
          <p14:tracePt t="72783" x="2041525" y="5408613"/>
          <p14:tracePt t="72797" x="2068513" y="5408613"/>
          <p14:tracePt t="72807" x="2089150" y="5408613"/>
          <p14:tracePt t="72818" x="2122488" y="5408613"/>
          <p14:tracePt t="72828" x="2136775" y="5408613"/>
          <p14:tracePt t="72840" x="2157413" y="5402263"/>
          <p14:tracePt t="72861" x="2170113" y="5387975"/>
          <p14:tracePt t="72872" x="2170113" y="5375275"/>
          <p14:tracePt t="72884" x="2157413" y="5367338"/>
          <p14:tracePt t="72895" x="2143125" y="5354638"/>
          <p14:tracePt t="72907" x="2122488" y="5354638"/>
          <p14:tracePt t="72918" x="2109788" y="5354638"/>
          <p14:tracePt t="72929" x="2074863" y="5354638"/>
          <p14:tracePt t="72940" x="2068513" y="5354638"/>
          <p14:tracePt t="72951" x="2041525" y="5367338"/>
          <p14:tracePt t="72964" x="2033588" y="5375275"/>
          <p14:tracePt t="72974" x="2020888" y="5387975"/>
          <p14:tracePt t="72986" x="2020888" y="5402263"/>
          <p14:tracePt t="72998" x="2033588" y="5408613"/>
          <p14:tracePt t="73008" x="2041525" y="5422900"/>
          <p14:tracePt t="73021" x="2068513" y="5422900"/>
          <p14:tracePt t="73032" x="2089150" y="5435600"/>
          <p14:tracePt t="73043" x="2109788" y="5435600"/>
          <p14:tracePt t="73054" x="2136775" y="5435600"/>
          <p14:tracePt t="73065" x="2143125" y="5422900"/>
          <p14:tracePt t="73075" x="2157413" y="5408613"/>
          <p14:tracePt t="73087" x="2157413" y="5402263"/>
          <p14:tracePt t="73098" x="2157413" y="5387975"/>
          <p14:tracePt t="73109" x="2143125" y="5375275"/>
          <p14:tracePt t="73121" x="2136775" y="5375275"/>
          <p14:tracePt t="73132" x="2122488" y="5367338"/>
          <p14:tracePt t="73143" x="2109788" y="5367338"/>
          <p14:tracePt t="73154" x="2089150" y="5367338"/>
          <p14:tracePt t="73166" x="2068513" y="5375275"/>
          <p14:tracePt t="73176" x="2054225" y="5375275"/>
          <p14:tracePt t="73188" x="2041525" y="5387975"/>
          <p14:tracePt t="73200" x="2041525" y="5402263"/>
          <p14:tracePt t="73232" x="2054225" y="5408613"/>
          <p14:tracePt t="73243" x="2074863" y="5408613"/>
          <p14:tracePt t="73255" x="2089150" y="5408613"/>
          <p14:tracePt t="73266" x="2101850" y="5408613"/>
          <p14:tracePt t="73277" x="2122488" y="5402263"/>
          <p14:tracePt t="73289" x="2122488" y="5387975"/>
          <p14:tracePt t="73300" x="2136775" y="5375275"/>
          <p14:tracePt t="73322" x="2136775" y="5367338"/>
          <p14:tracePt t="73334" x="2122488" y="5354638"/>
          <p14:tracePt t="73346" x="2109788" y="5354638"/>
          <p14:tracePt t="73367" x="2089150" y="5367338"/>
          <p14:tracePt t="73380" x="2074863" y="5367338"/>
          <p14:tracePt t="73390" x="2068513" y="5375275"/>
          <p14:tracePt t="73401" x="2054225" y="5387975"/>
          <p14:tracePt t="73414" x="2054225" y="5408613"/>
          <p14:tracePt t="73435" x="2054225" y="5422900"/>
          <p14:tracePt t="73457" x="2068513" y="5422900"/>
          <p14:tracePt t="73480" x="2074863" y="5422900"/>
          <p14:tracePt t="73491" x="2089150" y="5408613"/>
          <p14:tracePt t="73504" x="2101850" y="5408613"/>
          <p14:tracePt t="73515" x="2109788" y="5402263"/>
          <p14:tracePt t="73525" x="2109788" y="5387975"/>
          <p14:tracePt t="73828" x="2109788" y="5402263"/>
          <p14:tracePt t="73841" x="2109788" y="5422900"/>
          <p14:tracePt t="73852" x="2122488" y="5456238"/>
          <p14:tracePt t="73862" x="2136775" y="5491163"/>
          <p14:tracePt t="73875" x="2170113" y="5524500"/>
          <p14:tracePt t="73886" x="2238375" y="5592763"/>
          <p14:tracePt t="73897" x="2327275" y="5673725"/>
          <p14:tracePt t="73908" x="2449513" y="5748338"/>
          <p14:tracePt t="73920" x="2538413" y="5810250"/>
          <p14:tracePt t="73930" x="2652713" y="5864225"/>
          <p14:tracePt t="73943" x="2755900" y="5899150"/>
          <p14:tracePt t="73953" x="2824163" y="5932488"/>
          <p14:tracePt t="73964" x="2857500" y="5938838"/>
          <p14:tracePt t="73976" x="2890838" y="5953125"/>
          <p14:tracePt t="73987" x="2898775" y="5953125"/>
          <p14:tracePt t="74042" x="2898775" y="5938838"/>
          <p14:tracePt t="74054" x="2890838" y="5932488"/>
          <p14:tracePt t="74065" x="2878138" y="5919788"/>
          <p14:tracePt t="74077" x="2863850" y="5911850"/>
          <p14:tracePt t="74089" x="2843213" y="5899150"/>
          <p14:tracePt t="74101" x="2824163" y="5878513"/>
          <p14:tracePt t="74111" x="2776538" y="5851525"/>
          <p14:tracePt t="74122" x="2720975" y="5830888"/>
          <p14:tracePt t="74134" x="2687638" y="5810250"/>
          <p14:tracePt t="74144" x="2652713" y="5795963"/>
          <p14:tracePt t="74156" x="2633663" y="5783263"/>
          <p14:tracePt t="74167" x="2619375" y="5783263"/>
          <p14:tracePt t="74189" x="2633663" y="5783263"/>
          <p14:tracePt t="74211" x="2640013" y="5783263"/>
          <p14:tracePt t="74222" x="2667000" y="5783263"/>
          <p14:tracePt t="74235" x="2673350" y="5783263"/>
          <p14:tracePt t="74245" x="2700338" y="5783263"/>
          <p14:tracePt t="74257" x="2720975" y="5783263"/>
          <p14:tracePt t="74279" x="2735263" y="5783263"/>
          <p14:tracePt t="74323" x="2720975" y="5783263"/>
          <p14:tracePt t="74335" x="2687638" y="5783263"/>
          <p14:tracePt t="74346" x="2640013" y="5776913"/>
          <p14:tracePt t="74358" x="2605088" y="5762625"/>
          <p14:tracePt t="74369" x="2565400" y="5762625"/>
          <p14:tracePt t="74380" x="2517775" y="5748338"/>
          <p14:tracePt t="74392" x="2497138" y="5748338"/>
          <p14:tracePt t="74403" x="2482850" y="5748338"/>
          <p14:tracePt t="74481" x="2497138" y="5748338"/>
          <p14:tracePt t="74514" x="2503488" y="5748338"/>
          <p14:tracePt t="74526" x="2517775" y="5748338"/>
          <p14:tracePt t="74537" x="2530475" y="5748338"/>
          <p14:tracePt t="74560" x="2538413" y="5748338"/>
          <p14:tracePt t="74562" x="2551113" y="5748338"/>
          <p14:tracePt t="74572" x="2571750" y="5748338"/>
          <p14:tracePt t="74586" x="2598738" y="5748338"/>
          <p14:tracePt t="74596" x="2640013" y="5748338"/>
          <p14:tracePt t="74605" x="2687638" y="5748338"/>
          <p14:tracePt t="74617" x="2741613" y="5748338"/>
          <p14:tracePt t="74628" x="2809875" y="5741988"/>
          <p14:tracePt t="74639" x="2878138" y="5729288"/>
          <p14:tracePt t="74652" x="2946400" y="5708650"/>
          <p14:tracePt t="74662" x="2979738" y="5694363"/>
          <p14:tracePt t="74675" x="3014663" y="5673725"/>
          <p14:tracePt t="74687" x="3027363" y="5646738"/>
          <p14:tracePt t="74697" x="3033713" y="5640388"/>
          <p14:tracePt t="74707" x="3033713" y="5613400"/>
          <p14:tracePt t="74720" x="3033713" y="5605463"/>
          <p14:tracePt t="74730" x="3033713" y="5578475"/>
          <p14:tracePt t="74742" x="3033713" y="5572125"/>
          <p14:tracePt t="74841" x="3033713" y="5578475"/>
          <p14:tracePt t="74844" x="3033713" y="5592763"/>
          <p14:tracePt t="74857" x="3048000" y="5605463"/>
          <p14:tracePt t="74865" x="3048000" y="5626100"/>
          <p14:tracePt t="74876" x="3062288" y="5646738"/>
          <p14:tracePt t="74889" x="3068638" y="5661025"/>
          <p14:tracePt t="74898" x="3068638" y="5681663"/>
          <p14:tracePt t="74920" x="3062288" y="5694363"/>
          <p14:tracePt t="74931" x="3048000" y="5694363"/>
          <p14:tracePt t="74942" x="3027363" y="5694363"/>
          <p14:tracePt t="74955" x="3000375" y="5694363"/>
          <p14:tracePt t="74965" x="2979738" y="5694363"/>
          <p14:tracePt t="74978" x="2959100" y="5694363"/>
          <p14:tracePt t="74990" x="2946400" y="5694363"/>
          <p14:tracePt t="75010" x="2946400" y="5681663"/>
          <p14:tracePt t="75032" x="2959100" y="5673725"/>
          <p14:tracePt t="75043" x="2979738" y="5661025"/>
          <p14:tracePt t="75056" x="2994025" y="5646738"/>
          <p14:tracePt t="75066" x="3014663" y="5640388"/>
          <p14:tracePt t="75079" x="3027363" y="5640388"/>
          <p14:tracePt t="75089" x="3048000" y="5626100"/>
          <p14:tracePt t="75111" x="3062288" y="5626100"/>
          <p14:tracePt t="75189" x="3062288" y="5640388"/>
          <p14:tracePt t="75201" x="3062288" y="5646738"/>
          <p14:tracePt t="75213" x="3062288" y="5661025"/>
          <p14:tracePt t="75235" x="3062288" y="5673725"/>
          <p14:tracePt t="75257" x="3068638" y="5673725"/>
          <p14:tracePt t="75291" x="3081338" y="5673725"/>
          <p14:tracePt t="75358" x="3081338" y="5661025"/>
          <p14:tracePt t="75381" x="3081338" y="5646738"/>
          <p14:tracePt t="75394" x="3081338" y="5640388"/>
          <p14:tracePt t="75405" x="3081338" y="5626100"/>
          <p14:tracePt t="75426" x="3081338" y="5613400"/>
          <p14:tracePt t="75516" x="3081338" y="5626100"/>
          <p14:tracePt t="75529" x="3095625" y="5646738"/>
          <p14:tracePt t="75540" x="3116263" y="5673725"/>
          <p14:tracePt t="75552" x="3136900" y="5681663"/>
          <p14:tracePt t="75561" x="3163888" y="5694363"/>
          <p14:tracePt t="75575" x="3184525" y="5694363"/>
          <p14:tracePt t="75585" x="3197225" y="5694363"/>
          <p14:tracePt t="75595" x="3205163" y="5694363"/>
          <p14:tracePt t="75617" x="3217863" y="5694363"/>
          <p14:tracePt t="75629" x="3205163" y="5694363"/>
          <p14:tracePt t="75641" x="3205163" y="5681663"/>
          <p14:tracePt t="75652" x="3170238" y="5673725"/>
          <p14:tracePt t="75663" x="3128963" y="5646738"/>
          <p14:tracePt t="75676" x="3027363" y="5605463"/>
          <p14:tracePt t="75687" x="2878138" y="5572125"/>
          <p14:tracePt t="75697" x="2687638" y="5545138"/>
          <p14:tracePt t="75710" x="2530475" y="5545138"/>
          <p14:tracePt t="75720" x="2312988" y="5545138"/>
          <p14:tracePt t="75731" x="2068513" y="5557838"/>
          <p14:tracePt t="75742" x="1803400" y="5578475"/>
          <p14:tracePt t="75753" x="1625600" y="5605463"/>
          <p14:tracePt t="75775" x="1435100" y="5626100"/>
          <p14:tracePt t="75780" x="1306513" y="5646738"/>
          <p14:tracePt t="75788" x="1265238" y="5661025"/>
          <p14:tracePt t="75799" x="1244600" y="5661025"/>
          <p14:tracePt t="75813" x="1231900" y="5661025"/>
          <p14:tracePt t="75842" x="1244600" y="5661025"/>
          <p14:tracePt t="75854" x="1252538" y="5661025"/>
          <p14:tracePt t="75887" x="1265238" y="5661025"/>
          <p14:tracePt t="75892" x="1265238" y="5646738"/>
          <p14:tracePt t="75921" x="1271588" y="5646738"/>
          <p14:tracePt t="76056" x="1285875" y="5646738"/>
          <p14:tracePt t="76067" x="1285875" y="5661025"/>
          <p14:tracePt t="76090" x="1300163" y="5661025"/>
          <p14:tracePt t="76113" x="1306513" y="5661025"/>
          <p14:tracePt t="76124" x="1319213" y="5673725"/>
          <p14:tracePt t="76146" x="1333500" y="5681663"/>
          <p14:tracePt t="76158" x="1354138" y="5694363"/>
          <p14:tracePt t="76170" x="1374775" y="5694363"/>
          <p14:tracePt t="76180" x="1408113" y="5708650"/>
          <p14:tracePt t="76193" x="1470025" y="5729288"/>
          <p14:tracePt t="76205" x="1538288" y="5741988"/>
          <p14:tracePt t="76214" x="1625600" y="5748338"/>
          <p14:tracePt t="76228" x="1693863" y="5762625"/>
          <p14:tracePt t="76238" x="1795463" y="5776913"/>
          <p14:tracePt t="76248" x="1871663" y="5783263"/>
          <p14:tracePt t="76261" x="1938338" y="5783263"/>
          <p14:tracePt t="76271" x="1973263" y="5783263"/>
          <p14:tracePt t="76283" x="2006600" y="5776913"/>
          <p14:tracePt t="76295" x="2033588" y="5776913"/>
          <p14:tracePt t="76305" x="2054225" y="5748338"/>
          <p14:tracePt t="76316" x="2068513" y="5741988"/>
          <p14:tracePt t="76328" x="2089150" y="5715000"/>
          <p14:tracePt t="76339" x="2109788" y="5681663"/>
          <p14:tracePt t="76352" x="2122488" y="5646738"/>
          <p14:tracePt t="76364" x="2143125" y="5613400"/>
          <p14:tracePt t="76374" x="2157413" y="5572125"/>
          <p14:tracePt t="76386" x="2176463" y="5538788"/>
          <p14:tracePt t="76397" x="2190750" y="5510213"/>
          <p14:tracePt t="76407" x="2190750" y="5503863"/>
          <p14:tracePt t="76419" x="2190750" y="5491163"/>
          <p14:tracePt t="76429" x="2190750" y="5470525"/>
          <p14:tracePt t="76439" x="2190750" y="5456238"/>
          <p14:tracePt t="76451" x="2176463" y="5443538"/>
          <p14:tracePt t="76462" x="2170113" y="5435600"/>
          <p14:tracePt t="76473" x="2157413" y="5422900"/>
          <p14:tracePt t="76485" x="2143125" y="5408613"/>
          <p14:tracePt t="76496" x="2109788" y="5402263"/>
          <p14:tracePt t="76506" x="2068513" y="5387975"/>
          <p14:tracePt t="76519" x="2000250" y="5367338"/>
          <p14:tracePt t="76530" x="1952625" y="5354638"/>
          <p14:tracePt t="76540" x="1871663" y="5334000"/>
          <p14:tracePt t="76552" x="1782763" y="5307013"/>
          <p14:tracePt t="76563" x="1693863" y="5286375"/>
          <p14:tracePt t="76574" x="1612900" y="5265738"/>
          <p14:tracePt t="76586" x="1503363" y="5245100"/>
          <p14:tracePt t="76597" x="1387475" y="5218113"/>
          <p14:tracePt t="76609" x="1271588" y="5197475"/>
          <p14:tracePt t="76620" x="1196975" y="5197475"/>
          <p14:tracePt t="76631" x="1109663" y="5197475"/>
          <p14:tracePt t="76642" x="1041400" y="5197475"/>
          <p14:tracePt t="76653" x="993775" y="5211763"/>
          <p14:tracePt t="76665" x="958850" y="5232400"/>
          <p14:tracePt t="76677" x="925513" y="5253038"/>
          <p14:tracePt t="76687" x="877888" y="5286375"/>
          <p14:tracePt t="76699" x="857250" y="5334000"/>
          <p14:tracePt t="76711" x="836613" y="5354638"/>
          <p14:tracePt t="76721" x="823913" y="5387975"/>
          <p14:tracePt t="76734" x="823913" y="5435600"/>
          <p14:tracePt t="76745" x="836613" y="5470525"/>
          <p14:tracePt t="76754" x="842963" y="5491163"/>
          <p14:tracePt t="76766" x="877888" y="5538788"/>
          <p14:tracePt t="76778" x="911225" y="5578475"/>
          <p14:tracePt t="76788" x="946150" y="5605463"/>
          <p14:tracePt t="76800" x="993775" y="5640388"/>
          <p14:tracePt t="76811" x="1041400" y="5661025"/>
          <p14:tracePt t="76822" x="1081088" y="5673725"/>
          <p14:tracePt t="76834" x="1109663" y="5681663"/>
          <p14:tracePt t="76846" x="1149350" y="5694363"/>
          <p14:tracePt t="76855" x="1196975" y="5694363"/>
          <p14:tracePt t="76867" x="1252538" y="5694363"/>
          <p14:tracePt t="76879" x="1306513" y="5694363"/>
          <p14:tracePt t="76889" x="1374775" y="5694363"/>
          <p14:tracePt t="76900" x="1476375" y="5673725"/>
          <p14:tracePt t="76912" x="1592263" y="5646738"/>
          <p14:tracePt t="76934" x="1673225" y="5626100"/>
          <p14:tracePt t="76938" x="1776413" y="5578475"/>
          <p14:tracePt t="76946" x="1863725" y="5538788"/>
          <p14:tracePt t="76962" x="1931988" y="5491163"/>
          <p14:tracePt t="76970" x="1966913" y="5456238"/>
          <p14:tracePt t="76981" x="2000250" y="5422900"/>
          <p14:tracePt t="76991" x="2020888" y="5387975"/>
          <p14:tracePt t="77002" x="2020888" y="5367338"/>
          <p14:tracePt t="77013" x="2020888" y="5340350"/>
          <p14:tracePt t="77024" x="2000250" y="5307013"/>
          <p14:tracePt t="77036" x="1973263" y="5286375"/>
          <p14:tracePt t="77047" x="1938338" y="5253038"/>
          <p14:tracePt t="77059" x="1905000" y="5232400"/>
          <p14:tracePt t="77070" x="1871663" y="5211763"/>
          <p14:tracePt t="77081" x="1830388" y="5197475"/>
          <p14:tracePt t="77094" x="1803400" y="5197475"/>
          <p14:tracePt t="77147" x="1816100" y="5211763"/>
          <p14:tracePt t="77161" x="1836738" y="5253038"/>
          <p14:tracePt t="77170" x="1905000" y="5354638"/>
          <p14:tracePt t="77182" x="1973263" y="5443538"/>
          <p14:tracePt t="77194" x="2109788" y="5572125"/>
          <p14:tracePt t="77204" x="2292350" y="5694363"/>
          <p14:tracePt t="77215" x="2482850" y="5795963"/>
          <p14:tracePt t="77227" x="2633663" y="5878513"/>
          <p14:tracePt t="77237" x="2843213" y="5967413"/>
          <p14:tracePt t="77249" x="3048000" y="6034088"/>
          <p14:tracePt t="77261" x="3252788" y="6102350"/>
          <p14:tracePt t="77271" x="3375025" y="6137275"/>
          <p14:tracePt t="77284" x="3524250" y="6170613"/>
          <p14:tracePt t="77295" x="3625850" y="6176963"/>
          <p14:tracePt t="77305" x="3694113" y="6176963"/>
          <p14:tracePt t="77317" x="3714750" y="6170613"/>
          <p14:tracePt t="77328" x="3735388" y="6170613"/>
          <p14:tracePt t="77339" x="3748088" y="6157913"/>
          <p14:tracePt t="77352" x="3762375" y="6143625"/>
          <p14:tracePt t="77364" x="3748088" y="6137275"/>
          <p14:tracePt t="77376" x="3735388" y="6122988"/>
          <p14:tracePt t="77386" x="3700463" y="6102350"/>
          <p14:tracePt t="77398" x="3633788" y="6089650"/>
          <p14:tracePt t="77409" x="3592513" y="6075363"/>
          <p14:tracePt t="77420" x="3497263" y="6075363"/>
          <p14:tracePt t="77431" x="3395663" y="6089650"/>
          <p14:tracePt t="77442" x="3319463" y="6122988"/>
          <p14:tracePt t="77453" x="3232150" y="6170613"/>
          <p14:tracePt t="77464" x="3163888" y="6205538"/>
          <p14:tracePt t="77474" x="3116263" y="6224588"/>
          <p14:tracePt t="77486" x="3116263" y="6238875"/>
          <p14:tracePt t="77497" x="3116263" y="6245225"/>
          <p14:tracePt t="77509" x="3128963" y="6245225"/>
          <p14:tracePt t="77519" x="3170238" y="6259513"/>
          <p14:tracePt t="77531" x="3232150" y="6272213"/>
          <p14:tracePt t="77544" x="3354388" y="6272213"/>
          <p14:tracePt t="77553" x="3509963" y="6272213"/>
          <p14:tracePt t="77565" x="3681413" y="6272213"/>
          <p14:tracePt t="77578" x="3795713" y="6259513"/>
          <p14:tracePt t="77588" x="3925888" y="6245225"/>
          <p14:tracePt t="77599" x="4021138" y="6238875"/>
          <p14:tracePt t="77612" x="4062413" y="6224588"/>
          <p14:tracePt t="77622" x="4075113" y="6224588"/>
          <p14:tracePt t="77644" x="4062413" y="6224588"/>
          <p14:tracePt t="77654" x="4027488" y="6211888"/>
          <p14:tracePt t="77666" x="3959225" y="6211888"/>
          <p14:tracePt t="77678" x="3816350" y="6191250"/>
          <p14:tracePt t="77688" x="3660775" y="6176963"/>
          <p14:tracePt t="77700" x="3530600" y="6170613"/>
          <p14:tracePt t="77712" x="3462338" y="6170613"/>
          <p14:tracePt t="77722" x="3429000" y="6170613"/>
          <p14:tracePt t="77734" x="3422650" y="6170613"/>
          <p14:tracePt t="77755" x="3429000" y="6170613"/>
          <p14:tracePt t="77766" x="3455988" y="6170613"/>
          <p14:tracePt t="77778" x="3524250" y="6176963"/>
          <p14:tracePt t="77788" x="3598863" y="6176963"/>
          <p14:tracePt t="77800" x="3748088" y="6191250"/>
          <p14:tracePt t="77814" x="3905250" y="6205538"/>
          <p14:tracePt t="77823" x="4089400" y="6211888"/>
          <p14:tracePt t="77835" x="4244975" y="6211888"/>
          <p14:tracePt t="77846" x="4367213" y="6211888"/>
          <p14:tracePt t="77856" x="4491038" y="6211888"/>
          <p14:tracePt t="77868" x="4557713" y="6211888"/>
          <p14:tracePt t="77879" x="4586288" y="6224588"/>
          <p14:tracePt t="77890" x="4592638" y="6224588"/>
          <p14:tracePt t="77923" x="4572000" y="6224588"/>
          <p14:tracePt t="77935" x="4518025" y="6224588"/>
          <p14:tracePt t="77946" x="4402138" y="6224588"/>
          <p14:tracePt t="77957" x="4259263" y="6224588"/>
          <p14:tracePt t="77992" x="4143375" y="6238875"/>
          <p14:tracePt t="77996" x="3973513" y="6238875"/>
          <p14:tracePt t="78007" x="3803650" y="6238875"/>
          <p14:tracePt t="78010" x="3681413" y="6238875"/>
          <p14:tracePt t="78017" x="3524250" y="6238875"/>
          <p14:tracePt t="78030" x="3395663" y="6224588"/>
          <p14:tracePt t="78039" x="3319463" y="6211888"/>
          <p14:tracePt t="78051" x="3271838" y="6205538"/>
          <p14:tracePt t="78062" x="3265488" y="6205538"/>
          <p14:tracePt t="78071" x="3252788" y="6205538"/>
          <p14:tracePt t="78115" x="3265488" y="6191250"/>
          <p14:tracePt t="78148" x="3271838" y="6191250"/>
          <p14:tracePt t="78160" x="3286125" y="6191250"/>
          <p14:tracePt t="78171" x="3306763" y="6191250"/>
          <p14:tracePt t="78182" x="3327400" y="6205538"/>
          <p14:tracePt t="78194" x="3354388" y="6205538"/>
          <p14:tracePt t="78205" x="3408363" y="6205538"/>
          <p14:tracePt t="78217" x="3462338" y="6211888"/>
          <p14:tracePt t="78229" x="3524250" y="6224588"/>
          <p14:tracePt t="78239" x="3598863" y="6238875"/>
          <p14:tracePt t="78251" x="3714750" y="6245225"/>
          <p14:tracePt t="78263" x="3836988" y="6259513"/>
          <p14:tracePt t="78273" x="3938588" y="6272213"/>
          <p14:tracePt t="78286" x="4089400" y="6280150"/>
          <p14:tracePt t="78298" x="4224338" y="6292850"/>
          <p14:tracePt t="78310" x="4348163" y="6307138"/>
          <p14:tracePt t="78320" x="4414838" y="6307138"/>
          <p14:tracePt t="78332" x="4503738" y="6307138"/>
          <p14:tracePt t="78343" x="4557713" y="6307138"/>
          <p14:tracePt t="78353" x="4605338" y="6313488"/>
          <p14:tracePt t="78365" x="4619625" y="6313488"/>
          <p14:tracePt t="78376" x="4625975" y="6313488"/>
          <p14:tracePt t="78429" x="4619625" y="6313488"/>
          <p14:tracePt t="78442" x="4586288" y="6313488"/>
          <p14:tracePt t="78453" x="4538663" y="6313488"/>
          <p14:tracePt t="78464" x="4456113" y="6313488"/>
          <p14:tracePt t="78477" x="4348163" y="6313488"/>
          <p14:tracePt t="78487" x="4232275" y="6307138"/>
          <p14:tracePt t="78499" x="4054475" y="6307138"/>
          <p14:tracePt t="78511" x="3851275" y="6280150"/>
          <p14:tracePt t="78520" x="3667125" y="6272213"/>
          <p14:tracePt t="78532" x="3544888" y="6259513"/>
          <p14:tracePt t="78544" x="3408363" y="6245225"/>
          <p14:tracePt t="78554" x="3300413" y="6224588"/>
          <p14:tracePt t="78566" x="3217863" y="6211888"/>
          <p14:tracePt t="78578" x="3184525" y="6211888"/>
          <p14:tracePt t="78588" x="3149600" y="6205538"/>
          <p14:tracePt t="78600" x="3128963" y="6205538"/>
          <p14:tracePt t="78611" x="3116263" y="6205538"/>
          <p14:tracePt t="78767" x="3128963" y="6205538"/>
          <p14:tracePt t="78779" x="3149600" y="6205538"/>
          <p14:tracePt t="78790" x="3163888" y="6205538"/>
          <p14:tracePt t="78801" x="3197225" y="6205538"/>
          <p14:tracePt t="78813" x="3232150" y="6205538"/>
          <p14:tracePt t="78823" x="3271838" y="6211888"/>
          <p14:tracePt t="78835" x="3319463" y="6211888"/>
          <p14:tracePt t="78847" x="3387725" y="6224588"/>
          <p14:tracePt t="78857" x="3455988" y="6245225"/>
          <p14:tracePt t="78869" x="3524250" y="6259513"/>
          <p14:tracePt t="78881" x="3565525" y="6272213"/>
          <p14:tracePt t="78891" x="3633788" y="6272213"/>
          <p14:tracePt t="78903" x="3700463" y="6280150"/>
          <p14:tracePt t="78915" x="3762375" y="6280150"/>
          <p14:tracePt t="78926" x="3795713" y="6292850"/>
          <p14:tracePt t="78937" x="3836988" y="6292850"/>
          <p14:tracePt t="78948" x="3857625" y="6292850"/>
          <p14:tracePt t="78970" x="3890963" y="6292850"/>
          <p14:tracePt t="78973" x="3905250" y="6292850"/>
          <p14:tracePt t="78984" x="3919538" y="6292850"/>
          <p14:tracePt t="79140" x="3925888" y="6292850"/>
          <p14:tracePt t="79151" x="3938588" y="6292850"/>
          <p14:tracePt t="79162" x="3973513" y="6292850"/>
          <p14:tracePt t="79172" x="4006850" y="6292850"/>
          <p14:tracePt t="79184" x="4054475" y="6292850"/>
          <p14:tracePt t="79195" x="4110038" y="6292850"/>
          <p14:tracePt t="79206" x="4176713" y="6292850"/>
          <p14:tracePt t="79218" x="4232275" y="6292850"/>
          <p14:tracePt t="79229" x="4265613" y="6292850"/>
          <p14:tracePt t="79240" x="4313238" y="6292850"/>
          <p14:tracePt t="79252" x="4333875" y="6292850"/>
          <p14:tracePt t="79263" x="4354513" y="6292850"/>
          <p14:tracePt t="79274" x="4367213" y="6307138"/>
          <p14:tracePt t="79286" x="4381500" y="6307138"/>
          <p14:tracePt t="79307" x="4387850" y="6307138"/>
          <p14:tracePt t="79330" x="4402138" y="6307138"/>
          <p14:tracePt t="79342" x="4414838" y="6307138"/>
          <p14:tracePt t="79352" x="4435475" y="6292850"/>
          <p14:tracePt t="79364" x="4449763" y="6292850"/>
          <p14:tracePt t="79377" x="4470400" y="6292850"/>
          <p14:tracePt t="79386" x="4491038" y="6292850"/>
          <p14:tracePt t="79398" x="4503738" y="6292850"/>
          <p14:tracePt t="79410" x="4518025" y="6292850"/>
          <p14:tracePt t="79420" x="4524375" y="6292850"/>
          <p14:tracePt t="79487" x="4538663" y="6292850"/>
          <p14:tracePt t="79510" x="4551363" y="6292850"/>
          <p14:tracePt t="79521" x="4557713" y="6292850"/>
          <p14:tracePt t="79533" x="4572000" y="6292850"/>
          <p14:tracePt t="79544" x="4586288" y="6280150"/>
          <p14:tracePt t="79555" x="4605338" y="6280150"/>
          <p14:tracePt t="79577" x="4619625" y="6280150"/>
          <p14:tracePt t="79826" x="4619625" y="6272213"/>
          <p14:tracePt t="79836" x="4625975" y="6272213"/>
          <p14:tracePt t="80929" x="4592638" y="6259513"/>
          <p14:tracePt t="80930" x="4551363" y="6245225"/>
          <p14:tracePt t="80941" x="4518025" y="6238875"/>
          <p14:tracePt t="80951" x="4456113" y="6224588"/>
          <p14:tracePt t="80963" x="4422775" y="6224588"/>
          <p14:tracePt t="80972" x="4367213" y="6211888"/>
          <p14:tracePt t="80984" x="4319588" y="6205538"/>
          <p14:tracePt t="80995" x="4300538" y="6191250"/>
          <p14:tracePt t="81007" x="4265613" y="6191250"/>
          <p14:tracePt t="81018" x="4244975" y="6191250"/>
          <p14:tracePt t="81029" x="4224338" y="6176963"/>
          <p14:tracePt t="81041" x="4197350" y="6176963"/>
          <p14:tracePt t="81052" x="4176713" y="6176963"/>
          <p14:tracePt t="81063" x="4157663" y="6176963"/>
          <p14:tracePt t="81075" x="4129088" y="6176963"/>
          <p14:tracePt t="81085" x="4095750" y="6176963"/>
          <p14:tracePt t="81097" x="4075113" y="6176963"/>
          <p14:tracePt t="81108" x="4041775" y="6176963"/>
          <p14:tracePt t="81130" x="4021138" y="6176963"/>
          <p14:tracePt t="81133" x="3986213" y="6176963"/>
          <p14:tracePt t="81143" x="3959225" y="6170613"/>
          <p14:tracePt t="81152" x="3938588" y="6170613"/>
          <p14:tracePt t="81166" x="3925888" y="6170613"/>
          <p14:tracePt t="81175" x="3919538" y="6170613"/>
          <p14:tracePt t="81187" x="3905250" y="6170613"/>
          <p14:tracePt t="81199" x="3890963" y="6170613"/>
          <p14:tracePt t="81220" x="3884613" y="6170613"/>
          <p14:tracePt t="81321" x="3871913" y="6170613"/>
          <p14:tracePt t="81343" x="3851275" y="6170613"/>
          <p14:tracePt t="81355" x="3836988" y="6170613"/>
          <p14:tracePt t="81367" x="3816350" y="6157913"/>
          <p14:tracePt t="81377" x="3762375" y="6157913"/>
          <p14:tracePt t="81389" x="3681413" y="6137275"/>
          <p14:tracePt t="81400" x="3557588" y="6102350"/>
          <p14:tracePt t="81411" x="3443288" y="6069013"/>
          <p14:tracePt t="81424" x="3286125" y="6021388"/>
          <p14:tracePt t="81435" x="3128963" y="5967413"/>
          <p14:tracePt t="81445" x="2967038" y="5919788"/>
          <p14:tracePt t="81456" x="2857500" y="5884863"/>
          <p14:tracePt t="81467" x="2687638" y="5843588"/>
          <p14:tracePt t="81480" x="2530475" y="5816600"/>
          <p14:tracePt t="81490" x="2435225" y="5810250"/>
          <p14:tracePt t="81501" x="2312988" y="5810250"/>
          <p14:tracePt t="81514" x="2238375" y="5810250"/>
          <p14:tracePt t="81524" x="2176463" y="5810250"/>
          <p14:tracePt t="81535" x="2157413" y="5816600"/>
          <p14:tracePt t="81547" x="2109788" y="5830888"/>
          <p14:tracePt t="81557" x="2089150" y="5830888"/>
          <p14:tracePt t="81569" x="2068513" y="5843588"/>
          <p14:tracePt t="81581" x="2068513" y="5851525"/>
          <p14:tracePt t="81591" x="2054225" y="5864225"/>
          <p14:tracePt t="81692" x="2041525" y="5864225"/>
          <p14:tracePt t="81705" x="2041525" y="5851525"/>
          <p14:tracePt t="81716" x="2033588" y="5843588"/>
          <p14:tracePt t="81726" x="2020888" y="5830888"/>
          <p14:tracePt t="81738" x="2006600" y="5816600"/>
          <p14:tracePt t="81749" x="2000250" y="5810250"/>
          <p14:tracePt t="81761" x="1985963" y="5810250"/>
          <p14:tracePt t="81772" x="1973263" y="5795963"/>
          <p14:tracePt t="81782" x="1966913" y="5795963"/>
          <p14:tracePt t="81805" x="1952625" y="5795963"/>
          <p14:tracePt t="81816" x="1938338" y="5795963"/>
          <p14:tracePt t="81828" x="1931988" y="5795963"/>
          <p14:tracePt t="81839" x="1905000" y="5795963"/>
          <p14:tracePt t="81851" x="1884363" y="5795963"/>
          <p14:tracePt t="81861" x="1863725" y="5795963"/>
          <p14:tracePt t="81873" x="1836738" y="5810250"/>
          <p14:tracePt t="81885" x="1816100" y="5810250"/>
          <p14:tracePt t="81896" x="1795463" y="5810250"/>
          <p14:tracePt t="81908" x="1782763" y="5795963"/>
          <p14:tracePt t="81921" x="1776413" y="5795963"/>
          <p14:tracePt t="81940" x="1762125" y="5795963"/>
          <p14:tracePt t="81974" x="1762125" y="5783263"/>
          <p14:tracePt t="81986" x="1747838" y="5776913"/>
          <p14:tracePt t="81997" x="1741488" y="5748338"/>
          <p14:tracePt t="82009" x="1728788" y="5729288"/>
          <p14:tracePt t="82022" x="1714500" y="5715000"/>
          <p14:tracePt t="82032" x="1693863" y="5694363"/>
          <p14:tracePt t="82044" x="1681163" y="5673725"/>
          <p14:tracePt t="82058" x="1660525" y="5661025"/>
          <p14:tracePt t="82070" x="1639888" y="5646738"/>
          <p14:tracePt t="82089" x="1625600" y="5646738"/>
          <p14:tracePt t="82100" x="1604963" y="5640388"/>
          <p14:tracePt t="82103" x="1577975" y="5640388"/>
          <p14:tracePt t="82114" x="1557338" y="5640388"/>
          <p14:tracePt t="82123" x="1524000" y="5640388"/>
          <p14:tracePt t="82139" x="1503363" y="5640388"/>
          <p14:tracePt t="82147" x="1470025" y="5646738"/>
          <p14:tracePt t="82158" x="1443038" y="5661025"/>
          <p14:tracePt t="82187" x="1408113" y="5681663"/>
          <p14:tracePt t="82195" x="1401763" y="5708650"/>
          <p14:tracePt t="82206" x="1387475" y="5741988"/>
          <p14:tracePt t="82215" x="1387475" y="5748338"/>
          <p14:tracePt t="82223" x="1387475" y="5776913"/>
          <p14:tracePt t="82239" x="1401763" y="5783263"/>
          <p14:tracePt t="82249" x="1408113" y="5795963"/>
          <p14:tracePt t="82259" x="1435100" y="5810250"/>
          <p14:tracePt t="82273" x="1470025" y="5816600"/>
          <p14:tracePt t="82283" x="1490663" y="5830888"/>
          <p14:tracePt t="82294" x="1509713" y="5830888"/>
          <p14:tracePt t="82307" x="1544638" y="5843588"/>
          <p14:tracePt t="82321" x="1577975" y="5843588"/>
          <p14:tracePt t="82326" x="1604963" y="5843588"/>
          <p14:tracePt t="82340" x="1639888" y="5851525"/>
          <p14:tracePt t="82348" x="1673225" y="5851525"/>
          <p14:tracePt t="82360" x="1708150" y="5851525"/>
          <p14:tracePt t="82371" x="1741488" y="5843588"/>
          <p14:tracePt t="82381" x="1782763" y="5843588"/>
          <p14:tracePt t="82392" x="1836738" y="5830888"/>
          <p14:tracePt t="82405" x="1905000" y="5810250"/>
          <p14:tracePt t="82415" x="1966913" y="5795963"/>
          <p14:tracePt t="82427" x="2033588" y="5776913"/>
          <p14:tracePt t="82439" x="2074863" y="5748338"/>
          <p14:tracePt t="82449" x="2101850" y="5741988"/>
          <p14:tracePt t="82459" x="2109788" y="5729288"/>
          <p14:tracePt t="82471" x="2109788" y="5715000"/>
          <p14:tracePt t="82481" x="2109788" y="5708650"/>
          <p14:tracePt t="82493" x="2109788" y="5694363"/>
          <p14:tracePt t="82506" x="2101850" y="5681663"/>
          <p14:tracePt t="82516" x="2089150" y="5673725"/>
          <p14:tracePt t="82528" x="2068513" y="5661025"/>
          <p14:tracePt t="82540" x="2041525" y="5640388"/>
          <p14:tracePt t="82552" x="2006600" y="5626100"/>
          <p14:tracePt t="82563" x="1966913" y="5613400"/>
          <p14:tracePt t="82571" x="1905000" y="5605463"/>
          <p14:tracePt t="82587" x="1871663" y="5605463"/>
          <p14:tracePt t="82597" x="1816100" y="5592763"/>
          <p14:tracePt t="82606" x="1762125" y="5592763"/>
          <p14:tracePt t="82620" x="1714500" y="5592763"/>
          <p14:tracePt t="82630" x="1681163" y="5605463"/>
          <p14:tracePt t="82639" x="1639888" y="5613400"/>
          <p14:tracePt t="82653" x="1604963" y="5640388"/>
          <p14:tracePt t="82663" x="1571625" y="5646738"/>
          <p14:tracePt t="82673" x="1544638" y="5673725"/>
          <p14:tracePt t="82687" x="1524000" y="5694363"/>
          <p14:tracePt t="82697" x="1509713" y="5715000"/>
          <p14:tracePt t="82706" x="1503363" y="5729288"/>
          <p14:tracePt t="82719" x="1490663" y="5741988"/>
          <p14:tracePt t="82730" x="1490663" y="5748338"/>
          <p14:tracePt t="82740" x="1476375" y="5762625"/>
          <p14:tracePt t="82753" x="1476375" y="5776913"/>
          <p14:tracePt t="82762" x="1476375" y="5783263"/>
          <p14:tracePt t="82773" x="1476375" y="5795963"/>
          <p14:tracePt t="82785" x="1476375" y="5810250"/>
          <p14:tracePt t="82795" x="1490663" y="5816600"/>
          <p14:tracePt t="82807" x="1490663" y="5830888"/>
          <p14:tracePt t="82820" x="1509713" y="5843588"/>
          <p14:tracePt t="82830" x="1538288" y="5851525"/>
          <p14:tracePt t="82842" x="1557338" y="5851525"/>
          <p14:tracePt t="82853" x="1577975" y="5864225"/>
          <p14:tracePt t="82863" x="1612900" y="5864225"/>
          <p14:tracePt t="82875" x="1660525" y="5864225"/>
          <p14:tracePt t="82887" x="1681163" y="5864225"/>
          <p14:tracePt t="82897" x="1714500" y="5851525"/>
          <p14:tracePt t="82909" x="1747838" y="5843588"/>
          <p14:tracePt t="82922" x="1762125" y="5830888"/>
          <p14:tracePt t="82932" x="1776413" y="5810250"/>
          <p14:tracePt t="82945" x="1776413" y="5783263"/>
          <p14:tracePt t="82956" x="1776413" y="5762625"/>
          <p14:tracePt t="82966" x="1762125" y="5729288"/>
          <p14:tracePt t="82978" x="1741488" y="5715000"/>
          <p14:tracePt t="82990" x="1708150" y="5708650"/>
          <p14:tracePt t="83001" x="1660525" y="5694363"/>
          <p14:tracePt t="83011" x="1612900" y="5681663"/>
          <p14:tracePt t="83023" x="1577975" y="5681663"/>
          <p14:tracePt t="83032" x="1538288" y="5673725"/>
          <p14:tracePt t="83045" x="1490663" y="5681663"/>
          <p14:tracePt t="83057" x="1455738" y="5681663"/>
          <p14:tracePt t="83068" x="1435100" y="5694363"/>
          <p14:tracePt t="83079" x="1408113" y="5708650"/>
          <p14:tracePt t="83090" x="1387475" y="5715000"/>
          <p14:tracePt t="83103" x="1374775" y="5741988"/>
          <p14:tracePt t="83113" x="1366838" y="5748338"/>
          <p14:tracePt t="83122" x="1366838" y="5776913"/>
          <p14:tracePt t="83136" x="1366838" y="5783263"/>
          <p14:tracePt t="83146" x="1366838" y="5795963"/>
          <p14:tracePt t="83157" x="1366838" y="5810250"/>
          <p14:tracePt t="83168" x="1387475" y="5830888"/>
          <p14:tracePt t="83179" x="1408113" y="5843588"/>
          <p14:tracePt t="83190" x="1443038" y="5851525"/>
          <p14:tracePt t="83203" x="1509713" y="5878513"/>
          <p14:tracePt t="83234" x="1577975" y="5884863"/>
          <p14:tracePt t="83235" x="1660525" y="5899150"/>
          <p14:tracePt t="83246" x="1728788" y="5911850"/>
          <p14:tracePt t="83246" x="1830388" y="5919788"/>
          <p14:tracePt t="83257" x="1919288" y="5919788"/>
          <p14:tracePt t="83270" x="1973263" y="5919788"/>
          <p14:tracePt t="83280" x="2006600" y="5911850"/>
          <p14:tracePt t="83292" x="2020888" y="5899150"/>
          <p14:tracePt t="83305" x="2033588" y="5884863"/>
          <p14:tracePt t="83318" x="2020888" y="5864225"/>
          <p14:tracePt t="83328" x="2020888" y="5843588"/>
          <p14:tracePt t="83341" x="1985963" y="5795963"/>
          <p14:tracePt t="83350" x="1952625" y="5762625"/>
          <p14:tracePt t="83362" x="1905000" y="5715000"/>
          <p14:tracePt t="83374" x="1871663" y="5694363"/>
          <p14:tracePt t="83383" x="1816100" y="5661025"/>
          <p14:tracePt t="83395" x="1762125" y="5640388"/>
          <p14:tracePt t="83408" x="1714500" y="5626100"/>
          <p14:tracePt t="83416" x="1681163" y="5626100"/>
          <p14:tracePt t="83429" x="1660525" y="5626100"/>
          <p14:tracePt t="83440" x="1639888" y="5640388"/>
          <p14:tracePt t="83453" x="1612900" y="5646738"/>
          <p14:tracePt t="83463" x="1604963" y="5661025"/>
          <p14:tracePt t="83472" x="1577975" y="5694363"/>
          <p14:tracePt t="83487" x="1571625" y="5715000"/>
          <p14:tracePt t="83496" x="1557338" y="5741988"/>
          <p14:tracePt t="83509" x="1557338" y="5762625"/>
          <p14:tracePt t="83520" x="1557338" y="5783263"/>
          <p14:tracePt t="83530" x="1571625" y="5795963"/>
          <p14:tracePt t="83539" x="1577975" y="5810250"/>
          <p14:tracePt t="83554" x="1592263" y="5816600"/>
          <p14:tracePt t="83563" x="1604963" y="5830888"/>
          <p14:tracePt t="83573" x="1625600" y="5830888"/>
          <p14:tracePt t="83586" x="1639888" y="5830888"/>
          <p14:tracePt t="83596" x="1673225" y="5830888"/>
          <p14:tracePt t="83607" x="1708150" y="5830888"/>
          <p14:tracePt t="83620" x="1747838" y="5830888"/>
          <p14:tracePt t="83630" x="1795463" y="5830888"/>
          <p14:tracePt t="83640" x="1830388" y="5816600"/>
          <p14:tracePt t="83654" x="1851025" y="5810250"/>
          <p14:tracePt t="83664" x="1871663" y="5795963"/>
          <p14:tracePt t="83676" x="1871663" y="5776913"/>
          <p14:tracePt t="83688" x="1871663" y="5762625"/>
          <p14:tracePt t="83698" x="1871663" y="5741988"/>
          <p14:tracePt t="83709" x="1851025" y="5715000"/>
          <p14:tracePt t="83722" x="1830388" y="5694363"/>
          <p14:tracePt t="83732" x="1776413" y="5661025"/>
          <p14:tracePt t="83744" x="1708150" y="5640388"/>
          <p14:tracePt t="83756" x="1639888" y="5613400"/>
          <p14:tracePt t="83765" x="1592263" y="5605463"/>
          <p14:tracePt t="83777" x="1544638" y="5605463"/>
          <p14:tracePt t="83788" x="1524000" y="5613400"/>
          <p14:tracePt t="83799" x="1503363" y="5640388"/>
          <p14:tracePt t="83809" x="1490663" y="5646738"/>
          <p14:tracePt t="83825" x="1476375" y="5673725"/>
          <p14:tracePt t="83839" x="1476375" y="5708650"/>
          <p14:tracePt t="83844" x="1476375" y="5729288"/>
          <p14:tracePt t="83855" x="1490663" y="5762625"/>
          <p14:tracePt t="83869" x="1509713" y="5783263"/>
          <p14:tracePt t="83879" x="1544638" y="5816600"/>
          <p14:tracePt t="83891" x="1571625" y="5843588"/>
          <p14:tracePt t="83903" x="1604963" y="5851525"/>
          <p14:tracePt t="83913" x="1646238" y="5864225"/>
          <p14:tracePt t="83923" x="1693863" y="5878513"/>
          <p14:tracePt t="83936" x="1741488" y="5878513"/>
          <p14:tracePt t="83945" x="1782763" y="5878513"/>
          <p14:tracePt t="83957" x="1830388" y="5878513"/>
          <p14:tracePt t="83969" x="1863725" y="5864225"/>
          <p14:tracePt t="83980" x="1871663" y="5843588"/>
          <p14:tracePt t="83989" x="1871663" y="5830888"/>
          <p14:tracePt t="84003" x="1871663" y="5795963"/>
          <p14:tracePt t="84013" x="1863725" y="5762625"/>
          <p14:tracePt t="84023" x="1851025" y="5741988"/>
          <p14:tracePt t="84037" x="1816100" y="5715000"/>
          <p14:tracePt t="84046" x="1776413" y="5708650"/>
          <p14:tracePt t="84057" x="1728788" y="5694363"/>
          <p14:tracePt t="84071" x="1681163" y="5681663"/>
          <p14:tracePt t="84081" x="1625600" y="5681663"/>
          <p14:tracePt t="84091" x="1592263" y="5694363"/>
          <p14:tracePt t="84105" x="1571625" y="5708650"/>
          <p14:tracePt t="84114" x="1557338" y="5715000"/>
          <p14:tracePt t="84126" x="1544638" y="5729288"/>
          <p14:tracePt t="84139" x="1544638" y="5748338"/>
          <p14:tracePt t="84148" x="1557338" y="5762625"/>
          <p14:tracePt t="84160" x="1557338" y="5776913"/>
          <p14:tracePt t="84171" x="1577975" y="5783263"/>
          <p14:tracePt t="84181" x="1612900" y="5795963"/>
          <p14:tracePt t="84193" x="1639888" y="5795963"/>
          <p14:tracePt t="84205" x="1681163" y="5810250"/>
          <p14:tracePt t="84214" x="1741488" y="5810250"/>
          <p14:tracePt t="84226" x="1795463" y="5795963"/>
          <p14:tracePt t="84237" x="1816100" y="5795963"/>
          <p14:tracePt t="84247" x="1830388" y="5776913"/>
          <p14:tracePt t="84259" x="1836738" y="5762625"/>
          <p14:tracePt t="84280" x="1830388" y="5741988"/>
          <p14:tracePt t="84287" x="1816100" y="5715000"/>
          <p14:tracePt t="84297" x="1795463" y="5681663"/>
          <p14:tracePt t="84305" x="1747838" y="5646738"/>
          <p14:tracePt t="84317" x="1693863" y="5626100"/>
          <p14:tracePt t="84329" x="1660525" y="5613400"/>
          <p14:tracePt t="84340" x="1604963" y="5605463"/>
          <p14:tracePt t="84351" x="1571625" y="5605463"/>
          <p14:tracePt t="84361" x="1538288" y="5605463"/>
          <p14:tracePt t="84372" x="1524000" y="5605463"/>
          <p14:tracePt t="84382" x="1503363" y="5626100"/>
          <p14:tracePt t="84394" x="1476375" y="5661025"/>
          <p14:tracePt t="84406" x="1470025" y="5681663"/>
          <p14:tracePt t="84416" x="1470025" y="5708650"/>
          <p14:tracePt t="84427" x="1476375" y="5729288"/>
          <p14:tracePt t="84439" x="1490663" y="5748338"/>
          <p14:tracePt t="84449" x="1509713" y="5776913"/>
          <p14:tracePt t="84460" x="1538288" y="5783263"/>
          <p14:tracePt t="84472" x="1557338" y="5795963"/>
          <p14:tracePt t="84482" x="1592263" y="5810250"/>
          <p14:tracePt t="84494" x="1612900" y="5810250"/>
          <p14:tracePt t="84506" x="1646238" y="5816600"/>
          <p14:tracePt t="84516" x="1673225" y="5810250"/>
          <p14:tracePt t="84528" x="1708150" y="5810250"/>
          <p14:tracePt t="84539" x="1728788" y="5795963"/>
          <p14:tracePt t="84550" x="1741488" y="5783263"/>
          <p14:tracePt t="84562" x="1747838" y="5762625"/>
          <p14:tracePt t="84573" x="1747838" y="5748338"/>
          <p14:tracePt t="84586" x="1741488" y="5741988"/>
          <p14:tracePt t="84596" x="1741488" y="5729288"/>
          <p14:tracePt t="84607" x="1714500" y="5708650"/>
          <p14:tracePt t="84619" x="1693863" y="5694363"/>
          <p14:tracePt t="84629" x="1673225" y="5681663"/>
          <p14:tracePt t="84641" x="1639888" y="5681663"/>
          <p14:tracePt t="84653" x="1612900" y="5673725"/>
          <p14:tracePt t="84663" x="1604963" y="5673725"/>
          <p14:tracePt t="84685" x="1592263" y="5673725"/>
          <p14:tracePt t="84730" x="1592263" y="5681663"/>
          <p14:tracePt t="84741" x="1592263" y="5694363"/>
          <p14:tracePt t="84753" x="1604963" y="5708650"/>
          <p14:tracePt t="84764" x="1612900" y="5715000"/>
          <p14:tracePt t="84776" x="1639888" y="5729288"/>
          <p14:tracePt t="84787" x="1660525" y="5741988"/>
          <p14:tracePt t="84798" x="1693863" y="5748338"/>
          <p14:tracePt t="84813" x="1714500" y="5762625"/>
          <p14:tracePt t="84824" x="1741488" y="5762625"/>
          <p14:tracePt t="84876" x="1728788" y="5762625"/>
          <p14:tracePt t="84899" x="1714500" y="5762625"/>
          <p14:tracePt t="84966" x="1728788" y="5748338"/>
          <p14:tracePt t="84977" x="1741488" y="5741988"/>
          <p14:tracePt t="84990" x="1747838" y="5729288"/>
          <p14:tracePt t="85003" x="1762125" y="5715000"/>
          <p14:tracePt t="85013" x="1776413" y="5715000"/>
          <p14:tracePt t="85025" x="1776413" y="5708650"/>
          <p14:tracePt t="85038" x="1782763" y="5694363"/>
          <p14:tracePt t="85068" x="1782763" y="5681663"/>
          <p14:tracePt t="85271" x="1782763" y="5694363"/>
          <p14:tracePt t="85271" x="1795463" y="5694363"/>
          <p14:tracePt t="85438" x="1803400" y="5694363"/>
          <p14:tracePt t="85562" x="1795463" y="5708650"/>
          <p14:tracePt t="85573" x="1795463" y="5715000"/>
          <p14:tracePt t="85596" x="1795463" y="5729288"/>
          <p14:tracePt t="85608" x="1795463" y="5741988"/>
          <p14:tracePt t="85630" x="1795463" y="5748338"/>
          <p14:tracePt t="85709" x="1803400" y="5748338"/>
          <p14:tracePt t="85731" x="1816100" y="5748338"/>
          <p14:tracePt t="85743" x="1830388" y="5748338"/>
          <p14:tracePt t="85765" x="1836738" y="5741988"/>
          <p14:tracePt t="85788" x="1851025" y="5741988"/>
          <p14:tracePt t="85799" x="1851025" y="5729288"/>
          <p14:tracePt t="85844" x="1851025" y="5715000"/>
          <p14:tracePt t="93831" x="1863725" y="5681663"/>
          <p14:tracePt t="93832" x="1871663" y="5661025"/>
          <p14:tracePt t="93842" x="1871663" y="5640388"/>
          <p14:tracePt t="93845" x="1871663" y="5626100"/>
          <p14:tracePt t="93855" x="1871663" y="5613400"/>
          <p14:tracePt t="93866" x="1871663" y="5605463"/>
          <p14:tracePt t="93887" x="1871663" y="5592763"/>
          <p14:tracePt t="93910" x="1863725" y="5592763"/>
          <p14:tracePt t="93921" x="1851025" y="5592763"/>
          <p14:tracePt t="93934" x="1836738" y="5592763"/>
          <p14:tracePt t="93944" x="1830388" y="5592763"/>
          <p14:tracePt t="93955" x="1803400" y="5578475"/>
          <p14:tracePt t="93966" x="1782763" y="5578475"/>
          <p14:tracePt t="93977" x="1762125" y="5578475"/>
          <p14:tracePt t="93989" x="1714500" y="5578475"/>
          <p14:tracePt t="94000" x="1681163" y="5578475"/>
          <p14:tracePt t="94012" x="1646238" y="5578475"/>
          <p14:tracePt t="94023" x="1612900" y="5578475"/>
          <p14:tracePt t="94034" x="1592263" y="5578475"/>
          <p14:tracePt t="94045" x="1557338" y="5578475"/>
          <p14:tracePt t="94058" x="1538288" y="5578475"/>
          <p14:tracePt t="94068" x="1524000" y="5578475"/>
          <p14:tracePt t="94080" x="1509713" y="5592763"/>
          <p14:tracePt t="94092" x="1490663" y="5592763"/>
          <p14:tracePt t="94103" x="1476375" y="5605463"/>
          <p14:tracePt t="94113" x="1470025" y="5613400"/>
          <p14:tracePt t="94126" x="1455738" y="5626100"/>
          <p14:tracePt t="94136" x="1443038" y="5640388"/>
          <p14:tracePt t="94147" x="1435100" y="5661025"/>
          <p14:tracePt t="94161" x="1435100" y="5673725"/>
          <p14:tracePt t="94170" x="1435100" y="5694363"/>
          <p14:tracePt t="94181" x="1435100" y="5715000"/>
          <p14:tracePt t="94193" x="1435100" y="5729288"/>
          <p14:tracePt t="94202" x="1435100" y="5741988"/>
          <p14:tracePt t="94214" x="1435100" y="5748338"/>
          <p14:tracePt t="94226" x="1443038" y="5762625"/>
          <p14:tracePt t="94236" x="1455738" y="5783263"/>
          <p14:tracePt t="94248" x="1470025" y="5795963"/>
          <p14:tracePt t="94260" x="1490663" y="5795963"/>
          <p14:tracePt t="94270" x="1509713" y="5810250"/>
          <p14:tracePt t="94282" x="1538288" y="5816600"/>
          <p14:tracePt t="94293" x="1571625" y="5830888"/>
          <p14:tracePt t="94304" x="1604963" y="5830888"/>
          <p14:tracePt t="94315" x="1646238" y="5830888"/>
          <p14:tracePt t="94327" x="1693863" y="5830888"/>
          <p14:tracePt t="94338" x="1728788" y="5830888"/>
          <p14:tracePt t="94350" x="1762125" y="5830888"/>
          <p14:tracePt t="94361" x="1782763" y="5816600"/>
          <p14:tracePt t="94371" x="1795463" y="5810250"/>
          <p14:tracePt t="94384" x="1803400" y="5783263"/>
          <p14:tracePt t="94395" x="1816100" y="5762625"/>
          <p14:tracePt t="94405" x="1816100" y="5748338"/>
          <p14:tracePt t="94417" x="1803400" y="5729288"/>
          <p14:tracePt t="94429" x="1795463" y="5715000"/>
          <p14:tracePt t="94439" x="1782763" y="5694363"/>
          <p14:tracePt t="94452" x="1747838" y="5681663"/>
          <p14:tracePt t="94462" x="1714500" y="5673725"/>
          <p14:tracePt t="94473" x="1681163" y="5661025"/>
          <p14:tracePt t="94485" x="1639888" y="5661025"/>
          <p14:tracePt t="94496" x="1577975" y="5661025"/>
          <p14:tracePt t="94506" x="1557338" y="5673725"/>
          <p14:tracePt t="94518" x="1509713" y="5681663"/>
          <p14:tracePt t="94530" x="1476375" y="5694363"/>
          <p14:tracePt t="94542" x="1455738" y="5715000"/>
          <p14:tracePt t="94554" x="1435100" y="5729288"/>
          <p14:tracePt t="94565" x="1422400" y="5741988"/>
          <p14:tracePt t="94577" x="1408113" y="5762625"/>
          <p14:tracePt t="94586" x="1408113" y="5783263"/>
          <p14:tracePt t="94597" x="1408113" y="5795963"/>
          <p14:tracePt t="94609" x="1422400" y="5816600"/>
          <p14:tracePt t="94619" x="1443038" y="5830888"/>
          <p14:tracePt t="94630" x="1470025" y="5843588"/>
          <p14:tracePt t="94643" x="1503363" y="5851525"/>
          <p14:tracePt t="94654" x="1544638" y="5864225"/>
          <p14:tracePt t="94667" x="1612900" y="5864225"/>
          <p14:tracePt t="94679" x="1673225" y="5878513"/>
          <p14:tracePt t="94689" x="1714500" y="5878513"/>
          <p14:tracePt t="94700" x="1762125" y="5864225"/>
          <p14:tracePt t="94713" x="1795463" y="5843588"/>
          <p14:tracePt t="94723" x="1816100" y="5830888"/>
          <p14:tracePt t="94735" x="1830388" y="5810250"/>
          <p14:tracePt t="94747" x="1830388" y="5783263"/>
          <p14:tracePt t="94756" x="1830388" y="5762625"/>
          <p14:tracePt t="94767" x="1803400" y="5741988"/>
          <p14:tracePt t="94778" x="1782763" y="5729288"/>
          <p14:tracePt t="94789" x="1747838" y="5715000"/>
          <p14:tracePt t="94800" x="1708150" y="5708650"/>
          <p14:tracePt t="94814" x="1660525" y="5708650"/>
          <p14:tracePt t="94823" x="1639888" y="5715000"/>
          <p14:tracePt t="94834" x="1604963" y="5729288"/>
          <p14:tracePt t="94845" x="1571625" y="5748338"/>
          <p14:tracePt t="94855" x="1538288" y="5783263"/>
          <p14:tracePt t="94867" x="1524000" y="5795963"/>
          <p14:tracePt t="94878" x="1509713" y="5830888"/>
          <p14:tracePt t="94889" x="1509713" y="5851525"/>
          <p14:tracePt t="94900" x="1509713" y="5864225"/>
          <p14:tracePt t="94912" x="1524000" y="5884863"/>
          <p14:tracePt t="94923" x="1557338" y="5899150"/>
          <p14:tracePt t="94935" x="1577975" y="5911850"/>
          <p14:tracePt t="94946" x="1604963" y="5911850"/>
          <p14:tracePt t="94957" x="1639888" y="5911850"/>
          <p14:tracePt t="94968" x="1660525" y="5911850"/>
          <p14:tracePt t="94979" x="1708150" y="5911850"/>
          <p14:tracePt t="94990" x="1747838" y="5899150"/>
          <p14:tracePt t="95001" x="1776413" y="5884863"/>
          <p14:tracePt t="95013" x="1803400" y="5864225"/>
          <p14:tracePt t="95025" x="1836738" y="5843588"/>
          <p14:tracePt t="95035" x="1863725" y="5810250"/>
          <p14:tracePt t="95047" x="1863725" y="5783263"/>
          <p14:tracePt t="95060" x="1871663" y="5762625"/>
          <p14:tracePt t="95070" x="1863725" y="5729288"/>
          <p14:tracePt t="95081" x="1851025" y="5708650"/>
          <p14:tracePt t="95094" x="1830388" y="5681663"/>
          <p14:tracePt t="95104" x="1782763" y="5661025"/>
          <p14:tracePt t="95117" x="1728788" y="5640388"/>
          <p14:tracePt t="95128" x="1646238" y="5613400"/>
          <p14:tracePt t="95138" x="1538288" y="5605463"/>
          <p14:tracePt t="95150" x="1435100" y="5605463"/>
          <p14:tracePt t="95161" x="1333500" y="5626100"/>
          <p14:tracePt t="95171" x="1285875" y="5646738"/>
          <p14:tracePt t="95183" x="1244600" y="5681663"/>
          <p14:tracePt t="95195" x="1217613" y="5715000"/>
          <p14:tracePt t="95205" x="1217613" y="5748338"/>
          <p14:tracePt t="95216" x="1217613" y="5776913"/>
          <p14:tracePt t="95228" x="1252538" y="5816600"/>
          <p14:tracePt t="95237" x="1300163" y="5851525"/>
          <p14:tracePt t="95250" x="1374775" y="5878513"/>
          <p14:tracePt t="95261" x="1443038" y="5884863"/>
          <p14:tracePt t="95271" x="1544638" y="5911850"/>
          <p14:tracePt t="95283" x="1660525" y="5911850"/>
          <p14:tracePt t="95294" x="1747838" y="5911850"/>
          <p14:tracePt t="95305" x="1795463" y="5899150"/>
          <p14:tracePt t="95317" x="1836738" y="5878513"/>
          <p14:tracePt t="95328" x="1863725" y="5851525"/>
          <p14:tracePt t="95339" x="1871663" y="5830888"/>
          <p14:tracePt t="95350" x="1871663" y="5810250"/>
          <p14:tracePt t="95361" x="1863725" y="5776913"/>
          <p14:tracePt t="95372" x="1830388" y="5748338"/>
          <p14:tracePt t="95384" x="1782763" y="5729288"/>
          <p14:tracePt t="95395" x="1747838" y="5715000"/>
          <p14:tracePt t="95406" x="1681163" y="5708650"/>
          <p14:tracePt t="95418" x="1612900" y="5715000"/>
          <p14:tracePt t="95429" x="1557338" y="5729288"/>
          <p14:tracePt t="95440" x="1524000" y="5741988"/>
          <p14:tracePt t="95451" x="1476375" y="5762625"/>
          <p14:tracePt t="95463" x="1455738" y="5795963"/>
          <p14:tracePt t="95475" x="1443038" y="5830888"/>
          <p14:tracePt t="95485" x="1443038" y="5851525"/>
          <p14:tracePt t="95496" x="1443038" y="5878513"/>
          <p14:tracePt t="95509" x="1476375" y="5899150"/>
          <p14:tracePt t="95519" x="1524000" y="5919788"/>
          <p14:tracePt t="95530" x="1571625" y="5932488"/>
          <p14:tracePt t="95543" x="1646238" y="5932488"/>
          <p14:tracePt t="95553" x="1741488" y="5932488"/>
          <p14:tracePt t="95564" x="1830388" y="5919788"/>
          <p14:tracePt t="95576" x="1898650" y="5911850"/>
          <p14:tracePt t="95586" x="1966913" y="5878513"/>
          <p14:tracePt t="95598" x="2006600" y="5851525"/>
          <p14:tracePt t="95609" x="2033588" y="5816600"/>
          <p14:tracePt t="95620" x="2041525" y="5795963"/>
          <p14:tracePt t="95631" x="2033588" y="5776913"/>
          <p14:tracePt t="95643" x="2006600" y="5741988"/>
          <p14:tracePt t="95654" x="1952625" y="5708650"/>
          <p14:tracePt t="95666" x="1905000" y="5694363"/>
          <p14:tracePt t="95677" x="1830388" y="5673725"/>
          <p14:tracePt t="95687" x="1741488" y="5646738"/>
          <p14:tracePt t="95699" x="1681163" y="5646738"/>
          <p14:tracePt t="95710" x="1604963" y="5661025"/>
          <p14:tracePt t="95721" x="1524000" y="5673725"/>
          <p14:tracePt t="95733" x="1455738" y="5708650"/>
          <p14:tracePt t="95744" x="1422400" y="5729288"/>
          <p14:tracePt t="95755" x="1401763" y="5762625"/>
          <p14:tracePt t="95766" x="1387475" y="5783263"/>
          <p14:tracePt t="95778" x="1387475" y="5810250"/>
          <p14:tracePt t="95788" x="1387475" y="5816600"/>
          <p14:tracePt t="95812" x="1401763" y="5843588"/>
          <p14:tracePt t="95813" x="1435100" y="5864225"/>
          <p14:tracePt t="95823" x="1476375" y="5878513"/>
          <p14:tracePt t="95834" x="1524000" y="5878513"/>
          <p14:tracePt t="95846" x="1592263" y="5878513"/>
          <p14:tracePt t="95856" x="1660525" y="5878513"/>
          <p14:tracePt t="95868" x="1714500" y="5864225"/>
          <p14:tracePt t="95879" x="1747838" y="5843588"/>
          <p14:tracePt t="95891" x="1776413" y="5816600"/>
          <p14:tracePt t="95901" x="1782763" y="5795963"/>
          <p14:tracePt t="95913" x="1782763" y="5776913"/>
          <p14:tracePt t="95924" x="1782763" y="5741988"/>
          <p14:tracePt t="95935" x="1776413" y="5715000"/>
          <p14:tracePt t="95946" x="1747838" y="5694363"/>
          <p14:tracePt t="95959" x="1728788" y="5673725"/>
          <p14:tracePt t="95969" x="1693863" y="5673725"/>
          <p14:tracePt t="95980" x="1660525" y="5661025"/>
          <p14:tracePt t="95993" x="1625600" y="5661025"/>
          <p14:tracePt t="96002" x="1592263" y="5673725"/>
          <p14:tracePt t="96014" x="1571625" y="5681663"/>
          <p14:tracePt t="96026" x="1544638" y="5694363"/>
          <p14:tracePt t="96036" x="1538288" y="5729288"/>
          <p14:tracePt t="96048" x="1524000" y="5748338"/>
          <p14:tracePt t="96060" x="1524000" y="5776913"/>
          <p14:tracePt t="96070" x="1538288" y="5795963"/>
          <p14:tracePt t="96082" x="1544638" y="5816600"/>
          <p14:tracePt t="96093" x="1577975" y="5830888"/>
          <p14:tracePt t="96104" x="1612900" y="5843588"/>
          <p14:tracePt t="96116" x="1673225" y="5851525"/>
          <p14:tracePt t="96127" x="1728788" y="5851525"/>
          <p14:tracePt t="96137" x="1795463" y="5851525"/>
          <p14:tracePt t="96149" x="1836738" y="5843588"/>
          <p14:tracePt t="96160" x="1898650" y="5830888"/>
          <p14:tracePt t="96171" x="1938338" y="5810250"/>
          <p14:tracePt t="96183" x="1973263" y="5776913"/>
          <p14:tracePt t="96194" x="1985963" y="5748338"/>
          <p14:tracePt t="96205" x="2000250" y="5729288"/>
          <p14:tracePt t="96217" x="1985963" y="5715000"/>
          <p14:tracePt t="96228" x="1973263" y="5694363"/>
          <p14:tracePt t="96239" x="1952625" y="5673725"/>
          <p14:tracePt t="96251" x="1919288" y="5661025"/>
          <p14:tracePt t="96262" x="1871663" y="5646738"/>
          <p14:tracePt t="96272" x="1830388" y="5640388"/>
          <p14:tracePt t="96284" x="1776413" y="5646738"/>
          <p14:tracePt t="96295" x="1714500" y="5646738"/>
          <p14:tracePt t="96306" x="1660525" y="5661025"/>
          <p14:tracePt t="96318" x="1625600" y="5673725"/>
          <p14:tracePt t="96329" x="1592263" y="5681663"/>
          <p14:tracePt t="96340" x="1571625" y="5694363"/>
          <p14:tracePt t="96352" x="1557338" y="5708650"/>
          <p14:tracePt t="96363" x="1544638" y="5715000"/>
          <p14:tracePt t="96375" x="1544638" y="5729288"/>
          <p14:tracePt t="96396" x="1544638" y="5741988"/>
          <p14:tracePt t="96408" x="1557338" y="5741988"/>
          <p14:tracePt t="96419" x="1571625" y="5741988"/>
          <p14:tracePt t="96430" x="1577975" y="5741988"/>
          <p14:tracePt t="96443" x="1592263" y="5748338"/>
          <p14:tracePt t="96452" x="1604963" y="5748338"/>
          <p14:tracePt t="96464" x="1625600" y="5748338"/>
          <p14:tracePt t="96476" x="1639888" y="5748338"/>
          <p14:tracePt t="97005" x="1646238" y="5748338"/>
          <p14:tracePt t="97016" x="1673225" y="5741988"/>
          <p14:tracePt t="97026" x="1693863" y="5741988"/>
          <p14:tracePt t="97037" x="1714500" y="5741988"/>
          <p14:tracePt t="97049" x="1747838" y="5729288"/>
          <p14:tracePt t="97060" x="1776413" y="5729288"/>
          <p14:tracePt t="97071" x="1782763" y="5729288"/>
          <p14:tracePt t="97083" x="1795463" y="5715000"/>
          <p14:tracePt t="98040" x="1795463" y="5661025"/>
          <p14:tracePt t="98052" x="1782763" y="5646738"/>
          <p14:tracePt t="98072" x="1776413" y="5640388"/>
          <p14:tracePt t="98128" x="1762125" y="5640388"/>
          <p14:tracePt t="98140" x="1747838" y="5646738"/>
          <p14:tracePt t="98152" x="1714500" y="5673725"/>
          <p14:tracePt t="98163" x="1673225" y="5694363"/>
          <p14:tracePt t="98174" x="1639888" y="5715000"/>
          <p14:tracePt t="98187" x="1604963" y="5741988"/>
          <p14:tracePt t="98197" x="1592263" y="5762625"/>
          <p14:tracePt t="98209" x="1577975" y="5776913"/>
          <p14:tracePt t="98220" x="1571625" y="5783263"/>
          <p14:tracePt t="98231" x="1571625" y="5795963"/>
          <p14:tracePt t="98252" x="1571625" y="5810250"/>
          <p14:tracePt t="98264" x="1577975" y="5810250"/>
          <p14:tracePt t="98286" x="1604963" y="5810250"/>
          <p14:tracePt t="98298" x="1625600" y="5810250"/>
          <p14:tracePt t="98310" x="1646238" y="5810250"/>
          <p14:tracePt t="98320" x="1681163" y="5810250"/>
          <p14:tracePt t="98332" x="1714500" y="5810250"/>
          <p14:tracePt t="98344" x="1741488" y="5795963"/>
          <p14:tracePt t="98354" x="1747838" y="5795963"/>
          <p14:tracePt t="98365" x="1776413" y="5783263"/>
          <p14:tracePt t="98387" x="1782763" y="5776913"/>
          <p14:tracePt t="98399" x="1782763" y="5762625"/>
          <p14:tracePt t="98421" x="1782763" y="5748338"/>
          <p14:tracePt t="98433" x="1782763" y="5741988"/>
          <p14:tracePt t="98455" x="1782763" y="5729288"/>
          <p14:tracePt t="98648" x="1776413" y="5729288"/>
          <p14:tracePt t="98657" x="1776413" y="5741988"/>
          <p14:tracePt t="98669" x="1762125" y="5741988"/>
          <p14:tracePt t="98680" x="1747838" y="5741988"/>
          <p14:tracePt t="98692" x="1741488" y="5741988"/>
          <p14:tracePt t="98704" x="1728788" y="5741988"/>
          <p14:tracePt t="98725" x="1714500" y="5741988"/>
          <p14:tracePt t="98736" x="1708150" y="5741988"/>
          <p14:tracePt t="98758" x="1708150" y="5748338"/>
          <p14:tracePt t="98770" x="1693863" y="5748338"/>
          <p14:tracePt t="98803" x="1693863" y="5762625"/>
          <p14:tracePt t="98815" x="1681163" y="5776913"/>
          <p14:tracePt t="98828" x="1681163" y="5795963"/>
          <p14:tracePt t="98838" x="1681163" y="5810250"/>
          <p14:tracePt t="98850" x="1693863" y="5830888"/>
          <p14:tracePt t="98861" x="1708150" y="5851525"/>
          <p14:tracePt t="98873" x="1728788" y="5878513"/>
          <p14:tracePt t="98885" x="1747838" y="5884863"/>
          <p14:tracePt t="98895" x="1776413" y="5899150"/>
          <p14:tracePt t="98907" x="1795463" y="5899150"/>
          <p14:tracePt t="98919" x="1816100" y="5899150"/>
          <p14:tracePt t="98928" x="1836738" y="5899150"/>
          <p14:tracePt t="98939" x="1851025" y="5899150"/>
          <p14:tracePt t="98961" x="1871663" y="5899150"/>
          <p14:tracePt t="98965" x="1884363" y="5899150"/>
          <p14:tracePt t="98987" x="1898650" y="5899150"/>
          <p14:tracePt t="98996" x="1905000" y="5884863"/>
          <p14:tracePt t="99008" x="1905000" y="5878513"/>
          <p14:tracePt t="99019" x="1919288" y="5864225"/>
          <p14:tracePt t="99029" x="1919288" y="5851525"/>
          <p14:tracePt t="99041" x="1931988" y="5843588"/>
          <p14:tracePt t="99052" x="1931988" y="5830888"/>
          <p14:tracePt t="99062" x="1931988" y="5816600"/>
          <p14:tracePt t="99085" x="1931988" y="5810250"/>
          <p14:tracePt t="99096" x="1919288" y="5810250"/>
          <p14:tracePt t="99108" x="1905000" y="5795963"/>
          <p14:tracePt t="99120" x="1898650" y="5783263"/>
          <p14:tracePt t="99130" x="1863725" y="5776913"/>
          <p14:tracePt t="99142" x="1830388" y="5748338"/>
          <p14:tracePt t="99154" x="1782763" y="5741988"/>
          <p14:tracePt t="99164" x="1728788" y="5715000"/>
          <p14:tracePt t="99176" x="1673225" y="5708650"/>
          <p14:tracePt t="99187" x="1639888" y="5708650"/>
          <p14:tracePt t="99197" x="1612900" y="5694363"/>
          <p14:tracePt t="99209" x="1592263" y="5694363"/>
          <p14:tracePt t="99220" x="1577975" y="5708650"/>
          <p14:tracePt t="99231" x="1571625" y="5708650"/>
          <p14:tracePt t="99243" x="1557338" y="5729288"/>
          <p14:tracePt t="99254" x="1544638" y="5741988"/>
          <p14:tracePt t="99265" x="1544638" y="5762625"/>
          <p14:tracePt t="99276" x="1544638" y="5783263"/>
          <p14:tracePt t="99287" x="1544638" y="5816600"/>
          <p14:tracePt t="99300" x="1557338" y="5843588"/>
          <p14:tracePt t="99310" x="1571625" y="5864225"/>
          <p14:tracePt t="99322" x="1604963" y="5899150"/>
          <p14:tracePt t="99334" x="1639888" y="5919788"/>
          <p14:tracePt t="99344" x="1673225" y="5932488"/>
          <p14:tracePt t="99356" x="1708150" y="5938838"/>
          <p14:tracePt t="99368" x="1741488" y="5953125"/>
          <p14:tracePt t="99378" x="1776413" y="5953125"/>
          <p14:tracePt t="99389" x="1803400" y="5953125"/>
          <p14:tracePt t="99401" x="1830388" y="5938838"/>
          <p14:tracePt t="99411" x="1871663" y="5932488"/>
          <p14:tracePt t="99423" x="1905000" y="5919788"/>
          <p14:tracePt t="99434" x="1938338" y="5899150"/>
          <p14:tracePt t="99445" x="1952625" y="5884863"/>
          <p14:tracePt t="99457" x="1966913" y="5864225"/>
          <p14:tracePt t="99469" x="1973263" y="5851525"/>
          <p14:tracePt t="99478" x="1973263" y="5830888"/>
          <p14:tracePt t="99501" x="1966913" y="5816600"/>
          <p14:tracePt t="99512" x="1966913" y="5810250"/>
          <p14:tracePt t="99524" x="1952625" y="5810250"/>
          <p14:tracePt t="479520" x="2054225" y="5795963"/>
          <p14:tracePt t="479521" x="2244725" y="5795963"/>
          <p14:tracePt t="479538" x="2538413" y="5810250"/>
          <p14:tracePt t="479546" x="2776538" y="5830888"/>
          <p14:tracePt t="479553" x="3184525" y="5878513"/>
          <p14:tracePt t="479564" x="3443288" y="5919788"/>
          <p14:tracePt t="479580" x="3803650" y="5967413"/>
          <p14:tracePt t="479598" x="4095750" y="6007100"/>
          <p14:tracePt t="479602" x="4244975" y="6034088"/>
          <p14:tracePt t="479612" x="4435475" y="6069013"/>
          <p14:tracePt t="479627" x="4551363" y="6089650"/>
          <p14:tracePt t="479644" x="4830763" y="6176963"/>
          <p14:tracePt t="479654" x="4899025" y="6211888"/>
          <p14:tracePt t="479670" x="4953000" y="6238875"/>
          <p14:tracePt t="479681" x="4979988" y="6272213"/>
          <p14:tracePt t="479694" x="4986338" y="6280150"/>
          <p14:tracePt t="479704" x="5014913" y="6313488"/>
          <p14:tracePt t="479718" x="5021263" y="6327775"/>
          <p14:tracePt t="479727" x="5033963" y="6361113"/>
          <p14:tracePt t="479741" x="5048250" y="6381750"/>
          <p14:tracePt t="479752" x="5054600" y="6408738"/>
          <p14:tracePt t="479761" x="5081588" y="6443663"/>
          <p14:tracePt t="479775" x="5116513" y="6477000"/>
          <p14:tracePt t="479786" x="5157788" y="6530975"/>
          <p14:tracePt t="479794" x="5224463" y="6586538"/>
          <p14:tracePt t="479809" x="5286375" y="6619875"/>
          <p14:tracePt t="479816" x="5408613" y="6667500"/>
          <p14:tracePt t="479826" x="5565775" y="6721475"/>
          <p14:tracePt t="479836" x="5700713" y="6756400"/>
          <p14:tracePt t="479859" x="5946775" y="6810375"/>
          <p14:tracePt t="479868" x="6027738" y="6810375"/>
          <p14:tracePt t="479881" x="6062663" y="6810375"/>
          <p14:tracePt t="479946" x="6042025" y="6810375"/>
          <p14:tracePt t="479958" x="6015038" y="6810375"/>
          <p14:tracePt t="479969" x="5994400" y="6824663"/>
          <p14:tracePt t="479981" x="5980113" y="6824663"/>
          <p14:tracePt t="479992" x="5980113" y="6837363"/>
          <p14:tracePt t="480466" x="0" y="0"/>
        </p14:tracePtLst>
        <p14:tracePtLst>
          <p14:tracePt t="876405" x="5360988" y="6824663"/>
          <p14:tracePt t="876415" x="5688013" y="6708775"/>
          <p14:tracePt t="876427" x="6015038" y="6605588"/>
          <p14:tracePt t="876438" x="6300788" y="6518275"/>
          <p14:tracePt t="876448" x="6470650" y="6450013"/>
          <p14:tracePt t="876461" x="6673850" y="6381750"/>
          <p14:tracePt t="876472" x="6831013" y="6313488"/>
          <p14:tracePt t="876482" x="6905625" y="6280150"/>
          <p14:tracePt t="876494" x="6986588" y="6238875"/>
          <p14:tracePt t="876506" x="7042150" y="6205538"/>
          <p14:tracePt t="876516" x="7089775" y="6176963"/>
          <p14:tracePt t="876528" x="7102475" y="6170613"/>
          <p14:tracePt t="876540" x="7110413" y="6157913"/>
          <p14:tracePt t="876561" x="7110413" y="6143625"/>
          <p14:tracePt t="876674" x="7123113" y="6143625"/>
          <p14:tracePt t="876685" x="7137400" y="6143625"/>
          <p14:tracePt t="876696" x="7177088" y="6157913"/>
          <p14:tracePt t="876708" x="7245350" y="6157913"/>
          <p14:tracePt t="876718" x="7361238" y="6157913"/>
          <p14:tracePt t="876729" x="7435850" y="6143625"/>
          <p14:tracePt t="876741" x="7551738" y="6137275"/>
          <p14:tracePt t="876763" x="7620000" y="6110288"/>
          <p14:tracePt t="876767" x="7640638" y="6102350"/>
          <p14:tracePt t="876778" x="7667625" y="6102350"/>
          <p14:tracePt t="876788" x="7667625" y="6089650"/>
          <p14:tracePt t="876831" x="7667625" y="6075363"/>
          <p14:tracePt t="876843" x="7653338" y="6075363"/>
          <p14:tracePt t="876853" x="7634288" y="6075363"/>
          <p14:tracePt t="876865" x="7605713" y="6075363"/>
          <p14:tracePt t="876877" x="7572375" y="6069013"/>
          <p14:tracePt t="876887" x="7539038" y="6069013"/>
          <p14:tracePt t="876898" x="7497763" y="6054725"/>
          <p14:tracePt t="876911" x="7435850" y="6042025"/>
          <p14:tracePt t="876921" x="7402513" y="6034088"/>
          <p14:tracePt t="876933" x="7381875" y="6034088"/>
          <p14:tracePt t="876976" x="7396163" y="6034088"/>
          <p14:tracePt t="876988" x="7415213" y="6034088"/>
          <p14:tracePt t="876999" x="7462838" y="6034088"/>
          <p14:tracePt t="877011" x="7504113" y="6034088"/>
          <p14:tracePt t="877022" x="7572375" y="6042025"/>
          <p14:tracePt t="877044" x="7640638" y="6042025"/>
          <p14:tracePt t="877047" x="7688263" y="6042025"/>
          <p14:tracePt t="877057" x="7721600" y="6042025"/>
          <p14:tracePt t="877070" x="7742238" y="6042025"/>
          <p14:tracePt t="877100" x="7735888" y="6042025"/>
          <p14:tracePt t="877112" x="7721600" y="6042025"/>
          <p14:tracePt t="877123" x="7700963" y="6034088"/>
          <p14:tracePt t="877136" x="7640638" y="6021388"/>
          <p14:tracePt t="877147" x="7566025" y="6007100"/>
          <p14:tracePt t="877157" x="7462838" y="6000750"/>
          <p14:tracePt t="877170" x="7396163" y="5986463"/>
          <p14:tracePt t="877181" x="7292975" y="5986463"/>
          <p14:tracePt t="877191" x="7212013" y="5973763"/>
          <p14:tracePt t="877202" x="7170738" y="5973763"/>
          <p14:tracePt t="877213" x="7143750" y="5973763"/>
          <p14:tracePt t="877224" x="7137400" y="5973763"/>
          <p14:tracePt t="877269" x="7158038" y="5973763"/>
          <p14:tracePt t="877281" x="7205663" y="5986463"/>
          <p14:tracePt t="877292" x="7245350" y="6000750"/>
          <p14:tracePt t="877304" x="7327900" y="6000750"/>
          <p14:tracePt t="877315" x="7429500" y="6007100"/>
          <p14:tracePt t="877327" x="7518400" y="6021388"/>
          <p14:tracePt t="877337" x="7634288" y="6034088"/>
          <p14:tracePt t="877349" x="7708900" y="6034088"/>
          <p14:tracePt t="877361" x="7756525" y="6042025"/>
          <p14:tracePt t="877371" x="7769225" y="6042025"/>
          <p14:tracePt t="877415" x="7742238" y="6042025"/>
          <p14:tracePt t="877428" x="7721600" y="6042025"/>
          <p14:tracePt t="877438" x="7673975" y="6042025"/>
          <p14:tracePt t="877449" x="7640638" y="6042025"/>
          <p14:tracePt t="877461" x="7586663" y="6042025"/>
          <p14:tracePt t="877472" x="7531100" y="6042025"/>
          <p14:tracePt t="877484" x="7470775" y="6042025"/>
          <p14:tracePt t="877495" x="7429500" y="6042025"/>
          <p14:tracePt t="877506" x="7396163" y="6042025"/>
          <p14:tracePt t="877518" x="7361238" y="6042025"/>
          <p14:tracePt t="877529" x="7348538" y="6042025"/>
          <p14:tracePt t="877573" x="7361238" y="6042025"/>
          <p14:tracePt t="877584" x="7381875" y="6054725"/>
          <p14:tracePt t="877596" x="7435850" y="6054725"/>
          <p14:tracePt t="877607" x="7497763" y="6069013"/>
          <p14:tracePt t="877619" x="7599363" y="6075363"/>
          <p14:tracePt t="877630" x="7708900" y="6075363"/>
          <p14:tracePt t="877641" x="7810500" y="6089650"/>
          <p14:tracePt t="877652" x="7872413" y="6089650"/>
          <p14:tracePt t="877663" x="7891463" y="6089650"/>
          <p14:tracePt t="877674" x="7899400" y="6089650"/>
          <p14:tracePt t="877697" x="7891463" y="6089650"/>
          <p14:tracePt t="877708" x="7872413" y="6089650"/>
          <p14:tracePt t="877720" x="7810500" y="6089650"/>
          <p14:tracePt t="877731" x="7756525" y="6075363"/>
          <p14:tracePt t="877743" x="7688263" y="6075363"/>
          <p14:tracePt t="877753" x="7599363" y="6075363"/>
          <p14:tracePt t="877765" x="7531100" y="6069013"/>
          <p14:tracePt t="877779" x="7497763" y="6069013"/>
          <p14:tracePt t="877788" x="7450138" y="6069013"/>
          <p14:tracePt t="877799" x="7435850" y="6075363"/>
          <p14:tracePt t="877812" x="7429500" y="6075363"/>
          <p14:tracePt t="877843" x="7435850" y="6075363"/>
          <p14:tracePt t="877854" x="7462838" y="6075363"/>
          <p14:tracePt t="877866" x="7497763" y="6075363"/>
          <p14:tracePt t="877878" x="7539038" y="6089650"/>
          <p14:tracePt t="877888" x="7586663" y="6089650"/>
          <p14:tracePt t="877901" x="7640638" y="6102350"/>
          <p14:tracePt t="877912" x="7688263" y="6102350"/>
          <p14:tracePt t="877922" x="7735888" y="6102350"/>
          <p14:tracePt t="877934" x="7756525" y="6110288"/>
          <p14:tracePt t="877946" x="7769225" y="6110288"/>
          <p14:tracePt t="877978" x="7756525" y="6110288"/>
          <p14:tracePt t="877989" x="7742238" y="6110288"/>
          <p14:tracePt t="878001" x="7708900" y="6110288"/>
          <p14:tracePt t="878013" x="7667625" y="6102350"/>
          <p14:tracePt t="878023" x="7599363" y="6089650"/>
          <p14:tracePt t="878036" x="7518400" y="6075363"/>
          <p14:tracePt t="878046" x="7450138" y="6075363"/>
          <p14:tracePt t="878057" x="7415213" y="6069013"/>
          <p14:tracePt t="878070" x="7381875" y="6069013"/>
          <p14:tracePt t="878113" x="7396163" y="6069013"/>
          <p14:tracePt t="878124" x="7429500" y="6069013"/>
          <p14:tracePt t="878135" x="7462838" y="6069013"/>
          <p14:tracePt t="878147" x="7504113" y="6075363"/>
          <p14:tracePt t="878158" x="7566025" y="6075363"/>
          <p14:tracePt t="878170" x="7605713" y="6089650"/>
          <p14:tracePt t="878181" x="7673975" y="6089650"/>
          <p14:tracePt t="878193" x="7721600" y="6089650"/>
          <p14:tracePt t="878204" x="7742238" y="6089650"/>
          <p14:tracePt t="878248" x="7735888" y="6089650"/>
          <p14:tracePt t="878260" x="7700963" y="6089650"/>
          <p14:tracePt t="878271" x="7653338" y="6089650"/>
          <p14:tracePt t="878282" x="7586663" y="6075363"/>
          <p14:tracePt t="878294" x="7518400" y="6069013"/>
          <p14:tracePt t="878304" x="7429500" y="6054725"/>
          <p14:tracePt t="878317" x="7348538" y="6054725"/>
          <p14:tracePt t="878328" x="7292975" y="6042025"/>
          <p14:tracePt t="878338" x="7280275" y="6042025"/>
          <p14:tracePt t="878351" x="7272338" y="6042025"/>
          <p14:tracePt t="878383" x="7280275" y="6042025"/>
          <p14:tracePt t="878395" x="7292975" y="6042025"/>
          <p14:tracePt t="878405" x="7313613" y="6042025"/>
          <p14:tracePt t="878418" x="7327900" y="6042025"/>
          <p14:tracePt t="878429" x="7361238" y="6054725"/>
          <p14:tracePt t="878439" x="7402513" y="6054725"/>
          <p14:tracePt t="878452" x="7450138" y="6054725"/>
          <p14:tracePt t="878462" x="7504113" y="6069013"/>
          <p14:tracePt t="878473" x="7551738" y="6069013"/>
          <p14:tracePt t="878486" x="7586663" y="6069013"/>
          <p14:tracePt t="878496" x="7599363" y="6075363"/>
          <p14:tracePt t="878507" x="7605713" y="6075363"/>
          <p14:tracePt t="878540" x="7599363" y="6075363"/>
          <p14:tracePt t="878552" x="7566025" y="6075363"/>
          <p14:tracePt t="878563" x="7531100" y="6069013"/>
          <p14:tracePt t="878574" x="7497763" y="6069013"/>
          <p14:tracePt t="878587" x="7429500" y="6069013"/>
          <p14:tracePt t="878598" x="7367588" y="6054725"/>
          <p14:tracePt t="878608" x="7307263" y="6054725"/>
          <p14:tracePt t="878620" x="7280275" y="6042025"/>
          <p14:tracePt t="878631" x="7259638" y="6042025"/>
          <p14:tracePt t="878676" x="7280275" y="6042025"/>
          <p14:tracePt t="878687" x="7307263" y="6042025"/>
          <p14:tracePt t="878698" x="7327900" y="6042025"/>
          <p14:tracePt t="878710" x="7361238" y="6042025"/>
          <p14:tracePt t="878721" x="7396163" y="6042025"/>
          <p14:tracePt t="878732" x="7435850" y="6042025"/>
          <p14:tracePt t="878745" x="7483475" y="6054725"/>
          <p14:tracePt t="878755" x="7539038" y="6054725"/>
          <p14:tracePt t="878767" x="7572375" y="6054725"/>
          <p14:tracePt t="878778" x="7586663" y="6054725"/>
          <p14:tracePt t="878788" x="7599363" y="6054725"/>
          <p14:tracePt t="878801" x="7605713" y="6054725"/>
          <p14:tracePt t="878844" x="7599363" y="6054725"/>
          <p14:tracePt t="878856" x="7586663" y="6054725"/>
          <p14:tracePt t="878868" x="7566025" y="6054725"/>
          <p14:tracePt t="878879" x="7531100" y="6054725"/>
          <p14:tracePt t="878889" x="7504113" y="6054725"/>
          <p14:tracePt t="878902" x="7470775" y="6054725"/>
          <p14:tracePt t="878913" x="7435850" y="6054725"/>
          <p14:tracePt t="878923" x="7429500" y="6054725"/>
          <p14:tracePt t="878979" x="7435850" y="6054725"/>
          <p14:tracePt t="878991" x="7450138" y="6054725"/>
          <p14:tracePt t="879003" x="7470775" y="6054725"/>
          <p14:tracePt t="879014" x="7497763" y="6054725"/>
          <p14:tracePt t="879024" x="7531100" y="6054725"/>
          <p14:tracePt t="879037" x="7551738" y="6054725"/>
          <p14:tracePt t="879047" x="7586663" y="6054725"/>
          <p14:tracePt t="879058" x="7599363" y="6069013"/>
          <p14:tracePt t="879072" x="7605713" y="6069013"/>
          <p14:tracePt t="879081" x="7620000" y="6069013"/>
          <p14:tracePt t="879477" x="7634288" y="6075363"/>
          <p14:tracePt t="879487" x="7653338" y="6089650"/>
          <p14:tracePt t="879498" x="7688263" y="6102350"/>
          <p14:tracePt t="879508" x="7769225" y="6110288"/>
          <p14:tracePt t="879521" x="7878763" y="6143625"/>
          <p14:tracePt t="879531" x="7994650" y="6170613"/>
          <p14:tracePt t="879544" x="8150225" y="6191250"/>
          <p14:tracePt t="879555" x="8320088" y="6211888"/>
          <p14:tracePt t="879566" x="8462963" y="6238875"/>
          <p14:tracePt t="879575" x="8566150" y="6238875"/>
          <p14:tracePt t="879588" x="8694738" y="6238875"/>
          <p14:tracePt t="879599" x="8783638" y="6238875"/>
          <p14:tracePt t="879609" x="8864600" y="6238875"/>
          <p14:tracePt t="879621" x="8926513" y="6238875"/>
          <p14:tracePt t="879632" x="9007475" y="6238875"/>
          <p14:tracePt t="879645" x="9110663" y="6224588"/>
          <p14:tracePt t="879656" x="9191625" y="6224588"/>
          <p14:tracePt t="879666" x="9313863" y="6211888"/>
          <p14:tracePt t="879678" x="9415463" y="6205538"/>
          <p14:tracePt t="879689" x="9525000" y="6191250"/>
          <p14:tracePt t="879701" x="9593263" y="6176963"/>
          <p14:tracePt t="879712" x="9661525" y="6170613"/>
          <p14:tracePt t="879722" x="9709150" y="6143625"/>
          <p14:tracePt t="879734" x="9729788" y="6137275"/>
          <p14:tracePt t="879746" x="9763125" y="6110288"/>
          <p14:tracePt t="879756" x="9790113" y="6102350"/>
          <p14:tracePt t="879769" x="9810750" y="6075363"/>
          <p14:tracePt t="879781" x="9810750" y="6069013"/>
          <p14:tracePt t="879790" x="9825038" y="6042025"/>
          <p14:tracePt t="879802" x="9825038" y="6034088"/>
          <p14:tracePt t="879813" x="9825038" y="6007100"/>
          <p14:tracePt t="879824" x="9825038" y="6000750"/>
          <p14:tracePt t="879835" x="9825038" y="5973763"/>
          <p14:tracePt t="879846" x="9825038" y="5967413"/>
          <p14:tracePt t="879857" x="9825038" y="5953125"/>
          <p14:tracePt t="879869" x="9825038" y="5938838"/>
          <p14:tracePt t="879880" x="9825038" y="5919788"/>
          <p14:tracePt t="879891" x="9825038" y="5911850"/>
          <p14:tracePt t="879903" x="9810750" y="5884863"/>
          <p14:tracePt t="879914" x="9810750" y="5864225"/>
          <p14:tracePt t="879924" x="9796463" y="5843588"/>
          <p14:tracePt t="879937" x="9790113" y="5816600"/>
          <p14:tracePt t="879948" x="9756775" y="5795963"/>
          <p14:tracePt t="879958" x="9694863" y="5776913"/>
          <p14:tracePt t="879971" x="9626600" y="5748338"/>
          <p14:tracePt t="879982" x="9586913" y="5741988"/>
          <p14:tracePt t="879992" x="9518650" y="5729288"/>
          <p14:tracePt t="880005" x="9456738" y="5729288"/>
          <p14:tracePt t="880015" x="9423400" y="5729288"/>
          <p14:tracePt t="880026" x="9382125" y="5741988"/>
          <p14:tracePt t="880038" x="9361488" y="5762625"/>
          <p14:tracePt t="880049" x="9334500" y="5783263"/>
          <p14:tracePt t="880060" x="9328150" y="5810250"/>
          <p14:tracePt t="880072" x="9328150" y="5843588"/>
          <p14:tracePt t="880083" x="9348788" y="5884863"/>
          <p14:tracePt t="880095" x="9367838" y="5919788"/>
          <p14:tracePt t="880105" x="9423400" y="5953125"/>
          <p14:tracePt t="880117" x="9518650" y="5986463"/>
          <p14:tracePt t="880128" x="9620250" y="6000750"/>
          <p14:tracePt t="880138" x="9721850" y="6000750"/>
          <p14:tracePt t="880150" x="9858375" y="6000750"/>
          <p14:tracePt t="880163" x="9980613" y="5973763"/>
          <p14:tracePt t="880173" x="10048875" y="5953125"/>
          <p14:tracePt t="880195" x="10102850" y="5932488"/>
          <p14:tracePt t="880196" x="10137775" y="5911850"/>
          <p14:tracePt t="880206" x="10150475" y="5884863"/>
          <p14:tracePt t="880217" x="10150475" y="5878513"/>
          <p14:tracePt t="880229" x="10150475" y="5864225"/>
          <p14:tracePt t="880239" x="10150475" y="5851525"/>
          <p14:tracePt t="880251" x="10137775" y="5843588"/>
          <p14:tracePt t="880284" x="10123488" y="5843588"/>
          <p14:tracePt t="880296" x="10102850" y="5843588"/>
          <p14:tracePt t="880307" x="10069513" y="5851525"/>
          <p14:tracePt t="880319" x="10001250" y="5878513"/>
          <p14:tracePt t="880331" x="9891713" y="5911850"/>
          <p14:tracePt t="880341" x="9777413" y="5953125"/>
          <p14:tracePt t="880353" x="9572625" y="6042025"/>
          <p14:tracePt t="880364" x="9328150" y="6157913"/>
          <p14:tracePt t="880374" x="9129713" y="6272213"/>
          <p14:tracePt t="880386" x="8837613" y="6443663"/>
          <p14:tracePt t="880398" x="8531225" y="6619875"/>
          <p14:tracePt t="880408" x="8266113" y="6789738"/>
          <p14:tracePt t="881103" x="0" y="0"/>
        </p14:tracePtLst>
      </p14:laserTraceLst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idx="4294967295"/>
          </p:nvPr>
        </p:nvSpPr>
        <p:spPr>
          <a:xfrm>
            <a:off x="288324" y="1203485"/>
            <a:ext cx="11615351" cy="5847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(Show again) Points (other than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on the Elliptic Curve E</a:t>
            </a:r>
            <a:r>
              <a:rPr kumimoji="0" lang="en-US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23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(1, 1) </a:t>
            </a:r>
          </a:p>
        </p:txBody>
      </p:sp>
      <p:pic>
        <p:nvPicPr>
          <p:cNvPr id="2" name="Picture 1" descr="Points (other than O) on the Elliptic Curve E23(1, 1) ">
            <a:extLst>
              <a:ext uri="{FF2B5EF4-FFF2-40B4-BE49-F238E27FC236}">
                <a16:creationId xmlns:a16="http://schemas.microsoft.com/office/drawing/2014/main" id="{DCAB1726-D8FD-5C4A-9CC3-AE6EF04228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135" t="-1" r="22135" b="-681"/>
          <a:stretch/>
        </p:blipFill>
        <p:spPr>
          <a:xfrm>
            <a:off x="2999657" y="1905825"/>
            <a:ext cx="6799169" cy="469808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C05D7-0CDD-B375-3888-CCD548FD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080919"/>
      </p:ext>
    </p:extLst>
  </p:cSld>
  <p:clrMapOvr>
    <a:masterClrMapping/>
  </p:clrMapOvr>
  <p:transition spd="med" advTm="35274">
    <p:pull dir="l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F4F78-F80B-A09E-242C-718366D67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57A24-299B-B385-27E7-1863C66AC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Elliptic Curve Arithmetic</a:t>
            </a:r>
          </a:p>
          <a:p>
            <a:pPr lvl="1"/>
            <a:r>
              <a:rPr lang="en-US" dirty="0"/>
              <a:t>Basics of Elliptic Curves Cryptography</a:t>
            </a:r>
          </a:p>
          <a:p>
            <a:r>
              <a:rPr lang="en-US" dirty="0"/>
              <a:t>Elliptic Curves over </a:t>
            </a:r>
            <a:r>
              <a:rPr lang="en-US" dirty="0" err="1"/>
              <a:t>Z</a:t>
            </a:r>
            <a:r>
              <a:rPr lang="en-US" baseline="-25000" dirty="0" err="1"/>
              <a:t>p</a:t>
            </a:r>
            <a:endParaRPr lang="en-US" baseline="-25000" dirty="0"/>
          </a:p>
          <a:p>
            <a:r>
              <a:rPr lang="en-US" dirty="0"/>
              <a:t>Review of cyclic groups</a:t>
            </a:r>
          </a:p>
          <a:p>
            <a:r>
              <a:rPr lang="en-US" dirty="0"/>
              <a:t>Geometric description of addition in elliptic curve</a:t>
            </a:r>
          </a:p>
          <a:p>
            <a:r>
              <a:rPr lang="en-US" dirty="0"/>
              <a:t>Algebraic description of addition in elliptic curve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17F87-F63D-E2D9-15DE-F4936A0AF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6034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7|26.1|23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10.5|9.6|6.3|9.6|5|22.3|2.9|4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6|7.8|15.1|12.4|5.9|39.9|57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1.3|11.9|8.8|17.5|12.4|7.6|9.3|73.1|149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83.6|8.1|32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46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7|43.7|28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0.7|19.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126.7|310.8|168.1|5.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3|759.7|195.4|5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2B38CED-3BD4-49A7-B17B-6FF3A10B1279}">
  <we:reference id="WA200009978" version="1.0.0.1" store="Omex" storeType="OMEX"/>
  <we:alternateReferences>
    <we:reference id="WA200009978" version="1.0.0.1" store="WA200009978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1822</Words>
  <Application>Microsoft Office PowerPoint</Application>
  <PresentationFormat>Widescreen</PresentationFormat>
  <Paragraphs>153</Paragraphs>
  <Slides>21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Cambria Math</vt:lpstr>
      <vt:lpstr>Candara</vt:lpstr>
      <vt:lpstr>Office Theme</vt:lpstr>
      <vt:lpstr>Elliptic Curve Cryptography</vt:lpstr>
      <vt:lpstr>Elliptic Curve Arithmetic</vt:lpstr>
      <vt:lpstr>Elliptic Curves Cryptography</vt:lpstr>
      <vt:lpstr>Elliptic Curves over Real Numbers</vt:lpstr>
      <vt:lpstr>Example of Elliptic Curves</vt:lpstr>
      <vt:lpstr>Elliptic Curves over Zp</vt:lpstr>
      <vt:lpstr>Table 10.1   Points (other than O) on the Elliptic Curve E23(1, 1) </vt:lpstr>
      <vt:lpstr>Discrete Elliptic Curve Example</vt:lpstr>
      <vt:lpstr>Groups</vt:lpstr>
      <vt:lpstr>Cyclic Group</vt:lpstr>
      <vt:lpstr>Geometric Description of Addition (page 1)</vt:lpstr>
      <vt:lpstr>Geometric Description of Addition (page 2)</vt:lpstr>
      <vt:lpstr>Geometric Description of Addition (page 3)</vt:lpstr>
      <vt:lpstr>Algebraic Description of Addition (page 4)</vt:lpstr>
      <vt:lpstr>Algebraic Description of Addition (page 5)</vt:lpstr>
      <vt:lpstr>Algebraic Description of Addition (page 6)</vt:lpstr>
      <vt:lpstr>Elliptic Curve over Zp Addition Example 1</vt:lpstr>
      <vt:lpstr>Points (other than O) on the Elliptic Curve E23(1, 1) </vt:lpstr>
      <vt:lpstr>Elliptic Curve over Zp Addition Example 2</vt:lpstr>
      <vt:lpstr>(Show again) Points (other than O) on the Elliptic Curve E23(1, 1) 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Xinyue Zhang</dc:creator>
  <cp:lastModifiedBy>Xinyue Zhang</cp:lastModifiedBy>
  <cp:revision>67</cp:revision>
  <dcterms:created xsi:type="dcterms:W3CDTF">2026-03-27T20:08:55Z</dcterms:created>
  <dcterms:modified xsi:type="dcterms:W3CDTF">2026-04-21T04:21:42Z</dcterms:modified>
</cp:coreProperties>
</file>