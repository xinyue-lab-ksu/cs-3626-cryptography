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7" r:id="rId2"/>
    <p:sldId id="428" r:id="rId3"/>
    <p:sldId id="287" r:id="rId4"/>
    <p:sldId id="396" r:id="rId5"/>
    <p:sldId id="398" r:id="rId6"/>
    <p:sldId id="399" r:id="rId7"/>
    <p:sldId id="400" r:id="rId8"/>
    <p:sldId id="403" r:id="rId9"/>
    <p:sldId id="407" r:id="rId10"/>
    <p:sldId id="423" r:id="rId11"/>
    <p:sldId id="409" r:id="rId12"/>
    <p:sldId id="410" r:id="rId13"/>
    <p:sldId id="429" r:id="rId14"/>
    <p:sldId id="280" r:id="rId15"/>
    <p:sldId id="424" r:id="rId16"/>
    <p:sldId id="395" r:id="rId17"/>
    <p:sldId id="401" r:id="rId18"/>
    <p:sldId id="425" r:id="rId19"/>
    <p:sldId id="426" r:id="rId20"/>
    <p:sldId id="427" r:id="rId21"/>
    <p:sldId id="402" r:id="rId22"/>
    <p:sldId id="404" r:id="rId23"/>
    <p:sldId id="405" r:id="rId24"/>
    <p:sldId id="406" r:id="rId25"/>
    <p:sldId id="43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04" autoAdjust="0"/>
    <p:restoredTop sz="73245" autoAdjust="0"/>
  </p:normalViewPr>
  <p:slideViewPr>
    <p:cSldViewPr snapToGrid="0">
      <p:cViewPr varScale="1">
        <p:scale>
          <a:sx n="81" d="100"/>
          <a:sy n="81" d="100"/>
        </p:scale>
        <p:origin x="1608" y="102"/>
      </p:cViewPr>
      <p:guideLst/>
    </p:cSldViewPr>
  </p:slideViewPr>
  <p:outlineViewPr>
    <p:cViewPr>
      <p:scale>
        <a:sx n="33" d="100"/>
        <a:sy n="33" d="100"/>
      </p:scale>
      <p:origin x="0" y="-95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F2BEC0-B8F4-4988-8768-A1A28300013D}" type="doc">
      <dgm:prSet loTypeId="urn:microsoft.com/office/officeart/2005/8/layout/hList1" loCatId="list" qsTypeId="urn:microsoft.com/office/officeart/2005/8/quickstyle/simple5" qsCatId="simple" csTypeId="urn:microsoft.com/office/officeart/2005/8/colors/colorful2" csCatId="colorful" phldr="1"/>
      <dgm:spPr/>
      <dgm:t>
        <a:bodyPr/>
        <a:lstStyle/>
        <a:p>
          <a:endParaRPr lang="en-US"/>
        </a:p>
      </dgm:t>
    </dgm:pt>
    <dgm:pt modelId="{0C88509B-EA5D-4CE9-8D5E-9BA80AA86E3E}">
      <dgm:prSet/>
      <dgm:spPr/>
      <dgm:t>
        <a:bodyPr/>
        <a:lstStyle/>
        <a:p>
          <a:r>
            <a:rPr lang="en-US" b="1"/>
            <a:t>What DES Is</a:t>
          </a:r>
          <a:endParaRPr lang="en-US"/>
        </a:p>
      </dgm:t>
    </dgm:pt>
    <dgm:pt modelId="{5F9E282A-9D5F-4AC2-B443-FE2149836CD2}" type="parTrans" cxnId="{F778B00E-69EA-42E0-9C24-322EF7A8244E}">
      <dgm:prSet/>
      <dgm:spPr/>
      <dgm:t>
        <a:bodyPr/>
        <a:lstStyle/>
        <a:p>
          <a:endParaRPr lang="en-US"/>
        </a:p>
      </dgm:t>
    </dgm:pt>
    <dgm:pt modelId="{417140A9-F6B0-492D-88EF-C66BBDBA6ABB}" type="sibTrans" cxnId="{F778B00E-69EA-42E0-9C24-322EF7A8244E}">
      <dgm:prSet/>
      <dgm:spPr/>
      <dgm:t>
        <a:bodyPr/>
        <a:lstStyle/>
        <a:p>
          <a:endParaRPr lang="en-US"/>
        </a:p>
      </dgm:t>
    </dgm:pt>
    <dgm:pt modelId="{23E5EE00-D8E7-427B-9E73-282D8A8ACEB2}">
      <dgm:prSet/>
      <dgm:spPr/>
      <dgm:t>
        <a:bodyPr/>
        <a:lstStyle/>
        <a:p>
          <a:r>
            <a:rPr lang="en-US"/>
            <a:t>Symmetric </a:t>
          </a:r>
          <a:r>
            <a:rPr lang="en-US" b="1"/>
            <a:t>block cipher</a:t>
          </a:r>
          <a:endParaRPr lang="en-US"/>
        </a:p>
      </dgm:t>
    </dgm:pt>
    <dgm:pt modelId="{9CF7EAF9-8DE4-4BD5-86C7-4EC329434B35}" type="parTrans" cxnId="{CF75B7F4-A36B-4CA5-8930-5E7748EF0331}">
      <dgm:prSet/>
      <dgm:spPr/>
      <dgm:t>
        <a:bodyPr/>
        <a:lstStyle/>
        <a:p>
          <a:endParaRPr lang="en-US"/>
        </a:p>
      </dgm:t>
    </dgm:pt>
    <dgm:pt modelId="{1580DA11-72C4-44FF-9477-A9F9682C766C}" type="sibTrans" cxnId="{CF75B7F4-A36B-4CA5-8930-5E7748EF0331}">
      <dgm:prSet/>
      <dgm:spPr/>
      <dgm:t>
        <a:bodyPr/>
        <a:lstStyle/>
        <a:p>
          <a:endParaRPr lang="en-US"/>
        </a:p>
      </dgm:t>
    </dgm:pt>
    <dgm:pt modelId="{9DE1C309-3BB9-48A7-9DBA-BB0EC9079830}">
      <dgm:prSet/>
      <dgm:spPr/>
      <dgm:t>
        <a:bodyPr/>
        <a:lstStyle/>
        <a:p>
          <a:r>
            <a:rPr lang="en-US" dirty="0"/>
            <a:t>64-bit block size</a:t>
          </a:r>
        </a:p>
      </dgm:t>
    </dgm:pt>
    <dgm:pt modelId="{91A3B632-1923-4A52-B3DA-995DB1BE3046}" type="parTrans" cxnId="{3FC3759D-CDBA-4D94-B125-AFBD6A94E0F0}">
      <dgm:prSet/>
      <dgm:spPr/>
      <dgm:t>
        <a:bodyPr/>
        <a:lstStyle/>
        <a:p>
          <a:endParaRPr lang="en-US"/>
        </a:p>
      </dgm:t>
    </dgm:pt>
    <dgm:pt modelId="{894C5787-32C0-4487-9F46-622E194F2090}" type="sibTrans" cxnId="{3FC3759D-CDBA-4D94-B125-AFBD6A94E0F0}">
      <dgm:prSet/>
      <dgm:spPr/>
      <dgm:t>
        <a:bodyPr/>
        <a:lstStyle/>
        <a:p>
          <a:endParaRPr lang="en-US"/>
        </a:p>
      </dgm:t>
    </dgm:pt>
    <dgm:pt modelId="{037A0105-E28D-4660-AFE3-52D364641C44}">
      <dgm:prSet/>
      <dgm:spPr/>
      <dgm:t>
        <a:bodyPr/>
        <a:lstStyle/>
        <a:p>
          <a:r>
            <a:rPr lang="en-US"/>
            <a:t>56-bit effective key</a:t>
          </a:r>
        </a:p>
      </dgm:t>
    </dgm:pt>
    <dgm:pt modelId="{C73FDBE1-06CA-48FA-97C7-6C5311106C90}" type="parTrans" cxnId="{AD530C3D-6FCE-4ACA-AAFD-D7D907F9732A}">
      <dgm:prSet/>
      <dgm:spPr/>
      <dgm:t>
        <a:bodyPr/>
        <a:lstStyle/>
        <a:p>
          <a:endParaRPr lang="en-US"/>
        </a:p>
      </dgm:t>
    </dgm:pt>
    <dgm:pt modelId="{A5AC3DAE-665A-4BB0-B56A-7D576FEBF23D}" type="sibTrans" cxnId="{AD530C3D-6FCE-4ACA-AAFD-D7D907F9732A}">
      <dgm:prSet/>
      <dgm:spPr/>
      <dgm:t>
        <a:bodyPr/>
        <a:lstStyle/>
        <a:p>
          <a:endParaRPr lang="en-US"/>
        </a:p>
      </dgm:t>
    </dgm:pt>
    <dgm:pt modelId="{DE0687D3-35CF-46A9-993A-3FC983F45F6A}">
      <dgm:prSet/>
      <dgm:spPr/>
      <dgm:t>
        <a:bodyPr/>
        <a:lstStyle/>
        <a:p>
          <a:r>
            <a:rPr lang="en-US" dirty="0"/>
            <a:t>16-round </a:t>
          </a:r>
          <a:r>
            <a:rPr lang="en-US" b="1" dirty="0"/>
            <a:t>Feistel cipher</a:t>
          </a:r>
          <a:endParaRPr lang="en-US" dirty="0"/>
        </a:p>
      </dgm:t>
    </dgm:pt>
    <dgm:pt modelId="{892A6FAA-586D-4646-8490-376CE8068B14}" type="parTrans" cxnId="{BC7C5977-61EF-4839-95C7-05A51373B85E}">
      <dgm:prSet/>
      <dgm:spPr/>
      <dgm:t>
        <a:bodyPr/>
        <a:lstStyle/>
        <a:p>
          <a:endParaRPr lang="en-US"/>
        </a:p>
      </dgm:t>
    </dgm:pt>
    <dgm:pt modelId="{BE505C0C-A12E-4A81-AD8B-A576A26024C2}" type="sibTrans" cxnId="{BC7C5977-61EF-4839-95C7-05A51373B85E}">
      <dgm:prSet/>
      <dgm:spPr/>
      <dgm:t>
        <a:bodyPr/>
        <a:lstStyle/>
        <a:p>
          <a:endParaRPr lang="en-US"/>
        </a:p>
      </dgm:t>
    </dgm:pt>
    <dgm:pt modelId="{753CFFF8-D673-417D-877F-A93BADF1A366}">
      <dgm:prSet/>
      <dgm:spPr/>
      <dgm:t>
        <a:bodyPr/>
        <a:lstStyle/>
        <a:p>
          <a:r>
            <a:rPr lang="en-US" b="1"/>
            <a:t>How DES Works</a:t>
          </a:r>
          <a:endParaRPr lang="en-US"/>
        </a:p>
      </dgm:t>
    </dgm:pt>
    <dgm:pt modelId="{7EAF2148-2519-4C4B-9B4E-FFF22AC67D1E}" type="parTrans" cxnId="{81B4FBE9-119A-466D-9070-F8B9A256CB22}">
      <dgm:prSet/>
      <dgm:spPr/>
      <dgm:t>
        <a:bodyPr/>
        <a:lstStyle/>
        <a:p>
          <a:endParaRPr lang="en-US"/>
        </a:p>
      </dgm:t>
    </dgm:pt>
    <dgm:pt modelId="{44DE4967-F6FC-440B-BD34-CC4301F073F6}" type="sibTrans" cxnId="{81B4FBE9-119A-466D-9070-F8B9A256CB22}">
      <dgm:prSet/>
      <dgm:spPr/>
      <dgm:t>
        <a:bodyPr/>
        <a:lstStyle/>
        <a:p>
          <a:endParaRPr lang="en-US"/>
        </a:p>
      </dgm:t>
    </dgm:pt>
    <dgm:pt modelId="{D90F8576-2EFC-4ACB-964A-5C3D769DDAE3}">
      <dgm:prSet/>
      <dgm:spPr/>
      <dgm:t>
        <a:bodyPr/>
        <a:lstStyle/>
        <a:p>
          <a:r>
            <a:rPr lang="en-US"/>
            <a:t>f-function provides </a:t>
          </a:r>
          <a:r>
            <a:rPr lang="en-US" b="1"/>
            <a:t>nonlinearity</a:t>
          </a:r>
          <a:endParaRPr lang="en-US"/>
        </a:p>
      </dgm:t>
    </dgm:pt>
    <dgm:pt modelId="{F2C2F6AE-B739-4A79-BE62-A040F5FC2925}" type="parTrans" cxnId="{62DD288C-7B0F-4E4A-8502-DE6635D8032E}">
      <dgm:prSet/>
      <dgm:spPr/>
      <dgm:t>
        <a:bodyPr/>
        <a:lstStyle/>
        <a:p>
          <a:endParaRPr lang="en-US"/>
        </a:p>
      </dgm:t>
    </dgm:pt>
    <dgm:pt modelId="{52520E1A-80DD-4840-8510-D5274DFBD759}" type="sibTrans" cxnId="{62DD288C-7B0F-4E4A-8502-DE6635D8032E}">
      <dgm:prSet/>
      <dgm:spPr/>
      <dgm:t>
        <a:bodyPr/>
        <a:lstStyle/>
        <a:p>
          <a:endParaRPr lang="en-US"/>
        </a:p>
      </dgm:t>
    </dgm:pt>
    <dgm:pt modelId="{1D9B48AB-14B3-4E20-BAEE-868C941E002C}">
      <dgm:prSet/>
      <dgm:spPr/>
      <dgm:t>
        <a:bodyPr/>
        <a:lstStyle/>
        <a:p>
          <a:r>
            <a:rPr lang="en-US" dirty="0"/>
            <a:t>Key schedule generates </a:t>
          </a:r>
          <a:r>
            <a:rPr lang="en-US" b="1" dirty="0"/>
            <a:t>round keys</a:t>
          </a:r>
          <a:endParaRPr lang="en-US" dirty="0"/>
        </a:p>
      </dgm:t>
    </dgm:pt>
    <dgm:pt modelId="{B36135C9-84D8-42DB-A3BF-4CAE144DC6F9}" type="parTrans" cxnId="{65043B9E-E75E-45DC-9838-8CD31CFC19AB}">
      <dgm:prSet/>
      <dgm:spPr/>
      <dgm:t>
        <a:bodyPr/>
        <a:lstStyle/>
        <a:p>
          <a:endParaRPr lang="en-US"/>
        </a:p>
      </dgm:t>
    </dgm:pt>
    <dgm:pt modelId="{5093E185-71A3-4AC7-A334-99C904ECAC7C}" type="sibTrans" cxnId="{65043B9E-E75E-45DC-9838-8CD31CFC19AB}">
      <dgm:prSet/>
      <dgm:spPr/>
      <dgm:t>
        <a:bodyPr/>
        <a:lstStyle/>
        <a:p>
          <a:endParaRPr lang="en-US"/>
        </a:p>
      </dgm:t>
    </dgm:pt>
    <dgm:pt modelId="{37FCCB83-333B-4D3A-934F-B4132BB43863}">
      <dgm:prSet/>
      <dgm:spPr/>
      <dgm:t>
        <a:bodyPr/>
        <a:lstStyle/>
        <a:p>
          <a:r>
            <a:rPr lang="en-US" b="1"/>
            <a:t>Limitations of DES</a:t>
          </a:r>
          <a:endParaRPr lang="en-US"/>
        </a:p>
      </dgm:t>
    </dgm:pt>
    <dgm:pt modelId="{70D8BE65-F812-4D78-B47E-3AC6C2381A66}" type="parTrans" cxnId="{13364CA6-B3F4-47B7-814B-8D71C48904D4}">
      <dgm:prSet/>
      <dgm:spPr/>
      <dgm:t>
        <a:bodyPr/>
        <a:lstStyle/>
        <a:p>
          <a:endParaRPr lang="en-US"/>
        </a:p>
      </dgm:t>
    </dgm:pt>
    <dgm:pt modelId="{E3D40D2F-174F-4D3E-A85B-D30AE39B1735}" type="sibTrans" cxnId="{13364CA6-B3F4-47B7-814B-8D71C48904D4}">
      <dgm:prSet/>
      <dgm:spPr/>
      <dgm:t>
        <a:bodyPr/>
        <a:lstStyle/>
        <a:p>
          <a:endParaRPr lang="en-US"/>
        </a:p>
      </dgm:t>
    </dgm:pt>
    <dgm:pt modelId="{DFE08CD8-BEBE-4AE7-8138-12BF0E247AFE}">
      <dgm:prSet/>
      <dgm:spPr/>
      <dgm:t>
        <a:bodyPr/>
        <a:lstStyle/>
        <a:p>
          <a:r>
            <a:rPr lang="en-US"/>
            <a:t>Short key length (56 bits)</a:t>
          </a:r>
        </a:p>
      </dgm:t>
    </dgm:pt>
    <dgm:pt modelId="{15947B88-2DE5-48EE-A36C-A216281265E4}" type="parTrans" cxnId="{AA756D9B-8CEE-4167-9801-8A5D12B0E7BD}">
      <dgm:prSet/>
      <dgm:spPr/>
      <dgm:t>
        <a:bodyPr/>
        <a:lstStyle/>
        <a:p>
          <a:endParaRPr lang="en-US"/>
        </a:p>
      </dgm:t>
    </dgm:pt>
    <dgm:pt modelId="{9B508B48-6356-44FF-B8EB-E1388A1FD698}" type="sibTrans" cxnId="{AA756D9B-8CEE-4167-9801-8A5D12B0E7BD}">
      <dgm:prSet/>
      <dgm:spPr/>
      <dgm:t>
        <a:bodyPr/>
        <a:lstStyle/>
        <a:p>
          <a:endParaRPr lang="en-US"/>
        </a:p>
      </dgm:t>
    </dgm:pt>
    <dgm:pt modelId="{BF42DF32-3B8A-4DA0-841F-1F151C5842A3}">
      <dgm:prSet/>
      <dgm:spPr/>
      <dgm:t>
        <a:bodyPr/>
        <a:lstStyle/>
        <a:p>
          <a:r>
            <a:rPr lang="en-US" dirty="0"/>
            <a:t>Vulnerable to brute-force attacks</a:t>
          </a:r>
        </a:p>
      </dgm:t>
    </dgm:pt>
    <dgm:pt modelId="{5611E7F0-5219-4404-A62B-4BDDAE116248}" type="parTrans" cxnId="{7F867679-3D82-4D47-B5C6-A4E559615634}">
      <dgm:prSet/>
      <dgm:spPr/>
      <dgm:t>
        <a:bodyPr/>
        <a:lstStyle/>
        <a:p>
          <a:endParaRPr lang="en-US"/>
        </a:p>
      </dgm:t>
    </dgm:pt>
    <dgm:pt modelId="{864C4200-A57D-4990-8538-78E076839945}" type="sibTrans" cxnId="{7F867679-3D82-4D47-B5C6-A4E559615634}">
      <dgm:prSet/>
      <dgm:spPr/>
      <dgm:t>
        <a:bodyPr/>
        <a:lstStyle/>
        <a:p>
          <a:endParaRPr lang="en-US"/>
        </a:p>
      </dgm:t>
    </dgm:pt>
    <dgm:pt modelId="{58ECA60D-1630-4C67-A3AC-C688A4C73918}">
      <dgm:prSet/>
      <dgm:spPr/>
      <dgm:t>
        <a:bodyPr/>
        <a:lstStyle/>
        <a:p>
          <a:r>
            <a:rPr lang="en-US" dirty="0"/>
            <a:t>Superseded by modern standards</a:t>
          </a:r>
        </a:p>
      </dgm:t>
    </dgm:pt>
    <dgm:pt modelId="{C70EEA66-9BBE-40E3-872D-145E2241D7D0}" type="parTrans" cxnId="{8A6080E1-DD28-48BC-AA7D-63E46F49EB98}">
      <dgm:prSet/>
      <dgm:spPr/>
      <dgm:t>
        <a:bodyPr/>
        <a:lstStyle/>
        <a:p>
          <a:endParaRPr lang="en-US"/>
        </a:p>
      </dgm:t>
    </dgm:pt>
    <dgm:pt modelId="{7A1DC782-D00F-40FE-90BD-9AFC61E35F84}" type="sibTrans" cxnId="{8A6080E1-DD28-48BC-AA7D-63E46F49EB98}">
      <dgm:prSet/>
      <dgm:spPr/>
      <dgm:t>
        <a:bodyPr/>
        <a:lstStyle/>
        <a:p>
          <a:endParaRPr lang="en-US"/>
        </a:p>
      </dgm:t>
    </dgm:pt>
    <dgm:pt modelId="{EE6D5A3C-494B-4791-AB02-3E122F9C3B93}">
      <dgm:prSet/>
      <dgm:spPr/>
      <dgm:t>
        <a:bodyPr/>
        <a:lstStyle/>
        <a:p>
          <a:r>
            <a:rPr lang="en-US" b="1"/>
            <a:t>Why We Study DES</a:t>
          </a:r>
          <a:endParaRPr lang="en-US"/>
        </a:p>
      </dgm:t>
    </dgm:pt>
    <dgm:pt modelId="{C5A54EDE-3591-41FE-8F8F-E5673152F32C}" type="parTrans" cxnId="{F65DAA4A-1AEA-4E31-B6B4-CD2E18D1C457}">
      <dgm:prSet/>
      <dgm:spPr/>
      <dgm:t>
        <a:bodyPr/>
        <a:lstStyle/>
        <a:p>
          <a:endParaRPr lang="en-US"/>
        </a:p>
      </dgm:t>
    </dgm:pt>
    <dgm:pt modelId="{E50B6DDB-10D7-4152-8C9C-070EA44E9EDF}" type="sibTrans" cxnId="{F65DAA4A-1AEA-4E31-B6B4-CD2E18D1C457}">
      <dgm:prSet/>
      <dgm:spPr/>
      <dgm:t>
        <a:bodyPr/>
        <a:lstStyle/>
        <a:p>
          <a:endParaRPr lang="en-US"/>
        </a:p>
      </dgm:t>
    </dgm:pt>
    <dgm:pt modelId="{75E20810-6ACB-4851-99E4-EA754E7A2372}">
      <dgm:prSet/>
      <dgm:spPr/>
      <dgm:t>
        <a:bodyPr/>
        <a:lstStyle/>
        <a:p>
          <a:r>
            <a:rPr lang="en-US" dirty="0"/>
            <a:t>Foundational block-cipher design</a:t>
          </a:r>
        </a:p>
      </dgm:t>
      <dgm:extLst>
        <a:ext uri="{E40237B7-FDA0-4F09-8148-C483321AD2D9}">
          <dgm14:cNvPr xmlns:dgm14="http://schemas.microsoft.com/office/drawing/2010/diagram" id="0" name="" descr="Summary of this slides:&#10;Symmetric block cipher&#10;64-bit block size&#10;56-bit effective key&#10;16-round Feistel cipher&#10;f-function provides nonlinearity&#10;Key schedule generates round keys&#10;Short key length (56 bits)&#10;Vulnerable to brute-force attacks&#10;Superseded by modern standards&#10;Foundational block-cipher design&#10;Influences modern ciphers (e.g., AES)&#10;&#10;&#10;&#10;"/>
        </a:ext>
      </dgm:extLst>
    </dgm:pt>
    <dgm:pt modelId="{6A4948E8-DBEC-4505-8196-74464FD69CF5}" type="parTrans" cxnId="{EA8AC9CC-CD9B-4B71-BC25-2C61DFEB919E}">
      <dgm:prSet/>
      <dgm:spPr/>
      <dgm:t>
        <a:bodyPr/>
        <a:lstStyle/>
        <a:p>
          <a:endParaRPr lang="en-US"/>
        </a:p>
      </dgm:t>
    </dgm:pt>
    <dgm:pt modelId="{11688170-D0F6-46BD-AF12-6187064E17B7}" type="sibTrans" cxnId="{EA8AC9CC-CD9B-4B71-BC25-2C61DFEB919E}">
      <dgm:prSet/>
      <dgm:spPr/>
      <dgm:t>
        <a:bodyPr/>
        <a:lstStyle/>
        <a:p>
          <a:endParaRPr lang="en-US"/>
        </a:p>
      </dgm:t>
    </dgm:pt>
    <dgm:pt modelId="{77219AF0-F4F6-42EB-B5D6-0659E996742D}">
      <dgm:prSet/>
      <dgm:spPr/>
      <dgm:t>
        <a:bodyPr/>
        <a:lstStyle/>
        <a:p>
          <a:r>
            <a:rPr lang="en-US" dirty="0"/>
            <a:t>Influences modern ciphers (e.g., AES)</a:t>
          </a:r>
        </a:p>
      </dgm:t>
    </dgm:pt>
    <dgm:pt modelId="{8C19A65F-D550-4239-90DA-7F720A958EBD}" type="parTrans" cxnId="{82037096-B4CA-421E-9B2D-482A52B0AAAB}">
      <dgm:prSet/>
      <dgm:spPr/>
      <dgm:t>
        <a:bodyPr/>
        <a:lstStyle/>
        <a:p>
          <a:endParaRPr lang="en-US"/>
        </a:p>
      </dgm:t>
    </dgm:pt>
    <dgm:pt modelId="{09267D8B-CA4B-4F8D-8E0D-9997ABA56095}" type="sibTrans" cxnId="{82037096-B4CA-421E-9B2D-482A52B0AAAB}">
      <dgm:prSet/>
      <dgm:spPr/>
      <dgm:t>
        <a:bodyPr/>
        <a:lstStyle/>
        <a:p>
          <a:endParaRPr lang="en-US"/>
        </a:p>
      </dgm:t>
    </dgm:pt>
    <dgm:pt modelId="{90F0FA5B-BB60-B24A-A933-C88A5B559B8E}" type="pres">
      <dgm:prSet presAssocID="{91F2BEC0-B8F4-4988-8768-A1A28300013D}" presName="Name0" presStyleCnt="0">
        <dgm:presLayoutVars>
          <dgm:dir/>
          <dgm:animLvl val="lvl"/>
          <dgm:resizeHandles val="exact"/>
        </dgm:presLayoutVars>
      </dgm:prSet>
      <dgm:spPr/>
    </dgm:pt>
    <dgm:pt modelId="{014D9B11-3D80-D342-B518-F63F2DC81C83}" type="pres">
      <dgm:prSet presAssocID="{0C88509B-EA5D-4CE9-8D5E-9BA80AA86E3E}" presName="composite" presStyleCnt="0"/>
      <dgm:spPr/>
    </dgm:pt>
    <dgm:pt modelId="{8DFEE90B-2692-254B-BEF9-1BAF93B1036D}" type="pres">
      <dgm:prSet presAssocID="{0C88509B-EA5D-4CE9-8D5E-9BA80AA86E3E}" presName="parTx" presStyleLbl="alignNode1" presStyleIdx="0" presStyleCnt="4">
        <dgm:presLayoutVars>
          <dgm:chMax val="0"/>
          <dgm:chPref val="0"/>
          <dgm:bulletEnabled val="1"/>
        </dgm:presLayoutVars>
      </dgm:prSet>
      <dgm:spPr/>
    </dgm:pt>
    <dgm:pt modelId="{4DC7851A-735C-A346-B969-A291A436CF61}" type="pres">
      <dgm:prSet presAssocID="{0C88509B-EA5D-4CE9-8D5E-9BA80AA86E3E}" presName="desTx" presStyleLbl="alignAccFollowNode1" presStyleIdx="0" presStyleCnt="4">
        <dgm:presLayoutVars>
          <dgm:bulletEnabled val="1"/>
        </dgm:presLayoutVars>
      </dgm:prSet>
      <dgm:spPr/>
    </dgm:pt>
    <dgm:pt modelId="{22954FED-4874-3049-A0EB-5C23485FB0E3}" type="pres">
      <dgm:prSet presAssocID="{417140A9-F6B0-492D-88EF-C66BBDBA6ABB}" presName="space" presStyleCnt="0"/>
      <dgm:spPr/>
    </dgm:pt>
    <dgm:pt modelId="{A3B650F6-EBD3-E54A-A730-2E81AE304924}" type="pres">
      <dgm:prSet presAssocID="{753CFFF8-D673-417D-877F-A93BADF1A366}" presName="composite" presStyleCnt="0"/>
      <dgm:spPr/>
    </dgm:pt>
    <dgm:pt modelId="{48D19407-8E8B-424E-A8F7-1C330CB52E32}" type="pres">
      <dgm:prSet presAssocID="{753CFFF8-D673-417D-877F-A93BADF1A366}" presName="parTx" presStyleLbl="alignNode1" presStyleIdx="1" presStyleCnt="4">
        <dgm:presLayoutVars>
          <dgm:chMax val="0"/>
          <dgm:chPref val="0"/>
          <dgm:bulletEnabled val="1"/>
        </dgm:presLayoutVars>
      </dgm:prSet>
      <dgm:spPr/>
    </dgm:pt>
    <dgm:pt modelId="{82A6D9F3-A5B7-5242-96F0-F29CB11282BC}" type="pres">
      <dgm:prSet presAssocID="{753CFFF8-D673-417D-877F-A93BADF1A366}" presName="desTx" presStyleLbl="alignAccFollowNode1" presStyleIdx="1" presStyleCnt="4">
        <dgm:presLayoutVars>
          <dgm:bulletEnabled val="1"/>
        </dgm:presLayoutVars>
      </dgm:prSet>
      <dgm:spPr/>
    </dgm:pt>
    <dgm:pt modelId="{3220AAAD-A68A-B249-AC67-B4324A7F2ECA}" type="pres">
      <dgm:prSet presAssocID="{44DE4967-F6FC-440B-BD34-CC4301F073F6}" presName="space" presStyleCnt="0"/>
      <dgm:spPr/>
    </dgm:pt>
    <dgm:pt modelId="{65935B57-423F-234E-9430-95DA5096BDD0}" type="pres">
      <dgm:prSet presAssocID="{37FCCB83-333B-4D3A-934F-B4132BB43863}" presName="composite" presStyleCnt="0"/>
      <dgm:spPr/>
    </dgm:pt>
    <dgm:pt modelId="{59839523-AB83-5C4D-B64F-168C77ADFDE2}" type="pres">
      <dgm:prSet presAssocID="{37FCCB83-333B-4D3A-934F-B4132BB43863}" presName="parTx" presStyleLbl="alignNode1" presStyleIdx="2" presStyleCnt="4">
        <dgm:presLayoutVars>
          <dgm:chMax val="0"/>
          <dgm:chPref val="0"/>
          <dgm:bulletEnabled val="1"/>
        </dgm:presLayoutVars>
      </dgm:prSet>
      <dgm:spPr/>
    </dgm:pt>
    <dgm:pt modelId="{64F90912-8F3F-F949-A2F3-FE70FF0362AD}" type="pres">
      <dgm:prSet presAssocID="{37FCCB83-333B-4D3A-934F-B4132BB43863}" presName="desTx" presStyleLbl="alignAccFollowNode1" presStyleIdx="2" presStyleCnt="4">
        <dgm:presLayoutVars>
          <dgm:bulletEnabled val="1"/>
        </dgm:presLayoutVars>
      </dgm:prSet>
      <dgm:spPr/>
    </dgm:pt>
    <dgm:pt modelId="{F30E3CC1-7FF6-2543-8F13-135F7F2C2EB0}" type="pres">
      <dgm:prSet presAssocID="{E3D40D2F-174F-4D3E-A85B-D30AE39B1735}" presName="space" presStyleCnt="0"/>
      <dgm:spPr/>
    </dgm:pt>
    <dgm:pt modelId="{92533A0E-E095-3B49-9496-16151C4DD2F6}" type="pres">
      <dgm:prSet presAssocID="{EE6D5A3C-494B-4791-AB02-3E122F9C3B93}" presName="composite" presStyleCnt="0"/>
      <dgm:spPr/>
    </dgm:pt>
    <dgm:pt modelId="{C1CB713D-8990-FD4D-85F4-DBD4E2D911EC}" type="pres">
      <dgm:prSet presAssocID="{EE6D5A3C-494B-4791-AB02-3E122F9C3B93}" presName="parTx" presStyleLbl="alignNode1" presStyleIdx="3" presStyleCnt="4">
        <dgm:presLayoutVars>
          <dgm:chMax val="0"/>
          <dgm:chPref val="0"/>
          <dgm:bulletEnabled val="1"/>
        </dgm:presLayoutVars>
      </dgm:prSet>
      <dgm:spPr/>
    </dgm:pt>
    <dgm:pt modelId="{BCA0E130-CD84-A847-A802-7CD7C31B3200}" type="pres">
      <dgm:prSet presAssocID="{EE6D5A3C-494B-4791-AB02-3E122F9C3B93}" presName="desTx" presStyleLbl="alignAccFollowNode1" presStyleIdx="3" presStyleCnt="4">
        <dgm:presLayoutVars>
          <dgm:bulletEnabled val="1"/>
        </dgm:presLayoutVars>
      </dgm:prSet>
      <dgm:spPr/>
    </dgm:pt>
  </dgm:ptLst>
  <dgm:cxnLst>
    <dgm:cxn modelId="{9AC65D07-C4D8-584B-A178-FD09785163CB}" type="presOf" srcId="{753CFFF8-D673-417D-877F-A93BADF1A366}" destId="{48D19407-8E8B-424E-A8F7-1C330CB52E32}" srcOrd="0" destOrd="0" presId="urn:microsoft.com/office/officeart/2005/8/layout/hList1"/>
    <dgm:cxn modelId="{D6AF6E07-91C2-E945-847F-F6C610CBAF95}" type="presOf" srcId="{75E20810-6ACB-4851-99E4-EA754E7A2372}" destId="{BCA0E130-CD84-A847-A802-7CD7C31B3200}" srcOrd="0" destOrd="0" presId="urn:microsoft.com/office/officeart/2005/8/layout/hList1"/>
    <dgm:cxn modelId="{A2688D0B-BF2A-5B4A-8FD9-EB15C327ADFD}" type="presOf" srcId="{37FCCB83-333B-4D3A-934F-B4132BB43863}" destId="{59839523-AB83-5C4D-B64F-168C77ADFDE2}" srcOrd="0" destOrd="0" presId="urn:microsoft.com/office/officeart/2005/8/layout/hList1"/>
    <dgm:cxn modelId="{F778B00E-69EA-42E0-9C24-322EF7A8244E}" srcId="{91F2BEC0-B8F4-4988-8768-A1A28300013D}" destId="{0C88509B-EA5D-4CE9-8D5E-9BA80AA86E3E}" srcOrd="0" destOrd="0" parTransId="{5F9E282A-9D5F-4AC2-B443-FE2149836CD2}" sibTransId="{417140A9-F6B0-492D-88EF-C66BBDBA6ABB}"/>
    <dgm:cxn modelId="{FF1E5A0F-634C-174B-9E8C-012178A4B1D3}" type="presOf" srcId="{23E5EE00-D8E7-427B-9E73-282D8A8ACEB2}" destId="{4DC7851A-735C-A346-B969-A291A436CF61}" srcOrd="0" destOrd="0" presId="urn:microsoft.com/office/officeart/2005/8/layout/hList1"/>
    <dgm:cxn modelId="{EC5A4D11-0FC2-0D4D-BAD2-DF551C470BD0}" type="presOf" srcId="{BF42DF32-3B8A-4DA0-841F-1F151C5842A3}" destId="{64F90912-8F3F-F949-A2F3-FE70FF0362AD}" srcOrd="0" destOrd="1" presId="urn:microsoft.com/office/officeart/2005/8/layout/hList1"/>
    <dgm:cxn modelId="{C420C421-9C65-3449-80EB-7DF89F1DB9C8}" type="presOf" srcId="{91F2BEC0-B8F4-4988-8768-A1A28300013D}" destId="{90F0FA5B-BB60-B24A-A933-C88A5B559B8E}" srcOrd="0" destOrd="0" presId="urn:microsoft.com/office/officeart/2005/8/layout/hList1"/>
    <dgm:cxn modelId="{AD530C3D-6FCE-4ACA-AAFD-D7D907F9732A}" srcId="{0C88509B-EA5D-4CE9-8D5E-9BA80AA86E3E}" destId="{037A0105-E28D-4660-AFE3-52D364641C44}" srcOrd="2" destOrd="0" parTransId="{C73FDBE1-06CA-48FA-97C7-6C5311106C90}" sibTransId="{A5AC3DAE-665A-4BB0-B56A-7D576FEBF23D}"/>
    <dgm:cxn modelId="{8ECB9E3E-7FDE-D048-ADB2-C54263701F96}" type="presOf" srcId="{EE6D5A3C-494B-4791-AB02-3E122F9C3B93}" destId="{C1CB713D-8990-FD4D-85F4-DBD4E2D911EC}" srcOrd="0" destOrd="0" presId="urn:microsoft.com/office/officeart/2005/8/layout/hList1"/>
    <dgm:cxn modelId="{384C5A43-1C67-E546-A341-41DAC592BB5D}" type="presOf" srcId="{77219AF0-F4F6-42EB-B5D6-0659E996742D}" destId="{BCA0E130-CD84-A847-A802-7CD7C31B3200}" srcOrd="0" destOrd="1" presId="urn:microsoft.com/office/officeart/2005/8/layout/hList1"/>
    <dgm:cxn modelId="{F82C7566-ED3F-804F-B59D-DF9774CC559F}" type="presOf" srcId="{DE0687D3-35CF-46A9-993A-3FC983F45F6A}" destId="{4DC7851A-735C-A346-B969-A291A436CF61}" srcOrd="0" destOrd="3" presId="urn:microsoft.com/office/officeart/2005/8/layout/hList1"/>
    <dgm:cxn modelId="{F65DAA4A-1AEA-4E31-B6B4-CD2E18D1C457}" srcId="{91F2BEC0-B8F4-4988-8768-A1A28300013D}" destId="{EE6D5A3C-494B-4791-AB02-3E122F9C3B93}" srcOrd="3" destOrd="0" parTransId="{C5A54EDE-3591-41FE-8F8F-E5673152F32C}" sibTransId="{E50B6DDB-10D7-4152-8C9C-070EA44E9EDF}"/>
    <dgm:cxn modelId="{CBECB44F-7D1F-A641-842F-EF3CB6473900}" type="presOf" srcId="{58ECA60D-1630-4C67-A3AC-C688A4C73918}" destId="{64F90912-8F3F-F949-A2F3-FE70FF0362AD}" srcOrd="0" destOrd="2" presId="urn:microsoft.com/office/officeart/2005/8/layout/hList1"/>
    <dgm:cxn modelId="{5180C671-428F-8140-B3D3-9788F8C75945}" type="presOf" srcId="{037A0105-E28D-4660-AFE3-52D364641C44}" destId="{4DC7851A-735C-A346-B969-A291A436CF61}" srcOrd="0" destOrd="2" presId="urn:microsoft.com/office/officeart/2005/8/layout/hList1"/>
    <dgm:cxn modelId="{E3F3BF76-F0BF-8148-91EE-A341ACEEF736}" type="presOf" srcId="{DFE08CD8-BEBE-4AE7-8138-12BF0E247AFE}" destId="{64F90912-8F3F-F949-A2F3-FE70FF0362AD}" srcOrd="0" destOrd="0" presId="urn:microsoft.com/office/officeart/2005/8/layout/hList1"/>
    <dgm:cxn modelId="{BC7C5977-61EF-4839-95C7-05A51373B85E}" srcId="{0C88509B-EA5D-4CE9-8D5E-9BA80AA86E3E}" destId="{DE0687D3-35CF-46A9-993A-3FC983F45F6A}" srcOrd="3" destOrd="0" parTransId="{892A6FAA-586D-4646-8490-376CE8068B14}" sibTransId="{BE505C0C-A12E-4A81-AD8B-A576A26024C2}"/>
    <dgm:cxn modelId="{7F867679-3D82-4D47-B5C6-A4E559615634}" srcId="{37FCCB83-333B-4D3A-934F-B4132BB43863}" destId="{BF42DF32-3B8A-4DA0-841F-1F151C5842A3}" srcOrd="1" destOrd="0" parTransId="{5611E7F0-5219-4404-A62B-4BDDAE116248}" sibTransId="{864C4200-A57D-4990-8538-78E076839945}"/>
    <dgm:cxn modelId="{62DD288C-7B0F-4E4A-8502-DE6635D8032E}" srcId="{753CFFF8-D673-417D-877F-A93BADF1A366}" destId="{D90F8576-2EFC-4ACB-964A-5C3D769DDAE3}" srcOrd="0" destOrd="0" parTransId="{F2C2F6AE-B739-4A79-BE62-A040F5FC2925}" sibTransId="{52520E1A-80DD-4840-8510-D5274DFBD759}"/>
    <dgm:cxn modelId="{82037096-B4CA-421E-9B2D-482A52B0AAAB}" srcId="{EE6D5A3C-494B-4791-AB02-3E122F9C3B93}" destId="{77219AF0-F4F6-42EB-B5D6-0659E996742D}" srcOrd="1" destOrd="0" parTransId="{8C19A65F-D550-4239-90DA-7F720A958EBD}" sibTransId="{09267D8B-CA4B-4F8D-8E0D-9997ABA56095}"/>
    <dgm:cxn modelId="{AA756D9B-8CEE-4167-9801-8A5D12B0E7BD}" srcId="{37FCCB83-333B-4D3A-934F-B4132BB43863}" destId="{DFE08CD8-BEBE-4AE7-8138-12BF0E247AFE}" srcOrd="0" destOrd="0" parTransId="{15947B88-2DE5-48EE-A36C-A216281265E4}" sibTransId="{9B508B48-6356-44FF-B8EB-E1388A1FD698}"/>
    <dgm:cxn modelId="{3FC3759D-CDBA-4D94-B125-AFBD6A94E0F0}" srcId="{0C88509B-EA5D-4CE9-8D5E-9BA80AA86E3E}" destId="{9DE1C309-3BB9-48A7-9DBA-BB0EC9079830}" srcOrd="1" destOrd="0" parTransId="{91A3B632-1923-4A52-B3DA-995DB1BE3046}" sibTransId="{894C5787-32C0-4487-9F46-622E194F2090}"/>
    <dgm:cxn modelId="{65043B9E-E75E-45DC-9838-8CD31CFC19AB}" srcId="{753CFFF8-D673-417D-877F-A93BADF1A366}" destId="{1D9B48AB-14B3-4E20-BAEE-868C941E002C}" srcOrd="1" destOrd="0" parTransId="{B36135C9-84D8-42DB-A3BF-4CAE144DC6F9}" sibTransId="{5093E185-71A3-4AC7-A334-99C904ECAC7C}"/>
    <dgm:cxn modelId="{19A3A8A2-6C62-B64B-BB83-68052CB2BF5D}" type="presOf" srcId="{D90F8576-2EFC-4ACB-964A-5C3D769DDAE3}" destId="{82A6D9F3-A5B7-5242-96F0-F29CB11282BC}" srcOrd="0" destOrd="0" presId="urn:microsoft.com/office/officeart/2005/8/layout/hList1"/>
    <dgm:cxn modelId="{13364CA6-B3F4-47B7-814B-8D71C48904D4}" srcId="{91F2BEC0-B8F4-4988-8768-A1A28300013D}" destId="{37FCCB83-333B-4D3A-934F-B4132BB43863}" srcOrd="2" destOrd="0" parTransId="{70D8BE65-F812-4D78-B47E-3AC6C2381A66}" sibTransId="{E3D40D2F-174F-4D3E-A85B-D30AE39B1735}"/>
    <dgm:cxn modelId="{EA8AC9CC-CD9B-4B71-BC25-2C61DFEB919E}" srcId="{EE6D5A3C-494B-4791-AB02-3E122F9C3B93}" destId="{75E20810-6ACB-4851-99E4-EA754E7A2372}" srcOrd="0" destOrd="0" parTransId="{6A4948E8-DBEC-4505-8196-74464FD69CF5}" sibTransId="{11688170-D0F6-46BD-AF12-6187064E17B7}"/>
    <dgm:cxn modelId="{E5B08CCD-0F8C-154A-B735-CDF3E66792A0}" type="presOf" srcId="{9DE1C309-3BB9-48A7-9DBA-BB0EC9079830}" destId="{4DC7851A-735C-A346-B969-A291A436CF61}" srcOrd="0" destOrd="1" presId="urn:microsoft.com/office/officeart/2005/8/layout/hList1"/>
    <dgm:cxn modelId="{11AE3DDA-A8D0-1247-9A84-B99F8DA07981}" type="presOf" srcId="{1D9B48AB-14B3-4E20-BAEE-868C941E002C}" destId="{82A6D9F3-A5B7-5242-96F0-F29CB11282BC}" srcOrd="0" destOrd="1" presId="urn:microsoft.com/office/officeart/2005/8/layout/hList1"/>
    <dgm:cxn modelId="{8A6080E1-DD28-48BC-AA7D-63E46F49EB98}" srcId="{37FCCB83-333B-4D3A-934F-B4132BB43863}" destId="{58ECA60D-1630-4C67-A3AC-C688A4C73918}" srcOrd="2" destOrd="0" parTransId="{C70EEA66-9BBE-40E3-872D-145E2241D7D0}" sibTransId="{7A1DC782-D00F-40FE-90BD-9AFC61E35F84}"/>
    <dgm:cxn modelId="{81B4FBE9-119A-466D-9070-F8B9A256CB22}" srcId="{91F2BEC0-B8F4-4988-8768-A1A28300013D}" destId="{753CFFF8-D673-417D-877F-A93BADF1A366}" srcOrd="1" destOrd="0" parTransId="{7EAF2148-2519-4C4B-9B4E-FFF22AC67D1E}" sibTransId="{44DE4967-F6FC-440B-BD34-CC4301F073F6}"/>
    <dgm:cxn modelId="{2E18D4F2-C732-6D47-B331-E4257605AF1E}" type="presOf" srcId="{0C88509B-EA5D-4CE9-8D5E-9BA80AA86E3E}" destId="{8DFEE90B-2692-254B-BEF9-1BAF93B1036D}" srcOrd="0" destOrd="0" presId="urn:microsoft.com/office/officeart/2005/8/layout/hList1"/>
    <dgm:cxn modelId="{CF75B7F4-A36B-4CA5-8930-5E7748EF0331}" srcId="{0C88509B-EA5D-4CE9-8D5E-9BA80AA86E3E}" destId="{23E5EE00-D8E7-427B-9E73-282D8A8ACEB2}" srcOrd="0" destOrd="0" parTransId="{9CF7EAF9-8DE4-4BD5-86C7-4EC329434B35}" sibTransId="{1580DA11-72C4-44FF-9477-A9F9682C766C}"/>
    <dgm:cxn modelId="{D3EA0935-BFB9-9745-819F-77B552985FF3}" type="presParOf" srcId="{90F0FA5B-BB60-B24A-A933-C88A5B559B8E}" destId="{014D9B11-3D80-D342-B518-F63F2DC81C83}" srcOrd="0" destOrd="0" presId="urn:microsoft.com/office/officeart/2005/8/layout/hList1"/>
    <dgm:cxn modelId="{C4F99379-BA75-9A4D-92CF-44DF7663CE1B}" type="presParOf" srcId="{014D9B11-3D80-D342-B518-F63F2DC81C83}" destId="{8DFEE90B-2692-254B-BEF9-1BAF93B1036D}" srcOrd="0" destOrd="0" presId="urn:microsoft.com/office/officeart/2005/8/layout/hList1"/>
    <dgm:cxn modelId="{2D059EE1-3628-0A49-8AB5-712F686EF22B}" type="presParOf" srcId="{014D9B11-3D80-D342-B518-F63F2DC81C83}" destId="{4DC7851A-735C-A346-B969-A291A436CF61}" srcOrd="1" destOrd="0" presId="urn:microsoft.com/office/officeart/2005/8/layout/hList1"/>
    <dgm:cxn modelId="{A5F17DB7-57ED-F746-A362-FFAE325EDEB9}" type="presParOf" srcId="{90F0FA5B-BB60-B24A-A933-C88A5B559B8E}" destId="{22954FED-4874-3049-A0EB-5C23485FB0E3}" srcOrd="1" destOrd="0" presId="urn:microsoft.com/office/officeart/2005/8/layout/hList1"/>
    <dgm:cxn modelId="{5210BF2D-E158-9B43-AF17-4E181884A1A7}" type="presParOf" srcId="{90F0FA5B-BB60-B24A-A933-C88A5B559B8E}" destId="{A3B650F6-EBD3-E54A-A730-2E81AE304924}" srcOrd="2" destOrd="0" presId="urn:microsoft.com/office/officeart/2005/8/layout/hList1"/>
    <dgm:cxn modelId="{4A217BA7-207D-8F4A-B13F-1A1834BC3901}" type="presParOf" srcId="{A3B650F6-EBD3-E54A-A730-2E81AE304924}" destId="{48D19407-8E8B-424E-A8F7-1C330CB52E32}" srcOrd="0" destOrd="0" presId="urn:microsoft.com/office/officeart/2005/8/layout/hList1"/>
    <dgm:cxn modelId="{336C3BC0-DAB7-8448-9E41-C905C484C665}" type="presParOf" srcId="{A3B650F6-EBD3-E54A-A730-2E81AE304924}" destId="{82A6D9F3-A5B7-5242-96F0-F29CB11282BC}" srcOrd="1" destOrd="0" presId="urn:microsoft.com/office/officeart/2005/8/layout/hList1"/>
    <dgm:cxn modelId="{AA43D4B8-2D52-9647-ABDF-A30CA53A9FD3}" type="presParOf" srcId="{90F0FA5B-BB60-B24A-A933-C88A5B559B8E}" destId="{3220AAAD-A68A-B249-AC67-B4324A7F2ECA}" srcOrd="3" destOrd="0" presId="urn:microsoft.com/office/officeart/2005/8/layout/hList1"/>
    <dgm:cxn modelId="{EA0E5C2B-C5E4-E24D-AF5B-95C48A2D5758}" type="presParOf" srcId="{90F0FA5B-BB60-B24A-A933-C88A5B559B8E}" destId="{65935B57-423F-234E-9430-95DA5096BDD0}" srcOrd="4" destOrd="0" presId="urn:microsoft.com/office/officeart/2005/8/layout/hList1"/>
    <dgm:cxn modelId="{A86669BA-A92E-5B4A-881C-447C8E1F24A8}" type="presParOf" srcId="{65935B57-423F-234E-9430-95DA5096BDD0}" destId="{59839523-AB83-5C4D-B64F-168C77ADFDE2}" srcOrd="0" destOrd="0" presId="urn:microsoft.com/office/officeart/2005/8/layout/hList1"/>
    <dgm:cxn modelId="{E824FA39-CE44-CA40-AABA-AF59D2D0E601}" type="presParOf" srcId="{65935B57-423F-234E-9430-95DA5096BDD0}" destId="{64F90912-8F3F-F949-A2F3-FE70FF0362AD}" srcOrd="1" destOrd="0" presId="urn:microsoft.com/office/officeart/2005/8/layout/hList1"/>
    <dgm:cxn modelId="{2092778E-E9CB-D44B-80A8-2F7D0492742D}" type="presParOf" srcId="{90F0FA5B-BB60-B24A-A933-C88A5B559B8E}" destId="{F30E3CC1-7FF6-2543-8F13-135F7F2C2EB0}" srcOrd="5" destOrd="0" presId="urn:microsoft.com/office/officeart/2005/8/layout/hList1"/>
    <dgm:cxn modelId="{857E9390-DD81-D444-BC85-8CDB99D7AB78}" type="presParOf" srcId="{90F0FA5B-BB60-B24A-A933-C88A5B559B8E}" destId="{92533A0E-E095-3B49-9496-16151C4DD2F6}" srcOrd="6" destOrd="0" presId="urn:microsoft.com/office/officeart/2005/8/layout/hList1"/>
    <dgm:cxn modelId="{E21F9804-05DC-594D-B1E5-E43994CA0100}" type="presParOf" srcId="{92533A0E-E095-3B49-9496-16151C4DD2F6}" destId="{C1CB713D-8990-FD4D-85F4-DBD4E2D911EC}" srcOrd="0" destOrd="0" presId="urn:microsoft.com/office/officeart/2005/8/layout/hList1"/>
    <dgm:cxn modelId="{69C3B0B5-3303-EF46-A311-4499B4E88CCE}" type="presParOf" srcId="{92533A0E-E095-3B49-9496-16151C4DD2F6}" destId="{BCA0E130-CD84-A847-A802-7CD7C31B320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FEE90B-2692-254B-BEF9-1BAF93B1036D}">
      <dsp:nvSpPr>
        <dsp:cNvPr id="0" name=""/>
        <dsp:cNvSpPr/>
      </dsp:nvSpPr>
      <dsp:spPr>
        <a:xfrm>
          <a:off x="3953" y="212006"/>
          <a:ext cx="2377306" cy="83371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What DES Is</a:t>
          </a:r>
          <a:endParaRPr lang="en-US" sz="2300" kern="1200"/>
        </a:p>
      </dsp:txBody>
      <dsp:txXfrm>
        <a:off x="3953" y="212006"/>
        <a:ext cx="2377306" cy="833710"/>
      </dsp:txXfrm>
    </dsp:sp>
    <dsp:sp modelId="{4DC7851A-735C-A346-B969-A291A436CF61}">
      <dsp:nvSpPr>
        <dsp:cNvPr id="0" name=""/>
        <dsp:cNvSpPr/>
      </dsp:nvSpPr>
      <dsp:spPr>
        <a:xfrm>
          <a:off x="3953" y="1045716"/>
          <a:ext cx="2377306" cy="309361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Symmetric </a:t>
          </a:r>
          <a:r>
            <a:rPr lang="en-US" sz="2300" b="1" kern="1200"/>
            <a:t>block cipher</a:t>
          </a:r>
          <a:endParaRPr lang="en-US" sz="2300" kern="1200"/>
        </a:p>
        <a:p>
          <a:pPr marL="228600" lvl="1" indent="-228600" algn="l" defTabSz="1022350">
            <a:lnSpc>
              <a:spcPct val="90000"/>
            </a:lnSpc>
            <a:spcBef>
              <a:spcPct val="0"/>
            </a:spcBef>
            <a:spcAft>
              <a:spcPct val="15000"/>
            </a:spcAft>
            <a:buChar char="•"/>
          </a:pPr>
          <a:r>
            <a:rPr lang="en-US" sz="2300" kern="1200" dirty="0"/>
            <a:t>64-bit block size</a:t>
          </a:r>
        </a:p>
        <a:p>
          <a:pPr marL="228600" lvl="1" indent="-228600" algn="l" defTabSz="1022350">
            <a:lnSpc>
              <a:spcPct val="90000"/>
            </a:lnSpc>
            <a:spcBef>
              <a:spcPct val="0"/>
            </a:spcBef>
            <a:spcAft>
              <a:spcPct val="15000"/>
            </a:spcAft>
            <a:buChar char="•"/>
          </a:pPr>
          <a:r>
            <a:rPr lang="en-US" sz="2300" kern="1200"/>
            <a:t>56-bit effective key</a:t>
          </a:r>
        </a:p>
        <a:p>
          <a:pPr marL="228600" lvl="1" indent="-228600" algn="l" defTabSz="1022350">
            <a:lnSpc>
              <a:spcPct val="90000"/>
            </a:lnSpc>
            <a:spcBef>
              <a:spcPct val="0"/>
            </a:spcBef>
            <a:spcAft>
              <a:spcPct val="15000"/>
            </a:spcAft>
            <a:buChar char="•"/>
          </a:pPr>
          <a:r>
            <a:rPr lang="en-US" sz="2300" kern="1200" dirty="0"/>
            <a:t>16-round </a:t>
          </a:r>
          <a:r>
            <a:rPr lang="en-US" sz="2300" b="1" kern="1200" dirty="0"/>
            <a:t>Feistel cipher</a:t>
          </a:r>
          <a:endParaRPr lang="en-US" sz="2300" kern="1200" dirty="0"/>
        </a:p>
      </dsp:txBody>
      <dsp:txXfrm>
        <a:off x="3953" y="1045716"/>
        <a:ext cx="2377306" cy="3093615"/>
      </dsp:txXfrm>
    </dsp:sp>
    <dsp:sp modelId="{48D19407-8E8B-424E-A8F7-1C330CB52E32}">
      <dsp:nvSpPr>
        <dsp:cNvPr id="0" name=""/>
        <dsp:cNvSpPr/>
      </dsp:nvSpPr>
      <dsp:spPr>
        <a:xfrm>
          <a:off x="2714082" y="212006"/>
          <a:ext cx="2377306" cy="833710"/>
        </a:xfrm>
        <a:prstGeom prst="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w="12700" cap="flat" cmpd="sng" algn="ctr">
          <a:solidFill>
            <a:schemeClr val="accent2">
              <a:hueOff val="2147871"/>
              <a:satOff val="-6164"/>
              <a:lumOff val="-987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How DES Works</a:t>
          </a:r>
          <a:endParaRPr lang="en-US" sz="2300" kern="1200"/>
        </a:p>
      </dsp:txBody>
      <dsp:txXfrm>
        <a:off x="2714082" y="212006"/>
        <a:ext cx="2377306" cy="833710"/>
      </dsp:txXfrm>
    </dsp:sp>
    <dsp:sp modelId="{82A6D9F3-A5B7-5242-96F0-F29CB11282BC}">
      <dsp:nvSpPr>
        <dsp:cNvPr id="0" name=""/>
        <dsp:cNvSpPr/>
      </dsp:nvSpPr>
      <dsp:spPr>
        <a:xfrm>
          <a:off x="2714082" y="1045716"/>
          <a:ext cx="2377306" cy="3093615"/>
        </a:xfrm>
        <a:prstGeom prst="rect">
          <a:avLst/>
        </a:prstGeom>
        <a:solidFill>
          <a:schemeClr val="accent2">
            <a:tint val="40000"/>
            <a:alpha val="90000"/>
            <a:hueOff val="2244906"/>
            <a:satOff val="-20744"/>
            <a:lumOff val="-2338"/>
            <a:alphaOff val="0"/>
          </a:schemeClr>
        </a:solidFill>
        <a:ln w="12700" cap="flat" cmpd="sng" algn="ctr">
          <a:solidFill>
            <a:schemeClr val="accent2">
              <a:tint val="40000"/>
              <a:alpha val="90000"/>
              <a:hueOff val="2244906"/>
              <a:satOff val="-20744"/>
              <a:lumOff val="-233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f-function provides </a:t>
          </a:r>
          <a:r>
            <a:rPr lang="en-US" sz="2300" b="1" kern="1200"/>
            <a:t>nonlinearity</a:t>
          </a:r>
          <a:endParaRPr lang="en-US" sz="2300" kern="1200"/>
        </a:p>
        <a:p>
          <a:pPr marL="228600" lvl="1" indent="-228600" algn="l" defTabSz="1022350">
            <a:lnSpc>
              <a:spcPct val="90000"/>
            </a:lnSpc>
            <a:spcBef>
              <a:spcPct val="0"/>
            </a:spcBef>
            <a:spcAft>
              <a:spcPct val="15000"/>
            </a:spcAft>
            <a:buChar char="•"/>
          </a:pPr>
          <a:r>
            <a:rPr lang="en-US" sz="2300" kern="1200" dirty="0"/>
            <a:t>Key schedule generates </a:t>
          </a:r>
          <a:r>
            <a:rPr lang="en-US" sz="2300" b="1" kern="1200" dirty="0"/>
            <a:t>round keys</a:t>
          </a:r>
          <a:endParaRPr lang="en-US" sz="2300" kern="1200" dirty="0"/>
        </a:p>
      </dsp:txBody>
      <dsp:txXfrm>
        <a:off x="2714082" y="1045716"/>
        <a:ext cx="2377306" cy="3093615"/>
      </dsp:txXfrm>
    </dsp:sp>
    <dsp:sp modelId="{59839523-AB83-5C4D-B64F-168C77ADFDE2}">
      <dsp:nvSpPr>
        <dsp:cNvPr id="0" name=""/>
        <dsp:cNvSpPr/>
      </dsp:nvSpPr>
      <dsp:spPr>
        <a:xfrm>
          <a:off x="5424211" y="212006"/>
          <a:ext cx="2377306" cy="833710"/>
        </a:xfrm>
        <a:prstGeom prst="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w="12700" cap="flat" cmpd="sng" algn="ctr">
          <a:solidFill>
            <a:schemeClr val="accent2">
              <a:hueOff val="4295743"/>
              <a:satOff val="-12329"/>
              <a:lumOff val="-1973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Limitations of DES</a:t>
          </a:r>
          <a:endParaRPr lang="en-US" sz="2300" kern="1200"/>
        </a:p>
      </dsp:txBody>
      <dsp:txXfrm>
        <a:off x="5424211" y="212006"/>
        <a:ext cx="2377306" cy="833710"/>
      </dsp:txXfrm>
    </dsp:sp>
    <dsp:sp modelId="{64F90912-8F3F-F949-A2F3-FE70FF0362AD}">
      <dsp:nvSpPr>
        <dsp:cNvPr id="0" name=""/>
        <dsp:cNvSpPr/>
      </dsp:nvSpPr>
      <dsp:spPr>
        <a:xfrm>
          <a:off x="5424211" y="1045716"/>
          <a:ext cx="2377306" cy="3093615"/>
        </a:xfrm>
        <a:prstGeom prst="rect">
          <a:avLst/>
        </a:prstGeom>
        <a:solidFill>
          <a:schemeClr val="accent2">
            <a:tint val="40000"/>
            <a:alpha val="90000"/>
            <a:hueOff val="4489812"/>
            <a:satOff val="-41488"/>
            <a:lumOff val="-4677"/>
            <a:alphaOff val="0"/>
          </a:schemeClr>
        </a:solidFill>
        <a:ln w="12700" cap="flat" cmpd="sng" algn="ctr">
          <a:solidFill>
            <a:schemeClr val="accent2">
              <a:tint val="40000"/>
              <a:alpha val="90000"/>
              <a:hueOff val="4489812"/>
              <a:satOff val="-41488"/>
              <a:lumOff val="-467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Short key length (56 bits)</a:t>
          </a:r>
        </a:p>
        <a:p>
          <a:pPr marL="228600" lvl="1" indent="-228600" algn="l" defTabSz="1022350">
            <a:lnSpc>
              <a:spcPct val="90000"/>
            </a:lnSpc>
            <a:spcBef>
              <a:spcPct val="0"/>
            </a:spcBef>
            <a:spcAft>
              <a:spcPct val="15000"/>
            </a:spcAft>
            <a:buChar char="•"/>
          </a:pPr>
          <a:r>
            <a:rPr lang="en-US" sz="2300" kern="1200" dirty="0"/>
            <a:t>Vulnerable to brute-force attacks</a:t>
          </a:r>
        </a:p>
        <a:p>
          <a:pPr marL="228600" lvl="1" indent="-228600" algn="l" defTabSz="1022350">
            <a:lnSpc>
              <a:spcPct val="90000"/>
            </a:lnSpc>
            <a:spcBef>
              <a:spcPct val="0"/>
            </a:spcBef>
            <a:spcAft>
              <a:spcPct val="15000"/>
            </a:spcAft>
            <a:buChar char="•"/>
          </a:pPr>
          <a:r>
            <a:rPr lang="en-US" sz="2300" kern="1200" dirty="0"/>
            <a:t>Superseded by modern standards</a:t>
          </a:r>
        </a:p>
      </dsp:txBody>
      <dsp:txXfrm>
        <a:off x="5424211" y="1045716"/>
        <a:ext cx="2377306" cy="3093615"/>
      </dsp:txXfrm>
    </dsp:sp>
    <dsp:sp modelId="{C1CB713D-8990-FD4D-85F4-DBD4E2D911EC}">
      <dsp:nvSpPr>
        <dsp:cNvPr id="0" name=""/>
        <dsp:cNvSpPr/>
      </dsp:nvSpPr>
      <dsp:spPr>
        <a:xfrm>
          <a:off x="8134340" y="212006"/>
          <a:ext cx="2377306" cy="833710"/>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Why We Study DES</a:t>
          </a:r>
          <a:endParaRPr lang="en-US" sz="2300" kern="1200"/>
        </a:p>
      </dsp:txBody>
      <dsp:txXfrm>
        <a:off x="8134340" y="212006"/>
        <a:ext cx="2377306" cy="833710"/>
      </dsp:txXfrm>
    </dsp:sp>
    <dsp:sp modelId="{BCA0E130-CD84-A847-A802-7CD7C31B3200}">
      <dsp:nvSpPr>
        <dsp:cNvPr id="0" name=""/>
        <dsp:cNvSpPr/>
      </dsp:nvSpPr>
      <dsp:spPr>
        <a:xfrm>
          <a:off x="8134340" y="1045716"/>
          <a:ext cx="2377306" cy="3093615"/>
        </a:xfrm>
        <a:prstGeom prst="rect">
          <a:avLst/>
        </a:prstGeom>
        <a:solidFill>
          <a:schemeClr val="accent2">
            <a:tint val="40000"/>
            <a:alpha val="90000"/>
            <a:hueOff val="6734718"/>
            <a:satOff val="-62232"/>
            <a:lumOff val="-7015"/>
            <a:alphaOff val="0"/>
          </a:schemeClr>
        </a:solid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Foundational block-cipher design</a:t>
          </a:r>
        </a:p>
        <a:p>
          <a:pPr marL="228600" lvl="1" indent="-228600" algn="l" defTabSz="1022350">
            <a:lnSpc>
              <a:spcPct val="90000"/>
            </a:lnSpc>
            <a:spcBef>
              <a:spcPct val="0"/>
            </a:spcBef>
            <a:spcAft>
              <a:spcPct val="15000"/>
            </a:spcAft>
            <a:buChar char="•"/>
          </a:pPr>
          <a:r>
            <a:rPr lang="en-US" sz="2300" kern="1200" dirty="0"/>
            <a:t>Influences modern ciphers (e.g., AES)</a:t>
          </a:r>
        </a:p>
      </dsp:txBody>
      <dsp:txXfrm>
        <a:off x="8134340" y="1045716"/>
        <a:ext cx="2377306" cy="309361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6B3BE-63B0-1F44-BF8C-26DCDA19DBAA}"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5FD598-5085-F945-AAA9-D92C0147C1CE}" type="slidenum">
              <a:rPr lang="en-US" smtClean="0"/>
              <a:t>‹#›</a:t>
            </a:fld>
            <a:endParaRPr lang="en-US"/>
          </a:p>
        </p:txBody>
      </p:sp>
    </p:spTree>
    <p:extLst>
      <p:ext uri="{BB962C8B-B14F-4D97-AF65-F5344CB8AC3E}">
        <p14:creationId xmlns:p14="http://schemas.microsoft.com/office/powerpoint/2010/main" val="3384313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5FD598-5085-F945-AAA9-D92C0147C1CE}" type="slidenum">
              <a:rPr lang="en-US" smtClean="0"/>
              <a:t>2</a:t>
            </a:fld>
            <a:endParaRPr lang="en-US"/>
          </a:p>
        </p:txBody>
      </p:sp>
    </p:spTree>
    <p:extLst>
      <p:ext uri="{BB962C8B-B14F-4D97-AF65-F5344CB8AC3E}">
        <p14:creationId xmlns:p14="http://schemas.microsoft.com/office/powerpoint/2010/main" val="1669811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fld id="{C4AA22FE-6BB0-AD40-80CE-0E7C986A9FD6}" type="slidenum">
              <a:rPr lang="en-AU">
                <a:latin typeface="Arial" pitchFamily="-1" charset="0"/>
              </a:rPr>
              <a:pPr/>
              <a:t>3</a:t>
            </a:fld>
            <a:endParaRPr lang="en-AU" dirty="0">
              <a:latin typeface="Arial" pitchFamily="-1"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AU" dirty="0">
              <a:latin typeface="Arial" pitchFamily="-1" charset="0"/>
              <a:ea typeface="Arial" pitchFamily="-1" charset="0"/>
              <a:cs typeface="Arial" pitchFamily="-1"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fld id="{C4AA22FE-6BB0-AD40-80CE-0E7C986A9FD6}" type="slidenum">
              <a:rPr lang="en-AU">
                <a:latin typeface="Arial" pitchFamily="-1" charset="0"/>
              </a:rPr>
              <a:pPr/>
              <a:t>4</a:t>
            </a:fld>
            <a:endParaRPr lang="en-AU" dirty="0">
              <a:latin typeface="Arial" pitchFamily="-1"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2157181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fld id="{C4AA22FE-6BB0-AD40-80CE-0E7C986A9FD6}" type="slidenum">
              <a:rPr lang="en-AU">
                <a:latin typeface="Arial" pitchFamily="-1" charset="0"/>
              </a:rPr>
              <a:pPr/>
              <a:t>7</a:t>
            </a:fld>
            <a:endParaRPr lang="en-AU" dirty="0">
              <a:latin typeface="Arial" pitchFamily="-1"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2191570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p:spPr>
        <p:txBody>
          <a:bodyPr/>
          <a:lstStyle/>
          <a:p>
            <a:fld id="{A7725B11-0D82-5A49-9B0B-3038EE19D03F}" type="slidenum">
              <a:rPr lang="en-AU">
                <a:latin typeface="Arial" pitchFamily="-1" charset="0"/>
              </a:rPr>
              <a:pPr/>
              <a:t>14</a:t>
            </a:fld>
            <a:endParaRPr lang="en-AU" dirty="0">
              <a:latin typeface="Arial" pitchFamily="-1"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endParaRPr lang="en-AU" b="0"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fld id="{C4AA22FE-6BB0-AD40-80CE-0E7C986A9FD6}" type="slidenum">
              <a:rPr lang="en-AU">
                <a:latin typeface="Arial" pitchFamily="-1" charset="0"/>
              </a:rPr>
              <a:pPr/>
              <a:t>17</a:t>
            </a:fld>
            <a:endParaRPr lang="en-AU" dirty="0">
              <a:latin typeface="Arial" pitchFamily="-1"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1423834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fld id="{C4AA22FE-6BB0-AD40-80CE-0E7C986A9FD6}" type="slidenum">
              <a:rPr lang="en-AU">
                <a:latin typeface="Arial" pitchFamily="-1" charset="0"/>
              </a:rPr>
              <a:pPr/>
              <a:t>18</a:t>
            </a:fld>
            <a:endParaRPr lang="en-AU" dirty="0">
              <a:latin typeface="Arial" pitchFamily="-1"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AU" dirty="0">
              <a:latin typeface="Arial" pitchFamily="-1" charset="0"/>
              <a:ea typeface="Arial" pitchFamily="-1" charset="0"/>
              <a:cs typeface="Arial" pitchFamily="-1"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5FD598-5085-F945-AAA9-D92C0147C1CE}" type="slidenum">
              <a:rPr lang="en-US" smtClean="0"/>
              <a:t>23</a:t>
            </a:fld>
            <a:endParaRPr lang="en-US"/>
          </a:p>
        </p:txBody>
      </p:sp>
    </p:spTree>
    <p:extLst>
      <p:ext uri="{BB962C8B-B14F-4D97-AF65-F5344CB8AC3E}">
        <p14:creationId xmlns:p14="http://schemas.microsoft.com/office/powerpoint/2010/main" val="1305618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5FD598-5085-F945-AAA9-D92C0147C1CE}" type="slidenum">
              <a:rPr lang="en-US" smtClean="0"/>
              <a:t>24</a:t>
            </a:fld>
            <a:endParaRPr lang="en-US"/>
          </a:p>
        </p:txBody>
      </p:sp>
    </p:spTree>
    <p:extLst>
      <p:ext uri="{BB962C8B-B14F-4D97-AF65-F5344CB8AC3E}">
        <p14:creationId xmlns:p14="http://schemas.microsoft.com/office/powerpoint/2010/main" val="2919610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5FD598-5085-F945-AAA9-D92C0147C1CE}" type="slidenum">
              <a:rPr lang="en-US" smtClean="0"/>
              <a:t>25</a:t>
            </a:fld>
            <a:endParaRPr lang="en-US"/>
          </a:p>
        </p:txBody>
      </p:sp>
    </p:spTree>
    <p:extLst>
      <p:ext uri="{BB962C8B-B14F-4D97-AF65-F5344CB8AC3E}">
        <p14:creationId xmlns:p14="http://schemas.microsoft.com/office/powerpoint/2010/main" val="3411891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5D3EA-E279-2C4A-C27D-5184C2DE00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17B6E0-CE64-4CE7-57F1-10C74A74E2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EA206A-7557-00AC-6D12-C90E807720A5}"/>
              </a:ext>
            </a:extLst>
          </p:cNvPr>
          <p:cNvSpPr>
            <a:spLocks noGrp="1"/>
          </p:cNvSpPr>
          <p:nvPr>
            <p:ph type="dt" sz="half" idx="10"/>
          </p:nvPr>
        </p:nvSpPr>
        <p:spPr/>
        <p:txBody>
          <a:bodyPr/>
          <a:lstStyle/>
          <a:p>
            <a:fld id="{68EC1490-0CB2-6C4F-8F68-0963C3325AC3}" type="datetime1">
              <a:rPr lang="en-US" smtClean="0"/>
              <a:t>4/20/2026</a:t>
            </a:fld>
            <a:endParaRPr lang="en-US"/>
          </a:p>
        </p:txBody>
      </p:sp>
      <p:sp>
        <p:nvSpPr>
          <p:cNvPr id="5" name="Footer Placeholder 4">
            <a:extLst>
              <a:ext uri="{FF2B5EF4-FFF2-40B4-BE49-F238E27FC236}">
                <a16:creationId xmlns:a16="http://schemas.microsoft.com/office/drawing/2014/main" id="{9AD89BC6-F30F-190E-6961-68C02DACFE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B8A5D-D075-61B4-620E-E90B18CCC10D}"/>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3216850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AA717-6B07-C15D-5A58-0E7A7DEE21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14565F-DF4F-07B6-9B27-2C249F924D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2C5B9-EF37-5147-D9AA-A3AAD551B196}"/>
              </a:ext>
            </a:extLst>
          </p:cNvPr>
          <p:cNvSpPr>
            <a:spLocks noGrp="1"/>
          </p:cNvSpPr>
          <p:nvPr>
            <p:ph type="dt" sz="half" idx="10"/>
          </p:nvPr>
        </p:nvSpPr>
        <p:spPr/>
        <p:txBody>
          <a:bodyPr/>
          <a:lstStyle/>
          <a:p>
            <a:fld id="{B8A0BBD3-BC70-0241-93EA-A2D175535E7D}" type="datetime1">
              <a:rPr lang="en-US" smtClean="0"/>
              <a:t>4/20/2026</a:t>
            </a:fld>
            <a:endParaRPr lang="en-US"/>
          </a:p>
        </p:txBody>
      </p:sp>
      <p:sp>
        <p:nvSpPr>
          <p:cNvPr id="5" name="Footer Placeholder 4">
            <a:extLst>
              <a:ext uri="{FF2B5EF4-FFF2-40B4-BE49-F238E27FC236}">
                <a16:creationId xmlns:a16="http://schemas.microsoft.com/office/drawing/2014/main" id="{50C281FE-DD67-63EB-4A2E-3E0CA9BD66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09E94C-B590-0AFD-85E7-DADB8E3239F1}"/>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586940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3322A-B0EA-4F49-8B26-B641ACF3E6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36D2CA-FC73-5772-7EFF-D8A8D02DAE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E9DA83-15C7-9A42-0B88-665E3417C326}"/>
              </a:ext>
            </a:extLst>
          </p:cNvPr>
          <p:cNvSpPr>
            <a:spLocks noGrp="1"/>
          </p:cNvSpPr>
          <p:nvPr>
            <p:ph type="dt" sz="half" idx="10"/>
          </p:nvPr>
        </p:nvSpPr>
        <p:spPr/>
        <p:txBody>
          <a:bodyPr/>
          <a:lstStyle/>
          <a:p>
            <a:fld id="{05690D2A-2B79-8C49-9C94-7B8718F873BF}" type="datetime1">
              <a:rPr lang="en-US" smtClean="0"/>
              <a:t>4/20/2026</a:t>
            </a:fld>
            <a:endParaRPr lang="en-US"/>
          </a:p>
        </p:txBody>
      </p:sp>
      <p:sp>
        <p:nvSpPr>
          <p:cNvPr id="5" name="Footer Placeholder 4">
            <a:extLst>
              <a:ext uri="{FF2B5EF4-FFF2-40B4-BE49-F238E27FC236}">
                <a16:creationId xmlns:a16="http://schemas.microsoft.com/office/drawing/2014/main" id="{602ABAE7-5EF7-0450-F995-EC5AD5E0F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87568-1F1E-24D2-FBC9-863B78E7A350}"/>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2629215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C16BB-48CA-906A-5123-8897756CB1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6514CD-CFE4-DF10-D2DB-99014C1211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9EDACF-E7B9-A683-031C-EBA3AA3806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414242-36F4-0B38-0D11-4A7621B48B09}"/>
              </a:ext>
            </a:extLst>
          </p:cNvPr>
          <p:cNvSpPr>
            <a:spLocks noGrp="1"/>
          </p:cNvSpPr>
          <p:nvPr>
            <p:ph type="dt" sz="half" idx="10"/>
          </p:nvPr>
        </p:nvSpPr>
        <p:spPr/>
        <p:txBody>
          <a:bodyPr/>
          <a:lstStyle/>
          <a:p>
            <a:fld id="{02DCCEE6-E9B5-7446-84D9-1447A6D2B222}" type="datetime1">
              <a:rPr lang="en-US" smtClean="0"/>
              <a:t>4/20/2026</a:t>
            </a:fld>
            <a:endParaRPr lang="en-US"/>
          </a:p>
        </p:txBody>
      </p:sp>
      <p:sp>
        <p:nvSpPr>
          <p:cNvPr id="6" name="Footer Placeholder 5">
            <a:extLst>
              <a:ext uri="{FF2B5EF4-FFF2-40B4-BE49-F238E27FC236}">
                <a16:creationId xmlns:a16="http://schemas.microsoft.com/office/drawing/2014/main" id="{5E569EA8-9432-A22E-15B1-F6894C3582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B43DAD-03BB-FCBA-4069-4CF873A0191A}"/>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3916688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CCD42-9B79-3EBA-19C6-3877A73550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0B5B76-44B1-B920-3BE4-95B904A4B0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A3BB05-8404-FAF3-0EF8-9330BB7090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21F4A5-C5EC-48C7-9315-03021215AA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72AA1B-7A5F-0622-96F6-F363409DC5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33A9AE-A06B-FE8F-8A6B-95442B75C3C4}"/>
              </a:ext>
            </a:extLst>
          </p:cNvPr>
          <p:cNvSpPr>
            <a:spLocks noGrp="1"/>
          </p:cNvSpPr>
          <p:nvPr>
            <p:ph type="dt" sz="half" idx="10"/>
          </p:nvPr>
        </p:nvSpPr>
        <p:spPr/>
        <p:txBody>
          <a:bodyPr/>
          <a:lstStyle/>
          <a:p>
            <a:fld id="{F04AE988-003C-D54B-A7D3-C779CD076ABE}" type="datetime1">
              <a:rPr lang="en-US" smtClean="0"/>
              <a:t>4/20/2026</a:t>
            </a:fld>
            <a:endParaRPr lang="en-US"/>
          </a:p>
        </p:txBody>
      </p:sp>
      <p:sp>
        <p:nvSpPr>
          <p:cNvPr id="8" name="Footer Placeholder 7">
            <a:extLst>
              <a:ext uri="{FF2B5EF4-FFF2-40B4-BE49-F238E27FC236}">
                <a16:creationId xmlns:a16="http://schemas.microsoft.com/office/drawing/2014/main" id="{70975AEF-89C1-EC3C-07CD-5E46B8972F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3AAFB5-63ED-5F92-C178-3FC0E841CF11}"/>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1452401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ED186-92F6-59CA-6A64-2AACA0CC63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B2D56E-F6B3-5EF6-C0CE-2E8AF255557C}"/>
              </a:ext>
            </a:extLst>
          </p:cNvPr>
          <p:cNvSpPr>
            <a:spLocks noGrp="1"/>
          </p:cNvSpPr>
          <p:nvPr>
            <p:ph type="dt" sz="half" idx="10"/>
          </p:nvPr>
        </p:nvSpPr>
        <p:spPr/>
        <p:txBody>
          <a:bodyPr/>
          <a:lstStyle/>
          <a:p>
            <a:fld id="{2A33AE02-9CC3-7B4C-9E58-5DA6A5F8090A}" type="datetime1">
              <a:rPr lang="en-US" smtClean="0"/>
              <a:t>4/20/2026</a:t>
            </a:fld>
            <a:endParaRPr lang="en-US"/>
          </a:p>
        </p:txBody>
      </p:sp>
      <p:sp>
        <p:nvSpPr>
          <p:cNvPr id="4" name="Footer Placeholder 3">
            <a:extLst>
              <a:ext uri="{FF2B5EF4-FFF2-40B4-BE49-F238E27FC236}">
                <a16:creationId xmlns:a16="http://schemas.microsoft.com/office/drawing/2014/main" id="{153FAFDA-BAC6-870B-E0B4-80DC61BB9A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31FD67-49D7-5CEF-57D1-57F0688BB84A}"/>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4034756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3A2104-D45F-35F1-4731-BED73D6281B5}"/>
              </a:ext>
            </a:extLst>
          </p:cNvPr>
          <p:cNvSpPr>
            <a:spLocks noGrp="1"/>
          </p:cNvSpPr>
          <p:nvPr>
            <p:ph type="dt" sz="half" idx="10"/>
          </p:nvPr>
        </p:nvSpPr>
        <p:spPr/>
        <p:txBody>
          <a:bodyPr/>
          <a:lstStyle/>
          <a:p>
            <a:fld id="{F12F4A34-641A-1E41-A4B1-517E3C9BD26C}" type="datetime1">
              <a:rPr lang="en-US" smtClean="0"/>
              <a:t>4/20/2026</a:t>
            </a:fld>
            <a:endParaRPr lang="en-US"/>
          </a:p>
        </p:txBody>
      </p:sp>
      <p:sp>
        <p:nvSpPr>
          <p:cNvPr id="3" name="Footer Placeholder 2">
            <a:extLst>
              <a:ext uri="{FF2B5EF4-FFF2-40B4-BE49-F238E27FC236}">
                <a16:creationId xmlns:a16="http://schemas.microsoft.com/office/drawing/2014/main" id="{24497FFD-A339-30B9-366E-96EEEF61A6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2900D9-C18B-489F-D680-83DBA92EDBB4}"/>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157263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8A73-72A8-A19D-4AE2-CCA5EECCCE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F47F60-EBE6-B971-AF11-92A55BAE70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488DD0-33B4-7CB8-E596-0B74B658F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2EE28-A183-79D0-5BC5-E7B4BAE3DD3A}"/>
              </a:ext>
            </a:extLst>
          </p:cNvPr>
          <p:cNvSpPr>
            <a:spLocks noGrp="1"/>
          </p:cNvSpPr>
          <p:nvPr>
            <p:ph type="dt" sz="half" idx="10"/>
          </p:nvPr>
        </p:nvSpPr>
        <p:spPr/>
        <p:txBody>
          <a:bodyPr/>
          <a:lstStyle/>
          <a:p>
            <a:fld id="{DA0E0B02-E407-4A40-9356-BB67C1F81A1A}" type="datetime1">
              <a:rPr lang="en-US" smtClean="0"/>
              <a:t>4/20/2026</a:t>
            </a:fld>
            <a:endParaRPr lang="en-US"/>
          </a:p>
        </p:txBody>
      </p:sp>
      <p:sp>
        <p:nvSpPr>
          <p:cNvPr id="6" name="Footer Placeholder 5">
            <a:extLst>
              <a:ext uri="{FF2B5EF4-FFF2-40B4-BE49-F238E27FC236}">
                <a16:creationId xmlns:a16="http://schemas.microsoft.com/office/drawing/2014/main" id="{66623E04-E8FE-CE45-B857-B0A8E2816E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5AC6BD-1B54-96AA-A8C3-BF5211444C6D}"/>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2680297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0ECE-9593-AFF3-93B4-FC7A6F2613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17B798-7020-AC41-50E7-B040D4BB9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C24760-FD2F-008B-37C0-879F3C023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965202-C9EB-0557-753D-66C4FEF10E7B}"/>
              </a:ext>
            </a:extLst>
          </p:cNvPr>
          <p:cNvSpPr>
            <a:spLocks noGrp="1"/>
          </p:cNvSpPr>
          <p:nvPr>
            <p:ph type="dt" sz="half" idx="10"/>
          </p:nvPr>
        </p:nvSpPr>
        <p:spPr/>
        <p:txBody>
          <a:bodyPr/>
          <a:lstStyle/>
          <a:p>
            <a:fld id="{7204DE5D-53F9-5747-8F23-68CB00BC78F9}" type="datetime1">
              <a:rPr lang="en-US" smtClean="0"/>
              <a:t>4/20/2026</a:t>
            </a:fld>
            <a:endParaRPr lang="en-US"/>
          </a:p>
        </p:txBody>
      </p:sp>
      <p:sp>
        <p:nvSpPr>
          <p:cNvPr id="6" name="Footer Placeholder 5">
            <a:extLst>
              <a:ext uri="{FF2B5EF4-FFF2-40B4-BE49-F238E27FC236}">
                <a16:creationId xmlns:a16="http://schemas.microsoft.com/office/drawing/2014/main" id="{21E19EC1-5304-238D-B55F-FF814BE20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2F7C29-00DC-94B3-E477-9C26BA31DE68}"/>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983092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2596F-0F51-8742-A207-7F6C6D5A72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3B99A4-B258-7180-5D5F-26D4C62DAA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64442-B652-E0DC-354E-1351D68B142A}"/>
              </a:ext>
            </a:extLst>
          </p:cNvPr>
          <p:cNvSpPr>
            <a:spLocks noGrp="1"/>
          </p:cNvSpPr>
          <p:nvPr>
            <p:ph type="dt" sz="half" idx="10"/>
          </p:nvPr>
        </p:nvSpPr>
        <p:spPr/>
        <p:txBody>
          <a:bodyPr/>
          <a:lstStyle/>
          <a:p>
            <a:fld id="{7FF8E216-90D9-D24C-AB9C-112A58FCAA16}" type="datetime1">
              <a:rPr lang="en-US" smtClean="0"/>
              <a:t>4/20/2026</a:t>
            </a:fld>
            <a:endParaRPr lang="en-US"/>
          </a:p>
        </p:txBody>
      </p:sp>
      <p:sp>
        <p:nvSpPr>
          <p:cNvPr id="5" name="Footer Placeholder 4">
            <a:extLst>
              <a:ext uri="{FF2B5EF4-FFF2-40B4-BE49-F238E27FC236}">
                <a16:creationId xmlns:a16="http://schemas.microsoft.com/office/drawing/2014/main" id="{D19F0536-545F-E8C8-0849-D099815E8C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3FF68-6B12-607B-596A-CCAFA884E824}"/>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3702096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35A73A-4D25-6DAD-42FE-253B5A812C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624ACF-42C1-CE48-3089-6A8A33BD26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A1D974-58FC-3DB7-9A7C-6C6F306C4E7B}"/>
              </a:ext>
            </a:extLst>
          </p:cNvPr>
          <p:cNvSpPr>
            <a:spLocks noGrp="1"/>
          </p:cNvSpPr>
          <p:nvPr>
            <p:ph type="dt" sz="half" idx="10"/>
          </p:nvPr>
        </p:nvSpPr>
        <p:spPr/>
        <p:txBody>
          <a:bodyPr/>
          <a:lstStyle/>
          <a:p>
            <a:fld id="{153A3629-667F-EA48-91D1-002A303F273C}" type="datetime1">
              <a:rPr lang="en-US" smtClean="0"/>
              <a:t>4/20/2026</a:t>
            </a:fld>
            <a:endParaRPr lang="en-US"/>
          </a:p>
        </p:txBody>
      </p:sp>
      <p:sp>
        <p:nvSpPr>
          <p:cNvPr id="5" name="Footer Placeholder 4">
            <a:extLst>
              <a:ext uri="{FF2B5EF4-FFF2-40B4-BE49-F238E27FC236}">
                <a16:creationId xmlns:a16="http://schemas.microsoft.com/office/drawing/2014/main" id="{2C1DDBB5-3C66-6A1D-FD73-C95F17362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04799-80B0-CEB5-525E-D0DA0716E649}"/>
              </a:ext>
            </a:extLst>
          </p:cNvPr>
          <p:cNvSpPr>
            <a:spLocks noGrp="1"/>
          </p:cNvSpPr>
          <p:nvPr>
            <p:ph type="sldNum" sz="quarter" idx="12"/>
          </p:nvPr>
        </p:nvSpPr>
        <p:spPr/>
        <p:txBody>
          <a:bodyPr/>
          <a:lstStyle/>
          <a:p>
            <a:fld id="{80E90D97-E47C-F643-9476-8E7632F37DDA}" type="slidenum">
              <a:rPr lang="en-US" smtClean="0"/>
              <a:t>‹#›</a:t>
            </a:fld>
            <a:endParaRPr lang="en-US"/>
          </a:p>
        </p:txBody>
      </p:sp>
    </p:spTree>
    <p:extLst>
      <p:ext uri="{BB962C8B-B14F-4D97-AF65-F5344CB8AC3E}">
        <p14:creationId xmlns:p14="http://schemas.microsoft.com/office/powerpoint/2010/main" val="3804488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F32EF-32ED-37BE-5AA6-A1AEF250D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3495B1-4865-016D-51BC-E6DA7F5569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DEB0C0-A428-1FF8-E0D1-37781DFBB5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E512B8-9197-B049-AF00-840C8EFA1DB6}" type="datetime1">
              <a:rPr lang="en-US" smtClean="0"/>
              <a:t>4/20/2026</a:t>
            </a:fld>
            <a:endParaRPr lang="en-US"/>
          </a:p>
        </p:txBody>
      </p:sp>
      <p:sp>
        <p:nvSpPr>
          <p:cNvPr id="5" name="Footer Placeholder 4">
            <a:extLst>
              <a:ext uri="{FF2B5EF4-FFF2-40B4-BE49-F238E27FC236}">
                <a16:creationId xmlns:a16="http://schemas.microsoft.com/office/drawing/2014/main" id="{B9C94058-4A37-A578-2E22-23A76DCA8E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5F341F-4CE9-AD49-A7DD-9C1BB1FA7D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E90D97-E47C-F643-9476-8E7632F37DDA}" type="slidenum">
              <a:rPr lang="en-US" smtClean="0"/>
              <a:t>‹#›</a:t>
            </a:fld>
            <a:endParaRPr lang="en-US"/>
          </a:p>
        </p:txBody>
      </p:sp>
    </p:spTree>
    <p:extLst>
      <p:ext uri="{BB962C8B-B14F-4D97-AF65-F5344CB8AC3E}">
        <p14:creationId xmlns:p14="http://schemas.microsoft.com/office/powerpoint/2010/main" val="2298002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2.xml"/><Relationship Id="rId7"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image" Target="NUL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NUL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NUL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NULL"/></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7.xml"/><Relationship Id="rId7"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tags" Target="../tags/tag2.xml"/><Relationship Id="rId6" Type="http://schemas.openxmlformats.org/officeDocument/2006/relationships/image" Target="NULL"/><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9.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51E04-C63B-5054-1D95-A9942CD2F0CC}"/>
              </a:ext>
            </a:extLst>
          </p:cNvPr>
          <p:cNvSpPr>
            <a:spLocks noGrp="1"/>
          </p:cNvSpPr>
          <p:nvPr>
            <p:ph type="ctrTitle"/>
          </p:nvPr>
        </p:nvSpPr>
        <p:spPr/>
        <p:txBody>
          <a:bodyPr/>
          <a:lstStyle/>
          <a:p>
            <a:r>
              <a:rPr lang="en-US" dirty="0"/>
              <a:t>Data Encryption Standard</a:t>
            </a:r>
            <a:br>
              <a:rPr lang="en-US" dirty="0"/>
            </a:br>
            <a:r>
              <a:rPr lang="en-US" sz="3600" dirty="0"/>
              <a:t>Part 3: Key Schedule</a:t>
            </a:r>
            <a:endParaRPr lang="en-US" dirty="0"/>
          </a:p>
        </p:txBody>
      </p:sp>
      <p:sp>
        <p:nvSpPr>
          <p:cNvPr id="3" name="Subtitle 2">
            <a:extLst>
              <a:ext uri="{FF2B5EF4-FFF2-40B4-BE49-F238E27FC236}">
                <a16:creationId xmlns:a16="http://schemas.microsoft.com/office/drawing/2014/main" id="{D5B4BF6B-C06A-A01A-3C6D-A156BEAD10DC}"/>
              </a:ext>
            </a:extLst>
          </p:cNvPr>
          <p:cNvSpPr>
            <a:spLocks noGrp="1"/>
          </p:cNvSpPr>
          <p:nvPr>
            <p:ph type="subTitle" idx="1"/>
          </p:nvPr>
        </p:nvSpPr>
        <p:spPr/>
        <p:txBody>
          <a:bodyPr>
            <a:normAutofit fontScale="77500" lnSpcReduction="20000"/>
          </a:bodyPr>
          <a:lstStyle/>
          <a:p>
            <a:r>
              <a:rPr lang="en-US" dirty="0"/>
              <a:t>Dr. Xinyue Zhang</a:t>
            </a:r>
          </a:p>
          <a:p>
            <a:r>
              <a:rPr lang="en-US" dirty="0"/>
              <a:t>Assistant Professor</a:t>
            </a:r>
          </a:p>
          <a:p>
            <a:r>
              <a:rPr lang="en-US" dirty="0"/>
              <a:t>Department of Computer Science</a:t>
            </a:r>
          </a:p>
          <a:p>
            <a:r>
              <a:rPr lang="en-US" dirty="0"/>
              <a:t>Kennesaw State University</a:t>
            </a:r>
          </a:p>
          <a:p>
            <a:r>
              <a:rPr lang="en-US" dirty="0"/>
              <a:t>Marietta, GA, USA</a:t>
            </a:r>
          </a:p>
        </p:txBody>
      </p:sp>
      <p:sp>
        <p:nvSpPr>
          <p:cNvPr id="4" name="Slide Number Placeholder 3">
            <a:extLst>
              <a:ext uri="{FF2B5EF4-FFF2-40B4-BE49-F238E27FC236}">
                <a16:creationId xmlns:a16="http://schemas.microsoft.com/office/drawing/2014/main" id="{22A03472-6174-AC77-271F-8DF9CC74045D}"/>
              </a:ext>
            </a:extLst>
          </p:cNvPr>
          <p:cNvSpPr>
            <a:spLocks noGrp="1"/>
          </p:cNvSpPr>
          <p:nvPr>
            <p:ph type="sldNum" sz="quarter" idx="12"/>
          </p:nvPr>
        </p:nvSpPr>
        <p:spPr/>
        <p:txBody>
          <a:bodyPr/>
          <a:lstStyle/>
          <a:p>
            <a:fld id="{95936EF1-E91E-3245-9153-77EA29F06ADF}" type="slidenum">
              <a:rPr lang="en-US" smtClean="0"/>
              <a:t>1</a:t>
            </a:fld>
            <a:endParaRPr lang="en-US"/>
          </a:p>
        </p:txBody>
      </p:sp>
    </p:spTree>
    <p:extLst>
      <p:ext uri="{BB962C8B-B14F-4D97-AF65-F5344CB8AC3E}">
        <p14:creationId xmlns:p14="http://schemas.microsoft.com/office/powerpoint/2010/main" val="3826634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64C89-26F5-39FA-069D-F9075D49717F}"/>
              </a:ext>
            </a:extLst>
          </p:cNvPr>
          <p:cNvSpPr>
            <a:spLocks noGrp="1"/>
          </p:cNvSpPr>
          <p:nvPr>
            <p:ph type="title"/>
          </p:nvPr>
        </p:nvSpPr>
        <p:spPr/>
        <p:txBody>
          <a:bodyPr/>
          <a:lstStyle/>
          <a:p>
            <a:r>
              <a:rPr lang="en-US" dirty="0"/>
              <a:t>DES Overview: Putting the Pieces Together</a:t>
            </a:r>
          </a:p>
        </p:txBody>
      </p:sp>
      <p:sp>
        <p:nvSpPr>
          <p:cNvPr id="3" name="Content Placeholder 2">
            <a:extLst>
              <a:ext uri="{FF2B5EF4-FFF2-40B4-BE49-F238E27FC236}">
                <a16:creationId xmlns:a16="http://schemas.microsoft.com/office/drawing/2014/main" id="{F47E6A93-3C8B-2B15-DE92-F94E3D38D50F}"/>
              </a:ext>
            </a:extLst>
          </p:cNvPr>
          <p:cNvSpPr>
            <a:spLocks noGrp="1"/>
          </p:cNvSpPr>
          <p:nvPr>
            <p:ph idx="1"/>
          </p:nvPr>
        </p:nvSpPr>
        <p:spPr/>
        <p:txBody>
          <a:bodyPr>
            <a:normAutofit lnSpcReduction="10000"/>
          </a:bodyPr>
          <a:lstStyle/>
          <a:p>
            <a:r>
              <a:rPr lang="en-US" b="1" dirty="0"/>
              <a:t>DES at a Glance</a:t>
            </a:r>
            <a:endParaRPr lang="en-US" dirty="0"/>
          </a:p>
          <a:p>
            <a:pPr lvl="1"/>
            <a:r>
              <a:rPr lang="en-US" dirty="0"/>
              <a:t>64-bit block cipher</a:t>
            </a:r>
          </a:p>
          <a:p>
            <a:pPr lvl="1"/>
            <a:r>
              <a:rPr lang="en-US" dirty="0"/>
              <a:t>56-bit effective key</a:t>
            </a:r>
          </a:p>
          <a:p>
            <a:pPr lvl="1"/>
            <a:r>
              <a:rPr lang="en-US" dirty="0"/>
              <a:t>16-round Feistel structure</a:t>
            </a:r>
          </a:p>
          <a:p>
            <a:r>
              <a:rPr lang="en-US" b="1" dirty="0"/>
              <a:t>Inside each round</a:t>
            </a:r>
            <a:endParaRPr lang="en-US" dirty="0"/>
          </a:p>
          <a:p>
            <a:pPr lvl="1"/>
            <a:r>
              <a:rPr lang="en-US" dirty="0"/>
              <a:t>f-function (confusion + diffusion)</a:t>
            </a:r>
          </a:p>
          <a:p>
            <a:pPr lvl="1"/>
            <a:r>
              <a:rPr lang="en-US" dirty="0"/>
              <a:t>round key from key schedule</a:t>
            </a:r>
          </a:p>
          <a:p>
            <a:r>
              <a:rPr lang="en-US" b="1" dirty="0"/>
              <a:t>Before and After Feistel structure</a:t>
            </a:r>
          </a:p>
          <a:p>
            <a:pPr lvl="1"/>
            <a:r>
              <a:rPr lang="en-US" dirty="0"/>
              <a:t>Initial Permutation (IP) and Inverse Initial Permutation (IP</a:t>
            </a:r>
            <a:r>
              <a:rPr lang="en-US" baseline="30000" dirty="0"/>
              <a:t>-1</a:t>
            </a:r>
            <a:r>
              <a:rPr lang="en-US" dirty="0"/>
              <a:t>)</a:t>
            </a:r>
          </a:p>
          <a:p>
            <a:pPr lvl="1"/>
            <a:r>
              <a:rPr lang="en-US" dirty="0"/>
              <a:t>IP and IP⁻¹ do </a:t>
            </a:r>
            <a:r>
              <a:rPr lang="en-US" b="1" dirty="0"/>
              <a:t>not</a:t>
            </a:r>
            <a:r>
              <a:rPr lang="en-US" dirty="0"/>
              <a:t> add cryptographic security</a:t>
            </a:r>
          </a:p>
          <a:p>
            <a:pPr lvl="1"/>
            <a:r>
              <a:rPr lang="en-US" dirty="0"/>
              <a:t>Historical implementation choice</a:t>
            </a:r>
          </a:p>
          <a:p>
            <a:endParaRPr lang="en-US" dirty="0"/>
          </a:p>
        </p:txBody>
      </p:sp>
      <p:sp>
        <p:nvSpPr>
          <p:cNvPr id="4" name="Slide Number Placeholder 3">
            <a:extLst>
              <a:ext uri="{FF2B5EF4-FFF2-40B4-BE49-F238E27FC236}">
                <a16:creationId xmlns:a16="http://schemas.microsoft.com/office/drawing/2014/main" id="{BF651786-C471-6F97-A36E-4F29377F0C6D}"/>
              </a:ext>
            </a:extLst>
          </p:cNvPr>
          <p:cNvSpPr>
            <a:spLocks noGrp="1"/>
          </p:cNvSpPr>
          <p:nvPr>
            <p:ph type="sldNum" sz="quarter" idx="12"/>
          </p:nvPr>
        </p:nvSpPr>
        <p:spPr/>
        <p:txBody>
          <a:bodyPr/>
          <a:lstStyle/>
          <a:p>
            <a:fld id="{80E90D97-E47C-F643-9476-8E7632F37DDA}" type="slidenum">
              <a:rPr lang="en-US" smtClean="0"/>
              <a:t>2</a:t>
            </a:fld>
            <a:endParaRPr lang="en-US"/>
          </a:p>
        </p:txBody>
      </p:sp>
    </p:spTree>
    <p:extLst>
      <p:ext uri="{BB962C8B-B14F-4D97-AF65-F5344CB8AC3E}">
        <p14:creationId xmlns:p14="http://schemas.microsoft.com/office/powerpoint/2010/main" val="2090134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f0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096000" y="-219635"/>
            <a:ext cx="5638800" cy="7297270"/>
          </a:xfrm>
          <a:prstGeom prst="rect">
            <a:avLst/>
          </a:prstGeom>
        </p:spPr>
      </p:pic>
      <p:sp>
        <p:nvSpPr>
          <p:cNvPr id="2" name="Rectangle 1">
            <a:extLst>
              <a:ext uri="{FF2B5EF4-FFF2-40B4-BE49-F238E27FC236}">
                <a16:creationId xmlns:a16="http://schemas.microsoft.com/office/drawing/2014/main" id="{053F3F68-6482-5941-ABDA-548E3D7F93CC}"/>
              </a:ext>
              <a:ext uri="{C183D7F6-B498-43B3-948B-1728B52AA6E4}">
                <adec:decorative xmlns:adec="http://schemas.microsoft.com/office/drawing/2017/decorative" val="1"/>
              </a:ext>
            </a:extLst>
          </p:cNvPr>
          <p:cNvSpPr/>
          <p:nvPr/>
        </p:nvSpPr>
        <p:spPr>
          <a:xfrm>
            <a:off x="8246368" y="188640"/>
            <a:ext cx="3488432" cy="4464496"/>
          </a:xfrm>
          <a:prstGeom prst="rect">
            <a:avLst/>
          </a:prstGeom>
          <a:noFill/>
          <a:ln w="57150">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413F21-528C-ED43-8C6B-FB4968EBA42E}"/>
              </a:ext>
            </a:extLst>
          </p:cNvPr>
          <p:cNvSpPr txBox="1"/>
          <p:nvPr/>
        </p:nvSpPr>
        <p:spPr>
          <a:xfrm>
            <a:off x="8719242" y="4799801"/>
            <a:ext cx="2542684" cy="523220"/>
          </a:xfrm>
          <a:prstGeom prst="rect">
            <a:avLst/>
          </a:prstGeom>
          <a:noFill/>
        </p:spPr>
        <p:txBody>
          <a:bodyPr wrap="none" rtlCol="0">
            <a:spAutoFit/>
          </a:bodyPr>
          <a:lstStyle/>
          <a:p>
            <a:r>
              <a:rPr lang="en-US" sz="2800" b="1" dirty="0"/>
              <a:t>Key Schedule</a:t>
            </a:r>
          </a:p>
        </p:txBody>
      </p:sp>
      <p:sp>
        <p:nvSpPr>
          <p:cNvPr id="17" name="TextBox 16">
            <a:extLst>
              <a:ext uri="{FF2B5EF4-FFF2-40B4-BE49-F238E27FC236}">
                <a16:creationId xmlns:a16="http://schemas.microsoft.com/office/drawing/2014/main" id="{E7645672-0C29-9ED6-9398-027B5D5ECE91}"/>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5" name="Title 4">
            <a:extLst>
              <a:ext uri="{FF2B5EF4-FFF2-40B4-BE49-F238E27FC236}">
                <a16:creationId xmlns:a16="http://schemas.microsoft.com/office/drawing/2014/main" id="{97ECA860-2CBA-DF10-4DD8-C80D184BAA26}"/>
              </a:ext>
            </a:extLst>
          </p:cNvPr>
          <p:cNvSpPr>
            <a:spLocks noGrp="1"/>
          </p:cNvSpPr>
          <p:nvPr>
            <p:ph type="title"/>
          </p:nvPr>
        </p:nvSpPr>
        <p:spPr>
          <a:xfrm>
            <a:off x="-3327400" y="5859786"/>
            <a:ext cx="10515600" cy="867159"/>
          </a:xfrm>
        </p:spPr>
        <p:txBody>
          <a:bodyPr/>
          <a:lstStyle/>
          <a:p>
            <a:pPr algn="ctr"/>
            <a:r>
              <a:rPr lang="en-US" dirty="0"/>
              <a:t>DES Overview</a:t>
            </a:r>
          </a:p>
        </p:txBody>
      </p:sp>
      <p:sp>
        <p:nvSpPr>
          <p:cNvPr id="4" name="Slide Number Placeholder 3">
            <a:extLst>
              <a:ext uri="{FF2B5EF4-FFF2-40B4-BE49-F238E27FC236}">
                <a16:creationId xmlns:a16="http://schemas.microsoft.com/office/drawing/2014/main" id="{BE5C92A0-C51B-F167-C327-ABB7E325D9A2}"/>
              </a:ext>
            </a:extLst>
          </p:cNvPr>
          <p:cNvSpPr>
            <a:spLocks noGrp="1"/>
          </p:cNvSpPr>
          <p:nvPr>
            <p:ph type="sldNum" sz="quarter" idx="12"/>
          </p:nvPr>
        </p:nvSpPr>
        <p:spPr/>
        <p:txBody>
          <a:bodyPr/>
          <a:lstStyle/>
          <a:p>
            <a:fld id="{80E90D97-E47C-F643-9476-8E7632F37DDA}" type="slidenum">
              <a:rPr lang="en-US" smtClean="0"/>
              <a:t>3</a:t>
            </a:fld>
            <a:endParaRPr lang="en-US"/>
          </a:p>
        </p:txBody>
      </p:sp>
      <p:sp>
        <p:nvSpPr>
          <p:cNvPr id="9" name="TextBox 8">
            <a:extLst>
              <a:ext uri="{FF2B5EF4-FFF2-40B4-BE49-F238E27FC236}">
                <a16:creationId xmlns:a16="http://schemas.microsoft.com/office/drawing/2014/main" id="{64E5B065-272C-D840-A9E1-C9326164BB78}"/>
              </a:ext>
            </a:extLst>
          </p:cNvPr>
          <p:cNvSpPr txBox="1"/>
          <p:nvPr/>
        </p:nvSpPr>
        <p:spPr>
          <a:xfrm>
            <a:off x="2037745" y="322622"/>
            <a:ext cx="2031325" cy="369332"/>
          </a:xfrm>
          <a:prstGeom prst="rect">
            <a:avLst/>
          </a:prstGeom>
          <a:noFill/>
        </p:spPr>
        <p:txBody>
          <a:bodyPr wrap="none" rtlCol="0">
            <a:spAutoFit/>
          </a:bodyPr>
          <a:lstStyle/>
          <a:p>
            <a:r>
              <a:rPr lang="en-US" dirty="0"/>
              <a:t>Initial Permutation</a:t>
            </a:r>
          </a:p>
        </p:txBody>
      </p:sp>
      <p:pic>
        <p:nvPicPr>
          <p:cNvPr id="7" name="Picture 6" descr="Initial permutation">
            <a:extLst>
              <a:ext uri="{FF2B5EF4-FFF2-40B4-BE49-F238E27FC236}">
                <a16:creationId xmlns:a16="http://schemas.microsoft.com/office/drawing/2014/main" id="{3B3DCE3C-18FE-D044-9C61-C3A23DFF8D07}"/>
              </a:ext>
            </a:extLst>
          </p:cNvPr>
          <p:cNvPicPr>
            <a:picLocks noChangeAspect="1"/>
          </p:cNvPicPr>
          <p:nvPr/>
        </p:nvPicPr>
        <p:blipFill>
          <a:blip r:embed="rId8"/>
          <a:stretch>
            <a:fillRect/>
          </a:stretch>
        </p:blipFill>
        <p:spPr>
          <a:xfrm>
            <a:off x="767830" y="691954"/>
            <a:ext cx="4572000" cy="2075447"/>
          </a:xfrm>
          <a:prstGeom prst="rect">
            <a:avLst/>
          </a:prstGeom>
        </p:spPr>
      </p:pic>
      <p:sp>
        <p:nvSpPr>
          <p:cNvPr id="12" name="TextBox 11">
            <a:extLst>
              <a:ext uri="{FF2B5EF4-FFF2-40B4-BE49-F238E27FC236}">
                <a16:creationId xmlns:a16="http://schemas.microsoft.com/office/drawing/2014/main" id="{1811FDE2-B831-1241-9A2E-6BB7A3CD25F7}"/>
              </a:ext>
            </a:extLst>
          </p:cNvPr>
          <p:cNvSpPr txBox="1"/>
          <p:nvPr/>
        </p:nvSpPr>
        <p:spPr>
          <a:xfrm>
            <a:off x="726977" y="3269121"/>
            <a:ext cx="4990727" cy="369332"/>
          </a:xfrm>
          <a:prstGeom prst="rect">
            <a:avLst/>
          </a:prstGeom>
          <a:noFill/>
        </p:spPr>
        <p:txBody>
          <a:bodyPr wrap="square" rtlCol="0">
            <a:spAutoFit/>
          </a:bodyPr>
          <a:lstStyle/>
          <a:p>
            <a:r>
              <a:rPr lang="en-US" dirty="0"/>
              <a:t>Final Permutation (Inverse Initial Permutation)</a:t>
            </a:r>
          </a:p>
        </p:txBody>
      </p:sp>
      <p:pic>
        <p:nvPicPr>
          <p:cNvPr id="10" name="Picture 9" descr="Final permutation">
            <a:extLst>
              <a:ext uri="{FF2B5EF4-FFF2-40B4-BE49-F238E27FC236}">
                <a16:creationId xmlns:a16="http://schemas.microsoft.com/office/drawing/2014/main" id="{BADE41C3-F513-CA4A-9916-9D58BDBDC437}"/>
              </a:ext>
            </a:extLst>
          </p:cNvPr>
          <p:cNvPicPr>
            <a:picLocks noChangeAspect="1"/>
          </p:cNvPicPr>
          <p:nvPr/>
        </p:nvPicPr>
        <p:blipFill>
          <a:blip r:embed="rId9"/>
          <a:stretch>
            <a:fillRect/>
          </a:stretch>
        </p:blipFill>
        <p:spPr>
          <a:xfrm>
            <a:off x="767408" y="3673421"/>
            <a:ext cx="4572000" cy="1959429"/>
          </a:xfrm>
          <a:prstGeom prst="rect">
            <a:avLst/>
          </a:prstGeom>
        </p:spPr>
      </p:pic>
    </p:spTree>
    <p:custDataLst>
      <p:tags r:id="rId1"/>
    </p:custDataLst>
  </p:cSld>
  <p:clrMapOvr>
    <a:masterClrMapping/>
  </p:clrMapOvr>
  <p:transition spd="med" advTm="42368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par>
                                <p:cTn id="22" presetID="3" presetClass="entr" presetSubtype="1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Diagram illustrating a cryptographic key transformation process with multiple stages, including initial key input, permutations (PC-1, PC-2), splitting into two halves (C and D), and repeated left shifts (LS) across 16 rounds. Key components are labeled with bit lengths, arrows indicate data flow, and dashed box highlights a single transform cycle producing subkeys k1 to k16.">
            <a:extLst>
              <a:ext uri="{FF2B5EF4-FFF2-40B4-BE49-F238E27FC236}">
                <a16:creationId xmlns:a16="http://schemas.microsoft.com/office/drawing/2014/main" id="{EDE06E47-D03C-8B41-A72B-6EF44BD5C469}"/>
              </a:ext>
            </a:extLst>
          </p:cNvPr>
          <p:cNvPicPr>
            <a:picLocks noChangeAspect="1"/>
          </p:cNvPicPr>
          <p:nvPr/>
        </p:nvPicPr>
        <p:blipFill>
          <a:blip r:embed="rId3"/>
          <a:stretch>
            <a:fillRect/>
          </a:stretch>
        </p:blipFill>
        <p:spPr>
          <a:xfrm>
            <a:off x="719842" y="12005"/>
            <a:ext cx="5303520" cy="6582958"/>
          </a:xfrm>
          <a:prstGeom prst="rect">
            <a:avLst/>
          </a:prstGeom>
        </p:spPr>
      </p:pic>
      <p:sp>
        <p:nvSpPr>
          <p:cNvPr id="13" name="Title 12">
            <a:extLst>
              <a:ext uri="{FF2B5EF4-FFF2-40B4-BE49-F238E27FC236}">
                <a16:creationId xmlns:a16="http://schemas.microsoft.com/office/drawing/2014/main" id="{13D78779-8895-7DD4-80A5-051F16C72199}"/>
              </a:ext>
            </a:extLst>
          </p:cNvPr>
          <p:cNvSpPr>
            <a:spLocks noGrp="1"/>
          </p:cNvSpPr>
          <p:nvPr>
            <p:ph type="title"/>
          </p:nvPr>
        </p:nvSpPr>
        <p:spPr>
          <a:xfrm>
            <a:off x="0" y="136525"/>
            <a:ext cx="3187700" cy="1325563"/>
          </a:xfrm>
        </p:spPr>
        <p:txBody>
          <a:bodyPr>
            <a:normAutofit fontScale="90000"/>
          </a:bodyPr>
          <a:lstStyle/>
          <a:p>
            <a:r>
              <a:rPr lang="en-US" dirty="0"/>
              <a:t>Key Schedule Overview</a:t>
            </a:r>
          </a:p>
        </p:txBody>
      </p:sp>
      <p:sp>
        <p:nvSpPr>
          <p:cNvPr id="7" name="TextBox 6">
            <a:extLst>
              <a:ext uri="{FF2B5EF4-FFF2-40B4-BE49-F238E27FC236}">
                <a16:creationId xmlns:a16="http://schemas.microsoft.com/office/drawing/2014/main" id="{339981DC-87D2-E94B-141E-15856D95F087}"/>
              </a:ext>
            </a:extLst>
          </p:cNvPr>
          <p:cNvSpPr txBox="1"/>
          <p:nvPr/>
        </p:nvSpPr>
        <p:spPr>
          <a:xfrm>
            <a:off x="-69431" y="6531761"/>
            <a:ext cx="7697941" cy="369332"/>
          </a:xfrm>
          <a:prstGeom prst="rect">
            <a:avLst/>
          </a:prstGeom>
          <a:noFill/>
        </p:spPr>
        <p:txBody>
          <a:bodyPr wrap="none" rtlCol="0">
            <a:spAutoFit/>
          </a:bodyPr>
          <a:lstStyle/>
          <a:p>
            <a:r>
              <a:rPr lang="en-US" sz="900" dirty="0"/>
              <a:t>*Figure resource: [1] Stallings, William. Cryptography and Network Security: Principles and Practice, 7th ed. England: Pearson Education Limited, 2017. </a:t>
            </a:r>
          </a:p>
          <a:p>
            <a:r>
              <a:rPr lang="en-US" sz="900" dirty="0"/>
              <a:t>[2] Paar, Christof, and Jan Pelzl. Understanding cryptography. Vol. 1. Springer-Verlag Berlin Heidelberg, 2010.</a:t>
            </a:r>
          </a:p>
        </p:txBody>
      </p:sp>
      <p:pic>
        <p:nvPicPr>
          <p:cNvPr id="8" name="Picture 7" descr="Table displaying the PC-1 permutation used in DES encryption, showing a 56-element sequence arranged in 8 rows and 7 columns. Numbers range from 1 to 63, with some values highlighted in bold, indicating specific bit positions selected during the permutation process.">
            <a:extLst>
              <a:ext uri="{FF2B5EF4-FFF2-40B4-BE49-F238E27FC236}">
                <a16:creationId xmlns:a16="http://schemas.microsoft.com/office/drawing/2014/main" id="{958E67BC-6AFA-4049-975C-FE95D47AE63C}"/>
              </a:ext>
            </a:extLst>
          </p:cNvPr>
          <p:cNvPicPr>
            <a:picLocks noChangeAspect="1"/>
          </p:cNvPicPr>
          <p:nvPr/>
        </p:nvPicPr>
        <p:blipFill>
          <a:blip r:embed="rId4"/>
          <a:stretch>
            <a:fillRect/>
          </a:stretch>
        </p:blipFill>
        <p:spPr>
          <a:xfrm>
            <a:off x="6451054" y="224086"/>
            <a:ext cx="3207222" cy="2761000"/>
          </a:xfrm>
          <a:prstGeom prst="rect">
            <a:avLst/>
          </a:prstGeom>
        </p:spPr>
      </p:pic>
      <p:pic>
        <p:nvPicPr>
          <p:cNvPr id="10" name="Picture 9" descr="Table titled &quot;PC-2&quot; displaying a 8x7 grid of numbers ranging from 1 to 56 arranged in rows and columns. This table likely represents a permutation or selection matrix used in cryptographic algorithms for bit position mapping or key scheduling.">
            <a:extLst>
              <a:ext uri="{FF2B5EF4-FFF2-40B4-BE49-F238E27FC236}">
                <a16:creationId xmlns:a16="http://schemas.microsoft.com/office/drawing/2014/main" id="{CA571451-1549-CB45-B064-96AD9101A350}"/>
              </a:ext>
            </a:extLst>
          </p:cNvPr>
          <p:cNvPicPr>
            <a:picLocks noChangeAspect="1"/>
          </p:cNvPicPr>
          <p:nvPr/>
        </p:nvPicPr>
        <p:blipFill>
          <a:blip r:embed="rId5"/>
          <a:stretch>
            <a:fillRect/>
          </a:stretch>
        </p:blipFill>
        <p:spPr>
          <a:xfrm>
            <a:off x="6477099" y="3303484"/>
            <a:ext cx="3200400" cy="2486025"/>
          </a:xfrm>
          <a:prstGeom prst="rect">
            <a:avLst/>
          </a:prstGeom>
        </p:spPr>
      </p:pic>
      <p:sp>
        <p:nvSpPr>
          <p:cNvPr id="5" name="Slide Number Placeholder 4">
            <a:extLst>
              <a:ext uri="{FF2B5EF4-FFF2-40B4-BE49-F238E27FC236}">
                <a16:creationId xmlns:a16="http://schemas.microsoft.com/office/drawing/2014/main" id="{4F28B39F-47B9-80DF-D0A5-DC91EC48E7A0}"/>
              </a:ext>
            </a:extLst>
          </p:cNvPr>
          <p:cNvSpPr>
            <a:spLocks noGrp="1"/>
          </p:cNvSpPr>
          <p:nvPr>
            <p:ph type="sldNum" sz="quarter" idx="12"/>
          </p:nvPr>
        </p:nvSpPr>
        <p:spPr/>
        <p:txBody>
          <a:bodyPr/>
          <a:lstStyle/>
          <a:p>
            <a:fld id="{80E90D97-E47C-F643-9476-8E7632F37DDA}" type="slidenum">
              <a:rPr lang="en-US" smtClean="0"/>
              <a:t>4</a:t>
            </a:fld>
            <a:endParaRPr lang="en-US"/>
          </a:p>
        </p:txBody>
      </p:sp>
      <p:grpSp>
        <p:nvGrpSpPr>
          <p:cNvPr id="4" name="Group 3" descr="General depiction of DES encryption algorithm">
            <a:extLst>
              <a:ext uri="{FF2B5EF4-FFF2-40B4-BE49-F238E27FC236}">
                <a16:creationId xmlns:a16="http://schemas.microsoft.com/office/drawing/2014/main" id="{2875002A-6684-4643-B5B6-29AB852C8F68}"/>
              </a:ext>
            </a:extLst>
          </p:cNvPr>
          <p:cNvGrpSpPr/>
          <p:nvPr/>
        </p:nvGrpSpPr>
        <p:grpSpPr>
          <a:xfrm>
            <a:off x="6096000" y="-219635"/>
            <a:ext cx="5638800" cy="7297270"/>
            <a:chOff x="6096000" y="-219635"/>
            <a:chExt cx="5638800" cy="7297270"/>
          </a:xfrm>
        </p:grpSpPr>
        <p:pic>
          <p:nvPicPr>
            <p:cNvPr id="11" name="Picture 10" descr="f0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6096000" y="-219635"/>
              <a:ext cx="5638800" cy="7297270"/>
            </a:xfrm>
            <a:prstGeom prst="rect">
              <a:avLst/>
            </a:prstGeom>
          </p:spPr>
        </p:pic>
        <p:sp>
          <p:nvSpPr>
            <p:cNvPr id="2" name="Rectangle 1">
              <a:extLst>
                <a:ext uri="{FF2B5EF4-FFF2-40B4-BE49-F238E27FC236}">
                  <a16:creationId xmlns:a16="http://schemas.microsoft.com/office/drawing/2014/main" id="{053F3F68-6482-5941-ABDA-548E3D7F93CC}"/>
                </a:ext>
              </a:extLst>
            </p:cNvPr>
            <p:cNvSpPr/>
            <p:nvPr/>
          </p:nvSpPr>
          <p:spPr>
            <a:xfrm>
              <a:off x="8246368" y="188640"/>
              <a:ext cx="3488432" cy="4464496"/>
            </a:xfrm>
            <a:prstGeom prst="rect">
              <a:avLst/>
            </a:prstGeom>
            <a:noFill/>
            <a:ln w="57150">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413F21-528C-ED43-8C6B-FB4968EBA42E}"/>
                </a:ext>
              </a:extLst>
            </p:cNvPr>
            <p:cNvSpPr txBox="1"/>
            <p:nvPr/>
          </p:nvSpPr>
          <p:spPr>
            <a:xfrm>
              <a:off x="8719242" y="4799801"/>
              <a:ext cx="2542684" cy="523220"/>
            </a:xfrm>
            <a:prstGeom prst="rect">
              <a:avLst/>
            </a:prstGeom>
            <a:noFill/>
          </p:spPr>
          <p:txBody>
            <a:bodyPr wrap="none" rtlCol="0">
              <a:spAutoFit/>
            </a:bodyPr>
            <a:lstStyle/>
            <a:p>
              <a:r>
                <a:rPr lang="en-US" sz="2800" b="1" dirty="0"/>
                <a:t>Key Schedule</a:t>
              </a:r>
            </a:p>
          </p:txBody>
        </p:sp>
      </p:grpSp>
    </p:spTree>
    <p:extLst>
      <p:ext uri="{BB962C8B-B14F-4D97-AF65-F5344CB8AC3E}">
        <p14:creationId xmlns:p14="http://schemas.microsoft.com/office/powerpoint/2010/main" val="2824183174"/>
      </p:ext>
    </p:extLst>
  </p:cSld>
  <p:clrMapOvr>
    <a:masterClrMapping/>
  </p:clrMapOvr>
  <mc:AlternateContent xmlns:mc="http://schemas.openxmlformats.org/markup-compatibility/2006" xmlns:p14="http://schemas.microsoft.com/office/powerpoint/2010/main">
    <mc:Choice Requires="p14">
      <p:transition spd="slow" p14:dur="2000" advTm="430474"/>
    </mc:Choice>
    <mc:Fallback xmlns="">
      <p:transition spd="slow" advTm="43047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DCA0-2C02-374A-A607-4BDD7F459399}"/>
              </a:ext>
            </a:extLst>
          </p:cNvPr>
          <p:cNvSpPr>
            <a:spLocks noGrp="1"/>
          </p:cNvSpPr>
          <p:nvPr>
            <p:ph type="title"/>
          </p:nvPr>
        </p:nvSpPr>
        <p:spPr/>
        <p:txBody>
          <a:bodyPr/>
          <a:lstStyle/>
          <a:p>
            <a:r>
              <a:rPr lang="en-US" dirty="0"/>
              <a:t>Key Schedule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C860B0-DA90-1E43-B3B3-23C95A9B15C4}"/>
                  </a:ext>
                </a:extLst>
              </p:cNvPr>
              <p:cNvSpPr>
                <a:spLocks noGrp="1"/>
              </p:cNvSpPr>
              <p:nvPr>
                <p:ph idx="1"/>
              </p:nvPr>
            </p:nvSpPr>
            <p:spPr>
              <a:xfrm>
                <a:off x="999614" y="1567302"/>
                <a:ext cx="10094383" cy="5301208"/>
              </a:xfrm>
            </p:spPr>
            <p:txBody>
              <a:bodyPr>
                <a:normAutofit/>
              </a:bodyPr>
              <a:lstStyle/>
              <a:p>
                <a:r>
                  <a:rPr lang="en-US" dirty="0"/>
                  <a:t>Permuted Choice 1 (PC1)</a:t>
                </a:r>
              </a:p>
              <a:p>
                <a:pPr lvl="1"/>
                <a:r>
                  <a:rPr lang="en-US" sz="2800" dirty="0"/>
                  <a:t>64 bits </a:t>
                </a:r>
                <a:r>
                  <a:rPr lang="en-US" sz="2800" dirty="0">
                    <a:sym typeface="Wingdings" pitchFamily="2" charset="2"/>
                  </a:rPr>
                  <a:t> 56 bits</a:t>
                </a:r>
              </a:p>
              <a:p>
                <a:pPr lvl="1"/>
                <a:r>
                  <a:rPr lang="en-US" sz="2800" dirty="0">
                    <a:sym typeface="Wingdings" pitchFamily="2" charset="2"/>
                  </a:rPr>
                  <a:t>Drop bits: 8, 16, 24, 32, 40, 48, 56, 64 (odd parity bits)</a:t>
                </a:r>
                <a:endParaRPr lang="en-US" sz="2800" dirty="0"/>
              </a:p>
              <a:p>
                <a:r>
                  <a:rPr lang="en-US" dirty="0"/>
                  <a:t>Left Shift/Rotate</a:t>
                </a:r>
              </a:p>
              <a:p>
                <a:pPr lvl="1"/>
                <a:r>
                  <a:rPr lang="en-US" sz="2800" dirty="0"/>
                  <a:t>In round 1, 2, 9, 16: rotate left by one bit (0111 </a:t>
                </a:r>
                <a:r>
                  <a:rPr lang="en-US" sz="2800" dirty="0">
                    <a:sym typeface="Wingdings" pitchFamily="2" charset="2"/>
                  </a:rPr>
                  <a:t> 1110</a:t>
                </a:r>
                <a:r>
                  <a:rPr lang="en-US" sz="2800" dirty="0"/>
                  <a:t>)</a:t>
                </a:r>
              </a:p>
              <a:p>
                <a:pPr lvl="1"/>
                <a:r>
                  <a:rPr lang="en-US" sz="2800" dirty="0"/>
                  <a:t>Other rounds: rotate left by two bits (0111 </a:t>
                </a:r>
                <a:r>
                  <a:rPr lang="en-US" sz="2800" dirty="0">
                    <a:sym typeface="Wingdings" pitchFamily="2" charset="2"/>
                  </a:rPr>
                  <a:t> 1101</a:t>
                </a:r>
                <a:r>
                  <a:rPr lang="en-US" sz="2800" dirty="0"/>
                  <a:t>)</a:t>
                </a:r>
              </a:p>
              <a:p>
                <a:pPr lvl="1"/>
                <a:r>
                  <a:rPr lang="en-US" sz="2800" dirty="0"/>
                  <a:t>Total number of bit position shifted: 4*1+12*2=28.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16</m:t>
                        </m:r>
                      </m:sub>
                    </m:sSub>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𝐷</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𝐷</m:t>
                        </m:r>
                      </m:e>
                      <m:sub>
                        <m:r>
                          <a:rPr lang="en-US" sz="2800" b="0" i="1" smtClean="0">
                            <a:latin typeface="Cambria Math" panose="02040503050406030204" pitchFamily="18" charset="0"/>
                          </a:rPr>
                          <m:t>16</m:t>
                        </m:r>
                      </m:sub>
                    </m:sSub>
                  </m:oMath>
                </a14:m>
                <a:endParaRPr lang="en-US" sz="2800" dirty="0"/>
              </a:p>
              <a:p>
                <a:r>
                  <a:rPr lang="en-US" dirty="0"/>
                  <a:t>Permuted Choice 2</a:t>
                </a:r>
              </a:p>
              <a:p>
                <a:pPr lvl="1"/>
                <a:r>
                  <a:rPr lang="en-US" sz="2800" dirty="0"/>
                  <a:t>Choose 24 bits from left half C and 24 bits from right half D</a:t>
                </a:r>
              </a:p>
              <a:p>
                <a:r>
                  <a:rPr lang="en-US" dirty="0"/>
                  <a:t>Each Key is merely a permutation of the original 56-bit key.</a:t>
                </a:r>
              </a:p>
            </p:txBody>
          </p:sp>
        </mc:Choice>
        <mc:Fallback xmlns="">
          <p:sp>
            <p:nvSpPr>
              <p:cNvPr id="3" name="Content Placeholder 2">
                <a:extLst>
                  <a:ext uri="{FF2B5EF4-FFF2-40B4-BE49-F238E27FC236}">
                    <a16:creationId xmlns:a16="http://schemas.microsoft.com/office/drawing/2014/main" id="{91C860B0-DA90-1E43-B3B3-23C95A9B15C4}"/>
                  </a:ext>
                </a:extLst>
              </p:cNvPr>
              <p:cNvSpPr>
                <a:spLocks noGrp="1" noRot="1" noChangeAspect="1" noMove="1" noResize="1" noEditPoints="1" noAdjustHandles="1" noChangeArrowheads="1" noChangeShapeType="1" noTextEdit="1"/>
              </p:cNvSpPr>
              <p:nvPr>
                <p:ph idx="1"/>
              </p:nvPr>
            </p:nvSpPr>
            <p:spPr>
              <a:xfrm>
                <a:off x="999614" y="1567302"/>
                <a:ext cx="10094383" cy="5301208"/>
              </a:xfrm>
              <a:blipFill>
                <a:blip r:embed="rId4"/>
                <a:stretch>
                  <a:fillRect l="-1005" t="-191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F6410B2-E213-AD7A-36EB-0116EBDDEE2D}"/>
              </a:ext>
            </a:extLst>
          </p:cNvPr>
          <p:cNvSpPr>
            <a:spLocks noGrp="1"/>
          </p:cNvSpPr>
          <p:nvPr>
            <p:ph type="sldNum" sz="quarter" idx="12"/>
          </p:nvPr>
        </p:nvSpPr>
        <p:spPr/>
        <p:txBody>
          <a:bodyPr/>
          <a:lstStyle/>
          <a:p>
            <a:fld id="{80E90D97-E47C-F643-9476-8E7632F37DDA}" type="slidenum">
              <a:rPr lang="en-US" smtClean="0"/>
              <a:t>5</a:t>
            </a:fld>
            <a:endParaRPr lang="en-US"/>
          </a:p>
        </p:txBody>
      </p:sp>
    </p:spTree>
    <p:extLst>
      <p:ext uri="{BB962C8B-B14F-4D97-AF65-F5344CB8AC3E}">
        <p14:creationId xmlns:p14="http://schemas.microsoft.com/office/powerpoint/2010/main" val="2296968226"/>
      </p:ext>
    </p:extLst>
  </p:cSld>
  <p:clrMapOvr>
    <a:masterClrMapping/>
  </p:clrMapOvr>
  <mc:AlternateContent xmlns:mc="http://schemas.openxmlformats.org/markup-compatibility/2006" xmlns:p14="http://schemas.microsoft.com/office/powerpoint/2010/main">
    <mc:Choice Requires="p14">
      <p:transition spd="slow" p14:dur="2000" advTm="246890"/>
    </mc:Choice>
    <mc:Fallback xmlns="">
      <p:transition spd="slow" advTm="24689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DCA0-2C02-374A-A607-4BDD7F459399}"/>
              </a:ext>
            </a:extLst>
          </p:cNvPr>
          <p:cNvSpPr>
            <a:spLocks noGrp="1"/>
          </p:cNvSpPr>
          <p:nvPr>
            <p:ph type="title"/>
          </p:nvPr>
        </p:nvSpPr>
        <p:spPr/>
        <p:txBody>
          <a:bodyPr/>
          <a:lstStyle/>
          <a:p>
            <a:r>
              <a:rPr lang="en-US" dirty="0"/>
              <a:t>Key Schedule (cont.)</a:t>
            </a:r>
            <a:br>
              <a:rPr lang="en-US" dirty="0"/>
            </a:br>
            <a:endParaRPr lang="en-US" dirty="0"/>
          </a:p>
        </p:txBody>
      </p:sp>
      <p:pic>
        <p:nvPicPr>
          <p:cNvPr id="6" name="Picture 5" descr="Diagram illustrating key generation process in DES encryption, showing initial 64-bit key (k) undergoing permutation choice 1 (PC-1) to produce 56-bit key split into two 28-bit halves (C16, D16). Subsequent steps include 16 rounds of left shifts (RS1 to RS15) and permutation choice 2 (PC-2) producing sixteen 48-bit subkeys (k1 to k16), with arrows indicating data flow and transformations.">
            <a:extLst>
              <a:ext uri="{FF2B5EF4-FFF2-40B4-BE49-F238E27FC236}">
                <a16:creationId xmlns:a16="http://schemas.microsoft.com/office/drawing/2014/main" id="{100789D9-7E19-924C-90B8-823B41E02FD3}"/>
              </a:ext>
            </a:extLst>
          </p:cNvPr>
          <p:cNvPicPr>
            <a:picLocks noChangeAspect="1"/>
          </p:cNvPicPr>
          <p:nvPr/>
        </p:nvPicPr>
        <p:blipFill>
          <a:blip r:embed="rId2"/>
          <a:stretch>
            <a:fillRect/>
          </a:stretch>
        </p:blipFill>
        <p:spPr>
          <a:xfrm>
            <a:off x="3986437" y="1113153"/>
            <a:ext cx="4104456" cy="5775296"/>
          </a:xfrm>
          <a:prstGeom prst="rect">
            <a:avLst/>
          </a:prstGeom>
        </p:spPr>
      </p:pic>
      <p:sp>
        <p:nvSpPr>
          <p:cNvPr id="8" name="Rounded Rectangle 7">
            <a:extLst>
              <a:ext uri="{FF2B5EF4-FFF2-40B4-BE49-F238E27FC236}">
                <a16:creationId xmlns:a16="http://schemas.microsoft.com/office/drawing/2014/main" id="{8097E96A-4813-A44B-8435-1B233C1BFDF8}"/>
              </a:ext>
            </a:extLst>
          </p:cNvPr>
          <p:cNvSpPr/>
          <p:nvPr/>
        </p:nvSpPr>
        <p:spPr>
          <a:xfrm>
            <a:off x="4007769" y="1300003"/>
            <a:ext cx="1800200" cy="564473"/>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Decryption</a:t>
            </a:r>
          </a:p>
        </p:txBody>
      </p:sp>
      <p:sp>
        <p:nvSpPr>
          <p:cNvPr id="3" name="Content Placeholder 2">
            <a:extLst>
              <a:ext uri="{FF2B5EF4-FFF2-40B4-BE49-F238E27FC236}">
                <a16:creationId xmlns:a16="http://schemas.microsoft.com/office/drawing/2014/main" id="{91C860B0-DA90-1E43-B3B3-23C95A9B15C4}"/>
              </a:ext>
            </a:extLst>
          </p:cNvPr>
          <p:cNvSpPr>
            <a:spLocks noGrp="1"/>
          </p:cNvSpPr>
          <p:nvPr>
            <p:ph idx="1"/>
          </p:nvPr>
        </p:nvSpPr>
        <p:spPr>
          <a:xfrm>
            <a:off x="294888" y="2055780"/>
            <a:ext cx="3697039" cy="4289425"/>
          </a:xfrm>
        </p:spPr>
        <p:txBody>
          <a:bodyPr/>
          <a:lstStyle/>
          <a:p>
            <a:r>
              <a:rPr lang="en-US" dirty="0"/>
              <a:t>Decryption</a:t>
            </a:r>
          </a:p>
          <a:p>
            <a:pPr lvl="1"/>
            <a:r>
              <a:rPr lang="en-US" sz="2400" dirty="0"/>
              <a:t>Reversed Key Schedule</a:t>
            </a:r>
          </a:p>
          <a:p>
            <a:pPr lvl="1"/>
            <a:r>
              <a:rPr lang="en-US" sz="2400" dirty="0"/>
              <a:t>In each round, the key is derived via RIGHT shifts in a similar fashion.</a:t>
            </a:r>
          </a:p>
        </p:txBody>
      </p:sp>
      <p:cxnSp>
        <p:nvCxnSpPr>
          <p:cNvPr id="10" name="Straight Connector 9" descr="Separate">
            <a:extLst>
              <a:ext uri="{FF2B5EF4-FFF2-40B4-BE49-F238E27FC236}">
                <a16:creationId xmlns:a16="http://schemas.microsoft.com/office/drawing/2014/main" id="{DAE368FB-CA4C-8345-AB68-535D0574A537}"/>
              </a:ext>
              <a:ext uri="{C183D7F6-B498-43B3-948B-1728B52AA6E4}">
                <adec:decorative xmlns:adec="http://schemas.microsoft.com/office/drawing/2017/decorative" val="0"/>
              </a:ext>
            </a:extLst>
          </p:cNvPr>
          <p:cNvCxnSpPr/>
          <p:nvPr/>
        </p:nvCxnSpPr>
        <p:spPr>
          <a:xfrm flipV="1">
            <a:off x="8090893" y="1113153"/>
            <a:ext cx="0" cy="5744847"/>
          </a:xfrm>
          <a:prstGeom prst="line">
            <a:avLst/>
          </a:prstGeom>
        </p:spPr>
        <p:style>
          <a:lnRef idx="2">
            <a:schemeClr val="accent1"/>
          </a:lnRef>
          <a:fillRef idx="0">
            <a:schemeClr val="accent1"/>
          </a:fillRef>
          <a:effectRef idx="1">
            <a:schemeClr val="accent1"/>
          </a:effectRef>
          <a:fontRef idx="minor">
            <a:schemeClr val="tx1"/>
          </a:fontRef>
        </p:style>
      </p:cxnSp>
      <p:pic>
        <p:nvPicPr>
          <p:cNvPr id="7" name="Picture 6" descr="Diagram illustrating key schedule process in DES encryption, showing initial 64-bit key (k) undergoing permutation (PC-1) to split into two 28-bit halves (C0, D0). Subsequent 16 rounds of left shifts (LS1 to LS16) and permutations (PC-2) generate sixteen 48-bit subkeys (k1 to k16), with arrows and labels indicating bit sizes and transformation steps.">
            <a:extLst>
              <a:ext uri="{FF2B5EF4-FFF2-40B4-BE49-F238E27FC236}">
                <a16:creationId xmlns:a16="http://schemas.microsoft.com/office/drawing/2014/main" id="{C69C6734-E895-D04E-9594-8140FF031DE8}"/>
              </a:ext>
            </a:extLst>
          </p:cNvPr>
          <p:cNvPicPr>
            <a:picLocks noChangeAspect="1"/>
          </p:cNvPicPr>
          <p:nvPr/>
        </p:nvPicPr>
        <p:blipFill rotWithShape="1">
          <a:blip r:embed="rId3"/>
          <a:srcRect l="5688" t="1743" r="7416"/>
          <a:stretch/>
        </p:blipFill>
        <p:spPr>
          <a:xfrm>
            <a:off x="8090893" y="1113153"/>
            <a:ext cx="4114800" cy="5775296"/>
          </a:xfrm>
          <a:prstGeom prst="rect">
            <a:avLst/>
          </a:prstGeom>
        </p:spPr>
      </p:pic>
      <p:sp>
        <p:nvSpPr>
          <p:cNvPr id="5" name="Rounded Rectangle 4">
            <a:extLst>
              <a:ext uri="{FF2B5EF4-FFF2-40B4-BE49-F238E27FC236}">
                <a16:creationId xmlns:a16="http://schemas.microsoft.com/office/drawing/2014/main" id="{038BDABC-C4FA-2F43-92D8-D040DC3F82B6}"/>
              </a:ext>
            </a:extLst>
          </p:cNvPr>
          <p:cNvSpPr/>
          <p:nvPr/>
        </p:nvSpPr>
        <p:spPr>
          <a:xfrm>
            <a:off x="8112225" y="1331645"/>
            <a:ext cx="1800200" cy="564473"/>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Encryption</a:t>
            </a:r>
          </a:p>
        </p:txBody>
      </p:sp>
      <p:sp>
        <p:nvSpPr>
          <p:cNvPr id="4" name="Slide Number Placeholder 3">
            <a:extLst>
              <a:ext uri="{FF2B5EF4-FFF2-40B4-BE49-F238E27FC236}">
                <a16:creationId xmlns:a16="http://schemas.microsoft.com/office/drawing/2014/main" id="{F99F64F4-FD02-91FA-9B13-24CF6F83288E}"/>
              </a:ext>
            </a:extLst>
          </p:cNvPr>
          <p:cNvSpPr>
            <a:spLocks noGrp="1"/>
          </p:cNvSpPr>
          <p:nvPr>
            <p:ph type="sldNum" sz="quarter" idx="12"/>
          </p:nvPr>
        </p:nvSpPr>
        <p:spPr/>
        <p:txBody>
          <a:bodyPr/>
          <a:lstStyle/>
          <a:p>
            <a:fld id="{80E90D97-E47C-F643-9476-8E7632F37DDA}" type="slidenum">
              <a:rPr lang="en-US" smtClean="0"/>
              <a:t>6</a:t>
            </a:fld>
            <a:endParaRPr lang="en-US"/>
          </a:p>
        </p:txBody>
      </p:sp>
    </p:spTree>
    <p:extLst>
      <p:ext uri="{BB962C8B-B14F-4D97-AF65-F5344CB8AC3E}">
        <p14:creationId xmlns:p14="http://schemas.microsoft.com/office/powerpoint/2010/main" val="842290342"/>
      </p:ext>
    </p:extLst>
  </p:cSld>
  <p:clrMapOvr>
    <a:masterClrMapping/>
  </p:clrMapOvr>
  <mc:AlternateContent xmlns:mc="http://schemas.openxmlformats.org/markup-compatibility/2006" xmlns:p14="http://schemas.microsoft.com/office/powerpoint/2010/main">
    <mc:Choice Requires="p14">
      <p:transition spd="slow" p14:dur="2000" advTm="241213"/>
    </mc:Choice>
    <mc:Fallback xmlns="">
      <p:transition spd="slow" advTm="24121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descr="General depiction of DES encryption algorithm.">
            <a:extLst>
              <a:ext uri="{FF2B5EF4-FFF2-40B4-BE49-F238E27FC236}">
                <a16:creationId xmlns:a16="http://schemas.microsoft.com/office/drawing/2014/main" id="{1A858AFB-C9C4-074A-9798-BDD99D434FA6}"/>
              </a:ext>
            </a:extLst>
          </p:cNvPr>
          <p:cNvGrpSpPr/>
          <p:nvPr/>
        </p:nvGrpSpPr>
        <p:grpSpPr>
          <a:xfrm>
            <a:off x="4511824" y="-219635"/>
            <a:ext cx="5638800" cy="7297270"/>
            <a:chOff x="3503712" y="-219635"/>
            <a:chExt cx="5638800" cy="7297270"/>
          </a:xfrm>
        </p:grpSpPr>
        <p:pic>
          <p:nvPicPr>
            <p:cNvPr id="11" name="Picture 10" descr="f0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6"/>
                <a:stretch>
                  <a:fillRect/>
                </a:stretch>
              </p:blipFill>
            </mc:Choice>
            <mc:Fallback>
              <p:blipFill>
                <a:blip r:embed="rId7"/>
                <a:stretch>
                  <a:fillRect/>
                </a:stretch>
              </p:blipFill>
            </mc:Fallback>
          </mc:AlternateContent>
          <p:spPr>
            <a:xfrm>
              <a:off x="3503712" y="-219635"/>
              <a:ext cx="5638800" cy="7297270"/>
            </a:xfrm>
            <a:prstGeom prst="rect">
              <a:avLst/>
            </a:prstGeom>
          </p:spPr>
        </p:pic>
        <p:cxnSp>
          <p:nvCxnSpPr>
            <p:cNvPr id="8" name="Straight Connector 7">
              <a:extLst>
                <a:ext uri="{FF2B5EF4-FFF2-40B4-BE49-F238E27FC236}">
                  <a16:creationId xmlns:a16="http://schemas.microsoft.com/office/drawing/2014/main" id="{346083EB-AD94-E448-B735-E38338BA6622}"/>
                </a:ext>
              </a:extLst>
            </p:cNvPr>
            <p:cNvCxnSpPr/>
            <p:nvPr/>
          </p:nvCxnSpPr>
          <p:spPr>
            <a:xfrm>
              <a:off x="5663952" y="260648"/>
              <a:ext cx="0" cy="5848052"/>
            </a:xfrm>
            <a:prstGeom prst="line">
              <a:avLst/>
            </a:prstGeom>
          </p:spPr>
          <p:style>
            <a:lnRef idx="2">
              <a:schemeClr val="accent1"/>
            </a:lnRef>
            <a:fillRef idx="0">
              <a:schemeClr val="accent1"/>
            </a:fillRef>
            <a:effectRef idx="1">
              <a:schemeClr val="accent1"/>
            </a:effectRef>
            <a:fontRef idx="minor">
              <a:schemeClr val="tx1"/>
            </a:fontRef>
          </p:style>
        </p:cxnSp>
      </p:grpSp>
      <p:sp>
        <p:nvSpPr>
          <p:cNvPr id="4" name="Title 3">
            <a:extLst>
              <a:ext uri="{FF2B5EF4-FFF2-40B4-BE49-F238E27FC236}">
                <a16:creationId xmlns:a16="http://schemas.microsoft.com/office/drawing/2014/main" id="{AE6AF154-3A2F-2541-1D9D-BCB6069A11EA}"/>
              </a:ext>
            </a:extLst>
          </p:cNvPr>
          <p:cNvSpPr>
            <a:spLocks noGrp="1"/>
          </p:cNvSpPr>
          <p:nvPr>
            <p:ph type="title"/>
          </p:nvPr>
        </p:nvSpPr>
        <p:spPr>
          <a:xfrm>
            <a:off x="7561312" y="4948535"/>
            <a:ext cx="4630688" cy="1325563"/>
          </a:xfrm>
        </p:spPr>
        <p:txBody>
          <a:bodyPr/>
          <a:lstStyle/>
          <a:p>
            <a:r>
              <a:rPr lang="en-US" dirty="0"/>
              <a:t>F-Function Review</a:t>
            </a:r>
          </a:p>
        </p:txBody>
      </p:sp>
      <p:pic>
        <p:nvPicPr>
          <p:cNvPr id="16" name="Picture 15" descr="Diagram illustrating a cryptographic function process involving expansion, key mixing, substitution, and permutation steps. It shows input labeled R_(i-1) expanded from 32 to 48 bits, combined with a 48-bit key k_i, split into eight 6-bit segments processed by S-boxes S1 to S8, each producing 4-bit outputs, then recombined into 32 bits and permuted by P.">
            <a:extLst>
              <a:ext uri="{FF2B5EF4-FFF2-40B4-BE49-F238E27FC236}">
                <a16:creationId xmlns:a16="http://schemas.microsoft.com/office/drawing/2014/main" id="{0062F5F9-CAEC-2341-A738-5B72BBEBA3E9}"/>
              </a:ext>
            </a:extLst>
          </p:cNvPr>
          <p:cNvPicPr>
            <a:picLocks noChangeAspect="1"/>
          </p:cNvPicPr>
          <p:nvPr/>
        </p:nvPicPr>
        <p:blipFill rotWithShape="1">
          <a:blip r:embed="rId8"/>
          <a:srcRect t="5745"/>
          <a:stretch/>
        </p:blipFill>
        <p:spPr>
          <a:xfrm>
            <a:off x="942459" y="2403040"/>
            <a:ext cx="3635769" cy="4454960"/>
          </a:xfrm>
          <a:prstGeom prst="rect">
            <a:avLst/>
          </a:prstGeom>
        </p:spPr>
      </p:pic>
      <p:cxnSp>
        <p:nvCxnSpPr>
          <p:cNvPr id="18" name="Straight Arrow Connector 17">
            <a:extLst>
              <a:ext uri="{FF2B5EF4-FFF2-40B4-BE49-F238E27FC236}">
                <a16:creationId xmlns:a16="http://schemas.microsoft.com/office/drawing/2014/main" id="{6B5B8863-8ADD-564E-8BC0-09A2E00773B4}"/>
              </a:ext>
              <a:ext uri="{C183D7F6-B498-43B3-948B-1728B52AA6E4}">
                <adec:decorative xmlns:adec="http://schemas.microsoft.com/office/drawing/2017/decorative" val="1"/>
              </a:ext>
            </a:extLst>
          </p:cNvPr>
          <p:cNvCxnSpPr>
            <a:cxnSpLocks/>
          </p:cNvCxnSpPr>
          <p:nvPr/>
        </p:nvCxnSpPr>
        <p:spPr>
          <a:xfrm>
            <a:off x="2903489" y="1245355"/>
            <a:ext cx="470326" cy="1391557"/>
          </a:xfrm>
          <a:prstGeom prst="straightConnector1">
            <a:avLst/>
          </a:prstGeom>
          <a:ln w="76200">
            <a:solidFill>
              <a:srgbClr val="FF0000">
                <a:alpha val="50000"/>
              </a:srgbClr>
            </a:solidFill>
            <a:tailEnd type="triangle"/>
          </a:ln>
        </p:spPr>
        <p:style>
          <a:lnRef idx="2">
            <a:schemeClr val="accent1"/>
          </a:lnRef>
          <a:fillRef idx="0">
            <a:schemeClr val="accent1"/>
          </a:fillRef>
          <a:effectRef idx="1">
            <a:schemeClr val="accent1"/>
          </a:effectRef>
          <a:fontRef idx="minor">
            <a:schemeClr val="tx1"/>
          </a:fontRef>
        </p:style>
      </p:cxnSp>
      <p:sp>
        <p:nvSpPr>
          <p:cNvPr id="14" name="Right Arrow 13">
            <a:extLst>
              <a:ext uri="{FF2B5EF4-FFF2-40B4-BE49-F238E27FC236}">
                <a16:creationId xmlns:a16="http://schemas.microsoft.com/office/drawing/2014/main" id="{76F8D5C5-1310-C543-8985-826B88F8E67A}"/>
              </a:ext>
              <a:ext uri="{C183D7F6-B498-43B3-948B-1728B52AA6E4}">
                <adec:decorative xmlns:adec="http://schemas.microsoft.com/office/drawing/2017/decorative" val="1"/>
              </a:ext>
            </a:extLst>
          </p:cNvPr>
          <p:cNvSpPr/>
          <p:nvPr/>
        </p:nvSpPr>
        <p:spPr>
          <a:xfrm rot="12429341" flipV="1">
            <a:off x="3529344" y="1252782"/>
            <a:ext cx="1549366" cy="1725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descr="Diagram illustrating one round of a Feistel cipher, showing input plaintext split into left (LE0) and right (RE0) halves. Right half (RE0) is processed with function F and key K1, then combined with left half (LE0) using XOR to produce new right half (RE1), while original right half (RE0) becomes new left half (LE1).">
            <a:extLst>
              <a:ext uri="{FF2B5EF4-FFF2-40B4-BE49-F238E27FC236}">
                <a16:creationId xmlns:a16="http://schemas.microsoft.com/office/drawing/2014/main" id="{BEE7E158-C1F6-444F-93D0-6590677BDCBD}"/>
              </a:ext>
            </a:extLst>
          </p:cNvPr>
          <p:cNvPicPr>
            <a:picLocks noChangeAspect="1"/>
          </p:cNvPicPr>
          <p:nvPr/>
        </p:nvPicPr>
        <p:blipFill>
          <a:blip r:embed="rId9"/>
          <a:stretch>
            <a:fillRect/>
          </a:stretch>
        </p:blipFill>
        <p:spPr>
          <a:xfrm>
            <a:off x="1183116" y="148777"/>
            <a:ext cx="2506464" cy="2193156"/>
          </a:xfrm>
          <a:prstGeom prst="rect">
            <a:avLst/>
          </a:prstGeom>
        </p:spPr>
      </p:pic>
      <p:sp>
        <p:nvSpPr>
          <p:cNvPr id="2" name="Slide Number Placeholder 1">
            <a:extLst>
              <a:ext uri="{FF2B5EF4-FFF2-40B4-BE49-F238E27FC236}">
                <a16:creationId xmlns:a16="http://schemas.microsoft.com/office/drawing/2014/main" id="{10391540-F396-5E0A-DF82-D1CB68BDC653}"/>
              </a:ext>
            </a:extLst>
          </p:cNvPr>
          <p:cNvSpPr>
            <a:spLocks noGrp="1"/>
          </p:cNvSpPr>
          <p:nvPr>
            <p:ph type="sldNum" sz="quarter" idx="12"/>
          </p:nvPr>
        </p:nvSpPr>
        <p:spPr/>
        <p:txBody>
          <a:bodyPr/>
          <a:lstStyle/>
          <a:p>
            <a:fld id="{80E90D97-E47C-F643-9476-8E7632F37DDA}" type="slidenum">
              <a:rPr lang="en-US" smtClean="0"/>
              <a:t>7</a:t>
            </a:fld>
            <a:endParaRPr lang="en-US"/>
          </a:p>
        </p:txBody>
      </p:sp>
    </p:spTree>
    <p:extLst>
      <p:ext uri="{BB962C8B-B14F-4D97-AF65-F5344CB8AC3E}">
        <p14:creationId xmlns:p14="http://schemas.microsoft.com/office/powerpoint/2010/main" val="3125449454"/>
      </p:ext>
    </p:extLst>
  </p:cSld>
  <p:clrMapOvr>
    <a:masterClrMapping/>
  </p:clrMapOvr>
  <p:transition spd="med" advTm="284821">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ata Encryption Standard) - ppt download">
            <a:extLst>
              <a:ext uri="{FF2B5EF4-FFF2-40B4-BE49-F238E27FC236}">
                <a16:creationId xmlns:a16="http://schemas.microsoft.com/office/drawing/2014/main" id="{E5A7D41E-85AD-F747-B3A2-013F1F1692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88" t="16401" r="5900" b="7315"/>
          <a:stretch/>
        </p:blipFill>
        <p:spPr bwMode="auto">
          <a:xfrm>
            <a:off x="1181454" y="212268"/>
            <a:ext cx="9829092" cy="643346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0EDA227B-C966-6CA8-0860-DC4A8459E3F0}"/>
              </a:ext>
            </a:extLst>
          </p:cNvPr>
          <p:cNvSpPr>
            <a:spLocks noGrp="1"/>
          </p:cNvSpPr>
          <p:nvPr>
            <p:ph type="title"/>
          </p:nvPr>
        </p:nvSpPr>
        <p:spPr>
          <a:xfrm>
            <a:off x="101600" y="1165225"/>
            <a:ext cx="1993900" cy="1325563"/>
          </a:xfrm>
        </p:spPr>
        <p:txBody>
          <a:bodyPr>
            <a:normAutofit/>
          </a:bodyPr>
          <a:lstStyle/>
          <a:p>
            <a:r>
              <a:rPr lang="en-US" sz="3600" dirty="0"/>
              <a:t>DES Workflow</a:t>
            </a:r>
          </a:p>
        </p:txBody>
      </p:sp>
      <p:sp>
        <p:nvSpPr>
          <p:cNvPr id="2" name="Slide Number Placeholder 1">
            <a:extLst>
              <a:ext uri="{FF2B5EF4-FFF2-40B4-BE49-F238E27FC236}">
                <a16:creationId xmlns:a16="http://schemas.microsoft.com/office/drawing/2014/main" id="{6F025F3D-C750-09A6-FF13-C26B6C05F1DA}"/>
              </a:ext>
            </a:extLst>
          </p:cNvPr>
          <p:cNvSpPr>
            <a:spLocks noGrp="1"/>
          </p:cNvSpPr>
          <p:nvPr>
            <p:ph type="sldNum" sz="quarter" idx="12"/>
          </p:nvPr>
        </p:nvSpPr>
        <p:spPr/>
        <p:txBody>
          <a:bodyPr/>
          <a:lstStyle/>
          <a:p>
            <a:fld id="{80E90D97-E47C-F643-9476-8E7632F37DDA}" type="slidenum">
              <a:rPr lang="en-US" smtClean="0"/>
              <a:t>8</a:t>
            </a:fld>
            <a:endParaRPr lang="en-US"/>
          </a:p>
        </p:txBody>
      </p:sp>
    </p:spTree>
    <p:extLst>
      <p:ext uri="{BB962C8B-B14F-4D97-AF65-F5344CB8AC3E}">
        <p14:creationId xmlns:p14="http://schemas.microsoft.com/office/powerpoint/2010/main" val="3939059240"/>
      </p:ext>
    </p:extLst>
  </p:cSld>
  <p:clrMapOvr>
    <a:masterClrMapping/>
  </p:clrMapOvr>
  <mc:AlternateContent xmlns:mc="http://schemas.openxmlformats.org/markup-compatibility/2006" xmlns:p14="http://schemas.microsoft.com/office/powerpoint/2010/main">
    <mc:Choice Requires="p14">
      <p:transition spd="slow" p14:dur="2000" advTm="57877"/>
    </mc:Choice>
    <mc:Fallback xmlns="">
      <p:transition spd="slow" advTm="5787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6C0E-92F2-0545-B4EB-C746B00A11E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48104CD-9885-6B4E-8A06-0A05C9278752}"/>
              </a:ext>
            </a:extLst>
          </p:cNvPr>
          <p:cNvSpPr>
            <a:spLocks noGrp="1"/>
          </p:cNvSpPr>
          <p:nvPr>
            <p:ph idx="1"/>
          </p:nvPr>
        </p:nvSpPr>
        <p:spPr>
          <a:xfrm>
            <a:off x="838200" y="1950320"/>
            <a:ext cx="11137900" cy="4351338"/>
          </a:xfrm>
        </p:spPr>
        <p:txBody>
          <a:bodyPr>
            <a:normAutofit/>
          </a:bodyPr>
          <a:lstStyle/>
          <a:p>
            <a:r>
              <a:rPr lang="en-US" sz="3200" dirty="0"/>
              <a:t>2 Rounds + Swap, F(R,K) = R</a:t>
            </a:r>
            <a:r>
              <a:rPr lang="en-US" sz="3200" baseline="30000" dirty="0"/>
              <a:t>K</a:t>
            </a:r>
            <a:r>
              <a:rPr lang="en-US" sz="3200" dirty="0"/>
              <a:t> mod 11, K1 = 9, K2 = 16</a:t>
            </a:r>
          </a:p>
          <a:p>
            <a:r>
              <a:rPr lang="en-US" sz="3200" dirty="0"/>
              <a:t>Plaintext = 1101 0110</a:t>
            </a:r>
          </a:p>
          <a:p>
            <a:r>
              <a:rPr lang="en-US" sz="3200" dirty="0"/>
              <a:t>What is the final ciphertext?</a:t>
            </a:r>
          </a:p>
        </p:txBody>
      </p:sp>
      <p:sp>
        <p:nvSpPr>
          <p:cNvPr id="4" name="Slide Number Placeholder 3">
            <a:extLst>
              <a:ext uri="{FF2B5EF4-FFF2-40B4-BE49-F238E27FC236}">
                <a16:creationId xmlns:a16="http://schemas.microsoft.com/office/drawing/2014/main" id="{27F5ABCE-644A-B314-C629-72F7C278E3D4}"/>
              </a:ext>
            </a:extLst>
          </p:cNvPr>
          <p:cNvSpPr>
            <a:spLocks noGrp="1"/>
          </p:cNvSpPr>
          <p:nvPr>
            <p:ph type="sldNum" sz="quarter" idx="12"/>
          </p:nvPr>
        </p:nvSpPr>
        <p:spPr/>
        <p:txBody>
          <a:bodyPr/>
          <a:lstStyle/>
          <a:p>
            <a:fld id="{80E90D97-E47C-F643-9476-8E7632F37DDA}" type="slidenum">
              <a:rPr lang="en-US" smtClean="0"/>
              <a:t>9</a:t>
            </a:fld>
            <a:endParaRPr lang="en-US"/>
          </a:p>
        </p:txBody>
      </p:sp>
    </p:spTree>
    <p:extLst>
      <p:ext uri="{BB962C8B-B14F-4D97-AF65-F5344CB8AC3E}">
        <p14:creationId xmlns:p14="http://schemas.microsoft.com/office/powerpoint/2010/main" val="2662456978"/>
      </p:ext>
    </p:extLst>
  </p:cSld>
  <p:clrMapOvr>
    <a:masterClrMapping/>
  </p:clrMapOvr>
  <mc:AlternateContent xmlns:mc="http://schemas.openxmlformats.org/markup-compatibility/2006" xmlns:p14="http://schemas.microsoft.com/office/powerpoint/2010/main">
    <mc:Choice Requires="p14">
      <p:transition spd="slow" p14:dur="2000" advTm="46560"/>
    </mc:Choice>
    <mc:Fallback xmlns="">
      <p:transition spd="slow" advTm="4656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6ACB4-7293-E543-8B70-67A856CAEA1C}"/>
              </a:ext>
            </a:extLst>
          </p:cNvPr>
          <p:cNvSpPr>
            <a:spLocks noGrp="1"/>
          </p:cNvSpPr>
          <p:nvPr>
            <p:ph type="title"/>
          </p:nvPr>
        </p:nvSpPr>
        <p:spPr/>
        <p:txBody>
          <a:bodyPr/>
          <a:lstStyle/>
          <a:p>
            <a:r>
              <a:rPr lang="en-US" dirty="0"/>
              <a:t>Example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773EA0-021F-9843-88BA-DCD0EE8D5369}"/>
                  </a:ext>
                </a:extLst>
              </p:cNvPr>
              <p:cNvSpPr>
                <a:spLocks noGrp="1"/>
              </p:cNvSpPr>
              <p:nvPr>
                <p:ph idx="1"/>
              </p:nvPr>
            </p:nvSpPr>
            <p:spPr/>
            <p:txBody>
              <a:bodyPr/>
              <a:lstStyle/>
              <a:p>
                <a:r>
                  <a:rPr lang="en-US" dirty="0"/>
                  <a:t>Round 1:</a:t>
                </a:r>
              </a:p>
              <a:p>
                <a:pPr lvl="1"/>
                <a:r>
                  <a:rPr lang="en-US" dirty="0"/>
                  <a:t>R0 = 0110 </a:t>
                </a:r>
                <a:r>
                  <a:rPr lang="en-US" dirty="0">
                    <a:sym typeface="Wingdings" pitchFamily="2" charset="2"/>
                  </a:rPr>
                  <a:t> 6, L0 = 1101</a:t>
                </a:r>
              </a:p>
              <a:p>
                <a:pPr lvl="1"/>
                <a:r>
                  <a:rPr lang="en-US" dirty="0">
                    <a:sym typeface="Wingdings" pitchFamily="2" charset="2"/>
                  </a:rPr>
                  <a:t>F(R,K) = 6</a:t>
                </a:r>
                <a:r>
                  <a:rPr lang="en-US" baseline="30000" dirty="0">
                    <a:sym typeface="Wingdings" pitchFamily="2" charset="2"/>
                  </a:rPr>
                  <a:t>9</a:t>
                </a:r>
                <a:r>
                  <a:rPr lang="en-US" dirty="0">
                    <a:sym typeface="Wingdings" pitchFamily="2" charset="2"/>
                  </a:rPr>
                  <a:t> mod 11 </a:t>
                </a:r>
                <a:r>
                  <a:rPr lang="en-US" b="1" dirty="0">
                    <a:sym typeface="Wingdings" pitchFamily="2" charset="2"/>
                  </a:rPr>
                  <a:t>(Modular Exponentiation)</a:t>
                </a:r>
              </a:p>
              <a:p>
                <a:pPr lvl="2"/>
                <a:r>
                  <a:rPr lang="en-US" dirty="0">
                    <a:sym typeface="Wingdings" pitchFamily="2" charset="2"/>
                  </a:rPr>
                  <a:t>6</a:t>
                </a:r>
                <a:r>
                  <a:rPr lang="en-US" baseline="30000" dirty="0">
                    <a:sym typeface="Wingdings" pitchFamily="2" charset="2"/>
                  </a:rPr>
                  <a:t>2</a:t>
                </a:r>
                <a:r>
                  <a:rPr lang="en-US" dirty="0">
                    <a:sym typeface="Wingdings" pitchFamily="2" charset="2"/>
                  </a:rPr>
                  <a:t> mod 11 = 36 mod 11 = 3</a:t>
                </a:r>
              </a:p>
              <a:p>
                <a:pPr lvl="2"/>
                <a:r>
                  <a:rPr lang="en-US" dirty="0">
                    <a:sym typeface="Wingdings" pitchFamily="2" charset="2"/>
                  </a:rPr>
                  <a:t>6</a:t>
                </a:r>
                <a:r>
                  <a:rPr lang="en-US" baseline="30000" dirty="0">
                    <a:sym typeface="Wingdings" pitchFamily="2" charset="2"/>
                  </a:rPr>
                  <a:t>4</a:t>
                </a:r>
                <a:r>
                  <a:rPr lang="en-US" dirty="0">
                    <a:sym typeface="Wingdings" pitchFamily="2" charset="2"/>
                  </a:rPr>
                  <a:t> mod 11 = 6</a:t>
                </a:r>
                <a:r>
                  <a:rPr lang="en-US" baseline="30000" dirty="0">
                    <a:sym typeface="Wingdings" pitchFamily="2" charset="2"/>
                  </a:rPr>
                  <a:t>2</a:t>
                </a:r>
                <a14:m>
                  <m:oMath xmlns:m="http://schemas.openxmlformats.org/officeDocument/2006/math">
                    <m:r>
                      <a:rPr lang="en-US" i="1" smtClean="0">
                        <a:latin typeface="Cambria Math" panose="02040503050406030204" pitchFamily="18" charset="0"/>
                        <a:ea typeface="Cambria Math" panose="02040503050406030204" pitchFamily="18" charset="0"/>
                        <a:sym typeface="Wingdings" pitchFamily="2" charset="2"/>
                      </a:rPr>
                      <m:t>×</m:t>
                    </m:r>
                  </m:oMath>
                </a14:m>
                <a:r>
                  <a:rPr lang="en-US" dirty="0">
                    <a:sym typeface="Wingdings" pitchFamily="2" charset="2"/>
                  </a:rPr>
                  <a:t>6</a:t>
                </a:r>
                <a:r>
                  <a:rPr lang="en-US" baseline="30000" dirty="0">
                    <a:sym typeface="Wingdings" pitchFamily="2" charset="2"/>
                  </a:rPr>
                  <a:t>2 </a:t>
                </a:r>
                <a:r>
                  <a:rPr lang="en-US" dirty="0">
                    <a:sym typeface="Wingdings" pitchFamily="2" charset="2"/>
                  </a:rPr>
                  <a:t> mod 11 = 3</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3 mod 11 = 9</a:t>
                </a:r>
              </a:p>
              <a:p>
                <a:pPr lvl="2"/>
                <a:r>
                  <a:rPr lang="en-US" dirty="0">
                    <a:sym typeface="Wingdings" pitchFamily="2" charset="2"/>
                  </a:rPr>
                  <a:t>6</a:t>
                </a:r>
                <a:r>
                  <a:rPr lang="en-US" baseline="30000" dirty="0">
                    <a:sym typeface="Wingdings" pitchFamily="2" charset="2"/>
                  </a:rPr>
                  <a:t>8</a:t>
                </a:r>
                <a:r>
                  <a:rPr lang="en-US" dirty="0">
                    <a:sym typeface="Wingdings" pitchFamily="2" charset="2"/>
                  </a:rPr>
                  <a:t> mod 11 = 6</a:t>
                </a:r>
                <a:r>
                  <a:rPr lang="en-US" baseline="30000" dirty="0">
                    <a:sym typeface="Wingdings" pitchFamily="2" charset="2"/>
                  </a:rPr>
                  <a:t>4</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sym typeface="Wingdings" pitchFamily="2" charset="2"/>
                  </a:rPr>
                  <a:t>6</a:t>
                </a:r>
                <a:r>
                  <a:rPr lang="en-US" baseline="30000" dirty="0">
                    <a:sym typeface="Wingdings" pitchFamily="2" charset="2"/>
                  </a:rPr>
                  <a:t>4 </a:t>
                </a:r>
                <a:r>
                  <a:rPr lang="en-US" dirty="0">
                    <a:sym typeface="Wingdings" pitchFamily="2" charset="2"/>
                  </a:rPr>
                  <a:t> mod 11 = 9</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9 mod 11 = 4</a:t>
                </a:r>
              </a:p>
              <a:p>
                <a:pPr lvl="2"/>
                <a:r>
                  <a:rPr lang="en-US" dirty="0">
                    <a:sym typeface="Wingdings" pitchFamily="2" charset="2"/>
                  </a:rPr>
                  <a:t>6</a:t>
                </a:r>
                <a:r>
                  <a:rPr lang="en-US" baseline="30000" dirty="0">
                    <a:sym typeface="Wingdings" pitchFamily="2" charset="2"/>
                  </a:rPr>
                  <a:t>9</a:t>
                </a:r>
                <a:r>
                  <a:rPr lang="en-US" dirty="0">
                    <a:sym typeface="Wingdings" pitchFamily="2" charset="2"/>
                  </a:rPr>
                  <a:t> mod 11 = 6</a:t>
                </a:r>
                <a:r>
                  <a:rPr lang="en-US" baseline="30000" dirty="0">
                    <a:sym typeface="Wingdings" pitchFamily="2" charset="2"/>
                  </a:rPr>
                  <a:t>8</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sym typeface="Wingdings" pitchFamily="2" charset="2"/>
                  </a:rPr>
                  <a:t>6</a:t>
                </a:r>
                <a:r>
                  <a:rPr lang="en-US" baseline="30000" dirty="0">
                    <a:sym typeface="Wingdings" pitchFamily="2" charset="2"/>
                  </a:rPr>
                  <a:t> </a:t>
                </a:r>
                <a:r>
                  <a:rPr lang="en-US" dirty="0">
                    <a:sym typeface="Wingdings" pitchFamily="2" charset="2"/>
                  </a:rPr>
                  <a:t> mod 11 = 4</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6 mod 11 = 2	</a:t>
                </a:r>
              </a:p>
              <a:p>
                <a:pPr lvl="1"/>
                <a:r>
                  <a:rPr lang="en-US" dirty="0">
                    <a:sym typeface="Wingdings" pitchFamily="2" charset="2"/>
                  </a:rPr>
                  <a:t>F(R,K) = 6</a:t>
                </a:r>
                <a:r>
                  <a:rPr lang="en-US" baseline="30000" dirty="0">
                    <a:sym typeface="Wingdings" pitchFamily="2" charset="2"/>
                  </a:rPr>
                  <a:t>9</a:t>
                </a:r>
                <a:r>
                  <a:rPr lang="en-US" dirty="0">
                    <a:sym typeface="Wingdings" pitchFamily="2" charset="2"/>
                  </a:rPr>
                  <a:t> mod 11 = 2  0010</a:t>
                </a:r>
              </a:p>
              <a:p>
                <a:pPr lvl="1"/>
                <a:r>
                  <a:rPr lang="en-US" dirty="0">
                    <a:sym typeface="Wingdings" pitchFamily="2" charset="2"/>
                  </a:rPr>
                  <a:t>R1 = 0010 </a:t>
                </a:r>
                <a14:m>
                  <m:oMath xmlns:m="http://schemas.openxmlformats.org/officeDocument/2006/math">
                    <m:r>
                      <a:rPr lang="en-US" i="1" smtClean="0">
                        <a:latin typeface="Cambria Math" panose="02040503050406030204" pitchFamily="18" charset="0"/>
                        <a:ea typeface="Cambria Math" panose="02040503050406030204" pitchFamily="18" charset="0"/>
                        <a:sym typeface="Wingdings" pitchFamily="2" charset="2"/>
                      </a:rPr>
                      <m:t>⨁</m:t>
                    </m:r>
                  </m:oMath>
                </a14:m>
                <a:r>
                  <a:rPr lang="en-US" dirty="0"/>
                  <a:t> L0 = 0010 </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 1101 = 1111</a:t>
                </a:r>
              </a:p>
              <a:p>
                <a:pPr lvl="1"/>
                <a:r>
                  <a:rPr lang="en-US" dirty="0"/>
                  <a:t>Therefore, R1 = 1111, L1 = R0 = 0110</a:t>
                </a:r>
              </a:p>
              <a:p>
                <a:pPr lvl="2"/>
                <a:endParaRPr lang="en-US" dirty="0"/>
              </a:p>
              <a:p>
                <a:pPr lvl="2"/>
                <a:endParaRPr lang="en-US" dirty="0"/>
              </a:p>
            </p:txBody>
          </p:sp>
        </mc:Choice>
        <mc:Fallback xmlns="">
          <p:sp>
            <p:nvSpPr>
              <p:cNvPr id="3" name="Content Placeholder 2">
                <a:extLst>
                  <a:ext uri="{FF2B5EF4-FFF2-40B4-BE49-F238E27FC236}">
                    <a16:creationId xmlns:a16="http://schemas.microsoft.com/office/drawing/2014/main" id="{F7773EA0-021F-9843-88BA-DCD0EE8D536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90A76F-870D-A421-662E-C5678E3CD10C}"/>
              </a:ext>
            </a:extLst>
          </p:cNvPr>
          <p:cNvSpPr>
            <a:spLocks noGrp="1"/>
          </p:cNvSpPr>
          <p:nvPr>
            <p:ph type="sldNum" sz="quarter" idx="12"/>
          </p:nvPr>
        </p:nvSpPr>
        <p:spPr/>
        <p:txBody>
          <a:bodyPr/>
          <a:lstStyle/>
          <a:p>
            <a:fld id="{80E90D97-E47C-F643-9476-8E7632F37DDA}" type="slidenum">
              <a:rPr lang="en-US" smtClean="0"/>
              <a:t>10</a:t>
            </a:fld>
            <a:endParaRPr lang="en-US"/>
          </a:p>
        </p:txBody>
      </p:sp>
    </p:spTree>
    <p:extLst>
      <p:ext uri="{BB962C8B-B14F-4D97-AF65-F5344CB8AC3E}">
        <p14:creationId xmlns:p14="http://schemas.microsoft.com/office/powerpoint/2010/main" val="30387412"/>
      </p:ext>
    </p:extLst>
  </p:cSld>
  <p:clrMapOvr>
    <a:masterClrMapping/>
  </p:clrMapOvr>
  <mc:AlternateContent xmlns:mc="http://schemas.openxmlformats.org/markup-compatibility/2006" xmlns:p14="http://schemas.microsoft.com/office/powerpoint/2010/main">
    <mc:Choice Requires="p14">
      <p:transition spd="slow" p14:dur="2000" advTm="32181"/>
    </mc:Choice>
    <mc:Fallback xmlns="">
      <p:transition spd="slow" advTm="3218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6ACB4-7293-E543-8B70-67A856CAEA1C}"/>
              </a:ext>
            </a:extLst>
          </p:cNvPr>
          <p:cNvSpPr>
            <a:spLocks noGrp="1"/>
          </p:cNvSpPr>
          <p:nvPr>
            <p:ph type="title"/>
          </p:nvPr>
        </p:nvSpPr>
        <p:spPr/>
        <p:txBody>
          <a:bodyPr/>
          <a:lstStyle/>
          <a:p>
            <a:r>
              <a:rPr lang="en-US" dirty="0"/>
              <a:t>Example Solution (cont. pg2)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773EA0-021F-9843-88BA-DCD0EE8D5369}"/>
                  </a:ext>
                </a:extLst>
              </p:cNvPr>
              <p:cNvSpPr>
                <a:spLocks noGrp="1"/>
              </p:cNvSpPr>
              <p:nvPr>
                <p:ph idx="1"/>
              </p:nvPr>
            </p:nvSpPr>
            <p:spPr/>
            <p:txBody>
              <a:bodyPr/>
              <a:lstStyle/>
              <a:p>
                <a:r>
                  <a:rPr lang="en-US" dirty="0"/>
                  <a:t>Round 2:</a:t>
                </a:r>
              </a:p>
              <a:p>
                <a:pPr lvl="1"/>
                <a:r>
                  <a:rPr lang="en-US" dirty="0"/>
                  <a:t>R1 = 1111 </a:t>
                </a:r>
                <a:r>
                  <a:rPr lang="en-US" dirty="0">
                    <a:sym typeface="Wingdings" pitchFamily="2" charset="2"/>
                  </a:rPr>
                  <a:t> 15, L1 = 0110</a:t>
                </a:r>
              </a:p>
              <a:p>
                <a:pPr lvl="1"/>
                <a:r>
                  <a:rPr lang="en-US" dirty="0">
                    <a:sym typeface="Wingdings" pitchFamily="2" charset="2"/>
                  </a:rPr>
                  <a:t>F(R,K) = 15</a:t>
                </a:r>
                <a:r>
                  <a:rPr lang="en-US" baseline="30000" dirty="0">
                    <a:sym typeface="Wingdings" pitchFamily="2" charset="2"/>
                  </a:rPr>
                  <a:t>16</a:t>
                </a:r>
                <a:r>
                  <a:rPr lang="en-US" dirty="0">
                    <a:sym typeface="Wingdings" pitchFamily="2" charset="2"/>
                  </a:rPr>
                  <a:t> mod 11 </a:t>
                </a:r>
                <a:r>
                  <a:rPr lang="en-US" b="1" dirty="0">
                    <a:sym typeface="Wingdings" pitchFamily="2" charset="2"/>
                  </a:rPr>
                  <a:t>(Modular Exponentiation)</a:t>
                </a:r>
              </a:p>
              <a:p>
                <a:pPr lvl="2"/>
                <a:r>
                  <a:rPr lang="en-US" dirty="0">
                    <a:sym typeface="Wingdings" pitchFamily="2" charset="2"/>
                  </a:rPr>
                  <a:t>15</a:t>
                </a:r>
                <a:r>
                  <a:rPr lang="en-US" baseline="30000" dirty="0">
                    <a:sym typeface="Wingdings" pitchFamily="2" charset="2"/>
                  </a:rPr>
                  <a:t>2</a:t>
                </a:r>
                <a:r>
                  <a:rPr lang="en-US" dirty="0">
                    <a:sym typeface="Wingdings" pitchFamily="2" charset="2"/>
                  </a:rPr>
                  <a:t> mod 11 = 4</a:t>
                </a:r>
                <a:r>
                  <a:rPr lang="en-US" baseline="30000" dirty="0">
                    <a:sym typeface="Wingdings" pitchFamily="2" charset="2"/>
                  </a:rPr>
                  <a:t>2</a:t>
                </a:r>
                <a:r>
                  <a:rPr lang="en-US" dirty="0">
                    <a:sym typeface="Wingdings" pitchFamily="2" charset="2"/>
                  </a:rPr>
                  <a:t> mod 11 = 5</a:t>
                </a:r>
              </a:p>
              <a:p>
                <a:pPr lvl="2"/>
                <a:r>
                  <a:rPr lang="en-US" dirty="0">
                    <a:sym typeface="Wingdings" pitchFamily="2" charset="2"/>
                  </a:rPr>
                  <a:t>15</a:t>
                </a:r>
                <a:r>
                  <a:rPr lang="en-US" baseline="30000" dirty="0">
                    <a:sym typeface="Wingdings" pitchFamily="2" charset="2"/>
                  </a:rPr>
                  <a:t>4</a:t>
                </a:r>
                <a:r>
                  <a:rPr lang="en-US" dirty="0">
                    <a:sym typeface="Wingdings" pitchFamily="2" charset="2"/>
                  </a:rPr>
                  <a:t> mod 11 = 15</a:t>
                </a:r>
                <a:r>
                  <a:rPr lang="en-US" baseline="30000" dirty="0">
                    <a:sym typeface="Wingdings" pitchFamily="2" charset="2"/>
                  </a:rPr>
                  <a:t>2</a:t>
                </a:r>
                <a14:m>
                  <m:oMath xmlns:m="http://schemas.openxmlformats.org/officeDocument/2006/math">
                    <m:r>
                      <a:rPr lang="en-US" i="1" smtClean="0">
                        <a:latin typeface="Cambria Math" panose="02040503050406030204" pitchFamily="18" charset="0"/>
                        <a:ea typeface="Cambria Math" panose="02040503050406030204" pitchFamily="18" charset="0"/>
                        <a:sym typeface="Wingdings" pitchFamily="2" charset="2"/>
                      </a:rPr>
                      <m:t>×</m:t>
                    </m:r>
                  </m:oMath>
                </a14:m>
                <a:r>
                  <a:rPr lang="en-US" dirty="0">
                    <a:sym typeface="Wingdings" pitchFamily="2" charset="2"/>
                  </a:rPr>
                  <a:t>15</a:t>
                </a:r>
                <a:r>
                  <a:rPr lang="en-US" baseline="30000" dirty="0">
                    <a:sym typeface="Wingdings" pitchFamily="2" charset="2"/>
                  </a:rPr>
                  <a:t>2 </a:t>
                </a:r>
                <a:r>
                  <a:rPr lang="en-US" dirty="0">
                    <a:sym typeface="Wingdings" pitchFamily="2" charset="2"/>
                  </a:rPr>
                  <a:t> mod 11 = 5</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5 mod 11 = 3</a:t>
                </a:r>
              </a:p>
              <a:p>
                <a:pPr lvl="2"/>
                <a:r>
                  <a:rPr lang="en-US" dirty="0">
                    <a:sym typeface="Wingdings" pitchFamily="2" charset="2"/>
                  </a:rPr>
                  <a:t>15</a:t>
                </a:r>
                <a:r>
                  <a:rPr lang="en-US" baseline="30000" dirty="0">
                    <a:sym typeface="Wingdings" pitchFamily="2" charset="2"/>
                  </a:rPr>
                  <a:t>8</a:t>
                </a:r>
                <a:r>
                  <a:rPr lang="en-US" dirty="0">
                    <a:sym typeface="Wingdings" pitchFamily="2" charset="2"/>
                  </a:rPr>
                  <a:t> mod 11 = 15</a:t>
                </a:r>
                <a:r>
                  <a:rPr lang="en-US" baseline="30000" dirty="0">
                    <a:sym typeface="Wingdings" pitchFamily="2" charset="2"/>
                  </a:rPr>
                  <a:t>4</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sym typeface="Wingdings" pitchFamily="2" charset="2"/>
                  </a:rPr>
                  <a:t>15</a:t>
                </a:r>
                <a:r>
                  <a:rPr lang="en-US" baseline="30000" dirty="0">
                    <a:sym typeface="Wingdings" pitchFamily="2" charset="2"/>
                  </a:rPr>
                  <a:t>4 </a:t>
                </a:r>
                <a:r>
                  <a:rPr lang="en-US" dirty="0">
                    <a:sym typeface="Wingdings" pitchFamily="2" charset="2"/>
                  </a:rPr>
                  <a:t> mod 11 = 3</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3 mod 11 = 9</a:t>
                </a:r>
              </a:p>
              <a:p>
                <a:pPr lvl="2"/>
                <a:r>
                  <a:rPr lang="en-US" dirty="0">
                    <a:sym typeface="Wingdings" pitchFamily="2" charset="2"/>
                  </a:rPr>
                  <a:t>15</a:t>
                </a:r>
                <a:r>
                  <a:rPr lang="en-US" baseline="30000" dirty="0">
                    <a:sym typeface="Wingdings" pitchFamily="2" charset="2"/>
                  </a:rPr>
                  <a:t>16</a:t>
                </a:r>
                <a:r>
                  <a:rPr lang="en-US" dirty="0">
                    <a:sym typeface="Wingdings" pitchFamily="2" charset="2"/>
                  </a:rPr>
                  <a:t> mod 11 = 15</a:t>
                </a:r>
                <a:r>
                  <a:rPr lang="en-US" baseline="30000" dirty="0">
                    <a:sym typeface="Wingdings" pitchFamily="2" charset="2"/>
                  </a:rPr>
                  <a:t>8</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sym typeface="Wingdings" pitchFamily="2" charset="2"/>
                  </a:rPr>
                  <a:t>15</a:t>
                </a:r>
                <a:r>
                  <a:rPr lang="en-US" baseline="30000" dirty="0">
                    <a:sym typeface="Wingdings" pitchFamily="2" charset="2"/>
                  </a:rPr>
                  <a:t>8 </a:t>
                </a:r>
                <a:r>
                  <a:rPr lang="en-US" dirty="0">
                    <a:sym typeface="Wingdings" pitchFamily="2" charset="2"/>
                  </a:rPr>
                  <a:t> mod 11 = 9</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9 mod 11 = 4	</a:t>
                </a:r>
              </a:p>
              <a:p>
                <a:pPr lvl="1"/>
                <a:r>
                  <a:rPr lang="en-US" dirty="0">
                    <a:sym typeface="Wingdings" pitchFamily="2" charset="2"/>
                  </a:rPr>
                  <a:t>F(R,K) = 15</a:t>
                </a:r>
                <a:r>
                  <a:rPr lang="en-US" baseline="30000" dirty="0">
                    <a:sym typeface="Wingdings" pitchFamily="2" charset="2"/>
                  </a:rPr>
                  <a:t>9</a:t>
                </a:r>
                <a:r>
                  <a:rPr lang="en-US" dirty="0">
                    <a:sym typeface="Wingdings" pitchFamily="2" charset="2"/>
                  </a:rPr>
                  <a:t> mod 11 = 4  0100</a:t>
                </a:r>
              </a:p>
              <a:p>
                <a:pPr lvl="1"/>
                <a:r>
                  <a:rPr lang="en-US" dirty="0">
                    <a:sym typeface="Wingdings" pitchFamily="2" charset="2"/>
                  </a:rPr>
                  <a:t>R2 = 0100 </a:t>
                </a:r>
                <a14:m>
                  <m:oMath xmlns:m="http://schemas.openxmlformats.org/officeDocument/2006/math">
                    <m:r>
                      <a:rPr lang="en-US" i="1" smtClean="0">
                        <a:latin typeface="Cambria Math" panose="02040503050406030204" pitchFamily="18" charset="0"/>
                        <a:ea typeface="Cambria Math" panose="02040503050406030204" pitchFamily="18" charset="0"/>
                        <a:sym typeface="Wingdings" pitchFamily="2" charset="2"/>
                      </a:rPr>
                      <m:t>⨁</m:t>
                    </m:r>
                  </m:oMath>
                </a14:m>
                <a:r>
                  <a:rPr lang="en-US" dirty="0"/>
                  <a:t> L1 = 0100 </a:t>
                </a:r>
                <a14:m>
                  <m:oMath xmlns:m="http://schemas.openxmlformats.org/officeDocument/2006/math">
                    <m:r>
                      <a:rPr lang="en-US" i="1">
                        <a:latin typeface="Cambria Math" panose="02040503050406030204" pitchFamily="18" charset="0"/>
                        <a:ea typeface="Cambria Math" panose="02040503050406030204" pitchFamily="18" charset="0"/>
                        <a:sym typeface="Wingdings" pitchFamily="2" charset="2"/>
                      </a:rPr>
                      <m:t>⨁</m:t>
                    </m:r>
                  </m:oMath>
                </a14:m>
                <a:r>
                  <a:rPr lang="en-US" dirty="0"/>
                  <a:t> 0110 = 0010</a:t>
                </a:r>
              </a:p>
              <a:p>
                <a:pPr lvl="1"/>
                <a:r>
                  <a:rPr lang="en-US" dirty="0"/>
                  <a:t>Therefore, R2 = 0010, L2 = R1 = 1111</a:t>
                </a:r>
              </a:p>
              <a:p>
                <a:pPr lvl="2"/>
                <a:endParaRPr lang="en-US" dirty="0"/>
              </a:p>
              <a:p>
                <a:pPr lvl="2"/>
                <a:endParaRPr lang="en-US" dirty="0"/>
              </a:p>
            </p:txBody>
          </p:sp>
        </mc:Choice>
        <mc:Fallback xmlns="">
          <p:sp>
            <p:nvSpPr>
              <p:cNvPr id="3" name="Content Placeholder 2">
                <a:extLst>
                  <a:ext uri="{FF2B5EF4-FFF2-40B4-BE49-F238E27FC236}">
                    <a16:creationId xmlns:a16="http://schemas.microsoft.com/office/drawing/2014/main" id="{F7773EA0-021F-9843-88BA-DCD0EE8D536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EC756C0-FB0E-732A-98B7-CCDA13B08D8A}"/>
              </a:ext>
            </a:extLst>
          </p:cNvPr>
          <p:cNvSpPr>
            <a:spLocks noGrp="1"/>
          </p:cNvSpPr>
          <p:nvPr>
            <p:ph type="sldNum" sz="quarter" idx="12"/>
          </p:nvPr>
        </p:nvSpPr>
        <p:spPr/>
        <p:txBody>
          <a:bodyPr/>
          <a:lstStyle/>
          <a:p>
            <a:fld id="{80E90D97-E47C-F643-9476-8E7632F37DDA}" type="slidenum">
              <a:rPr lang="en-US" smtClean="0"/>
              <a:t>11</a:t>
            </a:fld>
            <a:endParaRPr lang="en-US"/>
          </a:p>
        </p:txBody>
      </p:sp>
    </p:spTree>
    <p:extLst>
      <p:ext uri="{BB962C8B-B14F-4D97-AF65-F5344CB8AC3E}">
        <p14:creationId xmlns:p14="http://schemas.microsoft.com/office/powerpoint/2010/main" val="2133392673"/>
      </p:ext>
    </p:extLst>
  </p:cSld>
  <p:clrMapOvr>
    <a:masterClrMapping/>
  </p:clrMapOvr>
  <mc:AlternateContent xmlns:mc="http://schemas.openxmlformats.org/markup-compatibility/2006" xmlns:p14="http://schemas.microsoft.com/office/powerpoint/2010/main">
    <mc:Choice Requires="p14">
      <p:transition spd="slow" p14:dur="2000" advTm="7904"/>
    </mc:Choice>
    <mc:Fallback xmlns="">
      <p:transition spd="slow" advTm="790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00381-18D3-0945-B125-371432C6EBDE}"/>
              </a:ext>
            </a:extLst>
          </p:cNvPr>
          <p:cNvSpPr>
            <a:spLocks noGrp="1"/>
          </p:cNvSpPr>
          <p:nvPr>
            <p:ph type="title"/>
          </p:nvPr>
        </p:nvSpPr>
        <p:spPr/>
        <p:txBody>
          <a:bodyPr/>
          <a:lstStyle/>
          <a:p>
            <a:r>
              <a:rPr lang="en-US" dirty="0"/>
              <a:t>Example Solution (cont. pg3)</a:t>
            </a:r>
          </a:p>
        </p:txBody>
      </p:sp>
      <p:sp>
        <p:nvSpPr>
          <p:cNvPr id="3" name="Content Placeholder 2">
            <a:extLst>
              <a:ext uri="{FF2B5EF4-FFF2-40B4-BE49-F238E27FC236}">
                <a16:creationId xmlns:a16="http://schemas.microsoft.com/office/drawing/2014/main" id="{494C3C86-1261-F240-BDD7-F955C4B01995}"/>
              </a:ext>
            </a:extLst>
          </p:cNvPr>
          <p:cNvSpPr>
            <a:spLocks noGrp="1"/>
          </p:cNvSpPr>
          <p:nvPr>
            <p:ph idx="1"/>
          </p:nvPr>
        </p:nvSpPr>
        <p:spPr/>
        <p:txBody>
          <a:bodyPr/>
          <a:lstStyle/>
          <a:p>
            <a:r>
              <a:rPr lang="en-US" dirty="0"/>
              <a:t>Swap:</a:t>
            </a:r>
          </a:p>
          <a:p>
            <a:r>
              <a:rPr lang="en-US" dirty="0"/>
              <a:t>L3 = R2 = 0010</a:t>
            </a:r>
          </a:p>
          <a:p>
            <a:r>
              <a:rPr lang="en-US" dirty="0"/>
              <a:t>R3 = L2 = 1111</a:t>
            </a:r>
          </a:p>
          <a:p>
            <a:r>
              <a:rPr lang="en-US" dirty="0"/>
              <a:t>Final ciphertext: 0010 1111</a:t>
            </a:r>
          </a:p>
        </p:txBody>
      </p:sp>
      <p:sp>
        <p:nvSpPr>
          <p:cNvPr id="4" name="Slide Number Placeholder 3">
            <a:extLst>
              <a:ext uri="{FF2B5EF4-FFF2-40B4-BE49-F238E27FC236}">
                <a16:creationId xmlns:a16="http://schemas.microsoft.com/office/drawing/2014/main" id="{D80C12CF-3E1C-A703-15E5-6AE73CC74D77}"/>
              </a:ext>
            </a:extLst>
          </p:cNvPr>
          <p:cNvSpPr>
            <a:spLocks noGrp="1"/>
          </p:cNvSpPr>
          <p:nvPr>
            <p:ph type="sldNum" sz="quarter" idx="12"/>
          </p:nvPr>
        </p:nvSpPr>
        <p:spPr/>
        <p:txBody>
          <a:bodyPr/>
          <a:lstStyle/>
          <a:p>
            <a:fld id="{80E90D97-E47C-F643-9476-8E7632F37DDA}" type="slidenum">
              <a:rPr lang="en-US" smtClean="0"/>
              <a:t>12</a:t>
            </a:fld>
            <a:endParaRPr lang="en-US"/>
          </a:p>
        </p:txBody>
      </p:sp>
    </p:spTree>
    <p:extLst>
      <p:ext uri="{BB962C8B-B14F-4D97-AF65-F5344CB8AC3E}">
        <p14:creationId xmlns:p14="http://schemas.microsoft.com/office/powerpoint/2010/main" val="766806310"/>
      </p:ext>
    </p:extLst>
  </p:cSld>
  <p:clrMapOvr>
    <a:masterClrMapping/>
  </p:clrMapOvr>
  <mc:AlternateContent xmlns:mc="http://schemas.openxmlformats.org/markup-compatibility/2006" xmlns:p14="http://schemas.microsoft.com/office/powerpoint/2010/main">
    <mc:Choice Requires="p14">
      <p:transition spd="slow" p14:dur="2000" advTm="44640"/>
    </mc:Choice>
    <mc:Fallback xmlns="">
      <p:transition spd="slow" advTm="4464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4FE26A-8B3B-985F-0F3F-D7D76560F798}"/>
              </a:ext>
            </a:extLst>
          </p:cNvPr>
          <p:cNvSpPr>
            <a:spLocks noGrp="1"/>
          </p:cNvSpPr>
          <p:nvPr>
            <p:ph type="title"/>
          </p:nvPr>
        </p:nvSpPr>
        <p:spPr/>
        <p:txBody>
          <a:bodyPr/>
          <a:lstStyle/>
          <a:p>
            <a:r>
              <a:rPr lang="en-US" dirty="0"/>
              <a:t>Review of Data Encryption Standard</a:t>
            </a:r>
          </a:p>
        </p:txBody>
      </p:sp>
      <p:sp>
        <p:nvSpPr>
          <p:cNvPr id="5" name="Text Placeholder 4">
            <a:extLst>
              <a:ext uri="{FF2B5EF4-FFF2-40B4-BE49-F238E27FC236}">
                <a16:creationId xmlns:a16="http://schemas.microsoft.com/office/drawing/2014/main" id="{975A4477-A55E-4666-1C4D-1A824819AFDB}"/>
              </a:ext>
            </a:extLst>
          </p:cNvPr>
          <p:cNvSpPr>
            <a:spLocks noGrp="1"/>
          </p:cNvSpPr>
          <p:nvPr>
            <p:ph type="body" idx="1"/>
          </p:nvPr>
        </p:nvSpPr>
        <p:spPr/>
        <p:txBody>
          <a:bodyPr/>
          <a:lstStyle/>
          <a:p>
            <a:endParaRPr lang="en-US"/>
          </a:p>
        </p:txBody>
      </p:sp>
      <p:sp>
        <p:nvSpPr>
          <p:cNvPr id="2" name="Slide Number Placeholder 1">
            <a:extLst>
              <a:ext uri="{FF2B5EF4-FFF2-40B4-BE49-F238E27FC236}">
                <a16:creationId xmlns:a16="http://schemas.microsoft.com/office/drawing/2014/main" id="{692665A9-619A-F251-D26A-B81CEE1F1A9F}"/>
              </a:ext>
            </a:extLst>
          </p:cNvPr>
          <p:cNvSpPr>
            <a:spLocks noGrp="1"/>
          </p:cNvSpPr>
          <p:nvPr>
            <p:ph type="sldNum" sz="quarter" idx="12"/>
          </p:nvPr>
        </p:nvSpPr>
        <p:spPr/>
        <p:txBody>
          <a:bodyPr/>
          <a:lstStyle/>
          <a:p>
            <a:fld id="{80E90D97-E47C-F643-9476-8E7632F37DDA}" type="slidenum">
              <a:rPr lang="en-US" smtClean="0"/>
              <a:t>13</a:t>
            </a:fld>
            <a:endParaRPr lang="en-US"/>
          </a:p>
        </p:txBody>
      </p:sp>
    </p:spTree>
    <p:extLst>
      <p:ext uri="{BB962C8B-B14F-4D97-AF65-F5344CB8AC3E}">
        <p14:creationId xmlns:p14="http://schemas.microsoft.com/office/powerpoint/2010/main" val="857679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03.pdf"/>
          <p:cNvPicPr>
            <a:picLocks noChangeAspect="1"/>
          </p:cNvPicPr>
          <p:nvPr/>
        </p:nvPicPr>
        <p:blipFill rotWithShape="1">
          <a:blip r:embed="rId3"/>
          <a:srcRect l="8573" t="8035" r="53993" b="48000"/>
          <a:stretch/>
        </p:blipFill>
        <p:spPr>
          <a:xfrm>
            <a:off x="19976" y="980728"/>
            <a:ext cx="3008048" cy="4572000"/>
          </a:xfrm>
          <a:prstGeom prst="rect">
            <a:avLst/>
          </a:prstGeom>
        </p:spPr>
      </p:pic>
      <p:pic>
        <p:nvPicPr>
          <p:cNvPr id="6" name="Picture 5" descr="f03.pdf">
            <a:extLst>
              <a:ext uri="{FF2B5EF4-FFF2-40B4-BE49-F238E27FC236}">
                <a16:creationId xmlns:a16="http://schemas.microsoft.com/office/drawing/2014/main" id="{4A551FE2-FD3B-A94A-B782-303E394392F1}"/>
              </a:ext>
            </a:extLst>
          </p:cNvPr>
          <p:cNvPicPr>
            <a:picLocks noChangeAspect="1"/>
          </p:cNvPicPr>
          <p:nvPr/>
        </p:nvPicPr>
        <p:blipFill rotWithShape="1">
          <a:blip r:embed="rId3"/>
          <a:srcRect l="6472" t="51015" r="50809" b="9973"/>
          <a:stretch/>
        </p:blipFill>
        <p:spPr>
          <a:xfrm>
            <a:off x="2621280" y="1158769"/>
            <a:ext cx="3383280" cy="3998423"/>
          </a:xfrm>
          <a:prstGeom prst="rect">
            <a:avLst/>
          </a:prstGeom>
        </p:spPr>
      </p:pic>
      <p:pic>
        <p:nvPicPr>
          <p:cNvPr id="7" name="Picture 6" descr="f03.pdf">
            <a:extLst>
              <a:ext uri="{FF2B5EF4-FFF2-40B4-BE49-F238E27FC236}">
                <a16:creationId xmlns:a16="http://schemas.microsoft.com/office/drawing/2014/main" id="{A8B0182D-E018-B54C-8566-4E7C7CBF4D87}"/>
              </a:ext>
            </a:extLst>
          </p:cNvPr>
          <p:cNvPicPr>
            <a:picLocks noChangeAspect="1"/>
          </p:cNvPicPr>
          <p:nvPr/>
        </p:nvPicPr>
        <p:blipFill rotWithShape="1">
          <a:blip r:embed="rId3"/>
          <a:srcRect l="49692" t="2001" r="12767" b="47984"/>
          <a:stretch/>
        </p:blipFill>
        <p:spPr>
          <a:xfrm>
            <a:off x="5920940" y="674854"/>
            <a:ext cx="2926080" cy="5044965"/>
          </a:xfrm>
          <a:prstGeom prst="rect">
            <a:avLst/>
          </a:prstGeom>
        </p:spPr>
      </p:pic>
      <p:sp>
        <p:nvSpPr>
          <p:cNvPr id="4" name="Title 3">
            <a:extLst>
              <a:ext uri="{FF2B5EF4-FFF2-40B4-BE49-F238E27FC236}">
                <a16:creationId xmlns:a16="http://schemas.microsoft.com/office/drawing/2014/main" id="{4EBDDC63-F444-46DF-F75D-5EF22BA3E025}"/>
              </a:ext>
            </a:extLst>
          </p:cNvPr>
          <p:cNvSpPr>
            <a:spLocks noGrp="1"/>
          </p:cNvSpPr>
          <p:nvPr>
            <p:ph type="title"/>
          </p:nvPr>
        </p:nvSpPr>
        <p:spPr/>
        <p:txBody>
          <a:bodyPr/>
          <a:lstStyle/>
          <a:p>
            <a:r>
              <a:rPr lang="en-US" dirty="0"/>
              <a:t>DES Structure Review</a:t>
            </a:r>
          </a:p>
        </p:txBody>
      </p:sp>
      <p:sp>
        <p:nvSpPr>
          <p:cNvPr id="2" name="Rounded Rectangle 1">
            <a:extLst>
              <a:ext uri="{FF2B5EF4-FFF2-40B4-BE49-F238E27FC236}">
                <a16:creationId xmlns:a16="http://schemas.microsoft.com/office/drawing/2014/main" id="{BCDE9C22-3967-C143-89B4-615ECCCE7239}"/>
              </a:ext>
            </a:extLst>
          </p:cNvPr>
          <p:cNvSpPr/>
          <p:nvPr/>
        </p:nvSpPr>
        <p:spPr>
          <a:xfrm>
            <a:off x="1933248" y="5426232"/>
            <a:ext cx="2105352" cy="902079"/>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2400" b="1" dirty="0"/>
              <a:t>Encryption</a:t>
            </a:r>
          </a:p>
        </p:txBody>
      </p:sp>
      <p:pic>
        <p:nvPicPr>
          <p:cNvPr id="8" name="Picture 7" descr="f03.pdf">
            <a:extLst>
              <a:ext uri="{FF2B5EF4-FFF2-40B4-BE49-F238E27FC236}">
                <a16:creationId xmlns:a16="http://schemas.microsoft.com/office/drawing/2014/main" id="{0630CF57-DBC8-A34D-B73F-9661D9FB7DD2}"/>
              </a:ext>
            </a:extLst>
          </p:cNvPr>
          <p:cNvPicPr>
            <a:picLocks noChangeAspect="1"/>
          </p:cNvPicPr>
          <p:nvPr/>
        </p:nvPicPr>
        <p:blipFill rotWithShape="1">
          <a:blip r:embed="rId3"/>
          <a:srcRect l="49191" t="51015" r="12960" b="14236"/>
          <a:stretch/>
        </p:blipFill>
        <p:spPr>
          <a:xfrm>
            <a:off x="8622755" y="1459033"/>
            <a:ext cx="2926080" cy="3476605"/>
          </a:xfrm>
          <a:prstGeom prst="rect">
            <a:avLst/>
          </a:prstGeom>
        </p:spPr>
      </p:pic>
      <p:sp>
        <p:nvSpPr>
          <p:cNvPr id="9" name="Rounded Rectangle 8">
            <a:extLst>
              <a:ext uri="{FF2B5EF4-FFF2-40B4-BE49-F238E27FC236}">
                <a16:creationId xmlns:a16="http://schemas.microsoft.com/office/drawing/2014/main" id="{F02DEA09-091B-0043-B48B-39A47F992B39}"/>
              </a:ext>
            </a:extLst>
          </p:cNvPr>
          <p:cNvSpPr/>
          <p:nvPr/>
        </p:nvSpPr>
        <p:spPr>
          <a:xfrm>
            <a:off x="7985999" y="5426232"/>
            <a:ext cx="2105352" cy="902079"/>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2400" b="1" dirty="0"/>
              <a:t>Decryption</a:t>
            </a:r>
          </a:p>
        </p:txBody>
      </p:sp>
      <p:sp>
        <p:nvSpPr>
          <p:cNvPr id="3" name="Slide Number Placeholder 2">
            <a:extLst>
              <a:ext uri="{FF2B5EF4-FFF2-40B4-BE49-F238E27FC236}">
                <a16:creationId xmlns:a16="http://schemas.microsoft.com/office/drawing/2014/main" id="{8669E74C-CDA2-F04A-11DF-38636F62FD68}"/>
              </a:ext>
            </a:extLst>
          </p:cNvPr>
          <p:cNvSpPr>
            <a:spLocks noGrp="1"/>
          </p:cNvSpPr>
          <p:nvPr>
            <p:ph type="sldNum" sz="quarter" idx="12"/>
          </p:nvPr>
        </p:nvSpPr>
        <p:spPr/>
        <p:txBody>
          <a:bodyPr/>
          <a:lstStyle/>
          <a:p>
            <a:fld id="{80E90D97-E47C-F643-9476-8E7632F37DDA}" type="slidenum">
              <a:rPr lang="en-US" smtClean="0"/>
              <a:t>14</a:t>
            </a:fld>
            <a:endParaRPr lang="en-US"/>
          </a:p>
        </p:txBody>
      </p:sp>
    </p:spTree>
  </p:cSld>
  <p:clrMapOvr>
    <a:masterClrMapping/>
  </p:clrMapOvr>
  <p:transition advTm="87285">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D10421DF-918D-6E48-A987-F529624052AC}"/>
              </a:ext>
            </a:extLst>
          </p:cNvPr>
          <p:cNvSpPr>
            <a:spLocks noGrp="1"/>
          </p:cNvSpPr>
          <p:nvPr>
            <p:ph type="title" idx="4294967295"/>
          </p:nvPr>
        </p:nvSpPr>
        <p:spPr>
          <a:xfrm>
            <a:off x="8193472" y="25747"/>
            <a:ext cx="2664296" cy="870522"/>
          </a:xfrm>
          <a:prstGeom prst="roundRect">
            <a:avLst/>
          </a:prstGeom>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lt1"/>
                </a:solidFill>
                <a:effectLst/>
                <a:uLnTx/>
                <a:uFillTx/>
                <a:latin typeface="+mn-lt"/>
                <a:ea typeface="+mn-ea"/>
                <a:cs typeface="+mn-cs"/>
              </a:rPr>
              <a:t>F-function</a:t>
            </a:r>
          </a:p>
        </p:txBody>
      </p:sp>
      <p:sp>
        <p:nvSpPr>
          <p:cNvPr id="5" name="TextBox 4">
            <a:extLst>
              <a:ext uri="{FF2B5EF4-FFF2-40B4-BE49-F238E27FC236}">
                <a16:creationId xmlns:a16="http://schemas.microsoft.com/office/drawing/2014/main" id="{F9CC04B1-35B2-6942-A596-F60BD5C67391}"/>
              </a:ext>
            </a:extLst>
          </p:cNvPr>
          <p:cNvSpPr txBox="1"/>
          <p:nvPr/>
        </p:nvSpPr>
        <p:spPr>
          <a:xfrm>
            <a:off x="937783" y="980728"/>
            <a:ext cx="5306648" cy="4401205"/>
          </a:xfrm>
          <a:prstGeom prst="rect">
            <a:avLst/>
          </a:prstGeom>
          <a:noFill/>
        </p:spPr>
        <p:txBody>
          <a:bodyPr wrap="square" rtlCol="0">
            <a:spAutoFit/>
          </a:bodyPr>
          <a:lstStyle/>
          <a:p>
            <a:r>
              <a:rPr lang="en-US" sz="3200" b="1" dirty="0">
                <a:solidFill>
                  <a:schemeClr val="accent1"/>
                </a:solidFill>
                <a:latin typeface="+mn-lt"/>
              </a:rPr>
              <a:t>F-function:</a:t>
            </a:r>
          </a:p>
          <a:p>
            <a:endParaRPr lang="en-US" sz="3200" b="1" dirty="0">
              <a:solidFill>
                <a:schemeClr val="accent1"/>
              </a:solidFill>
              <a:latin typeface="+mn-lt"/>
            </a:endParaRPr>
          </a:p>
          <a:p>
            <a:pPr marL="285750" indent="-285750">
              <a:buFont typeface="Arial" panose="020B0604020202020204" pitchFamily="34" charset="0"/>
              <a:buChar char="•"/>
            </a:pPr>
            <a:r>
              <a:rPr lang="en-US" sz="2400" dirty="0">
                <a:latin typeface="+mn-lt"/>
              </a:rPr>
              <a:t>Expansion</a:t>
            </a:r>
          </a:p>
          <a:p>
            <a:pPr marL="742950" lvl="1" indent="-285750">
              <a:buFont typeface="Arial" panose="020B0604020202020204" pitchFamily="34" charset="0"/>
              <a:buChar char="•"/>
            </a:pPr>
            <a:r>
              <a:rPr lang="en-US" sz="2400" dirty="0">
                <a:latin typeface="+mn-lt"/>
              </a:rPr>
              <a:t>E-box provides diffusion</a:t>
            </a:r>
          </a:p>
          <a:p>
            <a:pPr marL="742950" lvl="1" indent="-285750">
              <a:buFont typeface="Arial" panose="020B0604020202020204" pitchFamily="34" charset="0"/>
              <a:buChar char="•"/>
            </a:pPr>
            <a:r>
              <a:rPr lang="en-US" sz="2400" dirty="0">
                <a:latin typeface="+mn-lt"/>
              </a:rPr>
              <a:t>32 bits -&gt; 48 bits</a:t>
            </a:r>
          </a:p>
          <a:p>
            <a:pPr marL="285750" indent="-285750">
              <a:buFont typeface="Arial" panose="020B0604020202020204" pitchFamily="34" charset="0"/>
              <a:buChar char="•"/>
            </a:pPr>
            <a:r>
              <a:rPr lang="en-US" sz="2400" dirty="0">
                <a:latin typeface="+mn-lt"/>
              </a:rPr>
              <a:t>Key mixing </a:t>
            </a:r>
          </a:p>
          <a:p>
            <a:pPr marL="742950" lvl="1" indent="-285750">
              <a:buFont typeface="Arial" panose="020B0604020202020204" pitchFamily="34" charset="0"/>
              <a:buChar char="•"/>
            </a:pPr>
            <a:r>
              <a:rPr lang="en-US" sz="2400" dirty="0">
                <a:latin typeface="+mn-lt"/>
              </a:rPr>
              <a:t>XOR operation</a:t>
            </a:r>
          </a:p>
          <a:p>
            <a:pPr marL="742950" lvl="1" indent="-285750">
              <a:buFont typeface="Arial" panose="020B0604020202020204" pitchFamily="34" charset="0"/>
              <a:buChar char="•"/>
            </a:pPr>
            <a:r>
              <a:rPr lang="en-US" sz="2400" dirty="0">
                <a:latin typeface="+mn-lt"/>
              </a:rPr>
              <a:t>Key: 48 bits</a:t>
            </a:r>
          </a:p>
          <a:p>
            <a:pPr marL="285750" indent="-285750">
              <a:buFont typeface="Arial" panose="020B0604020202020204" pitchFamily="34" charset="0"/>
              <a:buChar char="•"/>
            </a:pPr>
            <a:r>
              <a:rPr lang="en-US" sz="2400" dirty="0">
                <a:latin typeface="+mn-lt"/>
              </a:rPr>
              <a:t>Substitution</a:t>
            </a:r>
          </a:p>
          <a:p>
            <a:pPr marL="742950" lvl="1" indent="-285750">
              <a:buFont typeface="Arial" panose="020B0604020202020204" pitchFamily="34" charset="0"/>
              <a:buChar char="•"/>
            </a:pPr>
            <a:r>
              <a:rPr lang="en-US" sz="2400" dirty="0">
                <a:latin typeface="+mn-lt"/>
              </a:rPr>
              <a:t>S-box provides confusion</a:t>
            </a:r>
          </a:p>
          <a:p>
            <a:pPr marL="285750" indent="-285750">
              <a:buFont typeface="Arial" panose="020B0604020202020204" pitchFamily="34" charset="0"/>
              <a:buChar char="•"/>
            </a:pPr>
            <a:r>
              <a:rPr lang="en-US" sz="2400" dirty="0">
                <a:latin typeface="+mn-lt"/>
              </a:rPr>
              <a:t>Permutation</a:t>
            </a:r>
          </a:p>
        </p:txBody>
      </p:sp>
      <p:pic>
        <p:nvPicPr>
          <p:cNvPr id="7" name="Picture 6" descr="Diagram illustrating a cryptographic function involving expansion, key mixing, substitution, and permutation steps. It shows a 32-bit input expanded to 48 bits, combined with a 48-bit key, divided into eight 6-bit segments processed by S-boxes producing 4-bit outputs, then recombined into 32 bits and permuted.">
            <a:extLst>
              <a:ext uri="{FF2B5EF4-FFF2-40B4-BE49-F238E27FC236}">
                <a16:creationId xmlns:a16="http://schemas.microsoft.com/office/drawing/2014/main" id="{DA1E535A-F3B9-A744-8952-45EE21B4C6AB}"/>
              </a:ext>
            </a:extLst>
          </p:cNvPr>
          <p:cNvPicPr>
            <a:picLocks noChangeAspect="1"/>
          </p:cNvPicPr>
          <p:nvPr/>
        </p:nvPicPr>
        <p:blipFill>
          <a:blip r:embed="rId2"/>
          <a:stretch>
            <a:fillRect/>
          </a:stretch>
        </p:blipFill>
        <p:spPr>
          <a:xfrm>
            <a:off x="7176120" y="749300"/>
            <a:ext cx="4699000" cy="6108700"/>
          </a:xfrm>
          <a:prstGeom prst="rect">
            <a:avLst/>
          </a:prstGeom>
        </p:spPr>
      </p:pic>
      <p:sp>
        <p:nvSpPr>
          <p:cNvPr id="2" name="Slide Number Placeholder 1">
            <a:extLst>
              <a:ext uri="{FF2B5EF4-FFF2-40B4-BE49-F238E27FC236}">
                <a16:creationId xmlns:a16="http://schemas.microsoft.com/office/drawing/2014/main" id="{1F423AE6-5B4E-CF5C-36EE-C181DDFE2E67}"/>
              </a:ext>
            </a:extLst>
          </p:cNvPr>
          <p:cNvSpPr>
            <a:spLocks noGrp="1"/>
          </p:cNvSpPr>
          <p:nvPr>
            <p:ph type="sldNum" sz="quarter" idx="12"/>
          </p:nvPr>
        </p:nvSpPr>
        <p:spPr/>
        <p:txBody>
          <a:bodyPr/>
          <a:lstStyle/>
          <a:p>
            <a:fld id="{80E90D97-E47C-F643-9476-8E7632F37DDA}" type="slidenum">
              <a:rPr lang="en-US" smtClean="0"/>
              <a:t>15</a:t>
            </a:fld>
            <a:endParaRPr lang="en-US"/>
          </a:p>
        </p:txBody>
      </p:sp>
    </p:spTree>
    <p:extLst>
      <p:ext uri="{BB962C8B-B14F-4D97-AF65-F5344CB8AC3E}">
        <p14:creationId xmlns:p14="http://schemas.microsoft.com/office/powerpoint/2010/main" val="2961650421"/>
      </p:ext>
    </p:extLst>
  </p:cSld>
  <p:clrMapOvr>
    <a:masterClrMapping/>
  </p:clrMapOvr>
  <mc:AlternateContent xmlns:mc="http://schemas.openxmlformats.org/markup-compatibility/2006" xmlns:p14="http://schemas.microsoft.com/office/powerpoint/2010/main">
    <mc:Choice Requires="p14">
      <p:transition spd="slow" p14:dur="2000" advTm="224394"/>
    </mc:Choice>
    <mc:Fallback xmlns="">
      <p:transition spd="slow" advTm="22439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able displaying hexadecimal values arranged in a 4x16 grid with row labels 0 to 3 and column labels S1, 0 to 15. Values range from 00 to 15, showing a structured pattern likely used for data encoding or cryptographic purposes.">
            <a:extLst>
              <a:ext uri="{FF2B5EF4-FFF2-40B4-BE49-F238E27FC236}">
                <a16:creationId xmlns:a16="http://schemas.microsoft.com/office/drawing/2014/main" id="{07FFA0DD-760F-A347-A5C6-3C5C397F5065}"/>
              </a:ext>
            </a:extLst>
          </p:cNvPr>
          <p:cNvPicPr>
            <a:picLocks noChangeAspect="1"/>
          </p:cNvPicPr>
          <p:nvPr/>
        </p:nvPicPr>
        <p:blipFill>
          <a:blip r:embed="rId2"/>
          <a:stretch>
            <a:fillRect/>
          </a:stretch>
        </p:blipFill>
        <p:spPr>
          <a:xfrm>
            <a:off x="861120" y="574703"/>
            <a:ext cx="4572000" cy="1291167"/>
          </a:xfrm>
          <a:prstGeom prst="rect">
            <a:avLst/>
          </a:prstGeom>
        </p:spPr>
      </p:pic>
      <p:sp>
        <p:nvSpPr>
          <p:cNvPr id="3" name="Title 2">
            <a:extLst>
              <a:ext uri="{FF2B5EF4-FFF2-40B4-BE49-F238E27FC236}">
                <a16:creationId xmlns:a16="http://schemas.microsoft.com/office/drawing/2014/main" id="{6A8701DE-CFDD-3BCA-EAC8-F171530865C6}"/>
              </a:ext>
            </a:extLst>
          </p:cNvPr>
          <p:cNvSpPr>
            <a:spLocks noGrp="1"/>
          </p:cNvSpPr>
          <p:nvPr>
            <p:ph type="title"/>
          </p:nvPr>
        </p:nvSpPr>
        <p:spPr>
          <a:xfrm>
            <a:off x="0" y="-234999"/>
            <a:ext cx="10515600" cy="1325563"/>
          </a:xfrm>
        </p:spPr>
        <p:txBody>
          <a:bodyPr/>
          <a:lstStyle/>
          <a:p>
            <a:r>
              <a:rPr lang="en-US" dirty="0"/>
              <a:t>Substitution Tables</a:t>
            </a:r>
          </a:p>
        </p:txBody>
      </p:sp>
      <p:pic>
        <p:nvPicPr>
          <p:cNvPr id="6" name="Picture 5" descr="Table displaying hexadecimal values arranged in a 4x16 grid with row labels S2 ranging from 0 to 3 and column labels from 0 to 15. Each cell contains a two-digit hexadecimal number, likely representing data for cryptographic or encoding purposes with no visible trends or patterns.">
            <a:extLst>
              <a:ext uri="{FF2B5EF4-FFF2-40B4-BE49-F238E27FC236}">
                <a16:creationId xmlns:a16="http://schemas.microsoft.com/office/drawing/2014/main" id="{0E4DBB9B-8483-294A-BC83-A74B344FFB90}"/>
              </a:ext>
            </a:extLst>
          </p:cNvPr>
          <p:cNvPicPr>
            <a:picLocks noChangeAspect="1"/>
          </p:cNvPicPr>
          <p:nvPr/>
        </p:nvPicPr>
        <p:blipFill>
          <a:blip r:embed="rId3"/>
          <a:stretch>
            <a:fillRect/>
          </a:stretch>
        </p:blipFill>
        <p:spPr>
          <a:xfrm>
            <a:off x="861120" y="2132440"/>
            <a:ext cx="4572000" cy="1354667"/>
          </a:xfrm>
          <a:prstGeom prst="rect">
            <a:avLst/>
          </a:prstGeom>
        </p:spPr>
      </p:pic>
      <p:pic>
        <p:nvPicPr>
          <p:cNvPr id="8" name="Picture 7" descr="Table displaying hexadecimal values organized in four rows labeled 0 to 3 and sixteen columns labeled 0 to 15, with an additional header row labeled S3 containing values 0 to 15. The table appears to represent a substitution box (S-box) used in cryptographic algorithms, showing specific byte substitutions for input values.">
            <a:extLst>
              <a:ext uri="{FF2B5EF4-FFF2-40B4-BE49-F238E27FC236}">
                <a16:creationId xmlns:a16="http://schemas.microsoft.com/office/drawing/2014/main" id="{F90955D3-F622-AE4E-A10F-F9B330484D8E}"/>
              </a:ext>
            </a:extLst>
          </p:cNvPr>
          <p:cNvPicPr>
            <a:picLocks noChangeAspect="1"/>
          </p:cNvPicPr>
          <p:nvPr/>
        </p:nvPicPr>
        <p:blipFill>
          <a:blip r:embed="rId4"/>
          <a:stretch>
            <a:fillRect/>
          </a:stretch>
        </p:blipFill>
        <p:spPr>
          <a:xfrm>
            <a:off x="861120" y="3740607"/>
            <a:ext cx="4572000" cy="1309255"/>
          </a:xfrm>
          <a:prstGeom prst="rect">
            <a:avLst/>
          </a:prstGeom>
        </p:spPr>
      </p:pic>
      <p:pic>
        <p:nvPicPr>
          <p:cNvPr id="10" name="Picture 9" descr="Table displaying values of S4 function with inputs ranging from 0 to 3 in rows and 0 to 15 in columns. Each cell contains a two-digit hexadecimal number representing output for corresponding row-column pair, highlighting substitution values used in cryptographic algorithms.">
            <a:extLst>
              <a:ext uri="{FF2B5EF4-FFF2-40B4-BE49-F238E27FC236}">
                <a16:creationId xmlns:a16="http://schemas.microsoft.com/office/drawing/2014/main" id="{7BCC1D54-9B9E-FC45-84A8-83C6A3928FF2}"/>
              </a:ext>
            </a:extLst>
          </p:cNvPr>
          <p:cNvPicPr>
            <a:picLocks noChangeAspect="1"/>
          </p:cNvPicPr>
          <p:nvPr/>
        </p:nvPicPr>
        <p:blipFill>
          <a:blip r:embed="rId5"/>
          <a:stretch>
            <a:fillRect/>
          </a:stretch>
        </p:blipFill>
        <p:spPr>
          <a:xfrm>
            <a:off x="861120" y="5306061"/>
            <a:ext cx="4572000" cy="1246909"/>
          </a:xfrm>
          <a:prstGeom prst="rect">
            <a:avLst/>
          </a:prstGeom>
        </p:spPr>
      </p:pic>
      <p:pic>
        <p:nvPicPr>
          <p:cNvPr id="12" name="Picture 11" descr="Table displaying values of S5 with rows labeled 0 to 3 and columns labeled 0 to 15, showing hexadecimal numbers in each cell. The table is structured with a header row and column for indexing, used for cryptographic or data substitution purposes.">
            <a:extLst>
              <a:ext uri="{FF2B5EF4-FFF2-40B4-BE49-F238E27FC236}">
                <a16:creationId xmlns:a16="http://schemas.microsoft.com/office/drawing/2014/main" id="{1D5203BA-B3C4-5945-95C0-FFCF0C5D607F}"/>
              </a:ext>
            </a:extLst>
          </p:cNvPr>
          <p:cNvPicPr>
            <a:picLocks noChangeAspect="1"/>
          </p:cNvPicPr>
          <p:nvPr/>
        </p:nvPicPr>
        <p:blipFill>
          <a:blip r:embed="rId6"/>
          <a:stretch>
            <a:fillRect/>
          </a:stretch>
        </p:blipFill>
        <p:spPr>
          <a:xfrm>
            <a:off x="6758880" y="561067"/>
            <a:ext cx="4572000" cy="1318437"/>
          </a:xfrm>
          <a:prstGeom prst="rect">
            <a:avLst/>
          </a:prstGeom>
        </p:spPr>
      </p:pic>
      <p:pic>
        <p:nvPicPr>
          <p:cNvPr id="14" name="Picture 13" descr="Table displaying S6 substitution box values used in cryptographic algorithms, with rows labeled 0 to 3 and columns labeled 0 to 15. Each cell contains a two-digit hexadecimal number representing substitution outputs for corresponding input pairs, highlighting key mappings for encryption processes.">
            <a:extLst>
              <a:ext uri="{FF2B5EF4-FFF2-40B4-BE49-F238E27FC236}">
                <a16:creationId xmlns:a16="http://schemas.microsoft.com/office/drawing/2014/main" id="{DD89DD6F-E519-FF47-AD31-66939789A4F7}"/>
              </a:ext>
            </a:extLst>
          </p:cNvPr>
          <p:cNvPicPr>
            <a:picLocks noChangeAspect="1"/>
          </p:cNvPicPr>
          <p:nvPr/>
        </p:nvPicPr>
        <p:blipFill>
          <a:blip r:embed="rId7"/>
          <a:stretch>
            <a:fillRect/>
          </a:stretch>
        </p:blipFill>
        <p:spPr>
          <a:xfrm>
            <a:off x="6746675" y="2132440"/>
            <a:ext cx="4572000" cy="1275907"/>
          </a:xfrm>
          <a:prstGeom prst="rect">
            <a:avLst/>
          </a:prstGeom>
        </p:spPr>
      </p:pic>
      <p:pic>
        <p:nvPicPr>
          <p:cNvPr id="16" name="Picture 15" descr="Table displaying a 4x16 matrix labeled S7 with rows numbered 0 to 3 and columns numbered 0 to 15. Cells contain two-digit numerical values, showing a structured arrangement likely used for data lookup or cryptographic substitution.">
            <a:extLst>
              <a:ext uri="{FF2B5EF4-FFF2-40B4-BE49-F238E27FC236}">
                <a16:creationId xmlns:a16="http://schemas.microsoft.com/office/drawing/2014/main" id="{1AA0D428-F9F2-5D47-BB7A-A6CEDCE5FDBD}"/>
              </a:ext>
            </a:extLst>
          </p:cNvPr>
          <p:cNvPicPr>
            <a:picLocks noChangeAspect="1"/>
          </p:cNvPicPr>
          <p:nvPr/>
        </p:nvPicPr>
        <p:blipFill>
          <a:blip r:embed="rId8"/>
          <a:stretch>
            <a:fillRect/>
          </a:stretch>
        </p:blipFill>
        <p:spPr>
          <a:xfrm>
            <a:off x="6758880" y="3770541"/>
            <a:ext cx="4572000" cy="1279321"/>
          </a:xfrm>
          <a:prstGeom prst="rect">
            <a:avLst/>
          </a:prstGeom>
        </p:spPr>
      </p:pic>
      <p:pic>
        <p:nvPicPr>
          <p:cNvPr id="18" name="Picture 17" descr="Table displaying hexadecimal substitution values for S-box S8 used in cryptographic algorithms. Rows labeled 0 to 3 and columns 0 to 15 contain two-digit hexadecimal outputs, showing specific substitutions for each input pair.">
            <a:extLst>
              <a:ext uri="{FF2B5EF4-FFF2-40B4-BE49-F238E27FC236}">
                <a16:creationId xmlns:a16="http://schemas.microsoft.com/office/drawing/2014/main" id="{B331901E-5443-8F4E-B83E-4C710C30AD28}"/>
              </a:ext>
            </a:extLst>
          </p:cNvPr>
          <p:cNvPicPr>
            <a:picLocks noChangeAspect="1"/>
          </p:cNvPicPr>
          <p:nvPr/>
        </p:nvPicPr>
        <p:blipFill>
          <a:blip r:embed="rId9"/>
          <a:stretch>
            <a:fillRect/>
          </a:stretch>
        </p:blipFill>
        <p:spPr>
          <a:xfrm>
            <a:off x="6758880" y="5305320"/>
            <a:ext cx="4572000" cy="1315233"/>
          </a:xfrm>
          <a:prstGeom prst="rect">
            <a:avLst/>
          </a:prstGeom>
        </p:spPr>
      </p:pic>
      <p:sp>
        <p:nvSpPr>
          <p:cNvPr id="2" name="Slide Number Placeholder 1">
            <a:extLst>
              <a:ext uri="{FF2B5EF4-FFF2-40B4-BE49-F238E27FC236}">
                <a16:creationId xmlns:a16="http://schemas.microsoft.com/office/drawing/2014/main" id="{969A5D53-5356-227E-E25E-976A6D48DC88}"/>
              </a:ext>
            </a:extLst>
          </p:cNvPr>
          <p:cNvSpPr>
            <a:spLocks noGrp="1"/>
          </p:cNvSpPr>
          <p:nvPr>
            <p:ph type="sldNum" sz="quarter" idx="12"/>
          </p:nvPr>
        </p:nvSpPr>
        <p:spPr/>
        <p:txBody>
          <a:bodyPr/>
          <a:lstStyle/>
          <a:p>
            <a:fld id="{80E90D97-E47C-F643-9476-8E7632F37DDA}" type="slidenum">
              <a:rPr lang="en-US" smtClean="0"/>
              <a:t>16</a:t>
            </a:fld>
            <a:endParaRPr lang="en-US"/>
          </a:p>
        </p:txBody>
      </p:sp>
    </p:spTree>
    <p:extLst>
      <p:ext uri="{BB962C8B-B14F-4D97-AF65-F5344CB8AC3E}">
        <p14:creationId xmlns:p14="http://schemas.microsoft.com/office/powerpoint/2010/main" val="368953598"/>
      </p:ext>
    </p:extLst>
  </p:cSld>
  <p:clrMapOvr>
    <a:masterClrMapping/>
  </p:clrMapOvr>
  <mc:AlternateContent xmlns:mc="http://schemas.openxmlformats.org/markup-compatibility/2006" xmlns:p14="http://schemas.microsoft.com/office/powerpoint/2010/main">
    <mc:Choice Requires="p14">
      <p:transition spd="slow" p14:dur="2000" advTm="25973"/>
    </mc:Choice>
    <mc:Fallback xmlns="">
      <p:transition spd="slow" advTm="2597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Diagram illustrating key schedule process for a cryptographic algorithm, showing sequential transformations from initial key k through permutations (PC-1, PC-2) and left shifts (LS) to generate subkeys k1 to k16. Key components include labeled boxes for permutations, circular arrows indicating left shifts, and division of data into C and D parts, with bit lengths annotated on connecting arrows.">
            <a:extLst>
              <a:ext uri="{FF2B5EF4-FFF2-40B4-BE49-F238E27FC236}">
                <a16:creationId xmlns:a16="http://schemas.microsoft.com/office/drawing/2014/main" id="{EDE06E47-D03C-8B41-A72B-6EF44BD5C469}"/>
              </a:ext>
            </a:extLst>
          </p:cNvPr>
          <p:cNvPicPr>
            <a:picLocks noChangeAspect="1"/>
          </p:cNvPicPr>
          <p:nvPr/>
        </p:nvPicPr>
        <p:blipFill>
          <a:blip r:embed="rId3"/>
          <a:stretch>
            <a:fillRect/>
          </a:stretch>
        </p:blipFill>
        <p:spPr>
          <a:xfrm>
            <a:off x="719842" y="12005"/>
            <a:ext cx="5303520" cy="6582958"/>
          </a:xfrm>
          <a:prstGeom prst="rect">
            <a:avLst/>
          </a:prstGeom>
        </p:spPr>
      </p:pic>
      <p:sp>
        <p:nvSpPr>
          <p:cNvPr id="7" name="Title 6">
            <a:extLst>
              <a:ext uri="{FF2B5EF4-FFF2-40B4-BE49-F238E27FC236}">
                <a16:creationId xmlns:a16="http://schemas.microsoft.com/office/drawing/2014/main" id="{B21374C5-7601-40B1-8EBB-2E386694F5C2}"/>
              </a:ext>
            </a:extLst>
          </p:cNvPr>
          <p:cNvSpPr>
            <a:spLocks noGrp="1"/>
          </p:cNvSpPr>
          <p:nvPr>
            <p:ph type="title"/>
          </p:nvPr>
        </p:nvSpPr>
        <p:spPr>
          <a:xfrm>
            <a:off x="254000" y="263037"/>
            <a:ext cx="2273300" cy="1325563"/>
          </a:xfrm>
        </p:spPr>
        <p:txBody>
          <a:bodyPr>
            <a:normAutofit fontScale="90000"/>
          </a:bodyPr>
          <a:lstStyle/>
          <a:p>
            <a:r>
              <a:rPr lang="en-US" dirty="0"/>
              <a:t>Key Schedule Review</a:t>
            </a:r>
          </a:p>
        </p:txBody>
      </p:sp>
      <p:grpSp>
        <p:nvGrpSpPr>
          <p:cNvPr id="4" name="Group 3" descr="General depiction of DES encryption algorithm">
            <a:extLst>
              <a:ext uri="{FF2B5EF4-FFF2-40B4-BE49-F238E27FC236}">
                <a16:creationId xmlns:a16="http://schemas.microsoft.com/office/drawing/2014/main" id="{2875002A-6684-4643-B5B6-29AB852C8F68}"/>
              </a:ext>
            </a:extLst>
          </p:cNvPr>
          <p:cNvGrpSpPr/>
          <p:nvPr/>
        </p:nvGrpSpPr>
        <p:grpSpPr>
          <a:xfrm>
            <a:off x="6096000" y="-219635"/>
            <a:ext cx="5638800" cy="7297270"/>
            <a:chOff x="6096000" y="-219635"/>
            <a:chExt cx="5638800" cy="7297270"/>
          </a:xfrm>
        </p:grpSpPr>
        <p:pic>
          <p:nvPicPr>
            <p:cNvPr id="11" name="Picture 10" descr="f0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tretch>
                  <a:fillRect/>
                </a:stretch>
              </p:blipFill>
            </mc:Choice>
            <mc:Fallback>
              <p:blipFill>
                <a:blip r:embed="rId6"/>
                <a:stretch>
                  <a:fillRect/>
                </a:stretch>
              </p:blipFill>
            </mc:Fallback>
          </mc:AlternateContent>
          <p:spPr>
            <a:xfrm>
              <a:off x="6096000" y="-219635"/>
              <a:ext cx="5638800" cy="7297270"/>
            </a:xfrm>
            <a:prstGeom prst="rect">
              <a:avLst/>
            </a:prstGeom>
          </p:spPr>
        </p:pic>
        <p:sp>
          <p:nvSpPr>
            <p:cNvPr id="2" name="Rectangle 1">
              <a:extLst>
                <a:ext uri="{FF2B5EF4-FFF2-40B4-BE49-F238E27FC236}">
                  <a16:creationId xmlns:a16="http://schemas.microsoft.com/office/drawing/2014/main" id="{053F3F68-6482-5941-ABDA-548E3D7F93CC}"/>
                </a:ext>
              </a:extLst>
            </p:cNvPr>
            <p:cNvSpPr/>
            <p:nvPr/>
          </p:nvSpPr>
          <p:spPr>
            <a:xfrm>
              <a:off x="8246368" y="188640"/>
              <a:ext cx="3488432" cy="4464496"/>
            </a:xfrm>
            <a:prstGeom prst="rect">
              <a:avLst/>
            </a:prstGeom>
            <a:noFill/>
            <a:ln w="57150">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413F21-528C-ED43-8C6B-FB4968EBA42E}"/>
                </a:ext>
              </a:extLst>
            </p:cNvPr>
            <p:cNvSpPr txBox="1"/>
            <p:nvPr/>
          </p:nvSpPr>
          <p:spPr>
            <a:xfrm>
              <a:off x="8719242" y="4799801"/>
              <a:ext cx="2542684" cy="523220"/>
            </a:xfrm>
            <a:prstGeom prst="rect">
              <a:avLst/>
            </a:prstGeom>
            <a:noFill/>
          </p:spPr>
          <p:txBody>
            <a:bodyPr wrap="none" rtlCol="0">
              <a:spAutoFit/>
            </a:bodyPr>
            <a:lstStyle/>
            <a:p>
              <a:r>
                <a:rPr lang="en-US" sz="2800" b="1" dirty="0"/>
                <a:t>Key Schedule</a:t>
              </a:r>
            </a:p>
          </p:txBody>
        </p:sp>
      </p:grpSp>
      <p:sp>
        <p:nvSpPr>
          <p:cNvPr id="5" name="Slide Number Placeholder 4">
            <a:extLst>
              <a:ext uri="{FF2B5EF4-FFF2-40B4-BE49-F238E27FC236}">
                <a16:creationId xmlns:a16="http://schemas.microsoft.com/office/drawing/2014/main" id="{719B2C5E-A310-534F-2509-621261CCD7A7}"/>
              </a:ext>
            </a:extLst>
          </p:cNvPr>
          <p:cNvSpPr>
            <a:spLocks noGrp="1"/>
          </p:cNvSpPr>
          <p:nvPr>
            <p:ph type="sldNum" sz="quarter" idx="12"/>
          </p:nvPr>
        </p:nvSpPr>
        <p:spPr>
          <a:xfrm>
            <a:off x="9139608" y="6412400"/>
            <a:ext cx="2743200" cy="365125"/>
          </a:xfrm>
        </p:spPr>
        <p:txBody>
          <a:bodyPr/>
          <a:lstStyle/>
          <a:p>
            <a:fld id="{80E90D97-E47C-F643-9476-8E7632F37DDA}" type="slidenum">
              <a:rPr lang="en-US" smtClean="0"/>
              <a:t>17</a:t>
            </a:fld>
            <a:endParaRPr lang="en-US" dirty="0"/>
          </a:p>
        </p:txBody>
      </p:sp>
    </p:spTree>
    <p:extLst>
      <p:ext uri="{BB962C8B-B14F-4D97-AF65-F5344CB8AC3E}">
        <p14:creationId xmlns:p14="http://schemas.microsoft.com/office/powerpoint/2010/main" val="1928049789"/>
      </p:ext>
    </p:extLst>
  </p:cSld>
  <p:clrMapOvr>
    <a:masterClrMapping/>
  </p:clrMapOvr>
  <mc:AlternateContent xmlns:mc="http://schemas.openxmlformats.org/markup-compatibility/2006" xmlns:p14="http://schemas.microsoft.com/office/powerpoint/2010/main">
    <mc:Choice Requires="p14">
      <p:transition spd="slow" p14:dur="2000" advTm="79626"/>
    </mc:Choice>
    <mc:Fallback xmlns="">
      <p:transition spd="slow" advTm="7962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4E5B065-272C-D840-A9E1-C9326164BB78}"/>
              </a:ext>
            </a:extLst>
          </p:cNvPr>
          <p:cNvSpPr txBox="1"/>
          <p:nvPr/>
        </p:nvSpPr>
        <p:spPr>
          <a:xfrm>
            <a:off x="2148968" y="1411247"/>
            <a:ext cx="2031325" cy="369332"/>
          </a:xfrm>
          <a:prstGeom prst="rect">
            <a:avLst/>
          </a:prstGeom>
          <a:noFill/>
        </p:spPr>
        <p:txBody>
          <a:bodyPr wrap="none" rtlCol="0">
            <a:spAutoFit/>
          </a:bodyPr>
          <a:lstStyle/>
          <a:p>
            <a:r>
              <a:rPr lang="en-US" dirty="0"/>
              <a:t>Initial Permutation</a:t>
            </a:r>
          </a:p>
        </p:txBody>
      </p:sp>
      <p:pic>
        <p:nvPicPr>
          <p:cNvPr id="11" name="Picture 10" descr="f0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6"/>
              <a:stretch>
                <a:fillRect/>
              </a:stretch>
            </p:blipFill>
          </mc:Choice>
          <mc:Fallback>
            <p:blipFill>
              <a:blip r:embed="rId7"/>
              <a:stretch>
                <a:fillRect/>
              </a:stretch>
            </p:blipFill>
          </mc:Fallback>
        </mc:AlternateContent>
        <p:spPr>
          <a:xfrm>
            <a:off x="6096000" y="-219635"/>
            <a:ext cx="5638800" cy="7297270"/>
          </a:xfrm>
          <a:prstGeom prst="rect">
            <a:avLst/>
          </a:prstGeom>
        </p:spPr>
      </p:pic>
      <p:sp>
        <p:nvSpPr>
          <p:cNvPr id="2" name="Rectangle 1">
            <a:extLst>
              <a:ext uri="{FF2B5EF4-FFF2-40B4-BE49-F238E27FC236}">
                <a16:creationId xmlns:a16="http://schemas.microsoft.com/office/drawing/2014/main" id="{053F3F68-6482-5941-ABDA-548E3D7F93CC}"/>
              </a:ext>
              <a:ext uri="{C183D7F6-B498-43B3-948B-1728B52AA6E4}">
                <adec:decorative xmlns:adec="http://schemas.microsoft.com/office/drawing/2017/decorative" val="1"/>
              </a:ext>
            </a:extLst>
          </p:cNvPr>
          <p:cNvSpPr/>
          <p:nvPr/>
        </p:nvSpPr>
        <p:spPr>
          <a:xfrm>
            <a:off x="8246368" y="188640"/>
            <a:ext cx="3488432" cy="4464496"/>
          </a:xfrm>
          <a:prstGeom prst="rect">
            <a:avLst/>
          </a:prstGeom>
          <a:noFill/>
          <a:ln w="57150">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8B2BC05-D418-55DE-6A5B-1FF5054E58D7}"/>
              </a:ext>
            </a:extLst>
          </p:cNvPr>
          <p:cNvSpPr>
            <a:spLocks noGrp="1"/>
          </p:cNvSpPr>
          <p:nvPr>
            <p:ph type="title"/>
          </p:nvPr>
        </p:nvSpPr>
        <p:spPr>
          <a:xfrm>
            <a:off x="0" y="0"/>
            <a:ext cx="10515600" cy="1325563"/>
          </a:xfrm>
        </p:spPr>
        <p:txBody>
          <a:bodyPr/>
          <a:lstStyle/>
          <a:p>
            <a:r>
              <a:rPr lang="en-US" dirty="0"/>
              <a:t>Initial/Final Permutation</a:t>
            </a:r>
          </a:p>
        </p:txBody>
      </p:sp>
      <p:sp>
        <p:nvSpPr>
          <p:cNvPr id="3" name="TextBox 2">
            <a:extLst>
              <a:ext uri="{FF2B5EF4-FFF2-40B4-BE49-F238E27FC236}">
                <a16:creationId xmlns:a16="http://schemas.microsoft.com/office/drawing/2014/main" id="{D2413F21-528C-ED43-8C6B-FB4968EBA42E}"/>
              </a:ext>
            </a:extLst>
          </p:cNvPr>
          <p:cNvSpPr txBox="1"/>
          <p:nvPr/>
        </p:nvSpPr>
        <p:spPr>
          <a:xfrm>
            <a:off x="8719242" y="4799801"/>
            <a:ext cx="2542684" cy="523220"/>
          </a:xfrm>
          <a:prstGeom prst="rect">
            <a:avLst/>
          </a:prstGeom>
          <a:noFill/>
        </p:spPr>
        <p:txBody>
          <a:bodyPr wrap="none" rtlCol="0">
            <a:spAutoFit/>
          </a:bodyPr>
          <a:lstStyle/>
          <a:p>
            <a:r>
              <a:rPr lang="en-US" sz="2800" b="1" dirty="0"/>
              <a:t>Key Schedule</a:t>
            </a:r>
          </a:p>
        </p:txBody>
      </p:sp>
      <p:sp>
        <p:nvSpPr>
          <p:cNvPr id="4" name="Slide Number Placeholder 3">
            <a:extLst>
              <a:ext uri="{FF2B5EF4-FFF2-40B4-BE49-F238E27FC236}">
                <a16:creationId xmlns:a16="http://schemas.microsoft.com/office/drawing/2014/main" id="{9477184A-D20A-1CAE-12D8-950D391DD23F}"/>
              </a:ext>
            </a:extLst>
          </p:cNvPr>
          <p:cNvSpPr>
            <a:spLocks noGrp="1"/>
          </p:cNvSpPr>
          <p:nvPr>
            <p:ph type="sldNum" sz="quarter" idx="12"/>
          </p:nvPr>
        </p:nvSpPr>
        <p:spPr>
          <a:xfrm>
            <a:off x="9144000" y="6356350"/>
            <a:ext cx="2743200" cy="365125"/>
          </a:xfrm>
        </p:spPr>
        <p:txBody>
          <a:bodyPr/>
          <a:lstStyle/>
          <a:p>
            <a:fld id="{80E90D97-E47C-F643-9476-8E7632F37DDA}" type="slidenum">
              <a:rPr lang="en-US" smtClean="0"/>
              <a:t>18</a:t>
            </a:fld>
            <a:endParaRPr lang="en-US" dirty="0"/>
          </a:p>
        </p:txBody>
      </p:sp>
      <p:pic>
        <p:nvPicPr>
          <p:cNvPr id="7" name="Picture 6" descr="Diagram illustrating the relationship between two sequences, x and IP(x), with labeled segments and connections indicating specific index mappings. Key elements include highlighted blocks at positions 1, 2, 40, 50, 58, and 64, showing how elements correspond between sequences.">
            <a:extLst>
              <a:ext uri="{FF2B5EF4-FFF2-40B4-BE49-F238E27FC236}">
                <a16:creationId xmlns:a16="http://schemas.microsoft.com/office/drawing/2014/main" id="{3B3DCE3C-18FE-D044-9C61-C3A23DFF8D07}"/>
              </a:ext>
            </a:extLst>
          </p:cNvPr>
          <p:cNvPicPr>
            <a:picLocks noChangeAspect="1"/>
          </p:cNvPicPr>
          <p:nvPr/>
        </p:nvPicPr>
        <p:blipFill>
          <a:blip r:embed="rId8"/>
          <a:stretch>
            <a:fillRect/>
          </a:stretch>
        </p:blipFill>
        <p:spPr>
          <a:xfrm>
            <a:off x="879053" y="1780579"/>
            <a:ext cx="4572000" cy="2075447"/>
          </a:xfrm>
          <a:prstGeom prst="rect">
            <a:avLst/>
          </a:prstGeom>
        </p:spPr>
      </p:pic>
      <p:sp>
        <p:nvSpPr>
          <p:cNvPr id="12" name="TextBox 11">
            <a:extLst>
              <a:ext uri="{FF2B5EF4-FFF2-40B4-BE49-F238E27FC236}">
                <a16:creationId xmlns:a16="http://schemas.microsoft.com/office/drawing/2014/main" id="{1811FDE2-B831-1241-9A2E-6BB7A3CD25F7}"/>
              </a:ext>
            </a:extLst>
          </p:cNvPr>
          <p:cNvSpPr txBox="1"/>
          <p:nvPr/>
        </p:nvSpPr>
        <p:spPr>
          <a:xfrm>
            <a:off x="838200" y="4357746"/>
            <a:ext cx="4990727" cy="369332"/>
          </a:xfrm>
          <a:prstGeom prst="rect">
            <a:avLst/>
          </a:prstGeom>
          <a:noFill/>
        </p:spPr>
        <p:txBody>
          <a:bodyPr wrap="square" rtlCol="0">
            <a:spAutoFit/>
          </a:bodyPr>
          <a:lstStyle/>
          <a:p>
            <a:r>
              <a:rPr lang="en-US" dirty="0"/>
              <a:t>Final Permutation (Inverse Initial Permutation)</a:t>
            </a:r>
          </a:p>
        </p:txBody>
      </p:sp>
      <p:pic>
        <p:nvPicPr>
          <p:cNvPr id="10" name="Picture 9" descr="Diagram illustrating a mapping between elements of two sequences labeled z and IP*(z), with arrows connecting specific positions such as 1, 2, 40 in z to positions 1, 50, 58, and 64 in IP*(z). The diagram uses shaded boxes to highlight key elements and shows a non-linear relationship between sequence indices, emphasizing particular mapped pairs.">
            <a:extLst>
              <a:ext uri="{FF2B5EF4-FFF2-40B4-BE49-F238E27FC236}">
                <a16:creationId xmlns:a16="http://schemas.microsoft.com/office/drawing/2014/main" id="{BADE41C3-F513-CA4A-9916-9D58BDBDC437}"/>
              </a:ext>
            </a:extLst>
          </p:cNvPr>
          <p:cNvPicPr>
            <a:picLocks noChangeAspect="1"/>
          </p:cNvPicPr>
          <p:nvPr/>
        </p:nvPicPr>
        <p:blipFill>
          <a:blip r:embed="rId9"/>
          <a:stretch>
            <a:fillRect/>
          </a:stretch>
        </p:blipFill>
        <p:spPr>
          <a:xfrm>
            <a:off x="878631" y="4762046"/>
            <a:ext cx="4572000" cy="1959429"/>
          </a:xfrm>
          <a:prstGeom prst="rect">
            <a:avLst/>
          </a:prstGeom>
        </p:spPr>
      </p:pic>
    </p:spTree>
    <p:custDataLst>
      <p:tags r:id="rId1"/>
    </p:custDataLst>
  </p:cSld>
  <p:clrMapOvr>
    <a:masterClrMapping/>
  </p:clrMapOvr>
  <p:transition spd="med" advTm="23701">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par>
                                <p:cTn id="22" presetID="3" presetClass="entr" presetSubtype="1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3"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DCA0-2C02-374A-A607-4BDD7F459399}"/>
              </a:ext>
            </a:extLst>
          </p:cNvPr>
          <p:cNvSpPr>
            <a:spLocks noGrp="1"/>
          </p:cNvSpPr>
          <p:nvPr>
            <p:ph type="title"/>
          </p:nvPr>
        </p:nvSpPr>
        <p:spPr/>
        <p:txBody>
          <a:bodyPr/>
          <a:lstStyle/>
          <a:p>
            <a:r>
              <a:rPr lang="en-US" dirty="0"/>
              <a:t>Key Schedule Steps Review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C860B0-DA90-1E43-B3B3-23C95A9B15C4}"/>
                  </a:ext>
                </a:extLst>
              </p:cNvPr>
              <p:cNvSpPr>
                <a:spLocks noGrp="1"/>
              </p:cNvSpPr>
              <p:nvPr>
                <p:ph idx="1"/>
              </p:nvPr>
            </p:nvSpPr>
            <p:spPr>
              <a:xfrm>
                <a:off x="1073184" y="1556792"/>
                <a:ext cx="10094383" cy="4289425"/>
              </a:xfrm>
            </p:spPr>
            <p:txBody>
              <a:bodyPr/>
              <a:lstStyle/>
              <a:p>
                <a:r>
                  <a:rPr lang="en-US" sz="2400" dirty="0"/>
                  <a:t>Permuted Choice 1 (PC1)</a:t>
                </a:r>
              </a:p>
              <a:p>
                <a:pPr lvl="1"/>
                <a:r>
                  <a:rPr lang="en-US" sz="2400" dirty="0"/>
                  <a:t>64 bits </a:t>
                </a:r>
                <a:r>
                  <a:rPr lang="en-US" sz="2400" dirty="0">
                    <a:sym typeface="Wingdings" pitchFamily="2" charset="2"/>
                  </a:rPr>
                  <a:t> 56 bits</a:t>
                </a:r>
              </a:p>
              <a:p>
                <a:pPr lvl="1"/>
                <a:r>
                  <a:rPr lang="en-US" sz="2400" dirty="0">
                    <a:sym typeface="Wingdings" pitchFamily="2" charset="2"/>
                  </a:rPr>
                  <a:t>Drop bits: 8, 16, 24, 32, 40, 48, 56, 64 (odd parity bits)</a:t>
                </a:r>
                <a:endParaRPr lang="en-US" sz="2400" dirty="0"/>
              </a:p>
              <a:p>
                <a:r>
                  <a:rPr lang="en-US" sz="2400" dirty="0"/>
                  <a:t>Left Shift/Rotate</a:t>
                </a:r>
              </a:p>
              <a:p>
                <a:pPr lvl="1"/>
                <a:r>
                  <a:rPr lang="en-US" sz="2400" dirty="0"/>
                  <a:t>In round 1, 2, 9, 16: rotate left by one bit (0111 </a:t>
                </a:r>
                <a:r>
                  <a:rPr lang="en-US" sz="2400" dirty="0">
                    <a:sym typeface="Wingdings" pitchFamily="2" charset="2"/>
                  </a:rPr>
                  <a:t> 1110</a:t>
                </a:r>
                <a:r>
                  <a:rPr lang="en-US" sz="2400" dirty="0"/>
                  <a:t>)</a:t>
                </a:r>
              </a:p>
              <a:p>
                <a:pPr lvl="1"/>
                <a:r>
                  <a:rPr lang="en-US" sz="2400" dirty="0"/>
                  <a:t>Other rounds: rotate left by two bits (0111 </a:t>
                </a:r>
                <a:r>
                  <a:rPr lang="en-US" sz="2400" dirty="0">
                    <a:sym typeface="Wingdings" pitchFamily="2" charset="2"/>
                  </a:rPr>
                  <a:t> 1101</a:t>
                </a:r>
                <a:r>
                  <a:rPr lang="en-US" sz="2400" dirty="0"/>
                  <a:t>)</a:t>
                </a:r>
              </a:p>
              <a:p>
                <a:pPr lvl="1"/>
                <a:r>
                  <a:rPr lang="en-US" sz="2400" dirty="0"/>
                  <a:t>Total number of bit position shifted: 4*1+12*2=28.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16</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16</m:t>
                        </m:r>
                      </m:sub>
                    </m:sSub>
                  </m:oMath>
                </a14:m>
                <a:endParaRPr lang="en-US" sz="2400" dirty="0"/>
              </a:p>
              <a:p>
                <a:r>
                  <a:rPr lang="en-US" sz="2400" dirty="0"/>
                  <a:t>Permuted Choice 2</a:t>
                </a:r>
              </a:p>
              <a:p>
                <a:pPr lvl="1"/>
                <a:r>
                  <a:rPr lang="en-US" sz="2400" dirty="0"/>
                  <a:t>Choose 24 bits from left half C and 24 bits from right half D</a:t>
                </a:r>
              </a:p>
              <a:p>
                <a:r>
                  <a:rPr lang="en-US" sz="2400" dirty="0"/>
                  <a:t>Each Key is merely a permutation of the original 56-bit key.</a:t>
                </a:r>
              </a:p>
            </p:txBody>
          </p:sp>
        </mc:Choice>
        <mc:Fallback xmlns="">
          <p:sp>
            <p:nvSpPr>
              <p:cNvPr id="3" name="Content Placeholder 2">
                <a:extLst>
                  <a:ext uri="{FF2B5EF4-FFF2-40B4-BE49-F238E27FC236}">
                    <a16:creationId xmlns:a16="http://schemas.microsoft.com/office/drawing/2014/main" id="{91C860B0-DA90-1E43-B3B3-23C95A9B15C4}"/>
                  </a:ext>
                </a:extLst>
              </p:cNvPr>
              <p:cNvSpPr>
                <a:spLocks noGrp="1" noRot="1" noChangeAspect="1" noMove="1" noResize="1" noEditPoints="1" noAdjustHandles="1" noChangeArrowheads="1" noChangeShapeType="1" noTextEdit="1"/>
              </p:cNvSpPr>
              <p:nvPr>
                <p:ph idx="1"/>
              </p:nvPr>
            </p:nvSpPr>
            <p:spPr>
              <a:xfrm>
                <a:off x="1073184" y="1556792"/>
                <a:ext cx="10094383" cy="4289425"/>
              </a:xfrm>
              <a:blipFill>
                <a:blip r:embed="rId2"/>
                <a:stretch>
                  <a:fillRect l="-879" t="-206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B3115FB-6DF3-A194-EC76-25FE44DC00E2}"/>
              </a:ext>
            </a:extLst>
          </p:cNvPr>
          <p:cNvSpPr>
            <a:spLocks noGrp="1"/>
          </p:cNvSpPr>
          <p:nvPr>
            <p:ph type="sldNum" sz="quarter" idx="12"/>
          </p:nvPr>
        </p:nvSpPr>
        <p:spPr/>
        <p:txBody>
          <a:bodyPr/>
          <a:lstStyle/>
          <a:p>
            <a:fld id="{80E90D97-E47C-F643-9476-8E7632F37DDA}" type="slidenum">
              <a:rPr lang="en-US" smtClean="0"/>
              <a:t>19</a:t>
            </a:fld>
            <a:endParaRPr lang="en-US"/>
          </a:p>
        </p:txBody>
      </p:sp>
    </p:spTree>
    <p:extLst>
      <p:ext uri="{BB962C8B-B14F-4D97-AF65-F5344CB8AC3E}">
        <p14:creationId xmlns:p14="http://schemas.microsoft.com/office/powerpoint/2010/main" val="668976238"/>
      </p:ext>
    </p:extLst>
  </p:cSld>
  <p:clrMapOvr>
    <a:masterClrMapping/>
  </p:clrMapOvr>
  <mc:AlternateContent xmlns:mc="http://schemas.openxmlformats.org/markup-compatibility/2006" xmlns:p14="http://schemas.microsoft.com/office/powerpoint/2010/main">
    <mc:Choice Requires="p14">
      <p:transition spd="slow" p14:dur="2000" advTm="99317"/>
    </mc:Choice>
    <mc:Fallback xmlns="">
      <p:transition spd="slow" advTm="9931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DCA0-2C02-374A-A607-4BDD7F459399}"/>
              </a:ext>
            </a:extLst>
          </p:cNvPr>
          <p:cNvSpPr>
            <a:spLocks noGrp="1"/>
          </p:cNvSpPr>
          <p:nvPr>
            <p:ph type="title"/>
          </p:nvPr>
        </p:nvSpPr>
        <p:spPr>
          <a:xfrm>
            <a:off x="838200" y="136525"/>
            <a:ext cx="10515600" cy="1325563"/>
          </a:xfrm>
        </p:spPr>
        <p:txBody>
          <a:bodyPr/>
          <a:lstStyle/>
          <a:p>
            <a:r>
              <a:rPr lang="en-US" dirty="0"/>
              <a:t>Key Schedule (cont.)</a:t>
            </a:r>
          </a:p>
        </p:txBody>
      </p:sp>
      <p:sp>
        <p:nvSpPr>
          <p:cNvPr id="3" name="Content Placeholder 2">
            <a:extLst>
              <a:ext uri="{FF2B5EF4-FFF2-40B4-BE49-F238E27FC236}">
                <a16:creationId xmlns:a16="http://schemas.microsoft.com/office/drawing/2014/main" id="{91C860B0-DA90-1E43-B3B3-23C95A9B15C4}"/>
              </a:ext>
            </a:extLst>
          </p:cNvPr>
          <p:cNvSpPr>
            <a:spLocks noGrp="1"/>
          </p:cNvSpPr>
          <p:nvPr>
            <p:ph idx="1"/>
          </p:nvPr>
        </p:nvSpPr>
        <p:spPr>
          <a:xfrm>
            <a:off x="179277" y="1856088"/>
            <a:ext cx="3697039" cy="4289425"/>
          </a:xfrm>
        </p:spPr>
        <p:txBody>
          <a:bodyPr/>
          <a:lstStyle/>
          <a:p>
            <a:r>
              <a:rPr lang="en-US" dirty="0"/>
              <a:t>Decryption</a:t>
            </a:r>
          </a:p>
          <a:p>
            <a:pPr lvl="1"/>
            <a:r>
              <a:rPr lang="en-US" sz="2400" dirty="0"/>
              <a:t>Reversed Key Schedule</a:t>
            </a:r>
          </a:p>
          <a:p>
            <a:pPr lvl="1"/>
            <a:r>
              <a:rPr lang="en-US" sz="2400" dirty="0"/>
              <a:t>In each round, the key is derived via RIDGT shifts in a similar fashion.</a:t>
            </a:r>
          </a:p>
        </p:txBody>
      </p:sp>
      <p:pic>
        <p:nvPicPr>
          <p:cNvPr id="6" name="Picture 5" descr="Diagram illustrating key generation process in DES encryption, showing sequential transformations and permutations. It includes labeled blocks for keys (k, k16, k15, k1), permutation choices (PC-1, PC-2), splits into C and D halves, and 16 rounds of left shifts (RS) with arrows indicating data flow.">
            <a:extLst>
              <a:ext uri="{FF2B5EF4-FFF2-40B4-BE49-F238E27FC236}">
                <a16:creationId xmlns:a16="http://schemas.microsoft.com/office/drawing/2014/main" id="{100789D9-7E19-924C-90B8-823B41E02FD3}"/>
              </a:ext>
            </a:extLst>
          </p:cNvPr>
          <p:cNvPicPr>
            <a:picLocks noChangeAspect="1"/>
          </p:cNvPicPr>
          <p:nvPr/>
        </p:nvPicPr>
        <p:blipFill>
          <a:blip r:embed="rId2"/>
          <a:stretch>
            <a:fillRect/>
          </a:stretch>
        </p:blipFill>
        <p:spPr>
          <a:xfrm>
            <a:off x="3986437" y="1113153"/>
            <a:ext cx="4104456" cy="5775296"/>
          </a:xfrm>
          <a:prstGeom prst="rect">
            <a:avLst/>
          </a:prstGeom>
        </p:spPr>
      </p:pic>
      <p:sp>
        <p:nvSpPr>
          <p:cNvPr id="8" name="Rounded Rectangle 7">
            <a:extLst>
              <a:ext uri="{FF2B5EF4-FFF2-40B4-BE49-F238E27FC236}">
                <a16:creationId xmlns:a16="http://schemas.microsoft.com/office/drawing/2014/main" id="{8097E96A-4813-A44B-8435-1B233C1BFDF8}"/>
              </a:ext>
            </a:extLst>
          </p:cNvPr>
          <p:cNvSpPr/>
          <p:nvPr/>
        </p:nvSpPr>
        <p:spPr>
          <a:xfrm>
            <a:off x="4007769" y="1300003"/>
            <a:ext cx="1800200" cy="564473"/>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Decryption</a:t>
            </a:r>
          </a:p>
        </p:txBody>
      </p:sp>
      <p:cxnSp>
        <p:nvCxnSpPr>
          <p:cNvPr id="10" name="Straight Connector 9">
            <a:extLst>
              <a:ext uri="{FF2B5EF4-FFF2-40B4-BE49-F238E27FC236}">
                <a16:creationId xmlns:a16="http://schemas.microsoft.com/office/drawing/2014/main" id="{DAE368FB-CA4C-8345-AB68-535D0574A537}"/>
              </a:ext>
              <a:ext uri="{C183D7F6-B498-43B3-948B-1728B52AA6E4}">
                <adec:decorative xmlns:adec="http://schemas.microsoft.com/office/drawing/2017/decorative" val="1"/>
              </a:ext>
            </a:extLst>
          </p:cNvPr>
          <p:cNvCxnSpPr/>
          <p:nvPr/>
        </p:nvCxnSpPr>
        <p:spPr>
          <a:xfrm flipV="1">
            <a:off x="8090893" y="1113153"/>
            <a:ext cx="0" cy="5744847"/>
          </a:xfrm>
          <a:prstGeom prst="line">
            <a:avLst/>
          </a:prstGeom>
        </p:spPr>
        <p:style>
          <a:lnRef idx="2">
            <a:schemeClr val="accent1"/>
          </a:lnRef>
          <a:fillRef idx="0">
            <a:schemeClr val="accent1"/>
          </a:fillRef>
          <a:effectRef idx="1">
            <a:schemeClr val="accent1"/>
          </a:effectRef>
          <a:fontRef idx="minor">
            <a:schemeClr val="tx1"/>
          </a:fontRef>
        </p:style>
      </p:cxnSp>
      <p:pic>
        <p:nvPicPr>
          <p:cNvPr id="7" name="Picture 6" descr="Diagram illustrating a key generation process in cryptography, showing sequential transformations and permutations of input key k through labeled blocks and circular left shifts (LS). Key components include PC-1 and PC-2 permutations, splitting into C and D halves, and 16 rounds of left shifts producing subkeys k1 to k16, with arrows indicating data flow and bit lengths annotated.">
            <a:extLst>
              <a:ext uri="{FF2B5EF4-FFF2-40B4-BE49-F238E27FC236}">
                <a16:creationId xmlns:a16="http://schemas.microsoft.com/office/drawing/2014/main" id="{C69C6734-E895-D04E-9594-8140FF031DE8}"/>
              </a:ext>
            </a:extLst>
          </p:cNvPr>
          <p:cNvPicPr>
            <a:picLocks noChangeAspect="1"/>
          </p:cNvPicPr>
          <p:nvPr/>
        </p:nvPicPr>
        <p:blipFill rotWithShape="1">
          <a:blip r:embed="rId3"/>
          <a:srcRect l="5688" t="1743" r="7416"/>
          <a:stretch/>
        </p:blipFill>
        <p:spPr>
          <a:xfrm>
            <a:off x="8090893" y="1113153"/>
            <a:ext cx="4114800" cy="5775296"/>
          </a:xfrm>
          <a:prstGeom prst="rect">
            <a:avLst/>
          </a:prstGeom>
        </p:spPr>
      </p:pic>
      <p:sp>
        <p:nvSpPr>
          <p:cNvPr id="5" name="Rounded Rectangle 4">
            <a:extLst>
              <a:ext uri="{FF2B5EF4-FFF2-40B4-BE49-F238E27FC236}">
                <a16:creationId xmlns:a16="http://schemas.microsoft.com/office/drawing/2014/main" id="{038BDABC-C4FA-2F43-92D8-D040DC3F82B6}"/>
              </a:ext>
            </a:extLst>
          </p:cNvPr>
          <p:cNvSpPr/>
          <p:nvPr/>
        </p:nvSpPr>
        <p:spPr>
          <a:xfrm>
            <a:off x="8112225" y="1331645"/>
            <a:ext cx="1800200" cy="564473"/>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Encryption</a:t>
            </a:r>
          </a:p>
        </p:txBody>
      </p:sp>
      <p:sp>
        <p:nvSpPr>
          <p:cNvPr id="4" name="Slide Number Placeholder 3">
            <a:extLst>
              <a:ext uri="{FF2B5EF4-FFF2-40B4-BE49-F238E27FC236}">
                <a16:creationId xmlns:a16="http://schemas.microsoft.com/office/drawing/2014/main" id="{73930987-A13B-117B-ABE0-265D2EBE25F2}"/>
              </a:ext>
            </a:extLst>
          </p:cNvPr>
          <p:cNvSpPr>
            <a:spLocks noGrp="1"/>
          </p:cNvSpPr>
          <p:nvPr>
            <p:ph type="sldNum" sz="quarter" idx="12"/>
          </p:nvPr>
        </p:nvSpPr>
        <p:spPr/>
        <p:txBody>
          <a:bodyPr/>
          <a:lstStyle/>
          <a:p>
            <a:fld id="{80E90D97-E47C-F643-9476-8E7632F37DDA}" type="slidenum">
              <a:rPr lang="en-US" smtClean="0"/>
              <a:t>20</a:t>
            </a:fld>
            <a:endParaRPr lang="en-US"/>
          </a:p>
        </p:txBody>
      </p:sp>
    </p:spTree>
    <p:extLst>
      <p:ext uri="{BB962C8B-B14F-4D97-AF65-F5344CB8AC3E}">
        <p14:creationId xmlns:p14="http://schemas.microsoft.com/office/powerpoint/2010/main" val="3895277101"/>
      </p:ext>
    </p:extLst>
  </p:cSld>
  <p:clrMapOvr>
    <a:masterClrMapping/>
  </p:clrMapOvr>
  <mc:AlternateContent xmlns:mc="http://schemas.openxmlformats.org/markup-compatibility/2006" xmlns:p14="http://schemas.microsoft.com/office/powerpoint/2010/main">
    <mc:Choice Requires="p14">
      <p:transition spd="slow" p14:dur="2000" advTm="36501"/>
    </mc:Choice>
    <mc:Fallback xmlns="">
      <p:transition spd="slow" advTm="3650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09A8B-11E6-5E43-8E11-03DCA9D6C348}"/>
              </a:ext>
            </a:extLst>
          </p:cNvPr>
          <p:cNvSpPr>
            <a:spLocks noGrp="1"/>
          </p:cNvSpPr>
          <p:nvPr>
            <p:ph type="title"/>
          </p:nvPr>
        </p:nvSpPr>
        <p:spPr/>
        <p:txBody>
          <a:bodyPr/>
          <a:lstStyle/>
          <a:p>
            <a:r>
              <a:rPr lang="en-US" dirty="0"/>
              <a:t>DES Toy Example</a:t>
            </a:r>
          </a:p>
        </p:txBody>
      </p:sp>
      <p:sp>
        <p:nvSpPr>
          <p:cNvPr id="3" name="Content Placeholder 2">
            <a:extLst>
              <a:ext uri="{FF2B5EF4-FFF2-40B4-BE49-F238E27FC236}">
                <a16:creationId xmlns:a16="http://schemas.microsoft.com/office/drawing/2014/main" id="{61FE4B50-66EB-EB4B-A143-C33143D7F651}"/>
              </a:ext>
            </a:extLst>
          </p:cNvPr>
          <p:cNvSpPr>
            <a:spLocks noGrp="1"/>
          </p:cNvSpPr>
          <p:nvPr>
            <p:ph idx="1"/>
          </p:nvPr>
        </p:nvSpPr>
        <p:spPr/>
        <p:txBody>
          <a:bodyPr/>
          <a:lstStyle/>
          <a:p>
            <a:r>
              <a:rPr lang="en-US" dirty="0"/>
              <a:t>Plaintext: 1001 1100 0010 0111</a:t>
            </a:r>
          </a:p>
          <a:p>
            <a:r>
              <a:rPr lang="en-US" dirty="0"/>
              <a:t>Key: 1111 0011 0001 1000</a:t>
            </a:r>
          </a:p>
          <a:p>
            <a:r>
              <a:rPr lang="en-US" dirty="0"/>
              <a:t>Two rounds </a:t>
            </a:r>
          </a:p>
          <a:p>
            <a:r>
              <a:rPr lang="en-US" dirty="0"/>
              <a:t>What will be the ciphertext?</a:t>
            </a:r>
          </a:p>
        </p:txBody>
      </p:sp>
      <p:sp>
        <p:nvSpPr>
          <p:cNvPr id="4" name="Slide Number Placeholder 3">
            <a:extLst>
              <a:ext uri="{FF2B5EF4-FFF2-40B4-BE49-F238E27FC236}">
                <a16:creationId xmlns:a16="http://schemas.microsoft.com/office/drawing/2014/main" id="{FEBDBF06-292D-4949-9952-19BC3C17AE03}"/>
              </a:ext>
            </a:extLst>
          </p:cNvPr>
          <p:cNvSpPr>
            <a:spLocks noGrp="1"/>
          </p:cNvSpPr>
          <p:nvPr>
            <p:ph type="sldNum" sz="quarter" idx="12"/>
          </p:nvPr>
        </p:nvSpPr>
        <p:spPr/>
        <p:txBody>
          <a:bodyPr/>
          <a:lstStyle/>
          <a:p>
            <a:fld id="{80E90D97-E47C-F643-9476-8E7632F37DDA}" type="slidenum">
              <a:rPr lang="en-US" smtClean="0"/>
              <a:t>21</a:t>
            </a:fld>
            <a:endParaRPr lang="en-US"/>
          </a:p>
        </p:txBody>
      </p:sp>
    </p:spTree>
    <p:extLst>
      <p:ext uri="{BB962C8B-B14F-4D97-AF65-F5344CB8AC3E}">
        <p14:creationId xmlns:p14="http://schemas.microsoft.com/office/powerpoint/2010/main" val="2127276186"/>
      </p:ext>
    </p:extLst>
  </p:cSld>
  <p:clrMapOvr>
    <a:masterClrMapping/>
  </p:clrMapOvr>
  <mc:AlternateContent xmlns:mc="http://schemas.openxmlformats.org/markup-compatibility/2006" xmlns:p14="http://schemas.microsoft.com/office/powerpoint/2010/main">
    <mc:Choice Requires="p14">
      <p:transition spd="slow" p14:dur="2000" advTm="51989"/>
    </mc:Choice>
    <mc:Fallback xmlns="">
      <p:transition spd="slow" advTm="51989"/>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708840-CECA-1A59-C8B8-03A39938D299}"/>
              </a:ext>
            </a:extLst>
          </p:cNvPr>
          <p:cNvSpPr>
            <a:spLocks noGrp="1"/>
          </p:cNvSpPr>
          <p:nvPr>
            <p:ph type="title"/>
          </p:nvPr>
        </p:nvSpPr>
        <p:spPr>
          <a:xfrm>
            <a:off x="7327075" y="-298402"/>
            <a:ext cx="5057413" cy="1325563"/>
          </a:xfrm>
        </p:spPr>
        <p:txBody>
          <a:bodyPr>
            <a:normAutofit/>
          </a:bodyPr>
          <a:lstStyle/>
          <a:p>
            <a:r>
              <a:rPr lang="en-US" sz="3600" dirty="0"/>
              <a:t>DES Toy Example Details</a:t>
            </a:r>
          </a:p>
        </p:txBody>
      </p:sp>
      <p:pic>
        <p:nvPicPr>
          <p:cNvPr id="13" name="Picture 12" descr="Substitution table for s1">
            <a:extLst>
              <a:ext uri="{FF2B5EF4-FFF2-40B4-BE49-F238E27FC236}">
                <a16:creationId xmlns:a16="http://schemas.microsoft.com/office/drawing/2014/main" id="{3012616E-9D2E-5545-A8AC-E73910BEB995}"/>
              </a:ext>
            </a:extLst>
          </p:cNvPr>
          <p:cNvPicPr>
            <a:picLocks noChangeAspect="1"/>
          </p:cNvPicPr>
          <p:nvPr/>
        </p:nvPicPr>
        <p:blipFill>
          <a:blip r:embed="rId2"/>
          <a:stretch>
            <a:fillRect/>
          </a:stretch>
        </p:blipFill>
        <p:spPr>
          <a:xfrm>
            <a:off x="4181919" y="789082"/>
            <a:ext cx="6867081" cy="1939315"/>
          </a:xfrm>
          <a:prstGeom prst="rect">
            <a:avLst/>
          </a:prstGeom>
        </p:spPr>
      </p:pic>
      <p:sp>
        <p:nvSpPr>
          <p:cNvPr id="15" name="Rectangle 14">
            <a:extLst>
              <a:ext uri="{FF2B5EF4-FFF2-40B4-BE49-F238E27FC236}">
                <a16:creationId xmlns:a16="http://schemas.microsoft.com/office/drawing/2014/main" id="{6369AC5E-8E12-3045-8395-02AC18EFF426}"/>
              </a:ext>
            </a:extLst>
          </p:cNvPr>
          <p:cNvSpPr/>
          <p:nvPr/>
        </p:nvSpPr>
        <p:spPr>
          <a:xfrm>
            <a:off x="355838" y="105173"/>
            <a:ext cx="6096000" cy="1015663"/>
          </a:xfrm>
          <a:prstGeom prst="rect">
            <a:avLst/>
          </a:prstGeom>
        </p:spPr>
        <p:txBody>
          <a:bodyPr>
            <a:spAutoFit/>
          </a:bodyPr>
          <a:lstStyle/>
          <a:p>
            <a:r>
              <a:rPr lang="en-US" sz="2000" dirty="0"/>
              <a:t>Plaintext: 1001 1100 0010 0111</a:t>
            </a:r>
          </a:p>
          <a:p>
            <a:r>
              <a:rPr lang="en-US" sz="2000" dirty="0"/>
              <a:t>Key: 1111 0011 0001 1000</a:t>
            </a:r>
          </a:p>
          <a:p>
            <a:r>
              <a:rPr lang="en-US" sz="2000" dirty="0"/>
              <a:t>Two Rounds</a:t>
            </a:r>
          </a:p>
        </p:txBody>
      </p:sp>
      <p:pic>
        <p:nvPicPr>
          <p:cNvPr id="4" name="Picture 3" descr="Table displaying an initial permutation with four rows and four columns, containing numbers ranging from 1 to 16 arranged in a specific sequence. The table is labeled &quot;Initial Permutation&quot; and is used to illustrate a particular ordering or transformation of elements.">
            <a:extLst>
              <a:ext uri="{FF2B5EF4-FFF2-40B4-BE49-F238E27FC236}">
                <a16:creationId xmlns:a16="http://schemas.microsoft.com/office/drawing/2014/main" id="{00004873-E5CD-1849-BB9A-F3324C4D99A5}"/>
              </a:ext>
            </a:extLst>
          </p:cNvPr>
          <p:cNvPicPr>
            <a:picLocks noChangeAspect="1"/>
          </p:cNvPicPr>
          <p:nvPr/>
        </p:nvPicPr>
        <p:blipFill>
          <a:blip r:embed="rId3"/>
          <a:stretch>
            <a:fillRect/>
          </a:stretch>
        </p:blipFill>
        <p:spPr>
          <a:xfrm>
            <a:off x="335360" y="1027161"/>
            <a:ext cx="3657600" cy="2113807"/>
          </a:xfrm>
          <a:prstGeom prst="rect">
            <a:avLst/>
          </a:prstGeom>
        </p:spPr>
      </p:pic>
      <p:pic>
        <p:nvPicPr>
          <p:cNvPr id="6" name="Picture 5" descr="Table displaying Inverse Initial Permutation with a 4x4 grid of numbers ranging from 1 to 16 arranged in a specific sequence. Each cell contains a unique number, organized to represent a permutation pattern used in cryptographic processes.">
            <a:extLst>
              <a:ext uri="{FF2B5EF4-FFF2-40B4-BE49-F238E27FC236}">
                <a16:creationId xmlns:a16="http://schemas.microsoft.com/office/drawing/2014/main" id="{BA91377B-EADC-124D-9B84-4B9535C258CC}"/>
              </a:ext>
            </a:extLst>
          </p:cNvPr>
          <p:cNvPicPr>
            <a:picLocks noChangeAspect="1"/>
          </p:cNvPicPr>
          <p:nvPr/>
        </p:nvPicPr>
        <p:blipFill>
          <a:blip r:embed="rId4"/>
          <a:stretch>
            <a:fillRect/>
          </a:stretch>
        </p:blipFill>
        <p:spPr>
          <a:xfrm>
            <a:off x="355838" y="3212976"/>
            <a:ext cx="3657600" cy="2045368"/>
          </a:xfrm>
          <a:prstGeom prst="rect">
            <a:avLst/>
          </a:prstGeom>
        </p:spPr>
      </p:pic>
      <p:pic>
        <p:nvPicPr>
          <p:cNvPr id="8" name="Picture 7" descr="Table displaying a permutation labeled &quot;Permutation (P)&quot; with two rows and four columns. The first row contains numbers 6, 2, 1, and 5, while the second row contains numbers 7, 3, 8, and 4.">
            <a:extLst>
              <a:ext uri="{FF2B5EF4-FFF2-40B4-BE49-F238E27FC236}">
                <a16:creationId xmlns:a16="http://schemas.microsoft.com/office/drawing/2014/main" id="{238DA650-6452-1349-BC12-179F40749BA3}"/>
              </a:ext>
            </a:extLst>
          </p:cNvPr>
          <p:cNvPicPr>
            <a:picLocks noChangeAspect="1"/>
          </p:cNvPicPr>
          <p:nvPr/>
        </p:nvPicPr>
        <p:blipFill>
          <a:blip r:embed="rId5"/>
          <a:stretch>
            <a:fillRect/>
          </a:stretch>
        </p:blipFill>
        <p:spPr>
          <a:xfrm>
            <a:off x="355838" y="5382449"/>
            <a:ext cx="3657600" cy="1308016"/>
          </a:xfrm>
          <a:prstGeom prst="rect">
            <a:avLst/>
          </a:prstGeom>
        </p:spPr>
      </p:pic>
      <p:pic>
        <p:nvPicPr>
          <p:cNvPr id="14" name="Picture 13" descr="Substitution table for S2">
            <a:extLst>
              <a:ext uri="{FF2B5EF4-FFF2-40B4-BE49-F238E27FC236}">
                <a16:creationId xmlns:a16="http://schemas.microsoft.com/office/drawing/2014/main" id="{4D8C275E-CD9C-4542-813D-9636E9410921}"/>
              </a:ext>
            </a:extLst>
          </p:cNvPr>
          <p:cNvPicPr>
            <a:picLocks noChangeAspect="1"/>
          </p:cNvPicPr>
          <p:nvPr/>
        </p:nvPicPr>
        <p:blipFill>
          <a:blip r:embed="rId6"/>
          <a:stretch>
            <a:fillRect/>
          </a:stretch>
        </p:blipFill>
        <p:spPr>
          <a:xfrm>
            <a:off x="4184003" y="2729539"/>
            <a:ext cx="6867080" cy="2034691"/>
          </a:xfrm>
          <a:prstGeom prst="rect">
            <a:avLst/>
          </a:prstGeom>
        </p:spPr>
      </p:pic>
      <p:pic>
        <p:nvPicPr>
          <p:cNvPr id="12" name="Picture 11" descr="Table of permuted choice 2.">
            <a:extLst>
              <a:ext uri="{FF2B5EF4-FFF2-40B4-BE49-F238E27FC236}">
                <a16:creationId xmlns:a16="http://schemas.microsoft.com/office/drawing/2014/main" id="{40AC80F7-2E88-0B47-987F-7FAE6E4A2024}"/>
              </a:ext>
            </a:extLst>
          </p:cNvPr>
          <p:cNvPicPr>
            <a:picLocks noChangeAspect="1"/>
          </p:cNvPicPr>
          <p:nvPr/>
        </p:nvPicPr>
        <p:blipFill>
          <a:blip r:embed="rId7"/>
          <a:stretch>
            <a:fillRect/>
          </a:stretch>
        </p:blipFill>
        <p:spPr>
          <a:xfrm>
            <a:off x="7791676" y="4704220"/>
            <a:ext cx="3657600" cy="1695576"/>
          </a:xfrm>
          <a:prstGeom prst="rect">
            <a:avLst/>
          </a:prstGeom>
        </p:spPr>
      </p:pic>
      <p:sp>
        <p:nvSpPr>
          <p:cNvPr id="2" name="Slide Number Placeholder 1">
            <a:extLst>
              <a:ext uri="{FF2B5EF4-FFF2-40B4-BE49-F238E27FC236}">
                <a16:creationId xmlns:a16="http://schemas.microsoft.com/office/drawing/2014/main" id="{CED5BA47-E114-DDC4-CD8E-65B58305DA73}"/>
              </a:ext>
            </a:extLst>
          </p:cNvPr>
          <p:cNvSpPr>
            <a:spLocks noGrp="1"/>
          </p:cNvSpPr>
          <p:nvPr>
            <p:ph type="sldNum" sz="quarter" idx="12"/>
          </p:nvPr>
        </p:nvSpPr>
        <p:spPr/>
        <p:txBody>
          <a:bodyPr/>
          <a:lstStyle/>
          <a:p>
            <a:fld id="{80E90D97-E47C-F643-9476-8E7632F37DDA}" type="slidenum">
              <a:rPr lang="en-US" smtClean="0"/>
              <a:t>22</a:t>
            </a:fld>
            <a:endParaRPr lang="en-US"/>
          </a:p>
        </p:txBody>
      </p:sp>
      <p:pic>
        <p:nvPicPr>
          <p:cNvPr id="10" name="Picture 9" descr="Table displaying a 4x4 grid labeled &quot;Permuted Choice 1&quot; with numbers ranging from 1 to 15 arranged in a non-sequential order. The table includes four rows and four columns, with the last row partially filled and some empty cells.">
            <a:extLst>
              <a:ext uri="{FF2B5EF4-FFF2-40B4-BE49-F238E27FC236}">
                <a16:creationId xmlns:a16="http://schemas.microsoft.com/office/drawing/2014/main" id="{1C44096A-9828-4049-BA41-1AEE0708C96A}"/>
              </a:ext>
            </a:extLst>
          </p:cNvPr>
          <p:cNvPicPr>
            <a:picLocks noChangeAspect="1"/>
          </p:cNvPicPr>
          <p:nvPr/>
        </p:nvPicPr>
        <p:blipFill>
          <a:blip r:embed="rId8"/>
          <a:stretch>
            <a:fillRect/>
          </a:stretch>
        </p:blipFill>
        <p:spPr>
          <a:xfrm>
            <a:off x="4095421" y="4764230"/>
            <a:ext cx="3657600" cy="2034691"/>
          </a:xfrm>
          <a:prstGeom prst="rect">
            <a:avLst/>
          </a:prstGeom>
        </p:spPr>
      </p:pic>
    </p:spTree>
    <p:extLst>
      <p:ext uri="{BB962C8B-B14F-4D97-AF65-F5344CB8AC3E}">
        <p14:creationId xmlns:p14="http://schemas.microsoft.com/office/powerpoint/2010/main" val="125341153"/>
      </p:ext>
    </p:extLst>
  </p:cSld>
  <p:clrMapOvr>
    <a:masterClrMapping/>
  </p:clrMapOvr>
  <mc:AlternateContent xmlns:mc="http://schemas.openxmlformats.org/markup-compatibility/2006" xmlns:p14="http://schemas.microsoft.com/office/powerpoint/2010/main">
    <mc:Choice Requires="p14">
      <p:transition spd="slow" p14:dur="2000" advTm="932149"/>
    </mc:Choice>
    <mc:Fallback xmlns="">
      <p:transition spd="slow" advTm="93214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23FFC-5CA1-C644-A1FF-F5D6B1E97DF7}"/>
              </a:ext>
            </a:extLst>
          </p:cNvPr>
          <p:cNvSpPr>
            <a:spLocks noGrp="1"/>
          </p:cNvSpPr>
          <p:nvPr>
            <p:ph type="title"/>
          </p:nvPr>
        </p:nvSpPr>
        <p:spPr/>
        <p:txBody>
          <a:bodyPr/>
          <a:lstStyle/>
          <a:p>
            <a:r>
              <a:rPr lang="en-US" dirty="0"/>
              <a:t>Example – Key Schedule Solutions</a:t>
            </a:r>
          </a:p>
        </p:txBody>
      </p:sp>
      <p:sp>
        <p:nvSpPr>
          <p:cNvPr id="3" name="Content Placeholder 2">
            <a:extLst>
              <a:ext uri="{FF2B5EF4-FFF2-40B4-BE49-F238E27FC236}">
                <a16:creationId xmlns:a16="http://schemas.microsoft.com/office/drawing/2014/main" id="{D721B941-D7D3-FC48-8190-B9C9BF32CEB3}"/>
              </a:ext>
            </a:extLst>
          </p:cNvPr>
          <p:cNvSpPr>
            <a:spLocks noGrp="1"/>
          </p:cNvSpPr>
          <p:nvPr>
            <p:ph idx="1"/>
          </p:nvPr>
        </p:nvSpPr>
        <p:spPr>
          <a:xfrm>
            <a:off x="1056218" y="1762126"/>
            <a:ext cx="10094383" cy="4835226"/>
          </a:xfrm>
        </p:spPr>
        <p:txBody>
          <a:bodyPr/>
          <a:lstStyle/>
          <a:p>
            <a:r>
              <a:rPr lang="en-US" dirty="0"/>
              <a:t>Key schedule:</a:t>
            </a:r>
          </a:p>
          <a:p>
            <a:pPr lvl="1"/>
            <a:r>
              <a:rPr lang="en-US" dirty="0"/>
              <a:t>Original key: 1111 0011 0001 1000</a:t>
            </a:r>
          </a:p>
          <a:p>
            <a:pPr lvl="1"/>
            <a:r>
              <a:rPr lang="en-US" dirty="0"/>
              <a:t>After PC-1: 0010 1111 1001 00 (14 bits)</a:t>
            </a:r>
          </a:p>
          <a:p>
            <a:pPr lvl="1"/>
            <a:r>
              <a:rPr lang="en-US" dirty="0"/>
              <a:t>Round 1:</a:t>
            </a:r>
          </a:p>
          <a:p>
            <a:pPr lvl="2"/>
            <a:r>
              <a:rPr lang="en-US" dirty="0"/>
              <a:t>C</a:t>
            </a:r>
            <a:r>
              <a:rPr lang="en-US" baseline="-25000" dirty="0"/>
              <a:t>0 </a:t>
            </a:r>
            <a:r>
              <a:rPr lang="en-US" dirty="0"/>
              <a:t>= 0010 111, D</a:t>
            </a:r>
            <a:r>
              <a:rPr lang="en-US" baseline="-25000" dirty="0"/>
              <a:t>0</a:t>
            </a:r>
            <a:r>
              <a:rPr lang="en-US" dirty="0"/>
              <a:t> = 1100 100</a:t>
            </a:r>
          </a:p>
          <a:p>
            <a:pPr lvl="2"/>
            <a:r>
              <a:rPr lang="en-US" dirty="0"/>
              <a:t>Left shift: C</a:t>
            </a:r>
            <a:r>
              <a:rPr lang="en-US" baseline="-25000" dirty="0"/>
              <a:t>1</a:t>
            </a:r>
            <a:r>
              <a:rPr lang="en-US" dirty="0"/>
              <a:t> = 0101 110, D</a:t>
            </a:r>
            <a:r>
              <a:rPr lang="en-US" baseline="-25000" dirty="0"/>
              <a:t>1</a:t>
            </a:r>
            <a:r>
              <a:rPr lang="en-US" dirty="0"/>
              <a:t> = 1001 001</a:t>
            </a:r>
          </a:p>
          <a:p>
            <a:pPr lvl="2"/>
            <a:r>
              <a:rPr lang="en-US" dirty="0"/>
              <a:t>PC-2: </a:t>
            </a:r>
            <a:r>
              <a:rPr lang="en-US" b="1" dirty="0"/>
              <a:t>1001 1001 1010(This is the first key, K</a:t>
            </a:r>
            <a:r>
              <a:rPr lang="en-US" b="1" baseline="-25000" dirty="0"/>
              <a:t>1</a:t>
            </a:r>
            <a:r>
              <a:rPr lang="en-US" b="1" dirty="0"/>
              <a:t>.)</a:t>
            </a:r>
          </a:p>
          <a:p>
            <a:pPr lvl="1"/>
            <a:r>
              <a:rPr lang="en-US" dirty="0"/>
              <a:t>Round 2:</a:t>
            </a:r>
          </a:p>
          <a:p>
            <a:pPr lvl="2"/>
            <a:r>
              <a:rPr lang="en-US" dirty="0"/>
              <a:t>Left shift: C</a:t>
            </a:r>
            <a:r>
              <a:rPr lang="en-US" baseline="-25000" dirty="0"/>
              <a:t>2</a:t>
            </a:r>
            <a:r>
              <a:rPr lang="en-US" dirty="0"/>
              <a:t> =1011 100, D</a:t>
            </a:r>
            <a:r>
              <a:rPr lang="en-US" baseline="-25000" dirty="0"/>
              <a:t>2</a:t>
            </a:r>
            <a:r>
              <a:rPr lang="en-US" dirty="0"/>
              <a:t> = 0010 011</a:t>
            </a:r>
          </a:p>
          <a:p>
            <a:pPr lvl="2"/>
            <a:r>
              <a:rPr lang="en-US" dirty="0"/>
              <a:t>PC-2: </a:t>
            </a:r>
            <a:r>
              <a:rPr lang="en-US" b="1" dirty="0"/>
              <a:t>1010 0110 0010(This is the first key, K</a:t>
            </a:r>
            <a:r>
              <a:rPr lang="en-US" b="1" baseline="-25000" dirty="0"/>
              <a:t>2</a:t>
            </a:r>
            <a:r>
              <a:rPr lang="en-US" b="1" dirty="0"/>
              <a:t>.)</a:t>
            </a:r>
          </a:p>
          <a:p>
            <a:pPr lvl="2"/>
            <a:endParaRPr lang="en-US" dirty="0"/>
          </a:p>
          <a:p>
            <a:pPr lvl="1"/>
            <a:endParaRPr lang="en-US" dirty="0"/>
          </a:p>
        </p:txBody>
      </p:sp>
      <p:sp>
        <p:nvSpPr>
          <p:cNvPr id="4" name="Slide Number Placeholder 3">
            <a:extLst>
              <a:ext uri="{FF2B5EF4-FFF2-40B4-BE49-F238E27FC236}">
                <a16:creationId xmlns:a16="http://schemas.microsoft.com/office/drawing/2014/main" id="{0FD23602-5831-47C0-DD8D-6D0D335B309F}"/>
              </a:ext>
            </a:extLst>
          </p:cNvPr>
          <p:cNvSpPr>
            <a:spLocks noGrp="1"/>
          </p:cNvSpPr>
          <p:nvPr>
            <p:ph type="sldNum" sz="quarter" idx="12"/>
          </p:nvPr>
        </p:nvSpPr>
        <p:spPr/>
        <p:txBody>
          <a:bodyPr/>
          <a:lstStyle/>
          <a:p>
            <a:fld id="{80E90D97-E47C-F643-9476-8E7632F37DDA}" type="slidenum">
              <a:rPr lang="en-US" smtClean="0"/>
              <a:t>23</a:t>
            </a:fld>
            <a:endParaRPr lang="en-US"/>
          </a:p>
        </p:txBody>
      </p:sp>
    </p:spTree>
    <p:custDataLst>
      <p:tags r:id="rId1"/>
    </p:custDataLst>
    <p:extLst>
      <p:ext uri="{BB962C8B-B14F-4D97-AF65-F5344CB8AC3E}">
        <p14:creationId xmlns:p14="http://schemas.microsoft.com/office/powerpoint/2010/main" val="716915425"/>
      </p:ext>
    </p:extLst>
  </p:cSld>
  <p:clrMapOvr>
    <a:masterClrMapping/>
  </p:clrMapOvr>
  <mc:AlternateContent xmlns:mc="http://schemas.openxmlformats.org/markup-compatibility/2006" xmlns:p14="http://schemas.microsoft.com/office/powerpoint/2010/main">
    <mc:Choice Requires="p14">
      <p:transition spd="slow" p14:dur="2000" advTm="31210"/>
    </mc:Choice>
    <mc:Fallback xmlns="">
      <p:transition spd="slow" advTm="312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98111EB-0E46-6F4E-B3D0-876C391E0F70}"/>
                  </a:ext>
                </a:extLst>
              </p:cNvPr>
              <p:cNvSpPr txBox="1"/>
              <p:nvPr/>
            </p:nvSpPr>
            <p:spPr>
              <a:xfrm>
                <a:off x="263352" y="1166034"/>
                <a:ext cx="5832648" cy="5970865"/>
              </a:xfrm>
              <a:prstGeom prst="rect">
                <a:avLst/>
              </a:prstGeom>
              <a:noFill/>
            </p:spPr>
            <p:txBody>
              <a:bodyPr wrap="square" rtlCol="0">
                <a:spAutoFit/>
              </a:bodyPr>
              <a:lstStyle/>
              <a:p>
                <a:pPr marL="285750" indent="-285750">
                  <a:buFont typeface="Arial" panose="020B0604020202020204" pitchFamily="34" charset="0"/>
                  <a:buChar char="•"/>
                </a:pPr>
                <a:r>
                  <a:rPr lang="en-US" sz="2000" dirty="0"/>
                  <a:t>Plaintext: 1001 1100 0010 0111</a:t>
                </a:r>
              </a:p>
              <a:p>
                <a:pPr marL="285750" indent="-285750">
                  <a:buFont typeface="Arial" panose="020B0604020202020204" pitchFamily="34" charset="0"/>
                  <a:buChar char="•"/>
                </a:pPr>
                <a:r>
                  <a:rPr lang="en-US" sz="2000" dirty="0"/>
                  <a:t>Encryption:</a:t>
                </a:r>
              </a:p>
              <a:p>
                <a:pPr marL="742950" lvl="1" indent="-285750">
                  <a:buFont typeface="Arial" panose="020B0604020202020204" pitchFamily="34" charset="0"/>
                  <a:buChar char="•"/>
                </a:pPr>
                <a:r>
                  <a:rPr lang="en-US" sz="2000" dirty="0"/>
                  <a:t>Initial Permutation:</a:t>
                </a:r>
              </a:p>
              <a:p>
                <a:pPr marL="742950" lvl="1" indent="-285750">
                  <a:buFont typeface="Arial" panose="020B0604020202020204" pitchFamily="34" charset="0"/>
                  <a:buChar char="•"/>
                </a:pPr>
                <a:r>
                  <a:rPr lang="en-US" sz="2000" dirty="0"/>
                  <a:t>0000 1001 1001 1111</a:t>
                </a:r>
              </a:p>
              <a:p>
                <a:pPr marL="742950" lvl="1" indent="-285750">
                  <a:buFont typeface="Arial" panose="020B0604020202020204" pitchFamily="34" charset="0"/>
                  <a:buChar char="•"/>
                </a:pPr>
                <a:r>
                  <a:rPr lang="en-US" sz="2000" dirty="0"/>
                  <a:t>Round 1:</a:t>
                </a:r>
              </a:p>
              <a:p>
                <a:pPr marL="1200150" lvl="2" indent="-285750">
                  <a:buFont typeface="Arial" panose="020B0604020202020204" pitchFamily="34" charset="0"/>
                  <a:buChar char="•"/>
                </a:pPr>
                <a:r>
                  <a:rPr lang="en-US" sz="2000" dirty="0"/>
                  <a:t>L</a:t>
                </a:r>
                <a:r>
                  <a:rPr lang="en-US" sz="2000" baseline="-25000" dirty="0"/>
                  <a:t>0</a:t>
                </a:r>
                <a:r>
                  <a:rPr lang="en-US" sz="2000" dirty="0"/>
                  <a:t> = 0000 1001, R</a:t>
                </a:r>
                <a:r>
                  <a:rPr lang="en-US" sz="2000" baseline="-25000" dirty="0"/>
                  <a:t>0</a:t>
                </a:r>
                <a:r>
                  <a:rPr lang="en-US" sz="2000" dirty="0"/>
                  <a:t> = 1001 1111</a:t>
                </a:r>
              </a:p>
              <a:p>
                <a:pPr marL="1200150" lvl="2" indent="-285750">
                  <a:buFont typeface="Arial" panose="020B0604020202020204" pitchFamily="34" charset="0"/>
                  <a:buChar char="•"/>
                </a:pPr>
                <a:r>
                  <a:rPr lang="en-US" sz="2000" dirty="0"/>
                  <a:t>F-function (with R</a:t>
                </a:r>
                <a:r>
                  <a:rPr lang="en-US" sz="2000" baseline="-25000" dirty="0"/>
                  <a:t>0</a:t>
                </a:r>
                <a:r>
                  <a:rPr lang="en-US" sz="2000" dirty="0"/>
                  <a:t>):</a:t>
                </a:r>
              </a:p>
              <a:p>
                <a:pPr marL="1657350" lvl="3" indent="-285750">
                  <a:buFont typeface="Arial" panose="020B0604020202020204" pitchFamily="34" charset="0"/>
                  <a:buChar char="•"/>
                </a:pPr>
                <a:r>
                  <a:rPr lang="en-US" dirty="0"/>
                  <a:t>Expansion: 1100 1111 1111</a:t>
                </a:r>
              </a:p>
              <a:p>
                <a:pPr marL="1657350" lvl="3" indent="-285750">
                  <a:buFont typeface="Arial" panose="020B0604020202020204" pitchFamily="34" charset="0"/>
                  <a:buChar char="•"/>
                </a:pPr>
                <a:r>
                  <a:rPr lang="en-US" dirty="0"/>
                  <a:t>XOR (with K</a:t>
                </a:r>
                <a:r>
                  <a:rPr lang="en-US" baseline="-25000" dirty="0"/>
                  <a:t>1</a:t>
                </a:r>
                <a:r>
                  <a:rPr lang="en-US" dirty="0"/>
                  <a:t>): 0101 0110 0101</a:t>
                </a:r>
              </a:p>
              <a:p>
                <a:pPr marL="1657350" lvl="3" indent="-285750">
                  <a:buFont typeface="Arial" panose="020B0604020202020204" pitchFamily="34" charset="0"/>
                  <a:buChar char="•"/>
                </a:pPr>
                <a:r>
                  <a:rPr lang="en-US" dirty="0"/>
                  <a:t>Substitution:</a:t>
                </a:r>
              </a:p>
              <a:p>
                <a:pPr marL="2114550" lvl="4" indent="-285750">
                  <a:buFont typeface="Arial" panose="020B0604020202020204" pitchFamily="34" charset="0"/>
                  <a:buChar char="•"/>
                </a:pPr>
                <a:r>
                  <a:rPr lang="en-US" dirty="0"/>
                  <a:t>S1: 010101 </a:t>
                </a:r>
                <a:r>
                  <a:rPr lang="en-US" dirty="0">
                    <a:sym typeface="Wingdings" pitchFamily="2" charset="2"/>
                  </a:rPr>
                  <a:t> row 1, col 10</a:t>
                </a:r>
              </a:p>
              <a:p>
                <a:pPr marL="2571750" lvl="5" indent="-285750">
                  <a:buFont typeface="Arial" panose="020B0604020202020204" pitchFamily="34" charset="0"/>
                  <a:buChar char="•"/>
                </a:pPr>
                <a:r>
                  <a:rPr lang="en-US" dirty="0">
                    <a:sym typeface="Wingdings" pitchFamily="2" charset="2"/>
                  </a:rPr>
                  <a:t>12 = 1100</a:t>
                </a:r>
              </a:p>
              <a:p>
                <a:pPr marL="2114550" lvl="4" indent="-285750">
                  <a:buFont typeface="Arial" panose="020B0604020202020204" pitchFamily="34" charset="0"/>
                  <a:buChar char="•"/>
                </a:pPr>
                <a:r>
                  <a:rPr lang="en-US" dirty="0">
                    <a:sym typeface="Wingdings" pitchFamily="2" charset="2"/>
                  </a:rPr>
                  <a:t>S2: 100101  row 3, col 2</a:t>
                </a:r>
              </a:p>
              <a:p>
                <a:pPr marL="2571750" lvl="5" indent="-285750">
                  <a:buFont typeface="Arial" panose="020B0604020202020204" pitchFamily="34" charset="0"/>
                  <a:buChar char="•"/>
                </a:pPr>
                <a:r>
                  <a:rPr lang="en-US" dirty="0">
                    <a:sym typeface="Wingdings" pitchFamily="2" charset="2"/>
                  </a:rPr>
                  <a:t>10 = 1010</a:t>
                </a:r>
              </a:p>
              <a:p>
                <a:pPr marL="2114550" lvl="4" indent="-285750">
                  <a:buFont typeface="Arial" panose="020B0604020202020204" pitchFamily="34" charset="0"/>
                  <a:buChar char="•"/>
                </a:pPr>
                <a:r>
                  <a:rPr lang="en-US" dirty="0">
                    <a:sym typeface="Wingdings" pitchFamily="2" charset="2"/>
                  </a:rPr>
                  <a:t>After S-box: 1100 1010</a:t>
                </a:r>
              </a:p>
              <a:p>
                <a:pPr marL="1657350" lvl="3" indent="-285750">
                  <a:buFont typeface="Arial" panose="020B0604020202020204" pitchFamily="34" charset="0"/>
                  <a:buChar char="•"/>
                </a:pPr>
                <a:r>
                  <a:rPr lang="en-US" dirty="0">
                    <a:sym typeface="Wingdings" pitchFamily="2" charset="2"/>
                  </a:rPr>
                  <a:t>Permutation: 0111 1000</a:t>
                </a:r>
              </a:p>
              <a:p>
                <a:pPr marL="1200150" lvl="2" indent="-285750">
                  <a:buFont typeface="Arial" panose="020B0604020202020204" pitchFamily="34" charset="0"/>
                  <a:buChar char="•"/>
                </a:pPr>
                <a:r>
                  <a:rPr lang="en-US" sz="2000" dirty="0">
                    <a:sym typeface="Wingdings" pitchFamily="2" charset="2"/>
                  </a:rPr>
                  <a:t> XOR (with L</a:t>
                </a:r>
                <a:r>
                  <a:rPr lang="en-US" sz="2000" baseline="-25000" dirty="0">
                    <a:sym typeface="Wingdings" pitchFamily="2" charset="2"/>
                  </a:rPr>
                  <a:t>0</a:t>
                </a:r>
                <a:r>
                  <a:rPr lang="en-US" sz="2000" dirty="0">
                    <a:sym typeface="Wingdings" pitchFamily="2" charset="2"/>
                  </a:rPr>
                  <a:t>): </a:t>
                </a:r>
              </a:p>
              <a:p>
                <a:pPr marL="1657350" lvl="3" indent="-285750">
                  <a:buFont typeface="Arial" panose="020B0604020202020204" pitchFamily="34" charset="0"/>
                  <a:buChar char="•"/>
                </a:pPr>
                <a:r>
                  <a:rPr lang="en-US" sz="2000" dirty="0">
                    <a:sym typeface="Wingdings" pitchFamily="2" charset="2"/>
                  </a:rPr>
                  <a:t>0111 1000 </a:t>
                </a:r>
                <a14:m>
                  <m:oMath xmlns:m="http://schemas.openxmlformats.org/officeDocument/2006/math">
                    <m:r>
                      <a:rPr lang="en-US" sz="2000" i="1" smtClean="0">
                        <a:latin typeface="Cambria Math" panose="02040503050406030204" pitchFamily="18" charset="0"/>
                        <a:ea typeface="Cambria Math" panose="02040503050406030204" pitchFamily="18" charset="0"/>
                        <a:sym typeface="Wingdings" pitchFamily="2" charset="2"/>
                      </a:rPr>
                      <m:t>⊕</m:t>
                    </m:r>
                  </m:oMath>
                </a14:m>
                <a:r>
                  <a:rPr lang="en-US" sz="2000" dirty="0">
                    <a:sym typeface="Wingdings" pitchFamily="2" charset="2"/>
                  </a:rPr>
                  <a:t> L</a:t>
                </a:r>
                <a:r>
                  <a:rPr lang="en-US" sz="2000" baseline="-25000" dirty="0">
                    <a:sym typeface="Wingdings" pitchFamily="2" charset="2"/>
                  </a:rPr>
                  <a:t>0</a:t>
                </a:r>
                <a:r>
                  <a:rPr lang="en-US" sz="2000" dirty="0">
                    <a:sym typeface="Wingdings" pitchFamily="2" charset="2"/>
                  </a:rPr>
                  <a:t> = 0111 0001 </a:t>
                </a:r>
              </a:p>
              <a:p>
                <a:pPr marL="742950" lvl="1" indent="-285750">
                  <a:buFont typeface="Arial" panose="020B0604020202020204" pitchFamily="34" charset="0"/>
                  <a:buChar char="•"/>
                </a:pPr>
                <a:r>
                  <a:rPr lang="en-US" sz="2000" dirty="0">
                    <a:sym typeface="Wingdings" pitchFamily="2" charset="2"/>
                  </a:rPr>
                  <a:t>L</a:t>
                </a:r>
                <a:r>
                  <a:rPr lang="en-US" sz="2000" baseline="-25000" dirty="0">
                    <a:sym typeface="Wingdings" pitchFamily="2" charset="2"/>
                  </a:rPr>
                  <a:t>1</a:t>
                </a:r>
                <a:r>
                  <a:rPr lang="en-US" sz="2000" dirty="0">
                    <a:sym typeface="Wingdings" pitchFamily="2" charset="2"/>
                  </a:rPr>
                  <a:t> = 1001 1111, R</a:t>
                </a:r>
                <a:r>
                  <a:rPr lang="en-US" sz="2000" baseline="-25000" dirty="0">
                    <a:sym typeface="Wingdings" pitchFamily="2" charset="2"/>
                  </a:rPr>
                  <a:t>1</a:t>
                </a:r>
                <a:r>
                  <a:rPr lang="en-US" sz="2000" dirty="0">
                    <a:sym typeface="Wingdings" pitchFamily="2" charset="2"/>
                  </a:rPr>
                  <a:t> = 0111 0001 </a:t>
                </a:r>
                <a:endParaRPr lang="en-US" sz="2000" dirty="0"/>
              </a:p>
              <a:p>
                <a:pPr marL="1200150" lvl="2" indent="-285750">
                  <a:buFont typeface="Arial" panose="020B0604020202020204" pitchFamily="34" charset="0"/>
                  <a:buChar char="•"/>
                </a:pPr>
                <a:endParaRPr lang="en-US" sz="2000" dirty="0"/>
              </a:p>
            </p:txBody>
          </p:sp>
        </mc:Choice>
        <mc:Fallback xmlns="">
          <p:sp>
            <p:nvSpPr>
              <p:cNvPr id="3" name="TextBox 2">
                <a:extLst>
                  <a:ext uri="{FF2B5EF4-FFF2-40B4-BE49-F238E27FC236}">
                    <a16:creationId xmlns:a16="http://schemas.microsoft.com/office/drawing/2014/main" id="{698111EB-0E46-6F4E-B3D0-876C391E0F70}"/>
                  </a:ext>
                </a:extLst>
              </p:cNvPr>
              <p:cNvSpPr txBox="1">
                <a:spLocks noRot="1" noChangeAspect="1" noMove="1" noResize="1" noEditPoints="1" noAdjustHandles="1" noChangeArrowheads="1" noChangeShapeType="1" noTextEdit="1"/>
              </p:cNvSpPr>
              <p:nvPr/>
            </p:nvSpPr>
            <p:spPr>
              <a:xfrm>
                <a:off x="263352" y="1166034"/>
                <a:ext cx="5832648" cy="5970865"/>
              </a:xfrm>
              <a:prstGeom prst="rect">
                <a:avLst/>
              </a:prstGeom>
              <a:blipFill>
                <a:blip r:embed="rId4"/>
                <a:stretch>
                  <a:fillRect l="-940" t="-5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1F055E3-A668-4E4B-A538-52BF75E5548B}"/>
                  </a:ext>
                </a:extLst>
              </p:cNvPr>
              <p:cNvSpPr txBox="1"/>
              <p:nvPr/>
            </p:nvSpPr>
            <p:spPr>
              <a:xfrm>
                <a:off x="6086475" y="164553"/>
                <a:ext cx="5832648" cy="7048083"/>
              </a:xfrm>
              <a:prstGeom prst="rect">
                <a:avLst/>
              </a:prstGeom>
              <a:noFill/>
            </p:spPr>
            <p:txBody>
              <a:bodyPr wrap="square" rtlCol="0">
                <a:spAutoFit/>
              </a:bodyPr>
              <a:lstStyle/>
              <a:p>
                <a:pPr marL="285750" indent="-285750">
                  <a:buFont typeface="Arial" panose="020B0604020202020204" pitchFamily="34" charset="0"/>
                  <a:buChar char="•"/>
                </a:pPr>
                <a:r>
                  <a:rPr lang="en-US" sz="2400" dirty="0"/>
                  <a:t>Round 2:</a:t>
                </a:r>
              </a:p>
              <a:p>
                <a:pPr marL="742950" lvl="1" indent="-285750">
                  <a:buFont typeface="Arial" panose="020B0604020202020204" pitchFamily="34" charset="0"/>
                  <a:buChar char="•"/>
                </a:pPr>
                <a:r>
                  <a:rPr lang="en-US" sz="2400" dirty="0">
                    <a:sym typeface="Wingdings" pitchFamily="2" charset="2"/>
                  </a:rPr>
                  <a:t>L</a:t>
                </a:r>
                <a:r>
                  <a:rPr lang="en-US" sz="2400" baseline="-25000" dirty="0">
                    <a:sym typeface="Wingdings" pitchFamily="2" charset="2"/>
                  </a:rPr>
                  <a:t>1</a:t>
                </a:r>
                <a:r>
                  <a:rPr lang="en-US" sz="2400" dirty="0">
                    <a:sym typeface="Wingdings" pitchFamily="2" charset="2"/>
                  </a:rPr>
                  <a:t> = 1001 1111, R</a:t>
                </a:r>
                <a:r>
                  <a:rPr lang="en-US" sz="2400" baseline="-25000" dirty="0">
                    <a:sym typeface="Wingdings" pitchFamily="2" charset="2"/>
                  </a:rPr>
                  <a:t>1</a:t>
                </a:r>
                <a:r>
                  <a:rPr lang="en-US" sz="2400" dirty="0">
                    <a:sym typeface="Wingdings" pitchFamily="2" charset="2"/>
                  </a:rPr>
                  <a:t> = 0111 0001 </a:t>
                </a:r>
                <a:endParaRPr lang="en-US" sz="2400" dirty="0"/>
              </a:p>
              <a:p>
                <a:pPr marL="742950" lvl="1" indent="-285750">
                  <a:buFont typeface="Arial" panose="020B0604020202020204" pitchFamily="34" charset="0"/>
                  <a:buChar char="•"/>
                </a:pPr>
                <a:r>
                  <a:rPr lang="en-US" sz="2400" dirty="0"/>
                  <a:t>F-function (with R</a:t>
                </a:r>
                <a:r>
                  <a:rPr lang="en-US" sz="2400" baseline="-25000" dirty="0"/>
                  <a:t>1</a:t>
                </a:r>
                <a:r>
                  <a:rPr lang="en-US" sz="2400" dirty="0"/>
                  <a:t>):</a:t>
                </a:r>
              </a:p>
              <a:p>
                <a:pPr marL="1200150" lvl="2" indent="-285750">
                  <a:buFont typeface="Arial" panose="020B0604020202020204" pitchFamily="34" charset="0"/>
                  <a:buChar char="•"/>
                </a:pPr>
                <a:r>
                  <a:rPr lang="en-US" sz="2000" dirty="0"/>
                  <a:t>Expansion: 1011 1010 0010</a:t>
                </a:r>
              </a:p>
              <a:p>
                <a:pPr marL="1200150" lvl="2" indent="-285750">
                  <a:buFont typeface="Arial" panose="020B0604020202020204" pitchFamily="34" charset="0"/>
                  <a:buChar char="•"/>
                </a:pPr>
                <a:r>
                  <a:rPr lang="en-US" sz="2000" dirty="0"/>
                  <a:t>XOR (with K</a:t>
                </a:r>
                <a:r>
                  <a:rPr lang="en-US" sz="2000" baseline="-25000" dirty="0"/>
                  <a:t>2</a:t>
                </a:r>
                <a:r>
                  <a:rPr lang="en-US" sz="2000" dirty="0"/>
                  <a:t>): 0001 1100 0000</a:t>
                </a:r>
              </a:p>
              <a:p>
                <a:pPr marL="1200150" lvl="2" indent="-285750">
                  <a:buFont typeface="Arial" panose="020B0604020202020204" pitchFamily="34" charset="0"/>
                  <a:buChar char="•"/>
                </a:pPr>
                <a:r>
                  <a:rPr lang="en-US" sz="2000" dirty="0"/>
                  <a:t>Substitution:</a:t>
                </a:r>
              </a:p>
              <a:p>
                <a:pPr marL="1657350" lvl="3" indent="-285750">
                  <a:buFont typeface="Arial" panose="020B0604020202020204" pitchFamily="34" charset="0"/>
                  <a:buChar char="•"/>
                </a:pPr>
                <a:r>
                  <a:rPr lang="en-US" sz="2000" dirty="0"/>
                  <a:t>S1: 000111 </a:t>
                </a:r>
                <a:r>
                  <a:rPr lang="en-US" sz="2000" dirty="0">
                    <a:sym typeface="Wingdings" pitchFamily="2" charset="2"/>
                  </a:rPr>
                  <a:t> row 1, col 3</a:t>
                </a:r>
              </a:p>
              <a:p>
                <a:pPr marL="2114550" lvl="4" indent="-285750">
                  <a:buFont typeface="Arial" panose="020B0604020202020204" pitchFamily="34" charset="0"/>
                  <a:buChar char="•"/>
                </a:pPr>
                <a:r>
                  <a:rPr lang="en-US" sz="2000" dirty="0">
                    <a:sym typeface="Wingdings" pitchFamily="2" charset="2"/>
                  </a:rPr>
                  <a:t>04 = 0100</a:t>
                </a:r>
              </a:p>
              <a:p>
                <a:pPr marL="1657350" lvl="3" indent="-285750">
                  <a:buFont typeface="Arial" panose="020B0604020202020204" pitchFamily="34" charset="0"/>
                  <a:buChar char="•"/>
                </a:pPr>
                <a:r>
                  <a:rPr lang="en-US" sz="2000" dirty="0">
                    <a:sym typeface="Wingdings" pitchFamily="2" charset="2"/>
                  </a:rPr>
                  <a:t>S2: 000000  row 0, col 0</a:t>
                </a:r>
              </a:p>
              <a:p>
                <a:pPr marL="2114550" lvl="4" indent="-285750">
                  <a:buFont typeface="Arial" panose="020B0604020202020204" pitchFamily="34" charset="0"/>
                  <a:buChar char="•"/>
                </a:pPr>
                <a:r>
                  <a:rPr lang="en-US" sz="2000" dirty="0">
                    <a:sym typeface="Wingdings" pitchFamily="2" charset="2"/>
                  </a:rPr>
                  <a:t>15 = 1111</a:t>
                </a:r>
              </a:p>
              <a:p>
                <a:pPr marL="1657350" lvl="3" indent="-285750">
                  <a:buFont typeface="Arial" panose="020B0604020202020204" pitchFamily="34" charset="0"/>
                  <a:buChar char="•"/>
                </a:pPr>
                <a:r>
                  <a:rPr lang="en-US" sz="2000" dirty="0">
                    <a:sym typeface="Wingdings" pitchFamily="2" charset="2"/>
                  </a:rPr>
                  <a:t>After S-box: 0100 1111</a:t>
                </a:r>
              </a:p>
              <a:p>
                <a:pPr marL="1200150" lvl="2" indent="-285750">
                  <a:buFont typeface="Arial" panose="020B0604020202020204" pitchFamily="34" charset="0"/>
                  <a:buChar char="•"/>
                </a:pPr>
                <a:r>
                  <a:rPr lang="en-US" sz="2000" dirty="0">
                    <a:sym typeface="Wingdings" pitchFamily="2" charset="2"/>
                  </a:rPr>
                  <a:t>Permutation: 1101 1010</a:t>
                </a:r>
              </a:p>
              <a:p>
                <a:pPr marL="742950" lvl="1" indent="-285750">
                  <a:buFont typeface="Arial" panose="020B0604020202020204" pitchFamily="34" charset="0"/>
                  <a:buChar char="•"/>
                </a:pPr>
                <a:r>
                  <a:rPr lang="en-US" sz="2400" dirty="0">
                    <a:sym typeface="Wingdings" pitchFamily="2" charset="2"/>
                  </a:rPr>
                  <a:t> XOR (with L</a:t>
                </a:r>
                <a:r>
                  <a:rPr lang="en-US" sz="2400" baseline="-25000" dirty="0">
                    <a:sym typeface="Wingdings" pitchFamily="2" charset="2"/>
                  </a:rPr>
                  <a:t>1</a:t>
                </a:r>
                <a:r>
                  <a:rPr lang="en-US" sz="2400" dirty="0">
                    <a:sym typeface="Wingdings" pitchFamily="2" charset="2"/>
                  </a:rPr>
                  <a:t>): </a:t>
                </a:r>
              </a:p>
              <a:p>
                <a:pPr marL="1200150" lvl="2" indent="-285750">
                  <a:buFont typeface="Arial" panose="020B0604020202020204" pitchFamily="34" charset="0"/>
                  <a:buChar char="•"/>
                </a:pPr>
                <a:r>
                  <a:rPr lang="en-US" sz="2400" dirty="0">
                    <a:sym typeface="Wingdings" pitchFamily="2" charset="2"/>
                  </a:rPr>
                  <a:t>1101 1010 </a:t>
                </a:r>
                <a14:m>
                  <m:oMath xmlns:m="http://schemas.openxmlformats.org/officeDocument/2006/math">
                    <m:r>
                      <a:rPr lang="en-US" sz="2400" i="1" smtClean="0">
                        <a:latin typeface="Cambria Math" panose="02040503050406030204" pitchFamily="18" charset="0"/>
                        <a:ea typeface="Cambria Math" panose="02040503050406030204" pitchFamily="18" charset="0"/>
                        <a:sym typeface="Wingdings" pitchFamily="2" charset="2"/>
                      </a:rPr>
                      <m:t>⊕</m:t>
                    </m:r>
                  </m:oMath>
                </a14:m>
                <a:r>
                  <a:rPr lang="en-US" sz="2400" dirty="0">
                    <a:sym typeface="Wingdings" pitchFamily="2" charset="2"/>
                  </a:rPr>
                  <a:t> L</a:t>
                </a:r>
                <a:r>
                  <a:rPr lang="en-US" sz="2400" baseline="-25000" dirty="0">
                    <a:sym typeface="Wingdings" pitchFamily="2" charset="2"/>
                  </a:rPr>
                  <a:t>1</a:t>
                </a:r>
                <a:r>
                  <a:rPr lang="en-US" sz="2400" dirty="0">
                    <a:sym typeface="Wingdings" pitchFamily="2" charset="2"/>
                  </a:rPr>
                  <a:t> = 0100 0101</a:t>
                </a:r>
              </a:p>
              <a:p>
                <a:pPr marL="285750" indent="-285750">
                  <a:buFont typeface="Arial" panose="020B0604020202020204" pitchFamily="34" charset="0"/>
                  <a:buChar char="•"/>
                </a:pPr>
                <a:r>
                  <a:rPr lang="en-US" sz="2400" dirty="0">
                    <a:sym typeface="Wingdings" pitchFamily="2" charset="2"/>
                  </a:rPr>
                  <a:t>L</a:t>
                </a:r>
                <a:r>
                  <a:rPr lang="en-US" sz="2400" baseline="-25000" dirty="0">
                    <a:sym typeface="Wingdings" pitchFamily="2" charset="2"/>
                  </a:rPr>
                  <a:t>2</a:t>
                </a:r>
                <a:r>
                  <a:rPr lang="en-US" sz="2400" dirty="0">
                    <a:sym typeface="Wingdings" pitchFamily="2" charset="2"/>
                  </a:rPr>
                  <a:t> = 0111 0001 , R</a:t>
                </a:r>
                <a:r>
                  <a:rPr lang="en-US" sz="2400" baseline="-25000" dirty="0">
                    <a:sym typeface="Wingdings" pitchFamily="2" charset="2"/>
                  </a:rPr>
                  <a:t>2</a:t>
                </a:r>
                <a:r>
                  <a:rPr lang="en-US" sz="2400" dirty="0">
                    <a:sym typeface="Wingdings" pitchFamily="2" charset="2"/>
                  </a:rPr>
                  <a:t> = 0100 0101</a:t>
                </a:r>
              </a:p>
              <a:p>
                <a:pPr marL="285750" indent="-285750">
                  <a:buFont typeface="Arial" panose="020B0604020202020204" pitchFamily="34" charset="0"/>
                  <a:buChar char="•"/>
                </a:pPr>
                <a:r>
                  <a:rPr lang="en-US" sz="2400" dirty="0">
                    <a:sym typeface="Wingdings" pitchFamily="2" charset="2"/>
                  </a:rPr>
                  <a:t>Swap: 0100 0101 0111 0001 </a:t>
                </a:r>
              </a:p>
              <a:p>
                <a:pPr marL="285750" indent="-285750">
                  <a:buFont typeface="Arial" panose="020B0604020202020204" pitchFamily="34" charset="0"/>
                  <a:buChar char="•"/>
                </a:pPr>
                <a:r>
                  <a:rPr lang="en-US" sz="2400" dirty="0">
                    <a:sym typeface="Wingdings" pitchFamily="2" charset="2"/>
                  </a:rPr>
                  <a:t>Inverse Initial Permutation:</a:t>
                </a:r>
              </a:p>
              <a:p>
                <a:pPr marL="742950" lvl="1" indent="-285750">
                  <a:buFont typeface="Arial" panose="020B0604020202020204" pitchFamily="34" charset="0"/>
                  <a:buChar char="•"/>
                </a:pPr>
                <a:r>
                  <a:rPr lang="en-US" sz="2800" b="1" dirty="0">
                    <a:sym typeface="Wingdings" pitchFamily="2" charset="2"/>
                  </a:rPr>
                  <a:t>0101 0110 0011 1000 (Ciphertext)</a:t>
                </a:r>
                <a:endParaRPr lang="en-US" sz="2800" b="1" dirty="0"/>
              </a:p>
              <a:p>
                <a:pPr marL="742950" lvl="1"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81F055E3-A668-4E4B-A538-52BF75E5548B}"/>
                  </a:ext>
                </a:extLst>
              </p:cNvPr>
              <p:cNvSpPr txBox="1">
                <a:spLocks noRot="1" noChangeAspect="1" noMove="1" noResize="1" noEditPoints="1" noAdjustHandles="1" noChangeArrowheads="1" noChangeShapeType="1" noTextEdit="1"/>
              </p:cNvSpPr>
              <p:nvPr/>
            </p:nvSpPr>
            <p:spPr>
              <a:xfrm>
                <a:off x="6086475" y="164553"/>
                <a:ext cx="5832648" cy="7048083"/>
              </a:xfrm>
              <a:prstGeom prst="rect">
                <a:avLst/>
              </a:prstGeom>
              <a:blipFill>
                <a:blip r:embed="rId5"/>
                <a:stretch>
                  <a:fillRect l="-1358" t="-692"/>
                </a:stretch>
              </a:blipFill>
            </p:spPr>
            <p:txBody>
              <a:bodyPr/>
              <a:lstStyle/>
              <a:p>
                <a:r>
                  <a:rPr lang="en-US">
                    <a:noFill/>
                  </a:rPr>
                  <a:t> </a:t>
                </a:r>
              </a:p>
            </p:txBody>
          </p:sp>
        </mc:Fallback>
      </mc:AlternateContent>
      <p:sp>
        <p:nvSpPr>
          <p:cNvPr id="5" name="Title 4">
            <a:extLst>
              <a:ext uri="{FF2B5EF4-FFF2-40B4-BE49-F238E27FC236}">
                <a16:creationId xmlns:a16="http://schemas.microsoft.com/office/drawing/2014/main" id="{71ED194F-0480-A1BC-0B01-2536929FB1E5}"/>
              </a:ext>
            </a:extLst>
          </p:cNvPr>
          <p:cNvSpPr>
            <a:spLocks noGrp="1"/>
          </p:cNvSpPr>
          <p:nvPr>
            <p:ph type="title"/>
          </p:nvPr>
        </p:nvSpPr>
        <p:spPr>
          <a:xfrm>
            <a:off x="0" y="0"/>
            <a:ext cx="10515600" cy="1325563"/>
          </a:xfrm>
        </p:spPr>
        <p:txBody>
          <a:bodyPr/>
          <a:lstStyle/>
          <a:p>
            <a:r>
              <a:rPr lang="en-US" dirty="0"/>
              <a:t>DES Toy Example Solutions</a:t>
            </a:r>
          </a:p>
        </p:txBody>
      </p:sp>
      <p:sp>
        <p:nvSpPr>
          <p:cNvPr id="2" name="Slide Number Placeholder 1">
            <a:extLst>
              <a:ext uri="{FF2B5EF4-FFF2-40B4-BE49-F238E27FC236}">
                <a16:creationId xmlns:a16="http://schemas.microsoft.com/office/drawing/2014/main" id="{5734B74F-009D-EEFB-3A34-5429D75AD7E4}"/>
              </a:ext>
            </a:extLst>
          </p:cNvPr>
          <p:cNvSpPr>
            <a:spLocks noGrp="1"/>
          </p:cNvSpPr>
          <p:nvPr>
            <p:ph type="sldNum" sz="quarter" idx="12"/>
          </p:nvPr>
        </p:nvSpPr>
        <p:spPr/>
        <p:txBody>
          <a:bodyPr/>
          <a:lstStyle/>
          <a:p>
            <a:fld id="{80E90D97-E47C-F643-9476-8E7632F37DDA}" type="slidenum">
              <a:rPr lang="en-US" smtClean="0"/>
              <a:t>24</a:t>
            </a:fld>
            <a:endParaRPr lang="en-US"/>
          </a:p>
        </p:txBody>
      </p:sp>
    </p:spTree>
    <p:custDataLst>
      <p:tags r:id="rId1"/>
    </p:custDataLst>
    <p:extLst>
      <p:ext uri="{BB962C8B-B14F-4D97-AF65-F5344CB8AC3E}">
        <p14:creationId xmlns:p14="http://schemas.microsoft.com/office/powerpoint/2010/main" val="1799072966"/>
      </p:ext>
    </p:extLst>
  </p:cSld>
  <p:clrMapOvr>
    <a:masterClrMapping/>
  </p:clrMapOvr>
  <mc:AlternateContent xmlns:mc="http://schemas.openxmlformats.org/markup-compatibility/2006" xmlns:p14="http://schemas.microsoft.com/office/powerpoint/2010/main">
    <mc:Choice Requires="p14">
      <p:transition spd="slow" p14:dur="2000" advTm="196875"/>
    </mc:Choice>
    <mc:Fallback xmlns="">
      <p:transition spd="slow" advTm="1968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P spid="4" grpId="0" build="p" bldLvl="5"/>
    </p:bldLst>
  </p:timing>
  <p:extLst>
    <p:ext uri="{3A86A75C-4F4B-4683-9AE1-C65F6400EC91}">
      <p14:laserTraceLst xmlns:p14="http://schemas.microsoft.com/office/powerpoint/2010/main">
        <p14:tracePtLst>
          <p14:tracePt t="81557" x="4083050" y="6813550"/>
          <p14:tracePt t="81570" x="4171950" y="6731000"/>
          <p14:tracePt t="81572" x="4229100" y="6654800"/>
          <p14:tracePt t="81581" x="4298950" y="6597650"/>
          <p14:tracePt t="81590" x="4356100" y="6540500"/>
          <p14:tracePt t="81599" x="4400550" y="6483350"/>
          <p14:tracePt t="81607" x="4425950" y="6470650"/>
          <p14:tracePt t="81614" x="4457700" y="6426200"/>
          <p14:tracePt t="81623" x="4483100" y="6400800"/>
          <p14:tracePt t="81630" x="4514850" y="6369050"/>
          <p14:tracePt t="81639" x="4540250" y="6356350"/>
          <p14:tracePt t="81647" x="4559300" y="6337300"/>
          <p14:tracePt t="81656" x="4572000" y="6324600"/>
          <p14:tracePt t="81667" x="4572000" y="6311900"/>
          <p14:tracePt t="81669" x="4584700" y="6299200"/>
          <p14:tracePt t="81677" x="4584700" y="6280150"/>
          <p14:tracePt t="81687" x="4603750" y="6280150"/>
          <p14:tracePt t="81701" x="4616450" y="6267450"/>
          <p14:tracePt t="81726" x="4629150" y="6254750"/>
          <p14:tracePt t="81742" x="4629150" y="6242050"/>
          <p14:tracePt t="81751" x="4641850" y="6242050"/>
          <p14:tracePt t="81775" x="4641850" y="6223000"/>
          <p14:tracePt t="81784" x="4660900" y="6223000"/>
          <p14:tracePt t="81800" x="4660900" y="6210300"/>
          <p14:tracePt t="81889" x="4641850" y="6210300"/>
          <p14:tracePt t="81899" x="4629150" y="6210300"/>
          <p14:tracePt t="81906" x="4603750" y="6210300"/>
          <p14:tracePt t="81916" x="4584700" y="6210300"/>
          <p14:tracePt t="81923" x="4572000" y="6210300"/>
          <p14:tracePt t="81933" x="4540250" y="6210300"/>
          <p14:tracePt t="81940" x="4527550" y="6210300"/>
          <p14:tracePt t="81947" x="4514850" y="6210300"/>
          <p14:tracePt t="81956" x="4502150" y="6210300"/>
          <p14:tracePt t="81964" x="4483100" y="6223000"/>
          <p14:tracePt t="81973" x="4470400" y="6223000"/>
          <p14:tracePt t="81980" x="4457700" y="6223000"/>
          <p14:tracePt t="81996" x="4445000" y="6223000"/>
          <p14:tracePt t="82078" x="4457700" y="6223000"/>
          <p14:tracePt t="82087" x="4483100" y="6223000"/>
          <p14:tracePt t="82095" x="4514850" y="6223000"/>
          <p14:tracePt t="82103" x="4559300" y="6223000"/>
          <p14:tracePt t="82111" x="4616450" y="6223000"/>
          <p14:tracePt t="82120" x="4660900" y="6223000"/>
          <p14:tracePt t="82128" x="4718050" y="6223000"/>
          <p14:tracePt t="82137" x="4775200" y="6242050"/>
          <p14:tracePt t="82145" x="4845050" y="6242050"/>
          <p14:tracePt t="82154" x="4902200" y="6254750"/>
          <p14:tracePt t="82160" x="4959350" y="6254750"/>
          <p14:tracePt t="82171" x="5016500" y="6254750"/>
          <p14:tracePt t="82177" x="5092700" y="6267450"/>
          <p14:tracePt t="82188" x="5149850" y="6267450"/>
          <p14:tracePt t="82194" x="5175250" y="6267450"/>
          <p14:tracePt t="82203" x="5232400" y="6267450"/>
          <p14:tracePt t="82210" x="5302250" y="6280150"/>
          <p14:tracePt t="82219" x="5334000" y="6280150"/>
          <p14:tracePt t="82227" x="5378450" y="6280150"/>
          <p14:tracePt t="82235" x="5403850" y="6280150"/>
          <p14:tracePt t="82243" x="5480050" y="6280150"/>
          <p14:tracePt t="82251" x="5518150" y="6280150"/>
          <p14:tracePt t="82259" x="5549900" y="6280150"/>
          <p14:tracePt t="82268" x="5594350" y="6280150"/>
          <p14:tracePt t="82275" x="5638800" y="6280150"/>
          <p14:tracePt t="82284" x="5664200" y="6280150"/>
          <p14:tracePt t="82291" x="5721350" y="6280150"/>
          <p14:tracePt t="82302" x="5753100" y="6280150"/>
          <p14:tracePt t="82308" x="5778500" y="6280150"/>
          <p14:tracePt t="82318" x="5822950" y="6280150"/>
          <p14:tracePt t="82324" x="5854700" y="6280150"/>
          <p14:tracePt t="82334" x="5880100" y="6280150"/>
          <p14:tracePt t="82342" x="5911850" y="6280150"/>
          <p14:tracePt t="82351" x="5937250" y="6280150"/>
          <p14:tracePt t="82357" x="5969000" y="6280150"/>
          <p14:tracePt t="82368" x="5994400" y="6267450"/>
          <p14:tracePt t="82373" x="6026150" y="6254750"/>
          <p14:tracePt t="82384" x="6051550" y="6242050"/>
          <p14:tracePt t="82391" x="6064250" y="6223000"/>
          <p14:tracePt t="82401" x="6096000" y="6210300"/>
          <p14:tracePt t="82408" x="6108700" y="6197600"/>
          <p14:tracePt t="82418" x="6140450" y="6184900"/>
          <p14:tracePt t="82423" x="6153150" y="6165850"/>
          <p14:tracePt t="82434" x="6165850" y="6153150"/>
          <p14:tracePt t="82441" x="6165850" y="6127750"/>
          <p14:tracePt t="82451" x="6165850" y="6108700"/>
          <p14:tracePt t="82457" x="6184900" y="6096000"/>
          <p14:tracePt t="82467" x="6184900" y="6064250"/>
          <p14:tracePt t="82473" x="6184900" y="6038850"/>
          <p14:tracePt t="82484" x="6165850" y="6007100"/>
          <p14:tracePt t="82490" x="6140450" y="5981700"/>
          <p14:tracePt t="82501" x="6108700" y="5949950"/>
          <p14:tracePt t="82506" x="6064250" y="5911850"/>
          <p14:tracePt t="82518" x="6007100" y="5867400"/>
          <p14:tracePt t="82523" x="5949950" y="5810250"/>
          <p14:tracePt t="82534" x="5892800" y="5765800"/>
          <p14:tracePt t="82539" x="5822950" y="5721350"/>
          <p14:tracePt t="82551" x="5753100" y="5676900"/>
          <p14:tracePt t="82556" x="5664200" y="5651500"/>
          <p14:tracePt t="82568" x="5594350" y="5638800"/>
          <p14:tracePt t="82570" x="5518150" y="5619750"/>
          <p14:tracePt t="82578" x="5461000" y="5607050"/>
          <p14:tracePt t="82587" x="5391150" y="5607050"/>
          <p14:tracePt t="82594" x="5334000" y="5607050"/>
          <p14:tracePt t="82603" x="5264150" y="5607050"/>
          <p14:tracePt t="82611" x="5207000" y="5607050"/>
          <p14:tracePt t="82620" x="5149850" y="5607050"/>
          <p14:tracePt t="82627" x="5092700" y="5607050"/>
          <p14:tracePt t="82635" x="5029200" y="5619750"/>
          <p14:tracePt t="82643" x="5003800" y="5619750"/>
          <p14:tracePt t="82653" x="4959350" y="5638800"/>
          <p14:tracePt t="82660" x="4914900" y="5638800"/>
          <p14:tracePt t="82670" x="4889500" y="5651500"/>
          <p14:tracePt t="82677" x="4845050" y="5651500"/>
          <p14:tracePt t="82686" x="4832350" y="5664200"/>
          <p14:tracePt t="82693" x="4800600" y="5664200"/>
          <p14:tracePt t="82702" x="4775200" y="5676900"/>
          <p14:tracePt t="82710" x="4743450" y="5695950"/>
          <p14:tracePt t="82720" x="4718050" y="5695950"/>
          <p14:tracePt t="82727" x="4699000" y="5708650"/>
          <p14:tracePt t="82736" x="4673600" y="5708650"/>
          <p14:tracePt t="82743" x="4616450" y="5734050"/>
          <p14:tracePt t="82752" x="4603750" y="5734050"/>
          <p14:tracePt t="82759" x="4572000" y="5753100"/>
          <p14:tracePt t="82768" x="4540250" y="5765800"/>
          <p14:tracePt t="82775" x="4514850" y="5778500"/>
          <p14:tracePt t="82785" x="4483100" y="5778500"/>
          <p14:tracePt t="82792" x="4470400" y="5791200"/>
          <p14:tracePt t="82801" x="4445000" y="5810250"/>
          <p14:tracePt t="82808" x="4425950" y="5822950"/>
          <p14:tracePt t="82818" x="4413250" y="5835650"/>
          <p14:tracePt t="82824" x="4413250" y="5854700"/>
          <p14:tracePt t="82834" x="4387850" y="5867400"/>
          <p14:tracePt t="82851" x="4387850" y="5892800"/>
          <p14:tracePt t="82857" x="4368800" y="5911850"/>
          <p14:tracePt t="82868" x="4368800" y="5937250"/>
          <p14:tracePt t="82874" x="4356100" y="5949950"/>
          <p14:tracePt t="82884" x="4356100" y="5981700"/>
          <p14:tracePt t="82890" x="4356100" y="6026150"/>
          <p14:tracePt t="82901" x="4356100" y="6038850"/>
          <p14:tracePt t="82907" x="4356100" y="6083300"/>
          <p14:tracePt t="82917" x="4356100" y="6108700"/>
          <p14:tracePt t="82924" x="4356100" y="6140450"/>
          <p14:tracePt t="82934" x="4356100" y="6165850"/>
          <p14:tracePt t="82940" x="4368800" y="6197600"/>
          <p14:tracePt t="82951" x="4387850" y="6210300"/>
          <p14:tracePt t="82956" x="4400550" y="6242050"/>
          <p14:tracePt t="82968" x="4413250" y="6254750"/>
          <p14:tracePt t="82972" x="4425950" y="6280150"/>
          <p14:tracePt t="82984" x="4457700" y="6299200"/>
          <p14:tracePt t="82989" x="4483100" y="6324600"/>
          <p14:tracePt t="83001" x="4514850" y="6337300"/>
          <p14:tracePt t="83006" x="4559300" y="6356350"/>
          <p14:tracePt t="83018" x="4584700" y="6369050"/>
          <p14:tracePt t="83023" x="4603750" y="6381750"/>
          <p14:tracePt t="83035" x="4641850" y="6400800"/>
          <p14:tracePt t="83037" x="4673600" y="6400800"/>
          <p14:tracePt t="83045" x="4718050" y="6413500"/>
          <p14:tracePt t="83054" x="4743450" y="6426200"/>
          <p14:tracePt t="83062" x="4800600" y="6438900"/>
          <p14:tracePt t="83070" x="4845050" y="6457950"/>
          <p14:tracePt t="83078" x="4889500" y="6457950"/>
          <p14:tracePt t="83087" x="4933950" y="6470650"/>
          <p14:tracePt t="83094" x="4959350" y="6470650"/>
          <p14:tracePt t="83103" x="5016500" y="6470650"/>
          <p14:tracePt t="83110" x="5029200" y="6470650"/>
          <p14:tracePt t="83119" x="5073650" y="6470650"/>
          <p14:tracePt t="83126" x="5118100" y="6470650"/>
          <p14:tracePt t="83135" x="5162550" y="6470650"/>
          <p14:tracePt t="83143" x="5207000" y="6470650"/>
          <p14:tracePt t="83152" x="5232400" y="6470650"/>
          <p14:tracePt t="83159" x="5264150" y="6470650"/>
          <p14:tracePt t="83169" x="5302250" y="6470650"/>
          <p14:tracePt t="83176" x="5334000" y="6470650"/>
          <p14:tracePt t="83186" x="5378450" y="6457950"/>
          <p14:tracePt t="83193" x="5422900" y="6438900"/>
          <p14:tracePt t="83202" x="5461000" y="6438900"/>
          <p14:tracePt t="83209" x="5492750" y="6426200"/>
          <p14:tracePt t="83219" x="5518150" y="6413500"/>
          <p14:tracePt t="83226" x="5575300" y="6400800"/>
          <p14:tracePt t="83235" x="5619750" y="6369050"/>
          <p14:tracePt t="83242" x="5651500" y="6356350"/>
          <p14:tracePt t="83253" x="5695950" y="6324600"/>
          <p14:tracePt t="83259" x="5734050" y="6311900"/>
          <p14:tracePt t="83269" x="5765800" y="6280150"/>
          <p14:tracePt t="83275" x="5791200" y="6242050"/>
          <p14:tracePt t="83285" x="5835650" y="6210300"/>
          <p14:tracePt t="83293" x="5867400" y="6165850"/>
          <p14:tracePt t="83302" x="5911850" y="6140450"/>
          <p14:tracePt t="83308" x="5937250" y="6096000"/>
          <p14:tracePt t="83318" x="5949950" y="6083300"/>
          <p14:tracePt t="83325" x="5981700" y="6038850"/>
          <p14:tracePt t="83335" x="5994400" y="6026150"/>
          <p14:tracePt t="83342" x="6007100" y="5994400"/>
          <p14:tracePt t="83351" x="6026150" y="5969000"/>
          <p14:tracePt t="83358" x="6026150" y="5949950"/>
          <p14:tracePt t="83368" x="6038850" y="5924550"/>
          <p14:tracePt t="83375" x="6038850" y="5892800"/>
          <p14:tracePt t="83385" x="6038850" y="5880100"/>
          <p14:tracePt t="83391" x="6038850" y="5867400"/>
          <p14:tracePt t="83401" x="6038850" y="5835650"/>
          <p14:tracePt t="83407" x="6007100" y="5810250"/>
          <p14:tracePt t="83418" x="5981700" y="5778500"/>
          <p14:tracePt t="83423" x="5949950" y="5753100"/>
          <p14:tracePt t="83435" x="5924550" y="5721350"/>
          <p14:tracePt t="83440" x="5880100" y="5708650"/>
          <p14:tracePt t="83452" x="5835650" y="5676900"/>
          <p14:tracePt t="83457" x="5791200" y="5664200"/>
          <p14:tracePt t="83468" x="5734050" y="5638800"/>
          <p14:tracePt t="83473" x="5695950" y="5619750"/>
          <p14:tracePt t="83485" x="5619750" y="5619750"/>
          <p14:tracePt t="83489" x="5562600" y="5607050"/>
          <p14:tracePt t="83502" x="5492750" y="5607050"/>
          <p14:tracePt t="83503" x="5435600" y="5607050"/>
          <p14:tracePt t="83511" x="5365750" y="5607050"/>
          <p14:tracePt t="83519" x="5302250" y="5607050"/>
          <p14:tracePt t="83527" x="5232400" y="5607050"/>
          <p14:tracePt t="83536" x="5162550" y="5607050"/>
          <p14:tracePt t="83544" x="5073650" y="5638800"/>
          <p14:tracePt t="83553" x="5003800" y="5651500"/>
          <p14:tracePt t="83561" x="4914900" y="5664200"/>
          <p14:tracePt t="83570" x="4845050" y="5676900"/>
          <p14:tracePt t="83577" x="4800600" y="5676900"/>
          <p14:tracePt t="83586" x="4699000" y="5708650"/>
          <p14:tracePt t="83594" x="4641850" y="5721350"/>
          <p14:tracePt t="83603" x="4584700" y="5734050"/>
          <p14:tracePt t="83610" x="4527550" y="5753100"/>
          <p14:tracePt t="83619" x="4483100" y="5765800"/>
          <p14:tracePt t="83626" x="4457700" y="5778500"/>
          <p14:tracePt t="83636" x="4413250" y="5778500"/>
          <p14:tracePt t="83643" x="4400550" y="5810250"/>
          <p14:tracePt t="83652" x="4368800" y="5810250"/>
          <p14:tracePt t="83659" x="4343400" y="5822950"/>
          <p14:tracePt t="83670" x="4330700" y="5854700"/>
          <p14:tracePt t="83676" x="4311650" y="5854700"/>
          <p14:tracePt t="83686" x="4298950" y="5867400"/>
          <p14:tracePt t="83691" x="4298950" y="5880100"/>
          <p14:tracePt t="83702" x="4298950" y="5911850"/>
          <p14:tracePt t="83708" x="4298950" y="5924550"/>
          <p14:tracePt t="83719" x="4298950" y="5937250"/>
          <p14:tracePt t="83725" x="4298950" y="5969000"/>
          <p14:tracePt t="83736" x="4298950" y="6007100"/>
          <p14:tracePt t="83742" x="4298950" y="6038850"/>
          <p14:tracePt t="83752" x="4298950" y="6051550"/>
          <p14:tracePt t="83758" x="4298950" y="6083300"/>
          <p14:tracePt t="83768" x="4311650" y="6108700"/>
          <p14:tracePt t="83775" x="4330700" y="6140450"/>
          <p14:tracePt t="83785" x="4343400" y="6153150"/>
          <p14:tracePt t="83790" x="4356100" y="6165850"/>
          <p14:tracePt t="83802" x="4368800" y="6197600"/>
          <p14:tracePt t="83809" x="4387850" y="6197600"/>
          <p14:tracePt t="83818" x="4400550" y="6210300"/>
          <p14:tracePt t="83825" x="4413250" y="6210300"/>
          <p14:tracePt t="84190" x="4400550" y="6223000"/>
          <p14:tracePt t="84200" x="4368800" y="6254750"/>
          <p14:tracePt t="84208" x="4356100" y="6280150"/>
          <p14:tracePt t="84218" x="4330700" y="6311900"/>
          <p14:tracePt t="84224" x="4298950" y="6324600"/>
          <p14:tracePt t="84234" x="4267200" y="6356350"/>
          <p14:tracePt t="84241" x="4210050" y="6381750"/>
          <p14:tracePt t="84250" x="4152900" y="6426200"/>
          <p14:tracePt t="84257" x="4114800" y="6457950"/>
          <p14:tracePt t="84267" x="4038600" y="6483350"/>
          <p14:tracePt t="84274" x="3994150" y="6515100"/>
          <p14:tracePt t="84283" x="3924300" y="6527800"/>
          <p14:tracePt t="84290" x="3879850" y="6540500"/>
          <p14:tracePt t="84300" x="3822700" y="6553200"/>
          <p14:tracePt t="84306" x="3765550" y="6572250"/>
          <p14:tracePt t="84316" x="3752850" y="6572250"/>
          <p14:tracePt t="84323" x="3708400" y="6572250"/>
          <p14:tracePt t="84330" x="3663950" y="6572250"/>
          <p14:tracePt t="84339" x="3625850" y="6572250"/>
          <p14:tracePt t="84346" x="3594100" y="6572250"/>
          <p14:tracePt t="84354" x="3581400" y="6572250"/>
          <p14:tracePt t="84362" x="3549650" y="6572250"/>
          <p14:tracePt t="84378" x="3536950" y="6572250"/>
          <p14:tracePt t="84575" x="3492500" y="6572250"/>
          <p14:tracePt t="84585" x="3435350" y="6572250"/>
          <p14:tracePt t="84592" x="3365500" y="6584950"/>
          <p14:tracePt t="84602" x="3276600" y="6584950"/>
          <p14:tracePt t="84609" x="3206750" y="6597650"/>
          <p14:tracePt t="84620" x="3117850" y="6616700"/>
          <p14:tracePt t="84626" x="3035300" y="6616700"/>
          <p14:tracePt t="84638" x="2863850" y="6629400"/>
          <p14:tracePt t="84643" x="2686050" y="6629400"/>
          <p14:tracePt t="84654" x="2616200" y="6629400"/>
          <p14:tracePt t="84659" x="2470150" y="6629400"/>
          <p14:tracePt t="84671" x="2343150" y="6629400"/>
          <p14:tracePt t="84676" x="2241550" y="6629400"/>
          <p14:tracePt t="84687" x="2216150" y="6629400"/>
          <p14:tracePt t="84692" x="2139950" y="6629400"/>
          <p14:tracePt t="84702" x="2025650" y="6629400"/>
          <p14:tracePt t="84708" x="2012950" y="6629400"/>
          <p14:tracePt t="84717" x="1955800" y="6629400"/>
          <p14:tracePt t="84724" x="1924050" y="6629400"/>
          <p14:tracePt t="84733" x="1885950" y="6629400"/>
          <p14:tracePt t="84740" x="1841500" y="6629400"/>
          <p14:tracePt t="84748" x="1828800" y="6629400"/>
          <p14:tracePt t="84756" x="1784350" y="6629400"/>
          <p14:tracePt t="84764" x="1752600" y="6629400"/>
          <p14:tracePt t="84772" x="1739900" y="6629400"/>
          <p14:tracePt t="84780" x="1708150" y="6629400"/>
          <p14:tracePt t="84789" x="1682750" y="6629400"/>
          <p14:tracePt t="84796" x="1670050" y="6629400"/>
          <p14:tracePt t="84805" x="1638300" y="6629400"/>
          <p14:tracePt t="84813" x="1612900" y="6629400"/>
          <p14:tracePt t="84821" x="1593850" y="6629400"/>
          <p14:tracePt t="84829" x="1568450" y="6629400"/>
          <p14:tracePt t="84838" x="1555750" y="6616700"/>
          <p14:tracePt t="84846" x="1524000" y="6616700"/>
          <p14:tracePt t="84854" x="1511300" y="6616700"/>
          <p14:tracePt t="84862" x="1479550" y="6616700"/>
          <p14:tracePt t="84870" x="1454150" y="6597650"/>
          <p14:tracePt t="84879" x="1422400" y="6597650"/>
          <p14:tracePt t="84887" x="1397000" y="6584950"/>
          <p14:tracePt t="84895" x="1365250" y="6584950"/>
          <p14:tracePt t="84904" x="1339850" y="6572250"/>
          <p14:tracePt t="84912" x="1320800" y="6572250"/>
          <p14:tracePt t="84920" x="1308100" y="6553200"/>
          <p14:tracePt t="84928" x="1295400" y="6553200"/>
          <p14:tracePt t="84937" x="1282700" y="6553200"/>
          <p14:tracePt t="84944" x="1263650" y="6553200"/>
          <p14:tracePt t="84953" x="1250950" y="6553200"/>
          <p14:tracePt t="84960" x="1238250" y="6553200"/>
          <p14:tracePt t="84984" x="1219200" y="6553200"/>
          <p14:tracePt t="85000" x="1206500" y="6553200"/>
          <p14:tracePt t="85132" x="1238250" y="6553200"/>
          <p14:tracePt t="85140" x="1282700" y="6572250"/>
          <p14:tracePt t="85150" x="1320800" y="6584950"/>
          <p14:tracePt t="85157" x="1365250" y="6597650"/>
          <p14:tracePt t="85168" x="1435100" y="6616700"/>
          <p14:tracePt t="85174" x="1492250" y="6616700"/>
          <p14:tracePt t="85185" x="1555750" y="6629400"/>
          <p14:tracePt t="85191" x="1612900" y="6629400"/>
          <p14:tracePt t="85201" x="1682750" y="6642100"/>
          <p14:tracePt t="85207" x="1739900" y="6642100"/>
          <p14:tracePt t="85216" x="1797050" y="6642100"/>
          <p14:tracePt t="85223" x="1866900" y="6642100"/>
          <p14:tracePt t="85231" x="1911350" y="6642100"/>
          <p14:tracePt t="85239" x="1943100" y="6642100"/>
          <p14:tracePt t="85246" x="2000250" y="6642100"/>
          <p14:tracePt t="85256" x="2044700" y="6642100"/>
          <p14:tracePt t="85263" x="2082800" y="6642100"/>
          <p14:tracePt t="85272" x="2114550" y="6629400"/>
          <p14:tracePt t="85280" x="2139950" y="6616700"/>
          <p14:tracePt t="85289" x="2184400" y="6616700"/>
          <p14:tracePt t="85296" x="2216150" y="6616700"/>
          <p14:tracePt t="85304" x="2254250" y="6616700"/>
          <p14:tracePt t="85312" x="2298700" y="6616700"/>
          <p14:tracePt t="85320" x="2343150" y="6616700"/>
          <p14:tracePt t="85328" x="2374900" y="6616700"/>
          <p14:tracePt t="85337" x="2400300" y="6616700"/>
          <p14:tracePt t="85345" x="2432050" y="6616700"/>
          <p14:tracePt t="85353" x="2457450" y="6616700"/>
          <p14:tracePt t="85361" x="2501900" y="6616700"/>
          <p14:tracePt t="85370" x="2527300" y="6616700"/>
          <p14:tracePt t="85378" x="2559050" y="6629400"/>
          <p14:tracePt t="85387" x="2571750" y="6629400"/>
          <p14:tracePt t="85394" x="2603500" y="6629400"/>
          <p14:tracePt t="85404" x="2616200" y="6629400"/>
          <p14:tracePt t="85411" x="2628900" y="6629400"/>
          <p14:tracePt t="85419" x="2647950" y="6642100"/>
          <p14:tracePt t="85428" x="2660650" y="6642100"/>
          <p14:tracePt t="85436" x="2673350" y="6642100"/>
          <p14:tracePt t="85459" x="2686050" y="6642100"/>
          <p14:tracePt t="85549" x="2673350" y="6642100"/>
          <p14:tracePt t="85557" x="2660650" y="6642100"/>
          <p14:tracePt t="85567" x="2647950" y="6642100"/>
          <p14:tracePt t="85574" x="2603500" y="6642100"/>
          <p14:tracePt t="85584" x="2559050" y="6642100"/>
          <p14:tracePt t="85591" x="2514600" y="6654800"/>
          <p14:tracePt t="85602" x="2470150" y="6654800"/>
          <p14:tracePt t="85608" x="2413000" y="6673850"/>
          <p14:tracePt t="85619" x="2355850" y="6686550"/>
          <p14:tracePt t="85625" x="2298700" y="6699250"/>
          <p14:tracePt t="85637" x="2254250" y="6699250"/>
          <p14:tracePt t="85642" x="2184400" y="6699250"/>
          <p14:tracePt t="85653" x="2127250" y="6711950"/>
          <p14:tracePt t="85658" x="2070100" y="6711950"/>
          <p14:tracePt t="85670" x="2000250" y="6711950"/>
          <p14:tracePt t="85674" x="1924050" y="6711950"/>
          <p14:tracePt t="85684" x="1898650" y="6711950"/>
          <p14:tracePt t="85691" x="1797050" y="6711950"/>
          <p14:tracePt t="85697" x="1765300" y="6711950"/>
          <p14:tracePt t="85706" x="1727200" y="6711950"/>
          <p14:tracePt t="85713" x="1682750" y="6711950"/>
          <p14:tracePt t="85722" x="1651000" y="6711950"/>
          <p14:tracePt t="85730" x="1625600" y="6711950"/>
          <p14:tracePt t="85738" x="1581150" y="6711950"/>
          <p14:tracePt t="85746" x="1555750" y="6711950"/>
          <p14:tracePt t="85754" x="1524000" y="6711950"/>
          <p14:tracePt t="85762" x="1492250" y="6711950"/>
          <p14:tracePt t="85771" x="1466850" y="6711950"/>
          <p14:tracePt t="85779" x="1435100" y="6711950"/>
          <p14:tracePt t="85787" x="1409700" y="6711950"/>
          <p14:tracePt t="85795" x="1397000" y="6711950"/>
          <p14:tracePt t="85803" x="1365250" y="6711950"/>
          <p14:tracePt t="85811" x="1339850" y="6711950"/>
          <p14:tracePt t="85820" x="1320800" y="6711950"/>
          <p14:tracePt t="85828" x="1308100" y="6711950"/>
          <p14:tracePt t="85836" x="1295400" y="6711950"/>
          <p14:tracePt t="85844" x="1282700" y="6711950"/>
          <p14:tracePt t="85853" x="1263650" y="6711950"/>
          <p14:tracePt t="85868" x="1250950" y="6711950"/>
          <p14:tracePt t="85918" x="1238250" y="6711950"/>
          <p14:tracePt t="85991" x="1250950" y="6711950"/>
          <p14:tracePt t="86003" x="1263650" y="6711950"/>
          <p14:tracePt t="86008" x="1282700" y="6711950"/>
          <p14:tracePt t="86021" x="1295400" y="6711950"/>
          <p14:tracePt t="86026" x="1308100" y="6711950"/>
          <p14:tracePt t="86038" x="1339850" y="6711950"/>
          <p14:tracePt t="86042" x="1352550" y="6731000"/>
          <p14:tracePt t="86058" x="1397000" y="6731000"/>
          <p14:tracePt t="86070" x="1409700" y="6731000"/>
          <p14:tracePt t="86075" x="1422400" y="6731000"/>
          <p14:tracePt t="86090" x="1435100" y="6743700"/>
          <p14:tracePt t="86103" x="1454150" y="6743700"/>
          <p14:tracePt t="86118" x="1466850" y="6743700"/>
          <p14:tracePt t="86130" x="1479550" y="6743700"/>
          <p14:tracePt t="86147" x="1492250" y="6743700"/>
          <p14:tracePt t="86155" x="1492250" y="6756400"/>
          <p14:tracePt t="86166" x="1511300" y="6756400"/>
          <p14:tracePt t="86172" x="1524000" y="6756400"/>
          <p14:tracePt t="86180" x="1536700" y="6756400"/>
          <p14:tracePt t="86196" x="1568450" y="6756400"/>
          <p14:tracePt t="86205" x="1581150" y="6769100"/>
          <p14:tracePt t="86214" x="1593850" y="6769100"/>
          <p14:tracePt t="86222" x="1625600" y="6788150"/>
          <p14:tracePt t="86229" x="1651000" y="6788150"/>
          <p14:tracePt t="86238" x="1695450" y="6788150"/>
          <p14:tracePt t="86245" x="1727200" y="6788150"/>
          <p14:tracePt t="86254" x="1784350" y="6800850"/>
          <p14:tracePt t="86262" x="1828800" y="6800850"/>
          <p14:tracePt t="86271" x="1866900" y="6813550"/>
          <p14:tracePt t="86279" x="1924050" y="6813550"/>
          <p14:tracePt t="86287" x="1968500" y="6813550"/>
          <p14:tracePt t="86295" x="2000250" y="6813550"/>
          <p14:tracePt t="86303" x="2070100" y="6826250"/>
          <p14:tracePt t="86312" x="2114550" y="6826250"/>
          <p14:tracePt t="86320" x="2171700" y="6826250"/>
          <p14:tracePt t="86327" x="2216150" y="6826250"/>
          <p14:tracePt t="86336" x="2254250" y="6826250"/>
          <p14:tracePt t="86344" x="2298700" y="6826250"/>
          <p14:tracePt t="86354" x="2355850" y="6826250"/>
          <p14:tracePt t="86361" x="2374900" y="6826250"/>
          <p14:tracePt t="86369" x="2413000" y="6826250"/>
          <p14:tracePt t="86377" x="2457450" y="6826250"/>
          <p14:tracePt t="86386" x="2489200" y="6826250"/>
          <p14:tracePt t="86393" x="2514600" y="6826250"/>
          <p14:tracePt t="86402" x="2546350" y="6826250"/>
          <p14:tracePt t="86410" x="2559050" y="6826250"/>
          <p14:tracePt t="86419" x="2571750" y="6826250"/>
          <p14:tracePt t="86426" x="2603500" y="6826250"/>
          <p14:tracePt t="86436" x="2616200" y="6813550"/>
          <p14:tracePt t="86442" x="2647950" y="6813550"/>
          <p14:tracePt t="86452" x="2660650" y="6813550"/>
          <p14:tracePt t="86467" x="2673350" y="6813550"/>
          <p14:tracePt t="86474" x="2686050" y="6813550"/>
          <p14:tracePt t="86485" x="2705100" y="6813550"/>
          <p14:tracePt t="86492" x="2705100" y="6800850"/>
          <p14:tracePt t="86516" x="2717800" y="6800850"/>
          <p14:tracePt t="86842" x="2717800" y="6788150"/>
          <p14:tracePt t="86854" x="2717800" y="6743700"/>
          <p14:tracePt t="86859" x="2730500" y="6673850"/>
          <p14:tracePt t="86874" x="2762250" y="6597650"/>
          <p14:tracePt t="86878" x="2787650" y="6515100"/>
          <p14:tracePt t="86893" x="2901950" y="6223000"/>
          <p14:tracePt t="86906" x="2990850" y="5969000"/>
          <p14:tracePt t="86910" x="3079750" y="5664200"/>
          <p14:tracePt t="86924" x="3162300" y="5334000"/>
          <p14:tracePt t="86926" x="3289300" y="4972050"/>
          <p14:tracePt t="86939" x="3422650" y="4540250"/>
          <p14:tracePt t="86944" x="3549650" y="4095750"/>
          <p14:tracePt t="86955" x="3663950" y="3708400"/>
          <p14:tracePt t="86960" x="3721100" y="3524250"/>
          <p14:tracePt t="86972" x="3841750" y="3175000"/>
          <p14:tracePt t="86976" x="3867150" y="3060700"/>
          <p14:tracePt t="86989" x="3956050" y="2819400"/>
          <p14:tracePt t="86990" x="3968750" y="2762250"/>
          <p14:tracePt t="87005" x="4013200" y="2628900"/>
          <p14:tracePt t="87010" x="4038600" y="2559050"/>
          <p14:tracePt t="87025" x="4083050" y="2470150"/>
          <p14:tracePt t="87039" x="4083050" y="2457450"/>
          <p14:tracePt t="87041" x="4083050" y="2444750"/>
          <p14:tracePt t="87056" x="4095750" y="2444750"/>
          <p14:tracePt t="87325" x="4051300" y="2444750"/>
          <p14:tracePt t="87337" x="4025900" y="2444750"/>
          <p14:tracePt t="87343" x="3994150" y="2444750"/>
          <p14:tracePt t="87355" x="3968750" y="2444750"/>
          <p14:tracePt t="87360" x="3924300" y="2444750"/>
          <p14:tracePt t="87373" x="3911600" y="2444750"/>
          <p14:tracePt t="87377" x="3879850" y="2444750"/>
          <p14:tracePt t="87392" x="3810000" y="2444750"/>
          <p14:tracePt t="87404" x="3797300" y="2432050"/>
          <p14:tracePt t="87410" x="3765550" y="2432050"/>
          <p14:tracePt t="87425" x="3752850" y="2413000"/>
          <p14:tracePt t="87438" x="3740150" y="2413000"/>
          <p14:tracePt t="87546" x="3752850" y="2413000"/>
          <p14:tracePt t="87555" x="3765550" y="2413000"/>
          <p14:tracePt t="87564" x="3810000" y="2413000"/>
          <p14:tracePt t="87572" x="3841750" y="2432050"/>
          <p14:tracePt t="87580" x="3898900" y="2432050"/>
          <p14:tracePt t="87589" x="3956050" y="2444750"/>
          <p14:tracePt t="87596" x="4038600" y="2457450"/>
          <p14:tracePt t="87606" x="4095750" y="2470150"/>
          <p14:tracePt t="87614" x="4171950" y="2489200"/>
          <p14:tracePt t="87623" x="4241800" y="2501900"/>
          <p14:tracePt t="87630" x="4311650" y="2514600"/>
          <p14:tracePt t="87640" x="4400550" y="2527300"/>
          <p14:tracePt t="87647" x="4483100" y="2546350"/>
          <p14:tracePt t="87656" x="4559300" y="2559050"/>
          <p14:tracePt t="87664" x="4641850" y="2571750"/>
          <p14:tracePt t="87673" x="4718050" y="2590800"/>
          <p14:tracePt t="87680" x="4787900" y="2603500"/>
          <p14:tracePt t="87690" x="4857750" y="2616200"/>
          <p14:tracePt t="87696" x="4914900" y="2628900"/>
          <p14:tracePt t="87706" x="4991100" y="2628900"/>
          <p14:tracePt t="87712" x="5060950" y="2647950"/>
          <p14:tracePt t="87720" x="5105400" y="2647950"/>
          <p14:tracePt t="87727" x="5175250" y="2660650"/>
          <p14:tracePt t="87737" x="5207000" y="2660650"/>
          <p14:tracePt t="87744" x="5245100" y="2660650"/>
          <p14:tracePt t="87753" x="5302250" y="2660650"/>
          <p14:tracePt t="87760" x="5346700" y="2660650"/>
          <p14:tracePt t="87769" x="5391150" y="2660650"/>
          <p14:tracePt t="87777" x="5422900" y="2660650"/>
          <p14:tracePt t="87786" x="5480050" y="2660650"/>
          <p14:tracePt t="87793" x="5505450" y="2660650"/>
          <p14:tracePt t="87802" x="5537200" y="2660650"/>
          <p14:tracePt t="87809" x="5575300" y="2660650"/>
          <p14:tracePt t="87819" x="5619750" y="2660650"/>
          <p14:tracePt t="87826" x="5651500" y="2647950"/>
          <p14:tracePt t="87836" x="5664200" y="2628900"/>
          <p14:tracePt t="87843" x="5695950" y="2616200"/>
          <p14:tracePt t="87852" x="5734050" y="2590800"/>
          <p14:tracePt t="87859" x="5753100" y="2571750"/>
          <p14:tracePt t="87869" x="5778500" y="2546350"/>
          <p14:tracePt t="87876" x="5810250" y="2527300"/>
          <p14:tracePt t="87886" x="5822950" y="2501900"/>
          <p14:tracePt t="87893" x="5854700" y="2470150"/>
          <p14:tracePt t="87902" x="5867400" y="2457450"/>
          <p14:tracePt t="87909" x="5892800" y="2432050"/>
          <p14:tracePt t="87919" x="5911850" y="2400300"/>
          <p14:tracePt t="87925" x="5924550" y="2387600"/>
          <p14:tracePt t="87935" x="5924550" y="2374900"/>
          <p14:tracePt t="87941" x="5937250" y="2343150"/>
          <p14:tracePt t="87952" x="5949950" y="2317750"/>
          <p14:tracePt t="87959" x="5949950" y="2298700"/>
          <p14:tracePt t="87969" x="5969000" y="2273300"/>
          <p14:tracePt t="87976" x="5969000" y="2254250"/>
          <p14:tracePt t="87985" x="5969000" y="2228850"/>
          <p14:tracePt t="87991" x="5969000" y="2197100"/>
          <p14:tracePt t="88002" x="5969000" y="2184400"/>
          <p14:tracePt t="88008" x="5969000" y="2159000"/>
          <p14:tracePt t="88018" x="5969000" y="2127250"/>
          <p14:tracePt t="88025" x="5969000" y="2101850"/>
          <p14:tracePt t="88035" x="5969000" y="2070100"/>
          <p14:tracePt t="88041" x="5969000" y="2057400"/>
          <p14:tracePt t="88052" x="5969000" y="2025650"/>
          <p14:tracePt t="88058" x="5969000" y="1981200"/>
          <p14:tracePt t="88068" x="5969000" y="1955800"/>
          <p14:tracePt t="88074" x="5949950" y="1943100"/>
          <p14:tracePt t="88085" x="5937250" y="1898650"/>
          <p14:tracePt t="88090" x="5924550" y="1885950"/>
          <p14:tracePt t="88102" x="5892800" y="1841500"/>
          <p14:tracePt t="88109" x="5880100" y="1809750"/>
          <p14:tracePt t="88119" x="5867400" y="1797050"/>
          <p14:tracePt t="88124" x="5822950" y="1765300"/>
          <p14:tracePt t="88135" x="5810250" y="1752600"/>
          <p14:tracePt t="88137" x="5765800" y="1727200"/>
          <p14:tracePt t="88145" x="5734050" y="1708150"/>
          <p14:tracePt t="88154" x="5708650" y="1695450"/>
          <p14:tracePt t="88162" x="5676900" y="1682750"/>
          <p14:tracePt t="88171" x="5638800" y="1670050"/>
          <p14:tracePt t="88179" x="5594350" y="1651000"/>
          <p14:tracePt t="88187" x="5549900" y="1651000"/>
          <p14:tracePt t="88194" x="5518150" y="1638300"/>
          <p14:tracePt t="88203" x="5461000" y="1625600"/>
          <p14:tracePt t="88210" x="5403850" y="1625600"/>
          <p14:tracePt t="88219" x="5346700" y="1612900"/>
          <p14:tracePt t="88227" x="5289550" y="1612900"/>
          <p14:tracePt t="88235" x="5219700" y="1612900"/>
          <p14:tracePt t="88243" x="5130800" y="1593850"/>
          <p14:tracePt t="88252" x="5060950" y="1593850"/>
          <p14:tracePt t="88259" x="4991100" y="1593850"/>
          <p14:tracePt t="88269" x="4914900" y="1593850"/>
          <p14:tracePt t="88276" x="4845050" y="1593850"/>
          <p14:tracePt t="88286" x="4775200" y="1593850"/>
          <p14:tracePt t="88293" x="4699000" y="1593850"/>
          <p14:tracePt t="88302" x="4616450" y="1593850"/>
          <p14:tracePt t="88309" x="4540250" y="1593850"/>
          <p14:tracePt t="88319" x="4483100" y="1593850"/>
          <p14:tracePt t="88326" x="4413250" y="1593850"/>
          <p14:tracePt t="88336" x="4368800" y="1593850"/>
          <p14:tracePt t="88343" x="4311650" y="1593850"/>
          <p14:tracePt t="88352" x="4267200" y="1612900"/>
          <p14:tracePt t="88359" x="4210050" y="1612900"/>
          <p14:tracePt t="88369" x="4171950" y="1625600"/>
          <p14:tracePt t="88375" x="4127500" y="1625600"/>
          <p14:tracePt t="88385" x="4083050" y="1638300"/>
          <p14:tracePt t="88393" x="4025900" y="1651000"/>
          <p14:tracePt t="88402" x="3994150" y="1670050"/>
          <p14:tracePt t="88409" x="3956050" y="1682750"/>
          <p14:tracePt t="88419" x="3937000" y="1682750"/>
          <p14:tracePt t="88424" x="3867150" y="1727200"/>
          <p14:tracePt t="88435" x="3854450" y="1727200"/>
          <p14:tracePt t="88442" x="3822700" y="1752600"/>
          <p14:tracePt t="88452" x="3765550" y="1784350"/>
          <p14:tracePt t="88458" x="3752850" y="1797050"/>
          <p14:tracePt t="88468" x="3721100" y="1828800"/>
          <p14:tracePt t="88475" x="3708400" y="1841500"/>
          <p14:tracePt t="88485" x="3683000" y="1866900"/>
          <p14:tracePt t="88492" x="3651250" y="1911350"/>
          <p14:tracePt t="88502" x="3625850" y="1943100"/>
          <p14:tracePt t="88507" x="3594100" y="1968500"/>
          <p14:tracePt t="88519" x="3581400" y="2000250"/>
          <p14:tracePt t="88523" x="3549650" y="2044700"/>
          <p14:tracePt t="88535" x="3549650" y="2057400"/>
          <p14:tracePt t="88540" x="3524250" y="2101850"/>
          <p14:tracePt t="88552" x="3505200" y="2127250"/>
          <p14:tracePt t="88556" x="3505200" y="2159000"/>
          <p14:tracePt t="88568" x="3492500" y="2197100"/>
          <p14:tracePt t="88574" x="3479800" y="2228850"/>
          <p14:tracePt t="88585" x="3479800" y="2273300"/>
          <p14:tracePt t="88589" x="3479800" y="2298700"/>
          <p14:tracePt t="88602" x="3479800" y="2330450"/>
          <p14:tracePt t="88604" x="3479800" y="2374900"/>
          <p14:tracePt t="88612" x="3479800" y="2413000"/>
          <p14:tracePt t="88620" x="3479800" y="2457450"/>
          <p14:tracePt t="88628" x="3492500" y="2489200"/>
          <p14:tracePt t="88637" x="3524250" y="2527300"/>
          <p14:tracePt t="88646" x="3549650" y="2559050"/>
          <p14:tracePt t="88654" x="3581400" y="2603500"/>
          <p14:tracePt t="88663" x="3606800" y="2628900"/>
          <p14:tracePt t="88672" x="3663950" y="2673350"/>
          <p14:tracePt t="88680" x="3695700" y="2705100"/>
          <p14:tracePt t="88687" x="3752850" y="2743200"/>
          <p14:tracePt t="88695" x="3810000" y="2787650"/>
          <p14:tracePt t="88703" x="3854450" y="2819400"/>
          <p14:tracePt t="88711" x="3924300" y="2863850"/>
          <p14:tracePt t="88720" x="3994150" y="2889250"/>
          <p14:tracePt t="88727" x="4070350" y="2933700"/>
          <p14:tracePt t="88738" x="4140200" y="2946400"/>
          <p14:tracePt t="88745" x="4210050" y="2978150"/>
          <p14:tracePt t="88753" x="4286250" y="2990850"/>
          <p14:tracePt t="88760" x="4368800" y="3003550"/>
          <p14:tracePt t="88769" x="4445000" y="3003550"/>
          <p14:tracePt t="88776" x="4540250" y="3016250"/>
          <p14:tracePt t="88786" x="4616450" y="3016250"/>
          <p14:tracePt t="88793" x="4699000" y="3016250"/>
          <p14:tracePt t="88802" x="4787900" y="3016250"/>
          <p14:tracePt t="88809" x="4876800" y="3016250"/>
          <p14:tracePt t="88820" x="4946650" y="3016250"/>
          <p14:tracePt t="88826" x="5048250" y="3003550"/>
          <p14:tracePt t="88836" x="5130800" y="2990850"/>
          <p14:tracePt t="88842" x="5207000" y="2978150"/>
          <p14:tracePt t="88852" x="5276850" y="2959100"/>
          <p14:tracePt t="88859" x="5346700" y="2946400"/>
          <p14:tracePt t="88869" x="5403850" y="2933700"/>
          <p14:tracePt t="88876" x="5435600" y="2921000"/>
          <p14:tracePt t="88885" x="5492750" y="2921000"/>
          <p14:tracePt t="88891" x="5537200" y="2901950"/>
          <p14:tracePt t="88902" x="5575300" y="2901950"/>
          <p14:tracePt t="88908" x="5607050" y="2889250"/>
          <p14:tracePt t="88919" x="5664200" y="2876550"/>
          <p14:tracePt t="88926" x="5676900" y="2876550"/>
          <p14:tracePt t="88935" x="5734050" y="2844800"/>
          <p14:tracePt t="88942" x="5765800" y="2832100"/>
          <p14:tracePt t="88952" x="5791200" y="2832100"/>
          <p14:tracePt t="88958" x="5822950" y="2819400"/>
          <p14:tracePt t="88968" x="5854700" y="2806700"/>
          <p14:tracePt t="88975" x="5892800" y="2787650"/>
          <p14:tracePt t="88985" x="5924550" y="2774950"/>
          <p14:tracePt t="88990" x="5969000" y="2743200"/>
          <p14:tracePt t="89002" x="5994400" y="2717800"/>
          <p14:tracePt t="89007" x="6026150" y="2705100"/>
          <p14:tracePt t="89018" x="6064250" y="2673350"/>
          <p14:tracePt t="89021" x="6096000" y="2647950"/>
          <p14:tracePt t="89030" x="6127750" y="2603500"/>
          <p14:tracePt t="89039" x="6153150" y="2559050"/>
          <p14:tracePt t="89046" x="6184900" y="2514600"/>
          <p14:tracePt t="89054" x="6210300" y="2470150"/>
          <p14:tracePt t="89062" x="6242050" y="2432050"/>
          <p14:tracePt t="89071" x="6254750" y="2400300"/>
          <p14:tracePt t="89079" x="6280150" y="2330450"/>
          <p14:tracePt t="89087" x="6299200" y="2286000"/>
          <p14:tracePt t="89095" x="6299200" y="2216150"/>
          <p14:tracePt t="89103" x="6299200" y="2171700"/>
          <p14:tracePt t="89111" x="6299200" y="2101850"/>
          <p14:tracePt t="89120" x="6299200" y="2025650"/>
          <p14:tracePt t="89127" x="6254750" y="1924050"/>
          <p14:tracePt t="89136" x="6210300" y="1854200"/>
          <p14:tracePt t="89144" x="6153150" y="1765300"/>
          <p14:tracePt t="89153" x="6083300" y="1695450"/>
          <p14:tracePt t="89161" x="6007100" y="1612900"/>
          <p14:tracePt t="89170" x="5924550" y="1536700"/>
          <p14:tracePt t="89178" x="5835650" y="1492250"/>
          <p14:tracePt t="89187" x="5765800" y="1454150"/>
          <p14:tracePt t="89194" x="5695950" y="1409700"/>
          <p14:tracePt t="89203" x="5664200" y="1409700"/>
          <p14:tracePt t="89210" x="5607050" y="1397000"/>
          <p14:tracePt t="89219" x="5562600" y="1377950"/>
          <p14:tracePt t="89226" x="5518150" y="1377950"/>
          <p14:tracePt t="89236" x="5492750" y="1377950"/>
          <p14:tracePt t="89243" x="5480050" y="1377950"/>
          <p14:tracePt t="89252" x="5461000" y="1377950"/>
          <p14:tracePt t="89259" x="5448300" y="1377950"/>
          <p14:tracePt t="90952" x="5448300" y="1365250"/>
          <p14:tracePt t="90960" x="5448300" y="1320800"/>
          <p14:tracePt t="90970" x="5461000" y="1282700"/>
          <p14:tracePt t="90978" x="5492750" y="1219200"/>
          <p14:tracePt t="90987" x="5505450" y="1162050"/>
          <p14:tracePt t="90994" x="5505450" y="1104900"/>
          <p14:tracePt t="91003" x="5537200" y="1003300"/>
          <p14:tracePt t="91011" x="5549900" y="920750"/>
          <p14:tracePt t="91020" x="5562600" y="819150"/>
          <p14:tracePt t="91027" x="5575300" y="717550"/>
          <p14:tracePt t="91037" x="5594350" y="635000"/>
          <p14:tracePt t="91045" x="5594350" y="558800"/>
          <p14:tracePt t="91054" x="5594350" y="501650"/>
          <p14:tracePt t="91061" x="5594350" y="444500"/>
          <p14:tracePt t="91069" x="5575300" y="400050"/>
          <p14:tracePt t="91076" x="5549900" y="361950"/>
          <p14:tracePt t="91086" x="5537200" y="304800"/>
          <p14:tracePt t="91093" x="5492750" y="273050"/>
          <p14:tracePt t="91102" x="5461000" y="228600"/>
          <p14:tracePt t="91109" x="5422900" y="184150"/>
          <p14:tracePt t="91119" x="5391150" y="146050"/>
          <p14:tracePt t="91126" x="5346700" y="101600"/>
          <p14:tracePt t="91136" x="5302250" y="57150"/>
          <p14:tracePt t="91143" x="5264150" y="12700"/>
          <p14:tracePt t="91289" x="3841750" y="57150"/>
          <p14:tracePt t="91297" x="3765550" y="88900"/>
          <p14:tracePt t="91306" x="3638550" y="127000"/>
          <p14:tracePt t="91314" x="3505200" y="184150"/>
          <p14:tracePt t="91322" x="3289300" y="273050"/>
          <p14:tracePt t="91330" x="3162300" y="330200"/>
          <p14:tracePt t="91339" x="3105150" y="342900"/>
          <p14:tracePt t="91347" x="2990850" y="387350"/>
          <p14:tracePt t="91355" x="2889250" y="431800"/>
          <p14:tracePt t="91363" x="2787650" y="457200"/>
          <p14:tracePt t="91371" x="2705100" y="501650"/>
          <p14:tracePt t="91380" x="2616200" y="533400"/>
          <p14:tracePt t="91388" x="2546350" y="577850"/>
          <p14:tracePt t="91396" x="2457450" y="615950"/>
          <p14:tracePt t="91404" x="2374900" y="660400"/>
          <p14:tracePt t="91413" x="2298700" y="704850"/>
          <p14:tracePt t="91421" x="2228850" y="749300"/>
          <p14:tracePt t="91430" x="2159000" y="793750"/>
          <p14:tracePt t="91437" x="2082800" y="850900"/>
          <p14:tracePt t="91445" x="2012950" y="908050"/>
          <p14:tracePt t="91454" x="1943100" y="965200"/>
          <p14:tracePt t="91462" x="1866900" y="1022350"/>
          <p14:tracePt t="91470" x="1797050" y="1092200"/>
          <p14:tracePt t="91477" x="1727200" y="1162050"/>
          <p14:tracePt t="91487" x="1651000" y="1219200"/>
          <p14:tracePt t="91494" x="1568450" y="1308100"/>
          <p14:tracePt t="91504" x="1511300" y="1377950"/>
          <p14:tracePt t="91511" x="1435100" y="1466850"/>
          <p14:tracePt t="91520" x="1377950" y="1555750"/>
          <p14:tracePt t="91527" x="1320800" y="1638300"/>
          <p14:tracePt t="91537" x="1263650" y="1727200"/>
          <p14:tracePt t="91544" x="1219200" y="1809750"/>
          <p14:tracePt t="91553" x="1181100" y="1898650"/>
          <p14:tracePt t="91560" x="1123950" y="1981200"/>
          <p14:tracePt t="91570" x="1079500" y="2070100"/>
          <p14:tracePt t="91577" x="1035050" y="2159000"/>
          <p14:tracePt t="91586" x="990600" y="2228850"/>
          <p14:tracePt t="91593" x="965200" y="2298700"/>
          <p14:tracePt t="91603" x="933450" y="2387600"/>
          <p14:tracePt t="91610" x="908050" y="2470150"/>
          <p14:tracePt t="91620" x="876300" y="2546350"/>
          <p14:tracePt t="91626" x="863600" y="2616200"/>
          <p14:tracePt t="91636" x="850900" y="2705100"/>
          <p14:tracePt t="91643" x="819150" y="2774950"/>
          <p14:tracePt t="91653" x="819150" y="2844800"/>
          <p14:tracePt t="91659" x="806450" y="2921000"/>
          <p14:tracePt t="91670" x="793750" y="2990850"/>
          <p14:tracePt t="91677" x="793750" y="3079750"/>
          <p14:tracePt t="91686" x="793750" y="3149600"/>
          <p14:tracePt t="91692" x="774700" y="3219450"/>
          <p14:tracePt t="91702" x="774700" y="3289300"/>
          <p14:tracePt t="91708" x="774700" y="3378200"/>
          <p14:tracePt t="91719" x="774700" y="3448050"/>
          <p14:tracePt t="91725" x="774700" y="3536950"/>
          <p14:tracePt t="91735" x="774700" y="3625850"/>
          <p14:tracePt t="91741" x="774700" y="3721100"/>
          <p14:tracePt t="91752" x="774700" y="3810000"/>
          <p14:tracePt t="91759" x="774700" y="3898900"/>
          <p14:tracePt t="91769" x="793750" y="3981450"/>
          <p14:tracePt t="91774" x="793750" y="4083050"/>
          <p14:tracePt t="91786" x="819150" y="4171950"/>
          <p14:tracePt t="91791" x="831850" y="4254500"/>
          <p14:tracePt t="91802" x="850900" y="4343400"/>
          <p14:tracePt t="91807" x="876300" y="4425950"/>
          <p14:tracePt t="91819" x="889000" y="4502150"/>
          <p14:tracePt t="91824" x="920750" y="4584700"/>
          <p14:tracePt t="91836" x="946150" y="4660900"/>
          <p14:tracePt t="91837" x="977900" y="4743450"/>
          <p14:tracePt t="91846" x="1003300" y="4813300"/>
          <p14:tracePt t="91854" x="1035050" y="4889500"/>
          <p14:tracePt t="91862" x="1066800" y="4972050"/>
          <p14:tracePt t="91871" x="1092200" y="5048250"/>
          <p14:tracePt t="91879" x="1136650" y="5105400"/>
          <p14:tracePt t="91887" x="1181100" y="5187950"/>
          <p14:tracePt t="91895" x="1206500" y="5264150"/>
          <p14:tracePt t="91904" x="1263650" y="5334000"/>
          <p14:tracePt t="91911" x="1308100" y="5435600"/>
          <p14:tracePt t="91920" x="1365250" y="5505450"/>
          <p14:tracePt t="91928" x="1422400" y="5607050"/>
          <p14:tracePt t="91936" x="1479550" y="5676900"/>
          <p14:tracePt t="91944" x="1536700" y="5753100"/>
          <p14:tracePt t="91953" x="1581150" y="5822950"/>
          <p14:tracePt t="91960" x="1638300" y="5880100"/>
          <p14:tracePt t="91970" x="1695450" y="5949950"/>
          <p14:tracePt t="91977" x="1739900" y="5994400"/>
          <p14:tracePt t="91987" x="1784350" y="6051550"/>
          <p14:tracePt t="91994" x="1828800" y="6108700"/>
          <p14:tracePt t="92003" x="1866900" y="6140450"/>
          <p14:tracePt t="92010" x="1911350" y="6184900"/>
          <p14:tracePt t="92020" x="1968500" y="6223000"/>
          <p14:tracePt t="92027" x="2012950" y="6254750"/>
          <p14:tracePt t="92037" x="2070100" y="6299200"/>
          <p14:tracePt t="92044" x="2114550" y="6324600"/>
          <p14:tracePt t="92053" x="2171700" y="6337300"/>
          <p14:tracePt t="92060" x="2216150" y="6369050"/>
          <p14:tracePt t="92070" x="2273300" y="6381750"/>
          <p14:tracePt t="92077" x="2298700" y="6381750"/>
          <p14:tracePt t="92086" x="2387600" y="6413500"/>
          <p14:tracePt t="92093" x="2432050" y="6413500"/>
          <p14:tracePt t="92102" x="2470150" y="6426200"/>
          <p14:tracePt t="92109" x="2527300" y="6426200"/>
          <p14:tracePt t="92119" x="2590800" y="6438900"/>
          <p14:tracePt t="92126" x="2647950" y="6438900"/>
          <p14:tracePt t="92136" x="2705100" y="6438900"/>
          <p14:tracePt t="92143" x="2743200" y="6438900"/>
          <p14:tracePt t="92152" x="2806700" y="6438900"/>
          <p14:tracePt t="92158" x="2863850" y="6438900"/>
          <p14:tracePt t="92170" x="2921000" y="6438900"/>
          <p14:tracePt t="92175" x="2959100" y="6438900"/>
          <p14:tracePt t="92187" x="3016250" y="6438900"/>
          <p14:tracePt t="92192" x="3079750" y="6438900"/>
          <p14:tracePt t="92202" x="3117850" y="6438900"/>
          <p14:tracePt t="92207" x="3175000" y="6413500"/>
          <p14:tracePt t="92219" x="3219450" y="6381750"/>
          <p14:tracePt t="92224" x="3276600" y="6369050"/>
          <p14:tracePt t="92235" x="3321050" y="6324600"/>
          <p14:tracePt t="92240" x="3378200" y="6280150"/>
          <p14:tracePt t="92252" x="3435350" y="6223000"/>
          <p14:tracePt t="92255" x="3479800" y="6184900"/>
          <p14:tracePt t="92264" x="3536950" y="6108700"/>
          <p14:tracePt t="92272" x="3581400" y="6051550"/>
          <p14:tracePt t="92280" x="3638550" y="5981700"/>
          <p14:tracePt t="92288" x="3683000" y="5924550"/>
          <p14:tracePt t="92296" x="3740150" y="5835650"/>
          <p14:tracePt t="92304" x="3797300" y="5753100"/>
          <p14:tracePt t="92313" x="3841750" y="5664200"/>
          <p14:tracePt t="92321" x="3911600" y="5575300"/>
          <p14:tracePt t="92329" x="3956050" y="5492750"/>
          <p14:tracePt t="92337" x="3994150" y="5391150"/>
          <p14:tracePt t="92345" x="4038600" y="5302250"/>
          <p14:tracePt t="92354" x="4083050" y="5207000"/>
          <p14:tracePt t="92362" x="4114800" y="5105400"/>
          <p14:tracePt t="92371" x="4152900" y="5016500"/>
          <p14:tracePt t="92379" x="4184650" y="4914900"/>
          <p14:tracePt t="92388" x="4197350" y="4813300"/>
          <p14:tracePt t="92396" x="4229100" y="4699000"/>
          <p14:tracePt t="92405" x="4241800" y="4616450"/>
          <p14:tracePt t="92414" x="4254500" y="4514850"/>
          <p14:tracePt t="92423" x="4286250" y="4425950"/>
          <p14:tracePt t="92431" x="4298950" y="4343400"/>
          <p14:tracePt t="92441" x="4311650" y="4267200"/>
          <p14:tracePt t="92443" x="4330700" y="4210050"/>
          <p14:tracePt t="92455" x="4343400" y="4152900"/>
          <p14:tracePt t="92463" x="4356100" y="4095750"/>
          <p14:tracePt t="92469" x="4387850" y="4051300"/>
          <p14:tracePt t="92477" x="4400550" y="4013200"/>
          <p14:tracePt t="92488" x="4425950" y="3956050"/>
          <p14:tracePt t="92496" x="4445000" y="3879850"/>
          <p14:tracePt t="92503" x="4470400" y="3822700"/>
          <p14:tracePt t="92510" x="4502150" y="3752850"/>
          <p14:tracePt t="92520" x="4527550" y="3683000"/>
          <p14:tracePt t="92527" x="4540250" y="3606800"/>
          <p14:tracePt t="92536" x="4572000" y="3549650"/>
          <p14:tracePt t="92544" x="4584700" y="3492500"/>
          <p14:tracePt t="92553" x="4616450" y="3422650"/>
          <p14:tracePt t="92560" x="4629150" y="3365500"/>
          <p14:tracePt t="92570" x="4641850" y="3308350"/>
          <p14:tracePt t="92577" x="4660900" y="3232150"/>
          <p14:tracePt t="92586" x="4673600" y="3175000"/>
          <p14:tracePt t="92593" x="4686300" y="3117850"/>
          <p14:tracePt t="92603" x="4686300" y="3048000"/>
          <p14:tracePt t="92609" x="4699000" y="2978150"/>
          <p14:tracePt t="92620" x="4718050" y="2876550"/>
          <p14:tracePt t="92625" x="4730750" y="2787650"/>
          <p14:tracePt t="92637" x="4730750" y="2686050"/>
          <p14:tracePt t="92642" x="4743450" y="2590800"/>
          <p14:tracePt t="92652" x="4756150" y="2514600"/>
          <p14:tracePt t="92660" x="4756150" y="2432050"/>
          <p14:tracePt t="92669" x="4775200" y="2343150"/>
          <p14:tracePt t="92672" x="4787900" y="2254250"/>
          <p14:tracePt t="92682" x="4787900" y="2171700"/>
          <p14:tracePt t="92690" x="4800600" y="2082800"/>
          <p14:tracePt t="92699" x="4813300" y="2000250"/>
          <p14:tracePt t="92706" x="4813300" y="1924050"/>
          <p14:tracePt t="92714" x="4813300" y="1841500"/>
          <p14:tracePt t="92723" x="4813300" y="1765300"/>
          <p14:tracePt t="92730" x="4813300" y="1695450"/>
          <p14:tracePt t="92738" x="4813300" y="1670050"/>
          <p14:tracePt t="92746" x="4813300" y="1612900"/>
          <p14:tracePt t="92754" x="4813300" y="1568450"/>
          <p14:tracePt t="92762" x="4813300" y="1524000"/>
          <p14:tracePt t="92771" x="4813300" y="1479550"/>
          <p14:tracePt t="92779" x="4813300" y="1422400"/>
          <p14:tracePt t="92787" x="4813300" y="1409700"/>
          <p14:tracePt t="92795" x="4800600" y="1352550"/>
          <p14:tracePt t="92804" x="4787900" y="1320800"/>
          <p14:tracePt t="92812" x="4787900" y="1282700"/>
          <p14:tracePt t="92821" x="4775200" y="1219200"/>
          <p14:tracePt t="92828" x="4743450" y="1181100"/>
          <p14:tracePt t="92837" x="4730750" y="1123950"/>
          <p14:tracePt t="92845" x="4699000" y="1066800"/>
          <p14:tracePt t="92853" x="4673600" y="1003300"/>
          <p14:tracePt t="92861" x="4641850" y="946150"/>
          <p14:tracePt t="92870" x="4616450" y="889000"/>
          <p14:tracePt t="92878" x="4584700" y="831850"/>
          <p14:tracePt t="92887" x="4559300" y="774700"/>
          <p14:tracePt t="92895" x="4514850" y="717550"/>
          <p14:tracePt t="92903" x="4483100" y="647700"/>
          <p14:tracePt t="92911" x="4445000" y="590550"/>
          <p14:tracePt t="92919" x="4400550" y="533400"/>
          <p14:tracePt t="92927" x="4356100" y="476250"/>
          <p14:tracePt t="92936" x="4343400" y="444500"/>
          <p14:tracePt t="92943" x="4286250" y="374650"/>
          <p14:tracePt t="92953" x="4267200" y="361950"/>
          <p14:tracePt t="92959" x="4210050" y="304800"/>
          <p14:tracePt t="92970" x="4171950" y="273050"/>
          <p14:tracePt t="92976" x="4140200" y="273050"/>
          <p14:tracePt t="92986" x="4095750" y="260350"/>
          <p14:tracePt t="92993" x="4038600" y="241300"/>
          <p14:tracePt t="93003" x="3994150" y="241300"/>
          <p14:tracePt t="93009" x="3956050" y="241300"/>
          <p14:tracePt t="93019" x="3898900" y="241300"/>
          <p14:tracePt t="93026" x="3841750" y="241300"/>
          <p14:tracePt t="93036" x="3797300" y="241300"/>
          <p14:tracePt t="93043" x="3740150" y="241300"/>
          <p14:tracePt t="93052" x="3683000" y="260350"/>
          <p14:tracePt t="93059" x="3625850" y="273050"/>
          <p14:tracePt t="93069" x="3536950" y="285750"/>
          <p14:tracePt t="93075" x="3479800" y="304800"/>
          <p14:tracePt t="93085" x="3422650" y="317500"/>
          <p14:tracePt t="93092" x="3365500" y="330200"/>
          <p14:tracePt t="93103" x="3308350" y="342900"/>
          <p14:tracePt t="93109" x="3276600" y="342900"/>
          <p14:tracePt t="93119" x="3251200" y="361950"/>
          <p14:tracePt t="93125" x="3162300" y="387350"/>
          <p14:tracePt t="93136" x="3136900" y="400050"/>
          <p14:tracePt t="93143" x="3092450" y="419100"/>
          <p14:tracePt t="93152" x="3048000" y="431800"/>
          <p14:tracePt t="93157" x="3003550" y="444500"/>
          <p14:tracePt t="93170" x="2959100" y="476250"/>
          <p14:tracePt t="93175" x="2921000" y="501650"/>
          <p14:tracePt t="93185" x="2901950" y="520700"/>
          <p14:tracePt t="93190" x="2844800" y="558800"/>
          <p14:tracePt t="93202" x="2806700" y="590550"/>
          <p14:tracePt t="93204" x="2774950" y="603250"/>
          <p14:tracePt t="93213" x="2743200" y="647700"/>
          <p14:tracePt t="93222" x="2717800" y="673100"/>
          <p14:tracePt t="93229" x="2686050" y="717550"/>
          <p14:tracePt t="93238" x="2647950" y="749300"/>
          <p14:tracePt t="93246" x="2616200" y="793750"/>
          <p14:tracePt t="93254" x="2571750" y="831850"/>
          <p14:tracePt t="93262" x="2527300" y="889000"/>
          <p14:tracePt t="93271" x="2489200" y="946150"/>
          <p14:tracePt t="93279" x="2444750" y="990600"/>
          <p14:tracePt t="93287" x="2400300" y="1047750"/>
          <p14:tracePt t="93295" x="2355850" y="1092200"/>
          <p14:tracePt t="93304" x="2317750" y="1149350"/>
          <p14:tracePt t="93312" x="2286000" y="1206500"/>
          <p14:tracePt t="93321" x="2241550" y="1250950"/>
          <p14:tracePt t="93328" x="2216150" y="1295400"/>
          <p14:tracePt t="93337" x="2184400" y="1339850"/>
          <p14:tracePt t="93345" x="2159000" y="1377950"/>
          <p14:tracePt t="93353" x="2127250" y="1435100"/>
          <p14:tracePt t="93361" x="2114550" y="1479550"/>
          <p14:tracePt t="93369" x="2082800" y="1524000"/>
          <p14:tracePt t="93377" x="2057400" y="1568450"/>
          <p14:tracePt t="93386" x="2044700" y="1612900"/>
          <p14:tracePt t="93393" x="2012950" y="1651000"/>
          <p14:tracePt t="93403" x="2000250" y="1695450"/>
          <p14:tracePt t="93410" x="1968500" y="1739900"/>
          <p14:tracePt t="93419" x="1943100" y="1797050"/>
          <p14:tracePt t="93427" x="1911350" y="1854200"/>
          <p14:tracePt t="93436" x="1885950" y="1898650"/>
          <p14:tracePt t="93444" x="1854200" y="1968500"/>
          <p14:tracePt t="93453" x="1828800" y="2025650"/>
          <p14:tracePt t="93460" x="1784350" y="2101850"/>
          <p14:tracePt t="93469" x="1727200" y="2241550"/>
          <p14:tracePt t="93476" x="1695450" y="2343150"/>
          <p14:tracePt t="93486" x="1651000" y="2489200"/>
          <p14:tracePt t="93492" x="1625600" y="2616200"/>
          <p14:tracePt t="93502" x="1568450" y="2762250"/>
          <p14:tracePt t="93509" x="1536700" y="2921000"/>
          <p14:tracePt t="93520" x="1492250" y="3105150"/>
          <p14:tracePt t="93526" x="1466850" y="3308350"/>
          <p14:tracePt t="93535" x="1422400" y="3492500"/>
          <p14:tracePt t="93542" x="1409700" y="3695700"/>
          <p14:tracePt t="93552" x="1365250" y="3924300"/>
          <p14:tracePt t="93558" x="1352550" y="4152900"/>
          <p14:tracePt t="93569" x="1320800" y="4356100"/>
          <p14:tracePt t="93575" x="1308100" y="4572000"/>
          <p14:tracePt t="93585" x="1295400" y="4756150"/>
          <p14:tracePt t="93592" x="1295400" y="4845050"/>
          <p14:tracePt t="93602" x="1295400" y="4991100"/>
          <p14:tracePt t="93608" x="1295400" y="5130800"/>
          <p14:tracePt t="93619" x="1295400" y="5245100"/>
          <p14:tracePt t="93624" x="1295400" y="5346700"/>
          <p14:tracePt t="93635" x="1295400" y="5435600"/>
          <p14:tracePt t="93640" x="1295400" y="5518150"/>
          <p14:tracePt t="93652" x="1295400" y="5594350"/>
          <p14:tracePt t="93657" x="1295400" y="5664200"/>
          <p14:tracePt t="93669" x="1320800" y="5753100"/>
          <p14:tracePt t="93671" x="1339850" y="5810250"/>
          <p14:tracePt t="93680" x="1365250" y="5880100"/>
          <p14:tracePt t="93688" x="1397000" y="5949950"/>
          <p14:tracePt t="93696" x="1422400" y="6007100"/>
          <p14:tracePt t="93705" x="1466850" y="6096000"/>
          <p14:tracePt t="93713" x="1511300" y="6165850"/>
          <p14:tracePt t="93721" x="1555750" y="6242050"/>
          <p14:tracePt t="93729" x="1612900" y="6311900"/>
          <p14:tracePt t="93738" x="1651000" y="6369050"/>
          <p14:tracePt t="93746" x="1708150" y="6413500"/>
          <p14:tracePt t="93754" x="1765300" y="6470650"/>
          <p14:tracePt t="93762" x="1809750" y="6496050"/>
          <p14:tracePt t="93771" x="1854200" y="6540500"/>
          <p14:tracePt t="93778" x="1924050" y="6584950"/>
          <p14:tracePt t="93787" x="1968500" y="6616700"/>
          <p14:tracePt t="93795" x="2012950" y="6654800"/>
          <p14:tracePt t="93804" x="2070100" y="6686550"/>
          <p14:tracePt t="93811" x="2114550" y="6711950"/>
          <p14:tracePt t="93820" x="2171700" y="6731000"/>
          <p14:tracePt t="93828" x="2228850" y="6756400"/>
          <p14:tracePt t="93837" x="2273300" y="6769100"/>
          <p14:tracePt t="93845" x="2298700" y="6788150"/>
          <p14:tracePt t="93854" x="2374900" y="6800850"/>
          <p14:tracePt t="93860" x="2387600" y="6813550"/>
          <p14:tracePt t="93870" x="2432050" y="6826250"/>
          <p14:tracePt t="93876" x="2470150" y="6826250"/>
          <p14:tracePt t="93887" x="2501900" y="6826250"/>
          <p14:tracePt t="93894" x="2559050" y="6845300"/>
          <p14:tracePt t="93903" x="2571750" y="6845300"/>
          <p14:tracePt t="93910" x="2647950" y="6845300"/>
          <p14:tracePt t="93919" x="2673350" y="6845300"/>
          <p14:tracePt t="93926" x="2686050" y="6845300"/>
          <p14:tracePt t="93936" x="2762250" y="6845300"/>
          <p14:tracePt t="93944" x="2774950" y="6845300"/>
          <p14:tracePt t="93953" x="2806700" y="6826250"/>
          <p14:tracePt t="93959" x="2844800" y="6813550"/>
          <p14:tracePt t="93969" x="2889250" y="6788150"/>
          <p14:tracePt t="93975" x="2921000" y="6769100"/>
          <p14:tracePt t="93986" x="2959100" y="6743700"/>
          <p14:tracePt t="93992" x="2978150" y="6731000"/>
          <p14:tracePt t="94002" x="3016250" y="6699250"/>
          <p14:tracePt t="94009" x="3048000" y="6654800"/>
          <p14:tracePt t="94019" x="3079750" y="6629400"/>
          <p14:tracePt t="94026" x="3105150" y="6597650"/>
          <p14:tracePt t="94035" x="3149600" y="6572250"/>
          <p14:tracePt t="94042" x="3175000" y="6540500"/>
          <p14:tracePt t="94052" x="3206750" y="6515100"/>
          <p14:tracePt t="94059" x="3251200" y="6483350"/>
          <p14:tracePt t="94069" x="3276600" y="6438900"/>
          <p14:tracePt t="94075" x="3321050" y="6400800"/>
          <p14:tracePt t="94086" x="3365500" y="6337300"/>
          <p14:tracePt t="94090" x="3390900" y="6280150"/>
          <p14:tracePt t="94102" x="3435350" y="6223000"/>
          <p14:tracePt t="94107" x="3479800" y="6165850"/>
          <p14:tracePt t="94119" x="3524250" y="6127750"/>
          <p14:tracePt t="94124" x="3568700" y="6051550"/>
          <p14:tracePt t="94135" x="3606800" y="5994400"/>
          <p14:tracePt t="94140" x="3651250" y="5937250"/>
          <p14:tracePt t="94152" x="3695700" y="5880100"/>
          <p14:tracePt t="94154" x="3740150" y="5822950"/>
          <p14:tracePt t="94163" x="3778250" y="5765800"/>
          <p14:tracePt t="94172" x="3841750" y="5695950"/>
          <p14:tracePt t="94180" x="3898900" y="5619750"/>
          <p14:tracePt t="94188" x="3956050" y="5537200"/>
          <p14:tracePt t="94196" x="4038600" y="5403850"/>
          <p14:tracePt t="94204" x="4070350" y="5346700"/>
          <p14:tracePt t="94212" x="4127500" y="5264150"/>
          <p14:tracePt t="94220" x="4171950" y="5175250"/>
          <p14:tracePt t="94228" x="4229100" y="5073650"/>
          <p14:tracePt t="94237" x="4254500" y="5003800"/>
          <p14:tracePt t="94245" x="4298950" y="4933950"/>
          <p14:tracePt t="94253" x="4356100" y="4845050"/>
          <p14:tracePt t="94262" x="4387850" y="4775200"/>
          <p14:tracePt t="94270" x="4425950" y="4686300"/>
          <p14:tracePt t="94278" x="4470400" y="4616450"/>
          <p14:tracePt t="94287" x="4514850" y="4514850"/>
          <p14:tracePt t="94294" x="4572000" y="4413250"/>
          <p14:tracePt t="94303" x="4641850" y="4254500"/>
          <p14:tracePt t="94310" x="4686300" y="4127500"/>
          <p14:tracePt t="94320" x="4699000" y="4070350"/>
          <p14:tracePt t="94327" x="4743450" y="3956050"/>
          <p14:tracePt t="94336" x="4775200" y="3854450"/>
          <p14:tracePt t="94344" x="4800600" y="3752850"/>
          <p14:tracePt t="94353" x="4813300" y="3663950"/>
          <p14:tracePt t="94360" x="4832350" y="3594100"/>
          <p14:tracePt t="94370" x="4857750" y="3524250"/>
          <p14:tracePt t="94376" x="4876800" y="3448050"/>
          <p14:tracePt t="94386" x="4876800" y="3409950"/>
          <p14:tracePt t="94393" x="4889500" y="3333750"/>
          <p14:tracePt t="94403" x="4902200" y="3289300"/>
          <p14:tracePt t="94409" x="4914900" y="3232150"/>
          <p14:tracePt t="94419" x="4914900" y="3194050"/>
          <p14:tracePt t="94425" x="4933950" y="3117850"/>
          <p14:tracePt t="94436" x="4933950" y="3048000"/>
          <p14:tracePt t="94442" x="4946650" y="2990850"/>
          <p14:tracePt t="94452" x="4946650" y="2921000"/>
          <p14:tracePt t="94459" x="4946650" y="2844800"/>
          <p14:tracePt t="94470" x="4946650" y="2774950"/>
          <p14:tracePt t="94476" x="4946650" y="2717800"/>
          <p14:tracePt t="94485" x="4946650" y="2686050"/>
          <p14:tracePt t="94491" x="4946650" y="2603500"/>
          <p14:tracePt t="94502" x="4946650" y="2559050"/>
          <p14:tracePt t="94509" x="4946650" y="2514600"/>
          <p14:tracePt t="94519" x="4946650" y="2444750"/>
          <p14:tracePt t="94525" x="4933950" y="2400300"/>
          <p14:tracePt t="94536" x="4914900" y="2330450"/>
          <p14:tracePt t="94541" x="4902200" y="2254250"/>
          <p14:tracePt t="94552" x="4876800" y="2171700"/>
          <p14:tracePt t="94558" x="4845050" y="2070100"/>
          <p14:tracePt t="94569" x="4787900" y="1924050"/>
          <p14:tracePt t="94572" x="4756150" y="1866900"/>
          <p14:tracePt t="94581" x="4730750" y="1765300"/>
          <p14:tracePt t="94589" x="4673600" y="1670050"/>
          <p14:tracePt t="94598" x="4629150" y="1581150"/>
          <p14:tracePt t="94606" x="4572000" y="1492250"/>
          <p14:tracePt t="94613" x="4527550" y="1422400"/>
          <p14:tracePt t="94621" x="4470400" y="1339850"/>
          <p14:tracePt t="94629" x="4425950" y="1282700"/>
          <p14:tracePt t="94638" x="4368800" y="1206500"/>
          <p14:tracePt t="94646" x="4330700" y="1136650"/>
          <p14:tracePt t="94654" x="4286250" y="1079500"/>
          <p14:tracePt t="94663" x="4241800" y="1022350"/>
          <p14:tracePt t="94673" x="4197350" y="965200"/>
          <p14:tracePt t="94680" x="4140200" y="920750"/>
          <p14:tracePt t="94688" x="4095750" y="876300"/>
          <p14:tracePt t="94695" x="4051300" y="831850"/>
          <p14:tracePt t="94704" x="3994150" y="806450"/>
          <p14:tracePt t="94712" x="3956050" y="774700"/>
          <p14:tracePt t="94720" x="3924300" y="762000"/>
          <p14:tracePt t="94728" x="3879850" y="730250"/>
          <p14:tracePt t="94737" x="3810000" y="704850"/>
          <p14:tracePt t="94745" x="3778250" y="692150"/>
          <p14:tracePt t="94753" x="3752850" y="692150"/>
          <p14:tracePt t="94760" x="3695700" y="673100"/>
          <p14:tracePt t="94770" x="3651250" y="660400"/>
          <p14:tracePt t="94778" x="3594100" y="660400"/>
          <p14:tracePt t="94786" x="3536950" y="647700"/>
          <p14:tracePt t="94794" x="3492500" y="647700"/>
          <p14:tracePt t="94803" x="3435350" y="635000"/>
          <p14:tracePt t="94810" x="3390900" y="635000"/>
          <p14:tracePt t="94820" x="3333750" y="635000"/>
          <p14:tracePt t="94826" x="3276600" y="635000"/>
          <p14:tracePt t="94836" x="3219450" y="635000"/>
          <p14:tracePt t="94844" x="3162300" y="635000"/>
          <p14:tracePt t="94853" x="3105150" y="635000"/>
          <p14:tracePt t="94859" x="3048000" y="635000"/>
          <p14:tracePt t="94870" x="2978150" y="635000"/>
          <p14:tracePt t="94877" x="2901950" y="635000"/>
          <p14:tracePt t="94886" x="2844800" y="635000"/>
          <p14:tracePt t="94893" x="2787650" y="635000"/>
          <p14:tracePt t="94902" x="2717800" y="647700"/>
          <p14:tracePt t="94909" x="2673350" y="647700"/>
          <p14:tracePt t="94919" x="2616200" y="660400"/>
          <p14:tracePt t="94927" x="2571750" y="673100"/>
          <p14:tracePt t="94936" x="2501900" y="704850"/>
          <p14:tracePt t="94944" x="2457450" y="730250"/>
          <p14:tracePt t="94953" x="2387600" y="762000"/>
          <p14:tracePt t="94959" x="2317750" y="806450"/>
          <p14:tracePt t="94969" x="2254250" y="850900"/>
          <p14:tracePt t="94975" x="2197100" y="920750"/>
          <p14:tracePt t="94986" x="2127250" y="990600"/>
          <p14:tracePt t="94991" x="2070100" y="1047750"/>
          <p14:tracePt t="95003" x="2012950" y="1136650"/>
          <p14:tracePt t="95008" x="1955800" y="1219200"/>
          <p14:tracePt t="95019" x="1898650" y="1295400"/>
          <p14:tracePt t="95025" x="1841500" y="1397000"/>
          <p14:tracePt t="95036" x="1784350" y="1492250"/>
          <p14:tracePt t="95042" x="1708150" y="1593850"/>
          <p14:tracePt t="95053" x="1651000" y="1695450"/>
          <p14:tracePt t="95058" x="1593850" y="1797050"/>
          <p14:tracePt t="95069" x="1536700" y="1898650"/>
          <p14:tracePt t="95075" x="1479550" y="2000250"/>
          <p14:tracePt t="95085" x="1454150" y="2082800"/>
          <p14:tracePt t="95091" x="1409700" y="2184400"/>
          <p14:tracePt t="95103" x="1365250" y="2298700"/>
          <p14:tracePt t="95105" x="1320800" y="2387600"/>
          <p14:tracePt t="95113" x="1308100" y="2489200"/>
          <p14:tracePt t="95122" x="1282700" y="2590800"/>
          <p14:tracePt t="95129" x="1250950" y="2686050"/>
          <p14:tracePt t="95138" x="1238250" y="2787650"/>
          <p14:tracePt t="95145" x="1219200" y="2901950"/>
          <p14:tracePt t="95154" x="1206500" y="3003550"/>
          <p14:tracePt t="95161" x="1193800" y="3117850"/>
          <p14:tracePt t="95171" x="1181100" y="3308350"/>
          <p14:tracePt t="95178" x="1162050" y="3435350"/>
          <p14:tracePt t="95187" x="1149350" y="3568700"/>
          <p14:tracePt t="95195" x="1136650" y="3695700"/>
          <p14:tracePt t="95204" x="1136650" y="3778250"/>
          <p14:tracePt t="95211" x="1123950" y="3994150"/>
          <p14:tracePt t="95220" x="1123950" y="4070350"/>
          <p14:tracePt t="95227" x="1123950" y="4210050"/>
          <p14:tracePt t="95237" x="1123950" y="4356100"/>
          <p14:tracePt t="95244" x="1123950" y="4483100"/>
          <p14:tracePt t="95253" x="1123950" y="4616450"/>
          <p14:tracePt t="95260" x="1123950" y="4743450"/>
          <p14:tracePt t="95270" x="1123950" y="4876800"/>
          <p14:tracePt t="95276" x="1123950" y="5003800"/>
          <p14:tracePt t="95286" x="1123950" y="5105400"/>
          <p14:tracePt t="95293" x="1136650" y="5219700"/>
          <p14:tracePt t="95304" x="1149350" y="5334000"/>
          <p14:tracePt t="95311" x="1162050" y="5435600"/>
          <p14:tracePt t="95320" x="1193800" y="5549900"/>
          <p14:tracePt t="95326" x="1206500" y="5664200"/>
          <p14:tracePt t="95337" x="1238250" y="5765800"/>
          <p14:tracePt t="95344" x="1263650" y="5854700"/>
          <p14:tracePt t="95353" x="1295400" y="5949950"/>
          <p14:tracePt t="95360" x="1320800" y="6038850"/>
          <p14:tracePt t="95370" x="1352550" y="6108700"/>
          <p14:tracePt t="95377" x="1397000" y="6197600"/>
          <p14:tracePt t="95386" x="1435100" y="6280150"/>
          <p14:tracePt t="95394" x="1479550" y="6337300"/>
          <p14:tracePt t="95404" x="1524000" y="6413500"/>
          <p14:tracePt t="95409" x="1568450" y="6470650"/>
          <p14:tracePt t="95420" x="1612900" y="6527800"/>
          <p14:tracePt t="95425" x="1651000" y="6584950"/>
          <p14:tracePt t="95436" x="1708150" y="6642100"/>
          <p14:tracePt t="95441" x="1752600" y="6686550"/>
          <p14:tracePt t="95453" x="1797050" y="6743700"/>
          <p14:tracePt t="95458" x="1841500" y="6788150"/>
          <p14:tracePt t="95469" x="1898650" y="6826250"/>
          <p14:tracePt t="95704" x="3105150" y="6845300"/>
          <p14:tracePt t="95710" x="3136900" y="6813550"/>
          <p14:tracePt t="95720" x="3162300" y="6788150"/>
          <p14:tracePt t="95727" x="3194050" y="6756400"/>
          <p14:tracePt t="95737" x="3251200" y="6711950"/>
          <p14:tracePt t="95745" x="3263900" y="6686550"/>
          <p14:tracePt t="95755" x="3308350" y="6642100"/>
          <p14:tracePt t="95762" x="3333750" y="6616700"/>
          <p14:tracePt t="95771" x="3352800" y="6572250"/>
          <p14:tracePt t="95777" x="3390900" y="6515100"/>
          <p14:tracePt t="95787" x="3422650" y="6470650"/>
          <p14:tracePt t="95794" x="3448050" y="6438900"/>
          <p14:tracePt t="95804" x="3467100" y="6413500"/>
          <p14:tracePt t="95811" x="3505200" y="6356350"/>
          <p14:tracePt t="95821" x="3536950" y="6311900"/>
          <p14:tracePt t="95826" x="3568700" y="6280150"/>
          <p14:tracePt t="95837" x="3594100" y="6242050"/>
          <p14:tracePt t="95844" x="3625850" y="6210300"/>
          <p14:tracePt t="95853" x="3663950" y="6165850"/>
          <p14:tracePt t="95860" x="3695700" y="6140450"/>
          <p14:tracePt t="95869" x="3721100" y="6096000"/>
          <p14:tracePt t="95876" x="3752850" y="6064250"/>
          <p14:tracePt t="95887" x="3778250" y="6007100"/>
          <p14:tracePt t="95891" x="3810000" y="5969000"/>
          <p14:tracePt t="95903" x="3841750" y="5924550"/>
          <p14:tracePt t="95909" x="3867150" y="5867400"/>
          <p14:tracePt t="95920" x="3911600" y="5810250"/>
          <p14:tracePt t="95925" x="3924300" y="5765800"/>
          <p14:tracePt t="95936" x="3968750" y="5695950"/>
          <p14:tracePt t="95942" x="4013200" y="5638800"/>
          <p14:tracePt t="95953" x="4038600" y="5562600"/>
          <p14:tracePt t="95958" x="4083050" y="5492750"/>
          <p14:tracePt t="95968" x="4140200" y="5403850"/>
          <p14:tracePt t="95973" x="4184650" y="5321300"/>
          <p14:tracePt t="95985" x="4229100" y="5232400"/>
          <p14:tracePt t="95990" x="4330700" y="5060950"/>
          <p14:tracePt t="96002" x="4368800" y="4959350"/>
          <p14:tracePt t="96008" x="4400550" y="4902200"/>
          <p14:tracePt t="96017" x="4445000" y="4787900"/>
          <p14:tracePt t="96023" x="4483100" y="4686300"/>
          <p14:tracePt t="96035" x="4514850" y="4584700"/>
          <p14:tracePt t="96040" x="4559300" y="4514850"/>
          <p14:tracePt t="96052" x="4572000" y="4425950"/>
          <p14:tracePt t="96054" x="4603750" y="4343400"/>
          <p14:tracePt t="96062" x="4616450" y="4254500"/>
          <p14:tracePt t="96071" x="4629150" y="4171950"/>
          <p14:tracePt t="96079" x="4641850" y="4083050"/>
          <p14:tracePt t="96087" x="4660900" y="3994150"/>
          <p14:tracePt t="96095" x="4660900" y="3822700"/>
          <p14:tracePt t="96103" x="4660900" y="3695700"/>
          <p14:tracePt t="96111" x="4660900" y="3549650"/>
          <p14:tracePt t="96120" x="4660900" y="3390900"/>
          <p14:tracePt t="96128" x="4660900" y="3219450"/>
          <p14:tracePt t="96137" x="4660900" y="3035300"/>
          <p14:tracePt t="96144" x="4660900" y="2844800"/>
          <p14:tracePt t="96153" x="4629150" y="2660650"/>
          <p14:tracePt t="96162" x="4603750" y="2470150"/>
          <p14:tracePt t="96170" x="4572000" y="2298700"/>
          <p14:tracePt t="96177" x="4559300" y="2228850"/>
          <p14:tracePt t="96187" x="4514850" y="2101850"/>
          <p14:tracePt t="96194" x="4483100" y="2000250"/>
          <p14:tracePt t="96204" x="4457700" y="1898650"/>
          <p14:tracePt t="96210" x="4413250" y="1809750"/>
          <p14:tracePt t="96220" x="4387850" y="1765300"/>
          <p14:tracePt t="96227" x="4343400" y="1708150"/>
          <p14:tracePt t="96237" x="4298950" y="1670050"/>
          <p14:tracePt t="96244" x="4241800" y="1625600"/>
          <p14:tracePt t="96254" x="4197350" y="1593850"/>
          <p14:tracePt t="96261" x="4140200" y="1536700"/>
          <p14:tracePt t="96270" x="4083050" y="1511300"/>
          <p14:tracePt t="96277" x="4013200" y="1479550"/>
          <p14:tracePt t="96286" x="3937000" y="1435100"/>
          <p14:tracePt t="96294" x="3854450" y="1397000"/>
          <p14:tracePt t="96303" x="3778250" y="1352550"/>
          <p14:tracePt t="96310" x="3708400" y="1308100"/>
          <p14:tracePt t="96320" x="3625850" y="1282700"/>
          <p14:tracePt t="96327" x="3568700" y="1238250"/>
          <p14:tracePt t="96337" x="3492500" y="1206500"/>
          <p14:tracePt t="96342" x="3435350" y="1181100"/>
          <p14:tracePt t="96353" x="3378200" y="1162050"/>
          <p14:tracePt t="96359" x="3321050" y="1149350"/>
          <p14:tracePt t="96371" x="3276600" y="1136650"/>
          <p14:tracePt t="96372" x="3219450" y="1136650"/>
          <p14:tracePt t="96383" x="3162300" y="1136650"/>
          <p14:tracePt t="96390" x="3105150" y="1136650"/>
          <p14:tracePt t="96398" x="3048000" y="1136650"/>
          <p14:tracePt t="96406" x="3003550" y="1136650"/>
          <p14:tracePt t="96414" x="2946400" y="1162050"/>
          <p14:tracePt t="96423" x="2889250" y="1193800"/>
          <p14:tracePt t="96431" x="2832100" y="1238250"/>
          <p14:tracePt t="96439" x="2762250" y="1295400"/>
          <p14:tracePt t="96447" x="2673350" y="1377950"/>
          <p14:tracePt t="96456" x="2603500" y="1454150"/>
          <p14:tracePt t="96464" x="2514600" y="1536700"/>
          <p14:tracePt t="96473" x="2470150" y="1593850"/>
          <p14:tracePt t="96480" x="2355850" y="1739900"/>
          <p14:tracePt t="96489" x="2286000" y="1841500"/>
          <p14:tracePt t="96497" x="2216150" y="1955800"/>
          <p14:tracePt t="96505" x="2127250" y="2082800"/>
          <p14:tracePt t="96513" x="2101850" y="2139950"/>
          <p14:tracePt t="96521" x="2044700" y="2254250"/>
          <p14:tracePt t="96530" x="1924050" y="2470150"/>
          <p14:tracePt t="96538" x="1911350" y="2527300"/>
          <p14:tracePt t="96546" x="1854200" y="2660650"/>
          <p14:tracePt t="96554" x="1828800" y="2762250"/>
          <p14:tracePt t="96562" x="1784350" y="2863850"/>
          <p14:tracePt t="96571" x="1765300" y="2959100"/>
          <p14:tracePt t="96578" x="1739900" y="3048000"/>
          <p14:tracePt t="96587" x="1727200" y="3136900"/>
          <p14:tracePt t="96594" x="1708150" y="3232150"/>
          <p14:tracePt t="96604" x="1708150" y="3333750"/>
          <p14:tracePt t="96611" x="1708150" y="3422650"/>
          <p14:tracePt t="96620" x="1708150" y="3524250"/>
          <p14:tracePt t="96628" x="1708150" y="3625850"/>
          <p14:tracePt t="96637" x="1708150" y="3740150"/>
          <p14:tracePt t="96644" x="1708150" y="3822700"/>
          <p14:tracePt t="96653" x="1727200" y="3911600"/>
          <p14:tracePt t="96660" x="1752600" y="3994150"/>
          <p14:tracePt t="96671" x="1784350" y="4070350"/>
          <p14:tracePt t="96678" x="1797050" y="4140200"/>
          <p14:tracePt t="96688" x="1809750" y="4197350"/>
          <p14:tracePt t="96694" x="1841500" y="4254500"/>
          <p14:tracePt t="96704" x="1866900" y="4298950"/>
          <p14:tracePt t="96711" x="1885950" y="4343400"/>
          <p14:tracePt t="96720" x="1911350" y="4400550"/>
          <p14:tracePt t="96727" x="1924050" y="4413250"/>
          <p14:tracePt t="96737" x="1955800" y="4483100"/>
          <p14:tracePt t="96745" x="1968500" y="4502150"/>
          <p14:tracePt t="96753" x="2000250" y="4527550"/>
          <p14:tracePt t="96760" x="2025650" y="4572000"/>
          <p14:tracePt t="96770" x="2057400" y="4603750"/>
          <p14:tracePt t="96778" x="2082800" y="4629150"/>
          <p14:tracePt t="96787" x="2114550" y="4641850"/>
          <p14:tracePt t="96793" x="2139950" y="4660900"/>
          <p14:tracePt t="96803" x="2171700" y="4673600"/>
          <p14:tracePt t="96809" x="2197100" y="4686300"/>
          <p14:tracePt t="96820" x="2254250" y="4718050"/>
          <p14:tracePt t="96826" x="2273300" y="4730750"/>
          <p14:tracePt t="96837" x="2298700" y="4743450"/>
          <p14:tracePt t="96843" x="2330450" y="4743450"/>
          <p14:tracePt t="96853" x="2355850" y="4756150"/>
          <p14:tracePt t="96859" x="2387600" y="4775200"/>
          <p14:tracePt t="96870" x="2413000" y="4787900"/>
          <p14:tracePt t="96876" x="2444750" y="4800600"/>
          <p14:tracePt t="96886" x="2470150" y="4813300"/>
          <p14:tracePt t="96893" x="2501900" y="4813300"/>
          <p14:tracePt t="96902" x="2527300" y="4832350"/>
          <p14:tracePt t="96908" x="2546350" y="4845050"/>
          <p14:tracePt t="96919" x="2571750" y="4857750"/>
          <p14:tracePt t="96921" x="2603500" y="4857750"/>
          <p14:tracePt t="96930" x="2628900" y="4876800"/>
          <p14:tracePt t="96938" x="2647950" y="4876800"/>
          <p14:tracePt t="100059" x="2647950" y="4857750"/>
          <p14:tracePt t="100070" x="2717800" y="4800600"/>
          <p14:tracePt t="100077" x="2774950" y="4730750"/>
          <p14:tracePt t="100089" x="2844800" y="4660900"/>
          <p14:tracePt t="100095" x="2901950" y="4584700"/>
          <p14:tracePt t="100103" x="2990850" y="4514850"/>
          <p14:tracePt t="100110" x="3079750" y="4413250"/>
          <p14:tracePt t="100120" x="3162300" y="4311650"/>
          <p14:tracePt t="100126" x="3219450" y="4241800"/>
          <p14:tracePt t="100136" x="3276600" y="4152900"/>
          <p14:tracePt t="100144" x="3409950" y="4013200"/>
          <p14:tracePt t="100153" x="3505200" y="3879850"/>
          <p14:tracePt t="100159" x="3606800" y="3752850"/>
          <p14:tracePt t="100171" x="3683000" y="3638550"/>
          <p14:tracePt t="100177" x="3752850" y="3536950"/>
          <p14:tracePt t="100187" x="3822700" y="3435350"/>
          <p14:tracePt t="100193" x="3879850" y="3352800"/>
          <p14:tracePt t="100203" x="3924300" y="3276600"/>
          <p14:tracePt t="100209" x="3968750" y="3219450"/>
          <p14:tracePt t="100219" x="3994150" y="3149600"/>
          <p14:tracePt t="100225" x="4038600" y="3079750"/>
          <p14:tracePt t="100236" x="4051300" y="3016250"/>
          <p14:tracePt t="100243" x="4083050" y="2959100"/>
          <p14:tracePt t="100253" x="4095750" y="2901950"/>
          <p14:tracePt t="100260" x="4114800" y="2844800"/>
          <p14:tracePt t="100270" x="4114800" y="2787650"/>
          <p14:tracePt t="100276" x="4127500" y="2730500"/>
          <p14:tracePt t="100286" x="4140200" y="2673350"/>
          <p14:tracePt t="100293" x="4140200" y="2603500"/>
          <p14:tracePt t="100303" x="4140200" y="2546350"/>
          <p14:tracePt t="100309" x="4140200" y="2470150"/>
          <p14:tracePt t="100319" x="4140200" y="2413000"/>
          <p14:tracePt t="100324" x="4140200" y="2374900"/>
          <p14:tracePt t="100336" x="4140200" y="2317750"/>
          <p14:tracePt t="100341" x="4114800" y="2254250"/>
          <p14:tracePt t="100353" x="4083050" y="2216150"/>
          <p14:tracePt t="100358" x="4038600" y="2171700"/>
          <p14:tracePt t="100369" x="3994150" y="2127250"/>
          <p14:tracePt t="100375" x="3937000" y="2070100"/>
          <p14:tracePt t="100386" x="3879850" y="2025650"/>
          <p14:tracePt t="100392" x="3822700" y="1981200"/>
          <p14:tracePt t="100403" x="3778250" y="1924050"/>
          <p14:tracePt t="100404" x="3721100" y="1885950"/>
          <p14:tracePt t="100413" x="3663950" y="1841500"/>
          <p14:tracePt t="100422" x="3594100" y="1784350"/>
          <p14:tracePt t="100429" x="3536950" y="1727200"/>
          <p14:tracePt t="100438" x="3467100" y="1682750"/>
          <p14:tracePt t="100446" x="3409950" y="1651000"/>
          <p14:tracePt t="100454" x="3333750" y="1612900"/>
          <p14:tracePt t="100462" x="3263900" y="1581150"/>
          <p14:tracePt t="100471" x="3206750" y="1568450"/>
          <p14:tracePt t="100479" x="3136900" y="1555750"/>
          <p14:tracePt t="100487" x="3079750" y="1536700"/>
          <p14:tracePt t="100495" x="3003550" y="1536700"/>
          <p14:tracePt t="100504" x="2933700" y="1536700"/>
          <p14:tracePt t="100511" x="2863850" y="1555750"/>
          <p14:tracePt t="100521" x="2730500" y="1612900"/>
          <p14:tracePt t="100528" x="2686050" y="1638300"/>
          <p14:tracePt t="100537" x="2546350" y="1752600"/>
          <p14:tracePt t="100545" x="2457450" y="1841500"/>
          <p14:tracePt t="100554" x="2355850" y="1955800"/>
          <p14:tracePt t="100561" x="2241550" y="2070100"/>
          <p14:tracePt t="100570" x="2114550" y="2216150"/>
          <p14:tracePt t="100577" x="2012950" y="2355850"/>
          <p14:tracePt t="100587" x="1898650" y="2501900"/>
          <p14:tracePt t="100594" x="1797050" y="2660650"/>
          <p14:tracePt t="100604" x="1682750" y="2832100"/>
          <p14:tracePt t="100610" x="1612900" y="2990850"/>
          <p14:tracePt t="100620" x="1524000" y="3175000"/>
          <p14:tracePt t="100626" x="1435100" y="3333750"/>
          <p14:tracePt t="100637" x="1377950" y="3524250"/>
          <p14:tracePt t="100643" x="1320800" y="3663950"/>
          <p14:tracePt t="100653" x="1282700" y="3841750"/>
          <p14:tracePt t="100660" x="1250950" y="4013200"/>
          <p14:tracePt t="100670" x="1238250" y="4171950"/>
          <p14:tracePt t="100677" x="1219200" y="4343400"/>
          <p14:tracePt t="100687" x="1219200" y="4514850"/>
          <p14:tracePt t="100693" x="1219200" y="4686300"/>
          <p14:tracePt t="100703" x="1219200" y="4857750"/>
          <p14:tracePt t="100709" x="1250950" y="4933950"/>
          <p14:tracePt t="100720" x="1308100" y="5162550"/>
          <p14:tracePt t="100726" x="1339850" y="5232400"/>
          <p14:tracePt t="100737" x="1422400" y="5448300"/>
          <p14:tracePt t="100743" x="1492250" y="5562600"/>
          <p14:tracePt t="100753" x="1568450" y="5695950"/>
          <p14:tracePt t="100758" x="1670050" y="5791200"/>
          <p14:tracePt t="100769" x="1752600" y="5892800"/>
          <p14:tracePt t="100775" x="1797050" y="5949950"/>
          <p14:tracePt t="100786" x="1898650" y="6038850"/>
          <p14:tracePt t="100791" x="2000250" y="6127750"/>
          <p14:tracePt t="100804" x="2070100" y="6197600"/>
          <p14:tracePt t="100809" x="2159000" y="6267450"/>
          <p14:tracePt t="100820" x="2228850" y="6324600"/>
          <p14:tracePt t="100825" x="2298700" y="6369050"/>
          <p14:tracePt t="100837" x="2374900" y="6426200"/>
          <p14:tracePt t="100839" x="2444750" y="6470650"/>
          <p14:tracePt t="100847" x="2501900" y="6515100"/>
          <p14:tracePt t="100855" x="2559050" y="6540500"/>
          <p14:tracePt t="100863" x="2628900" y="6572250"/>
          <p14:tracePt t="100871" x="2673350" y="6584950"/>
          <p14:tracePt t="100879" x="2730500" y="6597650"/>
          <p14:tracePt t="100888" x="2774950" y="6597650"/>
          <p14:tracePt t="100895" x="2844800" y="6616700"/>
          <p14:tracePt t="100904" x="2889250" y="6616700"/>
          <p14:tracePt t="100912" x="2959100" y="6616700"/>
          <p14:tracePt t="100921" x="3016250" y="6597650"/>
          <p14:tracePt t="100929" x="3079750" y="6572250"/>
          <p14:tracePt t="100937" x="3136900" y="6540500"/>
          <p14:tracePt t="100945" x="3206750" y="6483350"/>
          <p14:tracePt t="100955" x="3276600" y="6426200"/>
          <p14:tracePt t="100962" x="3352800" y="6369050"/>
          <p14:tracePt t="100971" x="3422650" y="6299200"/>
          <p14:tracePt t="100978" x="3549650" y="6165850"/>
          <p14:tracePt t="100987" x="3625850" y="6083300"/>
          <p14:tracePt t="100995" x="3721100" y="5981700"/>
          <p14:tracePt t="101004" x="3797300" y="5892800"/>
          <p14:tracePt t="101011" x="3841750" y="5835650"/>
          <p14:tracePt t="101020" x="3911600" y="5734050"/>
          <p14:tracePt t="101028" x="3981450" y="5651500"/>
          <p14:tracePt t="101037" x="4038600" y="5549900"/>
          <p14:tracePt t="101044" x="4083050" y="5480050"/>
          <p14:tracePt t="101054" x="4140200" y="5378450"/>
          <p14:tracePt t="101061" x="4184650" y="5302250"/>
          <p14:tracePt t="101071" x="4229100" y="5219700"/>
          <p14:tracePt t="101077" x="4286250" y="5118100"/>
          <p14:tracePt t="101087" x="4343400" y="4959350"/>
          <p14:tracePt t="101094" x="4400550" y="4845050"/>
          <p14:tracePt t="101104" x="4445000" y="4718050"/>
          <p14:tracePt t="101110" x="4502150" y="4572000"/>
          <p14:tracePt t="101120" x="4559300" y="4425950"/>
          <p14:tracePt t="101127" x="4572000" y="4356100"/>
          <p14:tracePt t="101138" x="4616450" y="4210050"/>
          <p14:tracePt t="101145" x="4660900" y="4083050"/>
          <p14:tracePt t="101154" x="4686300" y="3981450"/>
          <p14:tracePt t="101160" x="4718050" y="3879850"/>
          <p14:tracePt t="101171" x="4743450" y="3778250"/>
          <p14:tracePt t="101178" x="4756150" y="3695700"/>
          <p14:tracePt t="101187" x="4775200" y="3625850"/>
          <p14:tracePt t="101192" x="4787900" y="3549650"/>
          <p14:tracePt t="101203" x="4800600" y="3479800"/>
          <p14:tracePt t="101210" x="4813300" y="3390900"/>
          <p14:tracePt t="101220" x="4832350" y="3289300"/>
          <p14:tracePt t="101225" x="4845050" y="3206750"/>
          <p14:tracePt t="101236" x="4857750" y="3117850"/>
          <p14:tracePt t="101242" x="4857750" y="3092450"/>
          <p14:tracePt t="101253" x="4857750" y="3035300"/>
          <p14:tracePt t="101258" x="4876800" y="2978150"/>
          <p14:tracePt t="101269" x="4876800" y="2933700"/>
          <p14:tracePt t="101275" x="4876800" y="2901950"/>
          <p14:tracePt t="101286" x="4876800" y="2876550"/>
          <p14:tracePt t="101291" x="4876800" y="2863850"/>
          <p14:tracePt t="101303" x="4876800" y="2844800"/>
          <p14:tracePt t="101308" x="4876800" y="2832100"/>
          <p14:tracePt t="101319" x="4876800" y="2819400"/>
          <p14:tracePt t="101324" x="4876800" y="2806700"/>
          <p14:tracePt t="101339" x="4876800" y="2787650"/>
          <p14:tracePt t="156832" x="4889500" y="2787650"/>
          <p14:tracePt t="156841" x="4959350" y="2762250"/>
          <p14:tracePt t="156850" x="5029200" y="2743200"/>
          <p14:tracePt t="156858" x="5105400" y="2730500"/>
          <p14:tracePt t="156865" x="5187950" y="2717800"/>
          <p14:tracePt t="156874" x="5264150" y="2705100"/>
          <p14:tracePt t="156882" x="5334000" y="2686050"/>
          <p14:tracePt t="156892" x="5435600" y="2686050"/>
          <p14:tracePt t="156899" x="5594350" y="2673350"/>
          <p14:tracePt t="156907" x="5791200" y="2660650"/>
          <p14:tracePt t="156915" x="5969000" y="2660650"/>
          <p14:tracePt t="156923" x="6140450" y="2660650"/>
          <p14:tracePt t="156931" x="6299200" y="2660650"/>
          <p14:tracePt t="156940" x="6381750" y="2660650"/>
          <p14:tracePt t="156948" x="6527800" y="2660650"/>
          <p14:tracePt t="156956" x="6642100" y="2660650"/>
          <p14:tracePt t="156964" x="6686550" y="2660650"/>
          <p14:tracePt t="156972" x="6769100" y="2660650"/>
          <p14:tracePt t="156980" x="6826250" y="2660650"/>
          <p14:tracePt t="156989" x="6889750" y="2660650"/>
          <p14:tracePt t="156997" x="6927850" y="2660650"/>
          <p14:tracePt t="157005" x="6946900" y="2660650"/>
          <p14:tracePt t="157013" x="6972300" y="2660650"/>
          <p14:tracePt t="157022" x="6985000" y="2673350"/>
          <p14:tracePt t="157037" x="7004050" y="2673350"/>
          <p14:tracePt t="157046" x="7004050" y="2686050"/>
          <p14:tracePt t="157062" x="7016750" y="2705100"/>
          <p14:tracePt t="157074" x="7029450" y="2717800"/>
          <p14:tracePt t="157080" x="7042150" y="2762250"/>
          <p14:tracePt t="157091" x="7042150" y="2806700"/>
          <p14:tracePt t="157096" x="7073900" y="2876550"/>
          <p14:tracePt t="157107" x="7086600" y="2978150"/>
          <p14:tracePt t="157113" x="7099300" y="3060700"/>
          <p14:tracePt t="157124" x="7099300" y="3194050"/>
          <p14:tracePt t="157129" x="7099300" y="3321050"/>
          <p14:tracePt t="157138" x="7099300" y="3492500"/>
          <p14:tracePt t="157145" x="7099300" y="3663950"/>
          <p14:tracePt t="157155" x="7073900" y="3854450"/>
          <p14:tracePt t="157171" x="7016750" y="4038600"/>
          <p14:tracePt t="157172" x="6959600" y="4241800"/>
          <p14:tracePt t="157179" x="6902450" y="4413250"/>
          <p14:tracePt t="157190" x="6870700" y="4502150"/>
          <p14:tracePt t="157195" x="6826250" y="4641850"/>
          <p14:tracePt t="157206" x="6788150" y="4775200"/>
          <p14:tracePt t="157212" x="6769100" y="4813300"/>
          <p14:tracePt t="157222" x="6756400" y="4889500"/>
          <p14:tracePt t="157228" x="6743700" y="4946650"/>
          <p14:tracePt t="157238" x="6731000" y="5003800"/>
          <p14:tracePt t="157244" x="6711950" y="5029200"/>
          <p14:tracePt t="157255" x="6711950" y="5048250"/>
          <p14:tracePt t="157260" x="6711950" y="5073650"/>
          <p14:tracePt t="157276" x="6711950" y="5092700"/>
          <p14:tracePt t="157561" x="6699250" y="5092700"/>
          <p14:tracePt t="157572" x="6654800" y="5105400"/>
          <p14:tracePt t="157578" x="6629400" y="5118100"/>
          <p14:tracePt t="157590" x="6572250" y="5130800"/>
          <p14:tracePt t="157596" x="6527800" y="5149850"/>
          <p14:tracePt t="157608" x="6483350" y="5162550"/>
          <p14:tracePt t="157612" x="6438900" y="5175250"/>
          <p14:tracePt t="157623" x="6400800" y="5187950"/>
          <p14:tracePt t="157629" x="6381750" y="5187950"/>
          <p14:tracePt t="157639" x="6324600" y="5207000"/>
          <p14:tracePt t="157644" x="6280150" y="5207000"/>
          <p14:tracePt t="157654" x="6254750" y="5219700"/>
          <p14:tracePt t="157662" x="6223000" y="5219700"/>
          <p14:tracePt t="157672" x="6210300" y="5219700"/>
          <p14:tracePt t="157688" x="6197600" y="5219700"/>
          <p14:tracePt t="157782" x="6210300" y="5219700"/>
          <p14:tracePt t="157791" x="6223000" y="5219700"/>
          <p14:tracePt t="157799" x="6242050" y="5219700"/>
          <p14:tracePt t="157807" x="6280150" y="5219700"/>
          <p14:tracePt t="157815" x="6337300" y="5219700"/>
          <p14:tracePt t="157824" x="6400800" y="5219700"/>
          <p14:tracePt t="157832" x="6470650" y="5219700"/>
          <p14:tracePt t="157840" x="6553200" y="5207000"/>
          <p14:tracePt t="157848" x="6629400" y="5207000"/>
          <p14:tracePt t="157857" x="6711950" y="5207000"/>
          <p14:tracePt t="157864" x="6800850" y="5207000"/>
          <p14:tracePt t="157873" x="6870700" y="5207000"/>
          <p14:tracePt t="157881" x="6946900" y="5207000"/>
          <p14:tracePt t="157890" x="7004050" y="5207000"/>
          <p14:tracePt t="157897" x="7029450" y="5207000"/>
          <p14:tracePt t="157906" x="7073900" y="5207000"/>
          <p14:tracePt t="157914" x="7118350" y="5207000"/>
          <p14:tracePt t="157922" x="7162800" y="5219700"/>
          <p14:tracePt t="157930" x="7188200" y="5219700"/>
          <p14:tracePt t="157939" x="7200900" y="5232400"/>
          <p14:tracePt t="157947" x="7232650" y="5232400"/>
          <p14:tracePt t="157955" x="7245350" y="5232400"/>
          <p14:tracePt t="157963" x="7258050" y="5245100"/>
          <p14:tracePt t="157973" x="7289800" y="5245100"/>
          <p14:tracePt t="157980" x="7315200" y="5245100"/>
          <p14:tracePt t="157989" x="7346950" y="5245100"/>
          <p14:tracePt t="157996" x="7391400" y="5245100"/>
          <p14:tracePt t="158005" x="7435850" y="5245100"/>
          <p14:tracePt t="158012" x="7493000" y="5264150"/>
          <p14:tracePt t="158022" x="7562850" y="5264150"/>
          <p14:tracePt t="158029" x="7651750" y="5264150"/>
          <p14:tracePt t="158039" x="7721600" y="5276850"/>
          <p14:tracePt t="158045" x="7861300" y="5289550"/>
          <p14:tracePt t="158055" x="7994650" y="5289550"/>
          <p14:tracePt t="158062" x="8121650" y="5321300"/>
          <p14:tracePt t="158072" x="8197850" y="5321300"/>
          <p14:tracePt t="158079" x="8312150" y="5334000"/>
          <p14:tracePt t="158089" x="8439150" y="5334000"/>
          <p14:tracePt t="158095" x="8585200" y="5346700"/>
          <p14:tracePt t="158106" x="8712200" y="5365750"/>
          <p14:tracePt t="158112" x="8813800" y="5365750"/>
          <p14:tracePt t="158122" x="8928100" y="5365750"/>
          <p14:tracePt t="158128" x="9042400" y="5365750"/>
          <p14:tracePt t="158138" x="9131300" y="5365750"/>
          <p14:tracePt t="158144" x="9201150" y="5365750"/>
          <p14:tracePt t="158155" x="9290050" y="5365750"/>
          <p14:tracePt t="158160" x="9359900" y="5365750"/>
          <p14:tracePt t="158172" x="9429750" y="5365750"/>
          <p14:tracePt t="158177" x="9505950" y="5365750"/>
          <p14:tracePt t="158188" x="9575800" y="5365750"/>
          <p14:tracePt t="158195" x="9632950" y="5365750"/>
          <p14:tracePt t="158205" x="9690100" y="5365750"/>
          <p14:tracePt t="158209" x="9747250" y="5365750"/>
          <p14:tracePt t="158222" x="9804400" y="5365750"/>
          <p14:tracePt t="158226" x="9848850" y="5365750"/>
          <p14:tracePt t="158238" x="9893300" y="5365750"/>
          <p14:tracePt t="158242" x="9950450" y="5378450"/>
          <p14:tracePt t="158255" x="9994900" y="5378450"/>
          <p14:tracePt t="158257" x="10033000" y="5378450"/>
          <p14:tracePt t="158266" x="10109200" y="5391150"/>
          <p14:tracePt t="158275" x="10147300" y="5391150"/>
          <p14:tracePt t="158282" x="10210800" y="5403850"/>
          <p14:tracePt t="158291" x="10267950" y="5422900"/>
          <p14:tracePt t="158299" x="10325100" y="5422900"/>
          <p14:tracePt t="158306" x="10382250" y="5435600"/>
          <p14:tracePt t="158315" x="10426700" y="5448300"/>
          <p14:tracePt t="158324" x="10483850" y="5448300"/>
          <p14:tracePt t="158331" x="10521950" y="5448300"/>
          <p14:tracePt t="158339" x="10579100" y="5461000"/>
          <p14:tracePt t="158348" x="10610850" y="5461000"/>
          <p14:tracePt t="158356" x="10655300" y="5461000"/>
          <p14:tracePt t="158364" x="10699750" y="5480050"/>
          <p14:tracePt t="158373" x="10725150" y="5480050"/>
          <p14:tracePt t="158381" x="10756900" y="5480050"/>
          <p14:tracePt t="158389" x="10782300" y="5480050"/>
          <p14:tracePt t="158397" x="10795000" y="5480050"/>
          <p14:tracePt t="158405" x="10826750" y="5480050"/>
          <p14:tracePt t="158413" x="10839450" y="5480050"/>
          <p14:tracePt t="158429" x="10852150" y="5480050"/>
          <p14:tracePt t="158438" x="10871200" y="5480050"/>
          <p14:tracePt t="158462" x="10883900" y="5480050"/>
          <p14:tracePt t="158576" x="10883900" y="5461000"/>
          <p14:tracePt t="158601" x="10883900" y="5448300"/>
          <p14:tracePt t="158609" x="10852150" y="5435600"/>
          <p14:tracePt t="158619" x="10826750" y="5422900"/>
          <p14:tracePt t="158625" x="10725150" y="5378450"/>
          <p14:tracePt t="158637" x="10655300" y="5346700"/>
          <p14:tracePt t="158643" x="10541000" y="5321300"/>
          <p14:tracePt t="158654" x="10407650" y="5289550"/>
          <p14:tracePt t="158663" x="10236200" y="5245100"/>
          <p14:tracePt t="158675" x="10052050" y="5219700"/>
          <p14:tracePt t="158676" x="9861550" y="5187950"/>
          <p14:tracePt t="158684" x="9677400" y="5175250"/>
          <p14:tracePt t="158693" x="9461500" y="5162550"/>
          <p14:tracePt t="158700" x="9258300" y="5149850"/>
          <p14:tracePt t="158708" x="9074150" y="5130800"/>
          <p14:tracePt t="158716" x="8985250" y="5130800"/>
          <p14:tracePt t="158725" x="8813800" y="5130800"/>
          <p14:tracePt t="158733" x="8566150" y="5130800"/>
          <p14:tracePt t="158741" x="8413750" y="5130800"/>
          <p14:tracePt t="158748" x="8337550" y="5130800"/>
          <p14:tracePt t="158757" x="8197850" y="5118100"/>
          <p14:tracePt t="158765" x="8096250" y="5118100"/>
          <p14:tracePt t="158773" x="7981950" y="5092700"/>
          <p14:tracePt t="158781" x="7880350" y="5092700"/>
          <p14:tracePt t="158790" x="7791450" y="5073650"/>
          <p14:tracePt t="158798" x="7721600" y="5060950"/>
          <p14:tracePt t="158806" x="7651750" y="5048250"/>
          <p14:tracePt t="158815" x="7588250" y="5029200"/>
          <p14:tracePt t="158823" x="7562850" y="5029200"/>
          <p14:tracePt t="158830" x="7473950" y="5016500"/>
          <p14:tracePt t="158839" x="7448550" y="5016500"/>
          <p14:tracePt t="158847" x="7404100" y="5016500"/>
          <p14:tracePt t="158855" x="7359650" y="5016500"/>
          <p14:tracePt t="158864" x="7315200" y="5016500"/>
          <p14:tracePt t="158872" x="7302500" y="5016500"/>
          <p14:tracePt t="158880" x="7258050" y="5016500"/>
          <p14:tracePt t="158888" x="7232650" y="5016500"/>
          <p14:tracePt t="158896" x="7200900" y="5016500"/>
          <p14:tracePt t="158906" x="7175500" y="5016500"/>
          <p14:tracePt t="158913" x="7162800" y="5016500"/>
          <p14:tracePt t="158922" x="7131050" y="5029200"/>
          <p14:tracePt t="158930" x="7118350" y="5029200"/>
          <p14:tracePt t="158938" x="7099300" y="5029200"/>
          <p14:tracePt t="158954" x="7086600" y="5029200"/>
          <p14:tracePt t="159010" x="7099300" y="5029200"/>
          <p14:tracePt t="159020" x="7118350" y="5029200"/>
          <p14:tracePt t="159027" x="7131050" y="5029200"/>
          <p14:tracePt t="159037" x="7162800" y="5029200"/>
          <p14:tracePt t="159044" x="7200900" y="5029200"/>
          <p14:tracePt t="159053" x="7245350" y="5029200"/>
          <p14:tracePt t="159060" x="7346950" y="5029200"/>
          <p14:tracePt t="159070" x="7435850" y="5029200"/>
          <p14:tracePt t="159076" x="7550150" y="5029200"/>
          <p14:tracePt t="159086" x="7607300" y="5029200"/>
          <p14:tracePt t="159093" x="7823200" y="5029200"/>
          <p14:tracePt t="159103" x="7950200" y="5029200"/>
          <p14:tracePt t="159109" x="8121650" y="5029200"/>
          <p14:tracePt t="159119" x="8293100" y="5029200"/>
          <p14:tracePt t="159126" x="8382000" y="5029200"/>
          <p14:tracePt t="159136" x="8540750" y="5029200"/>
          <p14:tracePt t="159143" x="8782050" y="5016500"/>
          <p14:tracePt t="159153" x="8940800" y="4991100"/>
          <p14:tracePt t="159158" x="9017000" y="4991100"/>
          <p14:tracePt t="159167" x="9156700" y="4972050"/>
          <p14:tracePt t="159175" x="9258300" y="4946650"/>
          <p14:tracePt t="159186" x="9302750" y="4946650"/>
          <p14:tracePt t="159192" x="9372600" y="4933950"/>
          <p14:tracePt t="159199" x="9417050" y="4902200"/>
          <p14:tracePt t="159207" x="9461500" y="4889500"/>
          <p14:tracePt t="159216" x="9486900" y="4889500"/>
          <p14:tracePt t="159223" x="9505950" y="4876800"/>
          <p14:tracePt t="159233" x="9518650" y="4857750"/>
          <p14:tracePt t="159240" x="9518650" y="4845050"/>
          <p14:tracePt t="159256" x="9518650" y="4813300"/>
          <p14:tracePt t="159264" x="9505950" y="4800600"/>
          <p14:tracePt t="159275" x="9448800" y="4775200"/>
          <p14:tracePt t="159283" x="9359900" y="4743450"/>
          <p14:tracePt t="159291" x="9245600" y="4718050"/>
          <p14:tracePt t="159298" x="9099550" y="4673600"/>
          <p14:tracePt t="159305" x="8928100" y="4641850"/>
          <p14:tracePt t="159314" x="8743950" y="4629150"/>
          <p14:tracePt t="159323" x="8553450" y="4603750"/>
          <p14:tracePt t="159331" x="8470900" y="4603750"/>
          <p14:tracePt t="159340" x="8312150" y="4603750"/>
          <p14:tracePt t="159347" x="8166100" y="4603750"/>
          <p14:tracePt t="159355" x="8051800" y="4603750"/>
          <p14:tracePt t="159363" x="7937500" y="4603750"/>
          <p14:tracePt t="159372" x="7835900" y="4629150"/>
          <p14:tracePt t="159380" x="7747000" y="4673600"/>
          <p14:tracePt t="159389" x="7677150" y="4699000"/>
          <p14:tracePt t="159397" x="7607300" y="4743450"/>
          <p14:tracePt t="159406" x="7588250" y="4756150"/>
          <p14:tracePt t="159413" x="7550150" y="4787900"/>
          <p14:tracePt t="159422" x="7518400" y="4800600"/>
          <p14:tracePt t="159430" x="7493000" y="4813300"/>
          <p14:tracePt t="159439" x="7473950" y="4832350"/>
          <p14:tracePt t="159447" x="7473950" y="4845050"/>
          <p14:tracePt t="159456" x="7461250" y="4876800"/>
          <p14:tracePt t="159462" x="7461250" y="4889500"/>
          <p14:tracePt t="159472" x="7461250" y="4902200"/>
          <p14:tracePt t="159478" x="7461250" y="4914900"/>
          <p14:tracePt t="159489" x="7461250" y="4933950"/>
          <p14:tracePt t="159496" x="7461250" y="4946650"/>
          <p14:tracePt t="159505" x="7461250" y="4972050"/>
          <p14:tracePt t="159512" x="7473950" y="5003800"/>
          <p14:tracePt t="159522" x="7505700" y="5016500"/>
          <p14:tracePt t="159528" x="7550150" y="5048250"/>
          <p14:tracePt t="159539" x="7620000" y="5073650"/>
          <p14:tracePt t="159546" x="7689850" y="5105400"/>
          <p14:tracePt t="159556" x="7804150" y="5130800"/>
          <p14:tracePt t="159562" x="7937500" y="5149850"/>
          <p14:tracePt t="159572" x="8077200" y="5162550"/>
          <p14:tracePt t="159579" x="8255000" y="5175250"/>
          <p14:tracePt t="159589" x="8324850" y="5175250"/>
          <p14:tracePt t="159594" x="8585200" y="5175250"/>
          <p14:tracePt t="159605" x="8743950" y="5175250"/>
          <p14:tracePt t="159610" x="8902700" y="5175250"/>
          <p14:tracePt t="159622" x="8972550" y="5175250"/>
          <p14:tracePt t="159627" x="9112250" y="5149850"/>
          <p14:tracePt t="159639" x="9201150" y="5130800"/>
          <p14:tracePt t="159645" x="9290050" y="5105400"/>
          <p14:tracePt t="159655" x="9328150" y="5092700"/>
          <p14:tracePt t="159660" x="9372600" y="5073650"/>
          <p14:tracePt t="159672" x="9417050" y="5060950"/>
          <p14:tracePt t="159674" x="9448800" y="5048250"/>
          <p14:tracePt t="159683" x="9461500" y="5048250"/>
          <p14:tracePt t="159691" x="9474200" y="5029200"/>
          <p14:tracePt t="159699" x="9486900" y="5016500"/>
          <p14:tracePt t="159722" x="9486900" y="5003800"/>
          <p14:tracePt t="159730" x="9486900" y="4991100"/>
          <p14:tracePt t="159740" x="9461500" y="4991100"/>
          <p14:tracePt t="159748" x="9404350" y="4959350"/>
          <p14:tracePt t="159757" x="9315450" y="4946650"/>
          <p14:tracePt t="159765" x="9201150" y="4914900"/>
          <p14:tracePt t="159773" x="9055100" y="4902200"/>
          <p14:tracePt t="159781" x="8915400" y="4876800"/>
          <p14:tracePt t="159790" x="8743950" y="4857750"/>
          <p14:tracePt t="159797" x="8566150" y="4845050"/>
          <p14:tracePt t="159806" x="8483600" y="4845050"/>
          <p14:tracePt t="159814" x="8337550" y="4845050"/>
          <p14:tracePt t="159823" x="8223250" y="4845050"/>
          <p14:tracePt t="159830" x="8121650" y="4845050"/>
          <p14:tracePt t="159839" x="8077200" y="4845050"/>
          <p14:tracePt t="159847" x="8020050" y="4857750"/>
          <p14:tracePt t="159856" x="7981950" y="4876800"/>
          <p14:tracePt t="159864" x="7950200" y="4889500"/>
          <p14:tracePt t="159873" x="7937500" y="4902200"/>
          <p14:tracePt t="159879" x="7924800" y="4914900"/>
          <p14:tracePt t="159896" x="7924800" y="4933950"/>
          <p14:tracePt t="159912" x="7924800" y="4946650"/>
          <p14:tracePt t="159937" x="7924800" y="4959350"/>
          <p14:tracePt t="159944" x="7937500" y="4972050"/>
          <p14:tracePt t="159954" x="7950200" y="4972050"/>
          <p14:tracePt t="159961" x="7962900" y="4991100"/>
          <p14:tracePt t="159972" x="7994650" y="5003800"/>
          <p14:tracePt t="159979" x="8007350" y="5003800"/>
          <p14:tracePt t="159989" x="8051800" y="5003800"/>
          <p14:tracePt t="159995" x="8096250" y="5016500"/>
          <p14:tracePt t="160006" x="8166100" y="5016500"/>
          <p14:tracePt t="167262" x="8166100" y="5060950"/>
          <p14:tracePt t="167273" x="8166100" y="5092700"/>
          <p14:tracePt t="167279" x="8140700" y="5162550"/>
          <p14:tracePt t="167294" x="8108950" y="5219700"/>
          <p14:tracePt t="167298" x="8064500" y="5302250"/>
          <p14:tracePt t="167308" x="8039100" y="5391150"/>
          <p14:tracePt t="167314" x="7981950" y="5492750"/>
          <p14:tracePt t="167324" x="7937500" y="5575300"/>
          <p14:tracePt t="167331" x="7861300" y="5734050"/>
          <p14:tracePt t="167339" x="7835900" y="5791200"/>
          <p14:tracePt t="167346" x="7778750" y="5892800"/>
          <p14:tracePt t="167357" x="7734300" y="5994400"/>
          <p14:tracePt t="167363" x="7689850" y="6108700"/>
          <p14:tracePt t="167373" x="7632700" y="6210300"/>
          <p14:tracePt t="167379" x="7607300" y="6299200"/>
          <p14:tracePt t="167390" x="7562850" y="6369050"/>
          <p14:tracePt t="167395" x="7518400" y="6457950"/>
          <p14:tracePt t="167406" x="7505700" y="6470650"/>
          <p14:tracePt t="167412" x="7473950" y="6527800"/>
          <p14:tracePt t="167423" x="7448550" y="6553200"/>
          <p14:tracePt t="167429" x="7435850" y="6584950"/>
          <p14:tracePt t="167439" x="7404100" y="6616700"/>
          <p14:tracePt t="167445" x="7391400" y="6629400"/>
          <p14:tracePt t="167456" x="7359650" y="6642100"/>
          <p14:tracePt t="167462" x="7359650" y="6654800"/>
          <p14:tracePt t="167473" x="7346950" y="6654800"/>
          <p14:tracePt t="167477" x="7334250" y="6654800"/>
          <p14:tracePt t="167489" x="7315200" y="6673850"/>
          <p14:tracePt t="167505" x="7302500" y="6673850"/>
          <p14:tracePt t="167510" x="7289800" y="6673850"/>
          <p14:tracePt t="167526" x="7277100" y="6673850"/>
          <p14:tracePt t="167539" x="7258050" y="6673850"/>
          <p14:tracePt t="167545" x="7245350" y="6673850"/>
          <p14:tracePt t="167556" x="7232650" y="6673850"/>
          <p14:tracePt t="167560" x="7219950" y="6673850"/>
          <p14:tracePt t="167573" x="7200900" y="6673850"/>
          <p14:tracePt t="167574" x="7188200" y="6673850"/>
          <p14:tracePt t="167582" x="7162800" y="6673850"/>
          <p14:tracePt t="167590" x="7131050" y="6673850"/>
          <p14:tracePt t="167598" x="7086600" y="6673850"/>
          <p14:tracePt t="167607" x="7061200" y="6673850"/>
          <p14:tracePt t="167615" x="7016750" y="6673850"/>
          <p14:tracePt t="167623" x="6972300" y="6673850"/>
          <p14:tracePt t="167631" x="6946900" y="6654800"/>
          <p14:tracePt t="167640" x="6902450" y="6654800"/>
          <p14:tracePt t="167647" x="6889750" y="6642100"/>
          <p14:tracePt t="167657" x="6826250" y="6629400"/>
          <p14:tracePt t="167664" x="6813550" y="6616700"/>
          <p14:tracePt t="167674" x="6788150" y="6597650"/>
          <p14:tracePt t="167681" x="6756400" y="6572250"/>
          <p14:tracePt t="167690" x="6743700" y="6553200"/>
          <p14:tracePt t="167698" x="6731000" y="6527800"/>
          <p14:tracePt t="167707" x="6711950" y="6515100"/>
          <p14:tracePt t="167714" x="6699250" y="6483350"/>
          <p14:tracePt t="167723" x="6686550" y="6470650"/>
          <p14:tracePt t="167730" x="6686550" y="6457950"/>
          <p14:tracePt t="167739" x="6686550" y="6438900"/>
          <p14:tracePt t="167762" x="6686550" y="6426200"/>
          <p14:tracePt t="168105" x="6699250" y="6426200"/>
          <p14:tracePt t="168113" x="6731000" y="6426200"/>
          <p14:tracePt t="168122" x="6788150" y="6413500"/>
          <p14:tracePt t="168130" x="6870700" y="6400800"/>
          <p14:tracePt t="168141" x="6959600" y="6400800"/>
          <p14:tracePt t="168147" x="7073900" y="6400800"/>
          <p14:tracePt t="168157" x="7143750" y="6400800"/>
          <p14:tracePt t="168164" x="7334250" y="6400800"/>
          <p14:tracePt t="168173" x="7473950" y="6400800"/>
          <p14:tracePt t="168181" x="7632700" y="6400800"/>
          <p14:tracePt t="168190" x="7791450" y="6400800"/>
          <p14:tracePt t="168197" x="7861300" y="6400800"/>
          <p14:tracePt t="168206" x="7981950" y="6400800"/>
          <p14:tracePt t="168214" x="8108950" y="6400800"/>
          <p14:tracePt t="168223" x="8312150" y="6426200"/>
          <p14:tracePt t="168229" x="8382000" y="6438900"/>
          <p14:tracePt t="168240" x="8496300" y="6438900"/>
          <p14:tracePt t="168247" x="8623300" y="6470650"/>
          <p14:tracePt t="168257" x="8724900" y="6483350"/>
          <p14:tracePt t="168263" x="8826500" y="6496050"/>
          <p14:tracePt t="168274" x="8928100" y="6496050"/>
          <p14:tracePt t="168280" x="9017000" y="6515100"/>
          <p14:tracePt t="168290" x="9112250" y="6540500"/>
          <p14:tracePt t="168296" x="9213850" y="6540500"/>
          <p14:tracePt t="168305" x="9290050" y="6553200"/>
          <p14:tracePt t="168311" x="9372600" y="6572250"/>
          <p14:tracePt t="168322" x="9448800" y="6572250"/>
          <p14:tracePt t="168328" x="9518650" y="6584950"/>
          <p14:tracePt t="168339" x="9588500" y="6584950"/>
          <p14:tracePt t="168344" x="9664700" y="6597650"/>
          <p14:tracePt t="168354" x="9721850" y="6597650"/>
          <p14:tracePt t="168361" x="9791700" y="6616700"/>
          <p14:tracePt t="168371" x="9836150" y="6616700"/>
          <p14:tracePt t="168377" x="9893300" y="6616700"/>
          <p14:tracePt t="168385" x="9937750" y="6629400"/>
          <p14:tracePt t="168393" x="9963150" y="6629400"/>
          <p14:tracePt t="168401" x="10020300" y="6629400"/>
          <p14:tracePt t="168409" x="10064750" y="6629400"/>
          <p14:tracePt t="168417" x="10090150" y="6629400"/>
          <p14:tracePt t="168426" x="10134600" y="6642100"/>
          <p14:tracePt t="168433" x="10166350" y="6642100"/>
          <p14:tracePt t="168442" x="10236200" y="6642100"/>
          <p14:tracePt t="168450" x="10267950" y="6654800"/>
          <p14:tracePt t="168458" x="10306050" y="6654800"/>
          <p14:tracePt t="168466" x="10363200" y="6673850"/>
          <p14:tracePt t="168474" x="10407650" y="6673850"/>
          <p14:tracePt t="168482" x="10452100" y="6686550"/>
          <p14:tracePt t="168490" x="10483850" y="6686550"/>
          <p14:tracePt t="168499" x="10553700" y="6686550"/>
          <p14:tracePt t="168507" x="10610850" y="6686550"/>
          <p14:tracePt t="168515" x="10655300" y="6686550"/>
          <p14:tracePt t="168524" x="10712450" y="6686550"/>
          <p14:tracePt t="168531" x="10769600" y="6699250"/>
          <p14:tracePt t="168540" x="10814050" y="6699250"/>
          <p14:tracePt t="168548" x="10883900" y="6699250"/>
          <p14:tracePt t="168556" x="10928350" y="6699250"/>
          <p14:tracePt t="168564" x="10985500" y="6699250"/>
          <p14:tracePt t="168573" x="11042650" y="6699250"/>
          <p14:tracePt t="168581" x="11068050" y="6699250"/>
          <p14:tracePt t="168589" x="11144250" y="6699250"/>
          <p14:tracePt t="168597" x="11188700" y="6699250"/>
          <p14:tracePt t="168606" x="11226800" y="6686550"/>
          <p14:tracePt t="168614" x="11258550" y="6686550"/>
          <p14:tracePt t="168622" x="11315700" y="6654800"/>
          <p14:tracePt t="168630" x="11360150" y="6642100"/>
          <p14:tracePt t="168640" x="11398250" y="6629400"/>
          <p14:tracePt t="168647" x="11461750" y="6616700"/>
          <p14:tracePt t="168657" x="11487150" y="6597650"/>
          <p14:tracePt t="168665" x="11518900" y="6584950"/>
          <p14:tracePt t="168674" x="11544300" y="6572250"/>
          <p14:tracePt t="168680" x="11588750" y="6540500"/>
          <p14:tracePt t="168690" x="11614150" y="6527800"/>
          <p14:tracePt t="168696" x="11645900" y="6515100"/>
          <p14:tracePt t="168706" x="11671300" y="6496050"/>
          <p14:tracePt t="168713" x="11690350" y="6470650"/>
          <p14:tracePt t="168722" x="11715750" y="6457950"/>
          <p14:tracePt t="168730" x="11734800" y="6426200"/>
          <p14:tracePt t="168740" x="11747500" y="6413500"/>
          <p14:tracePt t="168746" x="11760200" y="6400800"/>
          <p14:tracePt t="168756" x="11772900" y="6369050"/>
          <p14:tracePt t="168763" x="11791950" y="6356350"/>
          <p14:tracePt t="168773" x="11804650" y="6337300"/>
          <p14:tracePt t="168779" x="11804650" y="6324600"/>
          <p14:tracePt t="168790" x="11817350" y="6311900"/>
          <p14:tracePt t="168796" x="11817350" y="6299200"/>
          <p14:tracePt t="168806" x="11830050" y="6280150"/>
          <p14:tracePt t="168812" x="11830050" y="6267450"/>
          <p14:tracePt t="168822" x="11830050" y="6254750"/>
          <p14:tracePt t="168828" x="11830050" y="6242050"/>
          <p14:tracePt t="168839" x="11830050" y="6223000"/>
          <p14:tracePt t="168845" x="11830050" y="6210300"/>
          <p14:tracePt t="168855" x="11830050" y="6197600"/>
          <p14:tracePt t="168861" x="11830050" y="6184900"/>
          <p14:tracePt t="168872" x="11817350" y="6153150"/>
          <p14:tracePt t="168878" x="11804650" y="6140450"/>
          <p14:tracePt t="168889" x="11772900" y="6108700"/>
          <p14:tracePt t="168893" x="11747500" y="6083300"/>
          <p14:tracePt t="168906" x="11715750" y="6051550"/>
          <p14:tracePt t="168910" x="11658600" y="6007100"/>
          <p14:tracePt t="168922" x="11601450" y="5969000"/>
          <p14:tracePt t="168927" x="11487150" y="5880100"/>
          <p14:tracePt t="168939" x="11442700" y="5854700"/>
          <p14:tracePt t="168941" x="11372850" y="5791200"/>
          <p14:tracePt t="168950" x="11283950" y="5753100"/>
          <p14:tracePt t="168958" x="11201400" y="5708650"/>
          <p14:tracePt t="168966" x="11112500" y="5651500"/>
          <p14:tracePt t="168974" x="11010900" y="5607050"/>
          <p14:tracePt t="168983" x="10852150" y="5537200"/>
          <p14:tracePt t="168991" x="10782300" y="5518150"/>
          <p14:tracePt t="168999" x="10680700" y="5480050"/>
          <p14:tracePt t="169007" x="10579100" y="5435600"/>
          <p14:tracePt t="169015" x="10483850" y="5403850"/>
          <p14:tracePt t="169024" x="10293350" y="5346700"/>
          <p14:tracePt t="169031" x="10166350" y="5334000"/>
          <p14:tracePt t="169040" x="10090150" y="5321300"/>
          <p14:tracePt t="169048" x="9975850" y="5289550"/>
          <p14:tracePt t="169057" x="9848850" y="5289550"/>
          <p14:tracePt t="169065" x="9721850" y="5276850"/>
          <p14:tracePt t="169073" x="9505950" y="5276850"/>
          <p14:tracePt t="169081" x="9429750" y="5276850"/>
          <p14:tracePt t="169089" x="9302750" y="5276850"/>
          <p14:tracePt t="169098" x="9188450" y="5276850"/>
          <p14:tracePt t="169106" x="9086850" y="5276850"/>
          <p14:tracePt t="169114" x="8972550" y="5276850"/>
          <p14:tracePt t="169123" x="8870950" y="5276850"/>
          <p14:tracePt t="169130" x="8769350" y="5276850"/>
          <p14:tracePt t="169139" x="8686800" y="5276850"/>
          <p14:tracePt t="169146" x="8585200" y="5276850"/>
          <p14:tracePt t="169156" x="8496300" y="5289550"/>
          <p14:tracePt t="169163" x="8413750" y="5289550"/>
          <p14:tracePt t="169173" x="8337550" y="5289550"/>
          <p14:tracePt t="169179" x="8280400" y="5289550"/>
          <p14:tracePt t="169189" x="8210550" y="5289550"/>
          <p14:tracePt t="169197" x="8140700" y="5289550"/>
          <p14:tracePt t="169207" x="8051800" y="5289550"/>
          <p14:tracePt t="169213" x="7994650" y="5289550"/>
          <p14:tracePt t="169223" x="7924800" y="5302250"/>
          <p14:tracePt t="169229" x="7861300" y="5302250"/>
          <p14:tracePt t="169239" x="7804150" y="5302250"/>
          <p14:tracePt t="169245" x="7778750" y="5302250"/>
          <p14:tracePt t="169256" x="7689850" y="5321300"/>
          <p14:tracePt t="169263" x="7677150" y="5321300"/>
          <p14:tracePt t="169272" x="7588250" y="5334000"/>
          <p14:tracePt t="169278" x="7550150" y="5334000"/>
          <p14:tracePt t="169289" x="7505700" y="5346700"/>
          <p14:tracePt t="169296" x="7493000" y="5365750"/>
          <p14:tracePt t="169306" x="7404100" y="5378450"/>
          <p14:tracePt t="169312" x="7359650" y="5378450"/>
          <p14:tracePt t="169322" x="7346950" y="5391150"/>
          <p14:tracePt t="169329" x="7302500" y="5391150"/>
          <p14:tracePt t="169339" x="7277100" y="5403850"/>
          <p14:tracePt t="169344" x="7232650" y="5422900"/>
          <p14:tracePt t="169356" x="7219950" y="5422900"/>
          <p14:tracePt t="169361" x="7188200" y="5435600"/>
          <p14:tracePt t="169372" x="7162800" y="5448300"/>
          <p14:tracePt t="169377" x="7131050" y="5461000"/>
          <p14:tracePt t="169389" x="7118350" y="5480050"/>
          <p14:tracePt t="169396" x="7099300" y="5480050"/>
          <p14:tracePt t="169406" x="7086600" y="5492750"/>
          <p14:tracePt t="169408" x="7073900" y="5505450"/>
          <p14:tracePt t="169416" x="7042150" y="5518150"/>
          <p14:tracePt t="169425" x="7029450" y="5518150"/>
          <p14:tracePt t="169432" x="7016750" y="5537200"/>
          <p14:tracePt t="169442" x="7004050" y="5549900"/>
          <p14:tracePt t="169449" x="6985000" y="5562600"/>
          <p14:tracePt t="169457" x="6972300" y="5575300"/>
          <p14:tracePt t="169466" x="6959600" y="5594350"/>
          <p14:tracePt t="169474" x="6946900" y="5607050"/>
          <p14:tracePt t="169482" x="6927850" y="5619750"/>
          <p14:tracePt t="169490" x="6915150" y="5619750"/>
          <p14:tracePt t="169497" x="6902450" y="5638800"/>
          <p14:tracePt t="169507" x="6889750" y="5651500"/>
          <p14:tracePt t="169515" x="6889750" y="5664200"/>
          <p14:tracePt t="169523" x="6870700" y="5676900"/>
          <p14:tracePt t="169531" x="6870700" y="5695950"/>
          <p14:tracePt t="169539" x="6858000" y="5708650"/>
          <p14:tracePt t="169548" x="6858000" y="5721350"/>
          <p14:tracePt t="169557" x="6845300" y="5721350"/>
          <p14:tracePt t="169563" x="6845300" y="5734050"/>
          <p14:tracePt t="169574" x="6845300" y="5753100"/>
          <p14:tracePt t="169581" x="6845300" y="5765800"/>
          <p14:tracePt t="169590" x="6826250" y="5778500"/>
          <p14:tracePt t="169597" x="6826250" y="5791200"/>
          <p14:tracePt t="169606" x="6826250" y="5810250"/>
          <p14:tracePt t="169613" x="6826250" y="5822950"/>
          <p14:tracePt t="169624" x="6826250" y="5835650"/>
          <p14:tracePt t="169630" x="6826250" y="5867400"/>
          <p14:tracePt t="169640" x="6826250" y="5892800"/>
          <p14:tracePt t="169646" x="6858000" y="5911850"/>
          <p14:tracePt t="169656" x="6870700" y="5937250"/>
          <p14:tracePt t="169664" x="6902450" y="5969000"/>
          <p14:tracePt t="169674" x="6927850" y="6007100"/>
          <p14:tracePt t="169682" x="6972300" y="6051550"/>
          <p14:tracePt t="169690" x="7004050" y="6096000"/>
          <p14:tracePt t="169697" x="7061200" y="6140450"/>
          <p14:tracePt t="169706" x="7118350" y="6184900"/>
          <p14:tracePt t="169714" x="7175500" y="6223000"/>
          <p14:tracePt t="169723" x="7232650" y="6267450"/>
          <p14:tracePt t="169730" x="7289800" y="6299200"/>
          <p14:tracePt t="169739" x="7378700" y="6337300"/>
          <p14:tracePt t="169746" x="7448550" y="6369050"/>
          <p14:tracePt t="169756" x="7531100" y="6400800"/>
          <p14:tracePt t="169763" x="7607300" y="6413500"/>
          <p14:tracePt t="169773" x="7689850" y="6438900"/>
          <p14:tracePt t="169776" x="7778750" y="6457950"/>
          <p14:tracePt t="169786" x="7848600" y="6483350"/>
          <p14:tracePt t="169794" x="7950200" y="6496050"/>
          <p14:tracePt t="169802" x="8051800" y="6515100"/>
          <p14:tracePt t="169810" x="8153400" y="6515100"/>
          <p14:tracePt t="169817" x="8235950" y="6527800"/>
          <p14:tracePt t="169827" x="8324850" y="6527800"/>
          <p14:tracePt t="169834" x="8426450" y="6527800"/>
          <p14:tracePt t="169843" x="8528050" y="6527800"/>
          <p14:tracePt t="169850" x="8610600" y="6527800"/>
          <p14:tracePt t="169857" x="8712200" y="6527800"/>
          <p14:tracePt t="169866" x="8782050" y="6515100"/>
          <p14:tracePt t="169874" x="8870950" y="6496050"/>
          <p14:tracePt t="169883" x="8959850" y="6483350"/>
          <p14:tracePt t="169891" x="9112250" y="6438900"/>
          <p14:tracePt t="172727" x="9112250" y="6426200"/>
          <p14:tracePt t="172736" x="9131300" y="6413500"/>
          <p14:tracePt t="172745" x="9156700" y="6369050"/>
          <p14:tracePt t="172758" x="9188450" y="6337300"/>
          <p14:tracePt t="172763" x="9258300" y="6267450"/>
          <p14:tracePt t="172774" x="9328150" y="6197600"/>
          <p14:tracePt t="172779" x="9385300" y="6127750"/>
          <p14:tracePt t="172790" x="9429750" y="6064250"/>
          <p14:tracePt t="172796" x="9518650" y="5981700"/>
          <p14:tracePt t="172807" x="9588500" y="5892800"/>
          <p14:tracePt t="172812" x="9702800" y="5734050"/>
          <p14:tracePt t="172823" x="9779000" y="5619750"/>
          <p14:tracePt t="172828" x="9817100" y="5562600"/>
          <p14:tracePt t="172840" x="9874250" y="5461000"/>
          <p14:tracePt t="172845" x="9937750" y="5346700"/>
          <p14:tracePt t="172856" x="9963150" y="5232400"/>
          <p14:tracePt t="172862" x="10007600" y="5149850"/>
          <p14:tracePt t="172872" x="10033000" y="5029200"/>
          <p14:tracePt t="172879" x="10052050" y="4933950"/>
          <p14:tracePt t="172889" x="10064750" y="4813300"/>
          <p14:tracePt t="172894" x="10064750" y="4730750"/>
          <p14:tracePt t="172905" x="10064750" y="4616450"/>
          <p14:tracePt t="172911" x="10064750" y="4457700"/>
          <p14:tracePt t="172922" x="10064750" y="4343400"/>
          <p14:tracePt t="172926" x="10052050" y="4229100"/>
          <p14:tracePt t="172938" x="10007600" y="4095750"/>
          <p14:tracePt t="172941" x="9975850" y="4038600"/>
          <p14:tracePt t="172950" x="9937750" y="3924300"/>
          <p14:tracePt t="172958" x="9848850" y="3740150"/>
          <p14:tracePt t="172967" x="9817100" y="3683000"/>
          <p14:tracePt t="172975" x="9759950" y="3568700"/>
          <p14:tracePt t="172982" x="9702800" y="3467100"/>
          <p14:tracePt t="172992" x="9632950" y="3365500"/>
          <p14:tracePt t="172999" x="9575800" y="3276600"/>
          <p14:tracePt t="173008" x="9505950" y="3175000"/>
          <p14:tracePt t="173016" x="9448800" y="3105150"/>
          <p14:tracePt t="173024" x="9385300" y="3016250"/>
          <p14:tracePt t="173031" x="9328150" y="2946400"/>
          <p14:tracePt t="173040" x="9232900" y="2787650"/>
          <p14:tracePt t="173049" x="9213850" y="2730500"/>
          <p14:tracePt t="173057" x="9112250" y="2590800"/>
          <p14:tracePt t="173065" x="9042400" y="2470150"/>
          <p14:tracePt t="173073" x="8972550" y="2355850"/>
          <p14:tracePt t="173081" x="8883650" y="2241550"/>
          <p14:tracePt t="173090" x="8801100" y="2139950"/>
          <p14:tracePt t="173097" x="8712200" y="2025650"/>
          <p14:tracePt t="173107" x="8655050" y="1968500"/>
          <p14:tracePt t="173114" x="8585200" y="1866900"/>
          <p14:tracePt t="173123" x="8496300" y="1784350"/>
          <p14:tracePt t="173131" x="8394700" y="1682750"/>
          <p14:tracePt t="173140" x="8267700" y="1555750"/>
          <p14:tracePt t="173147" x="8166100" y="1466850"/>
          <p14:tracePt t="173157" x="8051800" y="1377950"/>
          <p14:tracePt t="173165" x="7962900" y="1295400"/>
          <p14:tracePt t="173174" x="7893050" y="1250950"/>
          <p14:tracePt t="173181" x="7804150" y="1181100"/>
          <p14:tracePt t="173190" x="7721600" y="1104900"/>
          <p14:tracePt t="173198" x="7607300" y="1047750"/>
          <p14:tracePt t="173207" x="7505700" y="990600"/>
          <p14:tracePt t="173213" x="7404100" y="933450"/>
          <p14:tracePt t="173223" x="7302500" y="889000"/>
          <p14:tracePt t="173230" x="7219950" y="863600"/>
          <p14:tracePt t="173240" x="7131050" y="819150"/>
          <p14:tracePt t="173246" x="7061200" y="793750"/>
          <p14:tracePt t="173256" x="6972300" y="774700"/>
          <p14:tracePt t="173263" x="6902450" y="749300"/>
          <p14:tracePt t="173274" x="6813550" y="730250"/>
          <p14:tracePt t="173279" x="6743700" y="730250"/>
          <p14:tracePt t="173289" x="6673850" y="717550"/>
          <p14:tracePt t="173297" x="6616700" y="717550"/>
          <p14:tracePt t="173306" x="6540500" y="704850"/>
          <p14:tracePt t="173313" x="6470650" y="704850"/>
          <p14:tracePt t="173322" x="6400800" y="704850"/>
          <p14:tracePt t="173329" x="6324600" y="704850"/>
          <p14:tracePt t="173339" x="6242050" y="704850"/>
          <p14:tracePt t="173344" x="6153150" y="704850"/>
          <p14:tracePt t="173356" x="6064250" y="704850"/>
          <p14:tracePt t="173361" x="5969000" y="704850"/>
          <p14:tracePt t="173373" x="5880100" y="704850"/>
          <p14:tracePt t="173378" x="5791200" y="717550"/>
          <p14:tracePt t="173389" x="5708650" y="730250"/>
          <p14:tracePt t="173396" x="5607050" y="774700"/>
          <p14:tracePt t="173406" x="5518150" y="793750"/>
          <p14:tracePt t="173411" x="5435600" y="819150"/>
          <p14:tracePt t="173423" x="5346700" y="863600"/>
          <p14:tracePt t="173425" x="5276850" y="889000"/>
          <p14:tracePt t="173433" x="5187950" y="933450"/>
          <p14:tracePt t="173442" x="5130800" y="977900"/>
          <p14:tracePt t="173449" x="5060950" y="1003300"/>
          <p14:tracePt t="173458" x="5003800" y="1047750"/>
          <p14:tracePt t="173466" x="4946650" y="1092200"/>
          <p14:tracePt t="173474" x="4902200" y="1136650"/>
          <p14:tracePt t="173482" x="4845050" y="1181100"/>
          <p14:tracePt t="173491" x="4787900" y="1219200"/>
          <p14:tracePt t="173499" x="4743450" y="1263650"/>
          <p14:tracePt t="173507" x="4699000" y="1308100"/>
          <p14:tracePt t="173515" x="4660900" y="1365250"/>
          <p14:tracePt t="173524" x="4616450" y="1409700"/>
          <p14:tracePt t="173531" x="4572000" y="1466850"/>
          <p14:tracePt t="173540" x="4527550" y="1524000"/>
          <p14:tracePt t="173547" x="4502150" y="1581150"/>
          <p14:tracePt t="173556" x="4470400" y="1651000"/>
          <p14:tracePt t="173564" x="4425950" y="1727200"/>
          <p14:tracePt t="173574" x="4400550" y="1797050"/>
          <p14:tracePt t="173581" x="4368800" y="1885950"/>
          <p14:tracePt t="173590" x="4330700" y="1968500"/>
          <p14:tracePt t="173597" x="4298950" y="2057400"/>
          <p14:tracePt t="173607" x="4267200" y="2159000"/>
          <p14:tracePt t="173614" x="4241800" y="2254250"/>
          <p14:tracePt t="173624" x="4210050" y="2355850"/>
          <p14:tracePt t="173631" x="4184650" y="2457450"/>
          <p14:tracePt t="173640" x="4152900" y="2559050"/>
          <p14:tracePt t="173647" x="4140200" y="2673350"/>
          <p14:tracePt t="173656" x="4127500" y="2774950"/>
          <p14:tracePt t="173664" x="4114800" y="2889250"/>
          <p14:tracePt t="173673" x="4114800" y="3003550"/>
          <p14:tracePt t="173681" x="4114800" y="3105150"/>
          <p14:tracePt t="173690" x="4114800" y="3219450"/>
          <p14:tracePt t="173696" x="4114800" y="3435350"/>
          <p14:tracePt t="173706" x="4114800" y="3549650"/>
          <p14:tracePt t="173713" x="4140200" y="3683000"/>
          <p14:tracePt t="173723" x="4184650" y="3822700"/>
          <p14:tracePt t="173729" x="4229100" y="3937000"/>
          <p14:tracePt t="173739" x="4267200" y="4083050"/>
          <p14:tracePt t="173746" x="4330700" y="4241800"/>
          <p14:tracePt t="173756" x="4387850" y="4368800"/>
          <p14:tracePt t="173762" x="4413250" y="4445000"/>
          <p14:tracePt t="173772" x="4527550" y="4673600"/>
          <p14:tracePt t="173779" x="4616450" y="4787900"/>
          <p14:tracePt t="173789" x="4718050" y="4933950"/>
          <p14:tracePt t="173794" x="4800600" y="5060950"/>
          <p14:tracePt t="173806" x="4914900" y="5175250"/>
          <p14:tracePt t="173812" x="5016500" y="5289550"/>
          <p14:tracePt t="173822" x="5130800" y="5391150"/>
          <p14:tracePt t="173828" x="5187950" y="5435600"/>
          <p14:tracePt t="173839" x="5391150" y="5594350"/>
          <p14:tracePt t="173845" x="5537200" y="5664200"/>
          <p14:tracePt t="173856" x="5664200" y="5734050"/>
          <p14:tracePt t="173858" x="5791200" y="5791200"/>
          <p14:tracePt t="173866" x="5937250" y="5854700"/>
          <p14:tracePt t="173875" x="6083300" y="5911850"/>
          <p14:tracePt t="173883" x="6242050" y="5969000"/>
          <p14:tracePt t="173892" x="6381750" y="6007100"/>
          <p14:tracePt t="173900" x="6457950" y="6026150"/>
          <p14:tracePt t="173908" x="6597650" y="6051550"/>
          <p14:tracePt t="173916" x="6731000" y="6083300"/>
          <p14:tracePt t="173924" x="6959600" y="6096000"/>
          <p14:tracePt t="173932" x="7099300" y="6108700"/>
          <p14:tracePt t="173941" x="7219950" y="6108700"/>
          <p14:tracePt t="173948" x="7359650" y="6096000"/>
          <p14:tracePt t="173958" x="7505700" y="6064250"/>
          <p14:tracePt t="173966" x="7664450" y="5994400"/>
          <p14:tracePt t="173974" x="7804150" y="5937250"/>
          <p14:tracePt t="173982" x="7962900" y="5867400"/>
          <p14:tracePt t="173991" x="8039100" y="5822950"/>
          <p14:tracePt t="173999" x="8166100" y="5753100"/>
          <p14:tracePt t="174007" x="8293100" y="5676900"/>
          <p14:tracePt t="174014" x="8483600" y="5549900"/>
          <p14:tracePt t="174023" x="8597900" y="5448300"/>
          <p14:tracePt t="174031" x="8712200" y="5365750"/>
          <p14:tracePt t="174041" x="8813800" y="5264150"/>
          <p14:tracePt t="174048" x="8902700" y="5162550"/>
          <p14:tracePt t="174057" x="8985250" y="5048250"/>
          <p14:tracePt t="181830" x="8985250" y="5029200"/>
          <p14:tracePt t="181842" x="8985250" y="5003800"/>
          <p14:tracePt t="181848" x="8997950" y="4972050"/>
          <p14:tracePt t="181861" x="9017000" y="4959350"/>
          <p14:tracePt t="181865" x="9029700" y="4933950"/>
          <p14:tracePt t="181875" x="9042400" y="4914900"/>
          <p14:tracePt t="181882" x="9055100" y="4889500"/>
          <p14:tracePt t="181891" x="9086850" y="4845050"/>
          <p14:tracePt t="181897" x="9112250" y="4800600"/>
          <p14:tracePt t="181906" x="9144000" y="4743450"/>
          <p14:tracePt t="181913" x="9188450" y="4699000"/>
          <p14:tracePt t="181923" x="9213850" y="4660900"/>
          <p14:tracePt t="181930" x="9245600" y="4616450"/>
          <p14:tracePt t="181941" x="9290050" y="4572000"/>
          <p14:tracePt t="181947" x="9315450" y="4527550"/>
          <p14:tracePt t="181957" x="9347200" y="4470400"/>
          <p14:tracePt t="181963" x="9372600" y="4425950"/>
          <p14:tracePt t="181973" x="9404350" y="4387850"/>
          <p14:tracePt t="181979" x="9417050" y="4330700"/>
          <p14:tracePt t="181990" x="9448800" y="4267200"/>
          <p14:tracePt t="181997" x="9474200" y="4197350"/>
          <p14:tracePt t="182007" x="9486900" y="4127500"/>
          <p14:tracePt t="182014" x="9505950" y="4038600"/>
          <p14:tracePt t="182023" x="9531350" y="3911600"/>
          <p14:tracePt t="182030" x="9544050" y="3778250"/>
          <p14:tracePt t="182040" x="9563100" y="3638550"/>
          <p14:tracePt t="182048" x="9563100" y="3467100"/>
          <p14:tracePt t="182056" x="9563100" y="3136900"/>
          <p14:tracePt t="182063" x="9563100" y="2889250"/>
          <p14:tracePt t="182073" x="9563100" y="2743200"/>
          <p14:tracePt t="182080" x="9531350" y="2501900"/>
          <p14:tracePt t="182090" x="9486900" y="2286000"/>
          <p14:tracePt t="182096" x="9461500" y="2184400"/>
          <p14:tracePt t="182107" x="9429750" y="2025650"/>
          <p14:tracePt t="182111" x="9417050" y="1981200"/>
          <p14:tracePt t="182123" x="9385300" y="1898650"/>
          <p14:tracePt t="182128" x="9372600" y="1841500"/>
          <p14:tracePt t="182432" x="9372600" y="1828800"/>
          <p14:tracePt t="182443" x="9372600" y="1784350"/>
          <p14:tracePt t="182450" x="9372600" y="1752600"/>
          <p14:tracePt t="182458" x="9359900" y="1651000"/>
          <p14:tracePt t="182466" x="9347200" y="1612900"/>
          <p14:tracePt t="182474" x="9328150" y="1511300"/>
          <p14:tracePt t="182483" x="9315450" y="1422400"/>
          <p14:tracePt t="182491" x="9290050" y="1320800"/>
          <p14:tracePt t="182500" x="9258300" y="1250950"/>
          <p14:tracePt t="182507" x="9245600" y="1181100"/>
          <p14:tracePt t="182515" x="9213850" y="1123950"/>
          <p14:tracePt t="182524" x="9201150" y="1092200"/>
          <p14:tracePt t="182533" x="9156700" y="1003300"/>
          <p14:tracePt t="182540" x="9131300" y="977900"/>
          <p14:tracePt t="182548" x="9099550" y="933450"/>
          <p14:tracePt t="182557" x="9074150" y="889000"/>
          <p14:tracePt t="182565" x="9042400" y="863600"/>
          <p14:tracePt t="182574" x="9017000" y="831850"/>
          <p14:tracePt t="182581" x="8972550" y="793750"/>
          <p14:tracePt t="182590" x="8940800" y="762000"/>
          <p14:tracePt t="182598" x="8902700" y="730250"/>
          <p14:tracePt t="182607" x="8870950" y="704850"/>
          <p14:tracePt t="182614" x="8839200" y="660400"/>
          <p14:tracePt t="182623" x="8801100" y="635000"/>
          <p14:tracePt t="182631" x="8769350" y="603250"/>
          <p14:tracePt t="182641" x="8712200" y="577850"/>
          <p14:tracePt t="182647" x="8686800" y="546100"/>
          <p14:tracePt t="182657" x="8642350" y="520700"/>
          <p14:tracePt t="182664" x="8597900" y="476250"/>
          <p14:tracePt t="182674" x="8553450" y="431800"/>
          <p14:tracePt t="182682" x="8496300" y="387350"/>
          <p14:tracePt t="182690" x="8470900" y="361950"/>
          <p14:tracePt t="182697" x="8426450" y="317500"/>
          <p14:tracePt t="182707" x="8413750" y="304800"/>
          <p14:tracePt t="182713" x="8369300" y="273050"/>
          <p14:tracePt t="182723" x="8324850" y="228600"/>
          <p14:tracePt t="182730" x="8293100" y="215900"/>
          <p14:tracePt t="182739" x="8267700" y="184150"/>
          <p14:tracePt t="182746" x="8223250" y="171450"/>
          <p14:tracePt t="182756" x="8197850" y="146050"/>
          <p14:tracePt t="182763" x="8153400" y="127000"/>
          <p14:tracePt t="182773" x="8108950" y="114300"/>
          <p14:tracePt t="182779" x="8064500" y="88900"/>
          <p14:tracePt t="182790" x="8051800" y="88900"/>
          <p14:tracePt t="182796" x="8007350" y="69850"/>
          <p14:tracePt t="182806" x="7962900" y="57150"/>
          <p14:tracePt t="182813" x="7937500" y="44450"/>
          <p14:tracePt t="182823" x="7893050" y="44450"/>
          <p14:tracePt t="182827" x="7835900" y="31750"/>
          <p14:tracePt t="182840" x="7791450" y="31750"/>
          <p14:tracePt t="182845" x="7747000" y="31750"/>
          <p14:tracePt t="182856" x="7708900" y="31750"/>
          <p14:tracePt t="182860" x="7664450" y="31750"/>
          <p14:tracePt t="182873" x="7620000" y="31750"/>
          <p14:tracePt t="182877" x="7575550" y="31750"/>
          <p14:tracePt t="182891" x="7550150" y="44450"/>
          <p14:tracePt t="182892" x="7505700" y="57150"/>
          <p14:tracePt t="182900" x="7473950" y="69850"/>
          <p14:tracePt t="182908" x="7435850" y="88900"/>
          <p14:tracePt t="182916" x="7404100" y="101600"/>
          <p14:tracePt t="182925" x="7378700" y="114300"/>
          <p14:tracePt t="182933" x="7315200" y="158750"/>
          <p14:tracePt t="182942" x="7302500" y="171450"/>
          <p14:tracePt t="182949" x="7258050" y="203200"/>
          <p14:tracePt t="182957" x="7232650" y="228600"/>
          <p14:tracePt t="182965" x="7188200" y="241300"/>
          <p14:tracePt t="182974" x="7143750" y="285750"/>
          <p14:tracePt t="182982" x="7099300" y="317500"/>
          <p14:tracePt t="182991" x="7061200" y="342900"/>
          <p14:tracePt t="182998" x="7004050" y="387350"/>
          <p14:tracePt t="183007" x="6972300" y="431800"/>
          <p14:tracePt t="183015" x="6927850" y="457200"/>
          <p14:tracePt t="183024" x="6902450" y="488950"/>
          <p14:tracePt t="183031" x="6870700" y="520700"/>
          <p14:tracePt t="183040" x="6845300" y="546100"/>
          <p14:tracePt t="183048" x="6826250" y="577850"/>
          <p14:tracePt t="183058" x="6800850" y="603250"/>
          <p14:tracePt t="183065" x="6788150" y="635000"/>
          <p14:tracePt t="183074" x="6769100" y="660400"/>
          <p14:tracePt t="183082" x="6743700" y="692150"/>
          <p14:tracePt t="183091" x="6731000" y="730250"/>
          <p14:tracePt t="183099" x="6711950" y="749300"/>
          <p14:tracePt t="183109" x="6699250" y="774700"/>
          <p14:tracePt t="183117" x="6673850" y="831850"/>
          <p14:tracePt t="183125" x="6654800" y="850900"/>
          <p14:tracePt t="183133" x="6642100" y="889000"/>
          <p14:tracePt t="183143" x="6629400" y="933450"/>
          <p14:tracePt t="183148" x="6616700" y="977900"/>
          <p14:tracePt t="183158" x="6597650" y="1022350"/>
          <p14:tracePt t="183167" x="6584950" y="1079500"/>
          <p14:tracePt t="183175" x="6553200" y="1136650"/>
          <p14:tracePt t="183183" x="6527800" y="1206500"/>
          <p14:tracePt t="183192" x="6496050" y="1320800"/>
          <p14:tracePt t="183197" x="6470650" y="1435100"/>
          <p14:tracePt t="183207" x="6426200" y="1555750"/>
          <p14:tracePt t="183213" x="6400800" y="1682750"/>
          <p14:tracePt t="183223" x="6369050" y="1841500"/>
          <p14:tracePt t="183230" x="6324600" y="2012950"/>
          <p14:tracePt t="183239" x="6299200" y="2197100"/>
          <p14:tracePt t="183246" x="6267450" y="2387600"/>
          <p14:tracePt t="183256" x="6254750" y="2559050"/>
          <p14:tracePt t="183263" x="6223000" y="2762250"/>
          <p14:tracePt t="183273" x="6210300" y="2933700"/>
          <p14:tracePt t="183279" x="6197600" y="3003550"/>
          <p14:tracePt t="183290" x="6197600" y="3162300"/>
          <p14:tracePt t="183294" x="6197600" y="3308350"/>
          <p14:tracePt t="183307" x="6197600" y="3568700"/>
          <p14:tracePt t="183308" x="6197600" y="3708400"/>
          <p14:tracePt t="183317" x="6197600" y="3867150"/>
          <p14:tracePt t="183325" x="6197600" y="4038600"/>
          <p14:tracePt t="183333" x="6197600" y="4197350"/>
          <p14:tracePt t="183342" x="6197600" y="4368800"/>
          <p14:tracePt t="183350" x="6210300" y="4540250"/>
          <p14:tracePt t="183358" x="6223000" y="4616450"/>
          <p14:tracePt t="183366" x="6254750" y="4743450"/>
          <p14:tracePt t="183375" x="6299200" y="5003800"/>
          <p14:tracePt t="183383" x="6324600" y="5060950"/>
          <p14:tracePt t="183392" x="6356350" y="5207000"/>
          <p14:tracePt t="183399" x="6400800" y="5302250"/>
          <p14:tracePt t="183408" x="6438900" y="5422900"/>
          <p14:tracePt t="183416" x="6483350" y="5518150"/>
          <p14:tracePt t="183425" x="6527800" y="5619750"/>
          <p14:tracePt t="183432" x="6572250" y="5708650"/>
          <p14:tracePt t="183441" x="6616700" y="5810250"/>
          <p14:tracePt t="183449" x="6654800" y="5880100"/>
          <p14:tracePt t="183457" x="6699250" y="5937250"/>
          <p14:tracePt t="183466" x="6756400" y="6007100"/>
          <p14:tracePt t="183474" x="6800850" y="6064250"/>
          <p14:tracePt t="183482" x="6845300" y="6127750"/>
          <p14:tracePt t="183491" x="6889750" y="6165850"/>
          <p14:tracePt t="183498" x="6927850" y="6210300"/>
          <p14:tracePt t="183507" x="6985000" y="6254750"/>
          <p14:tracePt t="183515" x="7042150" y="6299200"/>
          <p14:tracePt t="183523" x="7086600" y="6337300"/>
          <p14:tracePt t="183531" x="7143750" y="6356350"/>
          <p14:tracePt t="183540" x="7188200" y="6400800"/>
          <p14:tracePt t="183548" x="7245350" y="6426200"/>
          <p14:tracePt t="183557" x="7289800" y="6438900"/>
          <p14:tracePt t="183564" x="7334250" y="6470650"/>
          <p14:tracePt t="183574" x="7378700" y="6483350"/>
          <p14:tracePt t="183582" x="7416800" y="6496050"/>
          <p14:tracePt t="183590" x="7473950" y="6527800"/>
          <p14:tracePt t="183597" x="7531100" y="6540500"/>
          <p14:tracePt t="183607" x="7575550" y="6553200"/>
          <p14:tracePt t="183613" x="7632700" y="6572250"/>
          <p14:tracePt t="183623" x="7689850" y="6584950"/>
          <p14:tracePt t="183630" x="7747000" y="6597650"/>
          <p14:tracePt t="183640" x="7791450" y="6597650"/>
          <p14:tracePt t="183646" x="7861300" y="6616700"/>
          <p14:tracePt t="183656" x="7924800" y="6629400"/>
          <p14:tracePt t="183665" x="7981950" y="6629400"/>
          <p14:tracePt t="183674" x="8051800" y="6629400"/>
          <p14:tracePt t="183680" x="8121650" y="6629400"/>
          <p14:tracePt t="183689" x="8197850" y="6629400"/>
          <p14:tracePt t="183696" x="8267700" y="6629400"/>
          <p14:tracePt t="183706" x="8324850" y="6629400"/>
          <p14:tracePt t="183713" x="8394700" y="6629400"/>
          <p14:tracePt t="183722" x="8470900" y="6629400"/>
          <p14:tracePt t="183729" x="8540750" y="6629400"/>
          <p14:tracePt t="183740" x="8610600" y="6616700"/>
          <p14:tracePt t="183744" x="8686800" y="6584950"/>
          <p14:tracePt t="183756" x="8756650" y="6553200"/>
          <p14:tracePt t="183761" x="8839200" y="6527800"/>
          <p14:tracePt t="183773" x="8915400" y="6496050"/>
          <p14:tracePt t="183777" x="8997950" y="6438900"/>
          <p14:tracePt t="183789" x="9055100" y="6400800"/>
          <p14:tracePt t="183792" x="9131300" y="6356350"/>
          <p14:tracePt t="183801" x="9201150" y="6299200"/>
          <p14:tracePt t="183809" x="9271000" y="6254750"/>
          <p14:tracePt t="183817" x="9347200" y="6197600"/>
          <p14:tracePt t="183825" x="9417050" y="6140450"/>
          <p14:tracePt t="183833" x="9486900" y="6083300"/>
          <p14:tracePt t="183842" x="9563100" y="6007100"/>
          <p14:tracePt t="183850" x="9632950" y="5937250"/>
          <p14:tracePt t="183859" x="9702800" y="5854700"/>
          <p14:tracePt t="183866" x="9759950" y="5778500"/>
          <p14:tracePt t="183874" x="9893300" y="5651500"/>
          <p14:tracePt t="183882" x="9963150" y="5549900"/>
          <p14:tracePt t="183892" x="10052050" y="5435600"/>
          <p14:tracePt t="183900" x="10090150" y="5378450"/>
          <p14:tracePt t="183908" x="10210800" y="5219700"/>
          <p14:tracePt t="183916" x="10248900" y="5162550"/>
          <p14:tracePt t="183924" x="10325100" y="5060950"/>
          <p14:tracePt t="183932" x="10426700" y="4876800"/>
          <p14:tracePt t="183942" x="10483850" y="4743450"/>
          <p14:tracePt t="183949" x="10521950" y="4603750"/>
          <p14:tracePt t="183957" x="10579100" y="4457700"/>
          <p14:tracePt t="183965" x="10610850" y="4286250"/>
          <p14:tracePt t="183974" x="10655300" y="4114800"/>
          <p14:tracePt t="183981" x="10680700" y="3924300"/>
          <p14:tracePt t="183990" x="10699750" y="3841750"/>
          <p14:tracePt t="183998" x="10725150" y="3683000"/>
          <p14:tracePt t="184008" x="10737850" y="3524250"/>
          <p14:tracePt t="184015" x="10756900" y="3390900"/>
          <p14:tracePt t="184024" x="10769600" y="3289300"/>
          <p14:tracePt t="184031" x="10782300" y="3175000"/>
          <p14:tracePt t="184040" x="10782300" y="3092450"/>
          <p14:tracePt t="184047" x="10795000" y="3003550"/>
          <p14:tracePt t="184056" x="10814050" y="2933700"/>
          <p14:tracePt t="184063" x="10814050" y="2844800"/>
          <p14:tracePt t="184073" x="10826750" y="2717800"/>
          <p14:tracePt t="184080" x="10839450" y="2603500"/>
          <p14:tracePt t="184090" x="10839450" y="2470150"/>
          <p14:tracePt t="184097" x="10852150" y="2413000"/>
          <p14:tracePt t="184107" x="10852150" y="2286000"/>
          <p14:tracePt t="184114" x="10852150" y="2171700"/>
          <p14:tracePt t="184123" x="10852150" y="2044700"/>
          <p14:tracePt t="184130" x="10852150" y="1943100"/>
          <p14:tracePt t="184139" x="10852150" y="1828800"/>
          <p14:tracePt t="184146" x="10852150" y="1708150"/>
          <p14:tracePt t="184156" x="10852150" y="1625600"/>
          <p14:tracePt t="184163" x="10852150" y="1536700"/>
          <p14:tracePt t="184174" x="10839450" y="1466850"/>
          <p14:tracePt t="184180" x="10826750" y="1377950"/>
          <p14:tracePt t="184189" x="10814050" y="1308100"/>
          <p14:tracePt t="184196" x="10814050" y="1250950"/>
          <p14:tracePt t="184206" x="10795000" y="1193800"/>
          <p14:tracePt t="184212" x="10782300" y="1162050"/>
          <p14:tracePt t="184223" x="10769600" y="1079500"/>
          <p14:tracePt t="184228" x="10756900" y="1022350"/>
          <p14:tracePt t="184240" x="10737850" y="977900"/>
          <p14:tracePt t="184245" x="10725150" y="933450"/>
          <p14:tracePt t="184256" x="10699750" y="876300"/>
          <p14:tracePt t="184261" x="10680700" y="831850"/>
          <p14:tracePt t="184273" x="10668000" y="762000"/>
          <p14:tracePt t="184277" x="10636250" y="717550"/>
          <p14:tracePt t="184289" x="10610850" y="647700"/>
          <p14:tracePt t="184294" x="10579100" y="590550"/>
          <p14:tracePt t="184306" x="10541000" y="533400"/>
          <p14:tracePt t="184307" x="10496550" y="476250"/>
          <p14:tracePt t="184317" x="10452100" y="431800"/>
          <p14:tracePt t="184325" x="10382250" y="361950"/>
          <p14:tracePt t="184333" x="10325100" y="304800"/>
          <p14:tracePt t="184342" x="10267950" y="241300"/>
          <p14:tracePt t="184350" x="10191750" y="203200"/>
          <p14:tracePt t="184358" x="10121900" y="146050"/>
          <p14:tracePt t="184366" x="10020300" y="88900"/>
          <p14:tracePt t="184375" x="9861550" y="12700"/>
          <p14:tracePt t="184578" x="7734300" y="12700"/>
          <p14:tracePt t="184588" x="7708900" y="31750"/>
          <p14:tracePt t="184595" x="7664450" y="44450"/>
          <p14:tracePt t="184605" x="7607300" y="69850"/>
          <p14:tracePt t="184612" x="7562850" y="101600"/>
          <p14:tracePt t="184622" x="7531100" y="114300"/>
          <p14:tracePt t="184629" x="7493000" y="158750"/>
          <p14:tracePt t="184638" x="7448550" y="171450"/>
          <p14:tracePt t="184646" x="7404100" y="215900"/>
          <p14:tracePt t="184656" x="7391400" y="228600"/>
          <p14:tracePt t="184665" x="7334250" y="273050"/>
          <p14:tracePt t="184674" x="7289800" y="285750"/>
          <p14:tracePt t="184679" x="7258050" y="330200"/>
          <p14:tracePt t="184690" x="7219950" y="361950"/>
          <p14:tracePt t="184694" x="7175500" y="400050"/>
          <p14:tracePt t="184706" x="7131050" y="444500"/>
          <p14:tracePt t="184711" x="7086600" y="488950"/>
          <p14:tracePt t="184722" x="7042150" y="546100"/>
          <p14:tracePt t="184727" x="7004050" y="590550"/>
          <p14:tracePt t="184739" x="6972300" y="647700"/>
          <p14:tracePt t="184745" x="6946900" y="692150"/>
          <p14:tracePt t="184756" x="6902450" y="730250"/>
          <p14:tracePt t="184761" x="6870700" y="793750"/>
          <p14:tracePt t="184772" x="6845300" y="831850"/>
          <p14:tracePt t="184777" x="6813550" y="908050"/>
          <p14:tracePt t="184789" x="6788150" y="965200"/>
          <p14:tracePt t="184791" x="6743700" y="1022350"/>
          <p14:tracePt t="184800" x="6711950" y="1092200"/>
          <p14:tracePt t="184808" x="6686550" y="1162050"/>
          <p14:tracePt t="184816" x="6654800" y="1219200"/>
          <p14:tracePt t="184824" x="6629400" y="1295400"/>
          <p14:tracePt t="184832" x="6597650" y="1365250"/>
          <p14:tracePt t="184841" x="6572250" y="1435100"/>
          <p14:tracePt t="184849" x="6540500" y="1511300"/>
          <p14:tracePt t="184858" x="6527800" y="1593850"/>
          <p14:tracePt t="184865" x="6515100" y="1670050"/>
          <p14:tracePt t="184874" x="6483350" y="1739900"/>
          <p14:tracePt t="184882" x="6470650" y="1828800"/>
          <p14:tracePt t="184891" x="6457950" y="1898650"/>
          <p14:tracePt t="184899" x="6438900" y="2000250"/>
          <p14:tracePt t="184907" x="6438900" y="2101850"/>
          <p14:tracePt t="184914" x="6426200" y="2254250"/>
          <p14:tracePt t="184924" x="6413500" y="2387600"/>
          <p14:tracePt t="184931" x="6413500" y="2514600"/>
          <p14:tracePt t="184940" x="6413500" y="2673350"/>
          <p14:tracePt t="184947" x="6413500" y="2844800"/>
          <p14:tracePt t="184957" x="6413500" y="3016250"/>
          <p14:tracePt t="184964" x="6413500" y="3175000"/>
          <p14:tracePt t="184974" x="6413500" y="3365500"/>
          <p14:tracePt t="184980" x="6426200" y="3536950"/>
          <p14:tracePt t="184990" x="6457950" y="3695700"/>
          <p14:tracePt t="184997" x="6483350" y="3765550"/>
          <p14:tracePt t="185007" x="6553200" y="4038600"/>
          <p14:tracePt t="185015" x="6597650" y="4197350"/>
          <p14:tracePt t="185024" x="6654800" y="4343400"/>
          <p14:tracePt t="185031" x="6731000" y="4502150"/>
          <p14:tracePt t="185040" x="6788150" y="4629150"/>
          <p14:tracePt t="185048" x="6858000" y="4775200"/>
          <p14:tracePt t="185057" x="6927850" y="4914900"/>
          <p14:tracePt t="185064" x="6972300" y="4972050"/>
          <p14:tracePt t="185074" x="7042150" y="5105400"/>
          <p14:tracePt t="185081" x="7118350" y="5219700"/>
          <p14:tracePt t="185090" x="7200900" y="5321300"/>
          <p14:tracePt t="185096" x="7277100" y="5403850"/>
          <p14:tracePt t="185107" x="7346950" y="5492750"/>
          <p14:tracePt t="185114" x="7416800" y="5562600"/>
          <p14:tracePt t="185124" x="7493000" y="5638800"/>
          <p14:tracePt t="185130" x="7550150" y="5708650"/>
          <p14:tracePt t="185141" x="7620000" y="5778500"/>
          <p14:tracePt t="185142" x="7689850" y="5854700"/>
          <p14:tracePt t="185153" x="7747000" y="5911850"/>
          <p14:tracePt t="185160" x="7823200" y="5981700"/>
          <p14:tracePt t="185170" x="7893050" y="6038850"/>
          <p14:tracePt t="185178" x="7950200" y="6083300"/>
          <p14:tracePt t="185184" x="8020050" y="6140450"/>
          <p14:tracePt t="185195" x="8096250" y="6197600"/>
          <p14:tracePt t="185204" x="8153400" y="6242050"/>
          <p14:tracePt t="185211" x="8210550" y="6280150"/>
          <p14:tracePt t="185221" x="8267700" y="6324600"/>
          <p14:tracePt t="185228" x="8324850" y="6369050"/>
          <p14:tracePt t="185235" x="8369300" y="6400800"/>
          <p14:tracePt t="185244" x="8426450" y="6426200"/>
          <p14:tracePt t="185251" x="8470900" y="6470650"/>
          <p14:tracePt t="185260" x="8509000" y="6496050"/>
          <p14:tracePt t="185267" x="8566150" y="6527800"/>
          <p14:tracePt t="185275" x="8610600" y="6553200"/>
          <p14:tracePt t="185283" x="8655050" y="6572250"/>
          <p14:tracePt t="185291" x="8686800" y="6584950"/>
          <p14:tracePt t="185299" x="8712200" y="6597650"/>
          <p14:tracePt t="185308" x="8801100" y="6629400"/>
          <p14:tracePt t="185315" x="8813800" y="6642100"/>
          <p14:tracePt t="185324" x="8858250" y="6654800"/>
          <p14:tracePt t="185332" x="8902700" y="6673850"/>
          <p14:tracePt t="185341" x="8940800" y="6673850"/>
          <p14:tracePt t="185348" x="8985250" y="6686550"/>
          <p14:tracePt t="185357" x="9029700" y="6686550"/>
          <p14:tracePt t="185365" x="9074150" y="6699250"/>
          <p14:tracePt t="185374" x="9131300" y="6699250"/>
          <p14:tracePt t="185381" x="9188450" y="6699250"/>
          <p14:tracePt t="185390" x="9232900" y="6699250"/>
          <p14:tracePt t="185398" x="9271000" y="6699250"/>
          <p14:tracePt t="185407" x="9315450" y="6699250"/>
          <p14:tracePt t="185414" x="9372600" y="6673850"/>
          <p14:tracePt t="185424" x="9417050" y="6642100"/>
          <p14:tracePt t="185432" x="9474200" y="6616700"/>
          <p14:tracePt t="185441" x="9518650" y="6584950"/>
          <p14:tracePt t="185448" x="9575800" y="6540500"/>
          <p14:tracePt t="185458" x="9620250" y="6496050"/>
          <p14:tracePt t="185465" x="9690100" y="6457950"/>
          <p14:tracePt t="185475" x="9747250" y="6400800"/>
          <p14:tracePt t="185480" x="9804400" y="6356350"/>
          <p14:tracePt t="185490" x="9861550" y="6299200"/>
          <p14:tracePt t="185498" x="9906000" y="6242050"/>
          <p14:tracePt t="185507" x="10020300" y="6127750"/>
          <p14:tracePt t="185514" x="10077450" y="6038850"/>
          <p14:tracePt t="185524" x="10147300" y="5924550"/>
          <p14:tracePt t="185530" x="10223500" y="5822950"/>
          <p14:tracePt t="185541" x="10306050" y="5708650"/>
          <p14:tracePt t="185547" x="10350500" y="5651500"/>
          <p14:tracePt t="185557" x="10426700" y="5537200"/>
          <p14:tracePt t="185563" x="10496550" y="5435600"/>
          <p14:tracePt t="185574" x="10553700" y="5334000"/>
          <p14:tracePt t="185580" x="10610850" y="5232400"/>
          <p14:tracePt t="185590" x="10655300" y="5162550"/>
          <p14:tracePt t="185596" x="10712450" y="5060950"/>
          <p14:tracePt t="185607" x="10737850" y="4991100"/>
          <p14:tracePt t="185612" x="10782300" y="4902200"/>
          <p14:tracePt t="185625" x="10839450" y="4756150"/>
          <p14:tracePt t="185626" x="10871200" y="4641850"/>
          <p14:tracePt t="185637" x="10896600" y="4584700"/>
          <p14:tracePt t="185646" x="10928350" y="4470400"/>
          <p14:tracePt t="185656" x="10953750" y="4387850"/>
          <p14:tracePt t="185663" x="10985500" y="4267200"/>
          <p14:tracePt t="185675" x="11010900" y="4171950"/>
          <p14:tracePt t="185676" x="11042650" y="4070350"/>
          <p14:tracePt t="185684" x="11055350" y="3981450"/>
          <p14:tracePt t="185692" x="11068050" y="3911600"/>
          <p14:tracePt t="185699" x="11099800" y="3822700"/>
          <p14:tracePt t="185708" x="11112500" y="3752850"/>
          <p14:tracePt t="185716" x="11125200" y="3663950"/>
          <p14:tracePt t="185725" x="11169650" y="3492500"/>
          <p14:tracePt t="185732" x="11188700" y="3378200"/>
          <p14:tracePt t="185742" x="11214100" y="3251200"/>
          <p14:tracePt t="185749" x="11214100" y="3117850"/>
          <p14:tracePt t="185757" x="11226800" y="2978150"/>
          <p14:tracePt t="185765" x="11226800" y="2901950"/>
          <p14:tracePt t="185774" x="11245850" y="2762250"/>
          <p14:tracePt t="185782" x="11258550" y="2647950"/>
          <p14:tracePt t="185791" x="11258550" y="2546350"/>
          <p14:tracePt t="185798" x="11258550" y="2444750"/>
          <p14:tracePt t="185807" x="11258550" y="2355850"/>
          <p14:tracePt t="185814" x="11258550" y="2273300"/>
          <p14:tracePt t="185824" x="11258550" y="2216150"/>
          <p14:tracePt t="185831" x="11258550" y="2139950"/>
          <p14:tracePt t="185841" x="11258550" y="2082800"/>
          <p14:tracePt t="185848" x="11258550" y="2012950"/>
          <p14:tracePt t="185857" x="11258550" y="1943100"/>
          <p14:tracePt t="185864" x="11258550" y="1911350"/>
          <p14:tracePt t="185874" x="11258550" y="1866900"/>
          <p14:tracePt t="185881" x="11258550" y="1828800"/>
          <p14:tracePt t="185890" x="11245850" y="1784350"/>
          <p14:tracePt t="185897" x="11245850" y="1739900"/>
          <p14:tracePt t="185907" x="11226800" y="1727200"/>
          <p14:tracePt t="185914" x="11214100" y="1695450"/>
          <p14:tracePt t="185924" x="11201400" y="1670050"/>
          <p14:tracePt t="185931" x="11169650" y="1625600"/>
          <p14:tracePt t="185941" x="11144250" y="1593850"/>
          <p14:tracePt t="185948" x="11112500" y="1555750"/>
          <p14:tracePt t="185957" x="11099800" y="1524000"/>
          <p14:tracePt t="185964" x="11068050" y="1479550"/>
          <p14:tracePt t="185973" x="11042650" y="1422400"/>
          <p14:tracePt t="185980" x="11010900" y="1377950"/>
          <p14:tracePt t="185990" x="10998200" y="1339850"/>
          <p14:tracePt t="185997" x="10972800" y="1282700"/>
          <p14:tracePt t="186006" x="10941050" y="1238250"/>
          <p14:tracePt t="186014" x="10909300" y="1193800"/>
          <p14:tracePt t="186023" x="10883900" y="1149350"/>
          <p14:tracePt t="186030" x="10839450" y="1092200"/>
          <p14:tracePt t="186040" x="10814050" y="1035050"/>
          <p14:tracePt t="186046" x="10769600" y="990600"/>
          <p14:tracePt t="186057" x="10725150" y="933450"/>
          <p14:tracePt t="186062" x="10680700" y="889000"/>
          <p14:tracePt t="186073" x="10623550" y="831850"/>
          <p14:tracePt t="186078" x="10598150" y="793750"/>
          <p14:tracePt t="186090" x="10541000" y="762000"/>
          <p14:tracePt t="186095" x="10509250" y="717550"/>
          <p14:tracePt t="186107" x="10483850" y="704850"/>
          <p14:tracePt t="186109" x="10439400" y="647700"/>
          <p14:tracePt t="186117" x="10394950" y="615950"/>
          <p14:tracePt t="186126" x="10363200" y="590550"/>
          <p14:tracePt t="186134" x="10337800" y="577850"/>
          <p14:tracePt t="186143" x="10280650" y="533400"/>
          <p14:tracePt t="186151" x="10248900" y="520700"/>
          <p14:tracePt t="186159" x="10210800" y="488950"/>
          <p14:tracePt t="186168" x="10166350" y="476250"/>
          <p14:tracePt t="186176" x="10109200" y="444500"/>
          <p14:tracePt t="186183" x="10064750" y="431800"/>
          <p14:tracePt t="186192" x="10033000" y="431800"/>
          <p14:tracePt t="186199" x="9963150" y="400050"/>
          <p14:tracePt t="186208" x="9937750" y="400050"/>
          <p14:tracePt t="186215" x="9861550" y="387350"/>
          <p14:tracePt t="186224" x="9817100" y="374650"/>
          <p14:tracePt t="186232" x="9779000" y="374650"/>
          <p14:tracePt t="186241" x="9734550" y="361950"/>
          <p14:tracePt t="186248" x="9677400" y="361950"/>
          <p14:tracePt t="186257" x="9632950" y="361950"/>
          <p14:tracePt t="186265" x="9575800" y="342900"/>
          <p14:tracePt t="186274" x="9531350" y="342900"/>
          <p14:tracePt t="186281" x="9486900" y="330200"/>
          <p14:tracePt t="186291" x="9448800" y="330200"/>
          <p14:tracePt t="186298" x="9417050" y="330200"/>
          <p14:tracePt t="186307" x="9347200" y="317500"/>
          <p14:tracePt t="186314" x="9302750" y="317500"/>
          <p14:tracePt t="186325" x="9245600" y="304800"/>
          <p14:tracePt t="186332" x="9201150" y="304800"/>
          <p14:tracePt t="186342" x="9144000" y="304800"/>
          <p14:tracePt t="186348" x="9099550" y="304800"/>
          <p14:tracePt t="186357" x="9042400" y="304800"/>
          <p14:tracePt t="186364" x="9029700" y="304800"/>
          <p14:tracePt t="186374" x="8972550" y="304800"/>
          <p14:tracePt t="186382" x="8928100" y="304800"/>
          <p14:tracePt t="186390" x="8870950" y="304800"/>
          <p14:tracePt t="186397" x="8826500" y="304800"/>
          <p14:tracePt t="186407" x="8801100" y="304800"/>
          <p14:tracePt t="186414" x="8743950" y="304800"/>
          <p14:tracePt t="186424" x="8699500" y="304800"/>
          <p14:tracePt t="186430" x="8667750" y="304800"/>
          <p14:tracePt t="186440" x="8642350" y="304800"/>
          <p14:tracePt t="186447" x="8597900" y="304800"/>
          <p14:tracePt t="186457" x="8553450" y="304800"/>
          <p14:tracePt t="186463" x="8528050" y="317500"/>
          <p14:tracePt t="186473" x="8496300" y="330200"/>
          <p14:tracePt t="186479" x="8451850" y="330200"/>
          <p14:tracePt t="186490" x="8426450" y="342900"/>
          <p14:tracePt t="186497" x="8394700" y="361950"/>
          <p14:tracePt t="186507" x="8337550" y="374650"/>
          <p14:tracePt t="186523" x="8280400" y="400050"/>
          <p14:tracePt t="186529" x="8255000" y="419100"/>
          <p14:tracePt t="186540" x="8223250" y="444500"/>
          <p14:tracePt t="186545" x="8178800" y="457200"/>
          <p14:tracePt t="186557" x="8140700" y="488950"/>
          <p14:tracePt t="186561" x="8096250" y="520700"/>
          <p14:tracePt t="186573" x="8051800" y="546100"/>
          <p14:tracePt t="186578" x="7994650" y="590550"/>
          <p14:tracePt t="186591" x="7950200" y="615950"/>
          <p14:tracePt t="186592" x="7880350" y="660400"/>
          <p14:tracePt t="186601" x="7823200" y="704850"/>
          <p14:tracePt t="186610" x="7778750" y="762000"/>
          <p14:tracePt t="186618" x="7721600" y="806450"/>
          <p14:tracePt t="186627" x="7677150" y="863600"/>
          <p14:tracePt t="186633" x="7620000" y="920750"/>
          <p14:tracePt t="186642" x="7575550" y="965200"/>
          <p14:tracePt t="186650" x="7531100" y="1022350"/>
          <p14:tracePt t="186659" x="7493000" y="1066800"/>
          <p14:tracePt t="186667" x="7448550" y="1123950"/>
          <p14:tracePt t="186675" x="7404100" y="1162050"/>
          <p14:tracePt t="186683" x="7378700" y="1219200"/>
          <p14:tracePt t="186693" x="7334250" y="1282700"/>
          <p14:tracePt t="186699" x="7302500" y="1320800"/>
          <p14:tracePt t="186708" x="7277100" y="1397000"/>
          <p14:tracePt t="186715" x="7245350" y="1435100"/>
          <p14:tracePt t="186724" x="7219950" y="1511300"/>
          <p14:tracePt t="186732" x="7188200" y="1568450"/>
          <p14:tracePt t="186741" x="7162800" y="1625600"/>
          <p14:tracePt t="186748" x="7143750" y="1695450"/>
          <p14:tracePt t="186757" x="7118350" y="1765300"/>
          <p14:tracePt t="186764" x="7099300" y="1854200"/>
          <p14:tracePt t="186774" x="7073900" y="1968500"/>
          <p14:tracePt t="186782" x="7061200" y="2025650"/>
          <p14:tracePt t="186792" x="7029450" y="2127250"/>
          <p14:tracePt t="186799" x="7004050" y="2317750"/>
          <p14:tracePt t="186808" x="6972300" y="2444750"/>
          <p14:tracePt t="186815" x="6959600" y="2571750"/>
          <p14:tracePt t="186825" x="6959600" y="2647950"/>
          <p14:tracePt t="186831" x="6946900" y="2762250"/>
          <p14:tracePt t="186841" x="6927850" y="2889250"/>
          <p14:tracePt t="186848" x="6927850" y="3016250"/>
          <p14:tracePt t="186857" x="6927850" y="3136900"/>
          <p14:tracePt t="186864" x="6927850" y="3263900"/>
          <p14:tracePt t="186874" x="6927850" y="3390900"/>
          <p14:tracePt t="186881" x="6927850" y="3524250"/>
          <p14:tracePt t="186890" x="6927850" y="3625850"/>
          <p14:tracePt t="186897" x="6927850" y="3740150"/>
          <p14:tracePt t="186907" x="6927850" y="3854450"/>
          <p14:tracePt t="186913" x="6959600" y="3956050"/>
          <p14:tracePt t="186924" x="6972300" y="4038600"/>
          <p14:tracePt t="186931" x="6985000" y="4127500"/>
          <p14:tracePt t="186941" x="7016750" y="4197350"/>
          <p14:tracePt t="186948" x="7029450" y="4254500"/>
          <p14:tracePt t="186957" x="7061200" y="4330700"/>
          <p14:tracePt t="186963" x="7099300" y="4387850"/>
          <p14:tracePt t="190018" x="7099300" y="4400550"/>
          <p14:tracePt t="190027" x="7099300" y="4425950"/>
          <p14:tracePt t="190035" x="7099300" y="4470400"/>
          <p14:tracePt t="190043" x="7118350" y="4514850"/>
          <p14:tracePt t="190055" x="7131050" y="4572000"/>
          <p14:tracePt t="190060" x="7143750" y="4641850"/>
          <p14:tracePt t="190067" x="7175500" y="4699000"/>
          <p14:tracePt t="190078" x="7200900" y="4775200"/>
          <p14:tracePt t="190085" x="7245350" y="4857750"/>
          <p14:tracePt t="190095" x="7289800" y="4933950"/>
          <p14:tracePt t="190102" x="7334250" y="5003800"/>
          <p14:tracePt t="190111" x="7391400" y="5073650"/>
          <p14:tracePt t="190122" x="7435850" y="5130800"/>
          <p14:tracePt t="190127" x="7493000" y="5187950"/>
          <p14:tracePt t="190136" x="7531100" y="5245100"/>
          <p14:tracePt t="190146" x="7588250" y="5289550"/>
          <p14:tracePt t="190153" x="7632700" y="5334000"/>
          <p14:tracePt t="190160" x="7677150" y="5365750"/>
          <p14:tracePt t="190169" x="7721600" y="5403850"/>
          <p14:tracePt t="190177" x="7766050" y="5422900"/>
          <p14:tracePt t="190185" x="7804150" y="5435600"/>
          <p14:tracePt t="190194" x="7848600" y="5448300"/>
          <p14:tracePt t="190201" x="7924800" y="5461000"/>
          <p14:tracePt t="190210" x="7962900" y="5461000"/>
          <p14:tracePt t="190216" x="8039100" y="5480050"/>
          <p14:tracePt t="190225" x="8077200" y="5480050"/>
          <p14:tracePt t="190232" x="8153400" y="5480050"/>
          <p14:tracePt t="190241" x="8197850" y="5480050"/>
          <p14:tracePt t="190248" x="8255000" y="5480050"/>
          <p14:tracePt t="190257" x="8312150" y="5461000"/>
          <p14:tracePt t="190265" x="8369300" y="5435600"/>
          <p14:tracePt t="190274" x="8439150" y="5391150"/>
          <p14:tracePt t="190281" x="8509000" y="5346700"/>
          <p14:tracePt t="190291" x="8566150" y="5289550"/>
          <p14:tracePt t="190298" x="8642350" y="5219700"/>
          <p14:tracePt t="190307" x="8724900" y="5149850"/>
          <p14:tracePt t="190315" x="8839200" y="5016500"/>
          <p14:tracePt t="190324" x="8928100" y="4914900"/>
          <p14:tracePt t="190331" x="8997950" y="4800600"/>
          <p14:tracePt t="190341" x="9099550" y="4673600"/>
          <p14:tracePt t="190348" x="9201150" y="4527550"/>
          <p14:tracePt t="190358" x="9302750" y="4400550"/>
          <p14:tracePt t="190365" x="9404350" y="4254500"/>
          <p14:tracePt t="190374" x="9486900" y="4114800"/>
          <p14:tracePt t="190382" x="9588500" y="3956050"/>
          <p14:tracePt t="190391" x="9645650" y="3822700"/>
          <p14:tracePt t="190399" x="9677400" y="3752850"/>
          <p14:tracePt t="190408" x="9779000" y="3524250"/>
          <p14:tracePt t="190415" x="9804400" y="3365500"/>
          <p14:tracePt t="190423" x="9836150" y="3206750"/>
          <p14:tracePt t="190430" x="9848850" y="3035300"/>
          <p14:tracePt t="190440" x="9861550" y="2863850"/>
          <p14:tracePt t="190448" x="9861550" y="2673350"/>
          <p14:tracePt t="190457" x="9861550" y="2489200"/>
          <p14:tracePt t="190463" x="9861550" y="2298700"/>
          <p14:tracePt t="190473" x="9836150" y="2114550"/>
          <p14:tracePt t="190480" x="9779000" y="1911350"/>
          <p14:tracePt t="190491" x="9721850" y="1739900"/>
          <p14:tracePt t="190496" x="9664700" y="1593850"/>
          <p14:tracePt t="190507" x="9575800" y="1435100"/>
          <p14:tracePt t="190512" x="9531350" y="1377950"/>
          <p14:tracePt t="190524" x="9461500" y="1263650"/>
          <p14:tracePt t="190529" x="9385300" y="1193800"/>
          <p14:tracePt t="190540" x="9328150" y="1123950"/>
          <p14:tracePt t="190543" x="9302750" y="1104900"/>
          <p14:tracePt t="190553" x="9258300" y="1066800"/>
          <p14:tracePt t="190560" x="9213850" y="1035050"/>
          <p14:tracePt t="190568" x="9175750" y="1022350"/>
          <p14:tracePt t="190577" x="9144000" y="1003300"/>
          <p14:tracePt t="190584" x="9112250" y="990600"/>
          <p14:tracePt t="190593" x="9086850" y="990600"/>
          <p14:tracePt t="190600" x="9055100" y="977900"/>
          <p14:tracePt t="190609" x="9029700" y="977900"/>
          <p14:tracePt t="190616" x="8997950" y="977900"/>
          <p14:tracePt t="190625" x="8940800" y="977900"/>
          <p14:tracePt t="190632" x="8915400" y="977900"/>
          <p14:tracePt t="190642" x="8883650" y="977900"/>
          <p14:tracePt t="190650" x="8839200" y="977900"/>
          <p14:tracePt t="190658" x="8813800" y="990600"/>
          <p14:tracePt t="190666" x="8769350" y="1003300"/>
          <p14:tracePt t="190675" x="8756650" y="1022350"/>
          <p14:tracePt t="190683" x="8712200" y="1035050"/>
          <p14:tracePt t="190691" x="8686800" y="1047750"/>
          <p14:tracePt t="190699" x="8623300" y="1066800"/>
          <p14:tracePt t="190708" x="8610600" y="1079500"/>
          <p14:tracePt t="190716" x="8553450" y="1092200"/>
          <p14:tracePt t="190724" x="8540750" y="1104900"/>
          <p14:tracePt t="190732" x="8483600" y="1123950"/>
          <p14:tracePt t="190741" x="8451850" y="1136650"/>
          <p14:tracePt t="190749" x="8426450" y="1149350"/>
          <p14:tracePt t="190758" x="8394700" y="1162050"/>
          <p14:tracePt t="190765" x="8369300" y="1181100"/>
          <p14:tracePt t="190774" x="8337550" y="1193800"/>
          <p14:tracePt t="190781" x="8312150" y="1206500"/>
          <p14:tracePt t="190791" x="8293100" y="1219200"/>
          <p14:tracePt t="190798" x="8267700" y="1250950"/>
          <p14:tracePt t="190807" x="8223250" y="1282700"/>
          <p14:tracePt t="190814" x="8197850" y="1308100"/>
          <p14:tracePt t="190824" x="8166100" y="1339850"/>
          <p14:tracePt t="190831" x="8140700" y="1377950"/>
          <p14:tracePt t="190841" x="8108950" y="1409700"/>
          <p14:tracePt t="190848" x="8077200" y="1454150"/>
          <p14:tracePt t="190858" x="8039100" y="1511300"/>
          <p14:tracePt t="190866" x="8007350" y="1568450"/>
          <p14:tracePt t="190875" x="7950200" y="1638300"/>
          <p14:tracePt t="190882" x="7924800" y="1708150"/>
          <p14:tracePt t="190891" x="7861300" y="1797050"/>
          <p14:tracePt t="190898" x="7835900" y="1885950"/>
          <p14:tracePt t="190908" x="7791450" y="1968500"/>
          <p14:tracePt t="190915" x="7747000" y="2070100"/>
          <p14:tracePt t="190924" x="7721600" y="2171700"/>
          <p14:tracePt t="190929" x="7677150" y="2273300"/>
          <p14:tracePt t="190940" x="7664450" y="2374900"/>
          <p14:tracePt t="190948" x="7632700" y="2457450"/>
          <p14:tracePt t="190957" x="7607300" y="2559050"/>
          <p14:tracePt t="190963" x="7588250" y="2660650"/>
          <p14:tracePt t="190974" x="7575550" y="2762250"/>
          <p14:tracePt t="190979" x="7562850" y="2863850"/>
          <p14:tracePt t="190990" x="7562850" y="2959100"/>
          <p14:tracePt t="190995" x="7562850" y="3079750"/>
          <p14:tracePt t="191007" x="7562850" y="3175000"/>
          <p14:tracePt t="191012" x="7562850" y="3289300"/>
          <p14:tracePt t="191024" x="7562850" y="3467100"/>
          <p14:tracePt t="191029" x="7562850" y="3594100"/>
          <p14:tracePt t="191040" x="7562850" y="3663950"/>
          <p14:tracePt t="191042" x="7588250" y="3765550"/>
          <p14:tracePt t="191050" x="7620000" y="3879850"/>
          <p14:tracePt t="191059" x="7651750" y="3994150"/>
          <p14:tracePt t="191067" x="7689850" y="4095750"/>
          <p14:tracePt t="191076" x="7734300" y="4197350"/>
          <p14:tracePt t="191083" x="7778750" y="4267200"/>
          <p14:tracePt t="191092" x="7791450" y="4311650"/>
          <p14:tracePt t="191100" x="7823200" y="4356100"/>
          <p14:tracePt t="195790" x="7823200" y="4343400"/>
          <p14:tracePt t="195799" x="7924800" y="4241800"/>
          <p14:tracePt t="195810" x="8020050" y="4152900"/>
          <p14:tracePt t="195815" x="8121650" y="4051300"/>
          <p14:tracePt t="195829" x="8267700" y="3937000"/>
          <p14:tracePt t="195835" x="8394700" y="3797300"/>
          <p14:tracePt t="195844" x="8566150" y="3638550"/>
          <p14:tracePt t="195851" x="8883650" y="3333750"/>
          <p14:tracePt t="195860" x="9486900" y="2730500"/>
          <p14:tracePt t="195867" x="9906000" y="2298700"/>
          <p14:tracePt t="195874" x="10363200" y="1797050"/>
          <p14:tracePt t="195882" x="10782300" y="1308100"/>
          <p14:tracePt t="195891" x="11201400" y="749300"/>
          <p14:tracePt t="195899" x="11645900" y="203200"/>
        </p14:tracePtLst>
      </p14:laserTraceLst>
    </p:ext>
  </p:extLs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C0DAE-3E41-C72C-889C-0B1313D1FEF7}"/>
              </a:ext>
            </a:extLst>
          </p:cNvPr>
          <p:cNvSpPr>
            <a:spLocks noGrp="1"/>
          </p:cNvSpPr>
          <p:nvPr>
            <p:ph type="title"/>
          </p:nvPr>
        </p:nvSpPr>
        <p:spPr>
          <a:xfrm>
            <a:off x="838200" y="365125"/>
            <a:ext cx="10515600" cy="1325563"/>
          </a:xfrm>
        </p:spPr>
        <p:txBody>
          <a:bodyPr>
            <a:normAutofit/>
          </a:bodyPr>
          <a:lstStyle/>
          <a:p>
            <a:r>
              <a:rPr lang="en-US" dirty="0"/>
              <a:t>DES Summary</a:t>
            </a:r>
          </a:p>
        </p:txBody>
      </p:sp>
      <p:graphicFrame>
        <p:nvGraphicFramePr>
          <p:cNvPr id="5" name="Content Placeholder 2" descr="DES Summary">
            <a:extLst>
              <a:ext uri="{FF2B5EF4-FFF2-40B4-BE49-F238E27FC236}">
                <a16:creationId xmlns:a16="http://schemas.microsoft.com/office/drawing/2014/main" id="{8F3ABFB8-D04C-9F59-658B-45F924BF1485}"/>
              </a:ext>
            </a:extLst>
          </p:cNvPr>
          <p:cNvGraphicFramePr>
            <a:graphicFrameLocks noGrp="1"/>
          </p:cNvGraphicFramePr>
          <p:nvPr>
            <p:ph idx="1"/>
            <p:extLst>
              <p:ext uri="{D42A27DB-BD31-4B8C-83A1-F6EECF244321}">
                <p14:modId xmlns:p14="http://schemas.microsoft.com/office/powerpoint/2010/main" val="12839136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B2517E7-2EE0-AC01-C939-C3F50CDF4284}"/>
              </a:ext>
            </a:extLst>
          </p:cNvPr>
          <p:cNvSpPr>
            <a:spLocks noGrp="1"/>
          </p:cNvSpPr>
          <p:nvPr>
            <p:ph type="sldNum" sz="quarter" idx="12"/>
          </p:nvPr>
        </p:nvSpPr>
        <p:spPr/>
        <p:txBody>
          <a:bodyPr/>
          <a:lstStyle/>
          <a:p>
            <a:fld id="{80E90D97-E47C-F643-9476-8E7632F37DDA}" type="slidenum">
              <a:rPr lang="en-US" smtClean="0"/>
              <a:t>25</a:t>
            </a:fld>
            <a:endParaRPr lang="en-US"/>
          </a:p>
        </p:txBody>
      </p:sp>
    </p:spTree>
    <p:extLst>
      <p:ext uri="{BB962C8B-B14F-4D97-AF65-F5344CB8AC3E}">
        <p14:creationId xmlns:p14="http://schemas.microsoft.com/office/powerpoint/2010/main" val="39465521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43.1|56.5"/>
</p:tagLst>
</file>

<file path=ppt/tags/tag2.xml><?xml version="1.0" encoding="utf-8"?>
<p:tagLst xmlns:a="http://schemas.openxmlformats.org/drawingml/2006/main" xmlns:r="http://schemas.openxmlformats.org/officeDocument/2006/relationships" xmlns:p="http://schemas.openxmlformats.org/presentationml/2006/main">
  <p:tag name="TIMING" val="|0.1|0.8"/>
</p:tagLst>
</file>

<file path=ppt/tags/tag3.xml><?xml version="1.0" encoding="utf-8"?>
<p:tagLst xmlns:a="http://schemas.openxmlformats.org/drawingml/2006/main" xmlns:r="http://schemas.openxmlformats.org/officeDocument/2006/relationships" xmlns:p="http://schemas.openxmlformats.org/presentationml/2006/main">
  <p:tag name="TIMING" val="|0.4|0.4|1.2|6.7|0.8|4|1.6|2.6|1.7|1.5"/>
</p:tagLst>
</file>

<file path=ppt/tags/tag4.xml><?xml version="1.0" encoding="utf-8"?>
<p:tagLst xmlns:a="http://schemas.openxmlformats.org/drawingml/2006/main" xmlns:r="http://schemas.openxmlformats.org/officeDocument/2006/relationships" xmlns:p="http://schemas.openxmlformats.org/presentationml/2006/main">
  <p:tag name="TIMING" val="|8.3|2.7|2.9|4.9|2.4|1.4|7.3|8.9|1.8|2.9|1.4|5.4|3.7|1.4|3.3|8.6|2.8|32|26.7|0.6|0.7|0.5|1.6|3.7|1.4|2|1.4|0.6|1.1|2.4|0.4|1.5|1.5|11|5.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4EBE90-59C9-4D30-ABF4-859B652E31A9}">
  <we:reference id="WA200009978" version="1.0.0.1" store="Omex" storeType="OMEX"/>
  <we:alternateReferences>
    <we:reference id="WA200009978" version="1.0.0.1" store="WA200009978"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307</TotalTime>
  <Words>1277</Words>
  <Application>Microsoft Office PowerPoint</Application>
  <PresentationFormat>Widescreen</PresentationFormat>
  <Paragraphs>226</Paragraphs>
  <Slides>25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Cambria Math</vt:lpstr>
      <vt:lpstr>Wingdings</vt:lpstr>
      <vt:lpstr>Office Theme</vt:lpstr>
      <vt:lpstr>Data Encryption Standard Part 3: Key Schedule</vt:lpstr>
      <vt:lpstr>DES Overview: Putting the Pieces Together</vt:lpstr>
      <vt:lpstr>DES Overview</vt:lpstr>
      <vt:lpstr>Key Schedule Overview</vt:lpstr>
      <vt:lpstr>Key Schedule</vt:lpstr>
      <vt:lpstr>Key Schedule (cont.) </vt:lpstr>
      <vt:lpstr>F-Function Review</vt:lpstr>
      <vt:lpstr>DES Workflow</vt:lpstr>
      <vt:lpstr>Example</vt:lpstr>
      <vt:lpstr>Example Solution</vt:lpstr>
      <vt:lpstr>Example Solution (cont. pg2)</vt:lpstr>
      <vt:lpstr>Example Solution (cont. pg3)</vt:lpstr>
      <vt:lpstr>Review of Data Encryption Standard</vt:lpstr>
      <vt:lpstr>DES Structure Review</vt:lpstr>
      <vt:lpstr>F-function</vt:lpstr>
      <vt:lpstr>Substitution Tables</vt:lpstr>
      <vt:lpstr>Key Schedule Review</vt:lpstr>
      <vt:lpstr>Initial/Final Permutation</vt:lpstr>
      <vt:lpstr>Key Schedule Steps Review</vt:lpstr>
      <vt:lpstr>Key Schedule (cont.)</vt:lpstr>
      <vt:lpstr>DES Toy Example</vt:lpstr>
      <vt:lpstr>DES Toy Example Details</vt:lpstr>
      <vt:lpstr>Example – Key Schedule Solutions</vt:lpstr>
      <vt:lpstr>DES Toy Example Solutions</vt:lpstr>
      <vt:lpstr>DES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29</cp:revision>
  <dcterms:created xsi:type="dcterms:W3CDTF">2026-02-09T18:12:12Z</dcterms:created>
  <dcterms:modified xsi:type="dcterms:W3CDTF">2026-04-20T17:50:52Z</dcterms:modified>
</cp:coreProperties>
</file>