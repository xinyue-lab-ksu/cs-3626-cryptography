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81" r:id="rId3"/>
    <p:sldId id="321" r:id="rId4"/>
    <p:sldId id="322" r:id="rId5"/>
    <p:sldId id="333" r:id="rId6"/>
    <p:sldId id="334" r:id="rId7"/>
    <p:sldId id="303" r:id="rId8"/>
    <p:sldId id="285" r:id="rId9"/>
    <p:sldId id="32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66" d="100"/>
          <a:sy n="66" d="100"/>
        </p:scale>
        <p:origin x="90" y="72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469A1C-D0FB-8B4C-83C2-B758A1D4AB30}"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A30F21-AD4D-0C40-8D7E-BA0D4331ECF7}" type="slidenum">
              <a:rPr lang="en-US" smtClean="0"/>
              <a:t>‹#›</a:t>
            </a:fld>
            <a:endParaRPr lang="en-US"/>
          </a:p>
        </p:txBody>
      </p:sp>
    </p:spTree>
    <p:extLst>
      <p:ext uri="{BB962C8B-B14F-4D97-AF65-F5344CB8AC3E}">
        <p14:creationId xmlns:p14="http://schemas.microsoft.com/office/powerpoint/2010/main" val="1543044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CD3178CD-E717-E34A-A881-B019EC9117C1}" type="slidenum">
              <a:rPr lang="en-AU">
                <a:latin typeface="Arial" pitchFamily="-84" charset="0"/>
              </a:rPr>
              <a:pPr/>
              <a:t>2</a:t>
            </a:fld>
            <a:endParaRPr lang="en-AU">
              <a:latin typeface="Arial" pitchFamily="-84" charset="0"/>
            </a:endParaRPr>
          </a:p>
        </p:txBody>
      </p:sp>
      <p:sp>
        <p:nvSpPr>
          <p:cNvPr id="46083" name="Rectangle 2"/>
          <p:cNvSpPr>
            <a:spLocks noGrp="1" noRot="1" noChangeAspect="1" noChangeArrowheads="1" noTextEdit="1"/>
          </p:cNvSpPr>
          <p:nvPr>
            <p:ph type="sldImg"/>
          </p:nvPr>
        </p:nvSpPr>
        <p:spPr>
          <a:xfrm>
            <a:off x="381000" y="685800"/>
            <a:ext cx="6096000" cy="3429000"/>
          </a:xfrm>
          <a:ln/>
        </p:spPr>
      </p:sp>
      <p:sp>
        <p:nvSpPr>
          <p:cNvPr id="46084" name="Rectangle 3"/>
          <p:cNvSpPr>
            <a:spLocks noGrp="1" noChangeArrowheads="1"/>
          </p:cNvSpPr>
          <p:nvPr>
            <p:ph type="body" idx="1"/>
          </p:nvPr>
        </p:nvSpPr>
        <p:spPr>
          <a:noFill/>
          <a:ln/>
        </p:spPr>
        <p:txBody>
          <a:bodyPr/>
          <a:lstStyle/>
          <a:p>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468D2DB-E8A3-5946-9873-9C999757F12A}" type="slidenum">
              <a:rPr lang="en-AU" smtClean="0"/>
              <a:pPr>
                <a:defRPr/>
              </a:pPr>
              <a:t>3</a:t>
            </a:fld>
            <a:endParaRPr lang="en-AU" dirty="0"/>
          </a:p>
        </p:txBody>
      </p:sp>
    </p:spTree>
    <p:extLst>
      <p:ext uri="{BB962C8B-B14F-4D97-AF65-F5344CB8AC3E}">
        <p14:creationId xmlns:p14="http://schemas.microsoft.com/office/powerpoint/2010/main" val="1919184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468D2DB-E8A3-5946-9873-9C999757F12A}" type="slidenum">
              <a:rPr lang="en-AU" smtClean="0"/>
              <a:pPr>
                <a:defRPr/>
              </a:pPr>
              <a:t>4</a:t>
            </a:fld>
            <a:endParaRPr lang="en-AU" dirty="0"/>
          </a:p>
        </p:txBody>
      </p:sp>
    </p:spTree>
    <p:extLst>
      <p:ext uri="{BB962C8B-B14F-4D97-AF65-F5344CB8AC3E}">
        <p14:creationId xmlns:p14="http://schemas.microsoft.com/office/powerpoint/2010/main" val="3314277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A30F21-AD4D-0C40-8D7E-BA0D4331ECF7}" type="slidenum">
              <a:rPr lang="en-US" smtClean="0"/>
              <a:t>5</a:t>
            </a:fld>
            <a:endParaRPr lang="en-US"/>
          </a:p>
        </p:txBody>
      </p:sp>
    </p:spTree>
    <p:extLst>
      <p:ext uri="{BB962C8B-B14F-4D97-AF65-F5344CB8AC3E}">
        <p14:creationId xmlns:p14="http://schemas.microsoft.com/office/powerpoint/2010/main" val="4126006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p:cNvSpPr>
          <p:nvPr>
            <p:ph type="sldImg"/>
          </p:nvPr>
        </p:nvSpPr>
        <p:spPr>
          <a:xfrm>
            <a:off x="381000" y="685800"/>
            <a:ext cx="6096000" cy="3429000"/>
          </a:xfrm>
          <a:ln/>
        </p:spPr>
      </p:sp>
      <mc:AlternateContent xmlns:mc="http://schemas.openxmlformats.org/markup-compatibility/2006" xmlns:a14="http://schemas.microsoft.com/office/drawing/2010/main">
        <mc:Choice Requires="a14">
          <p:sp>
            <p:nvSpPr>
              <p:cNvPr id="68611" name="Notes Placeholder 2"/>
              <p:cNvSpPr>
                <a:spLocks noGrp="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mc:Choice>
        <mc:Fallback xmlns="">
          <p:sp>
            <p:nvSpPr>
              <p:cNvPr id="68611" name="Notes Placeholder 2"/>
              <p:cNvSpPr>
                <a:spLocks noGrp="1"/>
              </p:cNvSpPr>
              <p:nvPr>
                <p:ph type="body" idx="1"/>
              </p:nvPr>
            </p:nvSpPr>
            <p:spPr>
              <a:noFill/>
              <a:ln/>
            </p:spPr>
            <p:txBody>
              <a:bodyPr/>
              <a:lstStyle/>
              <a:p>
                <a:r>
                  <a:rPr lang="en-US" dirty="0" err="1"/>
                  <a:t>MixColumns</a:t>
                </a:r>
                <a:r>
                  <a:rPr lang="en-US" dirty="0"/>
                  <a:t> is designed to provide diffusion within each column of the AES state.</a:t>
                </a:r>
              </a:p>
              <a:p>
                <a:r>
                  <a:rPr lang="en-US" dirty="0"/>
                  <a:t>Recall that AES processes data column by column.</a:t>
                </a:r>
              </a:p>
              <a:p>
                <a:r>
                  <a:rPr lang="en-US" dirty="0"/>
                  <a:t>In the </a:t>
                </a:r>
                <a:r>
                  <a:rPr lang="en-US" dirty="0" err="1"/>
                  <a:t>MixColumns</a:t>
                </a:r>
                <a:r>
                  <a:rPr lang="en-US" dirty="0"/>
                  <a:t> step, each column is treated as a 4-byte vector, and it is multiplied by a fixed matrix over the finite field </a:t>
                </a:r>
                <a:r>
                  <a:rPr lang="en-US" sz="1200" i="0" kern="1200">
                    <a:solidFill>
                      <a:schemeClr val="tx1"/>
                    </a:solidFill>
                    <a:latin typeface="+mn-lt"/>
                    <a:ea typeface="+mn-ea"/>
                    <a:cs typeface="+mn-cs"/>
                  </a:rPr>
                  <a:t>𝐺𝐹</a:t>
                </a:r>
                <a:r>
                  <a:rPr lang="ar-AE" sz="1200" i="0" kern="1200">
                    <a:solidFill>
                      <a:schemeClr val="tx1"/>
                    </a:solidFill>
                    <a:latin typeface="+mn-lt"/>
                    <a:ea typeface="+mn-ea"/>
                    <a:cs typeface="+mn-cs"/>
                  </a:rPr>
                  <a:t>(2^8 )</a:t>
                </a:r>
                <a:r>
                  <a:rPr lang="ar-AE" dirty="0"/>
                  <a:t>.</a:t>
                </a:r>
              </a:p>
              <a:p>
                <a:r>
                  <a:rPr lang="en-US" dirty="0"/>
                  <a:t>The important idea is that each output byte becomes a linear combination of all four input bytes in that column.</a:t>
                </a:r>
              </a:p>
              <a:p>
                <a:r>
                  <a:rPr lang="en-US" dirty="0"/>
                  <a:t>That means changing a single byte in the column will affect all four output bytes after this transformation.</a:t>
                </a:r>
              </a:p>
              <a:p>
                <a:r>
                  <a:rPr lang="en-US" dirty="0"/>
                  <a:t>By itself, </a:t>
                </a:r>
                <a:r>
                  <a:rPr lang="en-US" dirty="0" err="1"/>
                  <a:t>MixColumns</a:t>
                </a:r>
                <a:r>
                  <a:rPr lang="en-US" dirty="0"/>
                  <a:t> spreads information only within a column.</a:t>
                </a:r>
              </a:p>
              <a:p>
                <a:r>
                  <a:rPr lang="en-US" dirty="0"/>
                  <a:t>However, when combined with </a:t>
                </a:r>
                <a:r>
                  <a:rPr lang="en-US" dirty="0" err="1"/>
                  <a:t>ShiftRows</a:t>
                </a:r>
                <a:r>
                  <a:rPr lang="en-US" dirty="0"/>
                  <a:t> — which moves bytes across columns — the two transformations together ensure that a small change eventually spreads across the entire 16-byte state.</a:t>
                </a:r>
              </a:p>
              <a:p>
                <a:r>
                  <a:rPr lang="en-US" dirty="0"/>
                  <a:t>This interaction produces strong diffusion and contributes to the avalanche effect.</a:t>
                </a:r>
              </a:p>
              <a:p>
                <a:r>
                  <a:rPr lang="en-US" dirty="0"/>
                  <a:t>In short, </a:t>
                </a:r>
                <a:r>
                  <a:rPr lang="en-US" dirty="0" err="1"/>
                  <a:t>MixColumns</a:t>
                </a:r>
                <a:r>
                  <a:rPr lang="en-US" dirty="0"/>
                  <a:t> is the main diffusion mechanism of AES.</a:t>
                </a:r>
              </a:p>
              <a:p>
                <a:endParaRPr lang="en-US" dirty="0">
                  <a:latin typeface="Arial" pitchFamily="-84" charset="0"/>
                  <a:ea typeface="ＭＳ Ｐゴシック" pitchFamily="-84" charset="-128"/>
                  <a:cs typeface="ＭＳ Ｐゴシック" pitchFamily="-84" charset="-128"/>
                </a:endParaRPr>
              </a:p>
            </p:txBody>
          </p:sp>
        </mc:Fallback>
      </mc:AlternateContent>
      <p:sp>
        <p:nvSpPr>
          <p:cNvPr id="68612" name="Slide Number Placeholder 3"/>
          <p:cNvSpPr>
            <a:spLocks noGrp="1"/>
          </p:cNvSpPr>
          <p:nvPr>
            <p:ph type="sldNum" sz="quarter" idx="5"/>
          </p:nvPr>
        </p:nvSpPr>
        <p:spPr>
          <a:noFill/>
        </p:spPr>
        <p:txBody>
          <a:bodyPr/>
          <a:lstStyle/>
          <a:p>
            <a:fld id="{E6437FD9-6E7C-AB47-82CB-1B1003815B61}" type="slidenum">
              <a:rPr lang="en-AU" smtClean="0">
                <a:latin typeface="Arial" pitchFamily="-84" charset="0"/>
              </a:rPr>
              <a:pPr/>
              <a:t>7</a:t>
            </a:fld>
            <a:endParaRPr lang="en-AU">
              <a:latin typeface="Arial" pitchFamily="-8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83B7186A-DEB4-6843-9C4A-CDE6A09B60D1}" type="slidenum">
              <a:rPr lang="en-AU">
                <a:latin typeface="Arial" pitchFamily="-84" charset="0"/>
              </a:rPr>
              <a:pPr/>
              <a:t>8</a:t>
            </a:fld>
            <a:endParaRPr lang="en-AU">
              <a:latin typeface="Arial" pitchFamily="-84" charset="0"/>
            </a:endParaRPr>
          </a:p>
        </p:txBody>
      </p:sp>
      <p:sp>
        <p:nvSpPr>
          <p:cNvPr id="70659" name="Rectangle 2"/>
          <p:cNvSpPr>
            <a:spLocks noGrp="1" noRot="1" noChangeAspect="1" noChangeArrowheads="1" noTextEdit="1"/>
          </p:cNvSpPr>
          <p:nvPr>
            <p:ph type="sldImg"/>
          </p:nvPr>
        </p:nvSpPr>
        <p:spPr>
          <a:xfrm>
            <a:off x="381000" y="685800"/>
            <a:ext cx="6096000" cy="3429000"/>
          </a:xfrm>
          <a:ln/>
        </p:spPr>
      </p:sp>
      <p:sp>
        <p:nvSpPr>
          <p:cNvPr id="70660" name="Rectangle 3"/>
          <p:cNvSpPr>
            <a:spLocks noGrp="1" noChangeArrowheads="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03852D02-F99A-5645-A151-A53B4131D954}" type="slidenum">
              <a:rPr lang="en-AU">
                <a:latin typeface="Arial" pitchFamily="-84" charset="0"/>
              </a:rPr>
              <a:pPr/>
              <a:t>9</a:t>
            </a:fld>
            <a:endParaRPr lang="en-AU">
              <a:latin typeface="Arial" pitchFamily="-84" charset="0"/>
            </a:endParaRPr>
          </a:p>
        </p:txBody>
      </p:sp>
      <p:sp>
        <p:nvSpPr>
          <p:cNvPr id="72707" name="Rectangle 2"/>
          <p:cNvSpPr>
            <a:spLocks noGrp="1" noRot="1" noChangeAspect="1" noChangeArrowheads="1" noTextEdit="1"/>
          </p:cNvSpPr>
          <p:nvPr>
            <p:ph type="sldImg"/>
          </p:nvPr>
        </p:nvSpPr>
        <p:spPr>
          <a:xfrm>
            <a:off x="381000" y="685800"/>
            <a:ext cx="6096000" cy="3429000"/>
          </a:xfrm>
          <a:ln/>
        </p:spPr>
      </p:sp>
      <p:sp>
        <p:nvSpPr>
          <p:cNvPr id="72708" name="Rectangle 3"/>
          <p:cNvSpPr>
            <a:spLocks noGrp="1" noChangeArrowheads="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CCE66-FCA3-7724-464B-1B7D22D18C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A185CC-ADF8-FF3F-B55C-36B9CC5141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D44747-99F7-305A-39F8-22BD9E498A50}"/>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AD6A3357-AAE3-B686-1E77-D213CBF48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7787E4-33D2-2906-78D2-6A65CD41B6E4}"/>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077148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8386-7C28-4B33-C68E-ED0B759CBE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0F41B6-164A-F85C-EA74-E11F4DF414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3387A0-CD47-638E-9F94-CF3B55E305A7}"/>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3E687EE6-4C84-4F71-9A9C-35E312001E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1F498-E2D7-4667-1D8A-7BAB2502B2A3}"/>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540573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A5570-47BC-CDED-C7E3-7578479219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EF5A1A-461F-AAFE-F6EC-32799AD1A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1CD001-477E-48A7-7597-2D0190A1E5D9}"/>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548E097D-2E54-6EC8-4A68-D8CB95A88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084DB-C4E4-4749-480F-EBA8F4F8D1A9}"/>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425720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9C619-D70E-600B-07EA-D89FA5D3EB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16D8E3-D99B-151A-7746-880B11FCAD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BD1DD7-4CBF-1846-565D-A523F861BE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C8BD03-2B0A-6D42-9EE1-47B01DCBADA6}"/>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6" name="Footer Placeholder 5">
            <a:extLst>
              <a:ext uri="{FF2B5EF4-FFF2-40B4-BE49-F238E27FC236}">
                <a16:creationId xmlns:a16="http://schemas.microsoft.com/office/drawing/2014/main" id="{80A3F0AA-3F44-76AB-25CD-6DEC18A659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9C1229-5B4B-1D64-D1E0-6186B95AE5CA}"/>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270139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C4018-69D0-BCE8-4B4A-BECB55B2A0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602A4F-8BD2-7F9F-F6E3-1E024CCC81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EFC8C4-D7EB-11B4-640B-709DEA8243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C9B9A7-FEE0-2B95-9F9C-8DB4AE305F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11419B-7C0B-81C1-E232-6BE93251FA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89A10E-5E63-DA06-E4C5-2A0E3D3E9FA8}"/>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8" name="Footer Placeholder 7">
            <a:extLst>
              <a:ext uri="{FF2B5EF4-FFF2-40B4-BE49-F238E27FC236}">
                <a16:creationId xmlns:a16="http://schemas.microsoft.com/office/drawing/2014/main" id="{EE7F663E-9618-8E06-3F14-971E834491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C7C976-0C58-981C-07AC-769557097768}"/>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569563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35933-2B58-9CA8-209E-B95F3A4F21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CE9B1C-A47B-D52E-3722-F37E2810FE04}"/>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4" name="Footer Placeholder 3">
            <a:extLst>
              <a:ext uri="{FF2B5EF4-FFF2-40B4-BE49-F238E27FC236}">
                <a16:creationId xmlns:a16="http://schemas.microsoft.com/office/drawing/2014/main" id="{E025BADE-F954-909B-6AEC-7B45FEE2AA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7F4636-2429-CE9E-B110-16289C1210B8}"/>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1417312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E1847C-0E0D-2743-6714-555F94CBF382}"/>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3" name="Footer Placeholder 2">
            <a:extLst>
              <a:ext uri="{FF2B5EF4-FFF2-40B4-BE49-F238E27FC236}">
                <a16:creationId xmlns:a16="http://schemas.microsoft.com/office/drawing/2014/main" id="{E39FAA1B-B4CF-B32A-642F-8C08D8138D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77954A-9B1D-04B1-5F4C-26C0403B56AC}"/>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683203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6AAD-E20A-006D-BF1E-7BC52C9089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D8C6E2-6096-077E-F49A-8EB698D3A9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BFD346-23EB-6A2A-2EA9-9F33C51964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94FEDA-5784-BCE8-9624-A53C917B2872}"/>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6" name="Footer Placeholder 5">
            <a:extLst>
              <a:ext uri="{FF2B5EF4-FFF2-40B4-BE49-F238E27FC236}">
                <a16:creationId xmlns:a16="http://schemas.microsoft.com/office/drawing/2014/main" id="{AA6E43C3-1FFC-03CF-83A0-B3041E1C3E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EF5B54-62FA-C358-3AEC-8C1282E0DA27}"/>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475337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E0984-A60A-564A-0ED9-678DE0188B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D7105-0927-3D9A-896B-AF88FCC0F0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AA3121-D1B8-5F79-E769-CF5A00200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01CC5-0CFF-88FF-CC47-734C6010F2D5}"/>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6" name="Footer Placeholder 5">
            <a:extLst>
              <a:ext uri="{FF2B5EF4-FFF2-40B4-BE49-F238E27FC236}">
                <a16:creationId xmlns:a16="http://schemas.microsoft.com/office/drawing/2014/main" id="{932C8492-AE8D-BD8A-464E-F3B828C02A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5E386-9A88-43A2-F564-DE1718D66705}"/>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1458924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619D1-5E2B-24BC-963E-903BAFACD0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50B405-7FDD-CC5F-EE91-777E9F212C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05FE73-34C8-C17A-1BE3-4602E73CB59C}"/>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AAD187A1-5947-BE0B-EDA6-3E3598BB8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E8D76-350D-62C9-A6A1-9792B83B7362}"/>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38345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792F41-A533-0739-742C-EA04521F97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76777A-090F-5097-1B73-223617EEE3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BE48EE-6A31-8AEC-6950-8343B52FA663}"/>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275EBE66-C6A3-800F-328C-55EB1A54B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090CB3-D657-D68F-82C4-239DB426DF34}"/>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080016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851AB-4DE4-6D07-1580-A0B39B1B9D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624D30-877E-31CD-C625-85293F2E9D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1CC00C-C420-5AF7-6669-8098C4C4BD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722F699C-407E-A984-6911-55673DEC31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40316CE-A33D-997F-6331-DE62036D4A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E7CE58-9EBE-9843-94F4-2C636B645A47}" type="slidenum">
              <a:rPr lang="en-US" smtClean="0"/>
              <a:t>‹#›</a:t>
            </a:fld>
            <a:endParaRPr lang="en-US"/>
          </a:p>
        </p:txBody>
      </p:sp>
    </p:spTree>
    <p:extLst>
      <p:ext uri="{BB962C8B-B14F-4D97-AF65-F5344CB8AC3E}">
        <p14:creationId xmlns:p14="http://schemas.microsoft.com/office/powerpoint/2010/main" val="2655648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7" Type="http://schemas.openxmlformats.org/officeDocument/2006/relationships/image" Target="../media/image10.png"/><Relationship Id="rId12" Type="http://schemas.openxmlformats.org/officeDocument/2006/relationships/image" Target="NULL"/><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8.png"/><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media/image11.png"/><Relationship Id="rId10"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B041-D6CA-E5F7-B543-E3B38551FE35}"/>
              </a:ext>
            </a:extLst>
          </p:cNvPr>
          <p:cNvSpPr>
            <a:spLocks noGrp="1"/>
          </p:cNvSpPr>
          <p:nvPr>
            <p:ph type="ctrTitle"/>
          </p:nvPr>
        </p:nvSpPr>
        <p:spPr/>
        <p:txBody>
          <a:bodyPr>
            <a:normAutofit/>
          </a:bodyPr>
          <a:lstStyle/>
          <a:p>
            <a:r>
              <a:rPr lang="en-US" dirty="0"/>
              <a:t>Advanced Encryption Standard</a:t>
            </a:r>
          </a:p>
        </p:txBody>
      </p:sp>
      <p:sp>
        <p:nvSpPr>
          <p:cNvPr id="3" name="Subtitle 2">
            <a:extLst>
              <a:ext uri="{FF2B5EF4-FFF2-40B4-BE49-F238E27FC236}">
                <a16:creationId xmlns:a16="http://schemas.microsoft.com/office/drawing/2014/main" id="{03D6572C-C518-0678-FC03-B89091F8048F}"/>
              </a:ext>
            </a:extLst>
          </p:cNvPr>
          <p:cNvSpPr>
            <a:spLocks noGrp="1"/>
          </p:cNvSpPr>
          <p:nvPr>
            <p:ph type="subTitle" idx="1"/>
          </p:nvPr>
        </p:nvSpPr>
        <p:spPr/>
        <p:txBody>
          <a:bodyPr>
            <a:normAutofit fontScale="77500" lnSpcReduction="20000"/>
          </a:bodyPr>
          <a:lstStyle/>
          <a:p>
            <a:r>
              <a:rPr lang="en-US" dirty="0"/>
              <a:t>Dr. Xinyue Zhang</a:t>
            </a:r>
          </a:p>
          <a:p>
            <a:r>
              <a:rPr lang="en-US" dirty="0"/>
              <a:t>Assistant Professor</a:t>
            </a:r>
          </a:p>
          <a:p>
            <a:r>
              <a:rPr lang="en-US" dirty="0"/>
              <a:t>Department of Computer Science</a:t>
            </a:r>
          </a:p>
          <a:p>
            <a:r>
              <a:rPr lang="en-US" dirty="0"/>
              <a:t>Kennesaw State University</a:t>
            </a:r>
          </a:p>
          <a:p>
            <a:r>
              <a:rPr lang="en-US" dirty="0"/>
              <a:t>Marietta, GA, USA</a:t>
            </a:r>
          </a:p>
        </p:txBody>
      </p:sp>
    </p:spTree>
    <p:extLst>
      <p:ext uri="{BB962C8B-B14F-4D97-AF65-F5344CB8AC3E}">
        <p14:creationId xmlns:p14="http://schemas.microsoft.com/office/powerpoint/2010/main" val="4008507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03.pdf"/>
          <p:cNvPicPr>
            <a:picLocks noChangeAspect="1"/>
          </p:cNvPicPr>
          <p:nvPr/>
        </p:nvPicPr>
        <p:blipFill rotWithShape="1">
          <a:blip r:embed="rId3"/>
          <a:srcRect t="2931" b="9040"/>
          <a:stretch/>
        </p:blipFill>
        <p:spPr>
          <a:xfrm>
            <a:off x="3276600" y="-1"/>
            <a:ext cx="6491808" cy="7395488"/>
          </a:xfrm>
          <a:prstGeom prst="rect">
            <a:avLst/>
          </a:prstGeom>
        </p:spPr>
      </p:pic>
      <p:sp>
        <p:nvSpPr>
          <p:cNvPr id="2" name="TextBox 1">
            <a:extLst>
              <a:ext uri="{FF2B5EF4-FFF2-40B4-BE49-F238E27FC236}">
                <a16:creationId xmlns:a16="http://schemas.microsoft.com/office/drawing/2014/main" id="{2322ABDE-169F-9EE1-9EFD-4CF371FC7632}"/>
              </a:ext>
            </a:extLst>
          </p:cNvPr>
          <p:cNvSpPr txBox="1"/>
          <p:nvPr/>
        </p:nvSpPr>
        <p:spPr>
          <a:xfrm>
            <a:off x="0" y="6436493"/>
            <a:ext cx="4698124" cy="430887"/>
          </a:xfrm>
          <a:prstGeom prst="rect">
            <a:avLst/>
          </a:prstGeom>
          <a:noFill/>
        </p:spPr>
        <p:txBody>
          <a:bodyPr wrap="square" rtlCol="0">
            <a:spAutoFit/>
          </a:bodyPr>
          <a:lstStyle/>
          <a:p>
            <a:r>
              <a:rPr lang="en-US" sz="1100" dirty="0"/>
              <a:t>*Figure resource: Stallings, William. Cryptography and Network Security: Principles and Practice, 7th ed. England: Pearson Education Limited, 2017. </a:t>
            </a:r>
          </a:p>
        </p:txBody>
      </p:sp>
      <p:sp>
        <p:nvSpPr>
          <p:cNvPr id="3" name="Title 2">
            <a:extLst>
              <a:ext uri="{FF2B5EF4-FFF2-40B4-BE49-F238E27FC236}">
                <a16:creationId xmlns:a16="http://schemas.microsoft.com/office/drawing/2014/main" id="{11B37DAD-3473-7D4B-E955-68FA3B10692F}"/>
              </a:ext>
            </a:extLst>
          </p:cNvPr>
          <p:cNvSpPr>
            <a:spLocks noGrp="1"/>
          </p:cNvSpPr>
          <p:nvPr>
            <p:ph type="title"/>
          </p:nvPr>
        </p:nvSpPr>
        <p:spPr>
          <a:xfrm>
            <a:off x="111212" y="365125"/>
            <a:ext cx="3719384" cy="1325563"/>
          </a:xfrm>
        </p:spPr>
        <p:txBody>
          <a:bodyPr>
            <a:normAutofit/>
          </a:bodyPr>
          <a:lstStyle/>
          <a:p>
            <a:r>
              <a:rPr lang="en-US" altLang="zh-CN" dirty="0"/>
              <a:t>AES Encryption and Decryption</a:t>
            </a:r>
            <a:endParaRPr lang="en-US" dirty="0"/>
          </a:p>
        </p:txBody>
      </p:sp>
    </p:spTree>
  </p:cSld>
  <p:clrMapOvr>
    <a:masterClrMapping/>
  </p:clrMapOvr>
  <p:transition spd="med" advTm="513610">
    <p:pull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ixColumns Operation:&#10;A mathematical diagram showing matrix multiplication with a 4x4 matrix on the left multiplied by a 4x4 matrix of elements labeled s with subscripts, resulting in another 4x4 matrix with elements labeled s' and corresponding subscripts. The diagram highlights the transformation of matrix elements through multiplication, with clear labeling of rows and columns for each matrix.">
            <a:extLst>
              <a:ext uri="{FF2B5EF4-FFF2-40B4-BE49-F238E27FC236}">
                <a16:creationId xmlns:a16="http://schemas.microsoft.com/office/drawing/2014/main" id="{449FE025-2842-BD44-A9DB-551F2BEA5A0B}"/>
              </a:ext>
            </a:extLst>
          </p:cNvPr>
          <p:cNvPicPr>
            <a:picLocks noChangeAspect="1"/>
          </p:cNvPicPr>
          <p:nvPr/>
        </p:nvPicPr>
        <p:blipFill>
          <a:blip r:embed="rId4"/>
          <a:stretch>
            <a:fillRect/>
          </a:stretch>
        </p:blipFill>
        <p:spPr>
          <a:xfrm>
            <a:off x="299356" y="725624"/>
            <a:ext cx="11593288" cy="2383667"/>
          </a:xfrm>
          <a:prstGeom prst="rect">
            <a:avLst/>
          </a:prstGeom>
        </p:spPr>
      </p:pic>
      <p:pic>
        <p:nvPicPr>
          <p:cNvPr id="6" name="Picture 5" descr="Matrix multiplication for mixcolumns:&#10;A mathematical formula diagram showing four equations labeled s0,j through s3,j, each combining terms s0,j to s3,j with coefficients 2 or 3 and XOR operations. The layout uses parentheses and plus signs to indicate operations, highlighting relationships between variables in a structured algebraic format.">
            <a:extLst>
              <a:ext uri="{FF2B5EF4-FFF2-40B4-BE49-F238E27FC236}">
                <a16:creationId xmlns:a16="http://schemas.microsoft.com/office/drawing/2014/main" id="{9E36CBBC-9A46-B641-ADD6-B257283FEEA6}"/>
              </a:ext>
            </a:extLst>
          </p:cNvPr>
          <p:cNvPicPr>
            <a:picLocks noChangeAspect="1"/>
          </p:cNvPicPr>
          <p:nvPr/>
        </p:nvPicPr>
        <p:blipFill>
          <a:blip r:embed="rId5"/>
          <a:stretch>
            <a:fillRect/>
          </a:stretch>
        </p:blipFill>
        <p:spPr>
          <a:xfrm>
            <a:off x="299356" y="3284417"/>
            <a:ext cx="6114511" cy="2479774"/>
          </a:xfrm>
          <a:prstGeom prst="rect">
            <a:avLst/>
          </a:prstGeom>
        </p:spPr>
      </p:pic>
      <p:sp>
        <p:nvSpPr>
          <p:cNvPr id="7" name="TextBox 6">
            <a:extLst>
              <a:ext uri="{FF2B5EF4-FFF2-40B4-BE49-F238E27FC236}">
                <a16:creationId xmlns:a16="http://schemas.microsoft.com/office/drawing/2014/main" id="{1E045B0E-C1FD-8C4A-B9EF-215EFE850061}"/>
              </a:ext>
            </a:extLst>
          </p:cNvPr>
          <p:cNvSpPr txBox="1"/>
          <p:nvPr/>
        </p:nvSpPr>
        <p:spPr>
          <a:xfrm>
            <a:off x="4129435" y="5939318"/>
            <a:ext cx="3933128" cy="369332"/>
          </a:xfrm>
          <a:prstGeom prst="rect">
            <a:avLst/>
          </a:prstGeom>
          <a:noFill/>
        </p:spPr>
        <p:txBody>
          <a:bodyPr wrap="none" rtlCol="0">
            <a:spAutoFit/>
          </a:bodyPr>
          <a:lstStyle/>
          <a:p>
            <a:r>
              <a:rPr lang="en-US" dirty="0"/>
              <a:t>We will use the operations in GF(2</a:t>
            </a:r>
            <a:r>
              <a:rPr lang="en-US" baseline="30000" dirty="0"/>
              <a:t>8</a:t>
            </a:r>
            <a:r>
              <a:rPr lang="en-US" dirty="0"/>
              <a:t>).</a:t>
            </a:r>
          </a:p>
        </p:txBody>
      </p:sp>
      <p:sp>
        <p:nvSpPr>
          <p:cNvPr id="8" name="Rounded Rectangle 7">
            <a:extLst>
              <a:ext uri="{FF2B5EF4-FFF2-40B4-BE49-F238E27FC236}">
                <a16:creationId xmlns:a16="http://schemas.microsoft.com/office/drawing/2014/main" id="{0BB4E895-F2DD-064A-B58C-711E462052FD}"/>
              </a:ext>
            </a:extLst>
          </p:cNvPr>
          <p:cNvSpPr>
            <a:spLocks noGrp="1"/>
          </p:cNvSpPr>
          <p:nvPr>
            <p:ph type="title" idx="4294967295"/>
          </p:nvPr>
        </p:nvSpPr>
        <p:spPr>
          <a:xfrm>
            <a:off x="362888" y="99689"/>
            <a:ext cx="2864396" cy="536984"/>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chemeClr val="lt1"/>
                </a:solidFill>
                <a:effectLst/>
                <a:uLnTx/>
                <a:uFillTx/>
                <a:latin typeface="+mn-lt"/>
                <a:ea typeface="+mn-ea"/>
                <a:cs typeface="+mn-cs"/>
              </a:rPr>
              <a:t>MixColumns</a:t>
            </a:r>
            <a:endParaRPr kumimoji="0" lang="en-US" sz="1800" b="1" i="0" u="none" strike="noStrike" kern="1200" cap="none" spc="0" normalizeH="0" baseline="0" noProof="0" dirty="0">
              <a:ln>
                <a:noFill/>
              </a:ln>
              <a:solidFill>
                <a:schemeClr val="lt1"/>
              </a:solidFill>
              <a:effectLst/>
              <a:uLnTx/>
              <a:uFillTx/>
              <a:latin typeface="+mn-lt"/>
              <a:ea typeface="+mn-ea"/>
              <a:cs typeface="+mn-cs"/>
            </a:endParaRPr>
          </a:p>
        </p:txBody>
      </p:sp>
      <p:pic>
        <p:nvPicPr>
          <p:cNvPr id="10" name="Picture 9" descr="Example of Mix Columns Input and Output:&#10;Diagram showing two 4x4 grids of hexadecimal values with an arrow pointing from the left grid to the right grid, indicating a transformation or mapping process. Both grids contain shaded cells in the first column, highlighting specific data points involved in the change.">
            <a:extLst>
              <a:ext uri="{FF2B5EF4-FFF2-40B4-BE49-F238E27FC236}">
                <a16:creationId xmlns:a16="http://schemas.microsoft.com/office/drawing/2014/main" id="{47F38FD4-8536-F44A-8D14-E130F0E0B647}"/>
              </a:ext>
            </a:extLst>
          </p:cNvPr>
          <p:cNvPicPr>
            <a:picLocks noChangeAspect="1"/>
          </p:cNvPicPr>
          <p:nvPr/>
        </p:nvPicPr>
        <p:blipFill>
          <a:blip r:embed="rId6"/>
          <a:stretch>
            <a:fillRect/>
          </a:stretch>
        </p:blipFill>
        <p:spPr>
          <a:xfrm>
            <a:off x="6316047" y="3748710"/>
            <a:ext cx="5875953" cy="1581080"/>
          </a:xfrm>
          <a:prstGeom prst="rect">
            <a:avLst/>
          </a:prstGeom>
        </p:spPr>
      </p:pic>
    </p:spTree>
    <p:custDataLst>
      <p:tags r:id="rId1"/>
    </p:custDataLst>
    <p:extLst>
      <p:ext uri="{BB962C8B-B14F-4D97-AF65-F5344CB8AC3E}">
        <p14:creationId xmlns:p14="http://schemas.microsoft.com/office/powerpoint/2010/main" val="3203533208"/>
      </p:ext>
    </p:extLst>
  </p:cSld>
  <p:clrMapOvr>
    <a:masterClrMapping/>
  </p:clrMapOvr>
  <mc:AlternateContent xmlns:mc="http://schemas.openxmlformats.org/markup-compatibility/2006" xmlns:p14="http://schemas.microsoft.com/office/powerpoint/2010/main">
    <mc:Choice Requires="p14">
      <p:transition spd="slow" p14:dur="2000" advTm="430197"/>
    </mc:Choice>
    <mc:Fallback xmlns="">
      <p:transition spd="slow" advTm="4301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0BB4E895-F2DD-064A-B58C-711E462052FD}"/>
              </a:ext>
            </a:extLst>
          </p:cNvPr>
          <p:cNvSpPr>
            <a:spLocks noGrp="1"/>
          </p:cNvSpPr>
          <p:nvPr>
            <p:ph type="title" idx="4294967295"/>
          </p:nvPr>
        </p:nvSpPr>
        <p:spPr>
          <a:xfrm>
            <a:off x="362888" y="99689"/>
            <a:ext cx="5733112" cy="536984"/>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chemeClr val="lt1"/>
                </a:solidFill>
                <a:effectLst/>
                <a:uLnTx/>
                <a:uFillTx/>
                <a:latin typeface="+mn-lt"/>
                <a:ea typeface="+mn-ea"/>
                <a:cs typeface="+mn-cs"/>
              </a:rPr>
              <a:t>MixColumns</a:t>
            </a:r>
            <a:r>
              <a:rPr kumimoji="0" lang="en-US" sz="2400" b="1" i="0" u="none" strike="noStrike" kern="1200" cap="none" spc="0" normalizeH="0" baseline="0" noProof="0" dirty="0">
                <a:ln>
                  <a:noFill/>
                </a:ln>
                <a:solidFill>
                  <a:schemeClr val="lt1"/>
                </a:solidFill>
                <a:effectLst/>
                <a:uLnTx/>
                <a:uFillTx/>
                <a:latin typeface="+mn-lt"/>
                <a:ea typeface="+mn-ea"/>
                <a:cs typeface="+mn-cs"/>
              </a:rPr>
              <a:t> Example</a:t>
            </a:r>
            <a:endParaRPr kumimoji="0" lang="en-US" sz="1800" b="1" i="0" u="none" strike="noStrike" kern="1200" cap="none" spc="0" normalizeH="0" baseline="0" noProof="0" dirty="0">
              <a:ln>
                <a:noFill/>
              </a:ln>
              <a:solidFill>
                <a:schemeClr val="lt1"/>
              </a:solidFill>
              <a:effectLst/>
              <a:uLnTx/>
              <a:uFillTx/>
              <a:latin typeface="+mn-lt"/>
              <a:ea typeface="+mn-ea"/>
              <a:cs typeface="+mn-cs"/>
            </a:endParaRPr>
          </a:p>
        </p:txBody>
      </p:sp>
      <p:pic>
        <p:nvPicPr>
          <p:cNvPr id="9" name="Picture 8" descr="MixColumns Operation:&#10;A mathematical diagram showing matrix multiplication with a 4x4 matrix on the left multiplied by a 4x4 matrix of elements labeled s with subscripts, resulting in another 4x4 matrix with elements labeled s' and corresponding subscripts. The diagram highlights the transformation of matrix elements through multiplication, with clear labeling of rows and columns for each matrix.">
            <a:extLst>
              <a:ext uri="{FF2B5EF4-FFF2-40B4-BE49-F238E27FC236}">
                <a16:creationId xmlns:a16="http://schemas.microsoft.com/office/drawing/2014/main" id="{1D2868A2-AD2D-F349-B8B2-F988D6BB6CEF}"/>
              </a:ext>
            </a:extLst>
          </p:cNvPr>
          <p:cNvPicPr>
            <a:picLocks noChangeAspect="1"/>
          </p:cNvPicPr>
          <p:nvPr/>
        </p:nvPicPr>
        <p:blipFill>
          <a:blip r:embed="rId4"/>
          <a:stretch>
            <a:fillRect/>
          </a:stretch>
        </p:blipFill>
        <p:spPr>
          <a:xfrm>
            <a:off x="1703512" y="694291"/>
            <a:ext cx="9541060" cy="1961714"/>
          </a:xfrm>
          <a:prstGeom prst="rect">
            <a:avLst/>
          </a:prstGeom>
        </p:spPr>
      </p:pic>
      <p:pic>
        <p:nvPicPr>
          <p:cNvPr id="11" name="Picture 10" descr="Calculation procedures for mix column example:&#10;A mathematical equation diagram showing operations with sets and elements using symbols like ⊕, ·, and curly braces. The diagram includes multiple rows with expressions equated to hexadecimal values such as 47, 37, 94, and ED, highlighting relationships between components.">
            <a:extLst>
              <a:ext uri="{FF2B5EF4-FFF2-40B4-BE49-F238E27FC236}">
                <a16:creationId xmlns:a16="http://schemas.microsoft.com/office/drawing/2014/main" id="{21F43555-9CE3-3248-AF4A-8A0BD9CD4C21}"/>
              </a:ext>
            </a:extLst>
          </p:cNvPr>
          <p:cNvPicPr>
            <a:picLocks noChangeAspect="1"/>
          </p:cNvPicPr>
          <p:nvPr/>
        </p:nvPicPr>
        <p:blipFill>
          <a:blip r:embed="rId5"/>
          <a:stretch>
            <a:fillRect/>
          </a:stretch>
        </p:blipFill>
        <p:spPr>
          <a:xfrm>
            <a:off x="362888" y="2764665"/>
            <a:ext cx="7870356" cy="1463694"/>
          </a:xfrm>
          <a:prstGeom prst="rect">
            <a:avLst/>
          </a:prstGeom>
        </p:spPr>
      </p:pic>
      <p:pic>
        <p:nvPicPr>
          <p:cNvPr id="13" name="Picture 12" descr="Input state of mixcolumn">
            <a:extLst>
              <a:ext uri="{FF2B5EF4-FFF2-40B4-BE49-F238E27FC236}">
                <a16:creationId xmlns:a16="http://schemas.microsoft.com/office/drawing/2014/main" id="{1A52A00A-8BA8-084A-9925-7AC8D879F627}"/>
              </a:ext>
            </a:extLst>
          </p:cNvPr>
          <p:cNvPicPr>
            <a:picLocks noChangeAspect="1"/>
          </p:cNvPicPr>
          <p:nvPr/>
        </p:nvPicPr>
        <p:blipFill>
          <a:blip r:embed="rId6"/>
          <a:stretch>
            <a:fillRect/>
          </a:stretch>
        </p:blipFill>
        <p:spPr>
          <a:xfrm>
            <a:off x="8688288" y="2713623"/>
            <a:ext cx="2799538" cy="1695874"/>
          </a:xfrm>
          <a:prstGeom prst="rect">
            <a:avLst/>
          </a:prstGeom>
        </p:spPr>
      </p:pic>
      <p:pic>
        <p:nvPicPr>
          <p:cNvPr id="15" name="Picture 14" descr="A screenshot of a mathematical calculation involving hexadecimal and binary numbers. It shows multiplication of hex values with corresponding binary results, underlining a final binary sum equating to a hex value.">
            <a:extLst>
              <a:ext uri="{FF2B5EF4-FFF2-40B4-BE49-F238E27FC236}">
                <a16:creationId xmlns:a16="http://schemas.microsoft.com/office/drawing/2014/main" id="{3763BF1C-9776-5744-860B-5423C831227C}"/>
              </a:ext>
            </a:extLst>
          </p:cNvPr>
          <p:cNvPicPr>
            <a:picLocks noChangeAspect="1"/>
          </p:cNvPicPr>
          <p:nvPr/>
        </p:nvPicPr>
        <p:blipFill>
          <a:blip r:embed="rId7"/>
          <a:stretch>
            <a:fillRect/>
          </a:stretch>
        </p:blipFill>
        <p:spPr>
          <a:xfrm>
            <a:off x="4427002" y="4411604"/>
            <a:ext cx="4094080" cy="2130028"/>
          </a:xfrm>
          <a:prstGeom prst="rect">
            <a:avLst/>
          </a:prstGeom>
        </p:spPr>
      </p:pic>
    </p:spTree>
    <p:custDataLst>
      <p:tags r:id="rId1"/>
    </p:custDataLst>
    <p:extLst>
      <p:ext uri="{BB962C8B-B14F-4D97-AF65-F5344CB8AC3E}">
        <p14:creationId xmlns:p14="http://schemas.microsoft.com/office/powerpoint/2010/main" val="1094372313"/>
      </p:ext>
    </p:extLst>
  </p:cSld>
  <p:clrMapOvr>
    <a:masterClrMapping/>
  </p:clrMapOvr>
  <mc:AlternateContent xmlns:mc="http://schemas.openxmlformats.org/markup-compatibility/2006" xmlns:p14="http://schemas.microsoft.com/office/powerpoint/2010/main">
    <mc:Choice Requires="p14">
      <p:transition spd="slow" p14:dur="2000" advTm="1061408"/>
    </mc:Choice>
    <mc:Fallback xmlns="">
      <p:transition spd="slow" advTm="10614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38945" x="4741863" y="6762750"/>
          <p14:tracePt t="38998" x="4919663" y="6272213"/>
          <p14:tracePt t="38999" x="4973638" y="5334000"/>
          <p14:tracePt t="39023" x="4789488" y="4667250"/>
          <p14:tracePt t="39061" x="4625975" y="4271963"/>
          <p14:tracePt t="39062" x="4232275" y="3735388"/>
          <p14:tracePt t="39070" x="3952875" y="3497263"/>
          <p14:tracePt t="39094" x="3414713" y="3211513"/>
          <p14:tracePt t="39280" x="3470275" y="3217863"/>
          <p14:tracePt t="39322" x="3422650" y="3149600"/>
          <p14:tracePt t="39355" x="3244850" y="3027363"/>
          <p14:tracePt t="39361" x="2857500" y="2824163"/>
          <p14:tracePt t="39369" x="2700338" y="2755900"/>
          <p14:tracePt t="39387" x="2524125" y="2708275"/>
          <p14:tracePt t="39415" x="2232025" y="2652713"/>
          <p14:tracePt t="39441" x="2089150" y="2673350"/>
          <p14:tracePt t="39458" x="2047875" y="2687638"/>
          <p14:tracePt t="39459" x="2014538" y="2708275"/>
          <p14:tracePt t="39488" x="1958975" y="2755900"/>
          <p14:tracePt t="39504" x="1925638" y="2782888"/>
          <p14:tracePt t="39505" x="1911350" y="2803525"/>
          <p14:tracePt t="39537" x="1890713" y="2824163"/>
          <p14:tracePt t="39538" x="1863725" y="2851150"/>
          <p14:tracePt t="39573" x="1863725" y="2871788"/>
          <p14:tracePt t="39599" x="1871663" y="2878138"/>
          <p14:tracePt t="39628" x="1884363" y="2878138"/>
          <p14:tracePt t="39629" x="1919288" y="2884488"/>
          <p14:tracePt t="39650" x="1946275" y="2898775"/>
          <p14:tracePt t="39677" x="1966913" y="2905125"/>
          <p14:tracePt t="39687" x="1973263" y="2905125"/>
          <p14:tracePt t="39720" x="1966913" y="2905125"/>
          <p14:tracePt t="39767" x="1946275" y="2905125"/>
          <p14:tracePt t="39768" x="1925638" y="2905125"/>
          <p14:tracePt t="39795" x="1898650" y="2898775"/>
          <p14:tracePt t="39795" x="1871663" y="2898775"/>
          <p14:tracePt t="39796" x="1851025" y="2898775"/>
          <p14:tracePt t="39823" x="1843088" y="2898775"/>
          <p14:tracePt t="39824" x="1836738" y="2898775"/>
          <p14:tracePt t="39832" x="1824038" y="2898775"/>
          <p14:tracePt t="39871" x="1816100" y="2905125"/>
          <p14:tracePt t="39889" x="1803400" y="2919413"/>
          <p14:tracePt t="39900" x="1795463" y="2925763"/>
          <p14:tracePt t="39936" x="1795463" y="2932113"/>
          <p14:tracePt t="39937" x="1776413" y="2967038"/>
          <p14:tracePt t="39945" x="1768475" y="2979738"/>
          <p14:tracePt t="39959" x="1768475" y="2994025"/>
          <p14:tracePt t="39976" x="1768475" y="3006725"/>
          <p14:tracePt t="39978" x="1768475" y="3021013"/>
          <p14:tracePt t="39991" x="1768475" y="3027363"/>
          <p14:tracePt t="40021" x="1776413" y="3041650"/>
          <p14:tracePt t="40022" x="1803400" y="3048000"/>
          <p14:tracePt t="40045" x="1851025" y="3068638"/>
          <p14:tracePt t="40069" x="1898650" y="3068638"/>
          <p14:tracePt t="40090" x="1946275" y="3068638"/>
          <p14:tracePt t="40116" x="1958975" y="3054350"/>
          <p14:tracePt t="40117" x="1966913" y="3048000"/>
          <p14:tracePt t="40125" x="1973263" y="3041650"/>
          <p14:tracePt t="40137" x="1973263" y="3027363"/>
          <p14:tracePt t="40155" x="1973263" y="3006725"/>
          <p14:tracePt t="40174" x="1966913" y="2967038"/>
          <p14:tracePt t="40191" x="1946275" y="2925763"/>
          <p14:tracePt t="40207" x="1938338" y="2919413"/>
          <p14:tracePt t="40224" x="1919288" y="2905125"/>
          <p14:tracePt t="40257" x="1911350" y="2905125"/>
          <p14:tracePt t="40258" x="1884363" y="2919413"/>
          <p14:tracePt t="40282" x="1851025" y="2952750"/>
          <p14:tracePt t="40301" x="1843088" y="2979738"/>
          <p14:tracePt t="40323" x="1836738" y="3000375"/>
          <p14:tracePt t="40325" x="1836738" y="3006725"/>
          <p14:tracePt t="40325" x="1843088" y="3027363"/>
          <p14:tracePt t="40348" x="1884363" y="3041650"/>
          <p14:tracePt t="40366" x="1911350" y="3048000"/>
          <p14:tracePt t="40396" x="1946275" y="3048000"/>
          <p14:tracePt t="40420" x="2014538" y="3021013"/>
          <p14:tracePt t="40422" x="2020888" y="3006725"/>
          <p14:tracePt t="40431" x="2033588" y="2973388"/>
          <p14:tracePt t="40445" x="2033588" y="2967038"/>
          <p14:tracePt t="40474" x="2014538" y="2946400"/>
          <p14:tracePt t="40474" x="1985963" y="2946400"/>
          <p14:tracePt t="40499" x="1958975" y="2952750"/>
          <p14:tracePt t="40507" x="1946275" y="2979738"/>
          <p14:tracePt t="40536" x="1946275" y="3000375"/>
          <p14:tracePt t="40537" x="1946275" y="3021013"/>
          <p14:tracePt t="40545" x="1958975" y="3041650"/>
          <p14:tracePt t="40557" x="1966913" y="3054350"/>
          <p14:tracePt t="40574" x="2014538" y="3068638"/>
          <p14:tracePt t="40591" x="2033588" y="3068638"/>
          <p14:tracePt t="40607" x="2068513" y="3048000"/>
          <p14:tracePt t="40624" x="2081213" y="3027363"/>
          <p14:tracePt t="40641" x="2068513" y="2979738"/>
          <p14:tracePt t="40657" x="2047875" y="2973388"/>
          <p14:tracePt t="40674" x="2033588" y="2967038"/>
          <p14:tracePt t="40675" x="2014538" y="2967038"/>
          <p14:tracePt t="40704" x="1985963" y="2967038"/>
          <p14:tracePt t="40705" x="1973263" y="2973388"/>
          <p14:tracePt t="40727" x="1973263" y="2979738"/>
          <p14:tracePt t="40727" x="1966913" y="2994025"/>
          <p14:tracePt t="40738" x="1973263" y="3006725"/>
          <p14:tracePt t="40755" x="1993900" y="3027363"/>
          <p14:tracePt t="40767" x="2006600" y="3027363"/>
          <p14:tracePt t="40788" x="2020888" y="3027363"/>
          <p14:tracePt t="40791" x="2033588" y="3027363"/>
          <p14:tracePt t="40805" x="2041525" y="3027363"/>
          <p14:tracePt t="40830" x="2041525" y="3021013"/>
          <p14:tracePt t="40831" x="2033588" y="3021013"/>
          <p14:tracePt t="40853" x="2020888" y="3021013"/>
          <p14:tracePt t="40855" x="2006600" y="3021013"/>
          <p14:tracePt t="40876" x="1993900" y="3027363"/>
          <p14:tracePt t="40901" x="1993900" y="3048000"/>
          <p14:tracePt t="40929" x="2006600" y="3048000"/>
          <p14:tracePt t="40943" x="2014538" y="3048000"/>
          <p14:tracePt t="40951" x="2020888" y="3048000"/>
          <p14:tracePt t="41024" x="2033588" y="3054350"/>
          <p14:tracePt t="41045" x="2047875" y="3068638"/>
          <p14:tracePt t="41045" x="2068513" y="3074988"/>
          <p14:tracePt t="41064" x="2095500" y="3089275"/>
          <p14:tracePt t="41074" x="2122488" y="3089275"/>
          <p14:tracePt t="41090" x="2170113" y="3089275"/>
          <p14:tracePt t="41105" x="2184400" y="3089275"/>
          <p14:tracePt t="41138" x="2190750" y="3089275"/>
          <p14:tracePt t="41216" x="2205038" y="3089275"/>
          <p14:tracePt t="41233" x="2217738" y="3068638"/>
          <p14:tracePt t="41242" x="2244725" y="3048000"/>
          <p14:tracePt t="41257" x="2286000" y="3006725"/>
          <p14:tracePt t="41274" x="2449513" y="2871788"/>
          <p14:tracePt t="41291" x="2565400" y="2735263"/>
          <p14:tracePt t="41307" x="2768600" y="2462213"/>
          <p14:tracePt t="41324" x="2871788" y="2306638"/>
          <p14:tracePt t="41340" x="3006725" y="2081213"/>
          <p14:tracePt t="41355" x="3095625" y="1938338"/>
          <p14:tracePt t="41372" x="3163888" y="1816100"/>
          <p14:tracePt t="41373" x="3197225" y="1747838"/>
          <p14:tracePt t="41389" x="3238500" y="1673225"/>
          <p14:tracePt t="41406" x="3265488" y="1619250"/>
          <p14:tracePt t="41407" x="3286125" y="1577975"/>
          <p14:tracePt t="41424" x="3292475" y="1565275"/>
          <p14:tracePt t="41441" x="3292475" y="1530350"/>
          <p14:tracePt t="41455" x="3292475" y="1524000"/>
          <p14:tracePt t="41470" x="3300413" y="1503363"/>
          <p14:tracePt t="41481" x="3300413" y="1482725"/>
          <p14:tracePt t="41495" x="3300413" y="1470025"/>
          <p14:tracePt t="41497" x="3300413" y="1422400"/>
          <p14:tracePt t="41508" x="3300413" y="1360488"/>
          <p14:tracePt t="41537" x="3292475" y="1319213"/>
          <p14:tracePt t="41538" x="3286125" y="1244600"/>
          <p14:tracePt t="41548" x="3271838" y="1184275"/>
          <p14:tracePt t="41562" x="3265488" y="1136650"/>
          <p14:tracePt t="41564" x="3252788" y="1074738"/>
          <p14:tracePt t="41578" x="3252788" y="1014413"/>
          <p14:tracePt t="41591" x="3244850" y="958850"/>
          <p14:tracePt t="41606" x="3244850" y="931863"/>
          <p14:tracePt t="41637" x="3224213" y="884238"/>
          <p14:tracePt t="41638" x="3224213" y="877888"/>
          <p14:tracePt t="41648" x="3217863" y="877888"/>
          <p14:tracePt t="41675" x="3211513" y="877888"/>
          <p14:tracePt t="41677" x="3176588" y="884238"/>
          <p14:tracePt t="41704" x="3074988" y="904875"/>
          <p14:tracePt t="41726" x="3000375" y="925513"/>
          <p14:tracePt t="41727" x="2932113" y="938213"/>
          <p14:tracePt t="41740" x="2905125" y="952500"/>
          <p14:tracePt t="41756" x="2878138" y="958850"/>
          <p14:tracePt t="41759" x="2871788" y="958850"/>
          <p14:tracePt t="41867" x="2878138" y="958850"/>
          <p14:tracePt t="41884" x="2884488" y="958850"/>
          <p14:tracePt t="41893" x="2898775" y="952500"/>
          <p14:tracePt t="41905" x="2905125" y="938213"/>
          <p14:tracePt t="41935" x="2919413" y="938213"/>
          <p14:tracePt t="41936" x="2919413" y="925513"/>
          <p14:tracePt t="41971" x="2919413" y="911225"/>
          <p14:tracePt t="41997" x="2905125" y="911225"/>
          <p14:tracePt t="42021" x="2898775" y="911225"/>
          <p14:tracePt t="42023" x="2871788" y="911225"/>
          <p14:tracePt t="42024" x="2851150" y="911225"/>
          <p14:tracePt t="42045" x="2824163" y="911225"/>
          <p14:tracePt t="42056" x="2803525" y="925513"/>
          <p14:tracePt t="42073" x="2782888" y="925513"/>
          <p14:tracePt t="42076" x="2768600" y="938213"/>
          <p14:tracePt t="42090" x="2755900" y="958850"/>
          <p14:tracePt t="42106" x="2747963" y="1006475"/>
          <p14:tracePt t="42122" x="2755900" y="1033463"/>
          <p14:tracePt t="42135" x="2776538" y="1054100"/>
          <p14:tracePt t="42149" x="2803525" y="1074738"/>
          <p14:tracePt t="42152" x="2843213" y="1089025"/>
          <p14:tracePt t="42167" x="2871788" y="1089025"/>
          <p14:tracePt t="42182" x="2905125" y="1101725"/>
          <p14:tracePt t="42185" x="2952750" y="1089025"/>
          <p14:tracePt t="42199" x="2979738" y="1081088"/>
          <p14:tracePt t="42225" x="3000375" y="1062038"/>
          <p14:tracePt t="42226" x="3021013" y="1041400"/>
          <p14:tracePt t="42227" x="3041650" y="1014413"/>
          <p14:tracePt t="42254" x="3041650" y="1000125"/>
          <p14:tracePt t="42254" x="3048000" y="966788"/>
          <p14:tracePt t="42263" x="3048000" y="938213"/>
          <p14:tracePt t="42275" x="3041650" y="931863"/>
          <p14:tracePt t="42289" x="3027363" y="925513"/>
          <p14:tracePt t="42307" x="3027363" y="911225"/>
          <p14:tracePt t="42309" x="3021013" y="911225"/>
          <p14:tracePt t="42325" x="3000375" y="911225"/>
          <p14:tracePt t="42352" x="2979738" y="911225"/>
          <p14:tracePt t="42353" x="2946400" y="931863"/>
          <p14:tracePt t="42375" x="2898775" y="979488"/>
          <p14:tracePt t="42392" x="2878138" y="1000125"/>
          <p14:tracePt t="42402" x="2871788" y="1027113"/>
          <p14:tracePt t="42434" x="2871788" y="1041400"/>
          <p14:tracePt t="42434" x="2884488" y="1062038"/>
          <p14:tracePt t="42443" x="2919413" y="1074738"/>
          <p14:tracePt t="42456" x="2952750" y="1081088"/>
          <p14:tracePt t="42474" x="3000375" y="1081088"/>
          <p14:tracePt t="42491" x="3089275" y="1062038"/>
          <p14:tracePt t="42507" x="3122613" y="1041400"/>
          <p14:tracePt t="42510" x="3143250" y="1027113"/>
          <p14:tracePt t="42523" x="3143250" y="1006475"/>
          <p14:tracePt t="42535" x="3143250" y="985838"/>
          <p14:tracePt t="42560" x="3143250" y="979488"/>
          <p14:tracePt t="42560" x="3128963" y="966788"/>
          <p14:tracePt t="42570" x="3128963" y="958850"/>
          <p14:tracePt t="42591" x="3122613" y="952500"/>
          <p14:tracePt t="42593" x="3116263" y="952500"/>
          <p14:tracePt t="42602" x="3095625" y="952500"/>
          <p14:tracePt t="42631" x="3074988" y="938213"/>
          <p14:tracePt t="42632" x="3000375" y="952500"/>
          <p14:tracePt t="42647" x="2946400" y="958850"/>
          <p14:tracePt t="42657" x="2878138" y="979488"/>
          <p14:tracePt t="42672" x="2843213" y="1000125"/>
          <p14:tracePt t="42690" x="2803525" y="1027113"/>
          <p14:tracePt t="42693" x="2782888" y="1062038"/>
          <p14:tracePt t="42706" x="2776538" y="1081088"/>
          <p14:tracePt t="42730" x="2782888" y="1122363"/>
          <p14:tracePt t="42732" x="2803525" y="1157288"/>
          <p14:tracePt t="42733" x="2830513" y="1184275"/>
          <p14:tracePt t="42759" x="2884488" y="1204913"/>
          <p14:tracePt t="42760" x="2946400" y="1211263"/>
          <p14:tracePt t="42769" x="3006725" y="1211263"/>
          <p14:tracePt t="42781" x="3068638" y="1204913"/>
          <p14:tracePt t="42799" x="3122613" y="1184275"/>
          <p14:tracePt t="42826" x="3170238" y="1163638"/>
          <p14:tracePt t="42827" x="3211513" y="1089025"/>
          <p14:tracePt t="42836" x="3211513" y="1054100"/>
          <p14:tracePt t="42853" x="3211513" y="1014413"/>
          <p14:tracePt t="42869" x="3190875" y="979488"/>
          <p14:tracePt t="42875" x="3149600" y="938213"/>
          <p14:tracePt t="42886" x="3101975" y="904875"/>
          <p14:tracePt t="42907" x="3048000" y="863600"/>
          <p14:tracePt t="42909" x="2967038" y="842963"/>
          <p14:tracePt t="42924" x="2898775" y="836613"/>
          <p14:tracePt t="42927" x="2803525" y="836613"/>
          <p14:tracePt t="42941" x="2735263" y="857250"/>
          <p14:tracePt t="42957" x="2681288" y="890588"/>
          <p14:tracePt t="42973" x="2646363" y="979488"/>
          <p14:tracePt t="42985" x="2652713" y="1014413"/>
          <p14:tracePt t="43002" x="2673350" y="1041400"/>
          <p14:tracePt t="43007" x="2708275" y="1074738"/>
          <p14:tracePt t="43021" x="2755900" y="1081088"/>
          <p14:tracePt t="43033" x="2803525" y="1089025"/>
          <p14:tracePt t="43048" x="2857500" y="1081088"/>
          <p14:tracePt t="43051" x="2905125" y="1074738"/>
          <p14:tracePt t="43063" x="2946400" y="1054100"/>
          <p14:tracePt t="43076" x="2973388" y="1027113"/>
          <p14:tracePt t="43090" x="2994025" y="1006475"/>
          <p14:tracePt t="43107" x="2994025" y="985838"/>
          <p14:tracePt t="43108" x="2994025" y="958850"/>
          <p14:tracePt t="43125" x="2979738" y="938213"/>
          <p14:tracePt t="43141" x="2973388" y="931863"/>
          <p14:tracePt t="43144" x="2946400" y="925513"/>
          <p14:tracePt t="43157" x="2919413" y="925513"/>
          <p14:tracePt t="43175" x="2884488" y="925513"/>
          <p14:tracePt t="43176" x="2857500" y="925513"/>
          <p14:tracePt t="43192" x="2843213" y="938213"/>
          <p14:tracePt t="43219" x="2824163" y="966788"/>
          <p14:tracePt t="43220" x="2803525" y="1014413"/>
          <p14:tracePt t="43230" x="2809875" y="1041400"/>
          <p14:tracePt t="43243" x="2824163" y="1054100"/>
          <p14:tracePt t="43257" x="2851150" y="1074738"/>
          <p14:tracePt t="43273" x="2884488" y="1081088"/>
          <p14:tracePt t="43275" x="2919413" y="1081088"/>
          <p14:tracePt t="43290" x="2967038" y="1074738"/>
          <p14:tracePt t="43307" x="3000375" y="1054100"/>
          <p14:tracePt t="43322" x="3021013" y="1033463"/>
          <p14:tracePt t="43323" x="3041650" y="1006475"/>
          <p14:tracePt t="43334" x="3041650" y="966788"/>
          <p14:tracePt t="43348" x="3041650" y="938213"/>
          <p14:tracePt t="43361" x="3027363" y="925513"/>
          <p14:tracePt t="43374" x="3000375" y="904875"/>
          <p14:tracePt t="43375" x="2973388" y="890588"/>
          <p14:tracePt t="43390" x="2952750" y="890588"/>
          <p14:tracePt t="43407" x="2946400" y="904875"/>
          <p14:tracePt t="43408" x="2946400" y="931863"/>
          <p14:tracePt t="43423" x="2946400" y="958850"/>
          <p14:tracePt t="43453" x="2967038" y="1014413"/>
          <p14:tracePt t="43454" x="3048000" y="1122363"/>
          <p14:tracePt t="43475" x="3170238" y="1211263"/>
          <p14:tracePt t="43495" x="3176588" y="1223963"/>
          <p14:tracePt t="43507" x="3163888" y="1231900"/>
          <p14:tracePt t="43668" x="3170238" y="1231900"/>
          <p14:tracePt t="43685" x="3190875" y="1231900"/>
          <p14:tracePt t="43695" x="3271838" y="1244600"/>
          <p14:tracePt t="43707" x="3395663" y="1258888"/>
          <p14:tracePt t="43725" x="3735388" y="1347788"/>
          <p14:tracePt t="43739" x="4000500" y="1428750"/>
          <p14:tracePt t="43754" x="4333875" y="1544638"/>
          <p14:tracePt t="43769" x="4652963" y="1666875"/>
          <p14:tracePt t="43770" x="5191125" y="1871663"/>
          <p14:tracePt t="43791" x="6300788" y="2265363"/>
          <p14:tracePt t="43820" x="7354888" y="2551113"/>
          <p14:tracePt t="43827" x="7769225" y="2652713"/>
          <p14:tracePt t="43850" x="8682038" y="2824163"/>
          <p14:tracePt t="43869" x="9069388" y="2871788"/>
          <p14:tracePt t="43870" x="9266238" y="2878138"/>
          <p14:tracePt t="43891" x="9423400" y="2878138"/>
          <p14:tracePt t="43892" x="9456738" y="2878138"/>
          <p14:tracePt t="44114" x="9471025" y="2884488"/>
          <p14:tracePt t="44122" x="9483725" y="2884488"/>
          <p14:tracePt t="44136" x="9491663" y="2898775"/>
          <p14:tracePt t="44153" x="9491663" y="2946400"/>
          <p14:tracePt t="44166" x="9491663" y="2967038"/>
          <p14:tracePt t="44187" x="9471025" y="3041650"/>
          <p14:tracePt t="44203" x="9456738" y="3074988"/>
          <p14:tracePt t="44233" x="9415463" y="3122613"/>
          <p14:tracePt t="44235" x="9313863" y="3224213"/>
          <p14:tracePt t="44243" x="9239250" y="3286125"/>
          <p14:tracePt t="44258" x="9170988" y="3340100"/>
          <p14:tracePt t="44275" x="9102725" y="3387725"/>
          <p14:tracePt t="44289" x="9090025" y="3395663"/>
          <p14:tracePt t="44368" x="9096375" y="3395663"/>
          <p14:tracePt t="44389" x="9117013" y="3387725"/>
          <p14:tracePt t="44420" x="9137650" y="3375025"/>
          <p14:tracePt t="44421" x="9150350" y="3375025"/>
          <p14:tracePt t="44442" x="9185275" y="3367088"/>
          <p14:tracePt t="44443" x="9191625" y="3367088"/>
          <p14:tracePt t="44469" x="9239250" y="3367088"/>
          <p14:tracePt t="44477" x="9266238" y="3367088"/>
          <p14:tracePt t="44489" x="9272588" y="3367088"/>
          <p14:tracePt t="44506" x="9293225" y="3367088"/>
          <p14:tracePt t="44523" x="9313863" y="3360738"/>
          <p14:tracePt t="44556" x="9307513" y="3327400"/>
          <p14:tracePt t="44594" x="9272588" y="3300413"/>
          <p14:tracePt t="44603" x="9259888" y="3286125"/>
          <p14:tracePt t="44605" x="9239250" y="3271838"/>
          <p14:tracePt t="44630" x="9212263" y="3265488"/>
          <p14:tracePt t="44631" x="9185275" y="3252788"/>
          <p14:tracePt t="44641" x="9164638" y="3252788"/>
          <p14:tracePt t="44658" x="9123363" y="3252788"/>
          <p14:tracePt t="44672" x="9117013" y="3252788"/>
          <p14:tracePt t="44689" x="9096375" y="3252788"/>
          <p14:tracePt t="44690" x="9075738" y="3265488"/>
          <p14:tracePt t="44704" x="9063038" y="3271838"/>
          <p14:tracePt t="44739" x="9028113" y="3292475"/>
          <p14:tracePt t="44740" x="8994775" y="3319463"/>
          <p14:tracePt t="44749" x="8980488" y="3340100"/>
          <p14:tracePt t="44769" x="8974138" y="3360738"/>
          <p14:tracePt t="44771" x="8974138" y="3375025"/>
          <p14:tracePt t="44787" x="8974138" y="3395663"/>
          <p14:tracePt t="44803" x="8974138" y="3414713"/>
          <p14:tracePt t="44805" x="8994775" y="3422650"/>
          <p14:tracePt t="44816" x="9001125" y="3443288"/>
          <p14:tracePt t="44837" x="9028113" y="3462338"/>
          <p14:tracePt t="44840" x="9069388" y="3470275"/>
          <p14:tracePt t="44853" x="9117013" y="3490913"/>
          <p14:tracePt t="44866" x="9185275" y="3497263"/>
          <p14:tracePt t="44886" x="9313863" y="3497263"/>
          <p14:tracePt t="44904" x="9382125" y="3490913"/>
          <p14:tracePt t="44906" x="9436100" y="3470275"/>
          <p14:tracePt t="44920" x="9471025" y="3449638"/>
          <p14:tracePt t="44933" x="9510713" y="3422650"/>
          <p14:tracePt t="44953" x="9531350" y="3348038"/>
          <p14:tracePt t="44970" x="9518650" y="3313113"/>
          <p14:tracePt t="44983" x="9504363" y="3271838"/>
          <p14:tracePt t="44988" x="9483725" y="3244850"/>
          <p14:tracePt t="45003" x="9444038" y="3224213"/>
          <p14:tracePt t="45019" x="9348788" y="3197225"/>
          <p14:tracePt t="45032" x="9293225" y="3197225"/>
          <p14:tracePt t="45046" x="9224963" y="3197225"/>
          <p14:tracePt t="45059" x="9170988" y="3211513"/>
          <p14:tracePt t="45073" x="9102725" y="3244850"/>
          <p14:tracePt t="45089" x="9069388" y="3271838"/>
          <p14:tracePt t="45104" x="9048750" y="3292475"/>
          <p14:tracePt t="45121" x="9028113" y="3348038"/>
          <p14:tracePt t="45138" x="9028113" y="3367088"/>
          <p14:tracePt t="45154" x="9042400" y="3395663"/>
          <p14:tracePt t="45155" x="9063038" y="3414713"/>
          <p14:tracePt t="45170" x="9075738" y="3435350"/>
          <p14:tracePt t="45187" x="9117013" y="3449638"/>
          <p14:tracePt t="45188" x="9150350" y="3470275"/>
          <p14:tracePt t="45203" x="9197975" y="3470275"/>
          <p14:tracePt t="45233" x="9259888" y="3482975"/>
          <p14:tracePt t="45235" x="9348788" y="3470275"/>
          <p14:tracePt t="45244" x="9396413" y="3449638"/>
          <p14:tracePt t="45269" x="9436100" y="3422650"/>
          <p14:tracePt t="45270" x="9456738" y="3395663"/>
          <p14:tracePt t="45292" x="9456738" y="3375025"/>
          <p14:tracePt t="45293" x="9444038" y="3340100"/>
          <p14:tracePt t="45304" x="9415463" y="3300413"/>
          <p14:tracePt t="45333" x="9367838" y="3286125"/>
          <p14:tracePt t="45335" x="9212263" y="3217863"/>
          <p14:tracePt t="45356" x="9117013" y="3217863"/>
          <p14:tracePt t="45376" x="9075738" y="3224213"/>
          <p14:tracePt t="45376" x="9063038" y="3238500"/>
          <p14:tracePt t="45393" x="9048750" y="3252788"/>
          <p14:tracePt t="45403" x="9042400" y="3265488"/>
          <p14:tracePt t="45434" x="9048750" y="3271838"/>
          <p14:tracePt t="45435" x="9069388" y="3300413"/>
          <p14:tracePt t="45455" x="9102725" y="3319463"/>
          <p14:tracePt t="45476" x="9123363" y="3319463"/>
          <p14:tracePt t="45487" x="9137650" y="3319463"/>
          <p14:tracePt t="45504" x="9144000" y="3319463"/>
          <p14:tracePt t="45744" x="9117013" y="3327400"/>
          <p14:tracePt t="45757" x="9063038" y="3327400"/>
          <p14:tracePt t="45770" x="8947150" y="3340100"/>
          <p14:tracePt t="45772" x="8777288" y="3348038"/>
          <p14:tracePt t="45789" x="8375650" y="3348038"/>
          <p14:tracePt t="45800" x="7715250" y="3327400"/>
          <p14:tracePt t="45809" x="7123113" y="3292475"/>
          <p14:tracePt t="45824" x="5967413" y="3224213"/>
          <p14:tracePt t="45834" x="4932363" y="3149600"/>
          <p14:tracePt t="45852" x="3530600" y="3048000"/>
          <p14:tracePt t="45872" x="3122613" y="3021013"/>
          <p14:tracePt t="45873" x="2720975" y="2994025"/>
          <p14:tracePt t="45883" x="2551113" y="2973388"/>
          <p14:tracePt t="45903" x="2435225" y="2952750"/>
          <p14:tracePt t="45935" x="2408238" y="2952750"/>
          <p14:tracePt t="45946" x="2401888" y="2952750"/>
          <p14:tracePt t="45959" x="2387600" y="2952750"/>
          <p14:tracePt t="45976" x="2312988" y="2932113"/>
          <p14:tracePt t="45992" x="2238375" y="2925763"/>
          <p14:tracePt t="46025" x="2041525" y="2905125"/>
          <p14:tracePt t="46026" x="1946275" y="2905125"/>
          <p14:tracePt t="46036" x="1890713" y="2905125"/>
          <p14:tracePt t="46057" x="1824038" y="2925763"/>
          <p14:tracePt t="46075" x="1803400" y="2946400"/>
          <p14:tracePt t="46101" x="1803400" y="2967038"/>
          <p14:tracePt t="46110" x="1824038" y="2979738"/>
          <p14:tracePt t="46124" x="1863725" y="3021013"/>
          <p14:tracePt t="46140" x="1911350" y="3048000"/>
          <p14:tracePt t="46153" x="1993900" y="3074988"/>
          <p14:tracePt t="46173" x="2116138" y="3116263"/>
          <p14:tracePt t="46189" x="2830513" y="3176588"/>
          <p14:tracePt t="46202" x="3143250" y="3190875"/>
          <p14:tracePt t="46236" x="3313113" y="3190875"/>
          <p14:tracePt t="46237" x="3565525" y="3190875"/>
          <p14:tracePt t="46246" x="3619500" y="3190875"/>
          <p14:tracePt t="46259" x="3667125" y="3190875"/>
          <p14:tracePt t="46276" x="3708400" y="3190875"/>
          <p14:tracePt t="46277" x="3714750" y="3190875"/>
          <p14:tracePt t="46292" x="3729038" y="3190875"/>
          <p14:tracePt t="46366" x="3735388" y="3190875"/>
          <p14:tracePt t="46385" x="3741738" y="3190875"/>
          <p14:tracePt t="46395" x="3762375" y="3190875"/>
          <p14:tracePt t="46425" x="3768725" y="3190875"/>
          <p14:tracePt t="46426" x="3789363" y="3176588"/>
          <p14:tracePt t="46490" x="3783013" y="3176588"/>
          <p14:tracePt t="46516" x="3768725" y="3170238"/>
          <p14:tracePt t="46517" x="3756025" y="3163888"/>
          <p14:tracePt t="46526" x="3735388" y="3163888"/>
          <p14:tracePt t="46540" x="3714750" y="3149600"/>
          <p14:tracePt t="46557" x="3708400" y="3149600"/>
          <p14:tracePt t="46569" x="3694113" y="3149600"/>
          <p14:tracePt t="46604" x="3714750" y="3149600"/>
          <p14:tracePt t="46626" x="3762375" y="3163888"/>
          <p14:tracePt t="46658" x="3803650" y="3163888"/>
          <p14:tracePt t="46658" x="3810000" y="3163888"/>
          <p14:tracePt t="46697" x="3810000" y="3149600"/>
          <p14:tracePt t="46715" x="3762375" y="3149600"/>
          <p14:tracePt t="46754" x="3741738" y="3149600"/>
          <p14:tracePt t="46755" x="3714750" y="3149600"/>
          <p14:tracePt t="46796" x="3729038" y="3163888"/>
          <p14:tracePt t="46829" x="3741738" y="3163888"/>
          <p14:tracePt t="46829" x="3803650" y="3163888"/>
          <p14:tracePt t="46855" x="3836988" y="3170238"/>
          <p14:tracePt t="46964" x="3836988" y="3163888"/>
          <p14:tracePt t="46991" x="3836988" y="3149600"/>
          <p14:tracePt t="46998" x="3830638" y="3122613"/>
          <p14:tracePt t="47037" x="3816350" y="3074988"/>
          <p14:tracePt t="47037" x="3756025" y="2830513"/>
          <p14:tracePt t="47045" x="3687763" y="2613025"/>
          <p14:tracePt t="47069" x="3530600" y="2205038"/>
          <p14:tracePt t="47082" x="3462338" y="1925638"/>
          <p14:tracePt t="47107" x="3422650" y="1544638"/>
          <p14:tracePt t="47136" x="3422650" y="1443038"/>
          <p14:tracePt t="47137" x="3435350" y="1374775"/>
          <p14:tracePt t="47145" x="3443288" y="1354138"/>
          <p14:tracePt t="47167" x="3449638" y="1347788"/>
          <p14:tracePt t="47182" x="3449638" y="1333500"/>
          <p14:tracePt t="47325" x="3462338" y="1333500"/>
          <p14:tracePt t="47346" x="3509963" y="1327150"/>
          <p14:tracePt t="47365" x="3557588" y="1300163"/>
          <p14:tracePt t="47416" x="3660775" y="1231900"/>
          <p14:tracePt t="47417" x="3762375" y="1128713"/>
          <p14:tracePt t="47425" x="3768725" y="1122363"/>
          <p14:tracePt t="47443" x="3783013" y="1101725"/>
          <p14:tracePt t="47478" x="3789363" y="1074738"/>
          <p14:tracePt t="47496" x="3789363" y="1054100"/>
          <p14:tracePt t="47544" x="3789363" y="1027113"/>
          <p14:tracePt t="47545" x="3789363" y="1006475"/>
          <p14:tracePt t="47556" x="3789363" y="985838"/>
          <p14:tracePt t="47579" x="3789363" y="952500"/>
          <p14:tracePt t="47596" x="3789363" y="911225"/>
          <p14:tracePt t="47646" x="3783013" y="877888"/>
          <p14:tracePt t="47647" x="3762375" y="842963"/>
          <p14:tracePt t="47655" x="3741738" y="836613"/>
          <p14:tracePt t="47680" x="3687763" y="830263"/>
          <p14:tracePt t="47696" x="3592513" y="836613"/>
          <p14:tracePt t="47738" x="3557588" y="842963"/>
          <p14:tracePt t="47739" x="3462338" y="925513"/>
          <p14:tracePt t="47759" x="3443288" y="958850"/>
          <p14:tracePt t="47795" x="3435350" y="1006475"/>
          <p14:tracePt t="47796" x="3449638" y="1062038"/>
          <p14:tracePt t="47832" x="3497263" y="1101725"/>
          <p14:tracePt t="47833" x="3538538" y="1122363"/>
          <p14:tracePt t="47841" x="3586163" y="1136650"/>
          <p14:tracePt t="47855" x="3619500" y="1149350"/>
          <p14:tracePt t="47878" x="3741738" y="1149350"/>
          <p14:tracePt t="47893" x="3789363" y="1149350"/>
          <p14:tracePt t="47925" x="3890963" y="1101725"/>
          <p14:tracePt t="47938" x="3911600" y="1062038"/>
          <p14:tracePt t="47958" x="3911600" y="985838"/>
          <p14:tracePt t="47973" x="3905250" y="952500"/>
          <p14:tracePt t="47994" x="3863975" y="884238"/>
          <p14:tracePt t="48007" x="3851275" y="857250"/>
          <p14:tracePt t="48039" x="3762375" y="809625"/>
          <p14:tracePt t="48042" x="3729038" y="803275"/>
          <p14:tracePt t="48042" x="3667125" y="803275"/>
          <p14:tracePt t="48071" x="3592513" y="788988"/>
          <p14:tracePt t="48092" x="3557588" y="803275"/>
          <p14:tracePt t="48093" x="3530600" y="809625"/>
          <p14:tracePt t="48104" x="3509963" y="815975"/>
          <p14:tracePt t="48138" x="3470275" y="857250"/>
          <p14:tracePt t="48139" x="3470275" y="884238"/>
          <p14:tracePt t="48149" x="3462338" y="925513"/>
          <p14:tracePt t="48166" x="3470275" y="985838"/>
          <p14:tracePt t="48183" x="3490913" y="1014413"/>
          <p14:tracePt t="48199" x="3517900" y="1041400"/>
          <p14:tracePt t="48201" x="3544888" y="1054100"/>
          <p14:tracePt t="48216" x="3565525" y="1062038"/>
          <p14:tracePt t="48232" x="3605213" y="1062038"/>
          <p14:tracePt t="48249" x="3646488" y="1062038"/>
          <p14:tracePt t="48263" x="3660775" y="1054100"/>
          <p14:tracePt t="48279" x="3667125" y="1041400"/>
          <p14:tracePt t="48325" x="3681413" y="1041400"/>
          <p14:tracePt t="48336" x="3687763" y="1054100"/>
          <p14:tracePt t="48350" x="3729038" y="1089025"/>
          <p14:tracePt t="48362" x="3816350" y="1163638"/>
          <p14:tracePt t="48379" x="3973513" y="1279525"/>
          <p14:tracePt t="48381" x="4149725" y="1408113"/>
          <p14:tracePt t="48395" x="4319588" y="1517650"/>
          <p14:tracePt t="48426" x="4565650" y="1666875"/>
          <p14:tracePt t="48428" x="5014913" y="1958975"/>
          <p14:tracePt t="48449" x="5768975" y="2360613"/>
          <p14:tracePt t="48473" x="6530975" y="2708275"/>
          <p14:tracePt t="48493" x="6980238" y="2871788"/>
          <p14:tracePt t="48494" x="7280275" y="2952750"/>
          <p14:tracePt t="48521" x="7640638" y="3048000"/>
          <p14:tracePt t="48522" x="7932738" y="3116263"/>
          <p14:tracePt t="48530" x="8089900" y="3149600"/>
          <p14:tracePt t="48553" x="8266113" y="3190875"/>
          <p14:tracePt t="48559" x="8375650" y="3217863"/>
          <p14:tracePt t="48570" x="8408988" y="3224213"/>
          <p14:tracePt t="48585" x="8456613" y="3224213"/>
          <p14:tracePt t="48598" x="8462963" y="3238500"/>
          <p14:tracePt t="48653" x="8450263" y="3238500"/>
          <p14:tracePt t="48671" x="8402638" y="3224213"/>
          <p14:tracePt t="48891" x="8408988" y="3224213"/>
          <p14:tracePt t="48899" x="8429625" y="3238500"/>
          <p14:tracePt t="48942" x="8456613" y="3252788"/>
          <p14:tracePt t="48943" x="8551863" y="3327400"/>
          <p14:tracePt t="48970" x="8682038" y="3435350"/>
          <p14:tracePt t="48978" x="8783638" y="3509963"/>
          <p14:tracePt t="48995" x="8878888" y="3565525"/>
          <p14:tracePt t="49031" x="9042400" y="3640138"/>
          <p14:tracePt t="49041" x="9075738" y="3646488"/>
          <p14:tracePt t="49062" x="9096375" y="3660775"/>
          <p14:tracePt t="49123" x="9096375" y="3646488"/>
          <p14:tracePt t="49195" x="9102725" y="3646488"/>
          <p14:tracePt t="49243" x="9123363" y="3667125"/>
          <p14:tracePt t="49244" x="9191625" y="3708400"/>
          <p14:tracePt t="49250" x="9259888" y="3735388"/>
          <p14:tracePt t="49280" x="9367838" y="3762375"/>
          <p14:tracePt t="49281" x="9423400" y="3768725"/>
          <p14:tracePt t="49315" x="9463088" y="3768725"/>
          <p14:tracePt t="49342" x="9444038" y="3762375"/>
          <p14:tracePt t="49350" x="9423400" y="3756025"/>
          <p14:tracePt t="49370" x="9388475" y="3741738"/>
          <p14:tracePt t="49411" x="9334500" y="3714750"/>
          <p14:tracePt t="49412" x="9313863" y="3714750"/>
          <p14:tracePt t="49424" x="9272588" y="3708400"/>
          <p14:tracePt t="49447" x="9218613" y="3694113"/>
          <p14:tracePt t="49462" x="9185275" y="3708400"/>
          <p14:tracePt t="49492" x="9150350" y="3729038"/>
          <p14:tracePt t="49528" x="9137650" y="3762375"/>
          <p14:tracePt t="49529" x="9123363" y="3803650"/>
          <p14:tracePt t="49540" x="9123363" y="3810000"/>
          <p14:tracePt t="49564" x="9123363" y="3830638"/>
          <p14:tracePt t="49579" x="9137650" y="3836988"/>
          <p14:tracePt t="49599" x="9191625" y="3851275"/>
          <p14:tracePt t="49637" x="9224963" y="3851275"/>
          <p14:tracePt t="49637" x="9286875" y="3851275"/>
          <p14:tracePt t="49645" x="9313863" y="3836988"/>
          <p14:tracePt t="49657" x="9334500" y="3830638"/>
          <p14:tracePt t="49679" x="9348788" y="3789363"/>
          <p14:tracePt t="49695" x="9348788" y="3768725"/>
          <p14:tracePt t="49727" x="9340850" y="3735388"/>
          <p14:tracePt t="49728" x="9320213" y="3714750"/>
          <p14:tracePt t="49741" x="9307513" y="3708400"/>
          <p14:tracePt t="49742" x="9272588" y="3694113"/>
          <p14:tracePt t="49776" x="9245600" y="3694113"/>
          <p14:tracePt t="49777" x="9197975" y="3708400"/>
          <p14:tracePt t="49802" x="9164638" y="3741738"/>
          <p14:tracePt t="49843" x="9137650" y="3768725"/>
          <p14:tracePt t="49844" x="9137650" y="3789363"/>
          <p14:tracePt t="49869" x="9150350" y="3816350"/>
          <p14:tracePt t="49899" x="9191625" y="3836988"/>
          <p14:tracePt t="49900" x="9212263" y="3836988"/>
          <p14:tracePt t="49934" x="9272588" y="3836988"/>
          <p14:tracePt t="49935" x="9307513" y="3830638"/>
          <p14:tracePt t="49964" x="9361488" y="3810000"/>
          <p14:tracePt t="49972" x="9367838" y="3803650"/>
          <p14:tracePt t="49988" x="9382125" y="3783013"/>
          <p14:tracePt t="49989" x="9382125" y="3762375"/>
          <p14:tracePt t="50028" x="9382125" y="3741738"/>
          <p14:tracePt t="50029" x="9348788" y="3714750"/>
          <p14:tracePt t="50040" x="9320213" y="3694113"/>
          <p14:tracePt t="50077" x="9272588" y="3687763"/>
          <p14:tracePt t="50078" x="9245600" y="3687763"/>
          <p14:tracePt t="50079" x="9224963" y="3687763"/>
          <p14:tracePt t="50091" x="9197975" y="3694113"/>
          <p14:tracePt t="50114" x="9170988" y="3735388"/>
          <p14:tracePt t="50128" x="9164638" y="3756025"/>
          <p14:tracePt t="50153" x="9150350" y="3803650"/>
          <p14:tracePt t="50175" x="9170988" y="3816350"/>
          <p14:tracePt t="50196" x="9218613" y="3830638"/>
          <p14:tracePt t="50230" x="9259888" y="3830638"/>
          <p14:tracePt t="50231" x="9348788" y="3836988"/>
          <p14:tracePt t="50239" x="9396413" y="3830638"/>
          <p14:tracePt t="50253" x="9436100" y="3816350"/>
          <p14:tracePt t="50269" x="9456738" y="3810000"/>
          <p14:tracePt t="50270" x="9456738" y="3789363"/>
          <p14:tracePt t="50301" x="9456738" y="3783013"/>
          <p14:tracePt t="50301" x="9456738" y="3768725"/>
          <p14:tracePt t="50327" x="9423400" y="3756025"/>
          <p14:tracePt t="50328" x="9361488" y="3729038"/>
          <p14:tracePt t="50351" x="9293225" y="3729038"/>
          <p14:tracePt t="50376" x="9266238" y="3735388"/>
          <p14:tracePt t="50384" x="9259888" y="3756025"/>
          <p14:tracePt t="50399" x="9259888" y="3762375"/>
          <p14:tracePt t="50418" x="9259888" y="3789363"/>
          <p14:tracePt t="50435" x="9266238" y="3789363"/>
          <p14:tracePt t="50451" x="9286875" y="3803650"/>
          <p14:tracePt t="50465" x="9293225" y="3803650"/>
          <p14:tracePt t="50481" x="9313863" y="3803650"/>
          <p14:tracePt t="50515" x="9320213" y="3789363"/>
          <p14:tracePt t="50515" x="9334500" y="3783013"/>
          <p14:tracePt t="50542" x="9334500" y="3768725"/>
          <p14:tracePt t="50754" x="9334500" y="3762375"/>
          <p14:tracePt t="50830" x="9320213" y="3762375"/>
          <p14:tracePt t="50831" x="9320213" y="3756025"/>
          <p14:tracePt t="50838" x="9313863" y="3756025"/>
          <p14:tracePt t="50855" x="9286875" y="3735388"/>
          <p14:tracePt t="50891" x="9191625" y="3687763"/>
          <p14:tracePt t="50902" x="9137650" y="3681413"/>
          <p14:tracePt t="50935" x="9042400" y="3640138"/>
          <p14:tracePt t="50936" x="8729663" y="3538538"/>
          <p14:tracePt t="50956" x="8435975" y="3414713"/>
          <p14:tracePt t="50957" x="8015288" y="3238500"/>
          <p14:tracePt t="50985" x="7102475" y="2768600"/>
          <p14:tracePt t="50992" x="6518275" y="2381250"/>
          <p14:tracePt t="51024" x="5946775" y="2006600"/>
          <p14:tracePt t="51024" x="5164138" y="1482725"/>
          <p14:tracePt t="51048" x="4741863" y="1184275"/>
          <p14:tracePt t="51074" x="4572000" y="1054100"/>
          <p14:tracePt t="51082" x="4551363" y="1027113"/>
          <p14:tracePt t="51095" x="4530725" y="1014413"/>
          <p14:tracePt t="51144" x="4524375" y="1006475"/>
          <p14:tracePt t="51196" x="4524375" y="1014413"/>
          <p14:tracePt t="51218" x="4491038" y="1027113"/>
          <p14:tracePt t="51246" x="4408488" y="1054100"/>
          <p14:tracePt t="51254" x="4381500" y="1074738"/>
          <p14:tracePt t="51275" x="4348163" y="1089025"/>
          <p14:tracePt t="51297" x="4319588" y="1101725"/>
          <p14:tracePt t="51331" x="4292600" y="1109663"/>
          <p14:tracePt t="51331" x="4224338" y="1109663"/>
          <p14:tracePt t="51340" x="4176713" y="1109663"/>
          <p14:tracePt t="51362" x="4129088" y="1109663"/>
          <p14:tracePt t="51363" x="4081463" y="1109663"/>
          <p14:tracePt t="51380" x="4033838" y="1109663"/>
          <p14:tracePt t="51395" x="3986213" y="1109663"/>
          <p14:tracePt t="51396" x="3959225" y="1109663"/>
          <p14:tracePt t="51425" x="3938588" y="1109663"/>
          <p14:tracePt t="51426" x="3925888" y="1122363"/>
          <p14:tracePt t="51440" x="3905250" y="1122363"/>
          <p14:tracePt t="51442" x="3884613" y="1128713"/>
          <p14:tracePt t="51459" x="3878263" y="1128713"/>
          <p14:tracePt t="51479" x="3857625" y="1136650"/>
          <p14:tracePt t="51578" x="3851275" y="1136650"/>
          <p14:tracePt t="51598" x="3816350" y="1136650"/>
          <p14:tracePt t="51632" x="3768725" y="1136650"/>
          <p14:tracePt t="51633" x="3735388" y="1136650"/>
          <p14:tracePt t="51659" x="3687763" y="1149350"/>
          <p14:tracePt t="51667" x="3667125" y="1149350"/>
          <p14:tracePt t="51682" x="3660775" y="1149350"/>
          <p14:tracePt t="51781" x="3646488" y="1149350"/>
          <p14:tracePt t="51803" x="3605213" y="1149350"/>
          <p14:tracePt t="51831" x="3538538" y="1136650"/>
          <p14:tracePt t="51838" x="3497263" y="1136650"/>
          <p14:tracePt t="51882" x="3449638" y="1136650"/>
          <p14:tracePt t="51883" x="3443288" y="1136650"/>
          <p14:tracePt t="51971" x="3443288" y="1149350"/>
          <p14:tracePt t="52041" x="3443288" y="1157288"/>
          <p14:tracePt t="52042" x="3443288" y="1163638"/>
          <p14:tracePt t="52049" x="3449638" y="1163638"/>
          <p14:tracePt t="52072" x="3470275" y="1176338"/>
          <p14:tracePt t="52100" x="3497263" y="1184275"/>
          <p14:tracePt t="52121" x="3530600" y="1184275"/>
          <p14:tracePt t="52145" x="3557588" y="1184275"/>
          <p14:tracePt t="52159" x="3565525" y="1184275"/>
          <p14:tracePt t="52179" x="3592513" y="1157288"/>
          <p14:tracePt t="52192" x="3605213" y="1136650"/>
          <p14:tracePt t="52226" x="3619500" y="1062038"/>
          <p14:tracePt t="52228" x="3633788" y="1027113"/>
          <p14:tracePt t="52229" x="3633788" y="985838"/>
          <p14:tracePt t="52241" x="3633788" y="952500"/>
          <p14:tracePt t="52263" x="3619500" y="890588"/>
          <p14:tracePt t="52276" x="3605213" y="877888"/>
          <p14:tracePt t="52311" x="3544888" y="842963"/>
          <p14:tracePt t="52312" x="3517900" y="836613"/>
          <p14:tracePt t="52324" x="3482975" y="836613"/>
          <p14:tracePt t="52346" x="3408363" y="842963"/>
          <p14:tracePt t="52359" x="3367088" y="857250"/>
          <p14:tracePt t="52382" x="3313113" y="890588"/>
          <p14:tracePt t="52396" x="3286125" y="911225"/>
          <p14:tracePt t="52397" x="3252788" y="931863"/>
          <p14:tracePt t="52427" x="3244850" y="952500"/>
          <p14:tracePt t="52428" x="3244850" y="979488"/>
          <p14:tracePt t="52440" x="3238500" y="1006475"/>
          <p14:tracePt t="52459" x="3244850" y="1041400"/>
          <p14:tracePt t="52479" x="3265488" y="1074738"/>
          <p14:tracePt t="52493" x="3286125" y="1089025"/>
          <p14:tracePt t="52526" x="3340100" y="1109663"/>
          <p14:tracePt t="52528" x="3395663" y="1122363"/>
          <p14:tracePt t="52559" x="3449638" y="1128713"/>
          <p14:tracePt t="52559" x="3571875" y="1136650"/>
          <p14:tracePt t="52568" x="3633788" y="1136650"/>
          <p14:tracePt t="52582" x="3660775" y="1136650"/>
          <p14:tracePt t="52602" x="3708400" y="1122363"/>
          <p14:tracePt t="52634" x="3714750" y="1109663"/>
          <p14:tracePt t="52635" x="3714750" y="1074738"/>
          <p14:tracePt t="52661" x="3694113" y="1014413"/>
          <p14:tracePt t="52669" x="3681413" y="979488"/>
          <p14:tracePt t="52682" x="3646488" y="952500"/>
          <p14:tracePt t="52701" x="3619500" y="931863"/>
          <p14:tracePt t="52734" x="3538538" y="904875"/>
          <p14:tracePt t="52735" x="3509963" y="890588"/>
          <p14:tracePt t="52736" x="3462338" y="890588"/>
          <p14:tracePt t="52761" x="3435350" y="904875"/>
          <p14:tracePt t="52762" x="3414713" y="911225"/>
          <p14:tracePt t="52773" x="3387725" y="925513"/>
          <p14:tracePt t="52793" x="3360738" y="979488"/>
          <p14:tracePt t="52824" x="3348038" y="1006475"/>
          <p14:tracePt t="52824" x="3348038" y="1062038"/>
          <p14:tracePt t="52848" x="3375025" y="1122363"/>
          <p14:tracePt t="52874" x="3443288" y="1157288"/>
          <p14:tracePt t="52882" x="3490913" y="1176338"/>
          <p14:tracePt t="52895" x="3538538" y="1176338"/>
          <p14:tracePt t="52915" x="3619500" y="1176338"/>
          <p14:tracePt t="52932" x="3646488" y="1163638"/>
          <p14:tracePt t="52949" x="3681413" y="1149350"/>
          <p14:tracePt t="52982" x="3687763" y="1128713"/>
          <p14:tracePt t="52983" x="3687763" y="1122363"/>
          <p14:tracePt t="53007" x="3687763" y="1089025"/>
          <p14:tracePt t="53034" x="3681413" y="1074738"/>
          <p14:tracePt t="53042" x="3667125" y="1062038"/>
          <p14:tracePt t="53059" x="3667125" y="1054100"/>
          <p14:tracePt t="53513" x="3681413" y="1054100"/>
          <p14:tracePt t="53541" x="3687763" y="1041400"/>
          <p14:tracePt t="53549" x="3694113" y="1033463"/>
          <p14:tracePt t="53572" x="3714750" y="985838"/>
          <p14:tracePt t="53602" x="3729038" y="931863"/>
          <p14:tracePt t="53603" x="3729038" y="911225"/>
          <p14:tracePt t="53623" x="3729038" y="884238"/>
          <p14:tracePt t="53643" x="3714750" y="877888"/>
          <p14:tracePt t="53665" x="3714750" y="863600"/>
          <p14:tracePt t="53687" x="3694113" y="863600"/>
          <p14:tracePt t="53702" x="3687763" y="863600"/>
          <p14:tracePt t="53703" x="3681413" y="877888"/>
          <p14:tracePt t="53732" x="3646488" y="877888"/>
          <p14:tracePt t="53733" x="3633788" y="884238"/>
          <p14:tracePt t="53747" x="3605213" y="890588"/>
          <p14:tracePt t="53749" x="3571875" y="904875"/>
          <p14:tracePt t="53768" x="3544888" y="925513"/>
          <p14:tracePt t="53770" x="3517900" y="952500"/>
          <p14:tracePt t="53801" x="3490913" y="985838"/>
          <p14:tracePt t="53802" x="3482975" y="1006475"/>
          <p14:tracePt t="53803" x="3482975" y="1033463"/>
          <p14:tracePt t="53827" x="3490913" y="1089025"/>
          <p14:tracePt t="53847" x="3509963" y="1109663"/>
          <p14:tracePt t="53847" x="3517900" y="1128713"/>
          <p14:tracePt t="53874" x="3565525" y="1149350"/>
          <p14:tracePt t="53899" x="3605213" y="1149350"/>
          <p14:tracePt t="53907" x="3619500" y="1149350"/>
          <p14:tracePt t="53936" x="3640138" y="1136650"/>
          <p14:tracePt t="53937" x="3660775" y="1136650"/>
          <p14:tracePt t="53937" x="3667125" y="1128713"/>
          <p14:tracePt t="53960" x="3681413" y="1122363"/>
          <p14:tracePt t="53961" x="3687763" y="1101725"/>
          <p14:tracePt t="53980" x="3694113" y="1089025"/>
          <p14:tracePt t="54005" x="3694113" y="1074738"/>
          <p14:tracePt t="54006" x="3694113" y="1054100"/>
          <p14:tracePt t="54032" x="3687763" y="1014413"/>
          <p14:tracePt t="54040" x="3681413" y="1000125"/>
          <p14:tracePt t="54042" x="3667125" y="979488"/>
          <p14:tracePt t="54054" x="3646488" y="966788"/>
          <p14:tracePt t="54074" x="3613150" y="938213"/>
          <p14:tracePt t="54091" x="3605213" y="931863"/>
          <p14:tracePt t="54108" x="3586163" y="931863"/>
          <p14:tracePt t="54154" x="3571875" y="938213"/>
          <p14:tracePt t="54277" x="3565525" y="938213"/>
          <p14:tracePt t="54295" x="3544888" y="938213"/>
          <p14:tracePt t="54302" x="3530600" y="938213"/>
          <p14:tracePt t="54339" x="3497263" y="938213"/>
          <p14:tracePt t="54340" x="3422650" y="952500"/>
          <p14:tracePt t="54348" x="3375025" y="966788"/>
          <p14:tracePt t="54370" x="3340100" y="1006475"/>
          <p14:tracePt t="54388" x="3327400" y="1041400"/>
          <p14:tracePt t="54389" x="3327400" y="1074738"/>
          <p14:tracePt t="54401" x="3340100" y="1101725"/>
          <p14:tracePt t="54432" x="3348038" y="1122363"/>
          <p14:tracePt t="54433" x="3408363" y="1157288"/>
          <p14:tracePt t="54459" x="3462338" y="1163638"/>
          <p14:tracePt t="54484" x="3517900" y="1163638"/>
          <p14:tracePt t="54492" x="3557588" y="1157288"/>
          <p14:tracePt t="54504" x="3586163" y="1149350"/>
          <p14:tracePt t="54539" x="3605213" y="1136650"/>
          <p14:tracePt t="54540" x="3619500" y="1109663"/>
          <p14:tracePt t="54549" x="3633788" y="1089025"/>
          <p14:tracePt t="54567" x="3633788" y="1062038"/>
          <p14:tracePt t="54571" x="3633788" y="1027113"/>
          <p14:tracePt t="54587" x="3619500" y="1000125"/>
          <p14:tracePt t="54604" x="3586163" y="931863"/>
          <p14:tracePt t="54633" x="3565525" y="904875"/>
          <p14:tracePt t="54635" x="3538538" y="884238"/>
          <p14:tracePt t="54636" x="3517900" y="877888"/>
          <p14:tracePt t="54653" x="3497263" y="863600"/>
          <p14:tracePt t="54664" x="3490913" y="863600"/>
          <p14:tracePt t="54677" x="3470275" y="863600"/>
          <p14:tracePt t="54692" x="3462338" y="863600"/>
          <p14:tracePt t="54693" x="3449638" y="877888"/>
          <p14:tracePt t="54707" x="3435350" y="884238"/>
          <p14:tracePt t="54740" x="3414713" y="904875"/>
          <p14:tracePt t="54741" x="3360738" y="958850"/>
          <p14:tracePt t="54750" x="3340100" y="1000125"/>
          <p14:tracePt t="54775" x="3327400" y="1033463"/>
          <p14:tracePt t="54776" x="3319463" y="1074738"/>
          <p14:tracePt t="54786" x="3319463" y="1109663"/>
          <p14:tracePt t="54805" x="3327400" y="1128713"/>
          <p14:tracePt t="54807" x="3348038" y="1157288"/>
          <p14:tracePt t="54820" x="3367088" y="1184275"/>
          <p14:tracePt t="54833" x="3408363" y="1204913"/>
          <p14:tracePt t="54854" x="3470275" y="1211263"/>
          <p14:tracePt t="54871" x="3517900" y="1223963"/>
          <p14:tracePt t="54874" x="3544888" y="1223963"/>
          <p14:tracePt t="54886" x="3592513" y="1211263"/>
          <p14:tracePt t="54899" x="3633788" y="1204913"/>
          <p14:tracePt t="54925" x="3646488" y="1196975"/>
          <p14:tracePt t="54926" x="3681413" y="1176338"/>
          <p14:tracePt t="54938" x="3687763" y="1157288"/>
          <p14:tracePt t="54954" x="3708400" y="1122363"/>
          <p14:tracePt t="54980" x="3708400" y="1101725"/>
          <p14:tracePt t="54981" x="3708400" y="1089025"/>
          <p14:tracePt t="54990" x="3708400" y="1074738"/>
          <p14:tracePt t="55004" x="3694113" y="1054100"/>
          <p14:tracePt t="55021" x="3667125" y="1014413"/>
          <p14:tracePt t="55037" x="3660775" y="1006475"/>
          <p14:tracePt t="55054" x="3619500" y="1000125"/>
          <p14:tracePt t="55086" x="3605213" y="1000125"/>
          <p14:tracePt t="55088" x="3571875" y="1000125"/>
          <p14:tracePt t="55108" x="3557588" y="1014413"/>
          <p14:tracePt t="55133" x="3530600" y="1062038"/>
          <p14:tracePt t="55153" x="3517900" y="1089025"/>
          <p14:tracePt t="55155" x="3509963" y="1109663"/>
          <p14:tracePt t="55176" x="3517900" y="1157288"/>
          <p14:tracePt t="55200" x="3544888" y="1196975"/>
          <p14:tracePt t="55228" x="3571875" y="1211263"/>
          <p14:tracePt t="55229" x="3592513" y="1211263"/>
          <p14:tracePt t="55237" x="3619500" y="1211263"/>
          <p14:tracePt t="55250" x="3640138" y="1223963"/>
          <p14:tracePt t="55267" x="3660775" y="1223963"/>
          <p14:tracePt t="55357" x="3667125" y="1223963"/>
          <p14:tracePt t="55381" x="3667125" y="1231900"/>
          <p14:tracePt t="55399" x="3667125" y="1252538"/>
          <p14:tracePt t="55407" x="3681413" y="1258888"/>
          <p14:tracePt t="55424" x="3735388" y="1333500"/>
          <p14:tracePt t="55444" x="3762375" y="1360488"/>
          <p14:tracePt t="55458" x="3762375" y="1381125"/>
          <p14:tracePt t="55639" x="3768725" y="1381125"/>
          <p14:tracePt t="55661" x="3768725" y="1374775"/>
          <p14:tracePt t="55754" x="3783013" y="1374775"/>
          <p14:tracePt t="55762" x="3789363" y="1374775"/>
          <p14:tracePt t="55783" x="3803650" y="1374775"/>
          <p14:tracePt t="55785" x="3810000" y="1374775"/>
          <p14:tracePt t="55851" x="3816350" y="1374775"/>
          <p14:tracePt t="55874" x="3830638" y="1374775"/>
          <p14:tracePt t="55901" x="3863975" y="1401763"/>
          <p14:tracePt t="55925" x="3932238" y="1470025"/>
          <p14:tracePt t="55925" x="4027488" y="1565275"/>
          <p14:tracePt t="55934" x="4137025" y="1700213"/>
          <p14:tracePt t="55948" x="4244975" y="1816100"/>
          <p14:tracePt t="55970" x="4646613" y="2259013"/>
          <p14:tracePt t="55983" x="4851400" y="2455863"/>
          <p14:tracePt t="55996" x="5253038" y="2795588"/>
          <p14:tracePt t="55997" x="5694363" y="3074988"/>
          <p14:tracePt t="56031" x="5973763" y="3238500"/>
          <p14:tracePt t="56033" x="6681788" y="3509963"/>
          <p14:tracePt t="56045" x="6986588" y="3571875"/>
          <p14:tracePt t="56066" x="7843838" y="3694113"/>
          <p14:tracePt t="56091" x="8375650" y="3729038"/>
          <p14:tracePt t="56100" x="8578850" y="3729038"/>
          <p14:tracePt t="56133" x="8796338" y="3694113"/>
          <p14:tracePt t="56166" x="8804275" y="3694113"/>
          <p14:tracePt t="56167" x="8796338" y="3681413"/>
          <p14:tracePt t="56191" x="8748713" y="3681413"/>
          <p14:tracePt t="56223" x="8701088" y="3681413"/>
          <p14:tracePt t="56224" x="8674100" y="3681413"/>
          <p14:tracePt t="56250" x="8599488" y="3687763"/>
          <p14:tracePt t="56257" x="8558213" y="3687763"/>
          <p14:tracePt t="56274" x="8510588" y="3687763"/>
          <p14:tracePt t="56291" x="8483600" y="3708400"/>
          <p14:tracePt t="56324" x="8510588" y="3714750"/>
          <p14:tracePt t="56337" x="8531225" y="3714750"/>
          <p14:tracePt t="56357" x="8620125" y="3729038"/>
          <p14:tracePt t="56371" x="8653463" y="3729038"/>
          <p14:tracePt t="56390" x="8701088" y="3735388"/>
          <p14:tracePt t="56391" x="8729663" y="3741738"/>
          <p14:tracePt t="56405" x="8756650" y="3762375"/>
          <p14:tracePt t="56437" x="8783638" y="3783013"/>
          <p14:tracePt t="56438" x="8824913" y="3810000"/>
          <p14:tracePt t="56459" x="8872538" y="3836988"/>
          <p14:tracePt t="56478" x="8891588" y="3851275"/>
          <p14:tracePt t="56487" x="8899525" y="3857625"/>
          <p14:tracePt t="56504" x="8920163" y="3863975"/>
          <p14:tracePt t="56537" x="8926513" y="3863975"/>
          <p14:tracePt t="56538" x="8939213" y="3863975"/>
          <p14:tracePt t="56561" x="8947150" y="3863975"/>
          <p14:tracePt t="56615" x="8939213" y="3863975"/>
          <p14:tracePt t="56643" x="8926513" y="3863975"/>
          <p14:tracePt t="56698" x="8939213" y="3878263"/>
          <p14:tracePt t="56732" x="8953500" y="3878263"/>
          <p14:tracePt t="56733" x="9021763" y="3884613"/>
          <p14:tracePt t="56742" x="9063038" y="3890963"/>
          <p14:tracePt t="56770" x="9137650" y="3890963"/>
          <p14:tracePt t="56777" x="9164638" y="3890963"/>
          <p14:tracePt t="56785" x="9170988" y="3890963"/>
          <p14:tracePt t="56888" x="9164638" y="3905250"/>
          <p14:tracePt t="56919" x="9144000" y="3905250"/>
          <p14:tracePt t="56920" x="9137650" y="3905250"/>
          <p14:tracePt t="56941" x="9117013" y="3905250"/>
          <p14:tracePt t="57001" x="9123363" y="3905250"/>
          <p14:tracePt t="57034" x="9137650" y="3905250"/>
          <p14:tracePt t="60780" x="9144000" y="3890963"/>
          <p14:tracePt t="60820" x="9150350" y="3890963"/>
          <p14:tracePt t="60821" x="9170988" y="3890963"/>
          <p14:tracePt t="60828" x="9191625" y="3884613"/>
          <p14:tracePt t="60851" x="9212263" y="3878263"/>
          <p14:tracePt t="60883" x="9212263" y="3830638"/>
          <p14:tracePt t="60908" x="9185275" y="3789363"/>
          <p14:tracePt t="60931" x="9123363" y="3768725"/>
          <p14:tracePt t="60949" x="9069388" y="3756025"/>
          <p14:tracePt t="60967" x="9042400" y="3756025"/>
          <p14:tracePt t="60989" x="8994775" y="3762375"/>
          <p14:tracePt t="60993" x="8974138" y="3768725"/>
          <p14:tracePt t="61021" x="8974138" y="3789363"/>
          <p14:tracePt t="61022" x="8974138" y="3816350"/>
          <p14:tracePt t="61031" x="8974138" y="3851275"/>
          <p14:tracePt t="61048" x="8994775" y="3890963"/>
          <p14:tracePt t="61065" x="9015413" y="3911600"/>
          <p14:tracePt t="61081" x="9021763" y="3925888"/>
          <p14:tracePt t="61083" x="9042400" y="3932238"/>
          <p14:tracePt t="61098" x="9048750" y="3932238"/>
          <p14:tracePt t="61130" x="9063038" y="3932238"/>
          <p14:tracePt t="61131" x="9075738" y="3911600"/>
          <p14:tracePt t="61141" x="9075738" y="3905250"/>
          <p14:tracePt t="61160" x="9075738" y="3884613"/>
          <p14:tracePt t="61162" x="9075738" y="3863975"/>
          <p14:tracePt t="61176" x="9069388" y="3836988"/>
          <p14:tracePt t="61188" x="9048750" y="3810000"/>
          <p14:tracePt t="61207" x="8994775" y="3762375"/>
          <p14:tracePt t="61220" x="8967788" y="3741738"/>
          <p14:tracePt t="61234" x="8947150" y="3741738"/>
          <p14:tracePt t="61248" x="8926513" y="3741738"/>
          <p14:tracePt t="61262" x="8905875" y="3756025"/>
          <p14:tracePt t="61278" x="8905875" y="3762375"/>
          <p14:tracePt t="61295" x="8905875" y="3783013"/>
          <p14:tracePt t="61296" x="8905875" y="3816350"/>
          <p14:tracePt t="61325" x="8939213" y="3863975"/>
          <p14:tracePt t="61336" x="8953500" y="3884613"/>
          <p14:tracePt t="61350" x="8974138" y="3890963"/>
          <p14:tracePt t="61364" x="9001125" y="3890963"/>
          <p14:tracePt t="61366" x="9042400" y="3890963"/>
          <p14:tracePt t="61379" x="9069388" y="3884613"/>
          <p14:tracePt t="61393" x="9117013" y="3863975"/>
          <p14:tracePt t="61425" x="9170988" y="3816350"/>
          <p14:tracePt t="61427" x="9185275" y="3803650"/>
          <p14:tracePt t="61437" x="9185275" y="3783013"/>
          <p14:tracePt t="61451" x="9170988" y="3762375"/>
          <p14:tracePt t="61464" x="9164638" y="3741738"/>
          <p14:tracePt t="61466" x="9144000" y="3729038"/>
          <p14:tracePt t="61494" x="9117013" y="3714750"/>
          <p14:tracePt t="61495" x="9102725" y="3708400"/>
          <p14:tracePt t="61504" x="9075738" y="3708400"/>
          <p14:tracePt t="61536" x="9069388" y="3708400"/>
          <p14:tracePt t="61537" x="9048750" y="3714750"/>
          <p14:tracePt t="61546" x="9042400" y="3735388"/>
          <p14:tracePt t="61559" x="9042400" y="3741738"/>
          <p14:tracePt t="61576" x="9042400" y="3768725"/>
          <p14:tracePt t="61578" x="9063038" y="3789363"/>
          <p14:tracePt t="61599" x="9123363" y="3851275"/>
          <p14:tracePt t="61630" x="9239250" y="3863975"/>
          <p14:tracePt t="61638" x="9272588" y="3863975"/>
          <p14:tracePt t="61655" x="9334500" y="3857625"/>
          <p14:tracePt t="61661" x="9382125" y="3830638"/>
          <p14:tracePt t="61677" x="9396413" y="3810000"/>
          <p14:tracePt t="61692" x="9409113" y="3756025"/>
          <p14:tracePt t="61704" x="9396413" y="3735388"/>
          <p14:tracePt t="61730" x="9382125" y="3708400"/>
          <p14:tracePt t="61731" x="9348788" y="3681413"/>
          <p14:tracePt t="61743" x="9320213" y="3667125"/>
          <p14:tracePt t="61759" x="9272588" y="3646488"/>
          <p14:tracePt t="61771" x="9259888" y="3646488"/>
          <p14:tracePt t="61789" x="9245600" y="3646488"/>
          <p14:tracePt t="61806" x="9224963" y="3667125"/>
          <p14:tracePt t="61837" x="9218613" y="3687763"/>
          <p14:tracePt t="61838" x="9197975" y="3714750"/>
          <p14:tracePt t="61859" x="9191625" y="3729038"/>
          <p14:tracePt t="61880" x="9191625" y="3735388"/>
          <p14:tracePt t="61940" x="9191625" y="3741738"/>
          <p14:tracePt t="61974" x="9197975" y="3741738"/>
          <p14:tracePt t="62052" x="9197975" y="3735388"/>
          <p14:tracePt t="62070" x="9197975" y="3729038"/>
          <p14:tracePt t="62071" x="9197975" y="3714750"/>
          <p14:tracePt t="62091" x="9197975" y="3694113"/>
          <p14:tracePt t="62102" x="9191625" y="3681413"/>
          <p14:tracePt t="62128" x="9185275" y="3667125"/>
          <p14:tracePt t="62129" x="9170988" y="3660775"/>
          <p14:tracePt t="62154" x="9150350" y="3660775"/>
          <p14:tracePt t="62174" x="9144000" y="3660775"/>
          <p14:tracePt t="62185" x="9123363" y="3660775"/>
          <p14:tracePt t="62199" x="9102725" y="3681413"/>
          <p14:tracePt t="62225" x="9096375" y="3694113"/>
          <p14:tracePt t="62227" x="9075738" y="3714750"/>
          <p14:tracePt t="62236" x="9069388" y="3735388"/>
          <p14:tracePt t="62254" x="9069388" y="3762375"/>
          <p14:tracePt t="62294" x="9075738" y="3783013"/>
          <p14:tracePt t="62305" x="9090025" y="3789363"/>
          <p14:tracePt t="62339" x="9117013" y="3803650"/>
          <p14:tracePt t="62340" x="9123363" y="3803650"/>
          <p14:tracePt t="62341" x="9137650" y="3803650"/>
          <p14:tracePt t="62361" x="9144000" y="3803650"/>
          <p14:tracePt t="62370" x="9150350" y="3803650"/>
          <p14:tracePt t="62382" x="9170988" y="3803650"/>
          <p14:tracePt t="62397" x="9191625" y="3803650"/>
          <p14:tracePt t="62425" x="9224963" y="3789363"/>
          <p14:tracePt t="62436" x="9259888" y="3783013"/>
          <p14:tracePt t="62450" x="9272588" y="3762375"/>
          <p14:tracePt t="62464" x="9272588" y="3756025"/>
          <p14:tracePt t="62478" x="9272588" y="3729038"/>
          <p14:tracePt t="62493" x="9272588" y="3708400"/>
          <p14:tracePt t="62525" x="9239250" y="3660775"/>
          <p14:tracePt t="62536" x="9218613" y="3646488"/>
          <p14:tracePt t="62550" x="9197975" y="3640138"/>
          <p14:tracePt t="62563" x="9170988" y="3640138"/>
          <p14:tracePt t="62578" x="9137650" y="3640138"/>
          <p14:tracePt t="62593" x="9117013" y="3640138"/>
          <p14:tracePt t="62624" x="9102725" y="3646488"/>
          <p14:tracePt t="62625" x="9090025" y="3660775"/>
          <p14:tracePt t="62643" x="9090025" y="3667125"/>
          <p14:tracePt t="62653" x="9090025" y="3681413"/>
          <p14:tracePt t="62666" x="9090025" y="3687763"/>
          <p14:tracePt t="62681" x="9090025" y="3694113"/>
          <p14:tracePt t="62708" x="9096375" y="3708400"/>
          <p14:tracePt t="62731" x="9102725" y="3714750"/>
          <p14:tracePt t="62755" x="9117013" y="3714750"/>
          <p14:tracePt t="62756" x="9123363" y="3714750"/>
          <p14:tracePt t="62765" x="9137650" y="3729038"/>
          <p14:tracePt t="62792" x="9150350" y="3729038"/>
          <p14:tracePt t="62793" x="9170988" y="3729038"/>
          <p14:tracePt t="62819" x="9191625" y="3729038"/>
          <p14:tracePt t="62820" x="9212263" y="3714750"/>
          <p14:tracePt t="62828" x="9218613" y="3714750"/>
          <p14:tracePt t="62843" x="9224963" y="3708400"/>
          <p14:tracePt t="62860" x="9245600" y="3694113"/>
          <p14:tracePt t="62861" x="9245600" y="3687763"/>
          <p14:tracePt t="62883" x="9245600" y="3646488"/>
          <p14:tracePt t="62907" x="9218613" y="3605213"/>
          <p14:tracePt t="62928" x="9185275" y="3565525"/>
          <p14:tracePt t="62949" x="9150350" y="3557588"/>
          <p14:tracePt t="62950" x="9123363" y="3544888"/>
          <p14:tracePt t="62969" x="9117013" y="3544888"/>
          <p14:tracePt t="62978" x="9096375" y="3544888"/>
          <p14:tracePt t="63008" x="9090025" y="3557588"/>
          <p14:tracePt t="63009" x="9063038" y="3565525"/>
          <p14:tracePt t="63020" x="9042400" y="3586163"/>
          <p14:tracePt t="63034" x="9021763" y="3605213"/>
          <p14:tracePt t="63047" x="9015413" y="3619500"/>
          <p14:tracePt t="63062" x="8994775" y="3660775"/>
          <p14:tracePt t="63078" x="8994775" y="3681413"/>
          <p14:tracePt t="63095" x="8994775" y="3687763"/>
          <p14:tracePt t="63096" x="8994775" y="3708400"/>
          <p14:tracePt t="63124" x="8994775" y="3714750"/>
          <p14:tracePt t="63126" x="9015413" y="3735388"/>
          <p14:tracePt t="63135" x="9028113" y="3756025"/>
          <p14:tracePt t="63149" x="9063038" y="3762375"/>
          <p14:tracePt t="63162" x="9096375" y="3783013"/>
          <p14:tracePt t="63163" x="9144000" y="3789363"/>
          <p14:tracePt t="63178" x="9191625" y="3803650"/>
          <p14:tracePt t="63195" x="9224963" y="3803650"/>
          <p14:tracePt t="63210" x="9320213" y="3803650"/>
          <p14:tracePt t="63240" x="9348788" y="3789363"/>
          <p14:tracePt t="63241" x="9382125" y="3768725"/>
          <p14:tracePt t="63242" x="9396413" y="3756025"/>
          <p14:tracePt t="63260" x="9409113" y="3735388"/>
          <p14:tracePt t="63270" x="9409113" y="3708400"/>
          <p14:tracePt t="63284" x="9396413" y="3681413"/>
          <p14:tracePt t="63297" x="9388475" y="3660775"/>
          <p14:tracePt t="63299" x="9361488" y="3633788"/>
          <p14:tracePt t="63312" x="9320213" y="3613150"/>
          <p14:tracePt t="63327" x="9286875" y="3592513"/>
          <p14:tracePt t="63343" x="9224963" y="3571875"/>
          <p14:tracePt t="63344" x="9164638" y="3565525"/>
          <p14:tracePt t="63360" x="9102725" y="3565525"/>
          <p14:tracePt t="63377" x="9090025" y="3571875"/>
          <p14:tracePt t="63378" x="9063038" y="3586163"/>
          <p14:tracePt t="63392" x="9042400" y="3613150"/>
          <p14:tracePt t="63410" x="9021763" y="3633788"/>
          <p14:tracePt t="63411" x="9015413" y="3667125"/>
          <p14:tracePt t="63440" x="9015413" y="3694113"/>
          <p14:tracePt t="63442" x="9015413" y="3729038"/>
          <p14:tracePt t="63452" x="9015413" y="3741738"/>
          <p14:tracePt t="63475" x="9042400" y="3768725"/>
          <p14:tracePt t="63486" x="9063038" y="3783013"/>
          <p14:tracePt t="63500" x="9090025" y="3789363"/>
          <p14:tracePt t="63502" x="9117013" y="3803650"/>
          <p14:tracePt t="63515" x="9150350" y="3803650"/>
          <p14:tracePt t="63541" x="9197975" y="3789363"/>
          <p14:tracePt t="63543" x="9239250" y="3789363"/>
          <p14:tracePt t="63552" x="9293225" y="3783013"/>
          <p14:tracePt t="63566" x="9334500" y="3762375"/>
          <p14:tracePt t="63579" x="9348788" y="3741738"/>
          <p14:tracePt t="63582" x="9361488" y="3729038"/>
          <p14:tracePt t="63595" x="9361488" y="3714750"/>
          <p14:tracePt t="63625" x="9361488" y="3694113"/>
          <p14:tracePt t="63626" x="9334500" y="3667125"/>
          <p14:tracePt t="63653" x="9307513" y="3660775"/>
          <p14:tracePt t="63654" x="9286875" y="3646488"/>
          <p14:tracePt t="63662" x="9245600" y="3646488"/>
          <p14:tracePt t="63677" x="9212263" y="3646488"/>
          <p14:tracePt t="63695" x="9185275" y="3646488"/>
          <p14:tracePt t="63698" x="9150350" y="3660775"/>
          <p14:tracePt t="63710" x="9123363" y="3667125"/>
          <p14:tracePt t="63742" x="9117013" y="3687763"/>
          <p14:tracePt t="63743" x="9090025" y="3714750"/>
          <p14:tracePt t="63752" x="9090025" y="3735388"/>
          <p14:tracePt t="63766" x="9090025" y="3741738"/>
          <p14:tracePt t="63779" x="9090025" y="3756025"/>
          <p14:tracePt t="63794" x="9096375" y="3762375"/>
          <p14:tracePt t="63795" x="9102725" y="3768725"/>
          <p14:tracePt t="63809" x="9123363" y="3768725"/>
          <p14:tracePt t="63829" x="9144000" y="3783013"/>
          <p14:tracePt t="63831" x="9164638" y="3783013"/>
          <p14:tracePt t="63843" x="9191625" y="3783013"/>
          <p14:tracePt t="63872" x="9218613" y="3783013"/>
          <p14:tracePt t="63873" x="9259888" y="3783013"/>
          <p14:tracePt t="63892" x="9272588" y="3768725"/>
          <p14:tracePt t="63929" x="9272588" y="3762375"/>
          <p14:tracePt t="64033" x="9272588" y="3756025"/>
          <p14:tracePt t="64052" x="9272588" y="3735388"/>
          <p14:tracePt t="64075" x="9272588" y="3714750"/>
          <p14:tracePt t="64076" x="9272588" y="3694113"/>
          <p14:tracePt t="64096" x="9272588" y="3667125"/>
          <p14:tracePt t="64097" x="9272588" y="3660775"/>
          <p14:tracePt t="64119" x="9266238" y="3640138"/>
          <p14:tracePt t="64138" x="9259888" y="3640138"/>
          <p14:tracePt t="64148" x="9259888" y="3633788"/>
          <p14:tracePt t="64178" x="9245600" y="3640138"/>
          <p14:tracePt t="64180" x="9218613" y="3646488"/>
          <p14:tracePt t="64192" x="9197975" y="3660775"/>
          <p14:tracePt t="64204" x="9164638" y="3681413"/>
          <p14:tracePt t="64230" x="9117013" y="3694113"/>
          <p14:tracePt t="64231" x="9090025" y="3708400"/>
          <p14:tracePt t="64232" x="9063038" y="3729038"/>
          <p14:tracePt t="64251" x="9048750" y="3729038"/>
          <p14:tracePt t="64261" x="9048750" y="3735388"/>
          <p14:tracePt t="64296" x="9063038" y="3735388"/>
          <p14:tracePt t="64310" x="9075738" y="3735388"/>
          <p14:tracePt t="64325" x="9150350" y="3741738"/>
          <p14:tracePt t="64335" x="9185275" y="3741738"/>
          <p14:tracePt t="64349" x="9224963" y="3756025"/>
          <p14:tracePt t="64362" x="9259888" y="3756025"/>
          <p14:tracePt t="64376" x="9272588" y="3756025"/>
          <p14:tracePt t="64395" x="9293225" y="3741738"/>
          <p14:tracePt t="64421" x="9286875" y="3735388"/>
          <p14:tracePt t="64430" x="9224963" y="3729038"/>
          <p14:tracePt t="64445" x="9150350" y="3694113"/>
          <p14:tracePt t="64446" x="8974138" y="3660775"/>
          <p14:tracePt t="64461" x="8674100" y="3592513"/>
          <p14:tracePt t="64479" x="8408988" y="3544888"/>
          <p14:tracePt t="64481" x="7932738" y="3462338"/>
          <p14:tracePt t="64508" x="7402513" y="3367088"/>
          <p14:tracePt t="64517" x="6538913" y="3217863"/>
          <p14:tracePt t="64535" x="6149975" y="3163888"/>
          <p14:tracePt t="64536" x="5851525" y="3116263"/>
          <p14:tracePt t="64558" x="5700713" y="3095625"/>
          <p14:tracePt t="64559" x="5557838" y="3074988"/>
          <p14:tracePt t="64581" x="5476875" y="3074988"/>
          <p14:tracePt t="64604" x="5456238" y="3074988"/>
          <p14:tracePt t="64633" x="5456238" y="3089275"/>
          <p14:tracePt t="64643" x="5449888" y="3095625"/>
          <p14:tracePt t="64660" x="5449888" y="3101975"/>
          <p14:tracePt t="64663" x="5429250" y="3116263"/>
          <p14:tracePt t="64676" x="5414963" y="3122613"/>
          <p14:tracePt t="64692" x="5402263" y="3128963"/>
          <p14:tracePt t="64704" x="5360988" y="3143250"/>
          <p14:tracePt t="64840" x="5381625" y="3143250"/>
          <p14:tracePt t="64858" x="5408613" y="3143250"/>
          <p14:tracePt t="64869" x="5414963" y="3143250"/>
          <p14:tracePt t="64881" x="5414963" y="3128963"/>
          <p14:tracePt t="64895" x="5429250" y="3128963"/>
          <p14:tracePt t="64925" x="5435600" y="3128963"/>
          <p14:tracePt t="64927" x="5449888" y="3128963"/>
          <p14:tracePt t="64962" x="5456238" y="3122613"/>
          <p14:tracePt t="64987" x="5456238" y="3116263"/>
          <p14:tracePt t="64988" x="5456238" y="3101975"/>
          <p14:tracePt t="65008" x="5456238" y="3095625"/>
          <p14:tracePt t="65009" x="5456238" y="3089275"/>
          <p14:tracePt t="65031" x="5456238" y="3074988"/>
          <p14:tracePt t="65054" x="5456238" y="3054350"/>
          <p14:tracePt t="65072" x="5449888" y="3054350"/>
          <p14:tracePt t="65081" x="5435600" y="3048000"/>
          <p14:tracePt t="65125" x="5402263" y="3048000"/>
          <p14:tracePt t="65126" x="5381625" y="3048000"/>
          <p14:tracePt t="65136" x="5354638" y="3048000"/>
          <p14:tracePt t="65149" x="5334000" y="3054350"/>
          <p14:tracePt t="65162" x="5313363" y="3074988"/>
          <p14:tracePt t="65179" x="5292725" y="3101975"/>
          <p14:tracePt t="65195" x="5286375" y="3116263"/>
          <p14:tracePt t="65212" x="5292725" y="3122613"/>
          <p14:tracePt t="65242" x="5307013" y="3128963"/>
          <p14:tracePt t="65244" x="5313363" y="3128963"/>
          <p14:tracePt t="65245" x="5334000" y="3128963"/>
          <p14:tracePt t="65265" x="5354638" y="3128963"/>
          <p14:tracePt t="65266" x="5375275" y="3128963"/>
          <p14:tracePt t="65291" x="5414963" y="3116263"/>
          <p14:tracePt t="65312" x="5435600" y="3089275"/>
          <p14:tracePt t="65332" x="5435600" y="3074988"/>
          <p14:tracePt t="65343" x="5435600" y="3068638"/>
          <p14:tracePt t="65359" x="5435600" y="3054350"/>
          <p14:tracePt t="65376" x="5429250" y="3054350"/>
          <p14:tracePt t="65386" x="5414963" y="3048000"/>
          <p14:tracePt t="65400" x="5408613" y="3048000"/>
          <p14:tracePt t="65414" x="5402263" y="3054350"/>
          <p14:tracePt t="65446" x="5387975" y="3054350"/>
          <p14:tracePt t="65447" x="5402263" y="3054350"/>
          <p14:tracePt t="65467" x="5402263" y="3068638"/>
          <p14:tracePt t="65477" x="5429250" y="3068638"/>
          <p14:tracePt t="65494" x="5449888" y="3074988"/>
          <p14:tracePt t="65497" x="5483225" y="3074988"/>
          <p14:tracePt t="65520" x="5524500" y="3074988"/>
          <p14:tracePt t="65521" x="5551488" y="3074988"/>
          <p14:tracePt t="65531" x="5599113" y="3074988"/>
          <p14:tracePt t="65543" x="5626100" y="3074988"/>
          <p14:tracePt t="65574" x="5653088" y="3068638"/>
          <p14:tracePt t="65596" x="5661025" y="3054350"/>
          <p14:tracePt t="65628" x="5661025" y="3048000"/>
          <p14:tracePt t="65649" x="5673725" y="3048000"/>
          <p14:tracePt t="65649" x="5673725" y="3041650"/>
          <p14:tracePt t="65686" x="5673725" y="3027363"/>
          <p14:tracePt t="65734" x="5673725" y="3021013"/>
          <p14:tracePt t="65845" x="5673725" y="3027363"/>
          <p14:tracePt t="65931" x="5681663" y="3021013"/>
          <p14:tracePt t="65952" x="5681663" y="3006725"/>
          <p14:tracePt t="65979" x="5694363" y="3000375"/>
          <p14:tracePt t="65999" x="5700713" y="2994025"/>
          <p14:tracePt t="66030" x="5700713" y="2979738"/>
          <p14:tracePt t="66099" x="5700713" y="2994025"/>
          <p14:tracePt t="66123" x="5700713" y="3000375"/>
          <p14:tracePt t="66154" x="5673725" y="3048000"/>
          <p14:tracePt t="66161" x="5661025" y="3068638"/>
          <p14:tracePt t="66186" x="5626100" y="3128963"/>
          <p14:tracePt t="66232" x="5613400" y="3149600"/>
          <p14:tracePt t="66281" x="5613400" y="3143250"/>
          <p14:tracePt t="66303" x="5626100" y="3122613"/>
          <p14:tracePt t="66314" x="5634038" y="3101975"/>
          <p14:tracePt t="66338" x="5646738" y="3068638"/>
          <p14:tracePt t="66358" x="5661025" y="3041650"/>
          <p14:tracePt t="66383" x="5661025" y="3021013"/>
          <p14:tracePt t="66399" x="5661025" y="3006725"/>
          <p14:tracePt t="66433" x="5673725" y="3006725"/>
          <p14:tracePt t="66433" x="5673725" y="3000375"/>
          <p14:tracePt t="66574" x="5673725" y="3006725"/>
          <p14:tracePt t="66608" x="5681663" y="3021013"/>
          <p14:tracePt t="66609" x="5708650" y="3074988"/>
          <p14:tracePt t="66637" x="5748338" y="3143250"/>
          <p14:tracePt t="66644" x="5756275" y="3163888"/>
          <p14:tracePt t="66661" x="5768975" y="3176588"/>
          <p14:tracePt t="66745" x="5748338" y="3170238"/>
          <p14:tracePt t="66753" x="5721350" y="3149600"/>
          <p14:tracePt t="66777" x="5646738" y="3116263"/>
          <p14:tracePt t="66794" x="5599113" y="3089275"/>
          <p14:tracePt t="66838" x="5530850" y="3048000"/>
          <p14:tracePt t="66874" x="5538788" y="3048000"/>
          <p14:tracePt t="66875" x="5605463" y="3048000"/>
          <p14:tracePt t="66900" x="5721350" y="3048000"/>
          <p14:tracePt t="66933" x="5830888" y="3041650"/>
          <p14:tracePt t="66934" x="5899150" y="3027363"/>
          <p14:tracePt t="66954" x="5973763" y="3000375"/>
          <p14:tracePt t="66983" x="6015038" y="2979738"/>
          <p14:tracePt t="66991" x="6015038" y="2973388"/>
          <p14:tracePt t="67038" x="6000750" y="2973388"/>
          <p14:tracePt t="67053" x="5994400" y="2973388"/>
          <p14:tracePt t="67074" x="5953125" y="2979738"/>
          <p14:tracePt t="67088" x="5926138" y="3000375"/>
          <p14:tracePt t="67091" x="5905500" y="3027363"/>
          <p14:tracePt t="67133" x="5899150" y="3068638"/>
          <p14:tracePt t="67134" x="5946775" y="3128963"/>
          <p14:tracePt t="67157" x="5980113" y="3143250"/>
          <p14:tracePt t="67158" x="6042025" y="3149600"/>
          <p14:tracePt t="67171" x="6075363" y="3143250"/>
          <p14:tracePt t="67194" x="6149975" y="3101975"/>
          <p14:tracePt t="67233" x="6170613" y="3095625"/>
          <p14:tracePt t="67234" x="6170613" y="3048000"/>
          <p14:tracePt t="67254" x="6164263" y="3027363"/>
          <p14:tracePt t="67255" x="6143625" y="3006725"/>
          <p14:tracePt t="67270" x="6075363" y="2994025"/>
          <p14:tracePt t="67292" x="5953125" y="2979738"/>
          <p14:tracePt t="67308" x="5919788" y="2994025"/>
          <p14:tracePt t="67332" x="5891213" y="3021013"/>
          <p14:tracePt t="67349" x="5891213" y="3048000"/>
          <p14:tracePt t="67366" x="5905500" y="3048000"/>
          <p14:tracePt t="67382" x="5967413" y="3048000"/>
          <p14:tracePt t="67398" x="6000750" y="3048000"/>
          <p14:tracePt t="67431" x="6015038" y="3041650"/>
          <p14:tracePt t="67431" x="6027738" y="3006725"/>
          <p14:tracePt t="67441" x="6027738" y="3000375"/>
          <p14:tracePt t="67471" x="6021388" y="2994025"/>
          <p14:tracePt t="67471" x="6015038" y="2967038"/>
          <p14:tracePt t="67497" x="5994400" y="2952750"/>
          <p14:tracePt t="67528" x="5967413" y="2952750"/>
          <p14:tracePt t="67529" x="5946775" y="2952750"/>
          <p14:tracePt t="67554" x="5926138" y="2952750"/>
          <p14:tracePt t="67574" x="5919788" y="2952750"/>
          <p14:tracePt t="68124" x="5919788" y="2967038"/>
          <p14:tracePt t="68154" x="5919788" y="2973388"/>
          <p14:tracePt t="68237" x="5926138" y="2979738"/>
          <p14:tracePt t="68238" x="5932488" y="2994025"/>
          <p14:tracePt t="68265" x="5946775" y="3000375"/>
          <p14:tracePt t="68289" x="5946775" y="3006725"/>
          <p14:tracePt t="68337" x="5926138" y="3006725"/>
          <p14:tracePt t="68543" x="5932488" y="3006725"/>
          <p14:tracePt t="68577" x="5967413" y="3006725"/>
          <p14:tracePt t="68616" x="5994400" y="3006725"/>
          <p14:tracePt t="68623" x="6015038" y="3006725"/>
          <p14:tracePt t="68649" x="6048375" y="3006725"/>
          <p14:tracePt t="68670" x="6075363" y="3000375"/>
          <p14:tracePt t="68696" x="6089650" y="3000375"/>
          <p14:tracePt t="68713" x="6096000" y="2994025"/>
          <p14:tracePt t="68736" x="6089650" y="2979738"/>
          <p14:tracePt t="68778" x="6069013" y="2967038"/>
          <p14:tracePt t="68779" x="6054725" y="2952750"/>
          <p14:tracePt t="68807" x="6048375" y="2952750"/>
          <p14:tracePt t="68808" x="6027738" y="2946400"/>
          <p14:tracePt t="68815" x="6021388" y="2946400"/>
          <p14:tracePt t="68850" x="6000750" y="2946400"/>
          <p14:tracePt t="68851" x="5973763" y="2932113"/>
          <p14:tracePt t="68860" x="5953125" y="2932113"/>
          <p14:tracePt t="68879" x="5946775" y="2932113"/>
          <p14:tracePt t="69005" x="5953125" y="2932113"/>
          <p14:tracePt t="69034" x="5967413" y="2932113"/>
          <p14:tracePt t="69035" x="5973763" y="2932113"/>
          <p14:tracePt t="69036" x="5980113" y="2932113"/>
          <p14:tracePt t="69055" x="6000750" y="2932113"/>
          <p14:tracePt t="69068" x="6021388" y="2932113"/>
          <p14:tracePt t="69091" x="6027738" y="2925763"/>
          <p14:tracePt t="69140" x="6021388" y="2925763"/>
          <p14:tracePt t="69160" x="6015038" y="2925763"/>
          <p14:tracePt t="69161" x="5994400" y="2925763"/>
          <p14:tracePt t="69173" x="5967413" y="2925763"/>
          <p14:tracePt t="69194" x="5872163" y="2919413"/>
          <p14:tracePt t="69208" x="5795963" y="2905125"/>
          <p14:tracePt t="69229" x="5634038" y="2884488"/>
          <p14:tracePt t="69244" x="5538788" y="2871788"/>
          <p14:tracePt t="69268" x="5387975" y="2857500"/>
          <p14:tracePt t="69284" x="5238750" y="2851150"/>
          <p14:tracePt t="69300" x="5184775" y="2851150"/>
          <p14:tracePt t="69331" x="5021263" y="2851150"/>
          <p14:tracePt t="69332" x="4938713" y="2851150"/>
          <p14:tracePt t="69357" x="4646613" y="2830513"/>
          <p14:tracePt t="69364" x="4530725" y="2824163"/>
          <p14:tracePt t="69377" x="4395788" y="2809875"/>
          <p14:tracePt t="69397" x="4137025" y="2776538"/>
          <p14:tracePt t="69430" x="4006850" y="2755900"/>
          <p14:tracePt t="69431" x="3816350" y="2735263"/>
          <p14:tracePt t="69456" x="3681413" y="2728913"/>
          <p14:tracePt t="69464" x="3633788" y="2728913"/>
          <p14:tracePt t="69478" x="3592513" y="2728913"/>
          <p14:tracePt t="69494" x="3538538" y="2728913"/>
          <p14:tracePt t="69506" x="3490913" y="2728913"/>
          <p14:tracePt t="69512" x="3449638" y="2728913"/>
          <p14:tracePt t="69540" x="3395663" y="2728913"/>
          <p14:tracePt t="69541" x="3340100" y="2728913"/>
          <p14:tracePt t="69542" x="3292475" y="2728913"/>
          <p14:tracePt t="69570" x="3217863" y="2735263"/>
          <p14:tracePt t="69571" x="3143250" y="2735263"/>
          <p14:tracePt t="69579" x="3089275" y="2735263"/>
          <p14:tracePt t="69593" x="3006725" y="2735263"/>
          <p14:tracePt t="69627" x="2932113" y="2747963"/>
          <p14:tracePt t="69628" x="2803525" y="2747963"/>
          <p14:tracePt t="69635" x="2728913" y="2755900"/>
          <p14:tracePt t="69650" x="2660650" y="2755900"/>
          <p14:tracePt t="69666" x="2530475" y="2768600"/>
          <p14:tracePt t="69680" x="2462213" y="2776538"/>
          <p14:tracePt t="69706" x="2360613" y="2782888"/>
          <p14:tracePt t="69713" x="2306638" y="2795588"/>
          <p14:tracePt t="69743" x="2265363" y="2803525"/>
          <p14:tracePt t="69744" x="2211388" y="2824163"/>
          <p14:tracePt t="69772" x="2116138" y="2851150"/>
          <p14:tracePt t="69780" x="2081213" y="2871788"/>
          <p14:tracePt t="69781" x="2041525" y="2884488"/>
          <p14:tracePt t="69794" x="2020888" y="2905125"/>
          <p14:tracePt t="69822" x="2006600" y="2919413"/>
          <p14:tracePt t="69823" x="1985963" y="2932113"/>
          <p14:tracePt t="69849" x="1973263" y="2952750"/>
          <p14:tracePt t="69873" x="1985963" y="2967038"/>
          <p14:tracePt t="69881" x="1993900" y="2979738"/>
          <p14:tracePt t="69894" x="2014538" y="2994025"/>
          <p14:tracePt t="69930" x="2020888" y="3000375"/>
          <p14:tracePt t="69930" x="2062163" y="3006725"/>
          <p14:tracePt t="69939" x="2081213" y="3021013"/>
          <p14:tracePt t="69957" x="2116138" y="3027363"/>
          <p14:tracePt t="69961" x="2163763" y="3041650"/>
          <p14:tracePt t="69987" x="2205038" y="3041650"/>
          <p14:tracePt t="69988" x="2259013" y="3048000"/>
          <p14:tracePt t="69996" x="2292350" y="3048000"/>
          <p14:tracePt t="70030" x="2327275" y="3054350"/>
          <p14:tracePt t="70031" x="2449513" y="3068638"/>
          <p14:tracePt t="70040" x="2509838" y="3074988"/>
          <p14:tracePt t="70058" x="2625725" y="3089275"/>
          <p14:tracePt t="70077" x="2932113" y="3116263"/>
          <p14:tracePt t="70095" x="3054350" y="3122613"/>
          <p14:tracePt t="70097" x="3211513" y="3128963"/>
          <p14:tracePt t="70121" x="3348038" y="3143250"/>
          <p14:tracePt t="70122" x="3435350" y="3149600"/>
          <p14:tracePt t="70132" x="3544888" y="3163888"/>
          <p14:tracePt t="70147" x="3640138" y="3163888"/>
          <p14:tracePt t="70161" x="3708400" y="3170238"/>
          <p14:tracePt t="70163" x="3789363" y="3170238"/>
          <p14:tracePt t="70178" x="3884613" y="3170238"/>
          <p14:tracePt t="70197" x="4048125" y="3170238"/>
          <p14:tracePt t="70227" x="4122738" y="3170238"/>
          <p14:tracePt t="70229" x="4232275" y="3170238"/>
          <p14:tracePt t="70250" x="4306888" y="3170238"/>
          <p14:tracePt t="70250" x="4375150" y="3170238"/>
          <p14:tracePt t="70275" x="4551363" y="3170238"/>
          <p14:tracePt t="70293" x="4640263" y="3163888"/>
          <p14:tracePt t="70305" x="4700588" y="3163888"/>
          <p14:tracePt t="70332" x="4768850" y="3149600"/>
          <p14:tracePt t="70333" x="4864100" y="3143250"/>
          <p14:tracePt t="70355" x="4938713" y="3116263"/>
          <p14:tracePt t="70374" x="4994275" y="3095625"/>
          <p14:tracePt t="70402" x="5021263" y="3074988"/>
          <p14:tracePt t="70403" x="5054600" y="3068638"/>
          <p14:tracePt t="70422" x="5068888" y="3048000"/>
          <p14:tracePt t="70422" x="5081588" y="3027363"/>
          <p14:tracePt t="70432" x="5081588" y="3021013"/>
          <p14:tracePt t="70446" x="5081588" y="3006725"/>
          <p14:tracePt t="70461" x="5081588" y="3000375"/>
          <p14:tracePt t="70478" x="5054600" y="2979738"/>
          <p14:tracePt t="70495" x="5014913" y="2952750"/>
          <p14:tracePt t="70530" x="4911725" y="2905125"/>
          <p14:tracePt t="70531" x="4816475" y="2878138"/>
          <p14:tracePt t="70532" x="4714875" y="2851150"/>
          <p14:tracePt t="70553" x="4619625" y="2830513"/>
          <p14:tracePt t="70561" x="4491038" y="2809875"/>
          <p14:tracePt t="70573" x="4367213" y="2795588"/>
          <p14:tracePt t="70591" x="4137025" y="2782888"/>
          <p14:tracePt t="70624" x="4006850" y="2776538"/>
          <p14:tracePt t="70625" x="3783013" y="2776538"/>
          <p14:tracePt t="70636" x="3660775" y="2782888"/>
          <p14:tracePt t="70650" x="3565525" y="2782888"/>
          <p14:tracePt t="70663" x="3462338" y="2795588"/>
          <p14:tracePt t="70678" x="3367088" y="2795588"/>
          <p14:tracePt t="70679" x="3265488" y="2795588"/>
          <p14:tracePt t="70694" x="3190875" y="2803525"/>
          <p14:tracePt t="70727" x="3074988" y="2803525"/>
          <p14:tracePt t="70728" x="2878138" y="2809875"/>
          <p14:tracePt t="70738" x="2776538" y="2809875"/>
          <p14:tracePt t="70751" x="2681288" y="2824163"/>
          <p14:tracePt t="70764" x="2613025" y="2830513"/>
          <p14:tracePt t="70780" x="2462213" y="2857500"/>
          <p14:tracePt t="70813" x="2354263" y="2905125"/>
          <p14:tracePt t="70833" x="2333625" y="2919413"/>
          <p14:tracePt t="70844" x="2306638" y="2932113"/>
          <p14:tracePt t="70861" x="2286000" y="2952750"/>
          <p14:tracePt t="70864" x="2279650" y="2967038"/>
          <p14:tracePt t="70877" x="2265363" y="2973388"/>
          <p14:tracePt t="70890" x="2259013" y="2979738"/>
          <p14:tracePt t="70908" x="2244725" y="2994025"/>
          <p14:tracePt t="70929" x="2244725" y="3000375"/>
          <p14:tracePt t="70931" x="2244725" y="3006725"/>
          <p14:tracePt t="70946" x="2244725" y="3021013"/>
          <p14:tracePt t="70966" x="2259013" y="3027363"/>
          <p14:tracePt t="70978" x="2265363" y="3027363"/>
          <p14:tracePt t="70996" x="2279650" y="3041650"/>
          <p14:tracePt t="70998" x="2306638" y="3048000"/>
          <p14:tracePt t="71020" x="2333625" y="3054350"/>
          <p14:tracePt t="71021" x="2381250" y="3054350"/>
          <p14:tracePt t="71030" x="2435225" y="3068638"/>
          <p14:tracePt t="71045" x="2503488" y="3068638"/>
          <p14:tracePt t="71062" x="2605088" y="3074988"/>
          <p14:tracePt t="71064" x="2708275" y="3074988"/>
          <p14:tracePt t="71080" x="2803525" y="3089275"/>
          <p14:tracePt t="71094" x="2857500" y="3089275"/>
          <p14:tracePt t="71097" x="2952750" y="3089275"/>
          <p14:tracePt t="71125" x="3143250" y="3095625"/>
          <p14:tracePt t="71134" x="3271838" y="3095625"/>
          <p14:tracePt t="71147" x="3414713" y="3095625"/>
          <p14:tracePt t="71164" x="3530600" y="3095625"/>
          <p14:tracePt t="71166" x="3667125" y="3095625"/>
          <p14:tracePt t="71176" x="3789363" y="3095625"/>
          <p14:tracePt t="71197" x="3973513" y="3095625"/>
          <p14:tracePt t="71223" x="4054475" y="3095625"/>
          <p14:tracePt t="71223" x="4122738" y="3095625"/>
          <p14:tracePt t="71232" x="4205288" y="3095625"/>
          <p14:tracePt t="71258" x="4279900" y="3095625"/>
          <p14:tracePt t="71259" x="4333875" y="3089275"/>
          <p14:tracePt t="71267" x="4422775" y="3074988"/>
          <p14:tracePt t="71280" x="4503738" y="3054350"/>
          <p14:tracePt t="71295" x="4592638" y="3048000"/>
          <p14:tracePt t="71326" x="4700588" y="3006725"/>
          <p14:tracePt t="71327" x="4735513" y="3000375"/>
          <p14:tracePt t="71351" x="4735513" y="2994025"/>
          <p14:tracePt t="71364" x="4735513" y="2979738"/>
          <p14:tracePt t="71366" x="4714875" y="2973388"/>
          <p14:tracePt t="71378" x="4667250" y="2952750"/>
          <p14:tracePt t="71394" x="4592638" y="2925763"/>
          <p14:tracePt t="71426" x="4503738" y="2898775"/>
          <p14:tracePt t="71427" x="4129088" y="2843213"/>
          <p14:tracePt t="71437" x="3952875" y="2824163"/>
          <p14:tracePt t="71451" x="3681413" y="2795588"/>
          <p14:tracePt t="71466" x="3408363" y="2768600"/>
          <p14:tracePt t="71468" x="3143250" y="2735263"/>
          <p14:tracePt t="71493" x="2946400" y="2728913"/>
          <p14:tracePt t="71495" x="2700338" y="2708275"/>
          <p14:tracePt t="71502" x="2482850" y="2700338"/>
          <p14:tracePt t="71524" x="2339975" y="2700338"/>
          <p14:tracePt t="71526" x="2170113" y="2700338"/>
          <p14:tracePt t="71537" x="2014538" y="2700338"/>
          <p14:tracePt t="71549" x="1911350" y="2708275"/>
          <p14:tracePt t="71562" x="1768475" y="2720975"/>
          <p14:tracePt t="71579" x="1646238" y="2720975"/>
          <p14:tracePt t="71580" x="1550988" y="2728913"/>
          <p14:tracePt t="71594" x="1449388" y="2735263"/>
          <p14:tracePt t="71627" x="1354138" y="2755900"/>
          <p14:tracePt t="71628" x="1231900" y="2782888"/>
          <p14:tracePt t="71637" x="1184275" y="2803525"/>
          <p14:tracePt t="71649" x="1163638" y="2824163"/>
          <p14:tracePt t="71662" x="1157288" y="2830513"/>
          <p14:tracePt t="71678" x="1149350" y="2851150"/>
          <p14:tracePt t="71681" x="1149350" y="2857500"/>
          <p14:tracePt t="71695" x="1149350" y="2871788"/>
          <p14:tracePt t="71725" x="1157288" y="2884488"/>
          <p14:tracePt t="71726" x="1196975" y="2919413"/>
          <p14:tracePt t="71748" x="1258888" y="2952750"/>
          <p14:tracePt t="71777" x="1319213" y="2973388"/>
          <p14:tracePt t="71786" x="1347788" y="2979738"/>
          <p14:tracePt t="71799" x="1374775" y="2979738"/>
          <p14:tracePt t="71827" x="1408113" y="2994025"/>
          <p14:tracePt t="71828" x="1482725" y="2994025"/>
          <p14:tracePt t="71849" x="1666875" y="3000375"/>
          <p14:tracePt t="71883" x="1958975" y="3000375"/>
          <p14:tracePt t="71906" x="2681288" y="2994025"/>
          <p14:tracePt t="71923" x="2994025" y="2979738"/>
          <p14:tracePt t="71933" x="3286125" y="2979738"/>
          <p14:tracePt t="71945" x="3490913" y="2979738"/>
          <p14:tracePt t="71964" x="3768725" y="2979738"/>
          <p14:tracePt t="71965" x="4033838" y="2979738"/>
          <p14:tracePt t="71979" x="4224338" y="2979738"/>
          <p14:tracePt t="71996" x="4449763" y="2973388"/>
          <p14:tracePt t="71998" x="4646613" y="2973388"/>
          <p14:tracePt t="72024" x="4768850" y="2967038"/>
          <p14:tracePt t="72025" x="4899025" y="2952750"/>
          <p14:tracePt t="72035" x="4973638" y="2946400"/>
          <p14:tracePt t="72048" x="5006975" y="2946400"/>
          <p14:tracePt t="72062" x="5021263" y="2932113"/>
          <p14:tracePt t="72085" x="5014913" y="2925763"/>
          <p14:tracePt t="72086" x="5006975" y="2919413"/>
          <p14:tracePt t="72106" x="4967288" y="2905125"/>
          <p14:tracePt t="72107" x="4911725" y="2878138"/>
          <p14:tracePt t="72130" x="4714875" y="2830513"/>
          <p14:tracePt t="72150" x="4545013" y="2803525"/>
          <p14:tracePt t="72160" x="4367213" y="2782888"/>
          <p14:tracePt t="72178" x="4089400" y="2755900"/>
          <p14:tracePt t="72181" x="3762375" y="2735263"/>
          <p14:tracePt t="72196" x="3530600" y="2728913"/>
          <p14:tracePt t="72224" x="3190875" y="2728913"/>
          <p14:tracePt t="72226" x="2605088" y="2755900"/>
          <p14:tracePt t="72235" x="2333625" y="2795588"/>
          <p14:tracePt t="72247" x="2163763" y="2843213"/>
          <p14:tracePt t="72261" x="2089150" y="2857500"/>
          <p14:tracePt t="72277" x="2033588" y="2884488"/>
          <p14:tracePt t="72279" x="2006600" y="2905125"/>
          <p14:tracePt t="72294" x="1993900" y="2905125"/>
          <p14:tracePt t="72324" x="1993900" y="2919413"/>
          <p14:tracePt t="72670" x="2006600" y="2905125"/>
          <p14:tracePt t="72701" x="2014538" y="2905125"/>
          <p14:tracePt t="72763" x="2014538" y="2919413"/>
          <p14:tracePt t="72783" x="2020888" y="2925763"/>
          <p14:tracePt t="72783" x="2033588" y="2946400"/>
          <p14:tracePt t="72796" x="2041525" y="2967038"/>
          <p14:tracePt t="72818" x="2109788" y="3041650"/>
          <p14:tracePt t="72834" x="2143125" y="3068638"/>
          <p14:tracePt t="72853" x="2279650" y="3122613"/>
          <p14:tracePt t="72867" x="2333625" y="3122613"/>
          <p14:tracePt t="72887" x="2435225" y="3122613"/>
          <p14:tracePt t="72907" x="2557463" y="3122613"/>
          <p14:tracePt t="72908" x="2660650" y="3116263"/>
          <p14:tracePt t="72920" x="2843213" y="3116263"/>
          <p14:tracePt t="72939" x="3000375" y="3116263"/>
          <p14:tracePt t="72953" x="3095625" y="3116263"/>
          <p14:tracePt t="72970" x="3176588" y="3128963"/>
          <p14:tracePt t="72986" x="3327400" y="3143250"/>
          <p14:tracePt t="73003" x="3414713" y="3149600"/>
          <p14:tracePt t="73020" x="3490913" y="3149600"/>
          <p14:tracePt t="73050" x="3497263" y="3149600"/>
          <p14:tracePt t="73513" x="3509963" y="3149600"/>
          <p14:tracePt t="73536" x="3517900" y="3149600"/>
          <p14:tracePt t="73638" x="3530600" y="3149600"/>
          <p14:tracePt t="77349" x="3530600" y="3143250"/>
          <p14:tracePt t="77402" x="3530600" y="3128963"/>
          <p14:tracePt t="78917" x="3640138" y="3197225"/>
          <p14:tracePt t="78925" x="3884613" y="3340100"/>
          <p14:tracePt t="78952" x="4919663" y="4062413"/>
          <p14:tracePt t="78959" x="5605463" y="4646613"/>
          <p14:tracePt t="78986" x="6340475" y="5476875"/>
          <p14:tracePt t="78993" x="6470650" y="5673725"/>
          <p14:tracePt t="79043" x="6592888" y="6021388"/>
          <p14:tracePt t="79044" x="6592888" y="6075363"/>
          <p14:tracePt t="79377" x="6613525" y="6075363"/>
          <p14:tracePt t="79402" x="6605588" y="6089650"/>
          <p14:tracePt t="79440" x="6586538" y="6089650"/>
          <p14:tracePt t="79441" x="6538913" y="6102350"/>
          <p14:tracePt t="79442" x="6497638" y="6122988"/>
          <p14:tracePt t="79473" x="6408738" y="6197600"/>
          <p14:tracePt t="79480" x="6340475" y="6259513"/>
          <p14:tracePt t="79504" x="6245225" y="6408738"/>
          <p14:tracePt t="79543" x="6197600" y="6510338"/>
          <p14:tracePt t="79544" x="6143625" y="6688138"/>
          <p14:tracePt t="79576" x="6137275" y="6742113"/>
          <p14:tracePt t="79577" x="6122988" y="6762750"/>
          <p14:tracePt t="79614" x="6116638" y="6783388"/>
          <p14:tracePt t="79614" x="6096000" y="6789738"/>
          <p14:tracePt t="79647" x="6075363" y="6810375"/>
          <p14:tracePt t="79648" x="6069013" y="6831013"/>
          <p14:tracePt t="80079" x="0" y="0"/>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1CFD56-D08D-8F45-876A-DF87F89E1C98}"/>
                  </a:ext>
                </a:extLst>
              </p:cNvPr>
              <p:cNvSpPr txBox="1"/>
              <p:nvPr/>
            </p:nvSpPr>
            <p:spPr>
              <a:xfrm>
                <a:off x="623392" y="836712"/>
                <a:ext cx="11089232" cy="5909310"/>
              </a:xfrm>
              <a:prstGeom prst="rect">
                <a:avLst/>
              </a:prstGeom>
              <a:noFill/>
            </p:spPr>
            <p:txBody>
              <a:bodyPr wrap="square" rtlCol="0">
                <a:spAutoFit/>
              </a:bodyPr>
              <a:lstStyle/>
              <a:p>
                <a:pPr marL="285750" indent="-285750">
                  <a:buFont typeface="Arial" panose="020B0604020202020204" pitchFamily="34" charset="0"/>
                  <a:buChar char="•"/>
                </a:pPr>
                <a:r>
                  <a:rPr lang="en-US" dirty="0"/>
                  <a:t>The prime polynomial of GF(2</a:t>
                </a:r>
                <a:r>
                  <a:rPr lang="en-US" baseline="30000" dirty="0"/>
                  <a:t>8</a:t>
                </a:r>
                <a:r>
                  <a:rPr lang="en-US" dirty="0"/>
                  <a:t>) used in AES is </a:t>
                </a:r>
                <a:r>
                  <a:rPr lang="en-US" sz="2400" b="1" dirty="0">
                    <a:solidFill>
                      <a:srgbClr val="FF0000"/>
                    </a:solidFill>
                  </a:rPr>
                  <a:t>p(x) = x</a:t>
                </a:r>
                <a:r>
                  <a:rPr lang="en-US" sz="2400" b="1" baseline="30000" dirty="0">
                    <a:solidFill>
                      <a:srgbClr val="FF0000"/>
                    </a:solidFill>
                  </a:rPr>
                  <a:t>8</a:t>
                </a:r>
                <a:r>
                  <a:rPr lang="en-US" sz="2400" b="1" dirty="0">
                    <a:solidFill>
                      <a:srgbClr val="FF0000"/>
                    </a:solidFill>
                  </a:rPr>
                  <a:t> + x</a:t>
                </a:r>
                <a:r>
                  <a:rPr lang="en-US" sz="2400" b="1" baseline="30000" dirty="0">
                    <a:solidFill>
                      <a:srgbClr val="FF0000"/>
                    </a:solidFill>
                  </a:rPr>
                  <a:t>4</a:t>
                </a:r>
                <a:r>
                  <a:rPr lang="en-US" sz="2400" b="1" dirty="0">
                    <a:solidFill>
                      <a:srgbClr val="FF0000"/>
                    </a:solidFill>
                  </a:rPr>
                  <a:t> + x</a:t>
                </a:r>
                <a:r>
                  <a:rPr lang="en-US" sz="2400" b="1" baseline="30000" dirty="0">
                    <a:solidFill>
                      <a:srgbClr val="FF0000"/>
                    </a:solidFill>
                  </a:rPr>
                  <a:t>3</a:t>
                </a:r>
                <a:r>
                  <a:rPr lang="en-US" sz="2400" b="1" dirty="0">
                    <a:solidFill>
                      <a:srgbClr val="FF0000"/>
                    </a:solidFill>
                  </a:rPr>
                  <a:t> + x + 1</a:t>
                </a:r>
                <a:r>
                  <a:rPr lang="en-US" dirty="0"/>
                  <a:t>. </a:t>
                </a:r>
              </a:p>
              <a:p>
                <a:pPr marL="285750" indent="-285750">
                  <a:buFont typeface="Arial" panose="020B0604020202020204" pitchFamily="34" charset="0"/>
                  <a:buChar char="•"/>
                </a:pPr>
                <a:r>
                  <a:rPr lang="en-US" dirty="0"/>
                  <a:t>Consider a polynomial in GF(2</a:t>
                </a:r>
                <a:r>
                  <a:rPr lang="en-US" baseline="30000" dirty="0"/>
                  <a:t>8</a:t>
                </a:r>
                <a:r>
                  <a:rPr lang="en-US" dirty="0"/>
                  <a:t>) with the following form: </a:t>
                </a:r>
              </a:p>
              <a:p>
                <a:pPr algn="ctr"/>
                <a:r>
                  <a:rPr lang="en-US" dirty="0"/>
                  <a:t>f(x) = b</a:t>
                </a:r>
                <a:r>
                  <a:rPr lang="en-US" baseline="-25000" dirty="0"/>
                  <a:t>7</a:t>
                </a:r>
                <a:r>
                  <a:rPr lang="en-US" dirty="0"/>
                  <a:t>x</a:t>
                </a:r>
                <a:r>
                  <a:rPr lang="en-US" baseline="30000" dirty="0"/>
                  <a:t>7</a:t>
                </a:r>
                <a:r>
                  <a:rPr lang="en-US" dirty="0"/>
                  <a:t> + b</a:t>
                </a:r>
                <a:r>
                  <a:rPr lang="en-US" baseline="-25000" dirty="0"/>
                  <a:t>6</a:t>
                </a:r>
                <a:r>
                  <a:rPr lang="en-US" dirty="0"/>
                  <a:t>x</a:t>
                </a:r>
                <a:r>
                  <a:rPr lang="en-US" baseline="30000" dirty="0"/>
                  <a:t>6</a:t>
                </a:r>
                <a:r>
                  <a:rPr lang="en-US" dirty="0"/>
                  <a:t> + b</a:t>
                </a:r>
                <a:r>
                  <a:rPr lang="en-US" baseline="-25000" dirty="0"/>
                  <a:t>5</a:t>
                </a:r>
                <a:r>
                  <a:rPr lang="en-US" dirty="0"/>
                  <a:t>x</a:t>
                </a:r>
                <a:r>
                  <a:rPr lang="en-US" baseline="30000" dirty="0"/>
                  <a:t>5</a:t>
                </a:r>
                <a:r>
                  <a:rPr lang="en-US" dirty="0"/>
                  <a:t> + b</a:t>
                </a:r>
                <a:r>
                  <a:rPr lang="en-US" baseline="-25000" dirty="0"/>
                  <a:t>4</a:t>
                </a:r>
                <a:r>
                  <a:rPr lang="en-US" dirty="0"/>
                  <a:t>x</a:t>
                </a:r>
                <a:r>
                  <a:rPr lang="en-US" baseline="30000" dirty="0"/>
                  <a:t>4</a:t>
                </a:r>
                <a:r>
                  <a:rPr lang="en-US" dirty="0"/>
                  <a:t> + b</a:t>
                </a:r>
                <a:r>
                  <a:rPr lang="en-US" baseline="-25000" dirty="0"/>
                  <a:t>3</a:t>
                </a:r>
                <a:r>
                  <a:rPr lang="en-US" dirty="0"/>
                  <a:t>x</a:t>
                </a:r>
                <a:r>
                  <a:rPr lang="en-US" baseline="30000" dirty="0"/>
                  <a:t>3</a:t>
                </a:r>
                <a:r>
                  <a:rPr lang="en-US" dirty="0"/>
                  <a:t> + b</a:t>
                </a:r>
                <a:r>
                  <a:rPr lang="en-US" baseline="-25000" dirty="0"/>
                  <a:t>2</a:t>
                </a:r>
                <a:r>
                  <a:rPr lang="en-US" dirty="0"/>
                  <a:t>x</a:t>
                </a:r>
                <a:r>
                  <a:rPr lang="en-US" baseline="30000" dirty="0"/>
                  <a:t>2</a:t>
                </a:r>
                <a:r>
                  <a:rPr lang="en-US" dirty="0"/>
                  <a:t> + b</a:t>
                </a:r>
                <a:r>
                  <a:rPr lang="en-US" baseline="-25000" dirty="0"/>
                  <a:t>1</a:t>
                </a:r>
                <a:r>
                  <a:rPr lang="en-US" dirty="0"/>
                  <a:t>x + b</a:t>
                </a:r>
                <a:r>
                  <a:rPr lang="en-US" baseline="-25000" dirty="0"/>
                  <a:t>0</a:t>
                </a:r>
              </a:p>
              <a:p>
                <a:pPr marL="285750" indent="-285750">
                  <a:buFont typeface="Arial" panose="020B0604020202020204" pitchFamily="34" charset="0"/>
                  <a:buChar char="•"/>
                </a:pPr>
                <a:r>
                  <a:rPr lang="en-US" dirty="0"/>
                  <a:t>WE will use the following equations to calculate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mod</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oMath>
                </a14:m>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solidFill>
                      <a:srgbClr val="FF0000"/>
                    </a:solidFill>
                  </a:rPr>
                  <a:t>Example 1: </a:t>
                </a:r>
                <a:r>
                  <a:rPr lang="en-US" dirty="0"/>
                  <a:t>f(x) = x</a:t>
                </a:r>
                <a:r>
                  <a:rPr lang="en-US" baseline="30000" dirty="0"/>
                  <a:t>6</a:t>
                </a:r>
                <a:r>
                  <a:rPr lang="en-US" dirty="0"/>
                  <a:t> + x</a:t>
                </a:r>
                <a:r>
                  <a:rPr lang="en-US" baseline="30000" dirty="0"/>
                  <a:t>4</a:t>
                </a:r>
                <a:r>
                  <a:rPr lang="en-US" dirty="0"/>
                  <a:t> + x</a:t>
                </a:r>
                <a:r>
                  <a:rPr lang="en-US" baseline="30000" dirty="0"/>
                  <a:t>2</a:t>
                </a:r>
                <a:r>
                  <a:rPr lang="en-US" dirty="0"/>
                  <a:t> + x + 1, 8-bit vector: 0101 0111. What is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 × </m:t>
                    </m:r>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mod</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oMath>
                </a14:m>
                <a:r>
                  <a:rPr lang="en-US" dirty="0"/>
                  <a:t>?</a:t>
                </a:r>
              </a:p>
              <a:p>
                <a:pPr marL="285750" indent="-285750">
                  <a:buFont typeface="Arial" panose="020B0604020202020204" pitchFamily="34" charset="0"/>
                  <a:buChar char="•"/>
                </a:pPr>
                <a:r>
                  <a:rPr lang="en-US" dirty="0"/>
                  <a:t>Since b</a:t>
                </a:r>
                <a:r>
                  <a:rPr lang="en-US" baseline="-25000" dirty="0"/>
                  <a:t>7</a:t>
                </a:r>
                <a:r>
                  <a:rPr lang="en-US" dirty="0"/>
                  <a:t>=0 in f(x),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 × </m:t>
                    </m:r>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oMath>
                </a14:m>
                <a:r>
                  <a:rPr lang="en-US" dirty="0"/>
                  <a:t> b</a:t>
                </a:r>
                <a:r>
                  <a:rPr lang="en-US" baseline="-25000" dirty="0"/>
                  <a:t>6</a:t>
                </a:r>
                <a:r>
                  <a:rPr lang="en-US" dirty="0"/>
                  <a:t>b</a:t>
                </a:r>
                <a:r>
                  <a:rPr lang="en-US" baseline="-25000" dirty="0"/>
                  <a:t>5</a:t>
                </a:r>
                <a:r>
                  <a:rPr lang="en-US" dirty="0"/>
                  <a:t>b</a:t>
                </a:r>
                <a:r>
                  <a:rPr lang="en-US" baseline="-25000" dirty="0"/>
                  <a:t>4</a:t>
                </a:r>
                <a:r>
                  <a:rPr lang="en-US" dirty="0"/>
                  <a:t>b</a:t>
                </a:r>
                <a:r>
                  <a:rPr lang="en-US" baseline="-25000" dirty="0"/>
                  <a:t>3</a:t>
                </a:r>
                <a:r>
                  <a:rPr lang="en-US" dirty="0"/>
                  <a:t>b</a:t>
                </a:r>
                <a:r>
                  <a:rPr lang="en-US" baseline="-25000" dirty="0"/>
                  <a:t>2</a:t>
                </a:r>
                <a:r>
                  <a:rPr lang="en-US" dirty="0"/>
                  <a:t>b</a:t>
                </a:r>
                <a:r>
                  <a:rPr lang="en-US" baseline="-25000" dirty="0"/>
                  <a:t>1</a:t>
                </a:r>
                <a:r>
                  <a:rPr lang="en-US" dirty="0"/>
                  <a:t>b</a:t>
                </a:r>
                <a:r>
                  <a:rPr lang="en-US" baseline="-25000" dirty="0"/>
                  <a:t>0</a:t>
                </a:r>
                <a:r>
                  <a:rPr lang="en-US" dirty="0"/>
                  <a:t>0 = 1010 1110.</a:t>
                </a:r>
              </a:p>
              <a:p>
                <a:pPr marL="285750" indent="-285750">
                  <a:buFont typeface="Arial" panose="020B0604020202020204" pitchFamily="34" charset="0"/>
                  <a:buChar char="•"/>
                </a:pPr>
                <a:r>
                  <a:rPr lang="en-US" dirty="0">
                    <a:solidFill>
                      <a:srgbClr val="FF0000"/>
                    </a:solidFill>
                  </a:rPr>
                  <a:t>Example 2: </a:t>
                </a:r>
                <a:r>
                  <a:rPr lang="en-US" dirty="0"/>
                  <a:t>f(x) = x</a:t>
                </a:r>
                <a:r>
                  <a:rPr lang="en-US" baseline="30000" dirty="0"/>
                  <a:t>7</a:t>
                </a:r>
                <a:r>
                  <a:rPr lang="en-US" dirty="0"/>
                  <a:t> + x</a:t>
                </a:r>
                <a:r>
                  <a:rPr lang="en-US" baseline="30000" dirty="0"/>
                  <a:t>4</a:t>
                </a:r>
                <a:r>
                  <a:rPr lang="en-US" dirty="0"/>
                  <a:t> + x</a:t>
                </a:r>
                <a:r>
                  <a:rPr lang="en-US" baseline="30000" dirty="0"/>
                  <a:t>2</a:t>
                </a:r>
                <a:r>
                  <a:rPr lang="en-US" dirty="0"/>
                  <a:t> + x + 1, 8-bit vector: 1001 0111. What is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 × </m:t>
                    </m:r>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mod</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oMath>
                </a14:m>
                <a:r>
                  <a:rPr lang="en-US" dirty="0"/>
                  <a:t>?</a:t>
                </a:r>
              </a:p>
              <a:p>
                <a:pPr marL="285750" indent="-285750">
                  <a:buFont typeface="Arial" panose="020B0604020202020204" pitchFamily="34" charset="0"/>
                  <a:buChar char="•"/>
                </a:pPr>
                <a:r>
                  <a:rPr lang="en-US" dirty="0"/>
                  <a:t>Since b</a:t>
                </a:r>
                <a:r>
                  <a:rPr lang="en-US" baseline="-25000" dirty="0"/>
                  <a:t>7</a:t>
                </a:r>
                <a:r>
                  <a:rPr lang="en-US" dirty="0"/>
                  <a:t>=1 in f(x),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 × </m:t>
                    </m:r>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m:t>
                    </m:r>
                  </m:oMath>
                </a14:m>
                <a:r>
                  <a:rPr lang="en-US" dirty="0"/>
                  <a:t> b</a:t>
                </a:r>
                <a:r>
                  <a:rPr lang="en-US" baseline="-25000" dirty="0"/>
                  <a:t>6</a:t>
                </a:r>
                <a:r>
                  <a:rPr lang="en-US" dirty="0"/>
                  <a:t>b</a:t>
                </a:r>
                <a:r>
                  <a:rPr lang="en-US" baseline="-25000" dirty="0"/>
                  <a:t>5</a:t>
                </a:r>
                <a:r>
                  <a:rPr lang="en-US" dirty="0"/>
                  <a:t>b</a:t>
                </a:r>
                <a:r>
                  <a:rPr lang="en-US" baseline="-25000" dirty="0"/>
                  <a:t>4</a:t>
                </a:r>
                <a:r>
                  <a:rPr lang="en-US" dirty="0"/>
                  <a:t>b</a:t>
                </a:r>
                <a:r>
                  <a:rPr lang="en-US" baseline="-25000" dirty="0"/>
                  <a:t>3</a:t>
                </a:r>
                <a:r>
                  <a:rPr lang="en-US" dirty="0"/>
                  <a:t>b</a:t>
                </a:r>
                <a:r>
                  <a:rPr lang="en-US" baseline="-25000" dirty="0"/>
                  <a:t>2</a:t>
                </a:r>
                <a:r>
                  <a:rPr lang="en-US" dirty="0"/>
                  <a:t>b</a:t>
                </a:r>
                <a:r>
                  <a:rPr lang="en-US" baseline="-25000" dirty="0"/>
                  <a:t>1</a:t>
                </a:r>
                <a:r>
                  <a:rPr lang="en-US" dirty="0"/>
                  <a:t>b</a:t>
                </a:r>
                <a:r>
                  <a:rPr lang="en-US" baseline="-25000" dirty="0"/>
                  <a:t>0</a:t>
                </a:r>
                <a:r>
                  <a:rPr lang="en-US" dirty="0"/>
                  <a:t>0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00011011 = 0010 1110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0001 1011 = 0011 0101.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sz="2400" b="1" dirty="0">
                    <a:solidFill>
                      <a:srgbClr val="FF0000"/>
                    </a:solidFill>
                  </a:rPr>
                  <a:t>Example 3: </a:t>
                </a:r>
              </a:p>
              <a:p>
                <a:pPr marL="285750" indent="-285750">
                  <a:buFont typeface="Arial" panose="020B0604020202020204" pitchFamily="34" charset="0"/>
                  <a:buChar char="•"/>
                </a:pPr>
                <a:r>
                  <a:rPr lang="en-US" sz="2400" dirty="0"/>
                  <a:t>f(x) = x</a:t>
                </a:r>
                <a:r>
                  <a:rPr lang="en-US" sz="2400" baseline="30000" dirty="0"/>
                  <a:t>6</a:t>
                </a:r>
                <a:r>
                  <a:rPr lang="en-US" sz="2400" dirty="0"/>
                  <a:t> + x</a:t>
                </a:r>
                <a:r>
                  <a:rPr lang="en-US" sz="2400" baseline="30000" dirty="0"/>
                  <a:t>4</a:t>
                </a:r>
                <a:r>
                  <a:rPr lang="en-US" sz="2400" dirty="0"/>
                  <a:t> + x</a:t>
                </a:r>
                <a:r>
                  <a:rPr lang="en-US" sz="2400" baseline="30000" dirty="0"/>
                  <a:t>2</a:t>
                </a:r>
                <a:r>
                  <a:rPr lang="en-US" sz="2400" dirty="0"/>
                  <a:t> + x + 1, using an 8-bit vector to represent it: 0101 0111. </a:t>
                </a:r>
              </a:p>
              <a:p>
                <a:pPr marL="285750" indent="-285750">
                  <a:buFont typeface="Arial" panose="020B0604020202020204" pitchFamily="34" charset="0"/>
                  <a:buChar char="•"/>
                </a:pPr>
                <a:r>
                  <a:rPr lang="en-US" sz="2400" dirty="0"/>
                  <a:t>g(x) = x</a:t>
                </a:r>
                <a:r>
                  <a:rPr lang="en-US" sz="2400" baseline="30000" dirty="0"/>
                  <a:t>7</a:t>
                </a:r>
                <a:r>
                  <a:rPr lang="en-US" sz="2400" dirty="0"/>
                  <a:t> + x + 1, using an 8-bit vector to represent it: 1000 0011.</a:t>
                </a:r>
              </a:p>
              <a:p>
                <a:pPr marL="285750" indent="-285750">
                  <a:buFont typeface="Arial" panose="020B0604020202020204" pitchFamily="34" charset="0"/>
                  <a:buChar char="•"/>
                </a:pPr>
                <a:r>
                  <a:rPr lang="en-US" sz="2400" dirty="0"/>
                  <a:t>p(x) is always as </a:t>
                </a:r>
                <a:r>
                  <a:rPr lang="en-US" sz="2400" b="1" dirty="0">
                    <a:solidFill>
                      <a:srgbClr val="FF0000"/>
                    </a:solidFill>
                  </a:rPr>
                  <a:t>p(x) = x</a:t>
                </a:r>
                <a:r>
                  <a:rPr lang="en-US" sz="2400" b="1" baseline="30000" dirty="0">
                    <a:solidFill>
                      <a:srgbClr val="FF0000"/>
                    </a:solidFill>
                  </a:rPr>
                  <a:t>8</a:t>
                </a:r>
                <a:r>
                  <a:rPr lang="en-US" sz="2400" b="1" dirty="0">
                    <a:solidFill>
                      <a:srgbClr val="FF0000"/>
                    </a:solidFill>
                  </a:rPr>
                  <a:t> + x</a:t>
                </a:r>
                <a:r>
                  <a:rPr lang="en-US" sz="2400" b="1" baseline="30000" dirty="0">
                    <a:solidFill>
                      <a:srgbClr val="FF0000"/>
                    </a:solidFill>
                  </a:rPr>
                  <a:t>4</a:t>
                </a:r>
                <a:r>
                  <a:rPr lang="en-US" sz="2400" b="1" dirty="0">
                    <a:solidFill>
                      <a:srgbClr val="FF0000"/>
                    </a:solidFill>
                  </a:rPr>
                  <a:t> + x</a:t>
                </a:r>
                <a:r>
                  <a:rPr lang="en-US" sz="2400" b="1" baseline="30000" dirty="0">
                    <a:solidFill>
                      <a:srgbClr val="FF0000"/>
                    </a:solidFill>
                  </a:rPr>
                  <a:t>3</a:t>
                </a:r>
                <a:r>
                  <a:rPr lang="en-US" sz="2400" b="1" dirty="0">
                    <a:solidFill>
                      <a:srgbClr val="FF0000"/>
                    </a:solidFill>
                  </a:rPr>
                  <a:t> + x + 1.</a:t>
                </a:r>
                <a:endParaRPr lang="en-US" sz="2400" dirty="0"/>
              </a:p>
              <a:p>
                <a:pPr marL="285750" indent="-285750">
                  <a:buFont typeface="Arial" panose="020B0604020202020204" pitchFamily="34" charset="0"/>
                  <a:buChar char="•"/>
                </a:pPr>
                <a:r>
                  <a:rPr lang="en-US" sz="2400" dirty="0"/>
                  <a:t>What is </a:t>
                </a:r>
                <a14:m>
                  <m:oMath xmlns:m="http://schemas.openxmlformats.org/officeDocument/2006/math">
                    <m:r>
                      <a:rPr lang="en-US" sz="2400" i="1">
                        <a:latin typeface="Cambria Math" panose="02040503050406030204" pitchFamily="18" charset="0"/>
                        <a:ea typeface="Cambria Math" panose="02040503050406030204" pitchFamily="18" charset="0"/>
                      </a:rPr>
                      <m:t>𝑓</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e>
                    </m:d>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𝑔</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mod</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𝑝</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oMath>
                </a14:m>
                <a:r>
                  <a:rPr lang="en-US" sz="2400" dirty="0"/>
                  <a:t>?</a:t>
                </a:r>
              </a:p>
              <a:p>
                <a:pPr marL="285750" indent="-285750">
                  <a:buFont typeface="Arial" panose="020B0604020202020204" pitchFamily="34" charset="0"/>
                  <a:buChar char="•"/>
                </a:pPr>
                <a:endParaRPr lang="en-US" dirty="0"/>
              </a:p>
            </p:txBody>
          </p:sp>
        </mc:Choice>
        <mc:Fallback xmlns="">
          <p:sp>
            <p:nvSpPr>
              <p:cNvPr id="4" name="TextBox 3">
                <a:extLst>
                  <a:ext uri="{FF2B5EF4-FFF2-40B4-BE49-F238E27FC236}">
                    <a16:creationId xmlns:a16="http://schemas.microsoft.com/office/drawing/2014/main" id="{BE1CFD56-D08D-8F45-876A-DF87F89E1C98}"/>
                  </a:ext>
                </a:extLst>
              </p:cNvPr>
              <p:cNvSpPr txBox="1">
                <a:spLocks noRot="1" noChangeAspect="1" noMove="1" noResize="1" noEditPoints="1" noAdjustHandles="1" noChangeArrowheads="1" noChangeShapeType="1" noTextEdit="1"/>
              </p:cNvSpPr>
              <p:nvPr/>
            </p:nvSpPr>
            <p:spPr>
              <a:xfrm>
                <a:off x="623392" y="836712"/>
                <a:ext cx="11089232" cy="5909310"/>
              </a:xfrm>
              <a:prstGeom prst="rect">
                <a:avLst/>
              </a:prstGeom>
              <a:blipFill>
                <a:blip r:embed="rId6"/>
                <a:stretch>
                  <a:fillRect l="-686" t="-857"/>
                </a:stretch>
              </a:blipFill>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8E7997C9-AEE7-8947-89E9-C64907872F53}"/>
              </a:ext>
            </a:extLst>
          </p:cNvPr>
          <p:cNvSpPr>
            <a:spLocks noGrp="1"/>
          </p:cNvSpPr>
          <p:nvPr>
            <p:ph type="title" idx="4294967295"/>
          </p:nvPr>
        </p:nvSpPr>
        <p:spPr>
          <a:xfrm>
            <a:off x="362888" y="99689"/>
            <a:ext cx="5733112" cy="536984"/>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lt1"/>
                </a:solidFill>
                <a:effectLst/>
                <a:uLnTx/>
                <a:uFillTx/>
                <a:latin typeface="+mn-lt"/>
                <a:ea typeface="+mn-ea"/>
                <a:cs typeface="+mn-cs"/>
              </a:rPr>
              <a:t>Fast Polynomial Multiplication in AES </a:t>
            </a:r>
            <a:endParaRPr kumimoji="0" lang="en-US" sz="1800" b="1" i="0" u="none" strike="noStrike" kern="1200" cap="none" spc="0" normalizeH="0" baseline="0" noProof="0" dirty="0">
              <a:ln>
                <a:noFill/>
              </a:ln>
              <a:solidFill>
                <a:schemeClr val="lt1"/>
              </a:solidFill>
              <a:effectLst/>
              <a:uLnTx/>
              <a:uFillTx/>
              <a:latin typeface="+mn-lt"/>
              <a:ea typeface="+mn-ea"/>
              <a:cs typeface="+mn-cs"/>
            </a:endParaRPr>
          </a:p>
        </p:txBody>
      </p:sp>
      <p:pic>
        <p:nvPicPr>
          <p:cNvPr id="6" name="Picture 5" descr="Mathematical expression showing a piecewise function defining x multiplied by f(x) based on the value of bit b7. The function uses binary sequences with bitwise operations, including concatenation and XOR with binary number 00011011.">
            <a:extLst>
              <a:ext uri="{FF2B5EF4-FFF2-40B4-BE49-F238E27FC236}">
                <a16:creationId xmlns:a16="http://schemas.microsoft.com/office/drawing/2014/main" id="{F52E0724-01E2-CE44-88F0-D674D5059E3C}"/>
              </a:ext>
            </a:extLst>
          </p:cNvPr>
          <p:cNvPicPr>
            <a:picLocks noChangeAspect="1"/>
          </p:cNvPicPr>
          <p:nvPr/>
        </p:nvPicPr>
        <p:blipFill>
          <a:blip r:embed="rId7"/>
          <a:stretch>
            <a:fillRect/>
          </a:stretch>
        </p:blipFill>
        <p:spPr>
          <a:xfrm>
            <a:off x="2743200" y="2132856"/>
            <a:ext cx="6705600" cy="927100"/>
          </a:xfrm>
          <a:prstGeom prst="rect">
            <a:avLst/>
          </a:prstGeom>
        </p:spPr>
      </p:pic>
      <p:sp>
        <p:nvSpPr>
          <p:cNvPr id="7" name="TextBox 6">
            <a:extLst>
              <a:ext uri="{FF2B5EF4-FFF2-40B4-BE49-F238E27FC236}">
                <a16:creationId xmlns:a16="http://schemas.microsoft.com/office/drawing/2014/main" id="{5D87E90A-4E74-F343-8CFA-BAAA88B9BDE0}"/>
              </a:ext>
            </a:extLst>
          </p:cNvPr>
          <p:cNvSpPr txBox="1"/>
          <p:nvPr/>
        </p:nvSpPr>
        <p:spPr>
          <a:xfrm>
            <a:off x="6600056" y="183515"/>
            <a:ext cx="2685415" cy="369332"/>
          </a:xfrm>
          <a:prstGeom prst="rect">
            <a:avLst/>
          </a:prstGeom>
          <a:noFill/>
        </p:spPr>
        <p:txBody>
          <a:bodyPr wrap="none" rtlCol="0">
            <a:spAutoFit/>
          </a:bodyPr>
          <a:lstStyle/>
          <a:p>
            <a:r>
              <a:rPr lang="en-US" dirty="0"/>
              <a:t>Textbook Page 164-165.</a:t>
            </a:r>
          </a:p>
        </p:txBody>
      </p:sp>
    </p:spTree>
    <p:custDataLst>
      <p:tags r:id="rId1"/>
    </p:custDataLst>
    <p:extLst>
      <p:ext uri="{BB962C8B-B14F-4D97-AF65-F5344CB8AC3E}">
        <p14:creationId xmlns:p14="http://schemas.microsoft.com/office/powerpoint/2010/main" val="3583904165"/>
      </p:ext>
    </p:extLst>
  </p:cSld>
  <p:clrMapOvr>
    <a:masterClrMapping/>
  </p:clrMapOvr>
  <mc:AlternateContent xmlns:mc="http://schemas.openxmlformats.org/markup-compatibility/2006" xmlns:p14="http://schemas.microsoft.com/office/powerpoint/2010/main">
    <mc:Choice Requires="p14">
      <p:transition spd="slow" p14:dur="2000" advTm="626122"/>
    </mc:Choice>
    <mc:Fallback xmlns="">
      <p:transition spd="slow" advTm="62612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extLst>
    <p:ext uri="{3A86A75C-4F4B-4683-9AE1-C65F6400EC91}">
      <p14:laserTraceLst xmlns:p14="http://schemas.microsoft.com/office/powerpoint/2010/main">
        <p14:tracePtLst>
          <p14:tracePt t="486050" x="5021263" y="6708775"/>
          <p14:tracePt t="486051" x="5557838" y="6334125"/>
          <p14:tracePt t="486058" x="5932488" y="6089650"/>
          <p14:tracePt t="486093" x="6605588" y="5673725"/>
          <p14:tracePt t="486094" x="7021513" y="5435600"/>
          <p14:tracePt t="486117" x="7620000" y="5110163"/>
          <p14:tracePt t="486142" x="8007350" y="4932363"/>
          <p14:tracePt t="486167" x="8110538" y="4884738"/>
          <p14:tracePt t="486167" x="8137525" y="4872038"/>
          <p14:tracePt t="486360" x="8143875" y="4864100"/>
          <p14:tracePt t="486383" x="8158163" y="4851400"/>
          <p14:tracePt t="486384" x="8158163" y="4816475"/>
          <p14:tracePt t="486401" x="8143875" y="4776788"/>
          <p14:tracePt t="486446" x="8081963" y="4613275"/>
          <p14:tracePt t="486446" x="8054975" y="4572000"/>
          <p14:tracePt t="486460" x="7994650" y="4518025"/>
          <p14:tracePt t="486463" x="7947025" y="4491038"/>
          <p14:tracePt t="486486" x="7816850" y="4422775"/>
          <p14:tracePt t="486526" x="7673975" y="4381500"/>
          <p14:tracePt t="486527" x="7626350" y="4381500"/>
          <p14:tracePt t="486534" x="7578725" y="4381500"/>
          <p14:tracePt t="486554" x="7504113" y="4381500"/>
          <p14:tracePt t="486572" x="7491413" y="4381500"/>
          <p14:tracePt t="486594" x="7450138" y="4381500"/>
          <p14:tracePt t="486626" x="7423150" y="4381500"/>
          <p14:tracePt t="486627" x="7402513" y="4381500"/>
          <p14:tracePt t="486643" x="7367588" y="4375150"/>
          <p14:tracePt t="486664" x="7340600" y="4367213"/>
          <p14:tracePt t="486665" x="7319963" y="4354513"/>
          <p14:tracePt t="486679" x="7307263" y="4354513"/>
          <p14:tracePt t="486737" x="7307263" y="4348163"/>
          <p14:tracePt t="486767" x="7307263" y="4333875"/>
          <p14:tracePt t="486780" x="7319963" y="4333875"/>
          <p14:tracePt t="486800" x="7327900" y="4327525"/>
          <p14:tracePt t="486831" x="7340600" y="4319588"/>
          <p14:tracePt t="486832" x="7340600" y="4300538"/>
          <p14:tracePt t="486833" x="7340600" y="4292600"/>
          <p14:tracePt t="486865" x="7340600" y="4279900"/>
          <p14:tracePt t="486872" x="7319963" y="4271963"/>
          <p14:tracePt t="486887" x="7307263" y="4271963"/>
          <p14:tracePt t="486904" x="7259638" y="4259263"/>
          <p14:tracePt t="486936" x="7224713" y="4259263"/>
          <p14:tracePt t="486961" x="7218363" y="4271963"/>
          <p14:tracePt t="487001" x="7224713" y="4271963"/>
          <p14:tracePt t="487033" x="7245350" y="4271963"/>
          <p14:tracePt t="487040" x="7253288" y="4271963"/>
          <p14:tracePt t="487127" x="7245350" y="4271963"/>
          <p14:tracePt t="487146" x="7232650" y="4271963"/>
          <p14:tracePt t="487159" x="7224713" y="4271963"/>
          <p14:tracePt t="487183" x="7218363" y="4271963"/>
          <p14:tracePt t="487218" x="7224713" y="4271963"/>
          <p14:tracePt t="487219" x="7232650" y="4271963"/>
          <p14:tracePt t="487248" x="7253288" y="4271963"/>
          <p14:tracePt t="487249" x="7259638" y="4271963"/>
          <p14:tracePt t="487326" x="7253288" y="4259263"/>
          <p14:tracePt t="487329" x="7245350" y="4259263"/>
          <p14:tracePt t="487355" x="7205663" y="4259263"/>
          <p14:tracePt t="487363" x="7197725" y="4259263"/>
          <p14:tracePt t="487377" x="7185025" y="4259263"/>
          <p14:tracePt t="487421" x="7197725" y="4259263"/>
          <p14:tracePt t="487451" x="7224713" y="4259263"/>
          <p14:tracePt t="487481" x="7232650" y="4259263"/>
          <p14:tracePt t="487586" x="7245350" y="4259263"/>
          <p14:tracePt t="487625" x="7280275" y="4271963"/>
          <p14:tracePt t="487626" x="7327900" y="4271963"/>
          <p14:tracePt t="487633" x="7402513" y="4279900"/>
          <p14:tracePt t="487657" x="7599363" y="4306888"/>
          <p14:tracePt t="487684" x="7837488" y="4319588"/>
          <p14:tracePt t="487706" x="8089900" y="4319588"/>
          <p14:tracePt t="487750" x="8259763" y="4327525"/>
          <p14:tracePt t="487751" x="8382000" y="4327525"/>
          <p14:tracePt t="487760" x="8408988" y="4327525"/>
          <p14:tracePt t="487782" x="8477250" y="4327525"/>
          <p14:tracePt t="487797" x="8497888" y="4327525"/>
          <p14:tracePt t="487830" x="8524875" y="4327525"/>
          <p14:tracePt t="487831" x="8545513" y="4327525"/>
          <p14:tracePt t="487844" x="8572500" y="4327525"/>
          <p14:tracePt t="487847" x="8599488" y="4327525"/>
          <p14:tracePt t="487866" x="8620125" y="4327525"/>
          <p14:tracePt t="487881" x="8661400" y="4327525"/>
          <p14:tracePt t="487902" x="8682038" y="4327525"/>
          <p14:tracePt t="487939" x="8694738" y="4327525"/>
          <p14:tracePt t="487940" x="8742363" y="4327525"/>
          <p14:tracePt t="487947" x="8769350" y="4327525"/>
          <p14:tracePt t="487980" x="8777288" y="4327525"/>
          <p14:tracePt t="488004" x="8756650" y="4327525"/>
          <p14:tracePt t="488037" x="8709025" y="4319588"/>
          <p14:tracePt t="488038" x="8682038" y="4306888"/>
          <p14:tracePt t="488058" x="8647113" y="4300538"/>
          <p14:tracePt t="488059" x="8620125" y="4300538"/>
          <p14:tracePt t="488088" x="8572500" y="4292600"/>
          <p14:tracePt t="488097" x="8558213" y="4279900"/>
          <p14:tracePt t="488164" x="8572500" y="4279900"/>
          <p14:tracePt t="488181" x="8578850" y="4271963"/>
          <p14:tracePt t="488195" x="8599488" y="4271963"/>
          <p14:tracePt t="488198" x="8605838" y="4271963"/>
          <p14:tracePt t="488230" x="8620125" y="4271963"/>
          <p14:tracePt t="488231" x="8626475" y="4271963"/>
          <p14:tracePt t="488265" x="8599488" y="4259263"/>
          <p14:tracePt t="488274" x="8578850" y="4259263"/>
          <p14:tracePt t="488297" x="8558213" y="4259263"/>
          <p14:tracePt t="488298" x="8531225" y="4259263"/>
          <p14:tracePt t="488330" x="8524875" y="4259263"/>
          <p14:tracePt t="488363" x="8531225" y="4259263"/>
          <p14:tracePt t="488389" x="8551863" y="4259263"/>
          <p14:tracePt t="488423" x="8578850" y="4259263"/>
          <p14:tracePt t="488424" x="8599488" y="4259263"/>
          <p14:tracePt t="488431" x="8620125" y="4271963"/>
          <p14:tracePt t="488445" x="8634413" y="4271963"/>
          <p14:tracePt t="488480" x="8647113" y="4271963"/>
          <p14:tracePt t="488481" x="8626475" y="4279900"/>
          <p14:tracePt t="488647" x="8647113" y="4279900"/>
          <p14:tracePt t="488685" x="8824913" y="4259263"/>
          <p14:tracePt t="488692" x="8905875" y="4252913"/>
          <p14:tracePt t="488746" x="9259888" y="4252913"/>
          <p14:tracePt t="488747" x="9653588" y="4271963"/>
          <p14:tracePt t="488780" x="9783763" y="4279900"/>
          <p14:tracePt t="488820" x="9790113" y="4292600"/>
          <p14:tracePt t="488862" x="9790113" y="4279900"/>
          <p14:tracePt t="488890" x="9790113" y="4271963"/>
          <p14:tracePt t="488933" x="9790113" y="4259263"/>
          <p14:tracePt t="488933" x="9804400" y="4259263"/>
          <p14:tracePt t="488969" x="9831388" y="4252913"/>
          <p14:tracePt t="488984" x="9852025" y="4244975"/>
          <p14:tracePt t="489030" x="9858375" y="4244975"/>
          <p14:tracePt t="489162" x="9864725" y="4244975"/>
          <p14:tracePt t="489195" x="9899650" y="4252913"/>
          <p14:tracePt t="489236" x="9906000" y="4252913"/>
          <p14:tracePt t="489286" x="9899650" y="4252913"/>
          <p14:tracePt t="489320" x="9885363" y="4244975"/>
          <p14:tracePt t="489377" x="9899650" y="4244975"/>
          <p14:tracePt t="489412" x="9912350" y="4244975"/>
          <p14:tracePt t="489413" x="9926638" y="4244975"/>
          <p14:tracePt t="489421" x="9932988" y="4244975"/>
          <p14:tracePt t="489490" x="9912350" y="4244975"/>
          <p14:tracePt t="489524" x="9899650" y="4244975"/>
          <p14:tracePt t="489525" x="9885363" y="4244975"/>
          <p14:tracePt t="489533" x="9879013" y="4244975"/>
          <p14:tracePt t="489597" x="9885363" y="4244975"/>
          <p14:tracePt t="489598" x="9899650" y="4244975"/>
          <p14:tracePt t="489612" x="9912350" y="4244975"/>
          <p14:tracePt t="489649" x="9926638" y="4244975"/>
          <p14:tracePt t="489650" x="9932988" y="4244975"/>
          <p14:tracePt t="489680" x="9926638" y="4244975"/>
          <p14:tracePt t="489707" x="9899650" y="4244975"/>
          <p14:tracePt t="489729" x="9885363" y="4244975"/>
          <p14:tracePt t="489730" x="9879013" y="4244975"/>
          <p14:tracePt t="489748" x="9864725" y="4244975"/>
          <p14:tracePt t="489785" x="9879013" y="4244975"/>
          <p14:tracePt t="489792" x="9885363" y="4244975"/>
          <p14:tracePt t="489815" x="9906000" y="4244975"/>
          <p14:tracePt t="489853" x="9912350" y="4244975"/>
          <p14:tracePt t="489854" x="9926638" y="4244975"/>
          <p14:tracePt t="489930" x="9912350" y="4244975"/>
          <p14:tracePt t="489958" x="9804400" y="4252913"/>
          <p14:tracePt t="489966" x="9661525" y="4259263"/>
          <p14:tracePt t="489984" x="9286875" y="4300538"/>
          <p14:tracePt t="490041" x="8551863" y="4354513"/>
          <p14:tracePt t="490043" x="8185150" y="4381500"/>
          <p14:tracePt t="490079" x="8054975" y="4381500"/>
          <p14:tracePt t="490086" x="8021638" y="4375150"/>
          <p14:tracePt t="490102" x="8015288" y="4367213"/>
          <p14:tracePt t="490149" x="8007350" y="4354513"/>
          <p14:tracePt t="490149" x="7994650" y="4348163"/>
          <p14:tracePt t="490164" x="7967663" y="4327525"/>
          <p14:tracePt t="490182" x="7920038" y="4319588"/>
          <p14:tracePt t="490230" x="7742238" y="4271963"/>
          <p14:tracePt t="490232" x="7673975" y="4259263"/>
          <p14:tracePt t="490248" x="7661275" y="4259263"/>
          <p14:tracePt t="490266" x="7646988" y="4259263"/>
          <p14:tracePt t="490328" x="7640638" y="4259263"/>
          <p14:tracePt t="490335" x="7626350" y="4259263"/>
          <p14:tracePt t="490352" x="7599363" y="4259263"/>
          <p14:tracePt t="490402" x="7477125" y="4244975"/>
          <p14:tracePt t="490403" x="7381875" y="4224338"/>
          <p14:tracePt t="490437" x="7348538" y="4224338"/>
          <p14:tracePt t="490438" x="7307263" y="4211638"/>
          <p14:tracePt t="490446" x="7300913" y="4205288"/>
          <p14:tracePt t="490628" x="7300913" y="4211638"/>
          <p14:tracePt t="490666" x="7307263" y="4224338"/>
          <p14:tracePt t="490689" x="7327900" y="4224338"/>
          <p14:tracePt t="490729" x="7375525" y="4232275"/>
          <p14:tracePt t="490730" x="7402513" y="4232275"/>
          <p14:tracePt t="490797" x="7396163" y="4232275"/>
          <p14:tracePt t="490804" x="7381875" y="4232275"/>
          <p14:tracePt t="490906" x="7396163" y="4232275"/>
          <p14:tracePt t="490929" x="7396163" y="4224338"/>
          <p14:tracePt t="490985" x="7381875" y="4224338"/>
          <p14:tracePt t="491009" x="7375525" y="4224338"/>
          <p14:tracePt t="491046" x="7375525" y="4232275"/>
          <p14:tracePt t="491053" x="7381875" y="4232275"/>
          <p14:tracePt t="491076" x="7396163" y="4232275"/>
          <p14:tracePt t="491096" x="7402513" y="4232275"/>
          <p14:tracePt t="491153" x="7396163" y="4232275"/>
          <p14:tracePt t="491189" x="7381875" y="4232275"/>
          <p14:tracePt t="491266" x="7396163" y="4232275"/>
          <p14:tracePt t="491299" x="7402513" y="4232275"/>
          <p14:tracePt t="491351" x="7396163" y="4232275"/>
          <p14:tracePt t="491385" x="7381875" y="4232275"/>
          <p14:tracePt t="491410" x="7375525" y="4232275"/>
          <p14:tracePt t="491474" x="7396163" y="4232275"/>
          <p14:tracePt t="491502" x="7402513" y="4232275"/>
          <p14:tracePt t="491547" x="7396163" y="4232275"/>
          <p14:tracePt t="491576" x="7381875" y="4232275"/>
          <p14:tracePt t="491601" x="7375525" y="4232275"/>
          <p14:tracePt t="491640" x="7381875" y="4244975"/>
          <p14:tracePt t="491668" x="7396163" y="4244975"/>
          <p14:tracePt t="491685" x="7402513" y="4244975"/>
          <p14:tracePt t="491734" x="7396163" y="4244975"/>
          <p14:tracePt t="491743" x="7381875" y="4244975"/>
          <p14:tracePt t="491764" x="7367588" y="4244975"/>
          <p14:tracePt t="491777" x="7354888" y="4244975"/>
          <p14:tracePt t="491874" x="7367588" y="4244975"/>
          <p14:tracePt t="492001" x="7375525" y="4244975"/>
          <p14:tracePt t="492009" x="7381875" y="4244975"/>
          <p14:tracePt t="492030" x="7423150" y="4252913"/>
          <p14:tracePt t="492047" x="7470775" y="4259263"/>
          <p14:tracePt t="492075" x="7620000" y="4292600"/>
          <p14:tracePt t="492077" x="7762875" y="4300538"/>
          <p14:tracePt t="492095" x="7912100" y="4319588"/>
          <p14:tracePt t="492129" x="8205788" y="4327525"/>
          <p14:tracePt t="492131" x="8334375" y="4327525"/>
          <p14:tracePt t="492131" x="8402638" y="4327525"/>
          <p14:tracePt t="492165" x="8483600" y="4319588"/>
          <p14:tracePt t="492173" x="8551863" y="4306888"/>
          <p14:tracePt t="492188" x="8620125" y="4300538"/>
          <p14:tracePt t="492189" x="8647113" y="4292600"/>
          <p14:tracePt t="492209" x="8661400" y="4279900"/>
          <p14:tracePt t="492211" x="8674100" y="4279900"/>
          <p14:tracePt t="492223" x="8682038" y="4271963"/>
          <p14:tracePt t="492245" x="8682038" y="4259263"/>
          <p14:tracePt t="492308" x="8694738" y="4259263"/>
          <p14:tracePt t="492308" x="8701088" y="4259263"/>
          <p14:tracePt t="492334" x="8709025" y="4259263"/>
          <p14:tracePt t="492335" x="8721725" y="4259263"/>
          <p14:tracePt t="492889" x="8721725" y="4252913"/>
          <p14:tracePt t="492927" x="8729663" y="4252913"/>
          <p14:tracePt t="492961" x="8742363" y="4252913"/>
          <p14:tracePt t="492976" x="8748713" y="4252913"/>
          <p14:tracePt t="493029" x="8742363" y="4252913"/>
          <p14:tracePt t="493041" x="8729663" y="4252913"/>
          <p14:tracePt t="493166" x="8742363" y="4252913"/>
          <p14:tracePt t="493203" x="8748713" y="4252913"/>
          <p14:tracePt t="493226" x="8783638" y="4259263"/>
          <p14:tracePt t="493242" x="8796338" y="4259263"/>
          <p14:tracePt t="493260" x="8783638" y="4259263"/>
          <p14:tracePt t="493441" x="8831263" y="4271963"/>
          <p14:tracePt t="493448" x="8926513" y="4279900"/>
          <p14:tracePt t="493478" x="9123363" y="4292600"/>
          <p14:tracePt t="493500" x="9415463" y="4319588"/>
          <p14:tracePt t="493533" x="9742488" y="4348163"/>
          <p14:tracePt t="493534" x="9837738" y="4354513"/>
          <p14:tracePt t="493556" x="10034588" y="4375150"/>
          <p14:tracePt t="493579" x="10144125" y="4395788"/>
          <p14:tracePt t="493597" x="10198100" y="4395788"/>
          <p14:tracePt t="493640" x="10206038" y="4395788"/>
          <p14:tracePt t="493680" x="10206038" y="4381500"/>
          <p14:tracePt t="493697" x="10206038" y="4375150"/>
          <p14:tracePt t="493730" x="10206038" y="4367213"/>
          <p14:tracePt t="493757" x="10198100" y="4354513"/>
          <p14:tracePt t="493780" x="10206038" y="4354513"/>
          <p14:tracePt t="493796" x="10206038" y="4348163"/>
          <p14:tracePt t="493829" x="10206038" y="4333875"/>
          <p14:tracePt t="493830" x="10198100" y="4333875"/>
          <p14:tracePt t="493855" x="10185400" y="4327525"/>
          <p14:tracePt t="493879" x="10158413" y="4319588"/>
          <p14:tracePt t="493889" x="10150475" y="4319588"/>
          <p14:tracePt t="493907" x="10144125" y="4319588"/>
          <p14:tracePt t="493938" x="10129838" y="4306888"/>
          <p14:tracePt t="493939" x="10123488" y="4306888"/>
          <p14:tracePt t="494024" x="10123488" y="4300538"/>
          <p14:tracePt t="494046" x="10110788" y="4300538"/>
          <p14:tracePt t="494072" x="10110788" y="4292600"/>
          <p14:tracePt t="494080" x="10102850" y="4292600"/>
          <p14:tracePt t="494113" x="10102850" y="4279900"/>
          <p14:tracePt t="494147" x="10096500" y="4271963"/>
          <p14:tracePt t="494180" x="10096500" y="4259263"/>
          <p14:tracePt t="494284" x="10102850" y="4259263"/>
          <p14:tracePt t="494303" x="10110788" y="4259263"/>
          <p14:tracePt t="494305" x="10123488" y="4259263"/>
          <p14:tracePt t="494339" x="10150475" y="4259263"/>
          <p14:tracePt t="494372" x="10144125" y="4259263"/>
          <p14:tracePt t="494398" x="10110788" y="4259263"/>
          <p14:tracePt t="494428" x="10096500" y="4259263"/>
          <p14:tracePt t="494429" x="10055225" y="4252913"/>
          <p14:tracePt t="494460" x="10028238" y="4252913"/>
          <p14:tracePt t="494508" x="10034588" y="4252913"/>
          <p14:tracePt t="494540" x="10069513" y="4252913"/>
          <p14:tracePt t="494574" x="10082213" y="4252913"/>
          <p14:tracePt t="494652" x="10075863" y="4252913"/>
          <p14:tracePt t="494674" x="10069513" y="4252913"/>
          <p14:tracePt t="494675" x="10034588" y="4252913"/>
          <p14:tracePt t="494690" x="9974263" y="4252913"/>
          <p14:tracePt t="494734" x="9736138" y="4271963"/>
          <p14:tracePt t="494735" x="9307513" y="4300538"/>
          <p14:tracePt t="494742" x="9117013" y="4306888"/>
          <p14:tracePt t="494758" x="8864600" y="4327525"/>
          <p14:tracePt t="494791" x="8382000" y="4354513"/>
          <p14:tracePt t="494799" x="8280400" y="4354513"/>
          <p14:tracePt t="494840" x="8205788" y="4348163"/>
          <p14:tracePt t="494841" x="8137525" y="4333875"/>
          <p14:tracePt t="494842" x="8129588" y="4333875"/>
          <p14:tracePt t="494868" x="8116888" y="4327525"/>
          <p14:tracePt t="494889" x="8110538" y="4327525"/>
          <p14:tracePt t="494905" x="8110538" y="4319588"/>
          <p14:tracePt t="494941" x="8089900" y="4306888"/>
          <p14:tracePt t="494942" x="8062913" y="4300538"/>
          <p14:tracePt t="494955" x="8034338" y="4292600"/>
          <p14:tracePt t="494956" x="8007350" y="4279900"/>
          <p14:tracePt t="494981" x="7947025" y="4271963"/>
          <p14:tracePt t="494999" x="7932738" y="4271963"/>
          <p14:tracePt t="495000" x="7920038" y="4271963"/>
          <p14:tracePt t="495042" x="7891463" y="4271963"/>
          <p14:tracePt t="495049" x="7872413" y="4271963"/>
          <p14:tracePt t="495065" x="7858125" y="4271963"/>
          <p14:tracePt t="495082" x="7789863" y="4271963"/>
          <p14:tracePt t="495098" x="7769225" y="4271963"/>
          <p14:tracePt t="495115" x="7694613" y="4271963"/>
          <p14:tracePt t="495145" x="7673975" y="4259263"/>
          <p14:tracePt t="495146" x="7646988" y="4259263"/>
          <p14:tracePt t="495147" x="7626350" y="4252913"/>
          <p14:tracePt t="495169" x="7620000" y="4252913"/>
          <p14:tracePt t="495240" x="7613650" y="4252913"/>
          <p14:tracePt t="495261" x="7593013" y="4252913"/>
          <p14:tracePt t="495288" x="7551738" y="4252913"/>
          <p14:tracePt t="495324" x="7477125" y="4244975"/>
          <p14:tracePt t="495333" x="7396163" y="4232275"/>
          <p14:tracePt t="495349" x="7375525" y="4232275"/>
          <p14:tracePt t="495393" x="7381875" y="4232275"/>
          <p14:tracePt t="495439" x="7396163" y="4232275"/>
          <p14:tracePt t="495458" x="7402513" y="4232275"/>
          <p14:tracePt t="495470" x="7429500" y="4244975"/>
          <p14:tracePt t="495492" x="7456488" y="4244975"/>
          <p14:tracePt t="495528" x="7470775" y="4244975"/>
          <p14:tracePt t="495634" x="7477125" y="4244975"/>
          <p14:tracePt t="495642" x="7518400" y="4244975"/>
          <p14:tracePt t="495656" x="7551738" y="4244975"/>
          <p14:tracePt t="495680" x="7837488" y="4252913"/>
          <p14:tracePt t="495695" x="7980363" y="4252913"/>
          <p14:tracePt t="495736" x="8483600" y="4252913"/>
          <p14:tracePt t="495738" x="8586788" y="4252913"/>
          <p14:tracePt t="495750" x="8647113" y="4252913"/>
          <p14:tracePt t="495772" x="8694738" y="4252913"/>
          <p14:tracePt t="495841" x="8701088" y="4252913"/>
          <p14:tracePt t="495948" x="8709025" y="4252913"/>
          <p14:tracePt t="495967" x="8721725" y="4252913"/>
          <p14:tracePt t="495968" x="8729663" y="4252913"/>
          <p14:tracePt t="495980" x="8742363" y="4252913"/>
          <p14:tracePt t="496007" x="8756650" y="4252913"/>
          <p14:tracePt t="496044" x="8769350" y="4252913"/>
          <p14:tracePt t="496045" x="8783638" y="4252913"/>
          <p14:tracePt t="496046" x="8796338" y="4252913"/>
          <p14:tracePt t="496141" x="8804275" y="4252913"/>
          <p14:tracePt t="496174" x="8824913" y="4252913"/>
          <p14:tracePt t="496189" x="8831263" y="4252913"/>
          <p14:tracePt t="496238" x="8851900" y="4252913"/>
          <p14:tracePt t="496282" x="8872538" y="4252913"/>
          <p14:tracePt t="496305" x="8920163" y="4252913"/>
          <p14:tracePt t="496306" x="8967788" y="4259263"/>
          <p14:tracePt t="496343" x="9069388" y="4259263"/>
          <p14:tracePt t="496344" x="9212263" y="4259263"/>
          <p14:tracePt t="496375" x="9667875" y="4271963"/>
          <p14:tracePt t="496412" x="9756775" y="4271963"/>
          <p14:tracePt t="496476" x="9763125" y="4271963"/>
          <p14:tracePt t="496507" x="9783763" y="4271963"/>
          <p14:tracePt t="496508" x="9804400" y="4279900"/>
          <p14:tracePt t="496540" x="9831388" y="4279900"/>
          <p14:tracePt t="496541" x="9852025" y="4279900"/>
          <p14:tracePt t="496576" x="9885363" y="4279900"/>
          <p14:tracePt t="496577" x="9912350" y="4279900"/>
          <p14:tracePt t="496610" x="9974263" y="4279900"/>
          <p14:tracePt t="496701" x="9980613" y="4279900"/>
          <p14:tracePt t="496740" x="10001250" y="4279900"/>
          <p14:tracePt t="496740" x="10028238" y="4279900"/>
          <p14:tracePt t="496748" x="10048875" y="4279900"/>
          <p14:tracePt t="496775" x="10075863" y="4279900"/>
          <p14:tracePt t="496792" x="10096500" y="4271963"/>
          <p14:tracePt t="496882" x="10102850" y="4271963"/>
          <p14:tracePt t="496915" x="10110788" y="4271963"/>
          <p14:tracePt t="496939" x="10144125" y="4271963"/>
          <p14:tracePt t="496959" x="10198100" y="4271963"/>
          <p14:tracePt t="496973" x="10206038" y="4271963"/>
          <p14:tracePt t="496997" x="10218738" y="4271963"/>
          <p14:tracePt t="497308" x="10206038" y="4271963"/>
          <p14:tracePt t="497341" x="10069513" y="4271963"/>
          <p14:tracePt t="497377" x="9783763" y="4271963"/>
          <p14:tracePt t="497377" x="9545638" y="4271963"/>
          <p14:tracePt t="497418" x="8864600" y="4271963"/>
          <p14:tracePt t="497419" x="8709025" y="4271963"/>
          <p14:tracePt t="497442" x="8531225" y="4259263"/>
          <p14:tracePt t="497443" x="8402638" y="4252913"/>
          <p14:tracePt t="497459" x="8328025" y="4244975"/>
          <p14:tracePt t="497481" x="8232775" y="4232275"/>
          <p14:tracePt t="497535" x="8205788" y="4232275"/>
          <p14:tracePt t="497536" x="8191500" y="4232275"/>
          <p14:tracePt t="497543" x="8185150" y="4232275"/>
          <p14:tracePt t="497559" x="8177213" y="4232275"/>
          <p14:tracePt t="497600" x="8102600" y="4232275"/>
          <p14:tracePt t="497601" x="7986713" y="4224338"/>
          <p14:tracePt t="497633" x="7858125" y="4211638"/>
          <p14:tracePt t="497634" x="7816850" y="4211638"/>
          <p14:tracePt t="497655" x="7762875" y="4211638"/>
          <p14:tracePt t="497667" x="7748588" y="4211638"/>
          <p14:tracePt t="497684" x="7742238" y="4211638"/>
          <p14:tracePt t="497739" x="7735888" y="4211638"/>
          <p14:tracePt t="497760" x="7721600" y="4224338"/>
          <p14:tracePt t="497806" x="7715250" y="4224338"/>
          <p14:tracePt t="497808" x="7715250" y="4232275"/>
          <p14:tracePt t="497839" x="7700963" y="4232275"/>
          <p14:tracePt t="497840" x="7700963" y="4244975"/>
          <p14:tracePt t="497848" x="7694613" y="4244975"/>
          <p14:tracePt t="497930" x="7688263" y="4244975"/>
          <p14:tracePt t="497939" x="7673975" y="4244975"/>
          <p14:tracePt t="498008" x="7688263" y="4244975"/>
          <p14:tracePt t="498029" x="7694613" y="4244975"/>
          <p14:tracePt t="498056" x="7748588" y="4244975"/>
          <p14:tracePt t="498063" x="7816850" y="4244975"/>
          <p14:tracePt t="498076" x="7912100" y="4244975"/>
          <p14:tracePt t="498116" x="8129588" y="4244975"/>
          <p14:tracePt t="498117" x="8361363" y="4252913"/>
          <p14:tracePt t="498143" x="8653463" y="4271963"/>
          <p14:tracePt t="498151" x="8742363" y="4279900"/>
          <p14:tracePt t="498167" x="8843963" y="4292600"/>
          <p14:tracePt t="498184" x="8967788" y="4300538"/>
          <p14:tracePt t="498200" x="8994775" y="4300538"/>
          <p14:tracePt t="498232" x="9001125" y="4300538"/>
          <p14:tracePt t="498368" x="9001125" y="4292600"/>
          <p14:tracePt t="498388" x="9001125" y="4279900"/>
          <p14:tracePt t="498580" x="8994775" y="4279900"/>
          <p14:tracePt t="498613" x="8974138" y="4279900"/>
          <p14:tracePt t="498645" x="8967788" y="4271963"/>
          <p14:tracePt t="498720" x="8974138" y="4271963"/>
          <p14:tracePt t="498754" x="8980488" y="4271963"/>
          <p14:tracePt t="498770" x="9015413" y="4271963"/>
          <p14:tracePt t="498771" x="9028113" y="4271963"/>
          <p14:tracePt t="498794" x="9069388" y="4271963"/>
          <p14:tracePt t="498920" x="9042400" y="4271963"/>
          <p14:tracePt t="499099" x="9063038" y="4279900"/>
          <p14:tracePt t="499139" x="9367838" y="4279900"/>
          <p14:tracePt t="499140" x="9483725" y="4271963"/>
          <p14:tracePt t="499167" x="9729788" y="4271963"/>
          <p14:tracePt t="499205" x="9864725" y="4279900"/>
          <p14:tracePt t="499206" x="10028238" y="4279900"/>
          <p14:tracePt t="499228" x="10082213" y="4279900"/>
          <p14:tracePt t="499228" x="10123488" y="4271963"/>
          <p14:tracePt t="499245" x="10158413" y="4271963"/>
          <p14:tracePt t="499273" x="10171113" y="4271963"/>
          <p14:tracePt t="499367" x="10171113" y="4259263"/>
          <p14:tracePt t="499400" x="10177463" y="4259263"/>
          <p14:tracePt t="499433" x="10218738" y="4271963"/>
          <p14:tracePt t="499467" x="10266363" y="4271963"/>
          <p14:tracePt t="499500" x="10272713" y="4271963"/>
          <p14:tracePt t="499671" x="10280650" y="4271963"/>
          <p14:tracePt t="499703" x="10293350" y="4259263"/>
          <p14:tracePt t="499737" x="10320338" y="4259263"/>
          <p14:tracePt t="499760" x="10340975" y="4259263"/>
          <p14:tracePt t="499820" x="10328275" y="4259263"/>
          <p14:tracePt t="499828" x="10320338" y="4259263"/>
          <p14:tracePt t="499865" x="10307638" y="4259263"/>
          <p14:tracePt t="499866" x="10301288" y="4259263"/>
          <p14:tracePt t="499933" x="10307638" y="4259263"/>
          <p14:tracePt t="499944" x="10320338" y="4259263"/>
          <p14:tracePt t="500006" x="10307638" y="4259263"/>
          <p14:tracePt t="500029" x="10293350" y="4259263"/>
          <p14:tracePt t="500044" x="10266363" y="4271963"/>
          <p14:tracePt t="500069" x="10129838" y="4279900"/>
          <p14:tracePt t="500096" x="9858375" y="4306888"/>
          <p14:tracePt t="500097" x="9729788" y="4319588"/>
          <p14:tracePt t="500140" x="9518650" y="4327525"/>
          <p14:tracePt t="500141" x="8939213" y="4327525"/>
          <p14:tracePt t="500163" x="8748713" y="4319588"/>
          <p14:tracePt t="500164" x="8647113" y="4306888"/>
          <p14:tracePt t="500195" x="8456613" y="4300538"/>
          <p14:tracePt t="500201" x="8408988" y="4292600"/>
          <p14:tracePt t="500221" x="8375650" y="4292600"/>
          <p14:tracePt t="500256" x="8361363" y="4292600"/>
          <p14:tracePt t="500300" x="8355013" y="4292600"/>
          <p14:tracePt t="500333" x="8334375" y="4292600"/>
          <p14:tracePt t="500333" x="8313738" y="4279900"/>
          <p14:tracePt t="500370" x="8266113" y="4279900"/>
          <p14:tracePt t="500371" x="8253413" y="4279900"/>
          <p14:tracePt t="500378" x="8232775" y="4279900"/>
          <p14:tracePt t="500394" x="8212138" y="4279900"/>
          <p14:tracePt t="500436" x="8185150" y="4279900"/>
          <p14:tracePt t="500437" x="8158163" y="4271963"/>
          <p14:tracePt t="500460" x="8129588" y="4271963"/>
          <p14:tracePt t="500474" x="8116888" y="4271963"/>
          <p14:tracePt t="500498" x="8110538" y="4271963"/>
          <p14:tracePt t="500573" x="8089900" y="4271963"/>
          <p14:tracePt t="500596" x="8069263" y="4271963"/>
          <p14:tracePt t="500608" x="8054975" y="4271963"/>
          <p14:tracePt t="500646" x="8034338" y="4279900"/>
          <p14:tracePt t="500647" x="8021638" y="4279900"/>
          <p14:tracePt t="500678" x="8015288" y="4279900"/>
          <p14:tracePt t="500686" x="8015288" y="4271963"/>
          <p14:tracePt t="500731" x="8007350" y="4271963"/>
          <p14:tracePt t="500745" x="7994650" y="4271963"/>
          <p14:tracePt t="500769" x="7967663" y="4271963"/>
          <p14:tracePt t="500785" x="7939088" y="4271963"/>
          <p14:tracePt t="500801" x="7932738" y="4271963"/>
          <p14:tracePt t="501017" x="7939088" y="4271963"/>
          <p14:tracePt t="501024" x="7980363" y="4279900"/>
          <p14:tracePt t="501070" x="8116888" y="4292600"/>
          <p14:tracePt t="501071" x="8361363" y="4306888"/>
          <p14:tracePt t="501079" x="8551863" y="4319588"/>
          <p14:tracePt t="501104" x="8851900" y="4319588"/>
          <p14:tracePt t="501125" x="9042400" y="4319588"/>
          <p14:tracePt t="501150" x="9117013" y="4319588"/>
          <p14:tracePt t="501172" x="9137650" y="4319588"/>
          <p14:tracePt t="501208" x="9144000" y="4319588"/>
          <p14:tracePt t="501224" x="9150350" y="4319588"/>
          <p14:tracePt t="501241" x="9150350" y="4306888"/>
          <p14:tracePt t="501256" x="9170988" y="4306888"/>
          <p14:tracePt t="501273" x="9185275" y="4306888"/>
          <p14:tracePt t="501428" x="9170988" y="4306888"/>
          <p14:tracePt t="501506" x="9170988" y="4300538"/>
          <p14:tracePt t="501539" x="9185275" y="4300538"/>
          <p14:tracePt t="501550" x="9191625" y="4292600"/>
          <p14:tracePt t="501572" x="9197975" y="4292600"/>
          <p14:tracePt t="501630" x="9212263" y="4292600"/>
          <p14:tracePt t="501654" x="9218613" y="4292600"/>
          <p14:tracePt t="501675" x="9224963" y="4292600"/>
          <p14:tracePt t="501718" x="9239250" y="4292600"/>
          <p14:tracePt t="501719" x="9245600" y="4292600"/>
          <p14:tracePt t="501746" x="9239250" y="4292600"/>
          <p14:tracePt t="501755" x="9224963" y="4292600"/>
          <p14:tracePt t="501777" x="9197975" y="4292600"/>
          <p14:tracePt t="501795" x="9185275" y="4292600"/>
          <p14:tracePt t="501829" x="9170988" y="4292600"/>
          <p14:tracePt t="501829" x="9164638" y="4292600"/>
          <p14:tracePt t="501865" x="9170988" y="4292600"/>
          <p14:tracePt t="501879" x="9185275" y="4292600"/>
          <p14:tracePt t="501895" x="9191625" y="4292600"/>
          <p14:tracePt t="501897" x="9197975" y="4292600"/>
          <p14:tracePt t="501928" x="9212263" y="4292600"/>
          <p14:tracePt t="501978" x="9197975" y="4292600"/>
          <p14:tracePt t="502034" x="9212263" y="4292600"/>
          <p14:tracePt t="502057" x="9266238" y="4292600"/>
          <p14:tracePt t="502067" x="9307513" y="4292600"/>
          <p14:tracePt t="502091" x="9463088" y="4300538"/>
          <p14:tracePt t="502109" x="9566275" y="4300538"/>
          <p14:tracePt t="502110" x="9661525" y="4300538"/>
          <p14:tracePt t="502145" x="9885363" y="4306888"/>
          <p14:tracePt t="502146" x="9947275" y="4306888"/>
          <p14:tracePt t="502158" x="10001250" y="4300538"/>
          <p14:tracePt t="502188" x="10069513" y="4300538"/>
          <p14:tracePt t="502190" x="10082213" y="4300538"/>
          <p14:tracePt t="502207" x="10102850" y="4300538"/>
          <p14:tracePt t="502240" x="10110788" y="4292600"/>
          <p14:tracePt t="502241" x="10129838" y="4292600"/>
          <p14:tracePt t="502305" x="10144125" y="4292600"/>
          <p14:tracePt t="502337" x="10150475" y="4292600"/>
          <p14:tracePt t="502338" x="10177463" y="4292600"/>
          <p14:tracePt t="502350" x="10185400" y="4292600"/>
          <p14:tracePt t="502372" x="10206038" y="4292600"/>
          <p14:tracePt t="502393" x="10218738" y="4292600"/>
          <p14:tracePt t="502405" x="10233025" y="4292600"/>
          <p14:tracePt t="502445" x="10253663" y="4292600"/>
          <p14:tracePt t="502446" x="10301288" y="4292600"/>
          <p14:tracePt t="502455" x="10328275" y="4279900"/>
          <p14:tracePt t="502473" x="10348913" y="4279900"/>
          <p14:tracePt t="502561" x="10355263" y="4279900"/>
          <p14:tracePt t="502588" x="10367963" y="4279900"/>
          <p14:tracePt t="502629" x="10388600" y="4279900"/>
          <p14:tracePt t="502630" x="10423525" y="4279900"/>
          <p14:tracePt t="502650" x="10444163" y="4279900"/>
          <p14:tracePt t="502651" x="10471150" y="4279900"/>
          <p14:tracePt t="502689" x="10491788" y="4279900"/>
          <p14:tracePt t="502690" x="10498138" y="4271963"/>
          <p14:tracePt t="502731" x="10491788" y="4271963"/>
          <p14:tracePt t="502752" x="10367963" y="4279900"/>
          <p14:tracePt t="502769" x="10253663" y="4279900"/>
          <p14:tracePt t="502794" x="9682163" y="4319588"/>
          <p14:tracePt t="502813" x="9069388" y="4367213"/>
          <p14:tracePt t="502837" x="8531225" y="4381500"/>
          <p14:tracePt t="502845" x="8313738" y="4381500"/>
          <p14:tracePt t="502863" x="8177213" y="4375150"/>
          <p14:tracePt t="502908" x="8069263" y="4367213"/>
          <p14:tracePt t="502909" x="8054975" y="4354513"/>
          <p14:tracePt t="502965" x="8042275" y="4354513"/>
          <p14:tracePt t="502995" x="8021638" y="4354513"/>
          <p14:tracePt t="503012" x="7986713" y="4348163"/>
          <p14:tracePt t="503037" x="7947025" y="4333875"/>
          <p14:tracePt t="503058" x="7939088" y="4333875"/>
          <p14:tracePt t="503102" x="7947025" y="4333875"/>
          <p14:tracePt t="503124" x="7947025" y="4327525"/>
          <p14:tracePt t="503173" x="7947025" y="4319588"/>
          <p14:tracePt t="503232" x="7939088" y="4319588"/>
          <p14:tracePt t="503233" x="7939088" y="4306888"/>
          <p14:tracePt t="503244" x="7932738" y="4306888"/>
          <p14:tracePt t="503278" x="7920038" y="4300538"/>
          <p14:tracePt t="503326" x="7920038" y="4292600"/>
          <p14:tracePt t="503708" x="7932738" y="4292600"/>
          <p14:tracePt t="503742" x="7939088" y="4292600"/>
          <p14:tracePt t="503742" x="8089900" y="4292600"/>
          <p14:tracePt t="503776" x="8382000" y="4319588"/>
          <p14:tracePt t="503805" x="8634413" y="4327525"/>
          <p14:tracePt t="503838" x="8709025" y="4333875"/>
          <p14:tracePt t="503839" x="8872538" y="4333875"/>
          <p14:tracePt t="503847" x="8920163" y="4333875"/>
          <p14:tracePt t="503871" x="9001125" y="4333875"/>
          <p14:tracePt t="503897" x="9048750" y="4333875"/>
          <p14:tracePt t="503945" x="9069388" y="4327525"/>
          <p14:tracePt t="503956" x="9075738" y="4327525"/>
          <p14:tracePt t="503979" x="9090025" y="4327525"/>
          <p14:tracePt t="504015" x="9096375" y="4327525"/>
          <p14:tracePt t="504016" x="9102725" y="4327525"/>
          <p14:tracePt t="504023" x="9117013" y="4327525"/>
          <p14:tracePt t="504048" x="9150350" y="4333875"/>
          <p14:tracePt t="504064" x="9185275" y="4333875"/>
          <p14:tracePt t="504094" x="9245600" y="4333875"/>
          <p14:tracePt t="504108" x="9266238" y="4333875"/>
          <p14:tracePt t="504158" x="9272588" y="4333875"/>
          <p14:tracePt t="504396" x="9272588" y="4327525"/>
          <p14:tracePt t="504435" x="9286875" y="4306888"/>
          <p14:tracePt t="504443" x="9286875" y="4300538"/>
          <p14:tracePt t="504491" x="9293225" y="4300538"/>
          <p14:tracePt t="504492" x="9307513" y="4292600"/>
          <p14:tracePt t="504500" x="9313863" y="4292600"/>
          <p14:tracePt t="504547" x="9320213" y="4292600"/>
          <p14:tracePt t="504554" x="9334500" y="4292600"/>
          <p14:tracePt t="504574" x="9334500" y="4300538"/>
          <p14:tracePt t="504575" x="9340850" y="4306888"/>
          <p14:tracePt t="504598" x="9293225" y="4327525"/>
          <p14:tracePt t="504791" x="9307513" y="4327525"/>
          <p14:tracePt t="504830" x="9396413" y="4348163"/>
          <p14:tracePt t="504831" x="9444038" y="4348163"/>
          <p14:tracePt t="504839" x="9510713" y="4348163"/>
          <p14:tracePt t="504866" x="9688513" y="4348163"/>
          <p14:tracePt t="504867" x="9804400" y="4348163"/>
          <p14:tracePt t="504892" x="9932988" y="4348163"/>
          <p14:tracePt t="504924" x="10055225" y="4333875"/>
          <p14:tracePt t="504959" x="10150475" y="4333875"/>
          <p14:tracePt t="504991" x="10198100" y="4333875"/>
          <p14:tracePt t="505025" x="10245725" y="4333875"/>
          <p14:tracePt t="505058" x="10301288" y="4333875"/>
          <p14:tracePt t="505091" x="10320338" y="4327525"/>
          <p14:tracePt t="505092" x="10328275" y="4327525"/>
          <p14:tracePt t="505126" x="10355263" y="4319588"/>
          <p14:tracePt t="505161" x="10388600" y="4306888"/>
          <p14:tracePt t="505197" x="10423525" y="4306888"/>
          <p14:tracePt t="505235" x="10463213" y="4306888"/>
          <p14:tracePt t="505257" x="10471150" y="4306888"/>
          <p14:tracePt t="505314" x="10477500" y="4306888"/>
          <p14:tracePt t="505348" x="10491788" y="4306888"/>
          <p14:tracePt t="505357" x="10498138" y="4306888"/>
          <p14:tracePt t="505382" x="10498138" y="4300538"/>
          <p14:tracePt t="505408" x="10504488" y="4300538"/>
          <p14:tracePt t="505460" x="10525125" y="4292600"/>
          <p14:tracePt t="505468" x="10539413" y="4292600"/>
          <p14:tracePt t="505493" x="10552113" y="4292600"/>
          <p14:tracePt t="505540" x="10572750" y="4292600"/>
          <p14:tracePt t="505541" x="10587038" y="4292600"/>
          <p14:tracePt t="505565" x="10599738" y="4292600"/>
          <p14:tracePt t="505595" x="10614025" y="4292600"/>
          <p14:tracePt t="505678" x="10599738" y="4292600"/>
          <p14:tracePt t="505710" x="10471150" y="4292600"/>
          <p14:tracePt t="505710" x="10367963" y="4292600"/>
          <p14:tracePt t="505744" x="9729788" y="4327525"/>
          <p14:tracePt t="505778" x="9185275" y="4354513"/>
          <p14:tracePt t="505817" x="8824913" y="4348163"/>
          <p14:tracePt t="505817" x="8599488" y="4319588"/>
          <p14:tracePt t="505840" x="8510588" y="4306888"/>
          <p14:tracePt t="505841" x="8477250" y="4300538"/>
          <p14:tracePt t="505857" x="8456613" y="4292600"/>
          <p14:tracePt t="505858" x="8435975" y="4292600"/>
          <p14:tracePt t="505885" x="8429625" y="4279900"/>
          <p14:tracePt t="505934" x="8408988" y="4279900"/>
          <p14:tracePt t="505935" x="8402638" y="4271963"/>
          <p14:tracePt t="505960" x="8388350" y="4271963"/>
          <p14:tracePt t="505996" x="8382000" y="4259263"/>
          <p14:tracePt t="506042" x="8375650" y="4259263"/>
          <p14:tracePt t="506043" x="8286750" y="4252913"/>
          <p14:tracePt t="506050" x="8259763" y="4252913"/>
          <p14:tracePt t="506074" x="8218488" y="4252913"/>
          <p14:tracePt t="506090" x="8212138" y="4252913"/>
          <p14:tracePt t="506132" x="8205788" y="4252913"/>
          <p14:tracePt t="506251" x="8185150" y="4252913"/>
          <p14:tracePt t="506273" x="8177213" y="4252913"/>
          <p14:tracePt t="506274" x="8164513" y="4252913"/>
          <p14:tracePt t="506291" x="8143875" y="4252913"/>
          <p14:tracePt t="506327" x="8116888" y="4252913"/>
          <p14:tracePt t="506328" x="8110538" y="4252913"/>
          <p14:tracePt t="506367" x="8102600" y="4252913"/>
          <p14:tracePt t="506630" x="8089900" y="4252913"/>
          <p14:tracePt t="506637" x="8081963" y="4259263"/>
          <p14:tracePt t="506663" x="8054975" y="4259263"/>
          <p14:tracePt t="506683" x="8034338" y="4259263"/>
          <p14:tracePt t="506884" x="8042275" y="4259263"/>
          <p14:tracePt t="506922" x="8054975" y="4259263"/>
          <p14:tracePt t="506947" x="8062913" y="4259263"/>
          <p14:tracePt t="507043" x="8054975" y="4259263"/>
          <p14:tracePt t="507050" x="8042275" y="4259263"/>
          <p14:tracePt t="507148" x="8062913" y="4259263"/>
          <p14:tracePt t="507156" x="8081963" y="4259263"/>
          <p14:tracePt t="507180" x="8089900" y="4259263"/>
          <p14:tracePt t="507250" x="8081963" y="4259263"/>
          <p14:tracePt t="507251" x="8069263" y="4271963"/>
          <p14:tracePt t="507319" x="8081963" y="4271963"/>
          <p14:tracePt t="507358" x="8110538" y="4271963"/>
          <p14:tracePt t="507359" x="8158163" y="4271963"/>
          <p14:tracePt t="507367" x="8239125" y="4292600"/>
          <p14:tracePt t="507393" x="8483600" y="4300538"/>
          <p14:tracePt t="507410" x="8816975" y="4319588"/>
          <p14:tracePt t="507460" x="9286875" y="4319588"/>
          <p14:tracePt t="507461" x="9396413" y="4319588"/>
          <p14:tracePt t="507474" x="9471025" y="4319588"/>
          <p14:tracePt t="507499" x="9545638" y="4319588"/>
          <p14:tracePt t="507500" x="9578975" y="4319588"/>
          <p14:tracePt t="507542" x="9586913" y="4319588"/>
          <p14:tracePt t="507569" x="9586913" y="4306888"/>
          <p14:tracePt t="507608" x="9593263" y="4306888"/>
          <p14:tracePt t="507639" x="9593263" y="4300538"/>
          <p14:tracePt t="507640" x="9605963" y="4300538"/>
          <p14:tracePt t="507650" x="9605963" y="4292600"/>
          <p14:tracePt t="507667" x="9613900" y="4279900"/>
          <p14:tracePt t="507669" x="9613900" y="4271963"/>
          <p14:tracePt t="507702" x="9613900" y="4259263"/>
          <p14:tracePt t="507748" x="9586913" y="4259263"/>
          <p14:tracePt t="507764" x="9558338" y="4252913"/>
          <p14:tracePt t="507781" x="9491663" y="4252913"/>
          <p14:tracePt t="507800" x="9471025" y="4252913"/>
          <p14:tracePt t="507814" x="9444038" y="4252913"/>
          <p14:tracePt t="507847" x="9436100" y="4252913"/>
          <p14:tracePt t="507848" x="9436100" y="4259263"/>
          <p14:tracePt t="507899" x="9444038" y="4259263"/>
          <p14:tracePt t="507940" x="9456738" y="4259263"/>
          <p14:tracePt t="507941" x="9463088" y="4252913"/>
          <p14:tracePt t="507962" x="9471025" y="4252913"/>
          <p14:tracePt t="507983" x="9471025" y="4244975"/>
          <p14:tracePt t="508048" x="9471025" y="4252913"/>
          <p14:tracePt t="508074" x="9471025" y="4259263"/>
          <p14:tracePt t="508091" x="9483725" y="4259263"/>
          <p14:tracePt t="508108" x="9504363" y="4259263"/>
          <p14:tracePt t="508143" x="9510713" y="4259263"/>
          <p14:tracePt t="508167" x="9504363" y="4259263"/>
          <p14:tracePt t="508180" x="9491663" y="4252913"/>
          <p14:tracePt t="508198" x="9456738" y="4252913"/>
          <p14:tracePt t="508230" x="9444038" y="4252913"/>
          <p14:tracePt t="508231" x="9436100" y="4252913"/>
          <p14:tracePt t="508291" x="9444038" y="4252913"/>
          <p14:tracePt t="508299" x="9456738" y="4252913"/>
          <p14:tracePt t="508347" x="9463088" y="4252913"/>
          <p14:tracePt t="508356" x="9456738" y="4252913"/>
          <p14:tracePt t="508375" x="9444038" y="4252913"/>
          <p14:tracePt t="508395" x="9423400" y="4244975"/>
          <p14:tracePt t="508408" x="9415463" y="4244975"/>
          <p14:tracePt t="508439" x="9409113" y="4244975"/>
          <p14:tracePt t="508464" x="9415463" y="4244975"/>
          <p14:tracePt t="508472" x="9423400" y="4244975"/>
          <p14:tracePt t="508490" x="9436100" y="4244975"/>
          <p14:tracePt t="508510" x="9444038" y="4252913"/>
          <p14:tracePt t="508572" x="9436100" y="4252913"/>
          <p14:tracePt t="508594" x="9423400" y="4252913"/>
          <p14:tracePt t="508634" x="9436100" y="4252913"/>
          <p14:tracePt t="508635" x="9444038" y="4252913"/>
          <p14:tracePt t="508663" x="9456738" y="4252913"/>
          <p14:tracePt t="508670" x="9463088" y="4252913"/>
          <p14:tracePt t="508691" x="9471025" y="4252913"/>
          <p14:tracePt t="508734" x="9463088" y="4252913"/>
          <p14:tracePt t="508745" x="9456738" y="4252913"/>
          <p14:tracePt t="508815" x="9463088" y="4252913"/>
          <p14:tracePt t="508842" x="9471025" y="4252913"/>
          <p14:tracePt t="508952" x="9483725" y="4252913"/>
          <p14:tracePt t="508980" x="9491663" y="4252913"/>
          <p14:tracePt t="508987" x="9504363" y="4259263"/>
          <p14:tracePt t="509027" x="9504363" y="4271963"/>
          <p14:tracePt t="509200" x="9518650" y="4271963"/>
          <p14:tracePt t="509232" x="9545638" y="4279900"/>
          <p14:tracePt t="509233" x="9626600" y="4292600"/>
          <p14:tracePt t="509268" x="9864725" y="4327525"/>
          <p14:tracePt t="509292" x="10069513" y="4348163"/>
          <p14:tracePt t="509306" x="10177463" y="4367213"/>
          <p14:tracePt t="509323" x="10388600" y="4375150"/>
          <p14:tracePt t="509340" x="10477500" y="4375150"/>
          <p14:tracePt t="509391" x="10545763" y="4375150"/>
          <p14:tracePt t="509392" x="10694988" y="4367213"/>
          <p14:tracePt t="509424" x="10709275" y="4354513"/>
          <p14:tracePt t="509457" x="10709275" y="4348163"/>
          <p14:tracePt t="509494" x="10709275" y="4333875"/>
          <p14:tracePt t="509494" x="10709275" y="4327525"/>
          <p14:tracePt t="509550" x="10709275" y="4319588"/>
          <p14:tracePt t="509551" x="10715625" y="4319588"/>
          <p14:tracePt t="509558" x="10721975" y="4319588"/>
          <p14:tracePt t="509577" x="10736263" y="4319588"/>
          <p14:tracePt t="509610" x="10763250" y="4306888"/>
          <p14:tracePt t="509627" x="10769600" y="4300538"/>
          <p14:tracePt t="509693" x="10763250" y="4292600"/>
          <p14:tracePt t="509706" x="10742613" y="4292600"/>
          <p14:tracePt t="509747" x="10715625" y="4279900"/>
          <p14:tracePt t="509748" x="10694988" y="4279900"/>
          <p14:tracePt t="509749" x="10688638" y="4279900"/>
          <p14:tracePt t="509808" x="10694988" y="4279900"/>
          <p14:tracePt t="509835" x="10709275" y="4279900"/>
          <p14:tracePt t="509876" x="10715625" y="4279900"/>
          <p14:tracePt t="510018" x="10721975" y="4279900"/>
          <p14:tracePt t="510042" x="10736263" y="4279900"/>
          <p14:tracePt t="510128" x="10721975" y="4279900"/>
          <p14:tracePt t="510180" x="10736263" y="4279900"/>
          <p14:tracePt t="510210" x="10742613" y="4279900"/>
          <p14:tracePt t="510212" x="10748963" y="4279900"/>
          <p14:tracePt t="510236" x="10763250" y="4279900"/>
          <p14:tracePt t="510306" x="10736263" y="4279900"/>
          <p14:tracePt t="510334" x="10498138" y="4327525"/>
          <p14:tracePt t="510360" x="10144125" y="4408488"/>
          <p14:tracePt t="510383" x="9605963" y="4491038"/>
          <p14:tracePt t="510397" x="9409113" y="4497388"/>
          <p14:tracePt t="510437" x="9001125" y="4497388"/>
          <p14:tracePt t="510438" x="8796338" y="4476750"/>
          <p14:tracePt t="510466" x="8709025" y="4456113"/>
          <p14:tracePt t="510474" x="8682038" y="4449763"/>
          <p14:tracePt t="510508" x="8674100" y="4449763"/>
          <p14:tracePt t="510509" x="8653463" y="4443413"/>
          <p14:tracePt t="510529" x="8634413" y="4429125"/>
          <p14:tracePt t="510530" x="8605838" y="4422775"/>
          <p14:tracePt t="510541" x="8578850" y="4408488"/>
          <p14:tracePt t="510567" x="8483600" y="4395788"/>
          <p14:tracePt t="510587" x="8375650" y="4375150"/>
          <p14:tracePt t="510601" x="8328025" y="4367213"/>
          <p14:tracePt t="510640" x="8232775" y="4348163"/>
          <p14:tracePt t="510641" x="8177213" y="4327525"/>
          <p14:tracePt t="510662" x="8143875" y="4319588"/>
          <p14:tracePt t="510687" x="8137525" y="4319588"/>
          <p14:tracePt t="510730" x="8110538" y="4300538"/>
          <p14:tracePt t="510750" x="8089900" y="4300538"/>
          <p14:tracePt t="510752" x="8054975" y="4292600"/>
          <p14:tracePt t="510774" x="7986713" y="4279900"/>
          <p14:tracePt t="510799" x="7920038" y="4259263"/>
          <p14:tracePt t="510808" x="7899400" y="4259263"/>
          <p14:tracePt t="510837" x="7891463" y="4259263"/>
          <p14:tracePt t="510862" x="7899400" y="4259263"/>
          <p14:tracePt t="510881" x="7912100" y="4259263"/>
          <p14:tracePt t="510890" x="7932738" y="4259263"/>
          <p14:tracePt t="510920" x="7959725" y="4271963"/>
          <p14:tracePt t="510921" x="8034338" y="4271963"/>
          <p14:tracePt t="510945" x="8110538" y="4279900"/>
          <p14:tracePt t="510954" x="8137525" y="4279900"/>
          <p14:tracePt t="510968" x="8143875" y="4279900"/>
          <p14:tracePt t="510986" x="8158163" y="4279900"/>
          <p14:tracePt t="511056" x="8143875" y="4279900"/>
          <p14:tracePt t="511081" x="8110538" y="4271963"/>
          <p14:tracePt t="511090" x="8062913" y="4271963"/>
          <p14:tracePt t="511104" x="8007350" y="4259263"/>
          <p14:tracePt t="511124" x="7891463" y="4244975"/>
          <p14:tracePt t="511156" x="7837488" y="4232275"/>
          <p14:tracePt t="511157" x="7748588" y="4224338"/>
          <p14:tracePt t="511175" x="7715250" y="4224338"/>
          <p14:tracePt t="511184" x="7673975" y="4224338"/>
          <p14:tracePt t="511202" x="7646988" y="4224338"/>
          <p14:tracePt t="511204" x="7613650" y="4224338"/>
          <p14:tracePt t="511213" x="7566025" y="4224338"/>
          <p14:tracePt t="511232" x="7524750" y="4211638"/>
          <p14:tracePt t="511251" x="7423150" y="4211638"/>
          <p14:tracePt t="511263" x="7375525" y="4211638"/>
          <p14:tracePt t="511273" x="7307263" y="4205288"/>
          <p14:tracePt t="511287" x="7253288" y="4197350"/>
          <p14:tracePt t="511307" x="7170738" y="4197350"/>
          <p14:tracePt t="511334" x="7137400" y="4197350"/>
          <p14:tracePt t="511339" x="7081838" y="4197350"/>
          <p14:tracePt t="511353" x="7062788" y="4197350"/>
          <p14:tracePt t="511360" x="7054850" y="4197350"/>
          <p14:tracePt t="511416" x="7062788" y="4205288"/>
          <p14:tracePt t="511439" x="7110413" y="4205288"/>
          <p14:tracePt t="511464" x="7272338" y="4211638"/>
          <p14:tracePt t="511473" x="7443788" y="4224338"/>
          <p14:tracePt t="511487" x="7620000" y="4244975"/>
          <p14:tracePt t="511507" x="7885113" y="4271963"/>
          <p14:tracePt t="511537" x="7986713" y="4279900"/>
          <p14:tracePt t="511538" x="8081963" y="4292600"/>
          <p14:tracePt t="511563" x="8110538" y="4292600"/>
          <p14:tracePt t="511637" x="8116888" y="4292600"/>
          <p14:tracePt t="511653" x="8116888" y="4279900"/>
          <p14:tracePt t="511707" x="8116888" y="4271963"/>
          <p14:tracePt t="511731" x="8116888" y="4259263"/>
          <p14:tracePt t="511750" x="8110538" y="4259263"/>
          <p14:tracePt t="511830" x="8116888" y="4259263"/>
          <p14:tracePt t="511849" x="8129588" y="4259263"/>
          <p14:tracePt t="511872" x="8137525" y="4259263"/>
          <p14:tracePt t="511876" x="8158163" y="4259263"/>
          <p14:tracePt t="512120" x="8164513" y="4259263"/>
          <p14:tracePt t="512151" x="8177213" y="4259263"/>
          <p14:tracePt t="512155" x="8205788" y="4259263"/>
          <p14:tracePt t="512164" x="8212138" y="4259263"/>
          <p14:tracePt t="512235" x="8205788" y="4259263"/>
          <p14:tracePt t="512235" x="8164513" y="4259263"/>
          <p14:tracePt t="512265" x="8158163" y="4259263"/>
          <p14:tracePt t="512273" x="8143875" y="4259263"/>
          <p14:tracePt t="512298" x="8158163" y="4259263"/>
          <p14:tracePt t="512336" x="8177213" y="4252913"/>
          <p14:tracePt t="512337" x="8191500" y="4252913"/>
          <p14:tracePt t="512369" x="8205788" y="4252913"/>
          <p14:tracePt t="512419" x="8191500" y="4252913"/>
          <p14:tracePt t="512449" x="8177213" y="4252913"/>
          <p14:tracePt t="512483" x="8185150" y="4252913"/>
          <p14:tracePt t="512517" x="8232775" y="4259263"/>
          <p14:tracePt t="512552" x="8301038" y="4271963"/>
          <p14:tracePt t="512586" x="8435975" y="4333875"/>
          <p14:tracePt t="512627" x="8701088" y="4422775"/>
          <p14:tracePt t="512634" x="8824913" y="4449763"/>
          <p14:tracePt t="512657" x="9048750" y="4476750"/>
          <p14:tracePt t="512687" x="9409113" y="4503738"/>
          <p14:tracePt t="512707" x="9504363" y="4503738"/>
          <p14:tracePt t="512708" x="9539288" y="4503738"/>
          <p14:tracePt t="512746" x="9593263" y="4491038"/>
          <p14:tracePt t="512747" x="9605963" y="4491038"/>
          <p14:tracePt t="512760" x="9613900" y="4470400"/>
          <p14:tracePt t="512783" x="9613900" y="4449763"/>
          <p14:tracePt t="512798" x="9613900" y="4443413"/>
          <p14:tracePt t="512799" x="9613900" y="4422775"/>
          <p14:tracePt t="512821" x="9613900" y="4402138"/>
          <p14:tracePt t="512838" x="9613900" y="4395788"/>
          <p14:tracePt t="512854" x="9613900" y="4381500"/>
          <p14:tracePt t="512888" x="9613900" y="4375150"/>
          <p14:tracePt t="512934" x="9613900" y="4367213"/>
          <p14:tracePt t="512935" x="9613900" y="4354513"/>
          <p14:tracePt t="512965" x="9605963" y="4348163"/>
          <p14:tracePt t="512967" x="9593263" y="4333875"/>
          <p14:tracePt t="512989" x="9578975" y="4327525"/>
          <p14:tracePt t="513009" x="9566275" y="4327525"/>
          <p14:tracePt t="513034" x="9545638" y="4319588"/>
          <p14:tracePt t="513035" x="9531350" y="4306888"/>
          <p14:tracePt t="513090" x="9531350" y="4300538"/>
          <p14:tracePt t="513109" x="9539288" y="4300538"/>
          <p14:tracePt t="513134" x="9545638" y="4292600"/>
          <p14:tracePt t="513160" x="9558338" y="4259263"/>
          <p14:tracePt t="513205" x="9545638" y="4259263"/>
          <p14:tracePt t="513251" x="9558338" y="4271963"/>
          <p14:tracePt t="513268" x="9566275" y="4271963"/>
          <p14:tracePt t="513287" x="9586913" y="4271963"/>
          <p14:tracePt t="513301" x="9593263" y="4271963"/>
          <p14:tracePt t="513318" x="9605963" y="4271963"/>
          <p14:tracePt t="513363" x="9593263" y="4271963"/>
          <p14:tracePt t="513364" x="9578975" y="4271963"/>
          <p14:tracePt t="513384" x="9539288" y="4271963"/>
          <p14:tracePt t="513404" x="9518650" y="4271963"/>
          <p14:tracePt t="513405" x="9510713" y="4271963"/>
          <p14:tracePt t="513441" x="9518650" y="4259263"/>
          <p14:tracePt t="513460" x="9539288" y="4259263"/>
          <p14:tracePt t="513461" x="9566275" y="4259263"/>
          <p14:tracePt t="513475" x="9593263" y="4259263"/>
          <p14:tracePt t="513494" x="9634538" y="4271963"/>
          <p14:tracePt t="513498" x="9661525" y="4271963"/>
          <p14:tracePt t="513542" x="9653588" y="4271963"/>
          <p14:tracePt t="513554" x="9626600" y="4259263"/>
          <p14:tracePt t="513567" x="9593263" y="4259263"/>
          <p14:tracePt t="513584" x="9578975" y="4259263"/>
          <p14:tracePt t="513585" x="9545638" y="4259263"/>
          <p14:tracePt t="513601" x="9539288" y="4259263"/>
          <p14:tracePt t="513635" x="9545638" y="4259263"/>
          <p14:tracePt t="513643" x="9566275" y="4259263"/>
          <p14:tracePt t="513677" x="9578975" y="4259263"/>
          <p14:tracePt t="513678" x="9613900" y="4259263"/>
          <p14:tracePt t="513698" x="9626600" y="4259263"/>
          <p14:tracePt t="513767" x="9626600" y="4271963"/>
          <p14:tracePt t="513793" x="9605963" y="4271963"/>
          <p14:tracePt t="514006" x="9605963" y="4259263"/>
          <p14:tracePt t="514028" x="9682163" y="4279900"/>
          <p14:tracePt t="514046" x="9736138" y="4300538"/>
          <p14:tracePt t="514047" x="9825038" y="4333875"/>
          <p14:tracePt t="514064" x="9879013" y="4354513"/>
          <p14:tracePt t="514100" x="10158413" y="4429125"/>
          <p14:tracePt t="514108" x="10253663" y="4443413"/>
          <p14:tracePt t="514130" x="10498138" y="4470400"/>
          <p14:tracePt t="514170" x="10742613" y="4491038"/>
          <p14:tracePt t="514172" x="10858500" y="4491038"/>
          <p14:tracePt t="514209" x="11042650" y="4470400"/>
          <p14:tracePt t="514217" x="11063288" y="4456113"/>
          <p14:tracePt t="514242" x="11069638" y="4443413"/>
          <p14:tracePt t="514263" x="11082338" y="4408488"/>
          <p14:tracePt t="514287" x="11082338" y="4381500"/>
          <p14:tracePt t="514301" x="11090275" y="4375150"/>
          <p14:tracePt t="514337" x="11090275" y="4354513"/>
          <p14:tracePt t="514338" x="11082338" y="4354513"/>
          <p14:tracePt t="514339" x="11082338" y="4348163"/>
          <p14:tracePt t="514368" x="11090275" y="4348163"/>
          <p14:tracePt t="514376" x="11090275" y="4333875"/>
          <p14:tracePt t="514391" x="11102975" y="4327525"/>
          <p14:tracePt t="514428" x="11102975" y="4306888"/>
          <p14:tracePt t="514429" x="11090275" y="4300538"/>
          <p14:tracePt t="514449" x="11082338" y="4300538"/>
          <p14:tracePt t="514458" x="11069638" y="4292600"/>
          <p14:tracePt t="514477" x="11028363" y="4279900"/>
          <p14:tracePt t="514494" x="10995025" y="4271963"/>
          <p14:tracePt t="514510" x="10968038" y="4252913"/>
          <p14:tracePt t="514527" x="10947400" y="4244975"/>
          <p14:tracePt t="514543" x="10947400" y="4211638"/>
          <p14:tracePt t="514560" x="10939463" y="4197350"/>
          <p14:tracePt t="514575" x="10939463" y="4170363"/>
          <p14:tracePt t="514576" x="10939463" y="4137025"/>
          <p14:tracePt t="514607" x="10939463" y="4102100"/>
          <p14:tracePt t="514608" x="10939463" y="4062413"/>
          <p14:tracePt t="514609" x="10939463" y="4048125"/>
          <p14:tracePt t="514639" x="10939463" y="4027488"/>
          <p14:tracePt t="514703" x="10933113" y="4033838"/>
          <p14:tracePt t="514730" x="10912475" y="4081463"/>
          <p14:tracePt t="514738" x="10906125" y="4110038"/>
          <p14:tracePt t="514751" x="10906125" y="4122738"/>
          <p14:tracePt t="514769" x="10906125" y="4137025"/>
          <p14:tracePt t="514790" x="10912475" y="4137025"/>
          <p14:tracePt t="514819" x="10933113" y="4137025"/>
          <p14:tracePt t="514820" x="10947400" y="4129088"/>
          <p14:tracePt t="514828" x="10968038" y="4122738"/>
          <p14:tracePt t="514842" x="10995025" y="4102100"/>
          <p14:tracePt t="514858" x="11015663" y="4062413"/>
          <p14:tracePt t="514875" x="11015663" y="4048125"/>
          <p14:tracePt t="514891" x="11007725" y="4014788"/>
          <p14:tracePt t="514907" x="10987088" y="4006850"/>
          <p14:tracePt t="514925" x="10947400" y="4006850"/>
          <p14:tracePt t="514941" x="10920413" y="4014788"/>
          <p14:tracePt t="514957" x="10891838" y="4033838"/>
          <p14:tracePt t="514958" x="10872788" y="4054475"/>
          <p14:tracePt t="514976" x="10858500" y="4089400"/>
          <p14:tracePt t="514992" x="10858500" y="4110038"/>
          <p14:tracePt t="514993" x="10858500" y="4129088"/>
          <p14:tracePt t="515008" x="10864850" y="4137025"/>
          <p14:tracePt t="515041" x="10885488" y="4149725"/>
          <p14:tracePt t="515042" x="10939463" y="4157663"/>
          <p14:tracePt t="515051" x="10980738" y="4149725"/>
          <p14:tracePt t="515069" x="11007725" y="4149725"/>
          <p14:tracePt t="515089" x="11034713" y="4129088"/>
          <p14:tracePt t="515105" x="11034713" y="4122738"/>
          <p14:tracePt t="515198" x="11028363" y="4122738"/>
          <p14:tracePt t="515250" x="11015663" y="4129088"/>
          <p14:tracePt t="515285" x="11015663" y="4137025"/>
          <p14:tracePt t="517033" x="11042650" y="4129088"/>
          <p14:tracePt t="517041" x="11055350" y="4129088"/>
          <p14:tracePt t="517059" x="11069638" y="4122738"/>
          <p14:tracePt t="517085" x="11117263" y="4089400"/>
          <p14:tracePt t="517086" x="11129963" y="4089400"/>
          <p14:tracePt t="517106" x="11150600" y="4081463"/>
          <p14:tracePt t="517147" x="11158538" y="4075113"/>
          <p14:tracePt t="517165" x="11158538" y="4062413"/>
          <p14:tracePt t="517197" x="11158538" y="4048125"/>
          <p14:tracePt t="517198" x="11158538" y="4033838"/>
          <p14:tracePt t="517228" x="11158538" y="4006850"/>
          <p14:tracePt t="517230" x="11150600" y="3973513"/>
          <p14:tracePt t="517230" x="11137900" y="3938588"/>
          <p14:tracePt t="517244" x="11110913" y="3890963"/>
          <p14:tracePt t="517265" x="11042650" y="3789363"/>
          <p14:tracePt t="517280" x="11015663" y="3762375"/>
          <p14:tracePt t="517299" x="10947400" y="3714750"/>
          <p14:tracePt t="517332" x="10933113" y="3714750"/>
          <p14:tracePt t="517332" x="10920413" y="3708400"/>
          <p14:tracePt t="517355" x="10864850" y="3741738"/>
          <p14:tracePt t="517375" x="10844213" y="3783013"/>
          <p14:tracePt t="517376" x="10837863" y="3810000"/>
          <p14:tracePt t="517404" x="10831513" y="3905250"/>
          <p14:tracePt t="517430" x="10837863" y="3952875"/>
          <p14:tracePt t="517438" x="10844213" y="3959225"/>
          <p14:tracePt t="517454" x="10858500" y="3973513"/>
          <p14:tracePt t="517471" x="10891838" y="3979863"/>
          <p14:tracePt t="517504" x="10968038" y="3959225"/>
          <p14:tracePt t="517535" x="10987088" y="3925888"/>
          <p14:tracePt t="517536" x="10987088" y="3905250"/>
          <p14:tracePt t="517562" x="10987088" y="3890963"/>
          <p14:tracePt t="517569" x="10980738" y="3890963"/>
          <p14:tracePt t="517584" x="10960100" y="3905250"/>
          <p14:tracePt t="517604" x="10864850" y="3959225"/>
          <p14:tracePt t="517636" x="10831513" y="4000500"/>
          <p14:tracePt t="517637" x="10796588" y="4054475"/>
          <p14:tracePt t="517663" x="10796588" y="4089400"/>
          <p14:tracePt t="517671" x="10817225" y="4102100"/>
          <p14:tracePt t="517684" x="10837863" y="4110038"/>
          <p14:tracePt t="517701" x="10864850" y="4122738"/>
          <p14:tracePt t="517736" x="10947400" y="4122738"/>
          <p14:tracePt t="517737" x="11028363" y="4089400"/>
          <p14:tracePt t="517768" x="11082338" y="4054475"/>
          <p14:tracePt t="517776" x="11090275" y="4014788"/>
          <p14:tracePt t="517797" x="11090275" y="3973513"/>
          <p14:tracePt t="517825" x="11090275" y="3938588"/>
          <p14:tracePt t="517826" x="11082338" y="3925888"/>
          <p14:tracePt t="517827" x="11063288" y="3905250"/>
          <p14:tracePt t="517853" x="11028363" y="3884613"/>
          <p14:tracePt t="517864" x="11015663" y="3878263"/>
          <p14:tracePt t="517881" x="10995025" y="3878263"/>
          <p14:tracePt t="517894" x="10987088" y="3878263"/>
          <p14:tracePt t="517897" x="10980738" y="3878263"/>
          <p14:tracePt t="517930" x="10980738" y="3884613"/>
          <p14:tracePt t="517953" x="10980738" y="3890963"/>
          <p14:tracePt t="517983" x="10987088" y="3905250"/>
          <p14:tracePt t="518186" x="10987088" y="3890963"/>
          <p14:tracePt t="518225" x="10987088" y="3878263"/>
          <p14:tracePt t="518226" x="10987088" y="3863975"/>
          <p14:tracePt t="518234" x="10980738" y="3857625"/>
          <p14:tracePt t="518261" x="10968038" y="3851275"/>
          <p14:tracePt t="518283" x="10960100" y="3836988"/>
          <p14:tracePt t="518312" x="10933113" y="3836988"/>
          <p14:tracePt t="518356" x="10891838" y="3836988"/>
          <p14:tracePt t="518381" x="10891838" y="3851275"/>
          <p14:tracePt t="518409" x="10872788" y="3857625"/>
          <p14:tracePt t="518417" x="10864850" y="3863975"/>
          <p14:tracePt t="518941" x="10872788" y="3863975"/>
          <p14:tracePt t="518974" x="10885488" y="3863975"/>
          <p14:tracePt t="519008" x="10906125" y="3863975"/>
          <p14:tracePt t="519037" x="10920413" y="3863975"/>
          <p14:tracePt t="519098" x="10920413" y="3851275"/>
          <p14:tracePt t="519099" x="10920413" y="3836988"/>
          <p14:tracePt t="519143" x="10912475" y="3830638"/>
          <p14:tracePt t="519144" x="10933113" y="3803650"/>
          <p14:tracePt t="519178" x="10987088" y="3789363"/>
          <p14:tracePt t="519211" x="10987088" y="3762375"/>
          <p14:tracePt t="519241" x="10995025" y="3741738"/>
          <p14:tracePt t="519269" x="10995025" y="3735388"/>
          <p14:tracePt t="519294" x="10995025" y="3729038"/>
          <p14:tracePt t="519335" x="10987088" y="3714750"/>
          <p14:tracePt t="519335" x="10987088" y="3694113"/>
          <p14:tracePt t="519362" x="10980738" y="3681413"/>
          <p14:tracePt t="519373" x="10968038" y="3667125"/>
          <p14:tracePt t="519398" x="10947400" y="3660775"/>
          <p14:tracePt t="519434" x="10947400" y="3646488"/>
          <p14:tracePt t="519435" x="10939463" y="3640138"/>
          <p14:tracePt t="519443" x="10939463" y="3633788"/>
          <p14:tracePt t="519483" x="10939463" y="3619500"/>
          <p14:tracePt t="519641" x="10933113" y="3619500"/>
          <p14:tracePt t="519719" x="10920413" y="3619500"/>
          <p14:tracePt t="519762" x="10912475" y="3619500"/>
          <p14:tracePt t="519763" x="10906125" y="3619500"/>
          <p14:tracePt t="519786" x="10891838" y="3619500"/>
          <p14:tracePt t="519828" x="10891838" y="3633788"/>
          <p14:tracePt t="519829" x="10885488" y="3633788"/>
          <p14:tracePt t="519868" x="10872788" y="3646488"/>
          <p14:tracePt t="519869" x="10858500" y="3681413"/>
          <p14:tracePt t="519877" x="10844213" y="3714750"/>
          <p14:tracePt t="519895" x="10844213" y="3741738"/>
          <p14:tracePt t="519897" x="10844213" y="3768725"/>
          <p14:tracePt t="519931" x="10885488" y="3857625"/>
          <p14:tracePt t="519979" x="10912475" y="3884613"/>
          <p14:tracePt t="519980" x="10995025" y="3911600"/>
          <p14:tracePt t="519988" x="11034713" y="3911600"/>
          <p14:tracePt t="520028" x="11102975" y="3878263"/>
          <p14:tracePt t="520041" x="11102975" y="3836988"/>
          <p14:tracePt t="520066" x="11069638" y="3714750"/>
          <p14:tracePt t="520086" x="11042650" y="3681413"/>
          <p14:tracePt t="520111" x="10947400" y="3613150"/>
          <p14:tracePt t="520112" x="10906125" y="3586163"/>
          <p14:tracePt t="520125" x="10844213" y="3565525"/>
          <p14:tracePt t="520146" x="10763250" y="3557588"/>
          <p14:tracePt t="520162" x="10736263" y="3557588"/>
          <p14:tracePt t="520193" x="10709275" y="3571875"/>
          <p14:tracePt t="520194" x="10694988" y="3571875"/>
          <p14:tracePt t="520207" x="10688638" y="3586163"/>
          <p14:tracePt t="520241" x="10688638" y="3592513"/>
          <p14:tracePt t="520663" x="10572750" y="3571875"/>
          <p14:tracePt t="520698" x="9879013" y="3375025"/>
          <p14:tracePt t="520738" x="8843963" y="3074988"/>
          <p14:tracePt t="520747" x="8429625" y="2946400"/>
          <p14:tracePt t="520774" x="7735888" y="2728913"/>
          <p14:tracePt t="520775" x="7539038" y="2660650"/>
          <p14:tracePt t="520799" x="7158038" y="2551113"/>
          <p14:tracePt t="520831" x="6905625" y="2482850"/>
          <p14:tracePt t="520863" x="6831013" y="2476500"/>
          <p14:tracePt t="520864" x="6804025" y="2476500"/>
          <p14:tracePt t="520895" x="6756400" y="2482850"/>
          <p14:tracePt t="520903" x="6729413" y="2490788"/>
          <p14:tracePt t="520923" x="6688138" y="2524125"/>
          <p14:tracePt t="520964" x="6688138" y="2565400"/>
          <p14:tracePt t="520965" x="6729413" y="2625725"/>
          <p14:tracePt t="520979" x="6756400" y="2646363"/>
          <p14:tracePt t="521005" x="6884988" y="2660650"/>
          <p14:tracePt t="521023" x="7062788" y="2660650"/>
          <p14:tracePt t="521050" x="7185025" y="2646363"/>
          <p14:tracePt t="521065" x="7218363" y="2625725"/>
          <p14:tracePt t="521089" x="7232650" y="2598738"/>
          <p14:tracePt t="521090" x="7224713" y="2586038"/>
          <p14:tracePt t="521112" x="7205663" y="2557463"/>
          <p14:tracePt t="521115" x="7177088" y="2551113"/>
          <p14:tracePt t="521147" x="7110413" y="2530475"/>
          <p14:tracePt t="521148" x="6959600" y="2509838"/>
          <p14:tracePt t="521179" x="6864350" y="2530475"/>
          <p14:tracePt t="521180" x="6715125" y="2578100"/>
          <p14:tracePt t="521198" x="6667500" y="2613025"/>
          <p14:tracePt t="521210" x="6640513" y="2652713"/>
          <p14:tracePt t="521230" x="6640513" y="2708275"/>
          <p14:tracePt t="521244" x="6661150" y="2728913"/>
          <p14:tracePt t="521264" x="6735763" y="2768600"/>
          <p14:tracePt t="521284" x="6911975" y="2782888"/>
          <p14:tracePt t="521298" x="6986588" y="2782888"/>
          <p14:tracePt t="521337" x="7150100" y="2755900"/>
          <p14:tracePt t="521338" x="7205663" y="2720975"/>
          <p14:tracePt t="521357" x="7218363" y="2700338"/>
          <p14:tracePt t="521366" x="7218363" y="2673350"/>
          <p14:tracePt t="521401" x="7197725" y="2613025"/>
          <p14:tracePt t="521402" x="7177088" y="2598738"/>
          <p14:tracePt t="521412" x="7123113" y="2565400"/>
          <p14:tracePt t="521431" x="6980238" y="2524125"/>
          <p14:tracePt t="521448" x="6864350" y="2509838"/>
          <p14:tracePt t="521450" x="6762750" y="2509838"/>
          <p14:tracePt t="521461" x="6688138" y="2530475"/>
          <p14:tracePt t="521482" x="6613525" y="2557463"/>
          <p14:tracePt t="521499" x="6530975" y="2625725"/>
          <p14:tracePt t="521527" x="6518275" y="2660650"/>
          <p14:tracePt t="521547" x="6538913" y="2735263"/>
          <p14:tracePt t="521559" x="6640513" y="2824163"/>
          <p14:tracePt t="521574" x="6708775" y="2851150"/>
          <p14:tracePt t="521575" x="6810375" y="2878138"/>
          <p14:tracePt t="521587" x="6938963" y="2898775"/>
          <p14:tracePt t="521618" x="7034213" y="2898775"/>
          <p14:tracePt t="521618" x="7197725" y="2857500"/>
          <p14:tracePt t="521643" x="7245350" y="2809875"/>
          <p14:tracePt t="521662" x="7245350" y="2782888"/>
          <p14:tracePt t="521664" x="7232650" y="2747963"/>
          <p14:tracePt t="521675" x="7218363" y="2708275"/>
          <p14:tracePt t="521690" x="7158038" y="2673350"/>
          <p14:tracePt t="521703" x="7081838" y="2625725"/>
          <p14:tracePt t="521734" x="7007225" y="2605088"/>
          <p14:tracePt t="521735" x="6777038" y="2578100"/>
          <p14:tracePt t="521744" x="6708775" y="2578100"/>
          <p14:tracePt t="521761" x="6619875" y="2605088"/>
          <p14:tracePt t="521781" x="6538913" y="2673350"/>
          <p14:tracePt t="521798" x="6518275" y="2700338"/>
          <p14:tracePt t="521800" x="6530975" y="2728913"/>
          <p14:tracePt t="521822" x="6545263" y="2747963"/>
          <p14:tracePt t="521823" x="6592888" y="2782888"/>
          <p14:tracePt t="521857" x="6783388" y="2830513"/>
          <p14:tracePt t="521858" x="6959600" y="2851150"/>
          <p14:tracePt t="521876" x="7158038" y="2851150"/>
          <p14:tracePt t="521876" x="7300913" y="2830513"/>
          <p14:tracePt t="521900" x="7524750" y="2776538"/>
          <p14:tracePt t="521926" x="7566025" y="2747963"/>
          <p14:tracePt t="521927" x="7578725" y="2720975"/>
          <p14:tracePt t="521936" x="7578725" y="2687638"/>
          <p14:tracePt t="521949" x="7572375" y="2660650"/>
          <p14:tracePt t="521965" x="7539038" y="2633663"/>
          <p14:tracePt t="521983" x="7396163" y="2565400"/>
          <p14:tracePt t="522002" x="7129463" y="2524125"/>
          <p14:tracePt t="522031" x="7027863" y="2509838"/>
          <p14:tracePt t="522032" x="6905625" y="2509838"/>
          <p14:tracePt t="522055" x="6783388" y="2530475"/>
          <p14:tracePt t="522056" x="6688138" y="2565400"/>
          <p14:tracePt t="522057" x="6640513" y="2598738"/>
          <p14:tracePt t="522074" x="6586538" y="2633663"/>
          <p14:tracePt t="522083" x="6557963" y="2673350"/>
          <p14:tracePt t="522101" x="6538913" y="2708275"/>
          <p14:tracePt t="522102" x="6518275" y="2755900"/>
          <p14:tracePt t="522131" x="6530975" y="2843213"/>
          <p14:tracePt t="522142" x="6557963" y="2884488"/>
          <p14:tracePt t="522156" x="6605588" y="2932113"/>
          <p14:tracePt t="522170" x="6715125" y="2994025"/>
          <p14:tracePt t="522185" x="6816725" y="3021013"/>
          <p14:tracePt t="522201" x="6911975" y="3021013"/>
          <p14:tracePt t="522231" x="7348538" y="2994025"/>
          <p14:tracePt t="522232" x="7545388" y="2946400"/>
          <p14:tracePt t="522243" x="7858125" y="2878138"/>
          <p14:tracePt t="522257" x="8143875" y="2803525"/>
          <p14:tracePt t="522271" x="8313738" y="2755900"/>
          <p14:tracePt t="522273" x="8483600" y="2687638"/>
          <p14:tracePt t="522301" x="8586788" y="2646363"/>
          <p14:tracePt t="522302" x="8620125" y="2613025"/>
          <p14:tracePt t="522311" x="8634413" y="2586038"/>
          <p14:tracePt t="522336" x="8626475" y="2557463"/>
          <p14:tracePt t="522337" x="8599488" y="2530475"/>
          <p14:tracePt t="522338" x="8531225" y="2482850"/>
          <p14:tracePt t="522355" x="8382000" y="2428875"/>
          <p14:tracePt t="522378" x="8205788" y="2381250"/>
          <p14:tracePt t="522387" x="7613650" y="2259013"/>
          <p14:tracePt t="522399" x="7327900" y="2211388"/>
          <p14:tracePt t="522431" x="6905625" y="2157413"/>
          <p14:tracePt t="522433" x="6021388" y="2081213"/>
          <p14:tracePt t="522442" x="5721350" y="2068513"/>
          <p14:tracePt t="522454" x="5334000" y="2062163"/>
          <p14:tracePt t="522466" x="4994275" y="2068513"/>
          <p14:tracePt t="522481" x="4776788" y="2081213"/>
          <p14:tracePt t="522511" x="4503738" y="2109788"/>
          <p14:tracePt t="522512" x="4122738" y="2157413"/>
          <p14:tracePt t="522521" x="3925888" y="2170113"/>
          <p14:tracePt t="522533" x="3735388" y="2184400"/>
          <p14:tracePt t="522551" x="3605213" y="2190750"/>
          <p14:tracePt t="522552" x="3449638" y="2205038"/>
          <p14:tracePt t="522590" x="3265488" y="2232025"/>
          <p14:tracePt t="522608" x="3170238" y="2279650"/>
          <p14:tracePt t="522609" x="3149600" y="2286000"/>
          <p14:tracePt t="522639" x="3143250" y="2306638"/>
          <p14:tracePt t="522640" x="3128963" y="2312988"/>
          <p14:tracePt t="522641" x="3128963" y="2327275"/>
          <p14:tracePt t="522658" x="3122613" y="2333625"/>
          <p14:tracePt t="522666" x="3116263" y="2354263"/>
          <p14:tracePt t="522683" x="3101975" y="2366963"/>
          <p14:tracePt t="522700" x="3027363" y="2435225"/>
          <p14:tracePt t="522734" x="3006725" y="2462213"/>
          <p14:tracePt t="522735" x="2973388" y="2503488"/>
          <p14:tracePt t="522759" x="2973388" y="2524125"/>
          <p14:tracePt t="522783" x="2973388" y="2530475"/>
          <p14:tracePt t="522798" x="2979738" y="2530475"/>
          <p14:tracePt t="522800" x="3021013" y="2530475"/>
          <p14:tracePt t="522815" x="3048000" y="2530475"/>
          <p14:tracePt t="522833" x="3122613" y="2530475"/>
          <p14:tracePt t="522834" x="3197225" y="2509838"/>
          <p14:tracePt t="522849" x="3252788" y="2490788"/>
          <p14:tracePt t="522865" x="3300413" y="2462213"/>
          <p14:tracePt t="522877" x="3319463" y="2414588"/>
          <p14:tracePt t="522883" x="3340100" y="2360613"/>
          <p14:tracePt t="522898" x="3340100" y="2312988"/>
          <p14:tracePt t="522917" x="3252788" y="2143125"/>
          <p14:tracePt t="522930" x="3197225" y="2095500"/>
          <p14:tracePt t="522942" x="3116263" y="2047875"/>
          <p14:tracePt t="522970" x="3027363" y="2020888"/>
          <p14:tracePt t="522970" x="2871788" y="2014538"/>
          <p14:tracePt t="522988" x="2776538" y="2033588"/>
          <p14:tracePt t="522998" x="2700338" y="2047875"/>
          <p14:tracePt t="523024" x="2605088" y="2109788"/>
          <p14:tracePt t="523025" x="2509838" y="2190750"/>
          <p14:tracePt t="523026" x="2449513" y="2265363"/>
          <p14:tracePt t="523037" x="2401888" y="2366963"/>
          <p14:tracePt t="523051" x="2366963" y="2482850"/>
          <p14:tracePt t="523068" x="2366963" y="2557463"/>
          <p14:tracePt t="523084" x="2462213" y="2776538"/>
          <p14:tracePt t="523099" x="2524125" y="2857500"/>
          <p14:tracePt t="523117" x="2708275" y="3000375"/>
          <p14:tracePt t="523148" x="2782888" y="3027363"/>
          <p14:tracePt t="523150" x="2994025" y="3041650"/>
          <p14:tracePt t="523172" x="3252788" y="2952750"/>
          <p14:tracePt t="523196" x="3490913" y="2809875"/>
          <p14:tracePt t="523218" x="3640138" y="2633663"/>
          <p14:tracePt t="523242" x="3660775" y="2476500"/>
          <p14:tracePt t="523251" x="3633788" y="2387600"/>
          <p14:tracePt t="523265" x="3571875" y="2306638"/>
          <p14:tracePt t="523282" x="3517900" y="2259013"/>
          <p14:tracePt t="523284" x="3414713" y="2190750"/>
          <p14:tracePt t="523299" x="3265488" y="2157413"/>
          <p14:tracePt t="523312" x="3128963" y="2136775"/>
          <p14:tracePt t="523332" x="2747963" y="2170113"/>
          <p14:tracePt t="523362" x="2633663" y="2232025"/>
          <p14:tracePt t="523363" x="2387600" y="2401888"/>
          <p14:tracePt t="523384" x="2306638" y="2538413"/>
          <p14:tracePt t="523410" x="2306638" y="2605088"/>
          <p14:tracePt t="523411" x="2327275" y="2660650"/>
          <p14:tracePt t="523420" x="2381250" y="2728913"/>
          <p14:tracePt t="523432" x="2482850" y="2782888"/>
          <p14:tracePt t="523450" x="2605088" y="2824163"/>
          <p14:tracePt t="523468" x="3163888" y="2878138"/>
          <p14:tracePt t="523484" x="3408363" y="2884488"/>
          <p14:tracePt t="523485" x="3687763" y="2871788"/>
          <p14:tracePt t="523500" x="3863975" y="2843213"/>
          <p14:tracePt t="523532" x="4054475" y="2776538"/>
          <p14:tracePt t="523533" x="4211638" y="2646363"/>
          <p14:tracePt t="523543" x="4232275" y="2598738"/>
          <p14:tracePt t="523561" x="4244975" y="2524125"/>
          <p14:tracePt t="523581" x="4176713" y="2414588"/>
          <p14:tracePt t="523599" x="4122738" y="2366963"/>
          <p14:tracePt t="523601" x="3979863" y="2312988"/>
          <p14:tracePt t="523623" x="3857625" y="2279650"/>
          <p14:tracePt t="523648" x="3271838" y="2259013"/>
          <p14:tracePt t="523658" x="3101975" y="2312988"/>
          <p14:tracePt t="523672" x="3000375" y="2366963"/>
          <p14:tracePt t="523686" x="2857500" y="2462213"/>
          <p14:tracePt t="523689" x="2795588" y="2530475"/>
          <p14:tracePt t="523703" x="2735263" y="2633663"/>
          <p14:tracePt t="523731" x="2720975" y="2687638"/>
          <p14:tracePt t="523733" x="2728913" y="2768600"/>
          <p14:tracePt t="523734" x="2755900" y="2809875"/>
          <p14:tracePt t="523756" x="2898775" y="2884488"/>
          <p14:tracePt t="523776" x="2967038" y="2905125"/>
          <p14:tracePt t="523785" x="3054350" y="2925763"/>
          <p14:tracePt t="523800" x="3122613" y="2925763"/>
          <p14:tracePt t="523801" x="3197225" y="2925763"/>
          <p14:tracePt t="523831" x="3217863" y="2919413"/>
          <p14:tracePt t="524152" x="3252788" y="2925763"/>
          <p14:tracePt t="524180" x="3387725" y="2905125"/>
          <p14:tracePt t="524187" x="3443288" y="2871788"/>
          <p14:tracePt t="524205" x="3544888" y="2795588"/>
          <p14:tracePt t="524243" x="3605213" y="2735263"/>
          <p14:tracePt t="524244" x="3633788" y="2633663"/>
          <p14:tracePt t="524252" x="3633788" y="2586038"/>
          <p14:tracePt t="524269" x="3613150" y="2538413"/>
          <p14:tracePt t="524288" x="3544888" y="2476500"/>
          <p14:tracePt t="524302" x="3497263" y="2455863"/>
          <p14:tracePt t="524342" x="3360738" y="2449513"/>
          <p14:tracePt t="524342" x="3068638" y="2482850"/>
          <p14:tracePt t="524375" x="2830513" y="2586038"/>
          <p14:tracePt t="524375" x="2768600" y="2633663"/>
          <p14:tracePt t="524405" x="2681288" y="2735263"/>
          <p14:tracePt t="524432" x="2673350" y="2782888"/>
          <p14:tracePt t="524434" x="2708275" y="2857500"/>
          <p14:tracePt t="524455" x="2843213" y="2919413"/>
          <p14:tracePt t="524482" x="3122613" y="2932113"/>
          <p14:tracePt t="524490" x="3340100" y="2925763"/>
          <p14:tracePt t="524503" x="3509963" y="2905125"/>
          <p14:tracePt t="524523" x="3857625" y="2803525"/>
          <p14:tracePt t="524542" x="3979863" y="2728913"/>
          <p14:tracePt t="524543" x="4027488" y="2681288"/>
          <p14:tracePt t="524558" x="4048125" y="2605088"/>
          <p14:tracePt t="524575" x="4048125" y="2565400"/>
          <p14:tracePt t="524592" x="3979863" y="2462213"/>
          <p14:tracePt t="524606" x="3905250" y="2408238"/>
          <p14:tracePt t="524623" x="3694113" y="2339975"/>
          <p14:tracePt t="524639" x="3544888" y="2327275"/>
          <p14:tracePt t="524655" x="3443288" y="2333625"/>
          <p14:tracePt t="524656" x="3313113" y="2360613"/>
          <p14:tracePt t="524695" x="3122613" y="2462213"/>
          <p14:tracePt t="524695" x="3068638" y="2530475"/>
          <p14:tracePt t="524704" x="3006725" y="2613025"/>
          <p14:tracePt t="524733" x="2994025" y="2681288"/>
          <p14:tracePt t="524734" x="2994025" y="2735263"/>
          <p14:tracePt t="524735" x="2994025" y="2776538"/>
          <p14:tracePt t="524757" x="3048000" y="2830513"/>
          <p14:tracePt t="524781" x="3170238" y="2857500"/>
          <p14:tracePt t="524801" x="3244850" y="2871788"/>
          <p14:tracePt t="524802" x="3375025" y="2857500"/>
          <p14:tracePt t="524826" x="3605213" y="2824163"/>
          <p14:tracePt t="524850" x="3735388" y="2776538"/>
          <p14:tracePt t="524872" x="3762375" y="2735263"/>
          <p14:tracePt t="524903" x="3762375" y="2687638"/>
          <p14:tracePt t="524903" x="3756025" y="2660650"/>
          <p14:tracePt t="524925" x="3735388" y="2646363"/>
          <p14:tracePt t="524926" x="3714750" y="2613025"/>
          <p14:tracePt t="524944" x="3694113" y="2598738"/>
          <p14:tracePt t="524952" x="3667125" y="2565400"/>
          <p14:tracePt t="524970" x="3640138" y="2551113"/>
          <p14:tracePt t="524971" x="3605213" y="2524125"/>
          <p14:tracePt t="524989" x="3571875" y="2503488"/>
          <p14:tracePt t="525007" x="3497263" y="2455863"/>
          <p14:tracePt t="525038" x="3449638" y="2449513"/>
          <p14:tracePt t="525039" x="3340100" y="2435225"/>
          <p14:tracePt t="525064" x="3190875" y="2462213"/>
          <p14:tracePt t="525073" x="3048000" y="2509838"/>
          <p14:tracePt t="525085" x="2946400" y="2557463"/>
          <p14:tracePt t="525102" x="2782888" y="2652713"/>
          <p14:tracePt t="525118" x="2700338" y="2768600"/>
          <p14:tracePt t="525130" x="2700338" y="2803525"/>
          <p14:tracePt t="525157" x="2720975" y="2851150"/>
          <p14:tracePt t="525158" x="2755900" y="2878138"/>
          <p14:tracePt t="525169" x="2824163" y="2919413"/>
          <p14:tracePt t="525187" x="2905125" y="2946400"/>
          <p14:tracePt t="525189" x="2973388" y="2973388"/>
          <p14:tracePt t="525202" x="3054350" y="2994025"/>
          <p14:tracePt t="525231" x="3116263" y="2994025"/>
          <p14:tracePt t="525232" x="3211513" y="2994025"/>
          <p14:tracePt t="525252" x="3238500" y="2994025"/>
          <p14:tracePt t="525253" x="3244850" y="2994025"/>
          <p14:tracePt t="525298" x="3244850" y="2979738"/>
          <p14:tracePt t="528290" x="3360738" y="2967038"/>
          <p14:tracePt t="528331" x="3735388" y="2768600"/>
          <p14:tracePt t="528339" x="3830638" y="2681288"/>
          <p14:tracePt t="528366" x="4006850" y="2462213"/>
          <p14:tracePt t="528393" x="4062413" y="2366963"/>
          <p14:tracePt t="528435" x="4000500" y="2333625"/>
          <p14:tracePt t="528435" x="3932238" y="2327275"/>
          <p14:tracePt t="528458" x="3851275" y="2327275"/>
          <p14:tracePt t="528459" x="3694113" y="2327275"/>
          <p14:tracePt t="528475" x="3530600" y="2333625"/>
          <p14:tracePt t="528492" x="3408363" y="2354263"/>
          <p14:tracePt t="528493" x="3265488" y="2401888"/>
          <p14:tracePt t="528537" x="3068638" y="2503488"/>
          <p14:tracePt t="528538" x="2973388" y="2625725"/>
          <p14:tracePt t="528551" x="2973388" y="2673350"/>
          <p14:tracePt t="528578" x="3006725" y="2728913"/>
          <p14:tracePt t="528594" x="3054350" y="2755900"/>
          <p14:tracePt t="528595" x="3101975" y="2776538"/>
          <p14:tracePt t="528635" x="3286125" y="2776538"/>
          <p14:tracePt t="528635" x="3367088" y="2755900"/>
          <p14:tracePt t="528645" x="3482975" y="2708275"/>
          <p14:tracePt t="528676" x="3667125" y="2565400"/>
          <p14:tracePt t="528692" x="3681413" y="2524125"/>
          <p14:tracePt t="528725" x="3667125" y="2476500"/>
          <p14:tracePt t="528726" x="3640138" y="2449513"/>
          <p14:tracePt t="528738" x="3605213" y="2428875"/>
          <p14:tracePt t="528739" x="3544888" y="2408238"/>
          <p14:tracePt t="528773" x="3470275" y="2401888"/>
          <p14:tracePt t="528774" x="3292475" y="2387600"/>
          <p14:tracePt t="528795" x="3190875" y="2408238"/>
          <p14:tracePt t="528796" x="3116263" y="2435225"/>
          <p14:tracePt t="528827" x="2979738" y="2524125"/>
          <p14:tracePt t="528836" x="2967038" y="2557463"/>
          <p14:tracePt t="528850" x="2967038" y="2613025"/>
          <p14:tracePt t="528882" x="3006725" y="2708275"/>
          <p14:tracePt t="528892" x="3149600" y="2782888"/>
          <p14:tracePt t="528910" x="3387725" y="2830513"/>
          <p14:tracePt t="528923" x="3544888" y="2830513"/>
          <p14:tracePt t="528943" x="3708400" y="2809875"/>
          <p14:tracePt t="528944" x="3816350" y="2782888"/>
          <p14:tracePt t="528960" x="3938588" y="2747963"/>
          <p14:tracePt t="528975" x="4014788" y="2700338"/>
          <p14:tracePt t="528977" x="4033838" y="2681288"/>
          <p14:tracePt t="529004" x="4048125" y="2652713"/>
          <p14:tracePt t="529005" x="4033838" y="2613025"/>
          <p14:tracePt t="529031" x="4014788" y="2598738"/>
          <p14:tracePt t="529032" x="3890963" y="2524125"/>
          <p14:tracePt t="529049" x="3830638" y="2503488"/>
          <p14:tracePt t="529059" x="3687763" y="2482850"/>
          <p14:tracePt t="529076" x="3557588" y="2482850"/>
          <p14:tracePt t="529078" x="3462338" y="2482850"/>
          <p14:tracePt t="529090" x="3340100" y="2509838"/>
          <p14:tracePt t="529108" x="3252788" y="2557463"/>
          <p14:tracePt t="529139" x="3217863" y="2586038"/>
          <p14:tracePt t="529141" x="3197225" y="2687638"/>
          <p14:tracePt t="529149" x="3224213" y="2735263"/>
          <p14:tracePt t="529181" x="3286125" y="2795588"/>
          <p14:tracePt t="529182" x="3443288" y="2884488"/>
          <p14:tracePt t="529191" x="3544888" y="2919413"/>
          <p14:tracePt t="529222" x="3660775" y="2925763"/>
          <p14:tracePt t="529222" x="3768725" y="2919413"/>
          <p14:tracePt t="529223" x="3836988" y="2898775"/>
          <p14:tracePt t="529242" x="3911600" y="2871788"/>
          <p14:tracePt t="529253" x="3952875" y="2824163"/>
          <p14:tracePt t="529275" x="3952875" y="2720975"/>
          <p14:tracePt t="529292" x="3890963" y="2613025"/>
          <p14:tracePt t="529305" x="3816350" y="2551113"/>
          <p14:tracePt t="529342" x="3708400" y="2482850"/>
          <p14:tracePt t="529342" x="3462338" y="2387600"/>
          <p14:tracePt t="529352" x="3292475" y="2360613"/>
          <p14:tracePt t="529367" x="3190875" y="2360613"/>
          <p14:tracePt t="529382" x="2967038" y="2408238"/>
          <p14:tracePt t="529398" x="2905125" y="2435225"/>
          <p14:tracePt t="529414" x="2878138" y="2524125"/>
          <p14:tracePt t="529445" x="2884488" y="2551113"/>
          <p14:tracePt t="529453" x="2932113" y="2613025"/>
          <p14:tracePt t="529472" x="2979738" y="2646363"/>
          <p14:tracePt t="529489" x="3021013" y="2652713"/>
          <p14:tracePt t="529494" x="3041650" y="2652713"/>
          <p14:tracePt t="529510" x="3054350" y="2652713"/>
          <p14:tracePt t="529526" x="3068638" y="2646363"/>
          <p14:tracePt t="529545" x="3068638" y="2633663"/>
          <p14:tracePt t="529556" x="3068638" y="2625725"/>
          <p14:tracePt t="529577" x="3054350" y="2613025"/>
          <p14:tracePt t="529594" x="3048000" y="2605088"/>
          <p14:tracePt t="529624" x="3041650" y="2605088"/>
          <p14:tracePt t="529638" x="3027363" y="2605088"/>
          <p14:tracePt t="529660" x="3021013" y="2613025"/>
          <p14:tracePt t="529685" x="3021013" y="2625725"/>
          <p14:tracePt t="529688" x="3006725" y="2625725"/>
          <p14:tracePt t="529698" x="3006725" y="2633663"/>
          <p14:tracePt t="529725" x="3006725" y="2646363"/>
          <p14:tracePt t="529727" x="3006725" y="2652713"/>
          <p14:tracePt t="529737" x="3021013" y="2660650"/>
          <p14:tracePt t="529765" x="3027363" y="2681288"/>
          <p14:tracePt t="529778" x="3041650" y="2681288"/>
          <p14:tracePt t="529843" x="3041650" y="2673350"/>
          <p14:tracePt t="529869" x="3041650" y="2660650"/>
          <p14:tracePt t="529870" x="3041650" y="2652713"/>
          <p14:tracePt t="529893" x="3041650" y="2646363"/>
          <p14:tracePt t="529944" x="3048000" y="2646363"/>
          <p14:tracePt t="529970" x="3054350" y="2646363"/>
          <p14:tracePt t="529978" x="3068638" y="2652713"/>
          <p14:tracePt t="529992" x="3074988" y="2660650"/>
          <p14:tracePt t="530010" x="3095625" y="2687638"/>
          <p14:tracePt t="530011" x="3122613" y="2720975"/>
          <p14:tracePt t="530026" x="3143250" y="2735263"/>
          <p14:tracePt t="530039" x="3163888" y="2755900"/>
          <p14:tracePt t="530059" x="3176588" y="2782888"/>
          <p14:tracePt t="530075" x="3190875" y="2782888"/>
          <p14:tracePt t="530127" x="3197225" y="2782888"/>
          <p14:tracePt t="530136" x="3211513" y="2782888"/>
          <p14:tracePt t="530148" x="3217863" y="2768600"/>
          <p14:tracePt t="530162" x="3217863" y="2755900"/>
          <p14:tracePt t="530179" x="3224213" y="2747963"/>
          <p14:tracePt t="530180" x="3238500" y="2735263"/>
          <p14:tracePt t="530195" x="3244850" y="2728913"/>
          <p14:tracePt t="530214" x="3252788" y="2708275"/>
          <p14:tracePt t="530245" x="3252788" y="2700338"/>
          <p14:tracePt t="530308" x="3252788" y="2708275"/>
          <p14:tracePt t="530341" x="3265488" y="2728913"/>
          <p14:tracePt t="530343" x="3271838" y="2735263"/>
          <p14:tracePt t="530353" x="3292475" y="2755900"/>
          <p14:tracePt t="530368" x="3313113" y="2768600"/>
          <p14:tracePt t="530395" x="3327400" y="2776538"/>
          <p14:tracePt t="530396" x="3395663" y="2795588"/>
          <p14:tracePt t="530417" x="3443288" y="2795588"/>
          <p14:tracePt t="530436" x="3462338" y="2782888"/>
          <p14:tracePt t="530445" x="3470275" y="2782888"/>
          <p14:tracePt t="530460" x="3482975" y="2776538"/>
          <p14:tracePt t="530461" x="3490913" y="2776538"/>
          <p14:tracePt t="530476" x="3490913" y="2768600"/>
          <p14:tracePt t="530524" x="3490913" y="2755900"/>
          <p14:tracePt t="530554" x="3490913" y="2776538"/>
          <p14:tracePt t="530567" x="3482975" y="2795588"/>
          <p14:tracePt t="530593" x="3470275" y="2824163"/>
          <p14:tracePt t="530594" x="3470275" y="2857500"/>
          <p14:tracePt t="530595" x="3470275" y="2884488"/>
          <p14:tracePt t="530627" x="3470275" y="2932113"/>
          <p14:tracePt t="530635" x="3482975" y="2952750"/>
          <p14:tracePt t="530650" x="3490913" y="2973388"/>
          <p14:tracePt t="530663" x="3497263" y="2973388"/>
          <p14:tracePt t="530701" x="3497263" y="2967038"/>
          <p14:tracePt t="530719" x="3509963" y="2946400"/>
          <p14:tracePt t="530743" x="3509963" y="2925763"/>
          <p14:tracePt t="530764" x="3509963" y="2898775"/>
          <p14:tracePt t="530787" x="3517900" y="2878138"/>
          <p14:tracePt t="530808" x="3530600" y="2857500"/>
          <p14:tracePt t="530832" x="3530600" y="2851150"/>
          <p14:tracePt t="530833" x="3538538" y="2843213"/>
          <p14:tracePt t="530862" x="3538538" y="2830513"/>
          <p14:tracePt t="531387" x="3544888" y="2830513"/>
          <p14:tracePt t="548046" x="3360738" y="3095625"/>
          <p14:tracePt t="548078" x="3163888" y="3395663"/>
          <p14:tracePt t="548079" x="3095625" y="3509963"/>
          <p14:tracePt t="548110" x="2919413" y="3756025"/>
          <p14:tracePt t="548118" x="2809875" y="3890963"/>
          <p14:tracePt t="548140" x="2652713" y="4075113"/>
          <p14:tracePt t="548166" x="2557463" y="4211638"/>
          <p14:tracePt t="548175" x="2524125" y="4279900"/>
          <p14:tracePt t="548198" x="2482850" y="4354513"/>
          <p14:tracePt t="548238" x="2476500" y="4381500"/>
          <p14:tracePt t="548239" x="2449513" y="4443413"/>
          <p14:tracePt t="548259" x="2449513" y="4456113"/>
          <p14:tracePt t="548348" x="2414588" y="4470400"/>
          <p14:tracePt t="548376" x="2292350" y="4530725"/>
          <p14:tracePt t="548384" x="2205038" y="4619625"/>
          <p14:tracePt t="548400" x="2122488" y="4721225"/>
          <p14:tracePt t="548447" x="2062163" y="5041900"/>
          <p14:tracePt t="548448" x="2062163" y="5116513"/>
          <p14:tracePt t="548462" x="2062163" y="5280025"/>
          <p14:tracePt t="548486" x="2068513" y="5334000"/>
          <p14:tracePt t="548502" x="2068513" y="5340350"/>
          <p14:tracePt t="548547" x="2081213" y="5340350"/>
          <p14:tracePt t="548564" x="2109788" y="5334000"/>
          <p14:tracePt t="548580" x="2116138" y="5327650"/>
          <p14:tracePt t="548594" x="2122488" y="5313363"/>
          <p14:tracePt t="548626" x="2136775" y="5292725"/>
          <p14:tracePt t="548627" x="2136775" y="5286375"/>
          <p14:tracePt t="548637" x="2136775" y="5280025"/>
          <p14:tracePt t="548654" x="2136775" y="5265738"/>
          <p14:tracePt t="548811" x="2116138" y="5265738"/>
          <p14:tracePt t="548833" x="2089150" y="5265738"/>
          <p14:tracePt t="548844" x="2068513" y="5265738"/>
          <p14:tracePt t="548865" x="2041525" y="5259388"/>
          <p14:tracePt t="548866" x="2020888" y="5259388"/>
          <p14:tracePt t="548879" x="1993900" y="5259388"/>
          <p14:tracePt t="548903" x="1966913" y="5253038"/>
          <p14:tracePt t="548937" x="1958975" y="5253038"/>
          <p14:tracePt t="548957" x="1966913" y="5253038"/>
          <p14:tracePt t="548985" x="1985963" y="5253038"/>
          <p14:tracePt t="548995" x="2014538" y="5253038"/>
          <p14:tracePt t="549030" x="2047875" y="5253038"/>
          <p14:tracePt t="549031" x="2244725" y="5259388"/>
          <p14:tracePt t="549039" x="2428875" y="5265738"/>
          <p14:tracePt t="549059" x="2824163" y="5292725"/>
          <p14:tracePt t="549079" x="3068638" y="5313363"/>
          <p14:tracePt t="549081" x="3217863" y="5313363"/>
          <p14:tracePt t="549092" x="3395663" y="5334000"/>
          <p14:tracePt t="549113" x="3509963" y="5340350"/>
          <p14:tracePt t="549114" x="3557588" y="5354638"/>
          <p14:tracePt t="549132" x="3586163" y="5360988"/>
          <p14:tracePt t="549166" x="3565525" y="5360988"/>
          <p14:tracePt t="549183" x="3449638" y="5354638"/>
          <p14:tracePt t="549199" x="3319463" y="5340350"/>
          <p14:tracePt t="549216" x="3006725" y="5292725"/>
          <p14:tracePt t="549232" x="2871788" y="5265738"/>
          <p14:tracePt t="549248" x="2782888" y="5253038"/>
          <p14:tracePt t="549249" x="2747963" y="5238750"/>
          <p14:tracePt t="549283" x="2803525" y="5232400"/>
          <p14:tracePt t="549297" x="2871788" y="5218113"/>
          <p14:tracePt t="549332" x="3143250" y="5184775"/>
          <p14:tracePt t="549333" x="3292475" y="5164138"/>
          <p14:tracePt t="549353" x="3517900" y="5137150"/>
          <p14:tracePt t="549354" x="3735388" y="5110163"/>
          <p14:tracePt t="549364" x="3851275" y="5095875"/>
          <p14:tracePt t="549378" x="3952875" y="5089525"/>
          <p14:tracePt t="549386" x="3979863" y="5089525"/>
          <p14:tracePt t="549431" x="3816350" y="5095875"/>
          <p14:tracePt t="549452" x="3265488" y="5081588"/>
          <p14:tracePt t="549476" x="2646363" y="5062538"/>
          <p14:tracePt t="549496" x="2327275" y="5054600"/>
          <p14:tracePt t="549497" x="2143125" y="5041900"/>
          <p14:tracePt t="549519" x="1946275" y="5041900"/>
          <p14:tracePt t="549548" x="1938338" y="5041900"/>
          <p14:tracePt t="549557" x="1958975" y="5041900"/>
          <p14:tracePt t="549570" x="1993900" y="5041900"/>
          <p14:tracePt t="549583" x="2062163" y="5054600"/>
          <p14:tracePt t="549598" x="2184400" y="5062538"/>
          <p14:tracePt t="549600" x="2366963" y="5068888"/>
          <p14:tracePt t="549632" x="2524125" y="5089525"/>
          <p14:tracePt t="549633" x="2994025" y="5157788"/>
          <p14:tracePt t="549658" x="3122613" y="5170488"/>
          <p14:tracePt t="549666" x="3217863" y="5191125"/>
          <p14:tracePt t="549668" x="3244850" y="5205413"/>
          <p14:tracePt t="549699" x="3238500" y="5205413"/>
          <p14:tracePt t="549701" x="3190875" y="5211763"/>
          <p14:tracePt t="549724" x="3128963" y="5218113"/>
          <p14:tracePt t="549725" x="2994025" y="5218113"/>
          <p14:tracePt t="549734" x="2824163" y="5232400"/>
          <p14:tracePt t="549749" x="2681288" y="5232400"/>
          <p14:tracePt t="549764" x="2538413" y="5218113"/>
          <p14:tracePt t="549780" x="2408238" y="5211763"/>
          <p14:tracePt t="549798" x="2387600" y="5211763"/>
          <p14:tracePt t="549830" x="2408238" y="5211763"/>
          <p14:tracePt t="549831" x="2449513" y="5205413"/>
          <p14:tracePt t="549859" x="2625725" y="5191125"/>
          <p14:tracePt t="549879" x="2967038" y="5205413"/>
          <p14:tracePt t="549881" x="3217863" y="5211763"/>
          <p14:tracePt t="549902" x="3517900" y="5218113"/>
          <p14:tracePt t="549931" x="3613150" y="5211763"/>
          <p14:tracePt t="549940" x="3619500" y="5191125"/>
          <p14:tracePt t="549953" x="3613150" y="5157788"/>
          <p14:tracePt t="549968" x="3592513" y="5089525"/>
          <p14:tracePt t="549970" x="3517900" y="4946650"/>
          <p14:tracePt t="549999" x="3387725" y="4741863"/>
          <p14:tracePt t="549999" x="3244850" y="4545013"/>
          <p14:tracePt t="550008" x="3027363" y="4252913"/>
          <p14:tracePt t="550026" x="2633663" y="3783013"/>
          <p14:tracePt t="550042" x="2455863" y="3565525"/>
          <p14:tracePt t="550051" x="2327275" y="3395663"/>
          <p14:tracePt t="550063" x="2244725" y="3300413"/>
          <p14:tracePt t="550081" x="2163763" y="3217863"/>
          <p14:tracePt t="550082" x="2095500" y="3163888"/>
          <p14:tracePt t="550098" x="2062163" y="3128963"/>
          <p14:tracePt t="550117" x="1966913" y="3089275"/>
          <p14:tracePt t="550145" x="1919288" y="3074988"/>
          <p14:tracePt t="550147" x="1884363" y="3074988"/>
          <p14:tracePt t="550148" x="1843088" y="3074988"/>
          <p14:tracePt t="550169" x="1803400" y="3089275"/>
          <p14:tracePt t="550181" x="1776413" y="3089275"/>
          <p14:tracePt t="550183" x="1768475" y="3101975"/>
          <p14:tracePt t="550196" x="1768475" y="3116263"/>
          <p14:tracePt t="550228" x="1789113" y="3128963"/>
          <p14:tracePt t="550228" x="1884363" y="3190875"/>
          <p14:tracePt t="550249" x="1946275" y="3211513"/>
          <p14:tracePt t="550250" x="2068513" y="3238500"/>
          <p14:tracePt t="550271" x="2211388" y="3252788"/>
          <p14:tracePt t="550272" x="2327275" y="3265488"/>
          <p14:tracePt t="550290" x="2455863" y="3265488"/>
          <p14:tracePt t="550299" x="2551113" y="3244850"/>
          <p14:tracePt t="550332" x="2598738" y="3238500"/>
          <p14:tracePt t="550333" x="2625725" y="3211513"/>
          <p14:tracePt t="550343" x="2625725" y="3197225"/>
          <p14:tracePt t="550368" x="2613025" y="3190875"/>
          <p14:tracePt t="550369" x="2586038" y="3176588"/>
          <p14:tracePt t="550380" x="2557463" y="3170238"/>
          <p14:tracePt t="550397" x="2509838" y="3176588"/>
          <p14:tracePt t="550399" x="2462213" y="3190875"/>
          <p14:tracePt t="550423" x="2435225" y="3190875"/>
          <p14:tracePt t="550423" x="2408238" y="3211513"/>
          <p14:tracePt t="550446" x="2401888" y="3224213"/>
          <p14:tracePt t="550448" x="2401888" y="3244850"/>
          <p14:tracePt t="550457" x="2414588" y="3265488"/>
          <p14:tracePt t="550471" x="2455863" y="3286125"/>
          <p14:tracePt t="550486" x="2509838" y="3300413"/>
          <p14:tracePt t="550488" x="2565400" y="3313113"/>
          <p14:tracePt t="550501" x="2660650" y="3327400"/>
          <p14:tracePt t="550530" x="2776538" y="3340100"/>
          <p14:tracePt t="550531" x="2843213" y="3340100"/>
          <p14:tracePt t="550532" x="2925763" y="3327400"/>
          <p14:tracePt t="550554" x="3000375" y="3300413"/>
          <p14:tracePt t="550573" x="3006725" y="3292475"/>
          <p14:tracePt t="550599" x="3000375" y="3286125"/>
          <p14:tracePt t="550600" x="2994025" y="3286125"/>
          <p14:tracePt t="550624" x="2946400" y="3286125"/>
          <p14:tracePt t="550633" x="2919413" y="3292475"/>
          <p14:tracePt t="550648" x="2905125" y="3292475"/>
          <p14:tracePt t="550679" x="2898775" y="3300413"/>
          <p14:tracePt t="550680" x="2925763" y="3313113"/>
          <p14:tracePt t="550703" x="3000375" y="3340100"/>
          <p14:tracePt t="550726" x="3149600" y="3348038"/>
          <p14:tracePt t="550736" x="3211513" y="3348038"/>
          <p14:tracePt t="550749" x="3271838" y="3340100"/>
          <p14:tracePt t="550764" x="3313113" y="3327400"/>
          <p14:tracePt t="550781" x="3327400" y="3319463"/>
          <p14:tracePt t="550783" x="3340100" y="3319463"/>
          <p14:tracePt t="550822" x="3327400" y="3319463"/>
          <p14:tracePt t="550823" x="3327400" y="3327400"/>
          <p14:tracePt t="550861" x="3340100" y="3360738"/>
          <p14:tracePt t="550888" x="3375025" y="3375025"/>
          <p14:tracePt t="550907" x="3422650" y="3387725"/>
          <p14:tracePt t="550931" x="3422650" y="3395663"/>
          <p14:tracePt t="551525" x="3435350" y="3395663"/>
          <p14:tracePt t="551549" x="3443288" y="3395663"/>
          <p14:tracePt t="551566" x="3449638" y="3387725"/>
          <p14:tracePt t="551629" x="3482975" y="3395663"/>
          <p14:tracePt t="551629" x="3490913" y="3408363"/>
          <p14:tracePt t="551645" x="3509963" y="3422650"/>
          <p14:tracePt t="551646" x="3544888" y="3449638"/>
          <p14:tracePt t="551669" x="3714750" y="3619500"/>
          <p14:tracePt t="551694" x="4244975" y="4006850"/>
          <p14:tracePt t="551702" x="4776788" y="4319588"/>
          <p14:tracePt t="551743" x="5280025" y="4551363"/>
          <p14:tracePt t="551744" x="6831013" y="5129213"/>
          <p14:tracePt t="551752" x="7789863" y="5381625"/>
          <p14:tracePt t="551769" x="9144000" y="5626100"/>
          <p14:tracePt t="551804" x="9906000" y="5708650"/>
          <p14:tracePt t="551805" x="10096500" y="5729288"/>
          <p14:tracePt t="551829" x="10320338" y="5748338"/>
          <p14:tracePt t="551843" x="10340975" y="5748338"/>
          <p14:tracePt t="551867" x="10293350" y="5748338"/>
          <p14:tracePt t="552140" x="10293350" y="5735638"/>
          <p14:tracePt t="552163" x="10280650" y="5729288"/>
          <p14:tracePt t="552181" x="10266363" y="5721350"/>
          <p14:tracePt t="552204" x="10218738" y="5681663"/>
          <p14:tracePt t="552248" x="10185400" y="5634038"/>
          <p14:tracePt t="552249" x="10150475" y="5578475"/>
          <p14:tracePt t="552257" x="10129838" y="5551488"/>
          <p14:tracePt t="552281" x="10082213" y="5456238"/>
          <p14:tracePt t="552302" x="10048875" y="5375275"/>
          <p14:tracePt t="552322" x="10028238" y="5327650"/>
          <p14:tracePt t="552361" x="10028238" y="5307013"/>
          <p14:tracePt t="552362" x="10001250" y="5292725"/>
          <p14:tracePt t="552371" x="9986963" y="5292725"/>
          <p14:tracePt t="552568" x="9980613" y="5292725"/>
          <p14:tracePt t="552597" x="9959975" y="5286375"/>
          <p14:tracePt t="552605" x="9953625" y="5286375"/>
          <p14:tracePt t="552652" x="9912350" y="5280025"/>
          <p14:tracePt t="552653" x="9852025" y="5265738"/>
          <p14:tracePt t="552661" x="9810750" y="5265738"/>
          <p14:tracePt t="552685" x="9715500" y="5265738"/>
          <p14:tracePt t="552698" x="9667875" y="5280025"/>
          <p14:tracePt t="552743" x="9578975" y="5280025"/>
          <p14:tracePt t="552744" x="9463088" y="5286375"/>
          <p14:tracePt t="552752" x="9423400" y="5286375"/>
          <p14:tracePt t="552768" x="9382125" y="5286375"/>
          <p14:tracePt t="552788" x="9313863" y="5280025"/>
          <p14:tracePt t="552804" x="9286875" y="5280025"/>
          <p14:tracePt t="552875" x="9307513" y="5280025"/>
          <p14:tracePt t="552893" x="9340850" y="5286375"/>
          <p14:tracePt t="552926" x="9423400" y="5292725"/>
          <p14:tracePt t="552927" x="9463088" y="5307013"/>
          <p14:tracePt t="552950" x="9545638" y="5327650"/>
          <p14:tracePt t="552978" x="9566275" y="5327650"/>
          <p14:tracePt t="553008" x="9539288" y="5327650"/>
          <p14:tracePt t="553028" x="9456738" y="5313363"/>
          <p14:tracePt t="553043" x="9382125" y="5307013"/>
          <p14:tracePt t="553078" x="9272588" y="5286375"/>
          <p14:tracePt t="553079" x="9224963" y="5286375"/>
          <p14:tracePt t="553097" x="9212263" y="5286375"/>
          <p14:tracePt t="553131" x="9224963" y="5286375"/>
          <p14:tracePt t="553155" x="9307513" y="5292725"/>
          <p14:tracePt t="553176" x="9409113" y="5307013"/>
          <p14:tracePt t="553189" x="9491663" y="5307013"/>
          <p14:tracePt t="553207" x="9558338" y="5307013"/>
          <p14:tracePt t="553248" x="9736138" y="5307013"/>
          <p14:tracePt t="553249" x="9906000" y="5307013"/>
          <p14:tracePt t="553256" x="10001250" y="5313363"/>
          <p14:tracePt t="553277" x="10158413" y="5327650"/>
          <p14:tracePt t="553300" x="10293350" y="5334000"/>
          <p14:tracePt t="553338" x="10328275" y="5334000"/>
          <p14:tracePt t="553339" x="10388600" y="5334000"/>
          <p14:tracePt t="553380" x="10396538" y="5340350"/>
          <p14:tracePt t="553404" x="10375900" y="5340350"/>
          <p14:tracePt t="553413" x="10367963" y="5340350"/>
          <p14:tracePt t="553431" x="10328275" y="5340350"/>
          <p14:tracePt t="553444" x="10266363" y="5340350"/>
          <p14:tracePt t="553449" x="10198100" y="5334000"/>
          <p14:tracePt t="553464" x="10096500" y="5327650"/>
          <p14:tracePt t="553483" x="9864725" y="5313363"/>
          <p14:tracePt t="553507" x="9729788" y="5307013"/>
          <p14:tracePt t="553513" x="9593263" y="5292725"/>
          <p14:tracePt t="553513" x="9531350" y="5292725"/>
          <p14:tracePt t="553525" x="9463088" y="5292725"/>
          <p14:tracePt t="553548" x="9415463" y="5292725"/>
          <p14:tracePt t="553550" x="9409113" y="5292725"/>
          <p14:tracePt t="553565" x="9396413" y="5292725"/>
          <p14:tracePt t="553619" x="9409113" y="5286375"/>
          <p14:tracePt t="553646" x="9415463" y="5286375"/>
          <p14:tracePt t="553647" x="9504363" y="5286375"/>
          <p14:tracePt t="553670" x="9682163" y="5286375"/>
          <p14:tracePt t="553695" x="9932988" y="5307013"/>
          <p14:tracePt t="553725" x="10272713" y="5340350"/>
          <p14:tracePt t="553726" x="10388600" y="5360988"/>
          <p14:tracePt t="553746" x="10525125" y="5381625"/>
          <p14:tracePt t="553759" x="10620375" y="5387975"/>
          <p14:tracePt t="553761" x="10668000" y="5387975"/>
          <p14:tracePt t="553781" x="10694988" y="5387975"/>
          <p14:tracePt t="553828" x="10587038" y="5381625"/>
          <p14:tracePt t="553850" x="10340975" y="5360988"/>
          <p14:tracePt t="553878" x="10075863" y="5340350"/>
          <p14:tracePt t="553886" x="9932988" y="5327650"/>
          <p14:tracePt t="553901" x="9831388" y="5313363"/>
          <p14:tracePt t="553937" x="9640888" y="5286375"/>
          <p14:tracePt t="553938" x="9605963" y="5286375"/>
          <p14:tracePt t="553947" x="9578975" y="5286375"/>
          <p14:tracePt t="553996" x="9586913" y="5286375"/>
          <p14:tracePt t="554023" x="9593263" y="5286375"/>
          <p14:tracePt t="554024" x="9626600" y="5286375"/>
          <p14:tracePt t="554053" x="9736138" y="5286375"/>
          <p14:tracePt t="554079" x="10034588" y="5307013"/>
          <p14:tracePt t="554087" x="10171113" y="5313363"/>
          <p14:tracePt t="554101" x="10280650" y="5334000"/>
          <p14:tracePt t="554120" x="10471150" y="5340350"/>
          <p14:tracePt t="554153" x="10552113" y="5354638"/>
          <p14:tracePt t="554154" x="10620375" y="5360988"/>
          <p14:tracePt t="554172" x="10626725" y="5360988"/>
          <p14:tracePt t="554196" x="10620375" y="5360988"/>
          <p14:tracePt t="554204" x="10614025" y="5360988"/>
          <p14:tracePt t="554234" x="10572750" y="5360988"/>
          <p14:tracePt t="554235" x="10375900" y="5340350"/>
          <p14:tracePt t="554261" x="10129838" y="5327650"/>
          <p14:tracePt t="554269" x="9974263" y="5313363"/>
          <p14:tracePt t="554281" x="9810750" y="5307013"/>
          <p14:tracePt t="554301" x="9593263" y="5286375"/>
          <p14:tracePt t="554333" x="9518650" y="5280025"/>
          <p14:tracePt t="554334" x="9471025" y="5280025"/>
          <p14:tracePt t="554367" x="9463088" y="5280025"/>
          <p14:tracePt t="554415" x="9471025" y="5280025"/>
          <p14:tracePt t="554910" x="9463088" y="5280025"/>
          <p14:tracePt t="554946" x="9456738" y="5280025"/>
          <p14:tracePt t="554953" x="9444038" y="5280025"/>
          <p14:tracePt t="555004" x="9436100" y="5280025"/>
          <p14:tracePt t="555037" x="9436100" y="5286375"/>
          <p14:tracePt t="555037" x="9444038" y="5307013"/>
          <p14:tracePt t="555045" x="9444038" y="5313363"/>
          <p14:tracePt t="555069" x="9471025" y="5334000"/>
          <p14:tracePt t="555120" x="9545638" y="5340350"/>
          <p14:tracePt t="555121" x="9566275" y="5340350"/>
          <p14:tracePt t="555153" x="9593263" y="5334000"/>
          <p14:tracePt t="555154" x="9605963" y="5334000"/>
          <p14:tracePt t="555184" x="9613900" y="5327650"/>
          <p14:tracePt t="555192" x="9626600" y="5313363"/>
          <p14:tracePt t="555292" x="9634538" y="5313363"/>
          <p14:tracePt t="555330" x="9640888" y="5307013"/>
          <p14:tracePt t="555331" x="9653588" y="5307013"/>
          <p14:tracePt t="555340" x="9661525" y="5307013"/>
          <p14:tracePt t="555385" x="9682163" y="5292725"/>
          <p14:tracePt t="555386" x="9701213" y="5292725"/>
          <p14:tracePt t="555397" x="9709150" y="5292725"/>
          <p14:tracePt t="555415" x="9729788" y="5292725"/>
          <p14:tracePt t="555431" x="9736138" y="5292725"/>
          <p14:tracePt t="555582" x="9742488" y="5292725"/>
          <p14:tracePt t="555620" x="9756775" y="5292725"/>
          <p14:tracePt t="555621" x="9763125" y="5292725"/>
          <p14:tracePt t="555628" x="9777413" y="5292725"/>
          <p14:tracePt t="555657" x="9783763" y="5292725"/>
          <p14:tracePt t="555682" x="9804400" y="5292725"/>
          <p14:tracePt t="555726" x="9810750" y="5292725"/>
          <p14:tracePt t="555809" x="9825038" y="5286375"/>
          <p14:tracePt t="555843" x="9852025" y="5286375"/>
          <p14:tracePt t="555877" x="9906000" y="5286375"/>
          <p14:tracePt t="555910" x="9953625" y="5280025"/>
          <p14:tracePt t="555945" x="9980613" y="5280025"/>
          <p14:tracePt t="555976" x="10001250" y="5280025"/>
          <p14:tracePt t="556157" x="10007600" y="5280025"/>
          <p14:tracePt t="556189" x="10028238" y="5280025"/>
          <p14:tracePt t="556190" x="10034588" y="5280025"/>
          <p14:tracePt t="556281" x="10034588" y="5286375"/>
          <p14:tracePt t="556313" x="10034588" y="5307013"/>
          <p14:tracePt t="556347" x="10048875" y="5313363"/>
          <p14:tracePt t="556381" x="10069513" y="5313363"/>
          <p14:tracePt t="556420" x="10082213" y="5313363"/>
          <p14:tracePt t="556427" x="10096500" y="5307013"/>
          <p14:tracePt t="556445" x="10110788" y="5292725"/>
          <p14:tracePt t="556480" x="10144125" y="5280025"/>
          <p14:tracePt t="556501" x="10150475" y="5280025"/>
          <p14:tracePt t="556574" x="10150475" y="5286375"/>
          <p14:tracePt t="556595" x="10158413" y="5292725"/>
          <p14:tracePt t="556608" x="10158413" y="5307013"/>
          <p14:tracePt t="556642" x="10171113" y="5313363"/>
          <p14:tracePt t="556716" x="10171113" y="5307013"/>
          <p14:tracePt t="556746" x="10185400" y="5292725"/>
          <p14:tracePt t="556761" x="10198100" y="5286375"/>
          <p14:tracePt t="556792" x="10218738" y="5280025"/>
          <p14:tracePt t="556808" x="10225088" y="5265738"/>
          <p14:tracePt t="556831" x="10233025" y="5265738"/>
          <p14:tracePt t="556991" x="10233025" y="5280025"/>
          <p14:tracePt t="557030" x="10225088" y="5307013"/>
          <p14:tracePt t="557065" x="10225088" y="5313363"/>
          <p14:tracePt t="557116" x="10233025" y="5307013"/>
          <p14:tracePt t="557124" x="10245725" y="5307013"/>
          <p14:tracePt t="557141" x="10266363" y="5292725"/>
          <p14:tracePt t="557164" x="10301288" y="5286375"/>
          <p14:tracePt t="557183" x="10328275" y="5280025"/>
          <p14:tracePt t="557210" x="10396538" y="5280025"/>
          <p14:tracePt t="557226" x="10415588" y="5280025"/>
          <p14:tracePt t="557227" x="10423525" y="5286375"/>
          <p14:tracePt t="557246" x="10429875" y="5286375"/>
          <p14:tracePt t="557265" x="10444163" y="5286375"/>
          <p14:tracePt t="557282" x="10444163" y="5292725"/>
          <p14:tracePt t="557364" x="10444163" y="5307013"/>
          <p14:tracePt t="557948" x="10429875" y="5307013"/>
          <p14:tracePt t="557980" x="10388600" y="5307013"/>
          <p14:tracePt t="558020" x="10198100" y="5327650"/>
          <p14:tracePt t="558027" x="10034588" y="5334000"/>
          <p14:tracePt t="558054" x="9605963" y="5381625"/>
          <p14:tracePt t="558082" x="8605838" y="5414963"/>
          <p14:tracePt t="558122" x="7450138" y="5381625"/>
          <p14:tracePt t="558130" x="7150100" y="5381625"/>
          <p14:tracePt t="558157" x="6986588" y="5387975"/>
          <p14:tracePt t="558489" x="6980238" y="5387975"/>
          <p14:tracePt t="558526" x="6986588" y="5381625"/>
          <p14:tracePt t="558533" x="7000875" y="5381625"/>
          <p14:tracePt t="558560" x="6986588" y="5360988"/>
          <p14:tracePt t="558581" x="6980238" y="5360988"/>
          <p14:tracePt t="558610" x="6938963" y="5340350"/>
          <p14:tracePt t="558630" x="6926263" y="5334000"/>
          <p14:tracePt t="558631" x="6905625" y="5334000"/>
          <p14:tracePt t="558655" x="6858000" y="5327650"/>
          <p14:tracePt t="558672" x="6789738" y="5307013"/>
          <p14:tracePt t="558695" x="6538913" y="5280025"/>
          <p14:tracePt t="558724" x="6021388" y="5232400"/>
          <p14:tracePt t="558725" x="5768975" y="5218113"/>
          <p14:tracePt t="558740" x="5354638" y="5205413"/>
          <p14:tracePt t="558756" x="4938713" y="5184775"/>
          <p14:tracePt t="558757" x="4640263" y="5164138"/>
          <p14:tracePt t="558786" x="4456113" y="5157788"/>
          <p14:tracePt t="558787" x="4306888" y="5157788"/>
          <p14:tracePt t="558788" x="4244975" y="5157788"/>
          <p14:tracePt t="558823" x="4205288" y="5164138"/>
          <p14:tracePt t="558969" x="4197350" y="5164138"/>
          <p14:tracePt t="558970" x="4176713" y="5164138"/>
          <p14:tracePt t="558996" x="4054475" y="5170488"/>
          <p14:tracePt t="559004" x="3986213" y="5170488"/>
          <p14:tracePt t="559042" x="3878263" y="5170488"/>
          <p14:tracePt t="559043" x="3633788" y="5157788"/>
          <p14:tracePt t="559050" x="3497263" y="5143500"/>
          <p14:tracePt t="559073" x="3319463" y="5116513"/>
          <p14:tracePt t="559100" x="3190875" y="5095875"/>
          <p14:tracePt t="559108" x="3163888" y="5095875"/>
          <p14:tracePt t="559153" x="3143250" y="5095875"/>
          <p14:tracePt t="559154" x="3122613" y="5095875"/>
          <p14:tracePt t="559162" x="3101975" y="5095875"/>
          <p14:tracePt t="559210" x="3095625" y="5095875"/>
          <p14:tracePt t="559210" x="3089275" y="5095875"/>
          <p14:tracePt t="559256" x="3074988" y="5095875"/>
          <p14:tracePt t="565059" x="3095625" y="5110163"/>
          <p14:tracePt t="565067" x="3095625" y="5129213"/>
          <p14:tracePt t="565084" x="3074988" y="5164138"/>
          <p14:tracePt t="565144" x="3006725" y="5313363"/>
          <p14:tracePt t="565145" x="2952750" y="5429250"/>
          <p14:tracePt t="565482" x="2967038" y="5429250"/>
          <p14:tracePt t="565607" x="2952750" y="5429250"/>
          <p14:tracePt t="565644" x="2932113" y="5435600"/>
          <p14:tracePt t="565645" x="2919413" y="5435600"/>
          <p14:tracePt t="565653" x="2884488" y="5449888"/>
          <p14:tracePt t="565682" x="2782888" y="5462588"/>
          <p14:tracePt t="565707" x="2652713" y="5497513"/>
          <p14:tracePt t="565708" x="2557463" y="5510213"/>
          <p14:tracePt t="565754" x="2414588" y="5538788"/>
          <p14:tracePt t="565755" x="2292350" y="5551488"/>
          <p14:tracePt t="565774" x="2259013" y="5551488"/>
          <p14:tracePt t="565775" x="2232025" y="5551488"/>
          <p14:tracePt t="565787" x="2205038" y="5551488"/>
          <p14:tracePt t="565804" x="2184400" y="5538788"/>
          <p14:tracePt t="565848" x="2122488" y="5530850"/>
          <p14:tracePt t="565856" x="2116138" y="5524500"/>
          <p14:tracePt t="565878" x="2089150" y="5524500"/>
          <p14:tracePt t="565898" x="2068513" y="5524500"/>
          <p14:tracePt t="565900" x="2047875" y="5510213"/>
          <p14:tracePt t="565936" x="2033588" y="5510213"/>
          <p14:tracePt t="565937" x="1973263" y="5497513"/>
          <p14:tracePt t="565945" x="1925638" y="5483225"/>
          <p14:tracePt t="565958" x="1884363" y="5462588"/>
          <p14:tracePt t="565980" x="1803400" y="5449888"/>
          <p14:tracePt t="565996" x="1789113" y="5435600"/>
          <p14:tracePt t="566062" x="1789113" y="5429250"/>
          <p14:tracePt t="566080" x="1795463" y="5429250"/>
          <p14:tracePt t="566081" x="1803400" y="5429250"/>
          <p14:tracePt t="566110" x="1816100" y="5429250"/>
          <p14:tracePt t="566145" x="1836738" y="5414963"/>
          <p14:tracePt t="566146" x="1843088" y="5414963"/>
          <p14:tracePt t="566194" x="1851025" y="5435600"/>
          <p14:tracePt t="566215" x="1863725" y="5462588"/>
          <p14:tracePt t="566241" x="1890713" y="5510213"/>
          <p14:tracePt t="566249" x="1890713" y="5524500"/>
          <p14:tracePt t="566264" x="1898650" y="5530850"/>
          <p14:tracePt t="566280" x="1911350" y="5530850"/>
          <p14:tracePt t="566282" x="1911350" y="5538788"/>
          <p14:tracePt t="566340" x="1919288" y="5538788"/>
          <p14:tracePt t="566369" x="1919288" y="5530850"/>
          <p14:tracePt t="566370" x="1925638" y="5530850"/>
          <p14:tracePt t="566371" x="1925638" y="5524500"/>
          <p14:tracePt t="566389" x="1938338" y="5510213"/>
          <p14:tracePt t="566399" x="1938338" y="5503863"/>
          <p14:tracePt t="566436" x="1938338" y="5462588"/>
          <p14:tracePt t="566437" x="1938338" y="5456238"/>
          <p14:tracePt t="566438" x="1938338" y="5449888"/>
          <p14:tracePt t="566458" x="1938338" y="5435600"/>
          <p14:tracePt t="566668" x="1938338" y="5429250"/>
          <p14:tracePt t="566699" x="1938338" y="5414963"/>
          <p14:tracePt t="566745" x="1938338" y="5408613"/>
          <p14:tracePt t="566745" x="1946275" y="5381625"/>
          <p14:tracePt t="566776" x="1946275" y="5375275"/>
          <p14:tracePt t="566777" x="1958975" y="5360988"/>
          <p14:tracePt t="566802" x="1966913" y="5340350"/>
          <p14:tracePt t="566838" x="1973263" y="5340350"/>
          <p14:tracePt t="566838" x="2006600" y="5334000"/>
          <p14:tracePt t="566846" x="2014538" y="5327650"/>
          <p14:tracePt t="566870" x="2041525" y="5313363"/>
          <p14:tracePt t="566887" x="2047875" y="5313363"/>
          <p14:tracePt t="566888" x="2062163" y="5313363"/>
          <p14:tracePt t="566933" x="2068513" y="5313363"/>
          <p14:tracePt t="566934" x="2081213" y="5313363"/>
          <p14:tracePt t="566969" x="2068513" y="5313363"/>
          <p14:tracePt t="566995" x="2047875" y="5327650"/>
          <p14:tracePt t="567003" x="2041525" y="5334000"/>
          <p14:tracePt t="567041" x="2041525" y="5340350"/>
          <p14:tracePt t="567041" x="2041525" y="5360988"/>
          <p14:tracePt t="567049" x="2041525" y="5375275"/>
          <p14:tracePt t="567063" x="2047875" y="5381625"/>
          <p14:tracePt t="567084" x="2062163" y="5381625"/>
          <p14:tracePt t="567100" x="2068513" y="5387975"/>
          <p14:tracePt t="567132" x="2089150" y="5387975"/>
          <p14:tracePt t="567133" x="2095500" y="5387975"/>
          <p14:tracePt t="567145" x="2109788" y="5387975"/>
          <p14:tracePt t="567178" x="2136775" y="5387975"/>
          <p14:tracePt t="567179" x="2143125" y="5387975"/>
          <p14:tracePt t="567190" x="2163763" y="5402263"/>
          <p14:tracePt t="567206" x="2184400" y="5402263"/>
          <p14:tracePt t="567240" x="2190750" y="5402263"/>
          <p14:tracePt t="567241" x="2205038" y="5408613"/>
          <p14:tracePt t="567440" x="2211388" y="5402263"/>
          <p14:tracePt t="567474" x="2217738" y="5402263"/>
          <p14:tracePt t="567507" x="2244725" y="5402263"/>
          <p14:tracePt t="567541" x="2265363" y="5408613"/>
          <p14:tracePt t="567575" x="2286000" y="5408613"/>
          <p14:tracePt t="567609" x="2292350" y="5408613"/>
          <p14:tracePt t="567780" x="2292350" y="5402263"/>
          <p14:tracePt t="567824" x="2306638" y="5402263"/>
          <p14:tracePt t="567858" x="2312988" y="5402263"/>
          <p14:tracePt t="567884" x="2339975" y="5402263"/>
          <p14:tracePt t="567907" x="2381250" y="5408613"/>
          <p14:tracePt t="567950" x="2428875" y="5414963"/>
          <p14:tracePt t="567951" x="2462213" y="5429250"/>
          <p14:tracePt t="567962" x="2490788" y="5435600"/>
          <p14:tracePt t="567979" x="2509838" y="5449888"/>
          <p14:tracePt t="567996" x="2551113" y="5456238"/>
          <p14:tracePt t="567997" x="2578100" y="5476875"/>
          <p14:tracePt t="568024" x="2598738" y="5483225"/>
          <p14:tracePt t="568026" x="2633663" y="5497513"/>
          <p14:tracePt t="568137" x="2646363" y="5497513"/>
          <p14:tracePt t="568409" x="2652713" y="5497513"/>
          <p14:tracePt t="568442" x="2681288" y="5497513"/>
          <p14:tracePt t="568475" x="2708275" y="5497513"/>
          <p14:tracePt t="568476" x="2728913" y="5497513"/>
          <p14:tracePt t="568504" x="2747963" y="5497513"/>
          <p14:tracePt t="568529" x="2755900" y="5497513"/>
          <p14:tracePt t="568692" x="2768600" y="5483225"/>
          <p14:tracePt t="568700" x="2776538" y="5483225"/>
          <p14:tracePt t="568770" x="2803525" y="5476875"/>
          <p14:tracePt t="568847" x="2803525" y="5483225"/>
          <p14:tracePt t="568880" x="2803525" y="5503863"/>
          <p14:tracePt t="568918" x="2803525" y="5510213"/>
          <p14:tracePt t="569060" x="2809875" y="5510213"/>
          <p14:tracePt t="569067" x="2824163" y="5510213"/>
          <p14:tracePt t="569092" x="2843213" y="5524500"/>
          <p14:tracePt t="569108" x="2857500" y="5530850"/>
          <p14:tracePt t="569162" x="2851150" y="5538788"/>
          <p14:tracePt t="569365" x="2857500" y="5530850"/>
          <p14:tracePt t="569399" x="2919413" y="5530850"/>
          <p14:tracePt t="569439" x="3000375" y="5530850"/>
          <p14:tracePt t="569446" x="3027363" y="5524500"/>
          <p14:tracePt t="569472" x="3149600" y="5510213"/>
          <p14:tracePt t="569500" x="3497263" y="5524500"/>
          <p14:tracePt t="569551" x="3938588" y="5578475"/>
          <p14:tracePt t="569552" x="4470400" y="5646738"/>
          <p14:tracePt t="569560" x="4776788" y="5673725"/>
          <p14:tracePt t="569585" x="5191125" y="5700713"/>
          <p14:tracePt t="569600" x="5340350" y="5721350"/>
          <p14:tracePt t="569601" x="5387975" y="5721350"/>
          <p14:tracePt t="569646" x="5402263" y="5721350"/>
          <p14:tracePt t="569952" x="5402263" y="5729288"/>
          <p14:tracePt t="569985" x="5402263" y="5721350"/>
          <p14:tracePt t="570016" x="5435600" y="5708650"/>
          <p14:tracePt t="570051" x="5700713" y="5700713"/>
          <p14:tracePt t="570084" x="6510338" y="5708650"/>
          <p14:tracePt t="570117" x="7450138" y="5700713"/>
          <p14:tracePt t="570151" x="7824788" y="5681663"/>
          <p14:tracePt t="570525" x="7824788" y="5694363"/>
          <p14:tracePt t="570565" x="7837488" y="5694363"/>
          <p14:tracePt t="570590" x="7872413" y="5694363"/>
          <p14:tracePt t="570613" x="7932738" y="5694363"/>
          <p14:tracePt t="570655" x="8054975" y="5694363"/>
          <p14:tracePt t="570666" x="8110538" y="5694363"/>
          <p14:tracePt t="570691" x="8239125" y="5700713"/>
          <p14:tracePt t="570692" x="8301038" y="5700713"/>
          <p14:tracePt t="570735" x="8361363" y="5700713"/>
          <p14:tracePt t="570736" x="8497888" y="5700713"/>
          <p14:tracePt t="570753" x="8510588" y="5700713"/>
          <p14:tracePt t="570778" x="8545513" y="5694363"/>
          <p14:tracePt t="570804" x="8551863" y="5681663"/>
          <p14:tracePt t="570847" x="8545513" y="5673725"/>
          <p14:tracePt t="570854" x="8524875" y="5673725"/>
          <p14:tracePt t="570871" x="8504238" y="5673725"/>
          <p14:tracePt t="570872" x="8497888" y="5661025"/>
          <p14:tracePt t="570906" x="8388350" y="5653088"/>
          <p14:tracePt t="570928" x="8334375" y="5646738"/>
          <p14:tracePt t="570954" x="8307388" y="5646738"/>
          <p14:tracePt t="570970" x="8301038" y="5646738"/>
          <p14:tracePt t="570995" x="8307388" y="5646738"/>
          <p14:tracePt t="571010" x="8328025" y="5646738"/>
          <p14:tracePt t="571026" x="8355013" y="5646738"/>
          <p14:tracePt t="571043" x="8435975" y="5653088"/>
          <p14:tracePt t="571075" x="8477250" y="5653088"/>
          <p14:tracePt t="571076" x="8558213" y="5661025"/>
          <p14:tracePt t="571102" x="8620125" y="5661025"/>
          <p14:tracePt t="571111" x="8626475" y="5661025"/>
          <p14:tracePt t="571142" x="8599488" y="5661025"/>
          <p14:tracePt t="571345" x="8605838" y="5661025"/>
          <p14:tracePt t="571385" x="8620125" y="5661025"/>
          <p14:tracePt t="571410" x="8605838" y="5661025"/>
          <p14:tracePt t="571411" x="8599488" y="5661025"/>
          <p14:tracePt t="571435" x="8586788" y="5661025"/>
          <p14:tracePt t="571452" x="8572500" y="5661025"/>
          <p14:tracePt t="571487" x="8524875" y="5661025"/>
          <p14:tracePt t="571503" x="8504238" y="5661025"/>
          <p14:tracePt t="571504" x="8483600" y="5661025"/>
          <p14:tracePt t="571557" x="8450263" y="5661025"/>
          <p14:tracePt t="571558" x="8382000" y="5661025"/>
          <p14:tracePt t="571589" x="8355013" y="5653088"/>
          <p14:tracePt t="571598" x="8334375" y="5653088"/>
          <p14:tracePt t="571645" x="8328025" y="5646738"/>
          <p14:tracePt t="571646" x="8307388" y="5646738"/>
          <p14:tracePt t="571653" x="8301038" y="5646738"/>
          <p14:tracePt t="571669" x="8286750" y="5646738"/>
          <p14:tracePt t="571704" x="8280400" y="5646738"/>
          <p14:tracePt t="571885" x="8286750" y="5646738"/>
          <p14:tracePt t="571923" x="8307388" y="5646738"/>
          <p14:tracePt t="571923" x="8313738" y="5646738"/>
          <p14:tracePt t="571930" x="8334375" y="5646738"/>
          <p14:tracePt t="571958" x="8402638" y="5646738"/>
          <p14:tracePt t="571980" x="8545513" y="5653088"/>
          <p14:tracePt t="572007" x="8729663" y="5661025"/>
          <p14:tracePt t="572009" x="8864600" y="5673725"/>
          <p14:tracePt t="572054" x="8974138" y="5673725"/>
          <p14:tracePt t="572055" x="9348788" y="5673725"/>
          <p14:tracePt t="572084" x="9545638" y="5661025"/>
          <p14:tracePt t="572091" x="9593263" y="5653088"/>
          <p14:tracePt t="572110" x="9634538" y="5626100"/>
          <p14:tracePt t="572149" x="9626600" y="5586413"/>
          <p14:tracePt t="572150" x="9586913" y="5551488"/>
          <p14:tracePt t="572158" x="9510713" y="5483225"/>
          <p14:tracePt t="572168" x="9436100" y="5435600"/>
          <p14:tracePt t="572182" x="9313863" y="5375275"/>
          <p14:tracePt t="572205" x="9042400" y="5292725"/>
          <p14:tracePt t="572243" x="8899525" y="5280025"/>
          <p14:tracePt t="572245" x="8545513" y="5292725"/>
          <p14:tracePt t="572266" x="8429625" y="5354638"/>
          <p14:tracePt t="572282" x="8388350" y="5381625"/>
          <p14:tracePt t="572304" x="8382000" y="5429250"/>
          <p14:tracePt t="572344" x="8388350" y="5456238"/>
          <p14:tracePt t="572345" x="8483600" y="5503863"/>
          <p14:tracePt t="572371" x="8620125" y="5530850"/>
          <p14:tracePt t="572382" x="8701088" y="5530850"/>
          <p14:tracePt t="572403" x="8878888" y="5503863"/>
          <p14:tracePt t="572438" x="8967788" y="5476875"/>
          <p14:tracePt t="572439" x="9069388" y="5429250"/>
          <p14:tracePt t="572448" x="9096375" y="5402263"/>
          <p14:tracePt t="572469" x="9096375" y="5381625"/>
          <p14:tracePt t="572483" x="9090025" y="5375275"/>
          <p14:tracePt t="572503" x="9021763" y="5354638"/>
          <p14:tracePt t="572537" x="8974138" y="5354638"/>
          <p14:tracePt t="572538" x="8783638" y="5375275"/>
          <p14:tracePt t="572559" x="8626475" y="5414963"/>
          <p14:tracePt t="572586" x="8531225" y="5476875"/>
          <p14:tracePt t="572594" x="8510588" y="5503863"/>
          <p14:tracePt t="572626" x="8504238" y="5530850"/>
          <p14:tracePt t="572627" x="8545513" y="5578475"/>
          <p14:tracePt t="572646" x="8605838" y="5613400"/>
          <p14:tracePt t="572655" x="8674100" y="5646738"/>
          <p14:tracePt t="572675" x="8939213" y="5708650"/>
          <p14:tracePt t="572689" x="9063038" y="5721350"/>
          <p14:tracePt t="572706" x="9388475" y="5700713"/>
          <p14:tracePt t="572738" x="9471025" y="5694363"/>
          <p14:tracePt t="572739" x="9578975" y="5646738"/>
          <p14:tracePt t="572765" x="9586913" y="5605463"/>
          <p14:tracePt t="572785" x="9518650" y="5538788"/>
          <p14:tracePt t="572797" x="9436100" y="5497513"/>
          <p14:tracePt t="572832" x="9293225" y="5449888"/>
          <p14:tracePt t="572833" x="9021763" y="5402263"/>
          <p14:tracePt t="572842" x="8872538" y="5408613"/>
          <p14:tracePt t="572872" x="8742363" y="5429250"/>
          <p14:tracePt t="572873" x="8674100" y="5456238"/>
          <p14:tracePt t="572874" x="8620125" y="5483225"/>
          <p14:tracePt t="572897" x="8578850" y="5530850"/>
          <p14:tracePt t="572930" x="8586788" y="5551488"/>
          <p14:tracePt t="572938" x="8605838" y="5572125"/>
          <p14:tracePt t="572953" x="8721725" y="5613400"/>
          <p14:tracePt t="572955" x="8816975" y="5626100"/>
          <p14:tracePt t="572970" x="8899525" y="5634038"/>
          <p14:tracePt t="572983" x="9015413" y="5634038"/>
          <p14:tracePt t="573002" x="9212263" y="5605463"/>
          <p14:tracePt t="573020" x="9293225" y="5572125"/>
          <p14:tracePt t="573054" x="9307513" y="5524500"/>
          <p14:tracePt t="573055" x="9272588" y="5503863"/>
          <p14:tracePt t="573078" x="9164638" y="5449888"/>
          <p14:tracePt t="573098" x="9028113" y="5414963"/>
          <p14:tracePt t="573099" x="8939213" y="5414963"/>
          <p14:tracePt t="573125" x="8682038" y="5449888"/>
          <p14:tracePt t="573134" x="8620125" y="5462588"/>
          <p14:tracePt t="573152" x="8572500" y="5497513"/>
          <p14:tracePt t="573167" x="8545513" y="5524500"/>
          <p14:tracePt t="573169" x="8531225" y="5530850"/>
          <p14:tracePt t="573187" x="8545513" y="5551488"/>
          <p14:tracePt t="573204" x="8578850" y="5572125"/>
          <p14:tracePt t="573232" x="8626475" y="5578475"/>
          <p14:tracePt t="573233" x="8721725" y="5586413"/>
          <p14:tracePt t="573248" x="8742363" y="5586413"/>
          <p14:tracePt t="573283" x="8748713" y="5586413"/>
          <p14:tracePt t="573284" x="8748713" y="5578475"/>
          <p14:tracePt t="573292" x="8742363" y="5578475"/>
          <p14:tracePt t="573306" x="8721725" y="5572125"/>
          <p14:tracePt t="573341" x="8701088" y="5557838"/>
          <p14:tracePt t="573342" x="8605838" y="5538788"/>
          <p14:tracePt t="573353" x="8558213" y="5530850"/>
          <p14:tracePt t="573366" x="8483600" y="5524500"/>
          <p14:tracePt t="573396" x="8382000" y="5524500"/>
          <p14:tracePt t="573397" x="8334375" y="5524500"/>
          <p14:tracePt t="573408" x="8301038" y="5524500"/>
          <p14:tracePt t="573439" x="8286750" y="5524500"/>
          <p14:tracePt t="573440" x="8266113" y="5524500"/>
          <p14:tracePt t="573575" x="8266113" y="5530850"/>
          <p14:tracePt t="573604" x="8266113" y="5551488"/>
          <p14:tracePt t="573605" x="8280400" y="5557838"/>
          <p14:tracePt t="573635" x="8280400" y="5572125"/>
          <p14:tracePt t="573647" x="8280400" y="5578475"/>
          <p14:tracePt t="573807" x="8280400" y="5586413"/>
          <p14:tracePt t="573832" x="8286750" y="5599113"/>
          <p14:tracePt t="573870" x="8301038" y="5605463"/>
          <p14:tracePt t="573946" x="8313738" y="5605463"/>
          <p14:tracePt t="573981" x="8328025" y="5599113"/>
          <p14:tracePt t="573989" x="8334375" y="5599113"/>
          <p14:tracePt t="573990" x="8340725" y="5599113"/>
          <p14:tracePt t="574024" x="8361363" y="5599113"/>
          <p14:tracePt t="574258" x="8375650" y="5599113"/>
          <p14:tracePt t="574279" x="8388350" y="5605463"/>
          <p14:tracePt t="574298" x="8402638" y="5605463"/>
          <p14:tracePt t="574349" x="8429625" y="5605463"/>
          <p14:tracePt t="574350" x="8497888" y="5605463"/>
          <p14:tracePt t="574382" x="8545513" y="5613400"/>
          <p14:tracePt t="574575" x="8558213" y="5613400"/>
          <p14:tracePt t="574604" x="8599488" y="5626100"/>
          <p14:tracePt t="574635" x="8626475" y="5626100"/>
          <p14:tracePt t="574636" x="8682038" y="5626100"/>
          <p14:tracePt t="574644" x="8709025" y="5634038"/>
          <p14:tracePt t="574658" x="8729663" y="5634038"/>
          <p14:tracePt t="574693" x="8748713" y="5634038"/>
          <p14:tracePt t="574878" x="8756650" y="5634038"/>
          <p14:tracePt t="574910" x="8804275" y="5634038"/>
          <p14:tracePt t="574939" x="8843963" y="5634038"/>
          <p14:tracePt t="574947" x="8864600" y="5634038"/>
          <p14:tracePt t="574965" x="8878888" y="5634038"/>
          <p14:tracePt t="574966" x="8891588" y="5634038"/>
          <p14:tracePt t="574999" x="8905875" y="5634038"/>
          <p14:tracePt t="575192" x="8920163" y="5634038"/>
          <p14:tracePt t="575339" x="8920163" y="5646738"/>
          <p14:tracePt t="575372" x="8926513" y="5646738"/>
          <p14:tracePt t="575406" x="8939213" y="5646738"/>
          <p14:tracePt t="575407" x="8953500" y="5646738"/>
          <p14:tracePt t="575441" x="8994775" y="5646738"/>
          <p14:tracePt t="575475" x="9021763" y="5646738"/>
          <p14:tracePt t="575508" x="9028113" y="5646738"/>
          <p14:tracePt t="575668" x="9042400" y="5646738"/>
          <p14:tracePt t="575692" x="9063038" y="5646738"/>
          <p14:tracePt t="575741" x="9102725" y="5646738"/>
          <p14:tracePt t="575742" x="9123363" y="5646738"/>
          <p14:tracePt t="575775" x="9137650" y="5646738"/>
          <p14:tracePt t="575911" x="9144000" y="5646738"/>
          <p14:tracePt t="575949" x="9164638" y="5646738"/>
          <p14:tracePt t="575950" x="9185275" y="5646738"/>
          <p14:tracePt t="575958" x="9191625" y="5646738"/>
          <p14:tracePt t="575979" x="9224963" y="5646738"/>
          <p14:tracePt t="576006" x="9239250" y="5646738"/>
          <p14:tracePt t="576238" x="9259888" y="5646738"/>
          <p14:tracePt t="576239" x="9272588" y="5646738"/>
          <p14:tracePt t="576271" x="9361488" y="5661025"/>
          <p14:tracePt t="576305" x="9444038" y="5673725"/>
          <p14:tracePt t="576340" x="9471025" y="5681663"/>
          <p14:tracePt t="578807" x="9361488" y="5673725"/>
          <p14:tracePt t="578815" x="9293225" y="5673725"/>
          <p14:tracePt t="578873" x="9042400" y="5673725"/>
          <p14:tracePt t="578874" x="8920163" y="5661025"/>
          <p14:tracePt t="579380" x="8926513" y="5661025"/>
          <p14:tracePt t="579435" x="8920163" y="5661025"/>
          <p14:tracePt t="579436" x="8920163" y="5653088"/>
          <p14:tracePt t="579444" x="8926513" y="5653088"/>
          <p14:tracePt t="579462" x="8947150" y="5653088"/>
          <p14:tracePt t="579496" x="8974138" y="5653088"/>
          <p14:tracePt t="579546" x="8967788" y="5653088"/>
          <p14:tracePt t="579547" x="8967788" y="5646738"/>
          <p14:tracePt t="580895" x="8647113" y="5626100"/>
          <p14:tracePt t="581085" x="5327650" y="5634038"/>
          <p14:tracePt t="581133" x="5334000" y="5634038"/>
          <p14:tracePt t="581164" x="5334000" y="5626100"/>
          <p14:tracePt t="581320" x="5313363" y="5626100"/>
          <p14:tracePt t="581322" x="5307013" y="5626100"/>
          <p14:tracePt t="581360" x="5265738" y="5634038"/>
          <p14:tracePt t="581361" x="5253038" y="5634038"/>
          <p14:tracePt t="581368" x="5232400" y="5634038"/>
          <p14:tracePt t="581391" x="5184775" y="5646738"/>
          <p14:tracePt t="581439" x="5157788" y="5661025"/>
          <p14:tracePt t="581440" x="5129213" y="5681663"/>
          <p14:tracePt t="581448" x="5110163" y="5681663"/>
          <p14:tracePt t="581464" x="5089525" y="5694363"/>
          <p14:tracePt t="581498" x="5081588" y="5694363"/>
          <p14:tracePt t="581901" x="5068888" y="5694363"/>
          <p14:tracePt t="581907" x="5068888" y="5681663"/>
          <p14:tracePt t="581953" x="5068888" y="5661025"/>
          <p14:tracePt t="581975" x="5062538" y="5653088"/>
          <p14:tracePt t="581990" x="5062538" y="5646738"/>
          <p14:tracePt t="582033" x="5054600" y="5634038"/>
          <p14:tracePt t="582034" x="5041900" y="5634038"/>
          <p14:tracePt t="582055" x="5033963" y="5626100"/>
          <p14:tracePt t="582067" x="5021263" y="5626100"/>
          <p14:tracePt t="582093" x="5006975" y="5634038"/>
          <p14:tracePt t="582129" x="4967288" y="5634038"/>
          <p14:tracePt t="582130" x="4938713" y="5634038"/>
          <p14:tracePt t="582139" x="4911725" y="5634038"/>
          <p14:tracePt t="582160" x="4810125" y="5634038"/>
          <p14:tracePt t="582178" x="4721225" y="5634038"/>
          <p14:tracePt t="582193" x="4687888" y="5634038"/>
          <p14:tracePt t="582212" x="4619625" y="5626100"/>
          <p14:tracePt t="582226" x="4598988" y="5626100"/>
          <p14:tracePt t="582245" x="4578350" y="5626100"/>
          <p14:tracePt t="582247" x="4565650" y="5626100"/>
          <p14:tracePt t="582260" x="4551363" y="5626100"/>
          <p14:tracePt t="582277" x="4545013" y="5626100"/>
          <p14:tracePt t="582290" x="4530725" y="5634038"/>
          <p14:tracePt t="582293" x="4503738" y="5634038"/>
          <p14:tracePt t="582310" x="4470400" y="5653088"/>
          <p14:tracePt t="582340" x="4443413" y="5661025"/>
          <p14:tracePt t="582341" x="4354513" y="5700713"/>
          <p14:tracePt t="582370" x="4292600" y="5721350"/>
          <p14:tracePt t="582389" x="4211638" y="5729288"/>
          <p14:tracePt t="582399" x="4184650" y="5729288"/>
          <p14:tracePt t="582832" x="4197350" y="5729288"/>
          <p14:tracePt t="582864" x="4205288" y="5729288"/>
          <p14:tracePt t="582956" x="4197350" y="5729288"/>
          <p14:tracePt t="583021" x="4197350" y="5735638"/>
          <p14:tracePt t="583086" x="4197350" y="5748338"/>
          <p14:tracePt t="583093" x="4197350" y="5756275"/>
          <p14:tracePt t="583143" x="4197350" y="5783263"/>
          <p14:tracePt t="583144" x="4184650" y="5803900"/>
          <p14:tracePt t="583145" x="4184650" y="5824538"/>
          <p14:tracePt t="583176" x="4170363" y="5843588"/>
          <p14:tracePt t="583184" x="4157663" y="5843588"/>
          <p14:tracePt t="583202" x="4149725" y="5851525"/>
          <p14:tracePt t="583248" x="4129088" y="5851525"/>
          <p14:tracePt t="583249" x="4122738" y="5851525"/>
          <p14:tracePt t="583262" x="4110038" y="5843588"/>
          <p14:tracePt t="583285" x="4102100" y="5843588"/>
          <p14:tracePt t="583300" x="4081463" y="5830888"/>
          <p14:tracePt t="583346" x="4062413" y="5824538"/>
          <p14:tracePt t="583347" x="4027488" y="5824538"/>
          <p14:tracePt t="583374" x="4000500" y="5824538"/>
          <p14:tracePt t="583408" x="3986213" y="5824538"/>
          <p14:tracePt t="583416" x="3979863" y="5824538"/>
          <p14:tracePt t="583417" x="3973513" y="5816600"/>
          <p14:tracePt t="583429" x="3938588" y="5816600"/>
          <p14:tracePt t="583452" x="3911600" y="5803900"/>
          <p14:tracePt t="583467" x="3905250" y="5795963"/>
          <p14:tracePt t="583498" x="3851275" y="5768975"/>
          <p14:tracePt t="583534" x="3816350" y="5756275"/>
          <p14:tracePt t="583535" x="3768725" y="5721350"/>
          <p14:tracePt t="583543" x="3741738" y="5700713"/>
          <p14:tracePt t="583566" x="3708400" y="5673725"/>
          <p14:tracePt t="583606" x="3708400" y="5661025"/>
          <p14:tracePt t="583607" x="3694113" y="5653088"/>
          <p14:tracePt t="583869" x="3667125" y="5729288"/>
          <p14:tracePt t="583903" x="3646488" y="5795963"/>
          <p14:tracePt t="583910" x="3646488" y="5803900"/>
          <p14:tracePt t="583991" x="3667125" y="5803900"/>
          <p14:tracePt t="584027" x="3708400" y="5776913"/>
          <p14:tracePt t="584028" x="3735388" y="5756275"/>
          <p14:tracePt t="584037" x="3756025" y="5748338"/>
          <p14:tracePt t="584061" x="3803650" y="5721350"/>
          <p14:tracePt t="584088" x="3830638" y="5721350"/>
          <p14:tracePt t="584133" x="3836988" y="5721350"/>
          <p14:tracePt t="584134" x="3851275" y="5729288"/>
          <p14:tracePt t="584135" x="3857625" y="5735638"/>
          <p14:tracePt t="584161" x="3890963" y="5756275"/>
          <p14:tracePt t="584182" x="3959225" y="5768975"/>
          <p14:tracePt t="584197" x="4006850" y="5776913"/>
          <p14:tracePt t="584234" x="4075113" y="5776913"/>
          <p14:tracePt t="584235" x="4110038" y="5776913"/>
          <p14:tracePt t="584236" x="4149725" y="5776913"/>
          <p14:tracePt t="584269" x="4184650" y="5768975"/>
          <p14:tracePt t="584270" x="4197350" y="5768975"/>
          <p14:tracePt t="584298" x="4211638" y="5756275"/>
          <p14:tracePt t="584529" x="4224338" y="5756275"/>
          <p14:tracePt t="584530" x="4232275" y="5756275"/>
          <p14:tracePt t="584553" x="4259263" y="5756275"/>
          <p14:tracePt t="584567" x="4292600" y="5756275"/>
          <p14:tracePt t="584617" x="4327525" y="5756275"/>
          <p14:tracePt t="584618" x="4443413" y="5776913"/>
          <p14:tracePt t="584618" x="4476750" y="5783263"/>
          <p14:tracePt t="584650" x="4524375" y="5803900"/>
          <p14:tracePt t="584658" x="4545013" y="5803900"/>
          <p14:tracePt t="584845" x="4551363" y="5803900"/>
          <p14:tracePt t="585036" x="4551363" y="5795963"/>
          <p14:tracePt t="585075" x="4551363" y="5783263"/>
          <p14:tracePt t="585130" x="4551363" y="5776913"/>
          <p14:tracePt t="585131" x="4545013" y="5776913"/>
          <p14:tracePt t="585197" x="4530725" y="5776913"/>
          <p14:tracePt t="585407" x="4545013" y="5783263"/>
          <p14:tracePt t="585440" x="4565650" y="5824538"/>
          <p14:tracePt t="585475" x="4578350" y="5851525"/>
          <p14:tracePt t="585516" x="4578350" y="5857875"/>
          <p14:tracePt t="585588" x="4578350" y="5851525"/>
          <p14:tracePt t="585625" x="4592638" y="5824538"/>
          <p14:tracePt t="585626" x="4592638" y="5803900"/>
          <p14:tracePt t="585634" x="4578350" y="5795963"/>
          <p14:tracePt t="585661" x="4578350" y="5768975"/>
          <p14:tracePt t="585711" x="4572000" y="5756275"/>
          <p14:tracePt t="585890" x="4572000" y="5768975"/>
          <p14:tracePt t="585919" x="4572000" y="5776913"/>
          <p14:tracePt t="585920" x="4565650" y="5783263"/>
          <p14:tracePt t="585946" x="4545013" y="5783263"/>
          <p14:tracePt t="586027" x="4551363" y="5783263"/>
          <p14:tracePt t="586051" x="4572000" y="5776913"/>
          <p14:tracePt t="586072" x="4598988" y="5776913"/>
          <p14:tracePt t="586084" x="4613275" y="5776913"/>
          <p14:tracePt t="586109" x="4619625" y="5776913"/>
          <p14:tracePt t="586145" x="4625975" y="5776913"/>
          <p14:tracePt t="586147" x="4625975" y="5783263"/>
          <p14:tracePt t="586177" x="4640263" y="5783263"/>
          <p14:tracePt t="586177" x="4646613" y="5783263"/>
          <p14:tracePt t="586185" x="4652963" y="5795963"/>
          <p14:tracePt t="586201" x="4667250" y="5795963"/>
          <p14:tracePt t="586244" x="4694238" y="5795963"/>
          <p14:tracePt t="586245" x="4735513" y="5795963"/>
          <p14:tracePt t="586253" x="4762500" y="5795963"/>
          <p14:tracePt t="586273" x="4810125" y="5795963"/>
          <p14:tracePt t="586293" x="4843463" y="5795963"/>
          <p14:tracePt t="586307" x="4872038" y="5795963"/>
          <p14:tracePt t="586310" x="4919663" y="5795963"/>
          <p14:tracePt t="586345" x="4959350" y="5795963"/>
          <p14:tracePt t="586346" x="5041900" y="5803900"/>
          <p14:tracePt t="586359" x="5089525" y="5803900"/>
          <p14:tracePt t="586376" x="5129213" y="5803900"/>
          <p14:tracePt t="586378" x="5164138" y="5816600"/>
          <p14:tracePt t="586393" x="5191125" y="5816600"/>
          <p14:tracePt t="586423" x="5211763" y="5816600"/>
          <p14:tracePt t="586424" x="5238750" y="5816600"/>
          <p14:tracePt t="586523" x="5232400" y="5816600"/>
          <p14:tracePt t="586542" x="5218113" y="5803900"/>
          <p14:tracePt t="586555" x="5211763" y="5803900"/>
          <p14:tracePt t="586557" x="5191125" y="5803900"/>
          <p14:tracePt t="586577" x="5157788" y="5803900"/>
          <p14:tracePt t="586590" x="5137150" y="5803900"/>
          <p14:tracePt t="586611" x="5089525" y="5803900"/>
          <p14:tracePt t="586645" x="5062538" y="5816600"/>
          <p14:tracePt t="586646" x="5014913" y="5843588"/>
          <p14:tracePt t="586670" x="4994275" y="5857875"/>
          <p14:tracePt t="586678" x="4994275" y="5872163"/>
          <p14:tracePt t="586691" x="4994275" y="5878513"/>
          <p14:tracePt t="586713" x="5033963" y="5899150"/>
          <p14:tracePt t="586747" x="5068888" y="5905500"/>
          <p14:tracePt t="586748" x="5137150" y="5905500"/>
          <p14:tracePt t="586776" x="5205413" y="5899150"/>
          <p14:tracePt t="586784" x="5218113" y="5891213"/>
          <p14:tracePt t="586801" x="5232400" y="5872163"/>
          <p14:tracePt t="586839" x="5218113" y="5843588"/>
          <p14:tracePt t="586839" x="5143500" y="5776913"/>
          <p14:tracePt t="586848" x="5095875" y="5748338"/>
          <p14:tracePt t="586864" x="5041900" y="5721350"/>
          <p14:tracePt t="586884" x="4938713" y="5708650"/>
          <p14:tracePt t="586916" x="4891088" y="5721350"/>
          <p14:tracePt t="586917" x="4789488" y="5776913"/>
          <p14:tracePt t="586934" x="4768850" y="5795963"/>
          <p14:tracePt t="586944" x="4762500" y="5816600"/>
          <p14:tracePt t="586961" x="4768850" y="5843588"/>
          <p14:tracePt t="586974" x="4795838" y="5851525"/>
          <p14:tracePt t="586993" x="4843463" y="5857875"/>
          <p14:tracePt t="586995" x="4884738" y="5857875"/>
          <p14:tracePt t="587007" x="4946650" y="5857875"/>
          <p14:tracePt t="587042" x="5014913" y="5857875"/>
          <p14:tracePt t="587043" x="5116513" y="5843588"/>
          <p14:tracePt t="587051" x="5143500" y="5830888"/>
          <p14:tracePt t="587067" x="5143500" y="5824538"/>
          <p14:tracePt t="587266" x="5170488" y="5824538"/>
          <p14:tracePt t="587296" x="5253038" y="5824538"/>
          <p14:tracePt t="587332" x="5340350" y="5824538"/>
          <p14:tracePt t="587333" x="5381625" y="5824538"/>
          <p14:tracePt t="587341" x="5429250" y="5824538"/>
          <p14:tracePt t="587365" x="5497513" y="5816600"/>
          <p14:tracePt t="587381" x="5524500" y="5803900"/>
          <p14:tracePt t="587404" x="5578475" y="5783263"/>
          <p14:tracePt t="587424" x="5605463" y="5776913"/>
          <p14:tracePt t="587425" x="5626100" y="5768975"/>
          <p14:tracePt t="587449" x="5653088" y="5735638"/>
          <p14:tracePt t="587465" x="5661025" y="5721350"/>
          <p14:tracePt t="587466" x="5661025" y="5708650"/>
          <p14:tracePt t="587485" x="5661025" y="5700713"/>
          <p14:tracePt t="587506" x="5653088" y="5673725"/>
          <p14:tracePt t="587522" x="5626100" y="5646738"/>
          <p14:tracePt t="587539" x="5605463" y="5634038"/>
          <p14:tracePt t="587555" x="5557838" y="5626100"/>
          <p14:tracePt t="587571" x="5538788" y="5626100"/>
          <p14:tracePt t="587588" x="5530850" y="5634038"/>
          <p14:tracePt t="587626" x="5503863" y="5816600"/>
          <p14:tracePt t="587635" x="5510213" y="5857875"/>
          <p14:tracePt t="587649" x="5538788" y="5905500"/>
          <p14:tracePt t="587665" x="5572125" y="5946775"/>
          <p14:tracePt t="587678" x="5605463" y="5973763"/>
          <p14:tracePt t="587682" x="5634038" y="5994400"/>
          <p14:tracePt t="587698" x="5673725" y="6000750"/>
          <p14:tracePt t="587711" x="5708650" y="6000750"/>
          <p14:tracePt t="587731" x="5776913" y="5980113"/>
          <p14:tracePt t="587748" x="5824538" y="5926138"/>
          <p14:tracePt t="587760" x="5830888" y="5891213"/>
          <p14:tracePt t="587797" x="5830888" y="5843588"/>
          <p14:tracePt t="587798" x="5816600" y="5756275"/>
          <p14:tracePt t="587807" x="5776913" y="5729288"/>
          <p14:tracePt t="587835" x="5735638" y="5708650"/>
          <p14:tracePt t="587836" x="5634038" y="5681663"/>
          <p14:tracePt t="587861" x="5538788" y="5700713"/>
          <p14:tracePt t="587881" x="5503863" y="5721350"/>
          <p14:tracePt t="587883" x="5476875" y="5748338"/>
          <p14:tracePt t="587907" x="5456238" y="5776913"/>
          <p14:tracePt t="587926" x="5462588" y="5803900"/>
          <p14:tracePt t="587951" x="5497513" y="5824538"/>
          <p14:tracePt t="587976" x="5557838" y="5824538"/>
          <p14:tracePt t="587984" x="5586413" y="5824538"/>
          <p14:tracePt t="588013" x="5613400" y="5816600"/>
          <p14:tracePt t="588014" x="5653088" y="5803900"/>
          <p14:tracePt t="588022" x="5673725" y="5776913"/>
          <p14:tracePt t="588038" x="5681663" y="5768975"/>
          <p14:tracePt t="588039" x="5694363" y="5735638"/>
          <p14:tracePt t="588054" x="5694363" y="5721350"/>
          <p14:tracePt t="588071" x="5681663" y="5708650"/>
          <p14:tracePt t="588073" x="5661025" y="5700713"/>
          <p14:tracePt t="588087" x="5646738" y="5694363"/>
          <p14:tracePt t="588104" x="5634038" y="5694363"/>
          <p14:tracePt t="588119" x="5586413" y="5721350"/>
          <p14:tracePt t="588151" x="5572125" y="5748338"/>
          <p14:tracePt t="588152" x="5551488" y="5824538"/>
          <p14:tracePt t="588173" x="5557838" y="5857875"/>
          <p14:tracePt t="588193" x="5578475" y="5872163"/>
          <p14:tracePt t="588202" x="5599113" y="5878513"/>
          <p14:tracePt t="588234" x="5634038" y="5891213"/>
          <p14:tracePt t="588235" x="5694363" y="5891213"/>
          <p14:tracePt t="588244" x="5721350" y="5891213"/>
          <p14:tracePt t="588262" x="5735638" y="5872163"/>
          <p14:tracePt t="588282" x="5768975" y="5851525"/>
          <p14:tracePt t="588299" x="5776913" y="5843588"/>
          <p14:tracePt t="588301" x="5776913" y="5830888"/>
          <p14:tracePt t="588327" x="5776913" y="5824538"/>
          <p14:tracePt t="588392" x="5783263" y="5824538"/>
          <p14:tracePt t="588400" x="5795963" y="5824538"/>
          <p14:tracePt t="588412" x="5816600" y="5824538"/>
          <p14:tracePt t="588424" x="5851525" y="5830888"/>
          <p14:tracePt t="588451" x="5899150" y="5830888"/>
          <p14:tracePt t="588452" x="5946775" y="5830888"/>
          <p14:tracePt t="588461" x="6015038" y="5843588"/>
          <p14:tracePt t="588479" x="6096000" y="5843588"/>
          <p14:tracePt t="588484" x="6143625" y="5843588"/>
          <p14:tracePt t="588496" x="6197600" y="5843588"/>
          <p14:tracePt t="588516" x="6259513" y="5843588"/>
          <p14:tracePt t="588533" x="6265863" y="5830888"/>
          <p14:tracePt t="588569" x="6245225" y="5830888"/>
          <p14:tracePt t="588583" x="6224588" y="5830888"/>
          <p14:tracePt t="588601" x="6197600" y="5824538"/>
          <p14:tracePt t="588603" x="6164263" y="5824538"/>
          <p14:tracePt t="588615" x="6137275" y="5830888"/>
          <p14:tracePt t="588644" x="6089650" y="5851525"/>
          <p14:tracePt t="588665" x="6027738" y="5878513"/>
          <p14:tracePt t="588676" x="6015038" y="5905500"/>
          <p14:tracePt t="588690" x="6015038" y="5919788"/>
          <p14:tracePt t="588692" x="6021388" y="5926138"/>
          <p14:tracePt t="588705" x="6027738" y="5946775"/>
          <p14:tracePt t="588735" x="6048375" y="5953125"/>
          <p14:tracePt t="588736" x="6075363" y="5967413"/>
          <p14:tracePt t="588736" x="6096000" y="5967413"/>
          <p14:tracePt t="588761" x="6149975" y="5953125"/>
          <p14:tracePt t="588782" x="6170613" y="5946775"/>
          <p14:tracePt t="588783" x="6176963" y="5926138"/>
          <p14:tracePt t="588805" x="6191250" y="5878513"/>
          <p14:tracePt t="588829" x="6170613" y="5816600"/>
          <p14:tracePt t="588851" x="6116638" y="5768975"/>
          <p14:tracePt t="588872" x="6054725" y="5768975"/>
          <p14:tracePt t="588896" x="6027738" y="5783263"/>
          <p14:tracePt t="588924" x="6015038" y="5816600"/>
          <p14:tracePt t="588925" x="6000750" y="5843588"/>
          <p14:tracePt t="588934" x="6000750" y="5857875"/>
          <p14:tracePt t="588949" x="6015038" y="5878513"/>
          <p14:tracePt t="588951" x="6021388" y="5899150"/>
          <p14:tracePt t="588965" x="6042025" y="5919788"/>
          <p14:tracePt t="588978" x="6069013" y="5926138"/>
          <p14:tracePt t="588996" x="6102350" y="5946775"/>
          <p14:tracePt t="589000" x="6122988" y="5946775"/>
          <p14:tracePt t="589029" x="6191250" y="5946775"/>
          <p14:tracePt t="589048" x="6211888" y="5946775"/>
          <p14:tracePt t="589059" x="6218238" y="5946775"/>
          <p14:tracePt t="589143" x="6224588" y="5953125"/>
          <p14:tracePt t="589161" x="6238875" y="5953125"/>
          <p14:tracePt t="589171" x="6245225" y="5953125"/>
          <p14:tracePt t="589186" x="6265863" y="5967413"/>
          <p14:tracePt t="589202" x="6272213" y="5967413"/>
          <p14:tracePt t="589235" x="6286500" y="5967413"/>
          <p14:tracePt t="589235" x="6313488" y="5967413"/>
          <p14:tracePt t="589244" x="6319838" y="5967413"/>
          <p14:tracePt t="589262" x="6348413" y="5967413"/>
          <p14:tracePt t="589283" x="6388100" y="5953125"/>
          <p14:tracePt t="589299" x="6423025" y="5946775"/>
          <p14:tracePt t="589301" x="6462713" y="5932488"/>
          <p14:tracePt t="589326" x="6497638" y="5932488"/>
          <p14:tracePt t="589327" x="6545263" y="5926138"/>
          <p14:tracePt t="589337" x="6586538" y="5905500"/>
          <p14:tracePt t="589352" x="6605588" y="5899150"/>
          <p14:tracePt t="589369" x="6634163" y="5878513"/>
          <p14:tracePt t="589385" x="6634163" y="5872163"/>
          <p14:tracePt t="589402" x="6634163" y="5857875"/>
          <p14:tracePt t="589434" x="6619875" y="5857875"/>
          <p14:tracePt t="589450" x="6613525" y="5857875"/>
          <p14:tracePt t="589461" x="6605588" y="5851525"/>
          <p14:tracePt t="589479" x="6592888" y="5851525"/>
          <p14:tracePt t="589484" x="6586538" y="5857875"/>
          <p14:tracePt t="589499" x="6565900" y="5857875"/>
          <p14:tracePt t="589515" x="6545263" y="5872163"/>
          <p14:tracePt t="589531" x="6538913" y="5872163"/>
          <p14:tracePt t="589555" x="6538913" y="5878513"/>
          <p14:tracePt t="589555" x="6538913" y="5899150"/>
          <p14:tracePt t="589567" x="6538913" y="5905500"/>
          <p14:tracePt t="589584" x="6578600" y="5932488"/>
          <p14:tracePt t="589599" x="6592888" y="5946775"/>
          <p14:tracePt t="589628" x="6619875" y="5953125"/>
          <p14:tracePt t="589628" x="6667500" y="5967413"/>
          <p14:tracePt t="589638" x="6688138" y="5973763"/>
          <p14:tracePt t="589652" x="6694488" y="5973763"/>
          <p14:tracePt t="589668" x="6708775" y="5973763"/>
          <p14:tracePt t="589685" x="6708775" y="5967413"/>
          <p14:tracePt t="589738" x="6694488" y="5967413"/>
          <p14:tracePt t="589760" x="6681788" y="5967413"/>
          <p14:tracePt t="589778" x="6667500" y="5953125"/>
          <p14:tracePt t="589788" x="6661150" y="5953125"/>
          <p14:tracePt t="589818" x="6653213" y="5953125"/>
          <p14:tracePt t="591056" x="6653213" y="5946775"/>
          <p14:tracePt t="593350" x="6694488" y="5932488"/>
          <p14:tracePt t="593384" x="6735763" y="5932488"/>
          <p14:tracePt t="593423" x="6729413" y="5926138"/>
          <p14:tracePt t="593431" x="6708775" y="5905500"/>
          <p14:tracePt t="593451" x="6681788" y="5891213"/>
          <p14:tracePt t="593452" x="6640513" y="5857875"/>
          <p14:tracePt t="593484" x="6491288" y="5776913"/>
          <p14:tracePt t="593506" x="6415088" y="5735638"/>
          <p14:tracePt t="593507" x="6348413" y="5721350"/>
          <p14:tracePt t="593531" x="6191250" y="5673725"/>
          <p14:tracePt t="593572" x="6122988" y="5673725"/>
          <p14:tracePt t="593573" x="5973763" y="5653088"/>
          <p14:tracePt t="593574" x="5919788" y="5653088"/>
          <p14:tracePt t="593599" x="5768975" y="5646738"/>
          <p14:tracePt t="593632" x="5721350" y="5646738"/>
          <p14:tracePt t="593633" x="5557838" y="5661025"/>
          <p14:tracePt t="593662" x="5402263" y="5681663"/>
          <p14:tracePt t="593668" x="5286375" y="5700713"/>
          <p14:tracePt t="593676" x="5191125" y="5721350"/>
          <p14:tracePt t="593700" x="4891088" y="5783263"/>
          <p14:tracePt t="593739" x="4721225" y="5830888"/>
          <p14:tracePt t="593739" x="4354513" y="5919788"/>
          <p14:tracePt t="593747" x="4137025" y="5967413"/>
          <p14:tracePt t="593764" x="3986213" y="6000750"/>
          <p14:tracePt t="593765" x="3810000" y="6042025"/>
          <p14:tracePt t="593785" x="3681413" y="6089650"/>
          <p14:tracePt t="593804" x="3497263" y="6143625"/>
          <p14:tracePt t="593821" x="3408363" y="6170613"/>
          <p14:tracePt t="593854" x="3367088" y="6176963"/>
          <p14:tracePt t="593855" x="3319463" y="6176963"/>
          <p14:tracePt t="593875" x="3300413" y="6176963"/>
          <p14:tracePt t="593906" x="3292475" y="6176963"/>
          <p14:tracePt t="593957" x="3300413" y="6176963"/>
          <p14:tracePt t="593987" x="3313113" y="6176963"/>
          <p14:tracePt t="594000" x="3319463" y="6176963"/>
          <p14:tracePt t="594036" x="3313113" y="6197600"/>
          <p14:tracePt t="594067" x="3300413" y="6197600"/>
          <p14:tracePt t="594183" x="3319463" y="6191250"/>
          <p14:tracePt t="594218" x="3367088" y="6149975"/>
          <p14:tracePt t="594219" x="3387725" y="6143625"/>
          <p14:tracePt t="594228" x="3395663" y="6137275"/>
          <p14:tracePt t="594251" x="3414713" y="6122988"/>
          <p14:tracePt t="594290" x="3414713" y="6116638"/>
          <p14:tracePt t="594324" x="3408363" y="6116638"/>
          <p14:tracePt t="594325" x="3387725" y="6122988"/>
          <p14:tracePt t="594335" x="3375025" y="6143625"/>
          <p14:tracePt t="594352" x="3360738" y="6164263"/>
          <p14:tracePt t="594353" x="3319463" y="6176963"/>
          <p14:tracePt t="594375" x="3224213" y="6238875"/>
          <p14:tracePt t="594401" x="3101975" y="6286500"/>
          <p14:tracePt t="594434" x="3048000" y="6313488"/>
          <p14:tracePt t="594435" x="2952750" y="6348413"/>
          <p14:tracePt t="594447" x="2919413" y="6361113"/>
          <p14:tracePt t="594467" x="2871788" y="6367463"/>
          <p14:tracePt t="594481" x="2851150" y="6367463"/>
          <p14:tracePt t="594502" x="2843213" y="6367463"/>
          <p14:tracePt t="594627" x="2830513" y="6367463"/>
          <p14:tracePt t="594634" x="2809875" y="6367463"/>
          <p14:tracePt t="594650" x="2795588" y="6367463"/>
          <p14:tracePt t="594671" x="2735263" y="6348413"/>
          <p14:tracePt t="594686" x="2708275" y="6340475"/>
          <p14:tracePt t="594709" x="2660650" y="6319838"/>
          <p14:tracePt t="594747" x="2598738" y="6313488"/>
          <p14:tracePt t="594748" x="2490788" y="6313488"/>
          <p14:tracePt t="594756" x="2455863" y="6313488"/>
          <p14:tracePt t="594770" x="2435225" y="6313488"/>
          <p14:tracePt t="594792" x="2366963" y="6313488"/>
          <p14:tracePt t="594806" x="2339975" y="6313488"/>
          <p14:tracePt t="594835" x="2286000" y="6313488"/>
          <p14:tracePt t="594836" x="2205038" y="6313488"/>
          <p14:tracePt t="594856" x="2157413" y="6319838"/>
          <p14:tracePt t="594858" x="2109788" y="6334125"/>
          <p14:tracePt t="594883" x="2089150" y="6334125"/>
          <p14:tracePt t="594913" x="2089150" y="6340475"/>
          <p14:tracePt t="594926" x="2081213" y="6361113"/>
          <p14:tracePt t="594946" x="2081213" y="6375400"/>
          <p14:tracePt t="594948" x="2089150" y="6396038"/>
          <p14:tracePt t="594962" x="2095500" y="6415088"/>
          <p14:tracePt t="594979" x="2109788" y="6423025"/>
          <p14:tracePt t="594980" x="2116138" y="6435725"/>
          <p14:tracePt t="594996" x="2143125" y="6435725"/>
          <p14:tracePt t="595026" x="2170113" y="6443663"/>
          <p14:tracePt t="595027" x="2244725" y="6456363"/>
          <p14:tracePt t="595052" x="2259013" y="6456363"/>
          <p14:tracePt t="595060" x="2265363" y="6456363"/>
          <p14:tracePt t="595195" x="2244725" y="6456363"/>
          <p14:tracePt t="595227" x="2238375" y="6456363"/>
          <p14:tracePt t="595228" x="2232025" y="6456363"/>
          <p14:tracePt t="595254" x="2211388" y="6456363"/>
          <p14:tracePt t="595280" x="2190750" y="6456363"/>
          <p14:tracePt t="595288" x="2184400" y="6456363"/>
          <p14:tracePt t="595304" x="2170113" y="6456363"/>
          <p14:tracePt t="595399" x="2190750" y="6443663"/>
          <p14:tracePt t="595433" x="2217738" y="6435725"/>
          <p14:tracePt t="595434" x="2238375" y="6435725"/>
          <p14:tracePt t="595442" x="2259013" y="6423025"/>
          <p14:tracePt t="595483" x="2306638" y="6415088"/>
          <p14:tracePt t="595484" x="2333625" y="6415088"/>
          <p14:tracePt t="595494" x="2366963" y="6415088"/>
          <p14:tracePt t="595530" x="2482850" y="6415088"/>
          <p14:tracePt t="595531" x="2633663" y="6423025"/>
          <p14:tracePt t="595543" x="2728913" y="6435725"/>
          <p14:tracePt t="595565" x="2824163" y="6443663"/>
          <p14:tracePt t="595567" x="2884488" y="6456363"/>
          <p14:tracePt t="595581" x="2967038" y="6462713"/>
          <p14:tracePt t="595605" x="3041650" y="6462713"/>
          <p14:tracePt t="595622" x="3089275" y="6462713"/>
          <p14:tracePt t="595638" x="3101975" y="6462713"/>
          <p14:tracePt t="595655" x="3116263" y="6462713"/>
          <p14:tracePt t="595917" x="3122613" y="6462713"/>
          <p14:tracePt t="595950" x="3176588" y="6470650"/>
          <p14:tracePt t="595985" x="3217863" y="6470650"/>
          <p14:tracePt t="596016" x="3292475" y="6483350"/>
          <p14:tracePt t="596057" x="3319463" y="6483350"/>
          <p14:tracePt t="596065" x="3327400" y="6483350"/>
          <p14:tracePt t="596090" x="3340100" y="6483350"/>
          <p14:tracePt t="596155" x="3348038" y="6483350"/>
          <p14:tracePt t="596172" x="3360738" y="6483350"/>
          <p14:tracePt t="596230" x="3367088" y="6483350"/>
          <p14:tracePt t="596251" x="3375025" y="6483350"/>
          <p14:tracePt t="596262" x="3387725" y="6483350"/>
          <p14:tracePt t="596279" x="3395663" y="6483350"/>
          <p14:tracePt t="596296" x="3414713" y="6491288"/>
          <p14:tracePt t="596297" x="3435350" y="6491288"/>
          <p14:tracePt t="596328" x="3449638" y="6491288"/>
          <p14:tracePt t="596330" x="3530600" y="6497638"/>
          <p14:tracePt t="596352" x="3605213" y="6510338"/>
          <p14:tracePt t="596375" x="3646488" y="6518275"/>
          <p14:tracePt t="596401" x="3694113" y="6518275"/>
          <p14:tracePt t="596421" x="3756025" y="6518275"/>
          <p14:tracePt t="596434" x="3768725" y="6518275"/>
          <p14:tracePt t="596451" x="3803650" y="6518275"/>
          <p14:tracePt t="596459" x="3816350" y="6518275"/>
          <p14:tracePt t="596473" x="3830638" y="6518275"/>
          <p14:tracePt t="596512" x="3851275" y="6518275"/>
          <p14:tracePt t="596512" x="3863975" y="6518275"/>
          <p14:tracePt t="596538" x="3878263" y="6518275"/>
          <p14:tracePt t="596681" x="3884613" y="6518275"/>
          <p14:tracePt t="596760" x="3890963" y="6518275"/>
          <p14:tracePt t="596761" x="3905250" y="6518275"/>
          <p14:tracePt t="596792" x="3911600" y="6518275"/>
          <p14:tracePt t="598650" x="3925888" y="6497638"/>
          <p14:tracePt t="598674" x="4014788" y="6272213"/>
          <p14:tracePt t="598688" x="4089400" y="5994400"/>
          <p14:tracePt t="598734" x="4232275" y="5408613"/>
          <p14:tracePt t="598735" x="4367213" y="4959350"/>
          <p14:tracePt t="598743" x="4408488" y="4824413"/>
          <p14:tracePt t="598767" x="4491038" y="4565650"/>
          <p14:tracePt t="598784" x="4497388" y="4497388"/>
          <p14:tracePt t="598785" x="4491038" y="4443413"/>
          <p14:tracePt t="598806" x="4429125" y="4319588"/>
          <p14:tracePt t="598849" x="4381500" y="4279900"/>
          <p14:tracePt t="598850" x="4137025" y="4149725"/>
          <p14:tracePt t="598879" x="4014788" y="4089400"/>
          <p14:tracePt t="598887" x="3973513" y="4075113"/>
          <p14:tracePt t="598904" x="3911600" y="4054475"/>
          <p14:tracePt t="598948" x="3762375" y="3986213"/>
          <p14:tracePt t="598950" x="3741738" y="3973513"/>
          <p14:tracePt t="598967" x="3762375" y="3810000"/>
          <p14:tracePt t="598985" x="3851275" y="3414713"/>
          <p14:tracePt t="599018" x="3925888" y="2919413"/>
          <p14:tracePt t="599019" x="3952875" y="2646363"/>
          <p14:tracePt t="599046" x="3959225" y="2312988"/>
          <p14:tracePt t="599054" x="3938588" y="2232025"/>
          <p14:tracePt t="599067" x="3932238" y="2184400"/>
          <p14:tracePt t="599091" x="3890963" y="2136775"/>
          <p14:tracePt t="599108" x="3857625" y="2122488"/>
          <p14:tracePt t="599109" x="3830638" y="2122488"/>
          <p14:tracePt t="599152" x="3735388" y="2136775"/>
          <p14:tracePt t="599160" x="3640138" y="2163763"/>
          <p14:tracePt t="599174" x="3571875" y="2184400"/>
          <p14:tracePt t="599190" x="3470275" y="2211388"/>
          <p14:tracePt t="599206" x="3395663" y="2232025"/>
          <p14:tracePt t="599223" x="3292475" y="2265363"/>
          <p14:tracePt t="599239" x="3265488" y="2279650"/>
          <p14:tracePt t="599254" x="3224213" y="2292350"/>
          <p14:tracePt t="599255" x="3217863" y="2312988"/>
          <p14:tracePt t="599272" x="3190875" y="2333625"/>
          <p14:tracePt t="599289" x="3163888" y="2387600"/>
          <p14:tracePt t="599304" x="3143250" y="2408238"/>
          <p14:tracePt t="599337" x="3128963" y="2435225"/>
          <p14:tracePt t="599338" x="3122613" y="2482850"/>
          <p14:tracePt t="599348" x="3122613" y="2509838"/>
          <p14:tracePt t="599380" x="3128963" y="2538413"/>
          <p14:tracePt t="599381" x="3170238" y="2598738"/>
          <p14:tracePt t="599400" x="3197225" y="2625725"/>
          <p14:tracePt t="599411" x="3238500" y="2633663"/>
          <p14:tracePt t="599413" x="3292475" y="2660650"/>
          <p14:tracePt t="599426" x="3340100" y="2660650"/>
          <p14:tracePt t="599441" x="3408363" y="2673350"/>
          <p14:tracePt t="599454" x="3470275" y="2681288"/>
          <p14:tracePt t="599471" x="3619500" y="2687638"/>
          <p14:tracePt t="599486" x="3694113" y="2687638"/>
          <p14:tracePt t="599504" x="3905250" y="2700338"/>
          <p14:tracePt t="599534" x="4027488" y="2700338"/>
          <p14:tracePt t="599536" x="4110038" y="2708275"/>
          <p14:tracePt t="599537" x="4244975" y="2708275"/>
          <p14:tracePt t="599561" x="4456113" y="2728913"/>
          <p14:tracePt t="599576" x="4565650" y="2735263"/>
          <p14:tracePt t="599585" x="4714875" y="2755900"/>
          <p14:tracePt t="599602" x="4864100" y="2768600"/>
          <p14:tracePt t="599603" x="4973638" y="2776538"/>
          <p14:tracePt t="599637" x="5137150" y="2795588"/>
          <p14:tracePt t="599638" x="5414963" y="2809875"/>
          <p14:tracePt t="599662" x="5700713" y="2809875"/>
          <p14:tracePt t="599681" x="5816600" y="2809875"/>
          <p14:tracePt t="599694" x="5973763" y="2809875"/>
          <p14:tracePt t="599697" x="6069013" y="2809875"/>
          <p14:tracePt t="599723" x="6197600" y="2809875"/>
          <p14:tracePt t="599724" x="6319838" y="2809875"/>
          <p14:tracePt t="599735" x="6396038" y="2809875"/>
          <p14:tracePt t="599752" x="6518275" y="2809875"/>
          <p14:tracePt t="599769" x="6742113" y="2803525"/>
          <p14:tracePt t="599779" x="6858000" y="2803525"/>
          <p14:tracePt t="599806" x="7021513" y="2803525"/>
          <p14:tracePt t="599807" x="7319963" y="2795588"/>
          <p14:tracePt t="599830" x="7646988" y="2776538"/>
          <p14:tracePt t="599845" x="7824788" y="2755900"/>
          <p14:tracePt t="599856" x="7939088" y="2735263"/>
          <p14:tracePt t="599870" x="8081963" y="2708275"/>
          <p14:tracePt t="599879" x="8143875" y="2687638"/>
          <p14:tracePt t="599919" x="8259763" y="2613025"/>
          <p14:tracePt t="599920" x="8259763" y="2605088"/>
          <p14:tracePt t="599940" x="8259763" y="2586038"/>
          <p14:tracePt t="599941" x="8253413" y="2578100"/>
          <p14:tracePt t="599966" x="8218488" y="2557463"/>
          <p14:tracePt t="599987" x="8116888" y="2530475"/>
          <p14:tracePt t="600013" x="8054975" y="2524125"/>
          <p14:tracePt t="600014" x="7939088" y="2509838"/>
          <p14:tracePt t="600023" x="7843838" y="2503488"/>
          <p14:tracePt t="600035" x="7688263" y="2503488"/>
          <p14:tracePt t="600053" x="7572375" y="2503488"/>
          <p14:tracePt t="600054" x="7402513" y="2503488"/>
          <p14:tracePt t="600070" x="7280275" y="2503488"/>
          <p14:tracePt t="600087" x="6980238" y="2503488"/>
          <p14:tracePt t="600103" x="6783388" y="2503488"/>
          <p14:tracePt t="600134" x="6653213" y="2503488"/>
          <p14:tracePt t="600136" x="6313488" y="2503488"/>
          <p14:tracePt t="600145" x="6211888" y="2503488"/>
          <p14:tracePt t="600158" x="6054725" y="2503488"/>
          <p14:tracePt t="600173" x="5946775" y="2503488"/>
          <p14:tracePt t="600200" x="5646738" y="2490788"/>
          <p14:tracePt t="600202" x="5435600" y="2482850"/>
          <p14:tracePt t="600223" x="5137150" y="2482850"/>
          <p14:tracePt t="600252" x="4884738" y="2503488"/>
          <p14:tracePt t="600261" x="4748213" y="2530475"/>
          <p14:tracePt t="600275" x="4687888" y="2551113"/>
          <p14:tracePt t="600289" x="4613275" y="2578100"/>
          <p14:tracePt t="600292" x="4572000" y="2598738"/>
          <p14:tracePt t="600305" x="4530725" y="2625725"/>
          <p14:tracePt t="600334" x="4518025" y="2646363"/>
          <p14:tracePt t="600335" x="4503738" y="2660650"/>
          <p14:tracePt t="600337" x="4497388" y="2681288"/>
          <p14:tracePt t="600359" x="4503738" y="2708275"/>
          <p14:tracePt t="600378" x="4530725" y="2735263"/>
          <p14:tracePt t="600389" x="4572000" y="2768600"/>
          <p14:tracePt t="600404" x="4652963" y="2809875"/>
          <p14:tracePt t="600433" x="4700588" y="2830513"/>
          <p14:tracePt t="600435" x="4762500" y="2851150"/>
          <p14:tracePt t="600436" x="4810125" y="2857500"/>
          <p14:tracePt t="600458" x="4872038" y="2878138"/>
          <p14:tracePt t="600458" x="4919663" y="2884488"/>
          <p14:tracePt t="600477" x="4994275" y="2898775"/>
          <p14:tracePt t="600486" x="5041900" y="2898775"/>
          <p14:tracePt t="600502" x="5110163" y="2905125"/>
          <p14:tracePt t="600518" x="5238750" y="2919413"/>
          <p14:tracePt t="600535" x="5340350" y="2925763"/>
          <p14:tracePt t="600552" x="5578475" y="2946400"/>
          <p14:tracePt t="600568" x="5700713" y="2952750"/>
          <p14:tracePt t="600585" x="5932488" y="2967038"/>
          <p14:tracePt t="600587" x="6116638" y="2979738"/>
          <p14:tracePt t="600602" x="6415088" y="2994025"/>
          <p14:tracePt t="600633" x="6634163" y="3000375"/>
          <p14:tracePt t="600635" x="7170738" y="3021013"/>
          <p14:tracePt t="600645" x="7491413" y="3021013"/>
          <p14:tracePt t="600671" x="7789863" y="3006725"/>
          <p14:tracePt t="600672" x="8137525" y="2967038"/>
          <p14:tracePt t="600696" x="8307388" y="2871788"/>
          <p14:tracePt t="600722" x="8340725" y="2782888"/>
          <p14:tracePt t="600731" x="8340725" y="2747963"/>
          <p14:tracePt t="600748" x="8328025" y="2700338"/>
          <p14:tracePt t="600768" x="8212138" y="2613025"/>
          <p14:tracePt t="600786" x="8116888" y="2578100"/>
          <p14:tracePt t="600788" x="7912100" y="2509838"/>
          <p14:tracePt t="600800" x="7640638" y="2435225"/>
          <p14:tracePt t="600825" x="7048500" y="2339975"/>
          <p14:tracePt t="600835" x="6777038" y="2327275"/>
          <p14:tracePt t="600845" x="6348413" y="2312988"/>
          <p14:tracePt t="600854" x="6075363" y="2327275"/>
          <p14:tracePt t="600868" x="5634038" y="2354263"/>
          <p14:tracePt t="600900" x="5170488" y="2387600"/>
          <p14:tracePt t="600902" x="4578350" y="2482850"/>
          <p14:tracePt t="600923" x="4211638" y="2565400"/>
          <p14:tracePt t="600925" x="4033838" y="2613025"/>
          <p14:tracePt t="600934" x="3857625" y="2681288"/>
          <p14:tracePt t="600947" x="3762375" y="2747963"/>
          <p14:tracePt t="600965" x="3735388" y="2782888"/>
          <p14:tracePt t="600970" x="3714750" y="2824163"/>
          <p14:tracePt t="600985" x="3714750" y="2851150"/>
          <p14:tracePt t="601002" x="3741738" y="2898775"/>
          <p14:tracePt t="601004" x="3783013" y="2925763"/>
          <p14:tracePt t="601026" x="3878263" y="2973388"/>
          <p14:tracePt t="601027" x="3979863" y="3006725"/>
          <p14:tracePt t="601039" x="4170363" y="3048000"/>
          <p14:tracePt t="601054" x="4348163" y="3074988"/>
          <p14:tracePt t="601056" x="4673600" y="3116263"/>
          <p14:tracePt t="601093" x="5387975" y="3170238"/>
          <p14:tracePt t="601093" x="5919788" y="3176588"/>
          <p14:tracePt t="601103" x="6272213" y="3176588"/>
          <p14:tracePt t="601129" x="6762750" y="3170238"/>
          <p14:tracePt t="601130" x="7034213" y="3143250"/>
          <p14:tracePt t="601139" x="7396163" y="3089275"/>
          <p14:tracePt t="601153" x="7578725" y="3041650"/>
          <p14:tracePt t="601166" x="7769225" y="2973388"/>
          <p14:tracePt t="601179" x="7843838" y="2925763"/>
          <p14:tracePt t="601181" x="7899400" y="2871788"/>
          <p14:tracePt t="601197" x="7912100" y="2843213"/>
          <p14:tracePt t="601215" x="7843838" y="2755900"/>
          <p14:tracePt t="601248" x="7443788" y="2605088"/>
          <p14:tracePt t="601270" x="6926263" y="2503488"/>
          <p14:tracePt t="601291" x="6557963" y="2462213"/>
          <p14:tracePt t="601292" x="6300788" y="2449513"/>
          <p14:tracePt t="601315" x="5661025" y="2462213"/>
          <p14:tracePt t="601337" x="5021263" y="2538413"/>
          <p14:tracePt t="601367" x="4714875" y="2613025"/>
          <p14:tracePt t="601376" x="4646613" y="2633663"/>
          <p14:tracePt t="601388" x="4598988" y="2660650"/>
          <p14:tracePt t="601403" x="4578350" y="2673350"/>
          <p14:tracePt t="601404" x="4578350" y="2681288"/>
          <p14:tracePt t="601437" x="4592638" y="2687638"/>
          <p14:tracePt t="601438" x="4646613" y="2720975"/>
          <p14:tracePt t="601462" x="4748213" y="2735263"/>
          <p14:tracePt t="601481" x="4843463" y="2747963"/>
          <p14:tracePt t="601483" x="4919663" y="2747963"/>
          <p14:tracePt t="601506" x="5143500" y="2755900"/>
          <p14:tracePt t="601536" x="5280025" y="2747963"/>
          <p14:tracePt t="601545" x="5313363" y="2747963"/>
          <p14:tracePt t="601558" x="5334000" y="2735263"/>
          <p14:tracePt t="601573" x="5340350" y="2735263"/>
          <p14:tracePt t="603152" x="5327650" y="2720975"/>
          <p14:tracePt t="603160" x="5259388" y="2681288"/>
          <p14:tracePt t="603184" x="5081588" y="2586038"/>
          <p14:tracePt t="603216" x="4673600" y="2482850"/>
          <p14:tracePt t="603234" x="4572000" y="2462213"/>
          <p14:tracePt t="603266" x="4184650" y="2455863"/>
          <p14:tracePt t="603281" x="4089400" y="2462213"/>
          <p14:tracePt t="603304" x="3863975" y="2482850"/>
          <p14:tracePt t="603342" x="3735388" y="2503488"/>
          <p14:tracePt t="603343" x="3565525" y="2530475"/>
          <p14:tracePt t="603371" x="3414713" y="2586038"/>
          <p14:tracePt t="603372" x="3375025" y="2613025"/>
          <p14:tracePt t="603401" x="3340100" y="2700338"/>
          <p14:tracePt t="603409" x="3327400" y="2755900"/>
          <p14:tracePt t="603446" x="3327400" y="2795588"/>
          <p14:tracePt t="603447" x="3367088" y="2871788"/>
          <p14:tracePt t="603455" x="3395663" y="2898775"/>
          <p14:tracePt t="603470" x="3443288" y="2919413"/>
          <p14:tracePt t="603491" x="3586163" y="2932113"/>
          <p14:tracePt t="603508" x="3714750" y="2925763"/>
          <p14:tracePt t="603540" x="3741738" y="2919413"/>
          <p14:tracePt t="603541" x="3768725" y="2871788"/>
          <p14:tracePt t="603559" x="3762375" y="2824163"/>
          <p14:tracePt t="603567" x="3729038" y="2755900"/>
          <p14:tracePt t="603587" x="3557588" y="2613025"/>
          <p14:tracePt t="603606" x="3449638" y="2557463"/>
          <p14:tracePt t="603623" x="3128963" y="2462213"/>
          <p14:tracePt t="603653" x="2946400" y="2455863"/>
          <p14:tracePt t="603654" x="2700338" y="2503488"/>
          <p14:tracePt t="603679" x="2565400" y="2598738"/>
          <p14:tracePt t="603699" x="2538413" y="2633663"/>
          <p14:tracePt t="603700" x="2530475" y="2687638"/>
          <p14:tracePt t="603712" x="2538413" y="2747963"/>
          <p14:tracePt t="603731" x="2565400" y="2776538"/>
          <p14:tracePt t="603735" x="2613025" y="2824163"/>
          <p14:tracePt t="603751" x="2660650" y="2843213"/>
          <p14:tracePt t="603764" x="2755900" y="2871788"/>
          <p14:tracePt t="603784" x="2979738" y="2884488"/>
          <p14:tracePt t="603797" x="3095625" y="2878138"/>
          <p14:tracePt t="603833" x="3449638" y="2809875"/>
          <p14:tracePt t="603833" x="3803650" y="2660650"/>
          <p14:tracePt t="603856" x="3890963" y="2538413"/>
          <p14:tracePt t="603883" x="3884613" y="2462213"/>
          <p14:tracePt t="603891" x="3863975" y="2449513"/>
          <p14:tracePt t="603906" x="3810000" y="2414588"/>
          <p14:tracePt t="603939" x="3756025" y="2408238"/>
          <p14:tracePt t="603940" x="3538538" y="2401888"/>
          <p14:tracePt t="603950" x="3395663" y="2428875"/>
          <p14:tracePt t="603969" x="3292475" y="2462213"/>
          <p14:tracePt t="603971" x="3190875" y="2530475"/>
          <p14:tracePt t="603983" x="3122613" y="2586038"/>
          <p14:tracePt t="604004" x="3095625" y="2673350"/>
          <p14:tracePt t="604039" x="3095625" y="2687638"/>
          <p14:tracePt t="604040" x="3122613" y="2735263"/>
          <p14:tracePt t="604050" x="3149600" y="2747963"/>
          <p14:tracePt t="604066" x="3197225" y="2755900"/>
          <p14:tracePt t="604081" x="3286125" y="2768600"/>
          <p14:tracePt t="604084" x="3360738" y="2768600"/>
          <p14:tracePt t="604116" x="3497263" y="2755900"/>
          <p14:tracePt t="604116" x="3694113" y="2687638"/>
          <p14:tracePt t="604139" x="3783013" y="2613025"/>
          <p14:tracePt t="604164" x="3783013" y="2524125"/>
          <p14:tracePt t="604183" x="3762375" y="2482850"/>
          <p14:tracePt t="604184" x="3729038" y="2455863"/>
          <p14:tracePt t="604196" x="3646488" y="2428875"/>
          <p14:tracePt t="604230" x="3565525" y="2408238"/>
          <p14:tracePt t="604231" x="3300413" y="2408238"/>
          <p14:tracePt t="604253" x="3027363" y="2503488"/>
          <p14:tracePt t="604274" x="2884488" y="2646363"/>
          <p14:tracePt t="604305" x="2857500" y="2735263"/>
          <p14:tracePt t="604330" x="2857500" y="2755900"/>
          <p14:tracePt t="604331" x="2898775" y="2803525"/>
          <p14:tracePt t="604353" x="3000375" y="2830513"/>
          <p14:tracePt t="604386" x="3313113" y="2824163"/>
          <p14:tracePt t="604407" x="3810000" y="2720975"/>
          <p14:tracePt t="604433" x="3986213" y="2613025"/>
          <p14:tracePt t="604456" x="4014788" y="2530475"/>
          <p14:tracePt t="604482" x="3959225" y="2449513"/>
          <p14:tracePt t="604490" x="3878263" y="2401888"/>
          <p14:tracePt t="604506" x="3783013" y="2360613"/>
          <p14:tracePt t="604521" x="3367088" y="2292350"/>
          <p14:tracePt t="604556" x="3211513" y="2286000"/>
          <p14:tracePt t="604557" x="2851150" y="2339975"/>
          <p14:tracePt t="604582" x="2578100" y="2455863"/>
          <p14:tracePt t="604591" x="2524125" y="2509838"/>
          <p14:tracePt t="604604" x="2503488" y="2538413"/>
          <p14:tracePt t="604637" x="2503488" y="2557463"/>
          <p14:tracePt t="604638" x="2524125" y="2598738"/>
          <p14:tracePt t="604646" x="2538413" y="2605088"/>
          <p14:tracePt t="604665" x="2605088" y="2625725"/>
          <p14:tracePt t="604684" x="2795588" y="2660650"/>
          <p14:tracePt t="604704" x="2967038" y="2660650"/>
          <p14:tracePt t="604705" x="3101975" y="2660650"/>
          <p14:tracePt t="604730" x="3313113" y="2660650"/>
          <p14:tracePt t="604731" x="3449638" y="2646363"/>
          <p14:tracePt t="604740" x="3633788" y="2613025"/>
          <p14:tracePt t="604770" x="3729038" y="2598738"/>
          <p14:tracePt t="604771" x="3857625" y="2524125"/>
          <p14:tracePt t="604781" x="3884613" y="2490788"/>
          <p14:tracePt t="604794" x="3890963" y="2462213"/>
          <p14:tracePt t="604807" x="3884613" y="2455863"/>
          <p14:tracePt t="604837" x="3863975" y="2435225"/>
          <p14:tracePt t="604838" x="3783013" y="2428875"/>
          <p14:tracePt t="604860" x="3694113" y="2435225"/>
          <p14:tracePt t="604879" x="3667125" y="2449513"/>
          <p14:tracePt t="604880" x="3640138" y="2476500"/>
          <p14:tracePt t="604903" x="3619500" y="2551113"/>
          <p14:tracePt t="604924" x="3619500" y="2586038"/>
          <p14:tracePt t="604925" x="3640138" y="2633663"/>
          <p14:tracePt t="604944" x="3681413" y="2681288"/>
          <p14:tracePt t="604954" x="3708400" y="2708275"/>
          <p14:tracePt t="604986" x="3783013" y="2735263"/>
          <p14:tracePt t="604987" x="4000500" y="2782888"/>
          <p14:tracePt t="604997" x="4129088" y="2795588"/>
          <p14:tracePt t="605030" x="4375150" y="2795588"/>
          <p14:tracePt t="605032" x="4872038" y="2755900"/>
          <p14:tracePt t="605040" x="5081588" y="2728913"/>
          <p14:tracePt t="605054" x="5340350" y="2673350"/>
          <p14:tracePt t="605070" x="5551488" y="2613025"/>
          <p14:tracePt t="605071" x="5646738" y="2598738"/>
          <p14:tracePt t="605086" x="5721350" y="2565400"/>
          <p14:tracePt t="605104" x="5748338" y="2565400"/>
          <p14:tracePt t="605401" x="5735638" y="2565400"/>
          <p14:tracePt t="605434" x="5729288" y="2565400"/>
          <p14:tracePt t="605434" x="5646738" y="2586038"/>
          <p14:tracePt t="605465" x="5170488" y="2878138"/>
          <p14:tracePt t="605491" x="4851400" y="3048000"/>
          <p14:tracePt t="605504" x="4700588" y="3116263"/>
          <p14:tracePt t="605558" x="4518025" y="3176588"/>
          <p14:tracePt t="605885" x="4524375" y="3176588"/>
          <p14:tracePt t="605892" x="4530725" y="3170238"/>
          <p14:tracePt t="605915" x="4551363" y="3170238"/>
          <p14:tracePt t="605943" x="4545013" y="3176588"/>
          <p14:tracePt t="605986" x="4518025" y="3211513"/>
          <p14:tracePt t="606007" x="4456113" y="3271838"/>
          <p14:tracePt t="606043" x="4443413" y="3319463"/>
          <p14:tracePt t="606044" x="4354513" y="3509963"/>
          <p14:tracePt t="606053" x="4319588" y="3613150"/>
          <p14:tracePt t="606069" x="4259263" y="3783013"/>
          <p14:tracePt t="606086" x="4075113" y="4137025"/>
          <p14:tracePt t="606110" x="3816350" y="4578350"/>
          <p14:tracePt t="606138" x="3735388" y="4884738"/>
          <p14:tracePt t="606147" x="3714750" y="5041900"/>
          <p14:tracePt t="606185" x="3646488" y="5286375"/>
          <p14:tracePt t="606186" x="3565525" y="5476875"/>
          <p14:tracePt t="606210" x="3509963" y="5626100"/>
          <p14:tracePt t="606230" x="3482975" y="5729288"/>
          <p14:tracePt t="606259" x="3462338" y="5783263"/>
          <p14:tracePt t="606268" x="3462338" y="5803900"/>
          <p14:tracePt t="606287" x="3462338" y="5830888"/>
          <p14:tracePt t="606302" x="3462338" y="5843588"/>
          <p14:tracePt t="606331" x="3462338" y="5851525"/>
          <p14:tracePt t="606331" x="3449638" y="5857875"/>
          <p14:tracePt t="606342" x="3435350" y="5872163"/>
          <p14:tracePt t="606359" x="3414713" y="5878513"/>
          <p14:tracePt t="606375" x="3387725" y="5899150"/>
          <p14:tracePt t="606377" x="3340100" y="5919788"/>
          <p14:tracePt t="606392" x="3292475" y="5946775"/>
          <p14:tracePt t="606408" x="3252788" y="5967413"/>
          <p14:tracePt t="606425" x="3163888" y="6000750"/>
          <p14:tracePt t="606440" x="3143250" y="6015038"/>
          <p14:tracePt t="606456" x="3101975" y="6048375"/>
          <p14:tracePt t="606489" x="3095625" y="6054725"/>
          <p14:tracePt t="606490" x="3095625" y="6069013"/>
          <p14:tracePt t="606520" x="3095625" y="6075363"/>
          <p14:tracePt t="606528" x="3095625" y="6089650"/>
          <p14:tracePt t="606559" x="3089275" y="6102350"/>
          <p14:tracePt t="606589" x="3074988" y="6102350"/>
          <p14:tracePt t="606606" x="3068638" y="6102350"/>
          <p14:tracePt t="606636" x="3054350" y="6096000"/>
          <p14:tracePt t="606637" x="3041650" y="6089650"/>
          <p14:tracePt t="607020" x="3041650" y="6075363"/>
          <p14:tracePt t="607051" x="3006725" y="6069013"/>
          <p14:tracePt t="607052" x="2979738" y="6069013"/>
          <p14:tracePt t="607086" x="2898775" y="6054725"/>
          <p14:tracePt t="607127" x="2851150" y="6069013"/>
          <p14:tracePt t="607135" x="2843213" y="6075363"/>
          <p14:tracePt t="607160" x="2824163" y="6096000"/>
          <p14:tracePt t="607189" x="2830513" y="6197600"/>
          <p14:tracePt t="607237" x="2843213" y="6286500"/>
          <p14:tracePt t="607238" x="2843213" y="6361113"/>
          <p14:tracePt t="607246" x="2843213" y="6375400"/>
          <p14:tracePt t="607270" x="2843213" y="6415088"/>
          <p14:tracePt t="607291" x="2830513" y="6443663"/>
          <p14:tracePt t="607350" x="2843213" y="6443663"/>
          <p14:tracePt t="607369" x="2857500" y="6443663"/>
          <p14:tracePt t="607384" x="2871788" y="6443663"/>
          <p14:tracePt t="607407" x="2905125" y="6435725"/>
          <p14:tracePt t="607449" x="2925763" y="6423025"/>
          <p14:tracePt t="607450" x="2932113" y="6423025"/>
          <p14:tracePt t="607474" x="2946400" y="6423025"/>
          <p14:tracePt t="607490" x="2946400" y="6415088"/>
          <p14:tracePt t="607629" x="2952750" y="6415088"/>
          <p14:tracePt t="607681" x="2967038" y="6415088"/>
          <p14:tracePt t="607683" x="2973388" y="6415088"/>
          <p14:tracePt t="607703" x="2994025" y="6415088"/>
          <p14:tracePt t="607705" x="3000375" y="6415088"/>
          <p14:tracePt t="607742" x="3027363" y="6415088"/>
          <p14:tracePt t="607743" x="3074988" y="6423025"/>
          <p14:tracePt t="607764" x="3101975" y="6423025"/>
          <p14:tracePt t="607766" x="3128963" y="6423025"/>
          <p14:tracePt t="607779" x="3170238" y="6423025"/>
          <p14:tracePt t="607801" x="3224213" y="6423025"/>
          <p14:tracePt t="607835" x="3244850" y="6423025"/>
          <p14:tracePt t="607836" x="3271838" y="6423025"/>
          <p14:tracePt t="607859" x="3286125" y="6423025"/>
          <p14:tracePt t="607908" x="3292475" y="6415088"/>
          <p14:tracePt t="607940" x="3300413" y="6408738"/>
          <p14:tracePt t="607941" x="3327400" y="6396038"/>
          <p14:tracePt t="607961" x="3348038" y="6375400"/>
          <p14:tracePt t="607962" x="3375025" y="6367463"/>
          <p14:tracePt t="607990" x="3422650" y="6340475"/>
          <p14:tracePt t="608000" x="3449638" y="6334125"/>
          <p14:tracePt t="608029" x="3462338" y="6319838"/>
          <p14:tracePt t="608030" x="3490913" y="6313488"/>
          <p14:tracePt t="608109" x="3497263" y="6313488"/>
          <p14:tracePt t="608140" x="3509963" y="6319838"/>
          <p14:tracePt t="608150" x="3517900" y="6319838"/>
          <p14:tracePt t="608170" x="3530600" y="6319838"/>
          <p14:tracePt t="608184" x="3538538" y="6319838"/>
          <p14:tracePt t="608540" x="3449638" y="6292850"/>
          <p14:tracePt t="608574" x="3238500" y="6224588"/>
          <p14:tracePt t="608585" x="3163888" y="6218238"/>
          <p14:tracePt t="608586" x="3074988" y="6211888"/>
          <p14:tracePt t="608609" x="2878138" y="6272213"/>
          <p14:tracePt t="608632" x="2795588" y="6340475"/>
          <p14:tracePt t="608675" x="2776538" y="6388100"/>
          <p14:tracePt t="608676" x="2782888" y="6408738"/>
          <p14:tracePt t="608686" x="2795588" y="6408738"/>
          <p14:tracePt t="608725" x="2830513" y="6408738"/>
          <p14:tracePt t="608726" x="2871788" y="6408738"/>
          <p14:tracePt t="608735" x="2884488" y="6396038"/>
          <p14:tracePt t="608756" x="2925763" y="6388100"/>
          <p14:tracePt t="608773" x="2946400" y="6367463"/>
          <p14:tracePt t="608774" x="2967038" y="6361113"/>
          <p14:tracePt t="608792" x="2979738" y="6348413"/>
          <p14:tracePt t="608809" x="2994025" y="6340475"/>
          <p14:tracePt t="608830" x="3006725" y="6340475"/>
          <p14:tracePt t="608862" x="3021013" y="6340475"/>
          <p14:tracePt t="608863" x="3048000" y="6334125"/>
          <p14:tracePt t="608890" x="3116263" y="6334125"/>
          <p14:tracePt t="608897" x="3176588" y="6334125"/>
          <p14:tracePt t="608912" x="3244850" y="6334125"/>
          <p14:tracePt t="608926" x="3340100" y="6334125"/>
          <p14:tracePt t="608943" x="3497263" y="6319838"/>
          <p14:tracePt t="608961" x="3592513" y="6313488"/>
          <p14:tracePt t="608977" x="3694113" y="6300788"/>
          <p14:tracePt t="608994" x="3729038" y="6300788"/>
          <p14:tracePt t="609009" x="3756025" y="6300788"/>
          <p14:tracePt t="609233" x="3762375" y="6300788"/>
          <p14:tracePt t="609252" x="3789363" y="6313488"/>
          <p14:tracePt t="609263" x="3851275" y="6334125"/>
          <p14:tracePt t="609279" x="4110038" y="6423025"/>
          <p14:tracePt t="609300" x="4211638" y="6456363"/>
          <p14:tracePt t="609303" x="4354513" y="6497638"/>
          <p14:tracePt t="609320" x="4491038" y="6530975"/>
          <p14:tracePt t="609334" x="4565650" y="6538913"/>
          <p14:tracePt t="609337" x="4640263" y="6557963"/>
          <p14:tracePt t="609355" x="4687888" y="6557963"/>
          <p14:tracePt t="609372" x="4735513" y="6565900"/>
          <p14:tracePt t="609441" x="4735513" y="6557963"/>
          <p14:tracePt t="609449" x="4735513" y="6545263"/>
          <p14:tracePt t="609467" x="4741863" y="6538913"/>
          <p14:tracePt t="609487" x="4741863" y="6530975"/>
          <p14:tracePt t="609505" x="4741863" y="6518275"/>
          <p14:tracePt t="609534" x="4741863" y="6510338"/>
          <p14:tracePt t="609535" x="4741863" y="6497638"/>
          <p14:tracePt t="609573" x="4741863" y="6491288"/>
          <p14:tracePt t="613165" x="4714875" y="6491288"/>
          <p14:tracePt t="613172" x="4700588" y="6491288"/>
          <p14:tracePt t="613308" x="4700588" y="6483350"/>
          <p14:tracePt t="613345" x="4700588" y="6470650"/>
          <p14:tracePt t="613346" x="4700588" y="6462713"/>
          <p14:tracePt t="613354" x="4700588" y="6456363"/>
          <p14:tracePt t="613381" x="4700588" y="6443663"/>
          <p14:tracePt t="613446" x="4714875" y="6470650"/>
          <p14:tracePt t="613454" x="4714875" y="6483350"/>
          <p14:tracePt t="613473" x="4714875" y="6491288"/>
          <p14:tracePt t="613498" x="4687888" y="6497638"/>
          <p14:tracePt t="613981" x="4687888" y="6491288"/>
          <p14:tracePt t="614053" x="4694238" y="6491288"/>
          <p14:tracePt t="614161" x="4700588" y="6483350"/>
          <p14:tracePt t="614195" x="4700588" y="6470650"/>
          <p14:tracePt t="614229" x="4714875" y="6470650"/>
          <p14:tracePt t="614263" x="4721225" y="6483350"/>
          <p14:tracePt t="614290" x="4735513" y="6491288"/>
          <p14:tracePt t="614304" x="4741863" y="6497638"/>
          <p14:tracePt t="614356" x="4748213" y="6518275"/>
          <p14:tracePt t="614356" x="4748213" y="6530975"/>
          <p14:tracePt t="614532" x="4762500" y="6530975"/>
          <p14:tracePt t="614556" x="4762500" y="6518275"/>
          <p14:tracePt t="614814" x="4762500" y="6510338"/>
          <p14:tracePt t="615006" x="4768850" y="6483350"/>
          <p14:tracePt t="615040" x="4687888" y="5926138"/>
          <p14:tracePt t="615074" x="4197350" y="4327525"/>
          <p14:tracePt t="615110" x="3530600" y="2932113"/>
          <p14:tracePt t="615117" x="3319463" y="2646363"/>
          <p14:tracePt t="615169" x="3054350" y="2327275"/>
          <p14:tracePt t="615171" x="2884488" y="2163763"/>
          <p14:tracePt t="615180" x="2809875" y="2116138"/>
          <p14:tracePt t="615200" x="2728913" y="2089150"/>
          <p14:tracePt t="615251" x="2673350" y="2089150"/>
          <p14:tracePt t="615252" x="2625725" y="2116138"/>
          <p14:tracePt t="615286" x="2613025" y="2122488"/>
          <p14:tracePt t="615287" x="2565400" y="2163763"/>
          <p14:tracePt t="615307" x="2551113" y="2190750"/>
          <p14:tracePt t="615321" x="2490788" y="2292350"/>
          <p14:tracePt t="615344" x="2462213" y="2381250"/>
          <p14:tracePt t="615358" x="2476500" y="2414588"/>
          <p14:tracePt t="615399" x="2524125" y="2482850"/>
          <p14:tracePt t="615399" x="2687638" y="2557463"/>
          <p14:tracePt t="615421" x="2925763" y="2613025"/>
          <p14:tracePt t="615447" x="3197225" y="2646363"/>
          <p14:tracePt t="615473" x="3443288" y="2586038"/>
          <p14:tracePt t="615481" x="3490913" y="2551113"/>
          <p14:tracePt t="615495" x="3538538" y="2490788"/>
          <p14:tracePt t="615514" x="3544888" y="2401888"/>
          <p14:tracePt t="615547" x="3517900" y="2339975"/>
          <p14:tracePt t="615548" x="3414713" y="2259013"/>
          <p14:tracePt t="615565" x="3313113" y="2211388"/>
          <p14:tracePt t="615575" x="3170238" y="2184400"/>
          <p14:tracePt t="615592" x="2952750" y="2184400"/>
          <p14:tracePt t="615608" x="2878138" y="2217738"/>
          <p14:tracePt t="615636" x="2843213" y="2259013"/>
          <p14:tracePt t="615637" x="2830513" y="2435225"/>
          <p14:tracePt t="615648" x="2871788" y="2524125"/>
          <p14:tracePt t="615664" x="2973388" y="2652713"/>
          <p14:tracePt t="615681" x="3286125" y="2824163"/>
          <p14:tracePt t="615697" x="3497263" y="2857500"/>
          <p14:tracePt t="615728" x="3708400" y="2851150"/>
          <p14:tracePt t="615728" x="4033838" y="2768600"/>
          <p14:tracePt t="615737" x="4197350" y="2700338"/>
          <p14:tracePt t="615755" x="4319588" y="2633663"/>
          <p14:tracePt t="615775" x="4422775" y="2557463"/>
          <p14:tracePt t="615791" x="4429125" y="2538413"/>
          <p14:tracePt t="615804" x="4429125" y="2524125"/>
          <p14:tracePt t="615805" x="4408488" y="2509838"/>
          <p14:tracePt t="615839" x="4375150" y="2490788"/>
          <p14:tracePt t="615840" x="4252913" y="2503488"/>
          <p14:tracePt t="615867" x="4176713" y="2530475"/>
          <p14:tracePt t="615868" x="4129088" y="2557463"/>
          <p14:tracePt t="615876" x="4089400" y="2598738"/>
          <p14:tracePt t="615891" x="4081463" y="2625725"/>
          <p14:tracePt t="615909" x="4089400" y="2633663"/>
          <p14:tracePt t="615937" x="4197350" y="2681288"/>
          <p14:tracePt t="615938" x="4259263" y="2687638"/>
          <p14:tracePt t="615938" x="4367213" y="2700338"/>
          <p14:tracePt t="615953" x="4476750" y="2700338"/>
          <p14:tracePt t="615972" x="4565650" y="2700338"/>
          <p14:tracePt t="615975" x="4667250" y="2687638"/>
          <p14:tracePt t="615992" x="4721225" y="2687638"/>
          <p14:tracePt t="616008" x="4762500" y="2687638"/>
          <p14:tracePt t="616670" x="4768850" y="2681288"/>
          <p14:tracePt t="621890" x="4578350" y="2633663"/>
          <p14:tracePt t="621891" x="4449763" y="2613025"/>
          <p14:tracePt t="621914" x="3890963" y="2551113"/>
          <p14:tracePt t="621930" x="3667125" y="2551113"/>
          <p14:tracePt t="621947" x="3224213" y="2598738"/>
          <p14:tracePt t="621964" x="3074988" y="2660650"/>
          <p14:tracePt t="621981" x="3021013" y="2708275"/>
          <p14:tracePt t="621982" x="2979738" y="2768600"/>
          <p14:tracePt t="622041" x="3021013" y="2851150"/>
          <p14:tracePt t="622042" x="3163888" y="2871788"/>
          <p14:tracePt t="622050" x="3244850" y="2871788"/>
          <p14:tracePt t="622068" x="3435350" y="2871788"/>
          <p14:tracePt t="622098" x="3911600" y="2768600"/>
          <p14:tracePt t="622134" x="4033838" y="2700338"/>
          <p14:tracePt t="622135" x="4122738" y="2578100"/>
          <p14:tracePt t="622144" x="4122738" y="2530475"/>
          <p14:tracePt t="622167" x="4075113" y="2408238"/>
          <p14:tracePt t="622182" x="4048125" y="2381250"/>
          <p14:tracePt t="622183" x="3986213" y="2366963"/>
          <p14:tracePt t="622239" x="3890963" y="2401888"/>
          <p14:tracePt t="622239" x="3851275" y="2538413"/>
          <p14:tracePt t="622262" x="3890963" y="2660650"/>
          <p14:tracePt t="622278" x="3973513" y="2728913"/>
          <p14:tracePt t="622302" x="4197350" y="2803525"/>
          <p14:tracePt t="622318" x="4592638" y="2824163"/>
          <p14:tracePt t="622354" x="5006975" y="2782888"/>
          <p14:tracePt t="622356" x="5191125" y="2735263"/>
          <p14:tracePt t="622367" x="5280025" y="2700338"/>
          <p14:tracePt t="622399" x="5387975" y="2565400"/>
          <p14:tracePt t="622432" x="5381625" y="2538413"/>
          <p14:tracePt t="622433" x="5340350" y="2509838"/>
          <p14:tracePt t="622461" x="5280025" y="2509838"/>
          <p14:tracePt t="622469" x="5253038" y="2509838"/>
          <p14:tracePt t="622481" x="5211763" y="2524125"/>
          <p14:tracePt t="622505" x="5184775" y="2538413"/>
          <p14:tracePt t="622521" x="5164138" y="2557463"/>
          <p14:tracePt t="622555" x="5164138" y="2578100"/>
          <p14:tracePt t="622568" x="5157788" y="2578100"/>
          <p14:tracePt t="622601" x="5157788" y="2586038"/>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8E7997C9-AEE7-8947-89E9-C64907872F53}"/>
              </a:ext>
            </a:extLst>
          </p:cNvPr>
          <p:cNvSpPr>
            <a:spLocks noGrp="1"/>
          </p:cNvSpPr>
          <p:nvPr>
            <p:ph type="title" idx="4294967295"/>
          </p:nvPr>
        </p:nvSpPr>
        <p:spPr>
          <a:xfrm>
            <a:off x="362888" y="99689"/>
            <a:ext cx="6237168" cy="536984"/>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lt1"/>
                </a:solidFill>
                <a:effectLst/>
                <a:uLnTx/>
                <a:uFillTx/>
                <a:latin typeface="+mn-lt"/>
                <a:ea typeface="+mn-ea"/>
                <a:cs typeface="+mn-cs"/>
              </a:rPr>
              <a:t>Fast Polynomial Multiplication in AES (</a:t>
            </a:r>
            <a:r>
              <a:rPr kumimoji="0" lang="en-US" sz="2400" b="1" i="0" u="none" strike="noStrike" kern="1200" cap="none" spc="0" normalizeH="0" baseline="0" noProof="0" dirty="0" err="1">
                <a:ln>
                  <a:noFill/>
                </a:ln>
                <a:solidFill>
                  <a:schemeClr val="lt1"/>
                </a:solidFill>
                <a:effectLst/>
                <a:uLnTx/>
                <a:uFillTx/>
                <a:latin typeface="+mn-lt"/>
                <a:ea typeface="+mn-ea"/>
                <a:cs typeface="+mn-cs"/>
              </a:rPr>
              <a:t>cont</a:t>
            </a:r>
            <a:r>
              <a:rPr kumimoji="0" lang="en-US" sz="2400" b="1" i="0" u="none" strike="noStrike" kern="1200" cap="none" spc="0" normalizeH="0" baseline="0" noProof="0" dirty="0">
                <a:ln>
                  <a:noFill/>
                </a:ln>
                <a:solidFill>
                  <a:schemeClr val="lt1"/>
                </a:solidFill>
                <a:effectLst/>
                <a:uLnTx/>
                <a:uFillTx/>
                <a:latin typeface="+mn-lt"/>
                <a:ea typeface="+mn-ea"/>
                <a:cs typeface="+mn-cs"/>
              </a:rPr>
              <a:t>) </a:t>
            </a:r>
            <a:endParaRPr kumimoji="0" lang="en-US" sz="1800" b="1" i="0" u="none" strike="noStrike" kern="1200" cap="none" spc="0" normalizeH="0" baseline="0" noProof="0" dirty="0">
              <a:ln>
                <a:noFill/>
              </a:ln>
              <a:solidFill>
                <a:schemeClr val="lt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1CFD56-D08D-8F45-876A-DF87F89E1C98}"/>
                  </a:ext>
                </a:extLst>
              </p:cNvPr>
              <p:cNvSpPr txBox="1"/>
              <p:nvPr/>
            </p:nvSpPr>
            <p:spPr>
              <a:xfrm>
                <a:off x="623392" y="836712"/>
                <a:ext cx="11089232" cy="2769989"/>
              </a:xfrm>
              <a:prstGeom prst="rect">
                <a:avLst/>
              </a:prstGeom>
              <a:noFill/>
            </p:spPr>
            <p:txBody>
              <a:bodyPr wrap="square" rtlCol="0">
                <a:spAutoFit/>
              </a:bodyPr>
              <a:lstStyle/>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r>
                  <a:rPr lang="en-US" sz="2400" b="1" dirty="0">
                    <a:solidFill>
                      <a:srgbClr val="FF0000"/>
                    </a:solidFill>
                  </a:rPr>
                  <a:t>Example 3: </a:t>
                </a:r>
              </a:p>
              <a:p>
                <a:pPr marL="285750" indent="-285750">
                  <a:buFont typeface="Arial" panose="020B0604020202020204" pitchFamily="34" charset="0"/>
                  <a:buChar char="•"/>
                </a:pPr>
                <a:r>
                  <a:rPr lang="en-US" sz="2400" dirty="0"/>
                  <a:t>f(x) = x</a:t>
                </a:r>
                <a:r>
                  <a:rPr lang="en-US" sz="2400" baseline="30000" dirty="0"/>
                  <a:t>6</a:t>
                </a:r>
                <a:r>
                  <a:rPr lang="en-US" sz="2400" dirty="0"/>
                  <a:t> + x</a:t>
                </a:r>
                <a:r>
                  <a:rPr lang="en-US" sz="2400" baseline="30000" dirty="0"/>
                  <a:t>4</a:t>
                </a:r>
                <a:r>
                  <a:rPr lang="en-US" sz="2400" dirty="0"/>
                  <a:t> + x</a:t>
                </a:r>
                <a:r>
                  <a:rPr lang="en-US" sz="2400" baseline="30000" dirty="0"/>
                  <a:t>2</a:t>
                </a:r>
                <a:r>
                  <a:rPr lang="en-US" sz="2400" dirty="0"/>
                  <a:t> + x + 1, using an 8-bit vector to represent it: 0101 0111. </a:t>
                </a:r>
              </a:p>
              <a:p>
                <a:pPr marL="285750" indent="-285750">
                  <a:buFont typeface="Arial" panose="020B0604020202020204" pitchFamily="34" charset="0"/>
                  <a:buChar char="•"/>
                </a:pPr>
                <a:r>
                  <a:rPr lang="en-US" sz="2400" dirty="0"/>
                  <a:t>g(x) = x</a:t>
                </a:r>
                <a:r>
                  <a:rPr lang="en-US" sz="2400" baseline="30000" dirty="0"/>
                  <a:t>7</a:t>
                </a:r>
                <a:r>
                  <a:rPr lang="en-US" sz="2400" dirty="0"/>
                  <a:t> + x + 1, using an 8-bit vector to represent it: 1000 0011.</a:t>
                </a:r>
              </a:p>
              <a:p>
                <a:pPr marL="285750" indent="-285750">
                  <a:buFont typeface="Arial" panose="020B0604020202020204" pitchFamily="34" charset="0"/>
                  <a:buChar char="•"/>
                </a:pPr>
                <a:r>
                  <a:rPr lang="en-US" sz="2400" dirty="0"/>
                  <a:t>p(x) is always as </a:t>
                </a:r>
                <a:r>
                  <a:rPr lang="en-US" sz="2400" b="1" dirty="0">
                    <a:solidFill>
                      <a:srgbClr val="FF0000"/>
                    </a:solidFill>
                  </a:rPr>
                  <a:t>p(x) = x</a:t>
                </a:r>
                <a:r>
                  <a:rPr lang="en-US" sz="2400" b="1" baseline="30000" dirty="0">
                    <a:solidFill>
                      <a:srgbClr val="FF0000"/>
                    </a:solidFill>
                  </a:rPr>
                  <a:t>8</a:t>
                </a:r>
                <a:r>
                  <a:rPr lang="en-US" sz="2400" b="1" dirty="0">
                    <a:solidFill>
                      <a:srgbClr val="FF0000"/>
                    </a:solidFill>
                  </a:rPr>
                  <a:t> + x</a:t>
                </a:r>
                <a:r>
                  <a:rPr lang="en-US" sz="2400" b="1" baseline="30000" dirty="0">
                    <a:solidFill>
                      <a:srgbClr val="FF0000"/>
                    </a:solidFill>
                  </a:rPr>
                  <a:t>4</a:t>
                </a:r>
                <a:r>
                  <a:rPr lang="en-US" sz="2400" b="1" dirty="0">
                    <a:solidFill>
                      <a:srgbClr val="FF0000"/>
                    </a:solidFill>
                  </a:rPr>
                  <a:t> + x</a:t>
                </a:r>
                <a:r>
                  <a:rPr lang="en-US" sz="2400" b="1" baseline="30000" dirty="0">
                    <a:solidFill>
                      <a:srgbClr val="FF0000"/>
                    </a:solidFill>
                  </a:rPr>
                  <a:t>3</a:t>
                </a:r>
                <a:r>
                  <a:rPr lang="en-US" sz="2400" b="1" dirty="0">
                    <a:solidFill>
                      <a:srgbClr val="FF0000"/>
                    </a:solidFill>
                  </a:rPr>
                  <a:t> + x + 1.</a:t>
                </a:r>
                <a:endParaRPr lang="en-US" sz="2400" dirty="0"/>
              </a:p>
              <a:p>
                <a:pPr marL="285750" indent="-285750">
                  <a:buFont typeface="Arial" panose="020B0604020202020204" pitchFamily="34" charset="0"/>
                  <a:buChar char="•"/>
                </a:pPr>
                <a:r>
                  <a:rPr lang="en-US" sz="2400" dirty="0"/>
                  <a:t>What is </a:t>
                </a:r>
                <a14:m>
                  <m:oMath xmlns:m="http://schemas.openxmlformats.org/officeDocument/2006/math">
                    <m:r>
                      <a:rPr lang="en-US" sz="2400" i="1">
                        <a:latin typeface="Cambria Math" panose="02040503050406030204" pitchFamily="18" charset="0"/>
                        <a:ea typeface="Cambria Math" panose="02040503050406030204" pitchFamily="18" charset="0"/>
                      </a:rPr>
                      <m:t>𝑓</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e>
                    </m:d>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𝑔</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mod</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𝑝</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oMath>
                </a14:m>
                <a:r>
                  <a:rPr lang="en-US" sz="2400" dirty="0"/>
                  <a:t>?</a:t>
                </a:r>
              </a:p>
              <a:p>
                <a:pPr marL="285750" indent="-285750">
                  <a:buFont typeface="Arial" panose="020B0604020202020204" pitchFamily="34" charset="0"/>
                  <a:buChar char="•"/>
                </a:pPr>
                <a:endParaRPr lang="en-US" dirty="0"/>
              </a:p>
            </p:txBody>
          </p:sp>
        </mc:Choice>
        <mc:Fallback xmlns="">
          <p:sp>
            <p:nvSpPr>
              <p:cNvPr id="4" name="TextBox 3">
                <a:extLst>
                  <a:ext uri="{FF2B5EF4-FFF2-40B4-BE49-F238E27FC236}">
                    <a16:creationId xmlns:a16="http://schemas.microsoft.com/office/drawing/2014/main" id="{BE1CFD56-D08D-8F45-876A-DF87F89E1C98}"/>
                  </a:ext>
                </a:extLst>
              </p:cNvPr>
              <p:cNvSpPr txBox="1">
                <a:spLocks noRot="1" noChangeAspect="1" noMove="1" noResize="1" noEditPoints="1" noAdjustHandles="1" noChangeArrowheads="1" noChangeShapeType="1" noTextEdit="1"/>
              </p:cNvSpPr>
              <p:nvPr/>
            </p:nvSpPr>
            <p:spPr>
              <a:xfrm>
                <a:off x="623392" y="836712"/>
                <a:ext cx="11089232" cy="2769989"/>
              </a:xfrm>
              <a:prstGeom prst="rect">
                <a:avLst/>
              </a:prstGeom>
              <a:blipFill>
                <a:blip r:embed="rId5"/>
                <a:stretch>
                  <a:fillRect l="-686"/>
                </a:stretch>
              </a:blipFill>
            </p:spPr>
            <p:txBody>
              <a:bodyPr/>
              <a:lstStyle/>
              <a:p>
                <a:r>
                  <a:rPr lang="en-US">
                    <a:noFill/>
                  </a:rPr>
                  <a:t> </a:t>
                </a:r>
              </a:p>
            </p:txBody>
          </p:sp>
        </mc:Fallback>
      </mc:AlternateContent>
      <p:pic>
        <p:nvPicPr>
          <p:cNvPr id="6" name="Picture 5" descr="Mathematical expression showing a piecewise function defining x multiplied by f(x) based on the value of b7. The function uses binary variables b6 to b0 and includes a bitwise XOR operation with the binary sequence 00011011 when b7 equals 1.">
            <a:extLst>
              <a:ext uri="{FF2B5EF4-FFF2-40B4-BE49-F238E27FC236}">
                <a16:creationId xmlns:a16="http://schemas.microsoft.com/office/drawing/2014/main" id="{F52E0724-01E2-CE44-88F0-D674D5059E3C}"/>
              </a:ext>
            </a:extLst>
          </p:cNvPr>
          <p:cNvPicPr>
            <a:picLocks noChangeAspect="1"/>
          </p:cNvPicPr>
          <p:nvPr/>
        </p:nvPicPr>
        <p:blipFill>
          <a:blip r:embed="rId6"/>
          <a:stretch>
            <a:fillRect/>
          </a:stretch>
        </p:blipFill>
        <p:spPr>
          <a:xfrm>
            <a:off x="2815208" y="764704"/>
            <a:ext cx="6705600" cy="927100"/>
          </a:xfrm>
          <a:prstGeom prst="rect">
            <a:avLst/>
          </a:prstGeom>
        </p:spPr>
      </p:pic>
      <p:sp>
        <p:nvSpPr>
          <p:cNvPr id="7" name="TextBox 6">
            <a:extLst>
              <a:ext uri="{FF2B5EF4-FFF2-40B4-BE49-F238E27FC236}">
                <a16:creationId xmlns:a16="http://schemas.microsoft.com/office/drawing/2014/main" id="{5D87E90A-4E74-F343-8CFA-BAAA88B9BDE0}"/>
              </a:ext>
            </a:extLst>
          </p:cNvPr>
          <p:cNvSpPr txBox="1"/>
          <p:nvPr/>
        </p:nvSpPr>
        <p:spPr>
          <a:xfrm>
            <a:off x="6600056" y="183515"/>
            <a:ext cx="2685415" cy="369332"/>
          </a:xfrm>
          <a:prstGeom prst="rect">
            <a:avLst/>
          </a:prstGeom>
          <a:noFill/>
        </p:spPr>
        <p:txBody>
          <a:bodyPr wrap="none" rtlCol="0">
            <a:spAutoFit/>
          </a:bodyPr>
          <a:lstStyle/>
          <a:p>
            <a:r>
              <a:rPr lang="en-US" dirty="0"/>
              <a:t>Textbook Page 164-165.</a:t>
            </a:r>
          </a:p>
        </p:txBody>
      </p:sp>
      <p:pic>
        <p:nvPicPr>
          <p:cNvPr id="8" name="Picture 7" descr="A text-based diagram showing binary multiplication operations with corresponding results and XOR operations. It highlights step-by-step calculations involving binary numbers with parentheses and XOR symbols for clarity.">
            <a:extLst>
              <a:ext uri="{FF2B5EF4-FFF2-40B4-BE49-F238E27FC236}">
                <a16:creationId xmlns:a16="http://schemas.microsoft.com/office/drawing/2014/main" id="{511F2B93-DB35-4A4F-8CFE-87A569F0B710}"/>
              </a:ext>
            </a:extLst>
          </p:cNvPr>
          <p:cNvPicPr>
            <a:picLocks noChangeAspect="1"/>
          </p:cNvPicPr>
          <p:nvPr/>
        </p:nvPicPr>
        <p:blipFill>
          <a:blip r:embed="rId7"/>
          <a:stretch>
            <a:fillRect/>
          </a:stretch>
        </p:blipFill>
        <p:spPr>
          <a:xfrm>
            <a:off x="3503712" y="3342969"/>
            <a:ext cx="7886700" cy="2273300"/>
          </a:xfrm>
          <a:prstGeom prst="rect">
            <a:avLst/>
          </a:prstGeom>
        </p:spPr>
      </p:pic>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7603ADCF-C760-8549-B1C7-4B6828605D94}"/>
                  </a:ext>
                </a:extLst>
              </p:cNvPr>
              <p:cNvSpPr/>
              <p:nvPr/>
            </p:nvSpPr>
            <p:spPr>
              <a:xfrm>
                <a:off x="1498928" y="3373804"/>
                <a:ext cx="1298448" cy="27432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oMath>
                  </m:oMathPara>
                </a14:m>
                <a:endParaRPr lang="en-US" dirty="0"/>
              </a:p>
            </p:txBody>
          </p:sp>
        </mc:Choice>
        <mc:Fallback xmlns="">
          <p:sp>
            <p:nvSpPr>
              <p:cNvPr id="9" name="Rounded Rectangle 8">
                <a:extLst>
                  <a:ext uri="{FF2B5EF4-FFF2-40B4-BE49-F238E27FC236}">
                    <a16:creationId xmlns:a16="http://schemas.microsoft.com/office/drawing/2014/main" id="{7603ADCF-C760-8549-B1C7-4B6828605D94}"/>
                  </a:ext>
                </a:extLst>
              </p:cNvPr>
              <p:cNvSpPr>
                <a:spLocks noRot="1" noChangeAspect="1" noMove="1" noResize="1" noEditPoints="1" noAdjustHandles="1" noChangeArrowheads="1" noChangeShapeType="1" noTextEdit="1"/>
              </p:cNvSpPr>
              <p:nvPr/>
            </p:nvSpPr>
            <p:spPr>
              <a:xfrm>
                <a:off x="1498928" y="3373804"/>
                <a:ext cx="1298448" cy="274320"/>
              </a:xfrm>
              <a:prstGeom prst="round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9B5D432D-217F-7842-A178-F9FF50D514E7}"/>
                  </a:ext>
                </a:extLst>
              </p:cNvPr>
              <p:cNvSpPr/>
              <p:nvPr/>
            </p:nvSpPr>
            <p:spPr>
              <a:xfrm>
                <a:off x="141849" y="3686464"/>
                <a:ext cx="3291840" cy="27432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oMath>
                  </m:oMathPara>
                </a14:m>
                <a:endParaRPr lang="en-US" dirty="0"/>
              </a:p>
            </p:txBody>
          </p:sp>
        </mc:Choice>
        <mc:Fallback xmlns="">
          <p:sp>
            <p:nvSpPr>
              <p:cNvPr id="11" name="Rounded Rectangle 10">
                <a:extLst>
                  <a:ext uri="{FF2B5EF4-FFF2-40B4-BE49-F238E27FC236}">
                    <a16:creationId xmlns:a16="http://schemas.microsoft.com/office/drawing/2014/main" id="{9B5D432D-217F-7842-A178-F9FF50D514E7}"/>
                  </a:ext>
                </a:extLst>
              </p:cNvPr>
              <p:cNvSpPr>
                <a:spLocks noRot="1" noChangeAspect="1" noMove="1" noResize="1" noEditPoints="1" noAdjustHandles="1" noChangeArrowheads="1" noChangeShapeType="1" noTextEdit="1"/>
              </p:cNvSpPr>
              <p:nvPr/>
            </p:nvSpPr>
            <p:spPr>
              <a:xfrm>
                <a:off x="141849" y="3686464"/>
                <a:ext cx="3291840" cy="274320"/>
              </a:xfrm>
              <a:prstGeom prst="round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id="{6A4AC30E-A4C4-874E-8198-3B783F52D238}"/>
                  </a:ext>
                </a:extLst>
              </p:cNvPr>
              <p:cNvSpPr/>
              <p:nvPr/>
            </p:nvSpPr>
            <p:spPr>
              <a:xfrm>
                <a:off x="141849" y="4003859"/>
                <a:ext cx="3291840" cy="27432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oMath>
                  </m:oMathPara>
                </a14:m>
                <a:endParaRPr lang="en-US" dirty="0"/>
              </a:p>
            </p:txBody>
          </p:sp>
        </mc:Choice>
        <mc:Fallback xmlns="">
          <p:sp>
            <p:nvSpPr>
              <p:cNvPr id="17" name="Rounded Rectangle 16">
                <a:extLst>
                  <a:ext uri="{FF2B5EF4-FFF2-40B4-BE49-F238E27FC236}">
                    <a16:creationId xmlns:a16="http://schemas.microsoft.com/office/drawing/2014/main" id="{6A4AC30E-A4C4-874E-8198-3B783F52D238}"/>
                  </a:ext>
                </a:extLst>
              </p:cNvPr>
              <p:cNvSpPr>
                <a:spLocks noRot="1" noChangeAspect="1" noMove="1" noResize="1" noEditPoints="1" noAdjustHandles="1" noChangeArrowheads="1" noChangeShapeType="1" noTextEdit="1"/>
              </p:cNvSpPr>
              <p:nvPr/>
            </p:nvSpPr>
            <p:spPr>
              <a:xfrm>
                <a:off x="141849" y="4003859"/>
                <a:ext cx="3291840" cy="274320"/>
              </a:xfrm>
              <a:prstGeom prst="round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E0B4BC30-9CD1-784B-86B4-41235E799DAA}"/>
                  </a:ext>
                </a:extLst>
              </p:cNvPr>
              <p:cNvSpPr/>
              <p:nvPr/>
            </p:nvSpPr>
            <p:spPr>
              <a:xfrm>
                <a:off x="141849" y="4321254"/>
                <a:ext cx="3291840" cy="27432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4</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3</m:t>
                          </m:r>
                        </m:sup>
                      </m:sSup>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oMath>
                  </m:oMathPara>
                </a14:m>
                <a:endParaRPr lang="en-US" dirty="0"/>
              </a:p>
            </p:txBody>
          </p:sp>
        </mc:Choice>
        <mc:Fallback xmlns="">
          <p:sp>
            <p:nvSpPr>
              <p:cNvPr id="22" name="Rounded Rectangle 21">
                <a:extLst>
                  <a:ext uri="{FF2B5EF4-FFF2-40B4-BE49-F238E27FC236}">
                    <a16:creationId xmlns:a16="http://schemas.microsoft.com/office/drawing/2014/main" id="{E0B4BC30-9CD1-784B-86B4-41235E799DAA}"/>
                  </a:ext>
                </a:extLst>
              </p:cNvPr>
              <p:cNvSpPr>
                <a:spLocks noRot="1" noChangeAspect="1" noMove="1" noResize="1" noEditPoints="1" noAdjustHandles="1" noChangeArrowheads="1" noChangeShapeType="1" noTextEdit="1"/>
              </p:cNvSpPr>
              <p:nvPr/>
            </p:nvSpPr>
            <p:spPr>
              <a:xfrm>
                <a:off x="141849" y="4321254"/>
                <a:ext cx="3291840" cy="274320"/>
              </a:xfrm>
              <a:prstGeom prst="round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E39FBBEA-9401-E542-AAC9-DDFE326CDA9E}"/>
                  </a:ext>
                </a:extLst>
              </p:cNvPr>
              <p:cNvSpPr/>
              <p:nvPr/>
            </p:nvSpPr>
            <p:spPr>
              <a:xfrm>
                <a:off x="141849" y="4638649"/>
                <a:ext cx="3291840" cy="27432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5</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4</m:t>
                          </m:r>
                        </m:sup>
                      </m:sSup>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oMath>
                  </m:oMathPara>
                </a14:m>
                <a:endParaRPr lang="en-US" dirty="0"/>
              </a:p>
            </p:txBody>
          </p:sp>
        </mc:Choice>
        <mc:Fallback xmlns="">
          <p:sp>
            <p:nvSpPr>
              <p:cNvPr id="23" name="Rounded Rectangle 22">
                <a:extLst>
                  <a:ext uri="{FF2B5EF4-FFF2-40B4-BE49-F238E27FC236}">
                    <a16:creationId xmlns:a16="http://schemas.microsoft.com/office/drawing/2014/main" id="{E39FBBEA-9401-E542-AAC9-DDFE326CDA9E}"/>
                  </a:ext>
                </a:extLst>
              </p:cNvPr>
              <p:cNvSpPr>
                <a:spLocks noRot="1" noChangeAspect="1" noMove="1" noResize="1" noEditPoints="1" noAdjustHandles="1" noChangeArrowheads="1" noChangeShapeType="1" noTextEdit="1"/>
              </p:cNvSpPr>
              <p:nvPr/>
            </p:nvSpPr>
            <p:spPr>
              <a:xfrm>
                <a:off x="141849" y="4638649"/>
                <a:ext cx="3291840" cy="274320"/>
              </a:xfrm>
              <a:prstGeom prst="round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ounded Rectangle 23">
                <a:extLst>
                  <a:ext uri="{FF2B5EF4-FFF2-40B4-BE49-F238E27FC236}">
                    <a16:creationId xmlns:a16="http://schemas.microsoft.com/office/drawing/2014/main" id="{531773B1-2C89-E34C-898B-B75CC67448F6}"/>
                  </a:ext>
                </a:extLst>
              </p:cNvPr>
              <p:cNvSpPr/>
              <p:nvPr/>
            </p:nvSpPr>
            <p:spPr>
              <a:xfrm>
                <a:off x="141849" y="4956044"/>
                <a:ext cx="3291840" cy="27432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6</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5</m:t>
                          </m:r>
                        </m:sup>
                      </m:sSup>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oMath>
                  </m:oMathPara>
                </a14:m>
                <a:endParaRPr lang="en-US" dirty="0"/>
              </a:p>
            </p:txBody>
          </p:sp>
        </mc:Choice>
        <mc:Fallback xmlns="">
          <p:sp>
            <p:nvSpPr>
              <p:cNvPr id="24" name="Rounded Rectangle 23">
                <a:extLst>
                  <a:ext uri="{FF2B5EF4-FFF2-40B4-BE49-F238E27FC236}">
                    <a16:creationId xmlns:a16="http://schemas.microsoft.com/office/drawing/2014/main" id="{531773B1-2C89-E34C-898B-B75CC67448F6}"/>
                  </a:ext>
                </a:extLst>
              </p:cNvPr>
              <p:cNvSpPr>
                <a:spLocks noRot="1" noChangeAspect="1" noMove="1" noResize="1" noEditPoints="1" noAdjustHandles="1" noChangeArrowheads="1" noChangeShapeType="1" noTextEdit="1"/>
              </p:cNvSpPr>
              <p:nvPr/>
            </p:nvSpPr>
            <p:spPr>
              <a:xfrm>
                <a:off x="141849" y="4956044"/>
                <a:ext cx="3291840" cy="274320"/>
              </a:xfrm>
              <a:prstGeom prst="round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ounded Rectangle 24">
                <a:extLst>
                  <a:ext uri="{FF2B5EF4-FFF2-40B4-BE49-F238E27FC236}">
                    <a16:creationId xmlns:a16="http://schemas.microsoft.com/office/drawing/2014/main" id="{B81539A9-29E7-6F40-92CD-ABDBFA3CCC0D}"/>
                  </a:ext>
                </a:extLst>
              </p:cNvPr>
              <p:cNvSpPr/>
              <p:nvPr/>
            </p:nvSpPr>
            <p:spPr>
              <a:xfrm>
                <a:off x="141849" y="5273437"/>
                <a:ext cx="3291840" cy="27432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7</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6</m:t>
                          </m:r>
                        </m:sup>
                      </m:sSup>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oMath>
                  </m:oMathPara>
                </a14:m>
                <a:endParaRPr lang="en-US" dirty="0"/>
              </a:p>
            </p:txBody>
          </p:sp>
        </mc:Choice>
        <mc:Fallback xmlns="">
          <p:sp>
            <p:nvSpPr>
              <p:cNvPr id="25" name="Rounded Rectangle 24">
                <a:extLst>
                  <a:ext uri="{FF2B5EF4-FFF2-40B4-BE49-F238E27FC236}">
                    <a16:creationId xmlns:a16="http://schemas.microsoft.com/office/drawing/2014/main" id="{B81539A9-29E7-6F40-92CD-ABDBFA3CCC0D}"/>
                  </a:ext>
                </a:extLst>
              </p:cNvPr>
              <p:cNvSpPr>
                <a:spLocks noRot="1" noChangeAspect="1" noMove="1" noResize="1" noEditPoints="1" noAdjustHandles="1" noChangeArrowheads="1" noChangeShapeType="1" noTextEdit="1"/>
              </p:cNvSpPr>
              <p:nvPr/>
            </p:nvSpPr>
            <p:spPr>
              <a:xfrm>
                <a:off x="141849" y="5273437"/>
                <a:ext cx="3291840" cy="274320"/>
              </a:xfrm>
              <a:prstGeom prst="roundRect">
                <a:avLst/>
              </a:prstGeom>
              <a:blipFill>
                <a:blip r:embed="rId14"/>
                <a:stretch>
                  <a:fillRect/>
                </a:stretch>
              </a:blipFill>
            </p:spPr>
            <p:txBody>
              <a:bodyPr/>
              <a:lstStyle/>
              <a:p>
                <a:r>
                  <a:rPr lang="en-US">
                    <a:noFill/>
                  </a:rPr>
                  <a:t> </a:t>
                </a:r>
              </a:p>
            </p:txBody>
          </p:sp>
        </mc:Fallback>
      </mc:AlternateContent>
      <p:pic>
        <p:nvPicPr>
          <p:cNvPr id="27" name="Picture 26" descr="A mathematical equation illustrating binary multiplication and its equivalent expression using bitwise XOR and AND operations. The equation includes binary numbers with parentheses and brackets, demonstrating step-by-step transformation and final binary result.">
            <a:extLst>
              <a:ext uri="{FF2B5EF4-FFF2-40B4-BE49-F238E27FC236}">
                <a16:creationId xmlns:a16="http://schemas.microsoft.com/office/drawing/2014/main" id="{0866B566-503B-2D40-880C-D0E54F7EB34A}"/>
              </a:ext>
            </a:extLst>
          </p:cNvPr>
          <p:cNvPicPr>
            <a:picLocks noChangeAspect="1"/>
          </p:cNvPicPr>
          <p:nvPr/>
        </p:nvPicPr>
        <p:blipFill>
          <a:blip r:embed="rId15"/>
          <a:stretch>
            <a:fillRect/>
          </a:stretch>
        </p:blipFill>
        <p:spPr>
          <a:xfrm>
            <a:off x="141849" y="5699844"/>
            <a:ext cx="9728200" cy="825500"/>
          </a:xfrm>
          <a:prstGeom prst="rect">
            <a:avLst/>
          </a:prstGeom>
        </p:spPr>
      </p:pic>
      <p:sp>
        <p:nvSpPr>
          <p:cNvPr id="28" name="Right Arrow 27">
            <a:extLst>
              <a:ext uri="{FF2B5EF4-FFF2-40B4-BE49-F238E27FC236}">
                <a16:creationId xmlns:a16="http://schemas.microsoft.com/office/drawing/2014/main" id="{B7ACDF3A-7B14-BE47-B907-FED6831209D5}"/>
              </a:ext>
              <a:ext uri="{C183D7F6-B498-43B3-948B-1728B52AA6E4}">
                <adec:decorative xmlns:adec="http://schemas.microsoft.com/office/drawing/2017/decorative" val="1"/>
              </a:ext>
            </a:extLst>
          </p:cNvPr>
          <p:cNvSpPr/>
          <p:nvPr/>
        </p:nvSpPr>
        <p:spPr>
          <a:xfrm>
            <a:off x="9520808" y="6187120"/>
            <a:ext cx="967680" cy="21602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A399D6C-D158-064C-9ED7-2F42A08E5B67}"/>
              </a:ext>
            </a:extLst>
          </p:cNvPr>
          <p:cNvSpPr txBox="1"/>
          <p:nvPr/>
        </p:nvSpPr>
        <p:spPr>
          <a:xfrm>
            <a:off x="10488488" y="5710066"/>
            <a:ext cx="1728358" cy="954107"/>
          </a:xfrm>
          <a:prstGeom prst="rect">
            <a:avLst/>
          </a:prstGeom>
          <a:noFill/>
        </p:spPr>
        <p:txBody>
          <a:bodyPr wrap="none" rtlCol="0">
            <a:spAutoFit/>
          </a:bodyPr>
          <a:lstStyle/>
          <a:p>
            <a:r>
              <a:rPr lang="en-US" sz="2800" dirty="0"/>
              <a:t>Result:</a:t>
            </a:r>
          </a:p>
          <a:p>
            <a:r>
              <a:rPr lang="en-US" sz="2800" dirty="0"/>
              <a:t>x</a:t>
            </a:r>
            <a:r>
              <a:rPr lang="en-US" sz="2800" baseline="30000" dirty="0"/>
              <a:t>7</a:t>
            </a:r>
            <a:r>
              <a:rPr lang="en-US" sz="2800" dirty="0"/>
              <a:t> + x</a:t>
            </a:r>
            <a:r>
              <a:rPr lang="en-US" sz="2800" baseline="30000" dirty="0"/>
              <a:t>6</a:t>
            </a:r>
            <a:r>
              <a:rPr lang="en-US" sz="2800" dirty="0"/>
              <a:t> +1</a:t>
            </a:r>
          </a:p>
        </p:txBody>
      </p:sp>
      <p:sp>
        <p:nvSpPr>
          <p:cNvPr id="30" name="Rectangle 29">
            <a:extLst>
              <a:ext uri="{FF2B5EF4-FFF2-40B4-BE49-F238E27FC236}">
                <a16:creationId xmlns:a16="http://schemas.microsoft.com/office/drawing/2014/main" id="{9CABAD75-B54D-544F-BD67-E5679DEA5B43}"/>
              </a:ext>
              <a:ext uri="{C183D7F6-B498-43B3-948B-1728B52AA6E4}">
                <adec:decorative xmlns:adec="http://schemas.microsoft.com/office/drawing/2017/decorative" val="1"/>
              </a:ext>
            </a:extLst>
          </p:cNvPr>
          <p:cNvSpPr/>
          <p:nvPr/>
        </p:nvSpPr>
        <p:spPr>
          <a:xfrm>
            <a:off x="6816080" y="3342969"/>
            <a:ext cx="1224136" cy="343495"/>
          </a:xfrm>
          <a:prstGeom prst="rect">
            <a:avLst/>
          </a:prstGeom>
          <a:noFill/>
          <a:ln>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9BA2F16-777F-C441-918C-0026EA920230}"/>
              </a:ext>
              <a:ext uri="{C183D7F6-B498-43B3-948B-1728B52AA6E4}">
                <adec:decorative xmlns:adec="http://schemas.microsoft.com/office/drawing/2017/decorative" val="1"/>
              </a:ext>
            </a:extLst>
          </p:cNvPr>
          <p:cNvSpPr/>
          <p:nvPr/>
        </p:nvSpPr>
        <p:spPr>
          <a:xfrm>
            <a:off x="5087888" y="6106163"/>
            <a:ext cx="1224136" cy="343495"/>
          </a:xfrm>
          <a:prstGeom prst="rect">
            <a:avLst/>
          </a:prstGeom>
          <a:noFill/>
          <a:ln>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528BC7B-025F-8342-8D5A-AA4DE905DEED}"/>
              </a:ext>
              <a:ext uri="{C183D7F6-B498-43B3-948B-1728B52AA6E4}">
                <adec:decorative xmlns:adec="http://schemas.microsoft.com/office/drawing/2017/decorative" val="1"/>
              </a:ext>
            </a:extLst>
          </p:cNvPr>
          <p:cNvSpPr/>
          <p:nvPr/>
        </p:nvSpPr>
        <p:spPr>
          <a:xfrm>
            <a:off x="6816080" y="5204262"/>
            <a:ext cx="1224136" cy="343495"/>
          </a:xfrm>
          <a:prstGeom prst="rect">
            <a:avLst/>
          </a:prstGeom>
          <a:noFill/>
          <a:ln>
            <a:solidFill>
              <a:srgbClr val="00B05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080B013-F9FF-9D48-9800-73A2890AA129}"/>
              </a:ext>
              <a:ext uri="{C183D7F6-B498-43B3-948B-1728B52AA6E4}">
                <adec:decorative xmlns:adec="http://schemas.microsoft.com/office/drawing/2017/decorative" val="1"/>
              </a:ext>
            </a:extLst>
          </p:cNvPr>
          <p:cNvSpPr/>
          <p:nvPr/>
        </p:nvSpPr>
        <p:spPr>
          <a:xfrm>
            <a:off x="6668061" y="6123384"/>
            <a:ext cx="1224136" cy="343495"/>
          </a:xfrm>
          <a:prstGeom prst="rect">
            <a:avLst/>
          </a:prstGeom>
          <a:noFill/>
          <a:ln>
            <a:solidFill>
              <a:srgbClr val="00B05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D8AB68A-A281-544D-B8D1-70FC8B9B1504}"/>
              </a:ext>
              <a:ext uri="{C183D7F6-B498-43B3-948B-1728B52AA6E4}">
                <adec:decorative xmlns:adec="http://schemas.microsoft.com/office/drawing/2017/decorative" val="1"/>
              </a:ext>
            </a:extLst>
          </p:cNvPr>
          <p:cNvSpPr/>
          <p:nvPr/>
        </p:nvSpPr>
        <p:spPr>
          <a:xfrm>
            <a:off x="3503712" y="6125378"/>
            <a:ext cx="1224136" cy="343495"/>
          </a:xfrm>
          <a:prstGeom prst="rect">
            <a:avLst/>
          </a:prstGeom>
          <a:noFill/>
          <a:ln>
            <a:solidFill>
              <a:srgbClr val="0070C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996D94D-A915-3F4C-B891-510671E7570B}"/>
              </a:ext>
              <a:ext uri="{C183D7F6-B498-43B3-948B-1728B52AA6E4}">
                <adec:decorative xmlns:adec="http://schemas.microsoft.com/office/drawing/2017/decorative" val="1"/>
              </a:ext>
            </a:extLst>
          </p:cNvPr>
          <p:cNvSpPr/>
          <p:nvPr/>
        </p:nvSpPr>
        <p:spPr>
          <a:xfrm>
            <a:off x="3546347" y="3380287"/>
            <a:ext cx="1224136" cy="343495"/>
          </a:xfrm>
          <a:prstGeom prst="rect">
            <a:avLst/>
          </a:prstGeom>
          <a:noFill/>
          <a:ln>
            <a:solidFill>
              <a:srgbClr val="0070C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794827392"/>
      </p:ext>
    </p:extLst>
  </p:cSld>
  <p:clrMapOvr>
    <a:masterClrMapping/>
  </p:clrMapOvr>
  <mc:AlternateContent xmlns:mc="http://schemas.openxmlformats.org/markup-compatibility/2006" xmlns:p14="http://schemas.microsoft.com/office/powerpoint/2010/main">
    <mc:Choice Requires="p14">
      <p:transition spd="slow" p14:dur="2000" advTm="647520"/>
    </mc:Choice>
    <mc:Fallback xmlns="">
      <p:transition spd="slow" advTm="6475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linds(horizontal)">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blinds(horizontal)">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blinds(horizontal)">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blinds(horizontal)">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blinds(horizontal)">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blinds(horizontal)">
                                      <p:cBhvr>
                                        <p:cTn id="52" dur="500"/>
                                        <p:tgtEl>
                                          <p:spTgt spid="35"/>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blinds(horizontal)">
                                      <p:cBhvr>
                                        <p:cTn id="55" dur="500"/>
                                        <p:tgtEl>
                                          <p:spTgt spid="34"/>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blinds(horizontal)">
                                      <p:cBhvr>
                                        <p:cTn id="60" dur="500"/>
                                        <p:tgtEl>
                                          <p:spTgt spid="31"/>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blinds(horizontal)">
                                      <p:cBhvr>
                                        <p:cTn id="63" dur="500"/>
                                        <p:tgtEl>
                                          <p:spTgt spid="30"/>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blinds(horizontal)">
                                      <p:cBhvr>
                                        <p:cTn id="68" dur="500"/>
                                        <p:tgtEl>
                                          <p:spTgt spid="32"/>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blinds(horizontal)">
                                      <p:cBhvr>
                                        <p:cTn id="71" dur="500"/>
                                        <p:tgtEl>
                                          <p:spTgt spid="33"/>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blinds(horizontal)">
                                      <p:cBhvr>
                                        <p:cTn id="76" dur="500"/>
                                        <p:tgtEl>
                                          <p:spTgt spid="28"/>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7" grpId="0" animBg="1"/>
      <p:bldP spid="22" grpId="0" animBg="1"/>
      <p:bldP spid="23" grpId="0" animBg="1"/>
      <p:bldP spid="24" grpId="0" animBg="1"/>
      <p:bldP spid="25" grpId="0" animBg="1"/>
      <p:bldP spid="28" grpId="0" animBg="1"/>
      <p:bldP spid="29" grpId="0"/>
      <p:bldP spid="30" grpId="0" animBg="1"/>
      <p:bldP spid="31" grpId="0" animBg="1"/>
      <p:bldP spid="32" grpId="0" animBg="1"/>
      <p:bldP spid="33" grpId="0" animBg="1"/>
      <p:bldP spid="34" grpId="0" animBg="1"/>
      <p:bldP spid="35" grpId="0" animBg="1"/>
    </p:bldLst>
  </p:timing>
  <p:extLst>
    <p:ext uri="{3A86A75C-4F4B-4683-9AE1-C65F6400EC91}">
      <p14:laserTraceLst xmlns:p14="http://schemas.microsoft.com/office/powerpoint/2010/main">
        <p14:tracePtLst>
          <p14:tracePt t="1225" x="5232400" y="2551113"/>
          <p14:tracePt t="1235" x="5265738" y="2530475"/>
          <p14:tracePt t="1266" x="5456238" y="2414588"/>
          <p14:tracePt t="1324" x="5538788" y="2333625"/>
          <p14:tracePt t="1325" x="5578475" y="2286000"/>
          <p14:tracePt t="1338" x="5605463" y="2232025"/>
          <p14:tracePt t="1364" x="5599113" y="2163763"/>
          <p14:tracePt t="1381" x="5578475" y="2122488"/>
          <p14:tracePt t="1414" x="5524500" y="2089150"/>
          <p14:tracePt t="1431" x="5503863" y="2089150"/>
          <p14:tracePt t="1454" x="5456238" y="2089150"/>
          <p14:tracePt t="1471" x="5387975" y="2109788"/>
          <p14:tracePt t="1503" x="5375275" y="2109788"/>
          <p14:tracePt t="1504" x="5334000" y="2122488"/>
          <p14:tracePt t="1515" x="5327650" y="2143125"/>
          <p14:tracePt t="1528" x="5327650" y="2157413"/>
          <p14:tracePt t="1548" x="5313363" y="2184400"/>
          <p14:tracePt t="1568" x="5307013" y="2205038"/>
          <p14:tracePt t="2184" x="5313363" y="2205038"/>
          <p14:tracePt t="2257" x="5340350" y="2205038"/>
          <p14:tracePt t="2258" x="5375275" y="2205038"/>
          <p14:tracePt t="2271" x="5381625" y="2205038"/>
          <p14:tracePt t="2314" x="5387975" y="2205038"/>
          <p14:tracePt t="2315" x="5402263" y="2190750"/>
          <p14:tracePt t="2327" x="5408613" y="2184400"/>
          <p14:tracePt t="2348" x="5414963" y="2170113"/>
          <p14:tracePt t="2381" x="5414963" y="2163763"/>
          <p14:tracePt t="2421" x="5414963" y="2143125"/>
          <p14:tracePt t="2422" x="5414963" y="2122488"/>
          <p14:tracePt t="2431" x="5414963" y="2109788"/>
          <p14:tracePt t="2445" x="5414963" y="2089150"/>
          <p14:tracePt t="2470" x="5408613" y="2033588"/>
          <p14:tracePt t="2503" x="5408613" y="2014538"/>
          <p14:tracePt t="2504" x="5387975" y="1973263"/>
          <p14:tracePt t="2527" x="5360988" y="1938338"/>
          <p14:tracePt t="2541" x="5334000" y="1911350"/>
          <p14:tracePt t="2562" x="5280025" y="1871663"/>
          <p14:tracePt t="2578" x="5232400" y="1863725"/>
          <p14:tracePt t="2618" x="5143500" y="1851025"/>
          <p14:tracePt t="2619" x="5041900" y="1884363"/>
          <p14:tracePt t="2641" x="4946650" y="1946275"/>
          <p14:tracePt t="2657" x="4932363" y="1985963"/>
          <p14:tracePt t="2679" x="4938713" y="2116138"/>
          <p14:tracePt t="2695" x="4986338" y="2184400"/>
          <p14:tracePt t="2697" x="5054600" y="2238375"/>
          <p14:tracePt t="2715" x="5184775" y="2292350"/>
          <p14:tracePt t="2728" x="5327650" y="2327275"/>
          <p14:tracePt t="2729" x="5435600" y="2333625"/>
          <p14:tracePt t="2749" x="5572125" y="2312988"/>
          <p14:tracePt t="2751" x="5700713" y="2286000"/>
          <p14:tracePt t="2768" x="5783263" y="2259013"/>
          <p14:tracePt t="2785" x="5905500" y="2184400"/>
          <p14:tracePt t="2801" x="5926138" y="2157413"/>
          <p14:tracePt t="2818" x="5926138" y="2116138"/>
          <p14:tracePt t="2819" x="5905500" y="2089150"/>
          <p14:tracePt t="2832" x="5891213" y="2068513"/>
          <p14:tracePt t="2849" x="5843588" y="2047875"/>
          <p14:tracePt t="2865" x="5735638" y="2033588"/>
          <p14:tracePt t="2882" x="5681663" y="2033588"/>
          <p14:tracePt t="2898" x="5551488" y="2062163"/>
          <p14:tracePt t="2931" x="5483225" y="2081213"/>
          <p14:tracePt t="3215" x="5497513" y="2068513"/>
          <p14:tracePt t="3238" x="5503863" y="2062163"/>
          <p14:tracePt t="3266" x="5524500" y="2047875"/>
          <p14:tracePt t="3274" x="5524500" y="2041525"/>
          <p14:tracePt t="3315" x="5530850" y="2020888"/>
          <p14:tracePt t="3316" x="5538788" y="1993900"/>
          <p14:tracePt t="3343" x="5578475" y="1925638"/>
          <p14:tracePt t="3351" x="5605463" y="1871663"/>
          <p14:tracePt t="3365" x="5653088" y="1803400"/>
          <p14:tracePt t="3405" x="5735638" y="1639888"/>
          <p14:tracePt t="3405" x="5795963" y="1517650"/>
          <p14:tracePt t="3425" x="5843588" y="1422400"/>
          <p14:tracePt t="3426" x="5899150" y="1285875"/>
          <p14:tracePt t="3438" x="5932488" y="1176338"/>
          <p14:tracePt t="3438" x="5953125" y="1101725"/>
          <p14:tracePt t="3455" x="5967413" y="1033463"/>
          <p14:tracePt t="3472" x="5926138" y="958850"/>
          <p14:tracePt t="3503" x="5905500" y="952500"/>
          <p14:tracePt t="3504" x="5768975" y="958850"/>
          <p14:tracePt t="3528" x="5605463" y="1027113"/>
          <p14:tracePt t="3550" x="5456238" y="1149350"/>
          <p14:tracePt t="3576" x="5402263" y="1271588"/>
          <p14:tracePt t="3584" x="5402263" y="1300163"/>
          <p14:tracePt t="3598" x="5414963" y="1319213"/>
          <p14:tracePt t="3614" x="5456238" y="1333500"/>
          <p14:tracePt t="3627" x="5503863" y="1347788"/>
          <p14:tracePt t="3630" x="5578475" y="1347788"/>
          <p14:tracePt t="3645" x="5694363" y="1319213"/>
          <p14:tracePt t="3664" x="5926138" y="1223963"/>
          <p14:tracePt t="3677" x="6048375" y="1149350"/>
          <p14:tracePt t="3713" x="6122988" y="1101725"/>
          <p14:tracePt t="3714" x="6224588" y="979488"/>
          <p14:tracePt t="3722" x="6238875" y="952500"/>
          <p14:tracePt t="3737" x="6238875" y="925513"/>
          <p14:tracePt t="3753" x="6218238" y="890588"/>
          <p14:tracePt t="3768" x="6197600" y="890588"/>
          <p14:tracePt t="3786" x="6164263" y="890588"/>
          <p14:tracePt t="3801" x="6143625" y="904875"/>
          <p14:tracePt t="3817" x="6137275" y="911225"/>
          <p14:tracePt t="3834" x="6102350" y="931863"/>
          <p14:tracePt t="3851" x="6096000" y="938213"/>
          <p14:tracePt t="3868" x="6096000" y="966788"/>
          <p14:tracePt t="4112" x="6089650" y="979488"/>
          <p14:tracePt t="4138" x="6069013" y="985838"/>
          <p14:tracePt t="4165" x="6069013" y="1006475"/>
          <p14:tracePt t="4172" x="6069013" y="1014413"/>
          <p14:tracePt t="4204" x="6075363" y="1027113"/>
          <p14:tracePt t="4205" x="6089650" y="1054100"/>
          <p14:tracePt t="4215" x="6089650" y="1074738"/>
          <p14:tracePt t="4230" x="6075363" y="1089025"/>
          <p14:tracePt t="4250" x="6048375" y="1128713"/>
          <p14:tracePt t="4264" x="6015038" y="1149350"/>
          <p14:tracePt t="4305" x="6000750" y="1157288"/>
          <p14:tracePt t="4565" x="6015038" y="1157288"/>
          <p14:tracePt t="4596" x="6021388" y="1157288"/>
          <p14:tracePt t="4644" x="6027738" y="1157288"/>
          <p14:tracePt t="5161" x="6027738" y="1149350"/>
          <p14:tracePt t="6212" x="5973763" y="1157288"/>
          <p14:tracePt t="6220" x="5932488" y="1163638"/>
          <p14:tracePt t="6269" x="5899150" y="1163638"/>
          <p14:tracePt t="6270" x="5735638" y="1196975"/>
          <p14:tracePt t="6278" x="5681663" y="1211263"/>
          <p14:tracePt t="6321" x="5634038" y="1223963"/>
          <p14:tracePt t="6322" x="5524500" y="1271588"/>
          <p14:tracePt t="6336" x="5483225" y="1271588"/>
          <p14:tracePt t="6350" x="5429250" y="1279525"/>
          <p14:tracePt t="6352" x="5360988" y="1285875"/>
          <p14:tracePt t="6374" x="5354638" y="1279525"/>
          <p14:tracePt t="6836" x="5360988" y="1279525"/>
          <p14:tracePt t="6869" x="5360988" y="1285875"/>
          <p14:tracePt t="6918" x="5360988" y="1279525"/>
          <p14:tracePt t="6981" x="5375275" y="1279525"/>
          <p14:tracePt t="7039" x="5381625" y="1279525"/>
          <p14:tracePt t="7070" x="5375275" y="1279525"/>
          <p14:tracePt t="7197" x="5360988" y="1279525"/>
          <p14:tracePt t="7206" x="5354638" y="1285875"/>
          <p14:tracePt t="7224" x="5334000" y="1300163"/>
          <p14:tracePt t="7259" x="5211763" y="1476375"/>
          <p14:tracePt t="7278" x="5164138" y="1824038"/>
          <p14:tracePt t="7324" x="5265738" y="2292350"/>
          <p14:tracePt t="7325" x="5307013" y="2366963"/>
          <p14:tracePt t="7337" x="5340350" y="2449513"/>
          <p14:tracePt t="7360" x="5402263" y="2503488"/>
          <p14:tracePt t="7374" x="5435600" y="2524125"/>
          <p14:tracePt t="7375" x="5456238" y="2530475"/>
          <p14:tracePt t="7950" x="5462588" y="2530475"/>
          <p14:tracePt t="8018" x="5462588" y="2524125"/>
          <p14:tracePt t="8064" x="5476875" y="2524125"/>
          <p14:tracePt t="8164" x="5462588" y="2524125"/>
          <p14:tracePt t="8216" x="5456238" y="2524125"/>
          <p14:tracePt t="8225" x="5449888" y="2524125"/>
          <p14:tracePt t="8251" x="5387975" y="2524125"/>
          <p14:tracePt t="8252" x="5340350" y="2538413"/>
          <p14:tracePt t="8276" x="5170488" y="2565400"/>
          <p14:tracePt t="8317" x="4938713" y="2625725"/>
          <p14:tracePt t="8318" x="4768850" y="2652713"/>
          <p14:tracePt t="8319" x="4646613" y="2660650"/>
          <p14:tracePt t="8333" x="4497388" y="2681288"/>
          <p14:tracePt t="8358" x="4232275" y="2687638"/>
          <p14:tracePt t="8382" x="3925888" y="2660650"/>
          <p14:tracePt t="8417" x="3878263" y="2660650"/>
          <p14:tracePt t="8761" x="3884613" y="2660650"/>
          <p14:tracePt t="8783" x="3878263" y="2660650"/>
          <p14:tracePt t="8800" x="3878263" y="2652713"/>
          <p14:tracePt t="8827" x="3851275" y="2646363"/>
          <p14:tracePt t="8828" x="3830638" y="2633663"/>
          <p14:tracePt t="8852" x="3789363" y="2625725"/>
          <p14:tracePt t="8880" x="3741738" y="2598738"/>
          <p14:tracePt t="8882" x="3708400" y="2578100"/>
          <p14:tracePt t="8930" x="3660775" y="2557463"/>
          <p14:tracePt t="8931" x="3449638" y="2482850"/>
          <p14:tracePt t="8939" x="3313113" y="2435225"/>
          <p14:tracePt t="8964" x="2905125" y="2327275"/>
          <p14:tracePt t="8981" x="2613025" y="2238375"/>
          <p14:tracePt t="9024" x="2143125" y="2089150"/>
          <p14:tracePt t="9025" x="1762125" y="1973263"/>
          <p14:tracePt t="9046" x="1652588" y="1958975"/>
          <p14:tracePt t="9047" x="1544638" y="1925638"/>
          <p14:tracePt t="9057" x="1449388" y="1911350"/>
          <p14:tracePt t="9079" x="1333500" y="1884363"/>
          <p14:tracePt t="9118" x="1252538" y="1871663"/>
          <p14:tracePt t="9146" x="1211263" y="1884363"/>
          <p14:tracePt t="9154" x="1196975" y="1890713"/>
          <p14:tracePt t="9174" x="1176338" y="1898650"/>
          <p14:tracePt t="9177" x="1157288" y="1911350"/>
          <p14:tracePt t="9194" x="1128713" y="1919288"/>
          <p14:tracePt t="9208" x="1101725" y="1925638"/>
          <p14:tracePt t="9211" x="1081088" y="1938338"/>
          <p14:tracePt t="9232" x="1033463" y="1966913"/>
          <p14:tracePt t="9248" x="1027113" y="1985963"/>
          <p14:tracePt t="9295" x="979488" y="2033588"/>
          <p14:tracePt t="9296" x="966788" y="2081213"/>
          <p14:tracePt t="9297" x="966788" y="2089150"/>
          <p14:tracePt t="9325" x="979488" y="2122488"/>
          <p14:tracePt t="9333" x="1000125" y="2157413"/>
          <p14:tracePt t="9347" x="1027113" y="2170113"/>
          <p14:tracePt t="9368" x="1128713" y="2232025"/>
          <p14:tracePt t="9400" x="1163638" y="2238375"/>
          <p14:tracePt t="9401" x="1258888" y="2259013"/>
          <p14:tracePt t="9421" x="1347788" y="2259013"/>
          <p14:tracePt t="9447" x="1395413" y="2238375"/>
          <p14:tracePt t="9474" x="1422400" y="2211388"/>
          <p14:tracePt t="9482" x="1422400" y="2190750"/>
          <p14:tracePt t="9514" x="1422400" y="2184400"/>
          <p14:tracePt t="9515" x="1381125" y="2109788"/>
          <p14:tracePt t="9540" x="1319213" y="2020888"/>
          <p14:tracePt t="9548" x="1279525" y="1985963"/>
          <p14:tracePt t="9562" x="1244600" y="1966913"/>
          <p14:tracePt t="9584" x="1184275" y="1938338"/>
          <p14:tracePt t="9601" x="1163638" y="1938338"/>
          <p14:tracePt t="9602" x="1136650" y="1938338"/>
          <p14:tracePt t="9617" x="1122363" y="1946275"/>
          <p14:tracePt t="9633" x="1109663" y="1958975"/>
          <p14:tracePt t="9648" x="1074738" y="1985963"/>
          <p14:tracePt t="9680" x="1054100" y="2006600"/>
          <p14:tracePt t="9681" x="1041400" y="2041525"/>
          <p14:tracePt t="9706" x="1041400" y="2047875"/>
          <p14:tracePt t="9733" x="1062038" y="2068513"/>
          <p14:tracePt t="9740" x="1109663" y="2089150"/>
          <p14:tracePt t="9761" x="1136650" y="2095500"/>
          <p14:tracePt t="9762" x="1176338" y="2095500"/>
          <p14:tracePt t="9778" x="1231900" y="2109788"/>
          <p14:tracePt t="9808" x="1279525" y="2109788"/>
          <p14:tracePt t="9809" x="1347788" y="2089150"/>
          <p14:tracePt t="9818" x="1374775" y="2081213"/>
          <p14:tracePt t="9833" x="1381125" y="2047875"/>
          <p14:tracePt t="9847" x="1381125" y="2020888"/>
          <p14:tracePt t="9849" x="1374775" y="1973263"/>
          <p14:tracePt t="9864" x="1354138" y="1919288"/>
          <p14:tracePt t="9897" x="1333500" y="1890713"/>
          <p14:tracePt t="9898" x="1271588" y="1824038"/>
          <p14:tracePt t="9907" x="1244600" y="1816100"/>
          <p14:tracePt t="9927" x="1211263" y="1816100"/>
          <p14:tracePt t="9929" x="1176338" y="1816100"/>
          <p14:tracePt t="9945" x="1149350" y="1836738"/>
          <p14:tracePt t="9961" x="1109663" y="1871663"/>
          <p14:tracePt t="9963" x="1081088" y="1911350"/>
          <p14:tracePt t="9996" x="1074738" y="1973263"/>
          <p14:tracePt t="9997" x="1074738" y="2014538"/>
          <p14:tracePt t="10017" x="1089025" y="2041525"/>
          <p14:tracePt t="10018" x="1122363" y="2068513"/>
          <p14:tracePt t="10043" x="1184275" y="2109788"/>
          <p14:tracePt t="10064" x="1258888" y="2116138"/>
          <p14:tracePt t="10095" x="1333500" y="2109788"/>
          <p14:tracePt t="10103" x="1381125" y="2089150"/>
          <p14:tracePt t="10130" x="1408113" y="2068513"/>
          <p14:tracePt t="10131" x="1470025" y="2006600"/>
          <p14:tracePt t="10156" x="1470025" y="1925638"/>
          <p14:tracePt t="10175" x="1449388" y="1890713"/>
          <p14:tracePt t="10176" x="1428750" y="1863725"/>
          <p14:tracePt t="10194" x="1395413" y="1836738"/>
          <p14:tracePt t="10208" x="1347788" y="1816100"/>
          <p14:tracePt t="10211" x="1285875" y="1803400"/>
          <p14:tracePt t="10228" x="1244600" y="1803400"/>
          <p14:tracePt t="10241" x="1184275" y="1803400"/>
          <p14:tracePt t="10261" x="1101725" y="1843088"/>
          <p14:tracePt t="10278" x="1062038" y="1884363"/>
          <p14:tracePt t="10279" x="1033463" y="1925638"/>
          <p14:tracePt t="10309" x="1033463" y="1958975"/>
          <p14:tracePt t="10310" x="1041400" y="1985963"/>
          <p14:tracePt t="10311" x="1054100" y="2014538"/>
          <p14:tracePt t="10333" x="1081088" y="2041525"/>
          <p14:tracePt t="10358" x="1128713" y="2047875"/>
          <p14:tracePt t="10377" x="1163638" y="2047875"/>
          <p14:tracePt t="10379" x="1204913" y="2047875"/>
          <p14:tracePt t="10401" x="1271588" y="2033588"/>
          <p14:tracePt t="10427" x="1319213" y="2014538"/>
          <p14:tracePt t="10435" x="1327150" y="1993900"/>
          <p14:tracePt t="10450" x="1333500" y="1966913"/>
          <p14:tracePt t="10467" x="1333500" y="1958975"/>
          <p14:tracePt t="10481" x="1319213" y="1919288"/>
          <p14:tracePt t="10514" x="1306513" y="1919288"/>
          <p14:tracePt t="10514" x="1279525" y="1911350"/>
          <p14:tracePt t="10546" x="1252538" y="1911350"/>
          <p14:tracePt t="10546" x="1231900" y="1919288"/>
          <p14:tracePt t="10568" x="1211263" y="1925638"/>
          <p14:tracePt t="10569" x="1204913" y="1946275"/>
          <p14:tracePt t="10594" x="1184275" y="1973263"/>
          <p14:tracePt t="10595" x="1176338" y="2006600"/>
          <p14:tracePt t="10607" x="1157288" y="2020888"/>
          <p14:tracePt t="10628" x="1157288" y="2047875"/>
          <p14:tracePt t="10629" x="1157288" y="2068513"/>
          <p14:tracePt t="10644" x="1163638" y="2081213"/>
          <p14:tracePt t="10656" x="1176338" y="2095500"/>
          <p14:tracePt t="10675" x="1204913" y="2109788"/>
          <p14:tracePt t="10705" x="1231900" y="2116138"/>
          <p14:tracePt t="10706" x="1300163" y="2122488"/>
          <p14:tracePt t="10716" x="1333500" y="2122488"/>
          <p14:tracePt t="10734" x="1360488" y="2116138"/>
          <p14:tracePt t="10766" x="1381125" y="2116138"/>
          <p14:tracePt t="10767" x="1395413" y="2095500"/>
          <p14:tracePt t="10775" x="1395413" y="2089150"/>
          <p14:tracePt t="10810" x="1381125" y="2081213"/>
          <p14:tracePt t="10811" x="1354138" y="2062163"/>
          <p14:tracePt t="10819" x="1319213" y="2062163"/>
          <p14:tracePt t="10833" x="1279525" y="2068513"/>
          <p14:tracePt t="10847" x="1244600" y="2081213"/>
          <p14:tracePt t="10864" x="1128713" y="2157413"/>
          <p14:tracePt t="10881" x="1089025" y="2170113"/>
          <p14:tracePt t="10898" x="1054100" y="2232025"/>
          <p14:tracePt t="10914" x="1054100" y="2244725"/>
          <p14:tracePt t="10931" x="1062038" y="2279650"/>
          <p14:tracePt t="10946" x="1074738" y="2286000"/>
          <p14:tracePt t="10965" x="1136650" y="2306638"/>
          <p14:tracePt t="10981" x="1184275" y="2306638"/>
          <p14:tracePt t="10997" x="1258888" y="2306638"/>
          <p14:tracePt t="11027" x="1300163" y="2292350"/>
          <p14:tracePt t="11029" x="1327150" y="2292350"/>
          <p14:tracePt t="11038" x="1354138" y="2279650"/>
          <p14:tracePt t="11052" x="1374775" y="2259013"/>
          <p14:tracePt t="11065" x="1395413" y="2211388"/>
          <p14:tracePt t="11079" x="1395413" y="2184400"/>
          <p14:tracePt t="11110" x="1381125" y="2163763"/>
          <p14:tracePt t="11112" x="1333500" y="2109788"/>
          <p14:tracePt t="11122" x="1319213" y="2095500"/>
          <p14:tracePt t="11137" x="1285875" y="2089150"/>
          <p14:tracePt t="11150" x="1252538" y="2081213"/>
          <p14:tracePt t="11165" x="1231900" y="2081213"/>
          <p14:tracePt t="11166" x="1211263" y="2081213"/>
          <p14:tracePt t="11179" x="1196975" y="2089150"/>
          <p14:tracePt t="11211" x="1176338" y="2095500"/>
          <p14:tracePt t="11212" x="1149350" y="2157413"/>
          <p14:tracePt t="11235" x="1128713" y="2217738"/>
          <p14:tracePt t="11258" x="1128713" y="2265363"/>
          <p14:tracePt t="11285" x="1128713" y="2279650"/>
          <p14:tracePt t="11286" x="1136650" y="2286000"/>
          <p14:tracePt t="11295" x="1157288" y="2292350"/>
          <p14:tracePt t="11306" x="1184275" y="2292350"/>
          <p14:tracePt t="11323" x="1211263" y="2306638"/>
          <p14:tracePt t="11328" x="1244600" y="2306638"/>
          <p14:tracePt t="11340" x="1285875" y="2292350"/>
          <p14:tracePt t="11358" x="1347788" y="2286000"/>
          <p14:tracePt t="11362" x="1395413" y="2265363"/>
          <p14:tracePt t="11379" x="1422400" y="2244725"/>
          <p14:tracePt t="11380" x="1449388" y="2217738"/>
          <p14:tracePt t="11402" x="1470025" y="2163763"/>
          <p14:tracePt t="11420" x="1455738" y="2122488"/>
          <p14:tracePt t="11429" x="1443038" y="2095500"/>
          <p14:tracePt t="11446" x="1408113" y="2068513"/>
          <p14:tracePt t="11447" x="1374775" y="2047875"/>
          <p14:tracePt t="11463" x="1319213" y="2033588"/>
          <p14:tracePt t="11481" x="1211263" y="2020888"/>
          <p14:tracePt t="11511" x="1157288" y="2041525"/>
          <p14:tracePt t="11512" x="1122363" y="2062163"/>
          <p14:tracePt t="11522" x="1089025" y="2095500"/>
          <p14:tracePt t="11541" x="1074738" y="2163763"/>
          <p14:tracePt t="11558" x="1074738" y="2190750"/>
          <p14:tracePt t="11577" x="1101725" y="2217738"/>
          <p14:tracePt t="11607" x="1136650" y="2232025"/>
          <p14:tracePt t="11608" x="1204913" y="2232025"/>
          <p14:tracePt t="11617" x="1258888" y="2232025"/>
          <p14:tracePt t="11630" x="1327150" y="2232025"/>
          <p14:tracePt t="11645" x="1374775" y="2211388"/>
          <p14:tracePt t="11663" x="1476375" y="2157413"/>
          <p14:tracePt t="11681" x="1497013" y="2136775"/>
          <p14:tracePt t="11697" x="1497013" y="2062163"/>
          <p14:tracePt t="11714" x="1476375" y="2033588"/>
          <p14:tracePt t="11730" x="1422400" y="1985963"/>
          <p14:tracePt t="11764" x="1381125" y="1966913"/>
          <p14:tracePt t="11765" x="1300163" y="1966913"/>
          <p14:tracePt t="11794" x="1211263" y="1973263"/>
          <p14:tracePt t="11822" x="1149350" y="2047875"/>
          <p14:tracePt t="11840" x="1128713" y="2190750"/>
          <p14:tracePt t="11864" x="1176338" y="2244725"/>
          <p14:tracePt t="11884" x="1204913" y="2265363"/>
          <p14:tracePt t="11885" x="1231900" y="2279650"/>
          <p14:tracePt t="11904" x="1271588" y="2286000"/>
          <p14:tracePt t="11912" x="1319213" y="2286000"/>
          <p14:tracePt t="11929" x="1354138" y="2286000"/>
          <p14:tracePt t="11930" x="1395413" y="2286000"/>
          <p14:tracePt t="11945" x="1422400" y="2279650"/>
          <p14:tracePt t="11962" x="1443038" y="2265363"/>
          <p14:tracePt t="11979" x="1449388" y="2238375"/>
          <p14:tracePt t="12014" x="1443038" y="2232025"/>
          <p14:tracePt t="12014" x="1428750" y="2211388"/>
          <p14:tracePt t="12073" x="1422400" y="2211388"/>
          <p14:tracePt t="12160" x="1428750" y="2211388"/>
          <p14:tracePt t="12178" x="1443038" y="2211388"/>
          <p14:tracePt t="12179" x="1470025" y="2211388"/>
          <p14:tracePt t="12201" x="1550988" y="2211388"/>
          <p14:tracePt t="12225" x="1639888" y="2211388"/>
          <p14:tracePt t="12245" x="1652588" y="2211388"/>
          <p14:tracePt t="12246" x="1666875" y="2211388"/>
          <p14:tracePt t="12279" x="1666875" y="2217738"/>
          <p14:tracePt t="12450" x="1666875" y="2211388"/>
          <p14:tracePt t="12483" x="1693863" y="2205038"/>
          <p14:tracePt t="12524" x="1714500" y="2205038"/>
          <p14:tracePt t="12557" x="1728788" y="2205038"/>
          <p14:tracePt t="12576" x="1747838" y="2211388"/>
          <p14:tracePt t="12618" x="1768475" y="2217738"/>
          <p14:tracePt t="12619" x="1789113" y="2232025"/>
          <p14:tracePt t="12631" x="1795463" y="2232025"/>
          <p14:tracePt t="12655" x="1816100" y="2232025"/>
          <p14:tracePt t="12671" x="1836738" y="2232025"/>
          <p14:tracePt t="12713" x="1871663" y="2232025"/>
          <p14:tracePt t="12714" x="1938338" y="2232025"/>
          <p14:tracePt t="12722" x="1993900" y="2232025"/>
          <p14:tracePt t="12737" x="2062163" y="2232025"/>
          <p14:tracePt t="12759" x="2205038" y="2217738"/>
          <p14:tracePt t="12799" x="2333625" y="2211388"/>
          <p14:tracePt t="12800" x="2408238" y="2211388"/>
          <p14:tracePt t="12824" x="2428875" y="2211388"/>
          <p14:tracePt t="12834" x="2414588" y="2211388"/>
          <p14:tracePt t="13079" x="2428875" y="2211388"/>
          <p14:tracePt t="13102" x="2449513" y="2211388"/>
          <p14:tracePt t="13118" x="2455863" y="2211388"/>
          <p14:tracePt t="13143" x="2462213" y="2211388"/>
          <p14:tracePt t="13408" x="2455863" y="2211388"/>
          <p14:tracePt t="13733" x="2462213" y="2211388"/>
          <p14:tracePt t="13766" x="2503488" y="2217738"/>
          <p14:tracePt t="13806" x="2530475" y="2217738"/>
          <p14:tracePt t="13813" x="2551113" y="2232025"/>
          <p14:tracePt t="13839" x="2586038" y="2232025"/>
          <p14:tracePt t="13867" x="2681288" y="2238375"/>
          <p14:tracePt t="13883" x="2728913" y="2238375"/>
          <p14:tracePt t="13936" x="2878138" y="2244725"/>
          <p14:tracePt t="13936" x="2952750" y="2244725"/>
          <p14:tracePt t="13965" x="2994025" y="2244725"/>
          <p14:tracePt t="13972" x="3000375" y="2244725"/>
          <p14:tracePt t="14036" x="2994025" y="2238375"/>
          <p14:tracePt t="14106" x="3000375" y="2238375"/>
          <p14:tracePt t="14152" x="3006725" y="2238375"/>
          <p14:tracePt t="14152" x="3021013" y="2238375"/>
          <p14:tracePt t="14163" x="3048000" y="2238375"/>
          <p14:tracePt t="14202" x="3074988" y="2238375"/>
          <p14:tracePt t="14203" x="3095625" y="2232025"/>
          <p14:tracePt t="14234" x="3101975" y="2232025"/>
          <p14:tracePt t="14338" x="3116263" y="2232025"/>
          <p14:tracePt t="14397" x="3116263" y="2217738"/>
          <p14:tracePt t="14434" x="3122613" y="2217738"/>
          <p14:tracePt t="14519" x="3116263" y="2217738"/>
          <p14:tracePt t="14567" x="3101975" y="2211388"/>
          <p14:tracePt t="14609" x="3095625" y="2211388"/>
          <p14:tracePt t="14630" x="3089275" y="2205038"/>
          <p14:tracePt t="14631" x="3074988" y="2205038"/>
          <p14:tracePt t="14668" x="3068638" y="2205038"/>
          <p14:tracePt t="14715" x="3054350" y="2205038"/>
          <p14:tracePt t="14725" x="3048000" y="2205038"/>
          <p14:tracePt t="14936" x="3041650" y="2205038"/>
          <p14:tracePt t="15160" x="3027363" y="2205038"/>
          <p14:tracePt t="15194" x="3006725" y="2211388"/>
          <p14:tracePt t="15228" x="2979738" y="2238375"/>
          <p14:tracePt t="15263" x="2973388" y="2279650"/>
          <p14:tracePt t="15303" x="2973388" y="2306638"/>
          <p14:tracePt t="15311" x="2967038" y="2312988"/>
          <p14:tracePt t="15328" x="2967038" y="2327275"/>
          <p14:tracePt t="15329" x="2967038" y="2333625"/>
          <p14:tracePt t="15356" x="2952750" y="2354263"/>
          <p14:tracePt t="15383" x="2946400" y="2366963"/>
          <p14:tracePt t="15385" x="2946400" y="2381250"/>
          <p14:tracePt t="15404" x="2946400" y="2401888"/>
          <p14:tracePt t="15444" x="2952750" y="2428875"/>
          <p14:tracePt t="15445" x="2967038" y="2455863"/>
          <p14:tracePt t="15458" x="2973388" y="2462213"/>
          <p14:tracePt t="15480" x="2994025" y="2476500"/>
          <p14:tracePt t="15520" x="3054350" y="2482850"/>
          <p14:tracePt t="15541" x="3089275" y="2482850"/>
          <p14:tracePt t="15542" x="3101975" y="2482850"/>
          <p14:tracePt t="15553" x="3122613" y="2482850"/>
          <p14:tracePt t="15575" x="3143250" y="2476500"/>
          <p14:tracePt t="15577" x="3149600" y="2462213"/>
          <p14:tracePt t="15597" x="3170238" y="2449513"/>
          <p14:tracePt t="15599" x="3176588" y="2414588"/>
          <p14:tracePt t="15612" x="3176588" y="2401888"/>
          <p14:tracePt t="15636" x="3190875" y="2333625"/>
          <p14:tracePt t="15651" x="3176588" y="2312988"/>
          <p14:tracePt t="15668" x="3143250" y="2259013"/>
          <p14:tracePt t="15699" x="3122613" y="2238375"/>
          <p14:tracePt t="15699" x="3074988" y="2211388"/>
          <p14:tracePt t="15732" x="3048000" y="2205038"/>
          <p14:tracePt t="15733" x="3027363" y="2205038"/>
          <p14:tracePt t="15757" x="3000375" y="2205038"/>
          <p14:tracePt t="15777" x="2979738" y="2211388"/>
          <p14:tracePt t="15778" x="2967038" y="2232025"/>
          <p14:tracePt t="15791" x="2946400" y="2244725"/>
          <p14:tracePt t="15812" x="2925763" y="2279650"/>
          <p14:tracePt t="15813" x="2919413" y="2292350"/>
          <p14:tracePt t="15831" x="2905125" y="2327275"/>
          <p14:tracePt t="15846" x="2919413" y="2354263"/>
          <p14:tracePt t="15847" x="2925763" y="2387600"/>
          <p14:tracePt t="15897" x="2946400" y="2414588"/>
          <p14:tracePt t="15898" x="3068638" y="2490788"/>
          <p14:tracePt t="15906" x="3122613" y="2503488"/>
          <p14:tracePt t="15926" x="3211513" y="2503488"/>
          <p14:tracePt t="15946" x="3252788" y="2503488"/>
          <p14:tracePt t="15947" x="3292475" y="2490788"/>
          <p14:tracePt t="15959" x="3319463" y="2476500"/>
          <p14:tracePt t="15978" x="3327400" y="2455863"/>
          <p14:tracePt t="16009" x="3340100" y="2414588"/>
          <p14:tracePt t="16017" x="3319463" y="2327275"/>
          <p14:tracePt t="16032" x="3286125" y="2238375"/>
          <p14:tracePt t="16049" x="3224213" y="2190750"/>
          <p14:tracePt t="16067" x="3211513" y="2190750"/>
          <p14:tracePt t="16084" x="3176588" y="2190750"/>
          <p14:tracePt t="16115" x="3170238" y="2205038"/>
          <p14:tracePt t="16115" x="3149600" y="2244725"/>
          <p14:tracePt t="16140" x="3128963" y="2306638"/>
          <p14:tracePt t="16161" x="3122613" y="2327275"/>
          <p14:tracePt t="16162" x="3122613" y="2354263"/>
          <p14:tracePt t="16173" x="3122613" y="2366963"/>
          <p14:tracePt t="16203" x="3122613" y="2401888"/>
          <p14:tracePt t="16203" x="3122613" y="2408238"/>
          <p14:tracePt t="16213" x="3143250" y="2428875"/>
          <p14:tracePt t="16226" x="3149600" y="2435225"/>
          <p14:tracePt t="16256" x="3197225" y="2435225"/>
          <p14:tracePt t="16256" x="3224213" y="2435225"/>
          <p14:tracePt t="16267" x="3265488" y="2435225"/>
          <p14:tracePt t="16281" x="3286125" y="2414588"/>
          <p14:tracePt t="16314" x="3319463" y="2381250"/>
          <p14:tracePt t="16315" x="3319463" y="2360613"/>
          <p14:tracePt t="16323" x="3319463" y="2333625"/>
          <p14:tracePt t="16342" x="3327400" y="2286000"/>
          <p14:tracePt t="16359" x="3327400" y="2265363"/>
          <p14:tracePt t="16378" x="3340100" y="2211388"/>
          <p14:tracePt t="16396" x="3348038" y="2190750"/>
          <p14:tracePt t="16397" x="3360738" y="2170113"/>
          <p14:tracePt t="16419" x="3360738" y="2163763"/>
          <p14:tracePt t="16437" x="3360738" y="2136775"/>
          <p14:tracePt t="16446" x="3360738" y="2122488"/>
          <p14:tracePt t="16462" x="3348038" y="2109788"/>
          <p14:tracePt t="16474" x="3327400" y="2095500"/>
          <p14:tracePt t="16508" x="3286125" y="2068513"/>
          <p14:tracePt t="16510" x="3238500" y="2041525"/>
          <p14:tracePt t="16532" x="3176588" y="2006600"/>
          <p14:tracePt t="16561" x="3128963" y="1966913"/>
          <p14:tracePt t="16569" x="3101975" y="1938338"/>
          <p14:tracePt t="16584" x="3089275" y="1911350"/>
          <p14:tracePt t="16599" x="3054350" y="1884363"/>
          <p14:tracePt t="16600" x="3027363" y="1851025"/>
          <p14:tracePt t="16615" x="2994025" y="1824038"/>
          <p14:tracePt t="16632" x="2967038" y="1803400"/>
          <p14:tracePt t="16633" x="2925763" y="1789113"/>
          <p14:tracePt t="16649" x="2884488" y="1768475"/>
          <p14:tracePt t="16665" x="2857500" y="1762125"/>
          <p14:tracePt t="16682" x="2747963" y="1741488"/>
          <p14:tracePt t="16715" x="2687638" y="1741488"/>
          <p14:tracePt t="16715" x="2565400" y="1741488"/>
          <p14:tracePt t="16724" x="2524125" y="1741488"/>
          <p14:tracePt t="16742" x="2462213" y="1747838"/>
          <p14:tracePt t="16775" x="2339975" y="1768475"/>
          <p14:tracePt t="16776" x="2259013" y="1776413"/>
          <p14:tracePt t="16784" x="2184400" y="1795463"/>
          <p14:tracePt t="16798" x="2122488" y="1795463"/>
          <p14:tracePt t="16815" x="2020888" y="1824038"/>
          <p14:tracePt t="16830" x="1993900" y="1843088"/>
          <p14:tracePt t="16849" x="1919288" y="1884363"/>
          <p14:tracePt t="16865" x="1898650" y="1898650"/>
          <p14:tracePt t="16883" x="1890713" y="1966913"/>
          <p14:tracePt t="16912" x="1890713" y="1985963"/>
          <p14:tracePt t="16913" x="1898650" y="2006600"/>
          <p14:tracePt t="16914" x="1919288" y="2033588"/>
          <p14:tracePt t="16935" x="1938338" y="2041525"/>
          <p14:tracePt t="16946" x="1966913" y="2068513"/>
          <p14:tracePt t="16962" x="2047875" y="2109788"/>
          <p14:tracePt t="16979" x="2136775" y="2136775"/>
          <p14:tracePt t="16996" x="2339975" y="2163763"/>
          <p14:tracePt t="17024" x="2482850" y="2184400"/>
          <p14:tracePt t="17025" x="2613025" y="2184400"/>
          <p14:tracePt t="17034" x="2728913" y="2184400"/>
          <p14:tracePt t="17071" x="2884488" y="2163763"/>
          <p14:tracePt t="17072" x="2979738" y="2143125"/>
          <p14:tracePt t="17073" x="3048000" y="2136775"/>
          <p14:tracePt t="17098" x="3143250" y="2122488"/>
          <p14:tracePt t="17099" x="3238500" y="2109788"/>
          <p14:tracePt t="17108" x="3300413" y="2089150"/>
          <p14:tracePt t="17125" x="3387725" y="2068513"/>
          <p14:tracePt t="17142" x="3490913" y="2020888"/>
          <p14:tracePt t="17159" x="3538538" y="2006600"/>
          <p14:tracePt t="17179" x="3557588" y="1966913"/>
          <p14:tracePt t="17208" x="3557588" y="1958975"/>
          <p14:tracePt t="17210" x="3490913" y="1919288"/>
          <p14:tracePt t="17219" x="3387725" y="1884363"/>
          <p14:tracePt t="17233" x="3244850" y="1851025"/>
          <p14:tracePt t="17247" x="3116263" y="1836738"/>
          <p14:tracePt t="17264" x="2932113" y="1816100"/>
          <p14:tracePt t="17265" x="2755900" y="1803400"/>
          <p14:tracePt t="17285" x="2652713" y="1803400"/>
          <p14:tracePt t="17286" x="2524125" y="1816100"/>
          <p14:tracePt t="17299" x="2414588" y="1836738"/>
          <p14:tracePt t="17314" x="2366963" y="1851025"/>
          <p14:tracePt t="17332" x="2327275" y="1911350"/>
          <p14:tracePt t="17354" x="2327275" y="1925638"/>
          <p14:tracePt t="17367" x="2360613" y="1985963"/>
          <p14:tracePt t="17380" x="2401888" y="2014538"/>
          <p14:tracePt t="17412" x="2482850" y="2033588"/>
          <p14:tracePt t="17413" x="2708275" y="2062163"/>
          <p14:tracePt t="17423" x="2809875" y="2062163"/>
          <p14:tracePt t="17436" x="2952750" y="2047875"/>
          <p14:tracePt t="17462" x="3089275" y="2020888"/>
          <p14:tracePt t="17463" x="3149600" y="2006600"/>
          <p14:tracePt t="17473" x="3217863" y="1973263"/>
          <p14:tracePt t="17499" x="3238500" y="1958975"/>
          <p14:tracePt t="17500" x="3224213" y="1938338"/>
          <p14:tracePt t="17525" x="3211513" y="1919288"/>
          <p14:tracePt t="17545" x="3190875" y="1919288"/>
          <p14:tracePt t="17547" x="3176588" y="1919288"/>
          <p14:tracePt t="17557" x="3170238" y="1919288"/>
          <p14:tracePt t="17584" x="3163888" y="1919288"/>
          <p14:tracePt t="17884" x="3149600" y="1919288"/>
          <p14:tracePt t="17910" x="3116263" y="1925638"/>
          <p14:tracePt t="17918" x="3074988" y="1938338"/>
          <p14:tracePt t="17939" x="3021013" y="1946275"/>
          <p14:tracePt t="17958" x="2979738" y="1966913"/>
          <p14:tracePt t="17987" x="2843213" y="2047875"/>
          <p14:tracePt t="18026" x="2768600" y="2089150"/>
          <p14:tracePt t="18027" x="2708275" y="2089150"/>
          <p14:tracePt t="18028" x="2681288" y="2095500"/>
          <p14:tracePt t="18178" x="2681288" y="2089150"/>
          <p14:tracePt t="18209" x="2700338" y="2089150"/>
          <p14:tracePt t="18237" x="2708275" y="2095500"/>
          <p14:tracePt t="18245" x="2708275" y="2109788"/>
          <p14:tracePt t="18261" x="2708275" y="2116138"/>
          <p14:tracePt t="18307" x="2708275" y="2184400"/>
          <p14:tracePt t="18309" x="2700338" y="2217738"/>
          <p14:tracePt t="18310" x="2700338" y="2238375"/>
          <p14:tracePt t="18324" x="2687638" y="2265363"/>
          <p14:tracePt t="18346" x="2681288" y="2306638"/>
          <p14:tracePt t="18365" x="2673350" y="2327275"/>
          <p14:tracePt t="18402" x="2673350" y="2333625"/>
          <p14:tracePt t="18424" x="2681288" y="2333625"/>
          <p14:tracePt t="18436" x="2681288" y="2327275"/>
          <p14:tracePt t="18452" x="2687638" y="2327275"/>
          <p14:tracePt t="18468" x="2687638" y="2292350"/>
          <p14:tracePt t="18483" x="2687638" y="2279650"/>
          <p14:tracePt t="18501" x="2673350" y="2244725"/>
          <p14:tracePt t="18533" x="2625725" y="2232025"/>
          <p14:tracePt t="18534" x="2598738" y="2217738"/>
          <p14:tracePt t="18559" x="2530475" y="2217738"/>
          <p14:tracePt t="18581" x="2449513" y="2238375"/>
          <p14:tracePt t="18611" x="2401888" y="2279650"/>
          <p14:tracePt t="18619" x="2381250" y="2306638"/>
          <p14:tracePt t="18635" x="2366963" y="2333625"/>
          <p14:tracePt t="18637" x="2360613" y="2354263"/>
          <p14:tracePt t="18650" x="2360613" y="2381250"/>
          <p14:tracePt t="18667" x="2360613" y="2401888"/>
          <p14:tracePt t="18681" x="2387600" y="2449513"/>
          <p14:tracePt t="18713" x="2408238" y="2462213"/>
          <p14:tracePt t="18715" x="2476500" y="2490788"/>
          <p14:tracePt t="18740" x="2530475" y="2503488"/>
          <p14:tracePt t="18761" x="2565400" y="2503488"/>
          <p14:tracePt t="18762" x="2586038" y="2490788"/>
          <p14:tracePt t="18771" x="2613025" y="2482850"/>
          <p14:tracePt t="18806" x="2646363" y="2476500"/>
          <p14:tracePt t="18807" x="2652713" y="2435225"/>
          <p14:tracePt t="18827" x="2652713" y="2408238"/>
          <p14:tracePt t="18829" x="2646363" y="2366963"/>
          <p14:tracePt t="18851" x="2605088" y="2306638"/>
          <p14:tracePt t="18870" x="2586038" y="2286000"/>
          <p14:tracePt t="18879" x="2565400" y="2279650"/>
          <p14:tracePt t="18919" x="2530475" y="2265363"/>
          <p14:tracePt t="18919" x="2503488" y="2265363"/>
          <p14:tracePt t="18939" x="2482850" y="2279650"/>
          <p14:tracePt t="18939" x="2476500" y="2286000"/>
          <p14:tracePt t="18964" x="2455863" y="2327275"/>
          <p14:tracePt t="18978" x="2449513" y="2339975"/>
          <p14:tracePt t="19006" x="2449513" y="2354263"/>
          <p14:tracePt t="19007" x="2476500" y="2381250"/>
          <p14:tracePt t="19030" x="2530475" y="2401888"/>
          <p14:tracePt t="19051" x="2557463" y="2408238"/>
          <p14:tracePt t="19052" x="2613025" y="2408238"/>
          <p14:tracePt t="19071" x="2673350" y="2401888"/>
          <p14:tracePt t="19080" x="2720975" y="2401888"/>
          <p14:tracePt t="19097" x="2776538" y="2366963"/>
          <p14:tracePt t="19114" x="2782888" y="2354263"/>
          <p14:tracePt t="19132" x="2776538" y="2306638"/>
          <p14:tracePt t="19164" x="2728913" y="2259013"/>
          <p14:tracePt t="19165" x="2681288" y="2232025"/>
          <p14:tracePt t="19194" x="2586038" y="2211388"/>
          <p14:tracePt t="19204" x="2538413" y="2211388"/>
          <p14:tracePt t="19217" x="2503488" y="2217738"/>
          <p14:tracePt t="19244" x="2476500" y="2232025"/>
          <p14:tracePt t="19245" x="2449513" y="2279650"/>
          <p14:tracePt t="19268" x="2449513" y="2327275"/>
          <p14:tracePt t="19296" x="2462213" y="2360613"/>
          <p14:tracePt t="19305" x="2482850" y="2381250"/>
          <p14:tracePt t="19319" x="2509838" y="2387600"/>
          <p14:tracePt t="19333" x="2538413" y="2387600"/>
          <p14:tracePt t="19334" x="2586038" y="2401888"/>
          <p14:tracePt t="19372" x="2625725" y="2387600"/>
          <p14:tracePt t="19373" x="2681288" y="2366963"/>
          <p14:tracePt t="19382" x="2700338" y="2354263"/>
          <p14:tracePt t="19410" x="2700338" y="2333625"/>
          <p14:tracePt t="19411" x="2700338" y="2306638"/>
          <p14:tracePt t="19412" x="2687638" y="2286000"/>
          <p14:tracePt t="19433" x="2673350" y="2265363"/>
          <p14:tracePt t="19434" x="2646363" y="2238375"/>
          <p14:tracePt t="19457" x="2565400" y="2232025"/>
          <p14:tracePt t="19477" x="2524125" y="2232025"/>
          <p14:tracePt t="19500" x="2462213" y="2238375"/>
          <p14:tracePt t="19501" x="2435225" y="2259013"/>
          <p14:tracePt t="19502" x="2401888" y="2286000"/>
          <p14:tracePt t="19519" x="2381250" y="2327275"/>
          <p14:tracePt t="19528" x="2381250" y="2339975"/>
          <p14:tracePt t="19546" x="2381250" y="2360613"/>
          <p14:tracePt t="19547" x="2387600" y="2387600"/>
          <p14:tracePt t="19560" x="2408238" y="2401888"/>
          <p14:tracePt t="19593" x="2449513" y="2414588"/>
          <p14:tracePt t="19595" x="2509838" y="2428875"/>
          <p14:tracePt t="19605" x="2530475" y="2428875"/>
          <p14:tracePt t="19619" x="2557463" y="2428875"/>
          <p14:tracePt t="19632" x="2565400" y="2428875"/>
          <p14:tracePt t="19649" x="2578100" y="2414588"/>
          <p14:tracePt t="19683" x="2578100" y="2408238"/>
          <p14:tracePt t="19710" x="2565400" y="2408238"/>
          <p14:tracePt t="19747" x="2565400" y="2401888"/>
          <p14:tracePt t="19762" x="2565400" y="2387600"/>
          <p14:tracePt t="19764" x="2565400" y="2381250"/>
          <p14:tracePt t="19779" x="2565400" y="2360613"/>
          <p14:tracePt t="19809" x="2578100" y="2327275"/>
          <p14:tracePt t="19810" x="2586038" y="2244725"/>
          <p14:tracePt t="19819" x="2586038" y="2184400"/>
          <p14:tracePt t="19833" x="2598738" y="2122488"/>
          <p14:tracePt t="19846" x="2598738" y="2068513"/>
          <p14:tracePt t="19863" x="2598738" y="2006600"/>
          <p14:tracePt t="19864" x="2598738" y="1946275"/>
          <p14:tracePt t="19878" x="2598738" y="1898650"/>
          <p14:tracePt t="19910" x="2598738" y="1863725"/>
          <p14:tracePt t="19911" x="2605088" y="1803400"/>
          <p14:tracePt t="19921" x="2605088" y="1795463"/>
          <p14:tracePt t="19935" x="2605088" y="1789113"/>
          <p14:tracePt t="19948" x="2598738" y="1776413"/>
          <p14:tracePt t="19963" x="2598738" y="1768475"/>
          <p14:tracePt t="19964" x="2586038" y="1762125"/>
          <p14:tracePt t="19978" x="2565400" y="1762125"/>
          <p14:tracePt t="20010" x="2551113" y="1747838"/>
          <p14:tracePt t="20011" x="2462213" y="1747838"/>
          <p14:tracePt t="20022" x="2428875" y="1747838"/>
          <p14:tracePt t="20036" x="2366963" y="1768475"/>
          <p14:tracePt t="20048" x="2312988" y="1795463"/>
          <p14:tracePt t="20062" x="2286000" y="1824038"/>
          <p14:tracePt t="20079" x="2259013" y="1919288"/>
          <p14:tracePt t="20111" x="2265363" y="1958975"/>
          <p14:tracePt t="20112" x="2339975" y="2033588"/>
          <p14:tracePt t="20133" x="2435225" y="2081213"/>
          <p14:tracePt t="20156" x="2565400" y="2109788"/>
          <p14:tracePt t="20176" x="2660650" y="2109788"/>
          <p14:tracePt t="20178" x="2768600" y="2095500"/>
          <p14:tracePt t="20200" x="2843213" y="2081213"/>
          <p14:tracePt t="20201" x="2925763" y="2047875"/>
          <p14:tracePt t="20229" x="3000375" y="1966913"/>
          <p14:tracePt t="20237" x="3006725" y="1925638"/>
          <p14:tracePt t="20250" x="3000375" y="1890713"/>
          <p14:tracePt t="20264" x="2979738" y="1851025"/>
          <p14:tracePt t="20279" x="2952750" y="1824038"/>
          <p14:tracePt t="20280" x="2905125" y="1789113"/>
          <p14:tracePt t="20310" x="2871788" y="1768475"/>
          <p14:tracePt t="20312" x="2803525" y="1747838"/>
          <p14:tracePt t="20313" x="2755900" y="1741488"/>
          <p14:tracePt t="20333" x="2728913" y="1741488"/>
          <p14:tracePt t="20344" x="2687638" y="1741488"/>
          <p14:tracePt t="20358" x="2673350" y="1747838"/>
          <p14:tracePt t="20364" x="2652713" y="1747838"/>
          <p14:tracePt t="20374" x="2633663" y="1768475"/>
          <p14:tracePt t="20406" x="2625725" y="1789113"/>
          <p14:tracePt t="20407" x="2598738" y="1851025"/>
          <p14:tracePt t="20416" x="2578100" y="1890713"/>
          <p14:tracePt t="20428" x="2565400" y="1925638"/>
          <p14:tracePt t="20444" x="2565400" y="1958975"/>
          <p14:tracePt t="20463" x="2598738" y="1993900"/>
          <p14:tracePt t="20479" x="2613025" y="2014538"/>
          <p14:tracePt t="20506" x="2652713" y="2020888"/>
          <p14:tracePt t="20507" x="2735263" y="2033588"/>
          <p14:tracePt t="20516" x="2795588" y="2020888"/>
          <p14:tracePt t="20528" x="2843213" y="2014538"/>
          <p14:tracePt t="20544" x="2878138" y="1993900"/>
          <p14:tracePt t="20561" x="2905125" y="1966913"/>
          <p14:tracePt t="20579" x="2925763" y="1946275"/>
          <p14:tracePt t="20580" x="2925763" y="1925638"/>
          <p14:tracePt t="20601" x="2919413" y="1919288"/>
          <p14:tracePt t="20602" x="2905125" y="1911350"/>
          <p14:tracePt t="20611" x="2898775" y="1898650"/>
          <p14:tracePt t="20623" x="2884488" y="1898650"/>
          <p14:tracePt t="20640" x="2878138" y="1890713"/>
          <p14:tracePt t="20653" x="2871788" y="1890713"/>
          <p14:tracePt t="20854" x="2857500" y="1890713"/>
          <p14:tracePt t="20880" x="2851150" y="1898650"/>
          <p14:tracePt t="20881" x="2843213" y="1898650"/>
          <p14:tracePt t="20905" x="2824163" y="1898650"/>
          <p14:tracePt t="20905" x="2782888" y="1919288"/>
          <p14:tracePt t="20913" x="2728913" y="1958975"/>
          <p14:tracePt t="20927" x="2681288" y="1985963"/>
          <p14:tracePt t="20945" x="2625725" y="2033588"/>
          <p14:tracePt t="20946" x="2578100" y="2068513"/>
          <p14:tracePt t="20957" x="2551113" y="2095500"/>
          <p14:tracePt t="20977" x="2509838" y="2136775"/>
          <p14:tracePt t="20980" x="2482850" y="2163763"/>
          <p14:tracePt t="21004" x="2462213" y="2184400"/>
          <p14:tracePt t="21005" x="2449513" y="2211388"/>
          <p14:tracePt t="21015" x="2428875" y="2238375"/>
          <p14:tracePt t="21030" x="2408238" y="2244725"/>
          <p14:tracePt t="21047" x="2381250" y="2265363"/>
          <p14:tracePt t="21063" x="2366963" y="2265363"/>
          <p14:tracePt t="21080" x="2339975" y="2265363"/>
          <p14:tracePt t="21110" x="2327275" y="2259013"/>
          <p14:tracePt t="21111" x="2279650" y="2244725"/>
          <p14:tracePt t="21133" x="2217738" y="2232025"/>
          <p14:tracePt t="21156" x="2184400" y="2217738"/>
          <p14:tracePt t="21362" x="2184400" y="2211388"/>
          <p14:tracePt t="21385" x="2163763" y="2205038"/>
          <p14:tracePt t="21393" x="2157413" y="2190750"/>
          <p14:tracePt t="21406" x="2143125" y="2184400"/>
          <p14:tracePt t="21427" x="2116138" y="2170113"/>
          <p14:tracePt t="21447" x="2109788" y="2170113"/>
          <p14:tracePt t="21467" x="2081213" y="2163763"/>
          <p14:tracePt t="21480" x="2062163" y="2163763"/>
          <p14:tracePt t="21511" x="2033588" y="2163763"/>
          <p14:tracePt t="21511" x="2014538" y="2170113"/>
          <p14:tracePt t="21522" x="1993900" y="2170113"/>
          <p14:tracePt t="21539" x="1966913" y="2184400"/>
          <p14:tracePt t="21554" x="1946275" y="2190750"/>
          <p14:tracePt t="21573" x="1925638" y="2211388"/>
          <p14:tracePt t="21602" x="1919288" y="2217738"/>
          <p14:tracePt t="21603" x="1911350" y="2232025"/>
          <p14:tracePt t="21612" x="1898650" y="2238375"/>
          <p14:tracePt t="21649" x="1890713" y="2265363"/>
          <p14:tracePt t="21650" x="1890713" y="2286000"/>
          <p14:tracePt t="21651" x="1884363" y="2292350"/>
          <p14:tracePt t="21673" x="1884363" y="2327275"/>
          <p14:tracePt t="21704" x="1890713" y="2354263"/>
          <p14:tracePt t="21712" x="1898650" y="2366963"/>
          <p14:tracePt t="21731" x="1919288" y="2401888"/>
          <p14:tracePt t="21750" x="1925638" y="2408238"/>
          <p14:tracePt t="21767" x="1958975" y="2428875"/>
          <p14:tracePt t="21780" x="1973263" y="2435225"/>
          <p14:tracePt t="21799" x="2006600" y="2455863"/>
          <p14:tracePt t="21812" x="2020888" y="2455863"/>
          <p14:tracePt t="21848" x="2033588" y="2455863"/>
          <p14:tracePt t="21849" x="2047875" y="2455863"/>
          <p14:tracePt t="21857" x="2062163" y="2455863"/>
          <p14:tracePt t="21870" x="2068513" y="2449513"/>
          <p14:tracePt t="21890" x="2089150" y="2435225"/>
          <p14:tracePt t="21903" x="2109788" y="2428875"/>
          <p14:tracePt t="21920" x="2122488" y="2414588"/>
          <p14:tracePt t="21921" x="2136775" y="2408238"/>
          <p14:tracePt t="21937" x="2143125" y="2401888"/>
          <p14:tracePt t="21954" x="2157413" y="2381250"/>
          <p14:tracePt t="21955" x="2157413" y="2366963"/>
          <p14:tracePt t="21970" x="2157413" y="2354263"/>
          <p14:tracePt t="22002" x="2157413" y="2339975"/>
          <p14:tracePt t="22003" x="2157413" y="2312988"/>
          <p14:tracePt t="22012" x="2143125" y="2292350"/>
          <p14:tracePt t="22025" x="2136775" y="2286000"/>
          <p14:tracePt t="22039" x="2122488" y="2265363"/>
          <p14:tracePt t="22069" x="2116138" y="2244725"/>
          <p14:tracePt t="22070" x="2068513" y="2232025"/>
          <p14:tracePt t="22091" x="2020888" y="2217738"/>
          <p14:tracePt t="22114" x="1993900" y="2217738"/>
          <p14:tracePt t="22136" x="1966913" y="2232025"/>
          <p14:tracePt t="22156" x="1938338" y="2244725"/>
          <p14:tracePt t="22180" x="1919288" y="2259013"/>
          <p14:tracePt t="22209" x="1898650" y="2286000"/>
          <p14:tracePt t="22209" x="1890713" y="2292350"/>
          <p14:tracePt t="22219" x="1884363" y="2312988"/>
          <p14:tracePt t="22235" x="1871663" y="2333625"/>
          <p14:tracePt t="22236" x="1871663" y="2339975"/>
          <p14:tracePt t="22250" x="1871663" y="2360613"/>
          <p14:tracePt t="22268" x="1871663" y="2366963"/>
          <p14:tracePt t="22284" x="1884363" y="2401888"/>
          <p14:tracePt t="22316" x="1911350" y="2414588"/>
          <p14:tracePt t="22339" x="1938338" y="2428875"/>
          <p14:tracePt t="22363" x="1985963" y="2428875"/>
          <p14:tracePt t="22382" x="2006600" y="2414588"/>
          <p14:tracePt t="22383" x="2033588" y="2414588"/>
          <p14:tracePt t="22406" x="2095500" y="2401888"/>
          <p14:tracePt t="22429" x="2122488" y="2366963"/>
          <p14:tracePt t="22448" x="2136775" y="2354263"/>
          <p14:tracePt t="22450" x="2143125" y="2333625"/>
          <p14:tracePt t="22474" x="2122488" y="2292350"/>
          <p14:tracePt t="22503" x="2109788" y="2265363"/>
          <p14:tracePt t="22511" x="2089150" y="2265363"/>
          <p14:tracePt t="22529" x="2062163" y="2259013"/>
          <p14:tracePt t="22549" x="2041525" y="2259013"/>
          <p14:tracePt t="22551" x="2020888" y="2265363"/>
          <p14:tracePt t="22567" x="2006600" y="2279650"/>
          <p14:tracePt t="22584" x="1985963" y="2286000"/>
          <p14:tracePt t="22585" x="1973263" y="2306638"/>
          <p14:tracePt t="22600" x="1966913" y="2312988"/>
          <p14:tracePt t="22616" x="1958975" y="2327275"/>
          <p14:tracePt t="22628" x="1958975" y="2333625"/>
          <p14:tracePt t="22630" x="1958975" y="2354263"/>
          <p14:tracePt t="22642" x="1966913" y="2360613"/>
          <p14:tracePt t="22662" x="1973263" y="2366963"/>
          <p14:tracePt t="22680" x="2014538" y="2381250"/>
          <p14:tracePt t="22700" x="2047875" y="2381250"/>
          <p14:tracePt t="22731" x="2089150" y="2381250"/>
          <p14:tracePt t="22732" x="2136775" y="2360613"/>
          <p14:tracePt t="22753" x="2157413" y="2354263"/>
          <p14:tracePt t="22754" x="2163763" y="2339975"/>
          <p14:tracePt t="22778" x="2170113" y="2312988"/>
          <p14:tracePt t="22797" x="2163763" y="2306638"/>
          <p14:tracePt t="22798" x="2163763" y="2292350"/>
          <p14:tracePt t="22823" x="2143125" y="2286000"/>
          <p14:tracePt t="22846" x="2136775" y="2286000"/>
          <p14:tracePt t="22866" x="2122488" y="2286000"/>
          <p14:tracePt t="22883" x="2116138" y="2286000"/>
          <p14:tracePt t="23024" x="2109788" y="2279650"/>
          <p14:tracePt t="23044" x="2095500" y="2279650"/>
          <p14:tracePt t="23053" x="2089150" y="2265363"/>
          <p14:tracePt t="23073" x="2062163" y="2259013"/>
          <p14:tracePt t="23114" x="2014538" y="2259013"/>
          <p14:tracePt t="23115" x="1985963" y="2279650"/>
          <p14:tracePt t="23138" x="1973263" y="2312988"/>
          <p14:tracePt t="23165" x="1993900" y="2360613"/>
          <p14:tracePt t="23173" x="2006600" y="2366963"/>
          <p14:tracePt t="23205" x="2033588" y="2381250"/>
          <p14:tracePt t="23206" x="2081213" y="2381250"/>
          <p14:tracePt t="23228" x="2116138" y="2354263"/>
          <p14:tracePt t="23262" x="2122488" y="2339975"/>
          <p14:tracePt t="23263" x="2122488" y="2306638"/>
          <p14:tracePt t="23271" x="2109788" y="2279650"/>
          <p14:tracePt t="23305" x="2095500" y="2259013"/>
          <p14:tracePt t="23305" x="2020888" y="2232025"/>
          <p14:tracePt t="23325" x="1993900" y="2232025"/>
          <p14:tracePt t="23354" x="1919288" y="2238375"/>
          <p14:tracePt t="23364" x="1911350" y="2259013"/>
          <p14:tracePt t="23365" x="1890713" y="2279650"/>
          <p14:tracePt t="23382" x="1890713" y="2292350"/>
          <p14:tracePt t="23395" x="1911350" y="2312988"/>
          <p14:tracePt t="23414" x="1925638" y="2327275"/>
          <p14:tracePt t="23427" x="1946275" y="2333625"/>
          <p14:tracePt t="23448" x="2006600" y="2333625"/>
          <p14:tracePt t="23466" x="2041525" y="2312988"/>
          <p14:tracePt t="23478" x="2047875" y="2306638"/>
          <p14:tracePt t="23497" x="2047875" y="2279650"/>
          <p14:tracePt t="23527" x="2041525" y="2265363"/>
          <p14:tracePt t="23528" x="2033588" y="2259013"/>
          <p14:tracePt t="23536" x="2020888" y="2238375"/>
          <p14:tracePt t="23551" x="2006600" y="2238375"/>
          <p14:tracePt t="23552" x="1993900" y="2238375"/>
          <p14:tracePt t="23571" x="1973263" y="2238375"/>
          <p14:tracePt t="23601" x="1966913" y="2238375"/>
          <p14:tracePt t="23602" x="1946275" y="2244725"/>
          <p14:tracePt t="23610" x="1938338" y="2259013"/>
          <p14:tracePt t="23629" x="1938338" y="2279650"/>
          <p14:tracePt t="23648" x="1958975" y="2327275"/>
          <p14:tracePt t="23667" x="1973263" y="2339975"/>
          <p14:tracePt t="23668" x="1993900" y="2354263"/>
          <p14:tracePt t="23678" x="2020888" y="2360613"/>
          <p14:tracePt t="23713" x="2062163" y="2366963"/>
          <p14:tracePt t="23714" x="2116138" y="2366963"/>
          <p14:tracePt t="23722" x="2136775" y="2360613"/>
          <p14:tracePt t="23735" x="2136775" y="2354263"/>
          <p14:tracePt t="23751" x="2136775" y="2333625"/>
          <p14:tracePt t="23768" x="2116138" y="2306638"/>
          <p14:tracePt t="23801" x="2095500" y="2286000"/>
          <p14:tracePt t="23802" x="2033588" y="2265363"/>
          <p14:tracePt t="23822" x="1966913" y="2279650"/>
          <p14:tracePt t="23841" x="1946275" y="2292350"/>
          <p14:tracePt t="23851" x="1919288" y="2312988"/>
          <p14:tracePt t="23868" x="1911350" y="2360613"/>
          <p14:tracePt t="23884" x="1911350" y="2381250"/>
          <p14:tracePt t="23902" x="1938338" y="2408238"/>
          <p14:tracePt t="23922" x="1966913" y="2408238"/>
          <p14:tracePt t="23935" x="2014538" y="2414588"/>
          <p14:tracePt t="23949" x="2041525" y="2408238"/>
          <p14:tracePt t="23984" x="2062163" y="2401888"/>
          <p14:tracePt t="23985" x="2089150" y="2366963"/>
          <p14:tracePt t="23994" x="2089150" y="2354263"/>
          <p14:tracePt t="24026" x="2089150" y="2333625"/>
          <p14:tracePt t="24027" x="2068513" y="2292350"/>
          <p14:tracePt t="24047" x="2047875" y="2286000"/>
          <p14:tracePt t="24048" x="2020888" y="2279650"/>
          <p14:tracePt t="24071" x="1946275" y="2286000"/>
          <p14:tracePt t="24100" x="1898650" y="2312988"/>
          <p14:tracePt t="24108" x="1890713" y="2339975"/>
          <p14:tracePt t="24121" x="1884363" y="2360613"/>
          <p14:tracePt t="24135" x="1890713" y="2381250"/>
          <p14:tracePt t="24151" x="1919288" y="2408238"/>
          <p14:tracePt t="24168" x="1958975" y="2414588"/>
          <p14:tracePt t="24184" x="2020888" y="2428875"/>
          <p14:tracePt t="24214" x="2068513" y="2414588"/>
          <p14:tracePt t="24216" x="2109788" y="2408238"/>
          <p14:tracePt t="24217" x="2122488" y="2401888"/>
          <p14:tracePt t="24239" x="2143125" y="2339975"/>
          <p14:tracePt t="24258" x="2143125" y="2327275"/>
          <p14:tracePt t="24267" x="2136775" y="2292350"/>
          <p14:tracePt t="24281" x="2116138" y="2265363"/>
          <p14:tracePt t="24314" x="2047875" y="2232025"/>
          <p14:tracePt t="24315" x="1993900" y="2232025"/>
          <p14:tracePt t="24325" x="1958975" y="2232025"/>
          <p14:tracePt t="24339" x="1919288" y="2244725"/>
          <p14:tracePt t="24340" x="1884363" y="2279650"/>
          <p14:tracePt t="24353" x="1871663" y="2292350"/>
          <p14:tracePt t="24368" x="1863725" y="2333625"/>
          <p14:tracePt t="24400" x="1863725" y="2360613"/>
          <p14:tracePt t="24401" x="1884363" y="2387600"/>
          <p14:tracePt t="24411" x="1911350" y="2408238"/>
          <p14:tracePt t="24426" x="1938338" y="2408238"/>
          <p14:tracePt t="24440" x="1985963" y="2408238"/>
          <p14:tracePt t="24453" x="2062163" y="2401888"/>
          <p14:tracePt t="24467" x="2081213" y="2401888"/>
          <p14:tracePt t="24484" x="2095500" y="2381250"/>
          <p14:tracePt t="24499" x="2095500" y="2354263"/>
          <p14:tracePt t="24516" x="2089150" y="2333625"/>
          <p14:tracePt t="24532" x="2081213" y="2312988"/>
          <p14:tracePt t="24534" x="2068513" y="2306638"/>
          <p14:tracePt t="24549" x="2041525" y="2286000"/>
          <p14:tracePt t="24566" x="1985963" y="2279650"/>
          <p14:tracePt t="24582" x="1946275" y="2279650"/>
          <p14:tracePt t="24614" x="1911350" y="2286000"/>
          <p14:tracePt t="24615" x="1871663" y="2333625"/>
          <p14:tracePt t="24625" x="1871663" y="2360613"/>
          <p14:tracePt t="24639" x="1871663" y="2387600"/>
          <p14:tracePt t="24652" x="1890713" y="2414588"/>
          <p14:tracePt t="24666" x="1919288" y="2435225"/>
          <p14:tracePt t="24668" x="1938338" y="2455863"/>
          <p14:tracePt t="24683" x="1973263" y="2462213"/>
          <p14:tracePt t="24700" x="2020888" y="2462213"/>
          <p14:tracePt t="24716" x="2047875" y="2462213"/>
          <p14:tracePt t="24747" x="2062163" y="2455863"/>
          <p14:tracePt t="24749" x="2062163" y="2428875"/>
          <p14:tracePt t="24758" x="2062163" y="2408238"/>
          <p14:tracePt t="24772" x="2047875" y="2387600"/>
          <p14:tracePt t="24797" x="2033588" y="2366963"/>
          <p14:tracePt t="24799" x="2020888" y="2354263"/>
          <p14:tracePt t="24809" x="2006600" y="2339975"/>
          <p14:tracePt t="24834" x="1985963" y="2333625"/>
          <p14:tracePt t="24835" x="1946275" y="2339975"/>
          <p14:tracePt t="24855" x="1938338" y="2339975"/>
          <p14:tracePt t="24866" x="1938338" y="2360613"/>
          <p14:tracePt t="24882" x="1938338" y="2366963"/>
          <p14:tracePt t="24897" x="1946275" y="2387600"/>
          <p14:tracePt t="24908" x="1958975" y="2401888"/>
          <p14:tracePt t="24922" x="1973263" y="2401888"/>
          <p14:tracePt t="24940" x="2014538" y="2408238"/>
          <p14:tracePt t="24953" x="2033588" y="2401888"/>
          <p14:tracePt t="24967" x="2041525" y="2401888"/>
          <p14:tracePt t="24983" x="2047875" y="2381250"/>
          <p14:tracePt t="25014" x="2047875" y="2366963"/>
          <p14:tracePt t="25016" x="2041525" y="2339975"/>
          <p14:tracePt t="25037" x="2020888" y="2306638"/>
          <p14:tracePt t="25060" x="1993900" y="2265363"/>
          <p14:tracePt t="25078" x="1973263" y="2244725"/>
          <p14:tracePt t="25103" x="1973263" y="2238375"/>
          <p14:tracePt t="25127" x="1985963" y="2238375"/>
          <p14:tracePt t="25156" x="1993900" y="2238375"/>
          <p14:tracePt t="25166" x="2006600" y="2238375"/>
          <p14:tracePt t="25183" x="2020888" y="2244725"/>
          <p14:tracePt t="25185" x="2041525" y="2259013"/>
          <p14:tracePt t="25209" x="2062163" y="2279650"/>
          <p14:tracePt t="25219" x="2068513" y="2286000"/>
          <p14:tracePt t="25265" x="2047875" y="2292350"/>
          <p14:tracePt t="25275" x="2041525" y="2292350"/>
          <p14:tracePt t="25344" x="2047875" y="2292350"/>
          <p14:tracePt t="25362" x="2068513" y="2292350"/>
          <p14:tracePt t="25375" x="2089150" y="2286000"/>
          <p14:tracePt t="25377" x="2109788" y="2279650"/>
          <p14:tracePt t="25401" x="2136775" y="2259013"/>
          <p14:tracePt t="25402" x="2163763" y="2238375"/>
          <p14:tracePt t="25411" x="2217738" y="2205038"/>
          <p14:tracePt t="25444" x="2366963" y="2095500"/>
          <p14:tracePt t="25473" x="2578100" y="1958975"/>
          <p14:tracePt t="25474" x="2652713" y="1911350"/>
          <p14:tracePt t="25475" x="2747963" y="1871663"/>
          <p14:tracePt t="25503" x="2824163" y="1836738"/>
          <p14:tracePt t="25504" x="2857500" y="1816100"/>
          <p14:tracePt t="25512" x="2919413" y="1789113"/>
          <p14:tracePt t="25532" x="2952750" y="1768475"/>
          <p14:tracePt t="25533" x="2973388" y="1762125"/>
          <p14:tracePt t="25549" x="2979738" y="1747838"/>
          <p14:tracePt t="25561" x="2994025" y="1747838"/>
          <p14:tracePt t="25657" x="2973388" y="1747838"/>
          <p14:tracePt t="25680" x="2919413" y="1741488"/>
          <p14:tracePt t="25704" x="2824163" y="1728788"/>
          <p14:tracePt t="25729" x="2728913" y="1741488"/>
          <p14:tracePt t="25737" x="2673350" y="1747838"/>
          <p14:tracePt t="25751" x="2633663" y="1762125"/>
          <p14:tracePt t="25768" x="2598738" y="1776413"/>
          <p14:tracePt t="25769" x="2557463" y="1803400"/>
          <p14:tracePt t="25801" x="2551113" y="1843088"/>
          <p14:tracePt t="25802" x="2551113" y="1938338"/>
          <p14:tracePt t="25826" x="2613025" y="2014538"/>
          <p14:tracePt t="25845" x="2673350" y="2062163"/>
          <p14:tracePt t="25853" x="2720975" y="2089150"/>
          <p14:tracePt t="25868" x="2809875" y="2122488"/>
          <p14:tracePt t="25869" x="2905125" y="2143125"/>
          <p14:tracePt t="25901" x="2979738" y="2157413"/>
          <p14:tracePt t="25901" x="3074988" y="2163763"/>
          <p14:tracePt t="25926" x="3244850" y="2136775"/>
          <p14:tracePt t="25944" x="3271838" y="2116138"/>
          <p14:tracePt t="25953" x="3286125" y="2109788"/>
          <p14:tracePt t="25968" x="3286125" y="2089150"/>
          <p14:tracePt t="25985" x="3265488" y="2041525"/>
          <p14:tracePt t="26017" x="3224213" y="2006600"/>
          <p14:tracePt t="26018" x="3101975" y="1938338"/>
          <p14:tracePt t="26039" x="2946400" y="1919288"/>
          <p14:tracePt t="26058" x="2851150" y="1919288"/>
          <p14:tracePt t="26068" x="2795588" y="1925638"/>
          <p14:tracePt t="26083" x="2735263" y="1946275"/>
          <p14:tracePt t="26084" x="2700338" y="1973263"/>
          <p14:tracePt t="26101" x="2687638" y="1993900"/>
          <p14:tracePt t="26118" x="2708275" y="2047875"/>
          <p14:tracePt t="26134" x="2728913" y="2081213"/>
          <p14:tracePt t="26151" x="2809875" y="2109788"/>
          <p14:tracePt t="26168" x="2851150" y="2116138"/>
          <p14:tracePt t="26185" x="2973388" y="2109788"/>
          <p14:tracePt t="26217" x="3021013" y="2095500"/>
          <p14:tracePt t="26218" x="3101975" y="2041525"/>
          <p14:tracePt t="26243" x="3116263" y="1993900"/>
          <p14:tracePt t="26262" x="3116263" y="1973263"/>
          <p14:tracePt t="26270" x="3095625" y="1958975"/>
          <p14:tracePt t="26300" x="3074988" y="1925638"/>
          <p14:tracePt t="26301" x="3006725" y="1898650"/>
          <p14:tracePt t="26310" x="2952750" y="1890713"/>
          <p14:tracePt t="26328" x="2905125" y="1890713"/>
          <p14:tracePt t="26361" x="2851150" y="1911350"/>
          <p14:tracePt t="26361" x="2830513" y="1925638"/>
          <p14:tracePt t="26371" x="2830513" y="1938338"/>
          <p14:tracePt t="26398" x="2830513" y="1946275"/>
          <p14:tracePt t="26399" x="2857500" y="1973263"/>
          <p14:tracePt t="26421" x="2919413" y="1985963"/>
          <p14:tracePt t="26445" x="3000375" y="1985963"/>
          <p14:tracePt t="26464" x="3054350" y="1973263"/>
          <p14:tracePt t="26475" x="3101975" y="1966913"/>
          <p14:tracePt t="26489" x="3122613" y="1946275"/>
          <p14:tracePt t="26491" x="3143250" y="1925638"/>
          <p14:tracePt t="26517" x="3143250" y="1911350"/>
          <p14:tracePt t="26518" x="3143250" y="1890713"/>
          <p14:tracePt t="26527" x="3128963" y="1871663"/>
          <p14:tracePt t="26544" x="3122613" y="1851025"/>
          <p14:tracePt t="26549" x="3101975" y="1843088"/>
          <p14:tracePt t="26578" x="3089275" y="1836738"/>
          <p14:tracePt t="26578" x="3041650" y="1836738"/>
          <p14:tracePt t="26601" x="2973388" y="1843088"/>
          <p14:tracePt t="26625" x="2946400" y="1851025"/>
          <p14:tracePt t="26644" x="2932113" y="1871663"/>
          <p14:tracePt t="26653" x="2932113" y="1884363"/>
          <p14:tracePt t="26668" x="2925763" y="1890713"/>
          <p14:tracePt t="26701" x="2925763" y="1898650"/>
          <p14:tracePt t="26702" x="2932113" y="1911350"/>
          <p14:tracePt t="26732" x="2946400" y="1911350"/>
          <p14:tracePt t="26826" x="2952750" y="1911350"/>
          <p14:tracePt t="29078" x="2952750" y="1925638"/>
          <p14:tracePt t="29111" x="3027363" y="1985963"/>
          <p14:tracePt t="29146" x="3149600" y="2062163"/>
          <p14:tracePt t="29180" x="3170238" y="2081213"/>
          <p14:tracePt t="29618" x="3176588" y="2081213"/>
          <p14:tracePt t="29754" x="3190875" y="2081213"/>
          <p14:tracePt t="29815" x="3197225" y="2081213"/>
          <p14:tracePt t="29869" x="3211513" y="2081213"/>
          <p14:tracePt t="40870" x="3211513" y="2089150"/>
          <p14:tracePt t="40871" x="3190875" y="2136775"/>
          <p14:tracePt t="40881" x="3163888" y="2238375"/>
          <p14:tracePt t="40913" x="3143250" y="2333625"/>
          <p14:tracePt t="40914" x="3095625" y="2613025"/>
          <p14:tracePt t="40935" x="3054350" y="2782888"/>
          <p14:tracePt t="40936" x="3027363" y="2898775"/>
          <p14:tracePt t="40957" x="2932113" y="3128963"/>
          <p14:tracePt t="40979" x="2809875" y="3348038"/>
          <p14:tracePt t="41005" x="2768600" y="3408363"/>
          <p14:tracePt t="41006" x="2720975" y="3482975"/>
          <p14:tracePt t="41015" x="2700338" y="3517900"/>
          <p14:tracePt t="41035" x="2681288" y="3557588"/>
          <p14:tracePt t="41037" x="2660650" y="3571875"/>
          <p14:tracePt t="41051" x="2660650" y="3586163"/>
          <p14:tracePt t="41129" x="2652713" y="3586163"/>
          <p14:tracePt t="41137" x="2613025" y="3571875"/>
          <p14:tracePt t="41152" x="2557463" y="3565525"/>
          <p14:tracePt t="41192" x="2476500" y="3544888"/>
          <p14:tracePt t="41193" x="2387600" y="3530600"/>
          <p14:tracePt t="41212" x="2366963" y="3517900"/>
          <p14:tracePt t="41222" x="2327275" y="3509963"/>
          <p14:tracePt t="41237" x="2259013" y="3509963"/>
          <p14:tracePt t="41253" x="2238375" y="3509963"/>
          <p14:tracePt t="41268" x="2205038" y="3509963"/>
          <p14:tracePt t="41303" x="2116138" y="3509963"/>
          <p14:tracePt t="41304" x="2033588" y="3509963"/>
          <p14:tracePt t="41329" x="1958975" y="3509963"/>
          <p14:tracePt t="41347" x="1919288" y="3530600"/>
          <p14:tracePt t="41356" x="1898650" y="3544888"/>
          <p14:tracePt t="41370" x="1884363" y="3557588"/>
          <p14:tracePt t="41406" x="1863725" y="3613150"/>
          <p14:tracePt t="41407" x="1863725" y="3640138"/>
          <p14:tracePt t="41433" x="1884363" y="3667125"/>
          <p14:tracePt t="41441" x="1890713" y="3681413"/>
          <p14:tracePt t="41456" x="1898650" y="3681413"/>
          <p14:tracePt t="41476" x="1911350" y="3687763"/>
          <p14:tracePt t="41503" x="1919288" y="3687763"/>
          <p14:tracePt t="41519" x="1919288" y="3681413"/>
          <p14:tracePt t="41520" x="1919288" y="3667125"/>
          <p14:tracePt t="41546" x="1919288" y="3619500"/>
          <p14:tracePt t="41554" x="1911350" y="3592513"/>
          <p14:tracePt t="41568" x="1890713" y="3557588"/>
          <p14:tracePt t="41585" x="1884363" y="3538538"/>
          <p14:tracePt t="41586" x="1863725" y="3497263"/>
          <p14:tracePt t="41605" x="1843088" y="3482975"/>
          <p14:tracePt t="41621" x="1824038" y="3470275"/>
          <p14:tracePt t="41654" x="1816100" y="3497263"/>
          <p14:tracePt t="41670" x="1824038" y="3538538"/>
          <p14:tracePt t="41687" x="1843088" y="3565525"/>
          <p14:tracePt t="41689" x="1863725" y="3592513"/>
          <p14:tracePt t="41705" x="1890713" y="3613150"/>
          <p14:tracePt t="41721" x="1938338" y="3633788"/>
          <p14:tracePt t="41737" x="1958975" y="3640138"/>
          <p14:tracePt t="41752" x="1973263" y="3640138"/>
          <p14:tracePt t="41771" x="2006600" y="3640138"/>
          <p14:tracePt t="41802" x="1993900" y="3640138"/>
          <p14:tracePt t="42049" x="2006600" y="3640138"/>
          <p14:tracePt t="42079" x="2006600" y="3633788"/>
          <p14:tracePt t="42109" x="2014538" y="3619500"/>
          <p14:tracePt t="42117" x="2020888" y="3613150"/>
          <p14:tracePt t="42136" x="2020888" y="3592513"/>
          <p14:tracePt t="42137" x="2020888" y="3586163"/>
          <p14:tracePt t="42161" x="2041525" y="3557588"/>
          <p14:tracePt t="42177" x="2047875" y="3538538"/>
          <p14:tracePt t="42219" x="2095500" y="3517900"/>
          <p14:tracePt t="42229" x="2109788" y="3509963"/>
          <p14:tracePt t="42230" x="2136775" y="3509963"/>
          <p14:tracePt t="42275" x="2292350" y="3571875"/>
          <p14:tracePt t="42302" x="2381250" y="3619500"/>
          <p14:tracePt t="42311" x="2408238" y="3640138"/>
          <p14:tracePt t="42324" x="2428875" y="3646488"/>
          <p14:tracePt t="42348" x="2449513" y="3660775"/>
          <p14:tracePt t="42386" x="2449513" y="3646488"/>
          <p14:tracePt t="42402" x="2449513" y="3640138"/>
          <p14:tracePt t="42419" x="2428875" y="3605213"/>
          <p14:tracePt t="42435" x="2414588" y="3571875"/>
          <p14:tracePt t="42469" x="2408238" y="3544888"/>
          <p14:tracePt t="42470" x="2408238" y="3497263"/>
          <p14:tracePt t="42478" x="2408238" y="3482975"/>
          <p14:tracePt t="42509" x="2408238" y="3470275"/>
          <p14:tracePt t="42510" x="2408238" y="3462338"/>
          <p14:tracePt t="42556" x="2414588" y="3482975"/>
          <p14:tracePt t="42577" x="2462213" y="3517900"/>
          <p14:tracePt t="42589" x="2490788" y="3538538"/>
          <p14:tracePt t="42610" x="2509838" y="3544888"/>
          <p14:tracePt t="42612" x="2530475" y="3557588"/>
          <p14:tracePt t="42632" x="2551113" y="3565525"/>
          <p14:tracePt t="42633" x="2565400" y="3565525"/>
          <p14:tracePt t="42667" x="2565400" y="3571875"/>
          <p14:tracePt t="42715" x="2565400" y="3565525"/>
          <p14:tracePt t="43095" x="2565400" y="3557588"/>
          <p14:tracePt t="43129" x="2551113" y="3490913"/>
          <p14:tracePt t="43163" x="2449513" y="3408363"/>
          <p14:tracePt t="43195" x="2333625" y="3375025"/>
          <p14:tracePt t="43221" x="2259013" y="3375025"/>
          <p14:tracePt t="43248" x="2217738" y="3387725"/>
          <p14:tracePt t="43251" x="2163763" y="3395663"/>
          <p14:tracePt t="43251" x="2116138" y="3422650"/>
          <p14:tracePt t="43284" x="2020888" y="3490913"/>
          <p14:tracePt t="43285" x="1985963" y="3530600"/>
          <p14:tracePt t="43303" x="1966913" y="3544888"/>
          <p14:tracePt t="43329" x="1946275" y="3592513"/>
          <p14:tracePt t="43330" x="1958975" y="3613150"/>
          <p14:tracePt t="43355" x="2020888" y="3646488"/>
          <p14:tracePt t="43372" x="2062163" y="3646488"/>
          <p14:tracePt t="43420" x="2232025" y="3640138"/>
          <p14:tracePt t="43421" x="2327275" y="3586163"/>
          <p14:tracePt t="43450" x="2339975" y="3530600"/>
          <p14:tracePt t="43458" x="2333625" y="3490913"/>
          <p14:tracePt t="43475" x="2292350" y="3443288"/>
          <p14:tracePt t="43476" x="2238375" y="3414713"/>
          <p14:tracePt t="43509" x="2122488" y="3367088"/>
          <p14:tracePt t="43510" x="1824038" y="3340100"/>
          <p14:tracePt t="43530" x="1687513" y="3360738"/>
          <p14:tracePt t="43541" x="1577975" y="3387725"/>
          <p14:tracePt t="43558" x="1503363" y="3449638"/>
          <p14:tracePt t="43574" x="1503363" y="3490913"/>
          <p14:tracePt t="43591" x="1544638" y="3544888"/>
          <p14:tracePt t="43605" x="1598613" y="3586163"/>
          <p14:tracePt t="43638" x="1666875" y="3613150"/>
          <p14:tracePt t="43639" x="1911350" y="3646488"/>
          <p14:tracePt t="43647" x="2006600" y="3660775"/>
          <p14:tracePt t="43665" x="2122488" y="3646488"/>
          <p14:tracePt t="43669" x="2211388" y="3640138"/>
          <p14:tracePt t="43685" x="2259013" y="3619500"/>
          <p14:tracePt t="43716" x="2279650" y="3605213"/>
          <p14:tracePt t="43717" x="2279650" y="3571875"/>
          <p14:tracePt t="43725" x="2259013" y="3557588"/>
          <p14:tracePt t="43741" x="2205038" y="3530600"/>
          <p14:tracePt t="43755" x="2143125" y="3517900"/>
          <p14:tracePt t="43772" x="1973263" y="3509963"/>
          <p14:tracePt t="43804" x="1919288" y="3530600"/>
          <p14:tracePt t="43805" x="1884363" y="3557588"/>
          <p14:tracePt t="43835" x="1884363" y="3586163"/>
          <p14:tracePt t="43836" x="1911350" y="3605213"/>
          <p14:tracePt t="43857" x="1946275" y="3619500"/>
          <p14:tracePt t="43858" x="1985963" y="3633788"/>
          <p14:tracePt t="43883" x="2136775" y="3640138"/>
          <p14:tracePt t="43904" x="2238375" y="3633788"/>
          <p14:tracePt t="43930" x="2286000" y="3613150"/>
          <p14:tracePt t="43938" x="2292350" y="3592513"/>
          <p14:tracePt t="43952" x="2286000" y="3586163"/>
          <p14:tracePt t="43973" x="2279650" y="3565525"/>
          <p14:tracePt t="43974" x="2244725" y="3544888"/>
          <p14:tracePt t="44007" x="2190750" y="3530600"/>
          <p14:tracePt t="44008" x="2081213" y="3517900"/>
          <p14:tracePt t="44018" x="2014538" y="3517900"/>
          <p14:tracePt t="44047" x="1958975" y="3530600"/>
          <p14:tracePt t="44047" x="1890713" y="3538538"/>
          <p14:tracePt t="44057" x="1824038" y="3557588"/>
          <p14:tracePt t="44074" x="1747838" y="3571875"/>
          <p14:tracePt t="44104" x="1728788" y="3586163"/>
          <p14:tracePt t="44105" x="1714500" y="3586163"/>
          <p14:tracePt t="44106" x="1700213" y="3586163"/>
          <p14:tracePt t="44162" x="1714500" y="3586163"/>
          <p14:tracePt t="44181" x="1728788" y="3586163"/>
          <p14:tracePt t="44204" x="1776413" y="3586163"/>
          <p14:tracePt t="44205" x="1851025" y="3592513"/>
          <p14:tracePt t="44214" x="1925638" y="3605213"/>
          <p14:tracePt t="44235" x="2205038" y="3619500"/>
          <p14:tracePt t="44253" x="2428875" y="3640138"/>
          <p14:tracePt t="44265" x="2503488" y="3646488"/>
          <p14:tracePt t="44285" x="2530475" y="3646488"/>
          <p14:tracePt t="44287" x="2551113" y="3646488"/>
          <p14:tracePt t="44331" x="2482850" y="3646488"/>
          <p14:tracePt t="44351" x="2428875" y="3640138"/>
          <p14:tracePt t="44363" x="2327275" y="3640138"/>
          <p14:tracePt t="44383" x="2122488" y="3633788"/>
          <p14:tracePt t="44419" x="1911350" y="3619500"/>
          <p14:tracePt t="44420" x="1851025" y="3619500"/>
          <p14:tracePt t="44421" x="1803400" y="3619500"/>
          <p14:tracePt t="44442" x="1795463" y="3619500"/>
          <p14:tracePt t="44466" x="1803400" y="3619500"/>
          <p14:tracePt t="44495" x="1843088" y="3619500"/>
          <p14:tracePt t="44495" x="1890713" y="3633788"/>
          <p14:tracePt t="44504" x="1958975" y="3633788"/>
          <p14:tracePt t="44528" x="2047875" y="3640138"/>
          <p14:tracePt t="44534" x="2116138" y="3646488"/>
          <p14:tracePt t="44535" x="2232025" y="3646488"/>
          <p14:tracePt t="44547" x="2312988" y="3660775"/>
          <p14:tracePt t="44569" x="2408238" y="3660775"/>
          <p14:tracePt t="44582" x="2414588" y="3660775"/>
          <p14:tracePt t="44618" x="2408238" y="3660775"/>
          <p14:tracePt t="44635" x="2401888" y="3660775"/>
          <p14:tracePt t="44636" x="2381250" y="3660775"/>
          <p14:tracePt t="44648" x="2360613" y="3660775"/>
          <p14:tracePt t="44668" x="2354263" y="3660775"/>
          <p14:tracePt t="44705" x="2366963" y="3660775"/>
          <p14:tracePt t="44736" x="2414588" y="3660775"/>
          <p14:tracePt t="44736" x="2455863" y="3660775"/>
          <p14:tracePt t="44759" x="2538413" y="3660775"/>
          <p14:tracePt t="44792" x="2578100" y="3660775"/>
          <p14:tracePt t="44793" x="2598738" y="3660775"/>
          <p14:tracePt t="44821" x="2605088" y="3660775"/>
          <p14:tracePt t="44828" x="2613025" y="3660775"/>
          <p14:tracePt t="44851" x="2625725" y="3667125"/>
          <p14:tracePt t="44901" x="2633663" y="3667125"/>
          <p14:tracePt t="44936" x="2613025" y="3660775"/>
          <p14:tracePt t="45247" x="2625725" y="3660775"/>
          <p14:tracePt t="45254" x="2633663" y="3660775"/>
          <p14:tracePt t="45271" x="2660650" y="3646488"/>
          <p14:tracePt t="45323" x="2687638" y="3613150"/>
          <p14:tracePt t="45323" x="2768600" y="3490913"/>
          <p14:tracePt t="45334" x="2843213" y="3395663"/>
          <p14:tracePt t="45360" x="2932113" y="3265488"/>
          <p14:tracePt t="45380" x="3224213" y="2878138"/>
          <p14:tracePt t="45418" x="3449638" y="2565400"/>
          <p14:tracePt t="45419" x="3571875" y="2408238"/>
          <p14:tracePt t="45435" x="3756025" y="2143125"/>
          <p14:tracePt t="45449" x="3810000" y="2041525"/>
          <p14:tracePt t="45471" x="3911600" y="1762125"/>
          <p14:tracePt t="45507" x="3932238" y="1693863"/>
          <p14:tracePt t="45507" x="3952875" y="1565275"/>
          <p14:tracePt t="45538" x="3938588" y="1503363"/>
          <p14:tracePt t="45539" x="3911600" y="1449388"/>
          <p14:tracePt t="45548" x="3884613" y="1422400"/>
          <p14:tracePt t="45572" x="3783013" y="1381125"/>
          <p14:tracePt t="45608" x="3714750" y="1374775"/>
          <p14:tracePt t="45608" x="3646488" y="1360488"/>
          <p14:tracePt t="45617" x="3633788" y="1360488"/>
          <p14:tracePt t="45641" x="3605213" y="1360488"/>
          <p14:tracePt t="45655" x="3586163" y="1360488"/>
          <p14:tracePt t="45679" x="3538538" y="1381125"/>
          <p14:tracePt t="45681" x="3517900" y="1395413"/>
          <p14:tracePt t="45714" x="3509963" y="1395413"/>
          <p14:tracePt t="45751" x="3462338" y="1395413"/>
          <p14:tracePt t="45751" x="3414713" y="1395413"/>
          <p14:tracePt t="45771" x="3360738" y="1381125"/>
          <p14:tracePt t="45772" x="3319463" y="1381125"/>
          <p14:tracePt t="45784" x="3271838" y="1374775"/>
          <p14:tracePt t="45806" x="3197225" y="1360488"/>
          <p14:tracePt t="45821" x="3149600" y="1354138"/>
          <p14:tracePt t="45845" x="3101975" y="1333500"/>
          <p14:tracePt t="45862" x="3054350" y="1333500"/>
          <p14:tracePt t="45894" x="3048000" y="1333500"/>
          <p14:tracePt t="45895" x="3021013" y="1333500"/>
          <p14:tracePt t="45921" x="3006725" y="1347788"/>
          <p14:tracePt t="45944" x="3000375" y="1354138"/>
          <p14:tracePt t="45954" x="2994025" y="1360488"/>
          <p14:tracePt t="45972" x="2979738" y="1360488"/>
          <p14:tracePt t="46003" x="2973388" y="1374775"/>
          <p14:tracePt t="46045" x="2994025" y="1381125"/>
          <p14:tracePt t="46055" x="3021013" y="1395413"/>
          <p14:tracePt t="46074" x="3068638" y="1408113"/>
          <p14:tracePt t="46075" x="3128963" y="1428750"/>
          <p14:tracePt t="46087" x="3224213" y="1455738"/>
          <p14:tracePt t="46111" x="3509963" y="1482725"/>
          <p14:tracePt t="46128" x="3633788" y="1497013"/>
          <p14:tracePt t="46144" x="3851275" y="1476375"/>
          <p14:tracePt t="46174" x="3884613" y="1455738"/>
          <p14:tracePt t="46175" x="3925888" y="1428750"/>
          <p14:tracePt t="46176" x="3952875" y="1395413"/>
          <p14:tracePt t="46200" x="3952875" y="1319213"/>
          <p14:tracePt t="46218" x="3911600" y="1271588"/>
          <p14:tracePt t="46220" x="3863975" y="1231900"/>
          <p14:tracePt t="46238" x="3768725" y="1184275"/>
          <p14:tracePt t="46251" x="3640138" y="1136650"/>
          <p14:tracePt t="46272" x="3408363" y="1101725"/>
          <p14:tracePt t="46284" x="3252788" y="1089025"/>
          <p14:tracePt t="46304" x="3027363" y="1122363"/>
          <p14:tracePt t="46322" x="2925763" y="1149350"/>
          <p14:tracePt t="46323" x="2878138" y="1176338"/>
          <p14:tracePt t="46335" x="2830513" y="1211263"/>
          <p14:tracePt t="46355" x="2809875" y="1244600"/>
          <p14:tracePt t="46357" x="2803525" y="1258888"/>
          <p14:tracePt t="46371" x="2809875" y="1279525"/>
          <p14:tracePt t="46399" x="2824163" y="1306513"/>
          <p14:tracePt t="46400" x="2843213" y="1319213"/>
          <p14:tracePt t="46427" x="3000375" y="1354138"/>
          <p14:tracePt t="46436" x="3101975" y="1360488"/>
          <p14:tracePt t="46454" x="3224213" y="1360488"/>
          <p14:tracePt t="46467" x="3340100" y="1354138"/>
          <p14:tracePt t="46485" x="3470275" y="1319213"/>
          <p14:tracePt t="46505" x="3497263" y="1279525"/>
          <p14:tracePt t="46522" x="3497263" y="1252538"/>
          <p14:tracePt t="46535" x="3482975" y="1211263"/>
          <p14:tracePt t="46540" x="3449638" y="1196975"/>
          <p14:tracePt t="46555" x="3387725" y="1157288"/>
          <p14:tracePt t="46572" x="3238500" y="1128713"/>
          <p14:tracePt t="46600" x="3143250" y="1136650"/>
          <p14:tracePt t="46601" x="3068638" y="1157288"/>
          <p14:tracePt t="46610" x="3021013" y="1176338"/>
          <p14:tracePt t="46625" x="2973388" y="1211263"/>
          <p14:tracePt t="46626" x="2952750" y="1252538"/>
          <p14:tracePt t="46642" x="2946400" y="1279525"/>
          <p14:tracePt t="46658" x="2946400" y="1319213"/>
          <p14:tracePt t="46675" x="3000375" y="1374775"/>
          <p14:tracePt t="46707" x="3068638" y="1401763"/>
          <p14:tracePt t="46708" x="3217863" y="1428750"/>
          <p14:tracePt t="46717" x="3327400" y="1428750"/>
          <p14:tracePt t="46735" x="3443288" y="1422400"/>
          <p14:tracePt t="46755" x="3605213" y="1374775"/>
          <p14:tracePt t="46772" x="3660775" y="1333500"/>
          <p14:tracePt t="46774" x="3687763" y="1306513"/>
          <p14:tracePt t="46798" x="3694113" y="1279525"/>
          <p14:tracePt t="46799" x="3694113" y="1244600"/>
          <p14:tracePt t="46808" x="3694113" y="1211263"/>
          <p14:tracePt t="46823" x="3681413" y="1196975"/>
          <p14:tracePt t="46840" x="3660775" y="1163638"/>
          <p14:tracePt t="46841" x="3619500" y="1149350"/>
          <p14:tracePt t="46858" x="3592513" y="1149350"/>
          <p14:tracePt t="46875" x="3497263" y="1149350"/>
          <p14:tracePt t="46904" x="3462338" y="1157288"/>
          <p14:tracePt t="46905" x="3408363" y="1176338"/>
          <p14:tracePt t="46916" x="3360738" y="1196975"/>
          <p14:tracePt t="46930" x="3327400" y="1211263"/>
          <p14:tracePt t="46932" x="3300413" y="1244600"/>
          <p14:tracePt t="46946" x="3286125" y="1271588"/>
          <p14:tracePt t="46960" x="3271838" y="1285875"/>
          <p14:tracePt t="46975" x="3286125" y="1347788"/>
          <p14:tracePt t="47004" x="3313113" y="1374775"/>
          <p14:tracePt t="47006" x="3360738" y="1401763"/>
          <p14:tracePt t="47016" x="3422650" y="1428750"/>
          <p14:tracePt t="47042" x="3490913" y="1443038"/>
          <p14:tracePt t="47043" x="3687763" y="1449388"/>
          <p14:tracePt t="47064" x="3857625" y="1422400"/>
          <p14:tracePt t="47083" x="3925888" y="1395413"/>
          <p14:tracePt t="47104" x="3952875" y="1374775"/>
          <p14:tracePt t="47106" x="3959225" y="1333500"/>
          <p14:tracePt t="47116" x="3959225" y="1300163"/>
          <p14:tracePt t="47130" x="3938588" y="1271588"/>
          <p14:tracePt t="47143" x="3905250" y="1223963"/>
          <p14:tracePt t="47145" x="3836988" y="1176338"/>
          <p14:tracePt t="47158" x="3756025" y="1136650"/>
          <p14:tracePt t="47175" x="3681413" y="1122363"/>
          <p14:tracePt t="47205" x="3571875" y="1109663"/>
          <p14:tracePt t="47206" x="3414713" y="1136650"/>
          <p14:tracePt t="47217" x="3348038" y="1176338"/>
          <p14:tracePt t="47232" x="3300413" y="1223963"/>
          <p14:tracePt t="47259" x="3271838" y="1252538"/>
          <p14:tracePt t="47260" x="3265488" y="1333500"/>
          <p14:tracePt t="47272" x="3271838" y="1360488"/>
          <p14:tracePt t="47302" x="3300413" y="1401763"/>
          <p14:tracePt t="47303" x="3360738" y="1428750"/>
          <p14:tracePt t="47324" x="3565525" y="1455738"/>
          <p14:tracePt t="47344" x="3619500" y="1449388"/>
          <p14:tracePt t="47355" x="3708400" y="1428750"/>
          <p14:tracePt t="47372" x="3762375" y="1395413"/>
          <p14:tracePt t="47374" x="3789363" y="1360488"/>
          <p14:tracePt t="47398" x="3810000" y="1327150"/>
          <p14:tracePt t="47399" x="3803650" y="1279525"/>
          <p14:tracePt t="47408" x="3783013" y="1244600"/>
          <p14:tracePt t="47422" x="3735388" y="1196975"/>
          <p14:tracePt t="47438" x="3586163" y="1122363"/>
          <p14:tracePt t="47472" x="3340100" y="1101725"/>
          <p14:tracePt t="47493" x="3027363" y="1149350"/>
          <p14:tracePt t="47516" x="2925763" y="1196975"/>
          <p14:tracePt t="47535" x="2905125" y="1223963"/>
          <p14:tracePt t="47544" x="2898775" y="1252538"/>
          <p14:tracePt t="47558" x="2898775" y="1271588"/>
          <p14:tracePt t="47575" x="2919413" y="1285875"/>
          <p14:tracePt t="47607" x="2932113" y="1300163"/>
          <p14:tracePt t="47608" x="3054350" y="1327150"/>
          <p14:tracePt t="47629" x="3286125" y="1347788"/>
          <p14:tracePt t="47653" x="3509963" y="1333500"/>
          <p14:tracePt t="47674" x="3694113" y="1285875"/>
          <p14:tracePt t="47695" x="3762375" y="1244600"/>
          <p14:tracePt t="47719" x="3762375" y="1204913"/>
          <p14:tracePt t="47741" x="3694113" y="1149350"/>
          <p14:tracePt t="47761" x="3646488" y="1136650"/>
          <p14:tracePt t="47762" x="3571875" y="1122363"/>
          <p14:tracePt t="47782" x="3482975" y="1122363"/>
          <p14:tracePt t="47804" x="3414713" y="1122363"/>
          <p14:tracePt t="47805" x="3327400" y="1128713"/>
          <p14:tracePt t="47815" x="3244850" y="1163638"/>
          <p14:tracePt t="47830" x="3190875" y="1184275"/>
          <p14:tracePt t="47831" x="3143250" y="1223963"/>
          <p14:tracePt t="47844" x="3101975" y="1258888"/>
          <p14:tracePt t="47858" x="3095625" y="1279525"/>
          <p14:tracePt t="47874" x="3095625" y="1285875"/>
          <p14:tracePt t="47875" x="3101975" y="1306513"/>
          <p14:tracePt t="47905" x="3128963" y="1327150"/>
          <p14:tracePt t="47906" x="3163888" y="1333500"/>
          <p14:tracePt t="47928" x="3217863" y="1347788"/>
          <p14:tracePt t="47929" x="3292475" y="1354138"/>
          <p14:tracePt t="47938" x="3360738" y="1354138"/>
          <p14:tracePt t="47951" x="3443288" y="1354138"/>
          <p14:tracePt t="47969" x="3571875" y="1319213"/>
          <p14:tracePt t="48001" x="3687763" y="1271588"/>
          <p14:tracePt t="48023" x="3681413" y="1271588"/>
          <p14:tracePt t="48043" x="3646488" y="1271588"/>
          <p14:tracePt t="48230" x="3660775" y="1271588"/>
          <p14:tracePt t="48237" x="3681413" y="1271588"/>
          <p14:tracePt t="48250" x="3729038" y="1279525"/>
          <p14:tracePt t="48291" x="3905250" y="1306513"/>
          <p14:tracePt t="48292" x="4033838" y="1327150"/>
          <p14:tracePt t="48315" x="4292600" y="1333500"/>
          <p14:tracePt t="48334" x="4422775" y="1333500"/>
          <p14:tracePt t="48348" x="4735513" y="1333500"/>
          <p14:tracePt t="48368" x="4919663" y="1333500"/>
          <p14:tracePt t="48398" x="5238750" y="1333500"/>
          <p14:tracePt t="48399" x="5408613" y="1333500"/>
          <p14:tracePt t="48410" x="5524500" y="1333500"/>
          <p14:tracePt t="48424" x="5673725" y="1333500"/>
          <p14:tracePt t="48440" x="5905500" y="1333500"/>
          <p14:tracePt t="48457" x="5994400" y="1333500"/>
          <p14:tracePt t="48490" x="6197600" y="1333500"/>
          <p14:tracePt t="48491" x="6319838" y="1333500"/>
          <p14:tracePt t="48515" x="6388100" y="1333500"/>
          <p14:tracePt t="48516" x="6497638" y="1327150"/>
          <p14:tracePt t="48517" x="6619875" y="1327150"/>
          <p14:tracePt t="48537" x="6694488" y="1327150"/>
          <p14:tracePt t="48549" x="6816725" y="1327150"/>
          <p14:tracePt t="48551" x="6899275" y="1319213"/>
          <p14:tracePt t="48562" x="7000875" y="1319213"/>
          <p14:tracePt t="48582" x="7054850" y="1306513"/>
          <p14:tracePt t="48609" x="7123113" y="1285875"/>
          <p14:tracePt t="48610" x="7205663" y="1244600"/>
          <p14:tracePt t="48619" x="7224713" y="1223963"/>
          <p14:tracePt t="48633" x="7253288" y="1196975"/>
          <p14:tracePt t="48653" x="7272338" y="1149350"/>
          <p14:tracePt t="48671" x="7272338" y="1122363"/>
          <p14:tracePt t="48699" x="7224713" y="1074738"/>
          <p14:tracePt t="48700" x="7177088" y="1054100"/>
          <p14:tracePt t="48709" x="7081838" y="1027113"/>
          <p14:tracePt t="48724" x="7000875" y="1014413"/>
          <p14:tracePt t="48741" x="6837363" y="1006475"/>
          <p14:tracePt t="48742" x="6715125" y="1006475"/>
          <p14:tracePt t="48757" x="6510338" y="1006475"/>
          <p14:tracePt t="48774" x="6361113" y="1006475"/>
          <p14:tracePt t="48775" x="6137275" y="1027113"/>
          <p14:tracePt t="48803" x="5919788" y="1054100"/>
          <p14:tracePt t="48805" x="5783263" y="1074738"/>
          <p14:tracePt t="48816" x="5599113" y="1109663"/>
          <p14:tracePt t="48834" x="5354638" y="1157288"/>
          <p14:tracePt t="48851" x="5265738" y="1176338"/>
          <p14:tracePt t="48871" x="5095875" y="1211263"/>
          <p14:tracePt t="48898" x="4932363" y="1258888"/>
          <p14:tracePt t="48929" x="4899025" y="1279525"/>
          <p14:tracePt t="48930" x="4884738" y="1300163"/>
          <p14:tracePt t="48939" x="4872038" y="1327150"/>
          <p14:tracePt t="48954" x="4864100" y="1333500"/>
          <p14:tracePt t="48971" x="4884738" y="1381125"/>
          <p14:tracePt t="48997" x="4899025" y="1401763"/>
          <p14:tracePt t="48998" x="4932363" y="1422400"/>
          <p14:tracePt t="48999" x="4967288" y="1443038"/>
          <p14:tracePt t="49023" x="5068888" y="1470025"/>
          <p14:tracePt t="49048" x="5218113" y="1482725"/>
          <p14:tracePt t="49067" x="5449888" y="1503363"/>
          <p14:tracePt t="49090" x="5729288" y="1517650"/>
          <p14:tracePt t="49110" x="5905500" y="1517650"/>
          <p14:tracePt t="49121" x="6021388" y="1517650"/>
          <p14:tracePt t="49138" x="6218238" y="1497013"/>
          <p14:tracePt t="49139" x="6348413" y="1476375"/>
          <p14:tracePt t="49162" x="6545263" y="1443038"/>
          <p14:tracePt t="49163" x="6667500" y="1408113"/>
          <p14:tracePt t="49173" x="6837363" y="1360488"/>
          <p14:tracePt t="49204" x="6938963" y="1327150"/>
          <p14:tracePt t="49206" x="7150100" y="1211263"/>
          <p14:tracePt t="49216" x="7185025" y="1176338"/>
          <p14:tracePt t="49230" x="7218363" y="1136650"/>
          <p14:tracePt t="49244" x="7218363" y="1109663"/>
          <p14:tracePt t="49258" x="7205663" y="1081088"/>
          <p14:tracePt t="49260" x="7177088" y="1054100"/>
          <p14:tracePt t="49274" x="7110413" y="1006475"/>
          <p14:tracePt t="49304" x="7021513" y="966788"/>
          <p14:tracePt t="49306" x="6613525" y="890588"/>
          <p14:tracePt t="49327" x="5967413" y="842963"/>
          <p14:tracePt t="49351" x="5340350" y="863600"/>
          <p14:tracePt t="49370" x="5110163" y="890588"/>
          <p14:tracePt t="49372" x="4789488" y="952500"/>
          <p14:tracePt t="49398" x="4613275" y="985838"/>
          <p14:tracePt t="49399" x="4402138" y="1054100"/>
          <p14:tracePt t="49408" x="4306888" y="1089025"/>
          <p14:tracePt t="49422" x="4205288" y="1136650"/>
          <p14:tracePt t="49437" x="4170363" y="1163638"/>
          <p14:tracePt t="49450" x="4129088" y="1204913"/>
          <p14:tracePt t="49452" x="4110038" y="1231900"/>
          <p14:tracePt t="49468" x="4110038" y="1258888"/>
          <p14:tracePt t="49488" x="4122738" y="1327150"/>
          <p14:tracePt t="49517" x="4137025" y="1360488"/>
          <p14:tracePt t="49518" x="4244975" y="1455738"/>
          <p14:tracePt t="49540" x="4408488" y="1550988"/>
          <p14:tracePt t="49566" x="4694238" y="1625600"/>
          <p14:tracePt t="49575" x="4837113" y="1646238"/>
          <p14:tracePt t="49587" x="5089525" y="1673225"/>
          <p14:tracePt t="49604" x="5360988" y="1693863"/>
          <p14:tracePt t="49637" x="5872163" y="1687513"/>
          <p14:tracePt t="49638" x="6069013" y="1666875"/>
          <p14:tracePt t="49648" x="6319838" y="1625600"/>
          <p14:tracePt t="49663" x="6470650" y="1598613"/>
          <p14:tracePt t="49665" x="6653213" y="1550988"/>
          <p14:tracePt t="49678" x="6742113" y="1517650"/>
          <p14:tracePt t="49691" x="6858000" y="1455738"/>
          <p14:tracePt t="49708" x="6911975" y="1422400"/>
          <p14:tracePt t="49709" x="6953250" y="1374775"/>
          <p14:tracePt t="49724" x="6959600" y="1347788"/>
          <p14:tracePt t="49740" x="6959600" y="1306513"/>
          <p14:tracePt t="49757" x="6905625" y="1244600"/>
          <p14:tracePt t="49773" x="6831013" y="1196975"/>
          <p14:tracePt t="49804" x="6557963" y="1128713"/>
          <p14:tracePt t="49805" x="6396038" y="1101725"/>
          <p14:tracePt t="49815" x="6116638" y="1074738"/>
          <p14:tracePt t="49829" x="5919788" y="1062038"/>
          <p14:tracePt t="49843" x="5605463" y="1062038"/>
          <p14:tracePt t="49845" x="5402263" y="1074738"/>
          <p14:tracePt t="49859" x="5095875" y="1109663"/>
          <p14:tracePt t="49874" x="4843463" y="1157288"/>
          <p14:tracePt t="49891" x="4530725" y="1271588"/>
          <p14:tracePt t="49907" x="4456113" y="1306513"/>
          <p14:tracePt t="49923" x="4381500" y="1395413"/>
          <p14:tracePt t="49940" x="4375150" y="1428750"/>
          <p14:tracePt t="49957" x="4381500" y="1482725"/>
          <p14:tracePt t="49973" x="4408488" y="1517650"/>
          <p14:tracePt t="50004" x="4470400" y="1550988"/>
          <p14:tracePt t="50005" x="4613275" y="1619250"/>
          <p14:tracePt t="50015" x="4735513" y="1652588"/>
          <p14:tracePt t="50030" x="4843463" y="1673225"/>
          <p14:tracePt t="50045" x="5021263" y="1693863"/>
          <p14:tracePt t="50060" x="5375275" y="1700213"/>
          <p14:tracePt t="50075" x="5510213" y="1693863"/>
          <p14:tracePt t="50107" x="5729288" y="1666875"/>
          <p14:tracePt t="50108" x="6048375" y="1592263"/>
          <p14:tracePt t="50116" x="6164263" y="1544638"/>
          <p14:tracePt t="50134" x="6272213" y="1476375"/>
          <p14:tracePt t="50141" x="6361113" y="1408113"/>
          <p14:tracePt t="50155" x="6396038" y="1360488"/>
          <p14:tracePt t="50172" x="6423025" y="1319213"/>
          <p14:tracePt t="50187" x="6435725" y="1279525"/>
          <p14:tracePt t="50188" x="6423025" y="1244600"/>
          <p14:tracePt t="50198" x="6408738" y="1211263"/>
          <p14:tracePt t="50226" x="6375400" y="1184275"/>
          <p14:tracePt t="50227" x="6272213" y="1136650"/>
          <p14:tracePt t="50246" x="6224588" y="1122363"/>
          <p14:tracePt t="50256" x="6122988" y="1109663"/>
          <p14:tracePt t="50272" x="6048375" y="1089025"/>
          <p14:tracePt t="50273" x="5919788" y="1081088"/>
          <p14:tracePt t="50307" x="5795963" y="1074738"/>
          <p14:tracePt t="50308" x="5613400" y="1074738"/>
          <p14:tracePt t="50332" x="5449888" y="1089025"/>
          <p14:tracePt t="50341" x="5381625" y="1101725"/>
          <p14:tracePt t="50355" x="5286375" y="1122363"/>
          <p14:tracePt t="50371" x="5238750" y="1149350"/>
          <p14:tracePt t="50384" x="5170488" y="1176338"/>
          <p14:tracePt t="50389" x="5137150" y="1204913"/>
          <p14:tracePt t="50403" x="5110163" y="1244600"/>
          <p14:tracePt t="50416" x="5089525" y="1285875"/>
          <p14:tracePt t="50430" x="5095875" y="1360488"/>
          <p14:tracePt t="50445" x="5129213" y="1401763"/>
          <p14:tracePt t="50459" x="5191125" y="1455738"/>
          <p14:tracePt t="50476" x="5381625" y="1565275"/>
          <p14:tracePt t="50505" x="5476875" y="1592263"/>
          <p14:tracePt t="50506" x="5605463" y="1619250"/>
          <p14:tracePt t="50507" x="5721350" y="1625600"/>
          <p14:tracePt t="50529" x="5878513" y="1625600"/>
          <p14:tracePt t="50530" x="5994400" y="1625600"/>
          <p14:tracePt t="50550" x="6170613" y="1604963"/>
          <p14:tracePt t="50560" x="6340475" y="1571625"/>
          <p14:tracePt t="50575" x="6443663" y="1544638"/>
          <p14:tracePt t="50577" x="6565900" y="1476375"/>
          <p14:tracePt t="50604" x="6640513" y="1443038"/>
          <p14:tracePt t="50615" x="6708775" y="1333500"/>
          <p14:tracePt t="50631" x="6708775" y="1279525"/>
          <p14:tracePt t="50634" x="6688138" y="1244600"/>
          <p14:tracePt t="50649" x="6634163" y="1184275"/>
          <p14:tracePt t="50664" x="6586538" y="1149350"/>
          <p14:tracePt t="50670" x="6497638" y="1109663"/>
          <p14:tracePt t="50691" x="6423025" y="1089025"/>
          <p14:tracePt t="50693" x="6300788" y="1074738"/>
          <p14:tracePt t="50705" x="6149975" y="1062038"/>
          <p14:tracePt t="50733" x="6042025" y="1074738"/>
          <p14:tracePt t="50734" x="5783263" y="1122363"/>
          <p14:tracePt t="50754" x="5661025" y="1157288"/>
          <p14:tracePt t="50755" x="5599113" y="1184275"/>
          <p14:tracePt t="50777" x="5483225" y="1271588"/>
          <p14:tracePt t="50800" x="5449888" y="1347788"/>
          <p14:tracePt t="50823" x="5462588" y="1428750"/>
          <p14:tracePt t="50844" x="5503863" y="1455738"/>
          <p14:tracePt t="50845" x="5586413" y="1497013"/>
          <p14:tracePt t="50863" x="5673725" y="1524000"/>
          <p14:tracePt t="50872" x="5824538" y="1550988"/>
          <p14:tracePt t="50903" x="5932488" y="1565275"/>
          <p14:tracePt t="50904" x="6272213" y="1565275"/>
          <p14:tracePt t="50914" x="6470650" y="1544638"/>
          <p14:tracePt t="50928" x="6586538" y="1517650"/>
          <p14:tracePt t="50948" x="6715125" y="1455738"/>
          <p14:tracePt t="50949" x="6804025" y="1408113"/>
          <p14:tracePt t="50961" x="6837363" y="1381125"/>
          <p14:tracePt t="50975" x="6858000" y="1347788"/>
          <p14:tracePt t="50989" x="6858000" y="1327150"/>
          <p14:tracePt t="50991" x="6858000" y="1319213"/>
          <p14:tracePt t="51005" x="6837363" y="1319213"/>
          <p14:tracePt t="51023" x="6816725" y="1319213"/>
          <p14:tracePt t="51050" x="6783388" y="1319213"/>
          <p14:tracePt t="51051" x="6640513" y="1347788"/>
          <p14:tracePt t="51061" x="6545263" y="1347788"/>
          <p14:tracePt t="51350" x="6565900" y="1347788"/>
          <p14:tracePt t="51400" x="6557963" y="1347788"/>
          <p14:tracePt t="51411" x="6545263" y="1333500"/>
          <p14:tracePt t="51431" x="6538913" y="1333500"/>
          <p14:tracePt t="51433" x="6530975" y="1333500"/>
          <p14:tracePt t="51449" x="6518275" y="1333500"/>
          <p14:tracePt t="51465" x="6497638" y="1333500"/>
          <p14:tracePt t="51478" x="6491288" y="1333500"/>
          <p14:tracePt t="51514" x="6483350" y="1333500"/>
          <p14:tracePt t="51554" x="6470650" y="1333500"/>
          <p14:tracePt t="51567" x="6456363" y="1333500"/>
          <p14:tracePt t="51599" x="6415088" y="1333500"/>
          <p14:tracePt t="51600" x="6313488" y="1327150"/>
          <p14:tracePt t="51622" x="6149975" y="1327150"/>
          <p14:tracePt t="51645" x="6089650" y="1327150"/>
          <p14:tracePt t="51664" x="5932488" y="1319213"/>
          <p14:tracePt t="51991" x="5932488" y="1306513"/>
          <p14:tracePt t="52020" x="5932488" y="1319213"/>
          <p14:tracePt t="52054" x="5946775" y="1319213"/>
          <p14:tracePt t="52173" x="5953125" y="1319213"/>
          <p14:tracePt t="52220" x="5967413" y="1319213"/>
          <p14:tracePt t="52285" x="5967413" y="1306513"/>
          <p14:tracePt t="52522" x="5967413" y="1300163"/>
          <p14:tracePt t="52553" x="5967413" y="1285875"/>
          <p14:tracePt t="52561" x="5953125" y="1285875"/>
          <p14:tracePt t="52611" x="5946775" y="1279525"/>
          <p14:tracePt t="52611" x="5926138" y="1258888"/>
          <p14:tracePt t="52645" x="5919788" y="1258888"/>
          <p14:tracePt t="52678" x="5905500" y="1258888"/>
          <p14:tracePt t="52679" x="5899150" y="1258888"/>
          <p14:tracePt t="52717" x="5891213" y="1258888"/>
          <p14:tracePt t="52725" x="5878513" y="1258888"/>
          <p14:tracePt t="52742" x="5872163" y="1258888"/>
          <p14:tracePt t="52792" x="5851525" y="1258888"/>
          <p14:tracePt t="52793" x="5843588" y="1258888"/>
          <p14:tracePt t="52828" x="5824538" y="1252538"/>
          <p14:tracePt t="52843" x="5816600" y="1252538"/>
          <p14:tracePt t="52873" x="5783263" y="1252538"/>
          <p14:tracePt t="52907" x="5768975" y="1252538"/>
          <p14:tracePt t="52908" x="5735638" y="1244600"/>
          <p14:tracePt t="52916" x="5729288" y="1244600"/>
          <p14:tracePt t="52939" x="5694363" y="1231900"/>
          <p14:tracePt t="52961" x="5653088" y="1231900"/>
          <p14:tracePt t="52997" x="5646738" y="1231900"/>
          <p14:tracePt t="52997" x="5626100" y="1223963"/>
          <p14:tracePt t="53006" x="5613400" y="1223963"/>
          <p14:tracePt t="53041" x="5605463" y="1223963"/>
          <p14:tracePt t="53062" x="5586413" y="1223963"/>
          <p14:tracePt t="53096" x="5557838" y="1231900"/>
          <p14:tracePt t="53097" x="5538788" y="1231900"/>
          <p14:tracePt t="53117" x="5476875" y="1244600"/>
          <p14:tracePt t="53152" x="5408613" y="1252538"/>
          <p14:tracePt t="53650" x="5408613" y="1244600"/>
          <p14:tracePt t="53658" x="5408613" y="1252538"/>
          <p14:tracePt t="53733" x="5408613" y="1244600"/>
          <p14:tracePt t="53734" x="5408613" y="1252538"/>
          <p14:tracePt t="53839" x="5414963" y="1252538"/>
          <p14:tracePt t="53871" x="5414963" y="1258888"/>
          <p14:tracePt t="53909" x="5429250" y="1258888"/>
          <p14:tracePt t="53933" x="5429250" y="1252538"/>
          <p14:tracePt t="53966" x="5435600" y="1252538"/>
          <p14:tracePt t="53982" x="5449888" y="1252538"/>
          <p14:tracePt t="54007" x="5462588" y="1252538"/>
          <p14:tracePt t="54049" x="5503863" y="1252538"/>
          <p14:tracePt t="54069" x="5572125" y="1271588"/>
          <p14:tracePt t="54086" x="5700713" y="1279525"/>
          <p14:tracePt t="54107" x="5816600" y="1300163"/>
          <p14:tracePt t="54132" x="5905500" y="1300163"/>
          <p14:tracePt t="54152" x="5926138" y="1300163"/>
          <p14:tracePt t="54395" x="5926138" y="1285875"/>
          <p14:tracePt t="54451" x="5905500" y="1285875"/>
          <p14:tracePt t="54466" x="5899150" y="1285875"/>
          <p14:tracePt t="54467" x="5891213" y="1285875"/>
          <p14:tracePt t="54514" x="5857875" y="1285875"/>
          <p14:tracePt t="54525" x="5851525" y="1285875"/>
          <p14:tracePt t="54563" x="5851525" y="1279525"/>
          <p14:tracePt t="54571" x="5857875" y="1279525"/>
          <p14:tracePt t="54921" x="5872163" y="1279525"/>
          <p14:tracePt t="54943" x="5953125" y="1300163"/>
          <p14:tracePt t="54955" x="6054725" y="1327150"/>
          <p14:tracePt t="54982" x="6634163" y="1497013"/>
          <p14:tracePt t="54998" x="7185025" y="1639888"/>
          <p14:tracePt t="55051" x="7912100" y="1768475"/>
          <p14:tracePt t="55051" x="7947025" y="1776413"/>
          <p14:tracePt t="55081" x="7939088" y="1776413"/>
          <p14:tracePt t="55335" x="7939088" y="1789113"/>
          <p14:tracePt t="55367" x="7959725" y="1803400"/>
          <p14:tracePt t="55401" x="8042275" y="1871663"/>
          <p14:tracePt t="55427" x="8218488" y="1958975"/>
          <p14:tracePt t="55440" x="8307388" y="1993900"/>
          <p14:tracePt t="55458" x="8388350" y="2020888"/>
          <p14:tracePt t="55459" x="8456613" y="2041525"/>
          <p14:tracePt t="55481" x="8620125" y="2081213"/>
          <p14:tracePt t="55523" x="8661400" y="2095500"/>
          <p14:tracePt t="55524" x="8756650" y="2116138"/>
          <p14:tracePt t="55524" x="8783638" y="2122488"/>
          <p14:tracePt t="55558" x="8769350" y="2116138"/>
          <p14:tracePt t="55755" x="8777288" y="2122488"/>
          <p14:tracePt t="55762" x="8783638" y="2116138"/>
          <p14:tracePt t="55785" x="8824913" y="2116138"/>
          <p14:tracePt t="55836" x="8864600" y="2116138"/>
          <p14:tracePt t="55837" x="8878888" y="2116138"/>
          <p14:tracePt t="55863" x="8947150" y="2116138"/>
          <p14:tracePt t="55884" x="8980488" y="2116138"/>
          <p14:tracePt t="55885" x="9015413" y="2116138"/>
          <p14:tracePt t="55900" x="9063038" y="2116138"/>
          <p14:tracePt t="55940" x="9137650" y="2116138"/>
          <p14:tracePt t="55941" x="9212263" y="2116138"/>
          <p14:tracePt t="55970" x="9245600" y="2109788"/>
          <p14:tracePt t="55978" x="9259888" y="2095500"/>
          <p14:tracePt t="56017" x="9266238" y="2095500"/>
          <p14:tracePt t="56018" x="9272588" y="2089150"/>
          <p14:tracePt t="56079" x="9286875" y="2089150"/>
          <p14:tracePt t="56105" x="9313863" y="2095500"/>
          <p14:tracePt t="56112" x="9334500" y="2095500"/>
          <p14:tracePt t="56128" x="9348788" y="2095500"/>
          <p14:tracePt t="56145" x="9423400" y="2095500"/>
          <p14:tracePt t="56162" x="9504363" y="2095500"/>
          <p14:tracePt t="56178" x="9640888" y="2095500"/>
          <p14:tracePt t="56210" x="9736138" y="2081213"/>
          <p14:tracePt t="56212" x="9899650" y="2047875"/>
          <p14:tracePt t="56244" x="10082213" y="2014538"/>
          <p14:tracePt t="56245" x="10198100" y="2006600"/>
          <p14:tracePt t="56272" x="10340975" y="1985963"/>
          <p14:tracePt t="56282" x="10388600" y="1973263"/>
          <p14:tracePt t="56305" x="10429875" y="1958975"/>
          <p14:tracePt t="56322" x="10450513" y="1946275"/>
          <p14:tracePt t="56324" x="10463213" y="1946275"/>
          <p14:tracePt t="56353" x="10463213" y="1925638"/>
          <p14:tracePt t="56361" x="10463213" y="1919288"/>
          <p14:tracePt t="56374" x="10450513" y="1898650"/>
          <p14:tracePt t="56410" x="10423525" y="1871663"/>
          <p14:tracePt t="56411" x="10328275" y="1816100"/>
          <p14:tracePt t="56421" x="10233025" y="1768475"/>
          <p14:tracePt t="56438" x="10034588" y="1728788"/>
          <p14:tracePt t="56450" x="9959975" y="1720850"/>
          <p14:tracePt t="56471" x="9864725" y="1720850"/>
          <p14:tracePt t="56472" x="9783763" y="1741488"/>
          <p14:tracePt t="56500" x="9729788" y="1762125"/>
          <p14:tracePt t="56501" x="9667875" y="1789113"/>
          <p14:tracePt t="56510" x="9613900" y="1816100"/>
          <p14:tracePt t="56524" x="9586913" y="1843088"/>
          <p14:tracePt t="56557" x="9558338" y="1911350"/>
          <p14:tracePt t="56558" x="9558338" y="1925638"/>
          <p14:tracePt t="56567" x="9558338" y="1946275"/>
          <p14:tracePt t="56587" x="9586913" y="1985963"/>
          <p14:tracePt t="56605" x="9613900" y="2006600"/>
          <p14:tracePt t="56606" x="9661525" y="2014538"/>
          <p14:tracePt t="56622" x="9709150" y="2020888"/>
          <p14:tracePt t="56639" x="9804400" y="2041525"/>
          <p14:tracePt t="56641" x="9912350" y="2047875"/>
          <p14:tracePt t="56653" x="10021888" y="2047875"/>
          <p14:tracePt t="56666" x="10150475" y="2041525"/>
          <p14:tracePt t="56685" x="10348913" y="2006600"/>
          <p14:tracePt t="56706" x="10423525" y="1973263"/>
          <p14:tracePt t="56708" x="10477500" y="1938338"/>
          <p14:tracePt t="56721" x="10498138" y="1919288"/>
          <p14:tracePt t="56734" x="10504488" y="1890713"/>
          <p14:tracePt t="56754" x="10477500" y="1843088"/>
          <p14:tracePt t="56772" x="10415588" y="1816100"/>
          <p14:tracePt t="56785" x="10307638" y="1789113"/>
          <p14:tracePt t="56789" x="10206038" y="1776413"/>
          <p14:tracePt t="56803" x="10069513" y="1762125"/>
          <p14:tracePt t="56816" x="9932988" y="1768475"/>
          <p14:tracePt t="56835" x="9756775" y="1803400"/>
          <p14:tracePt t="56854" x="9626600" y="1863725"/>
          <p14:tracePt t="56866" x="9593263" y="1884363"/>
          <p14:tracePt t="56887" x="9578975" y="1898650"/>
          <p14:tracePt t="56925" x="9578975" y="1925638"/>
          <p14:tracePt t="56925" x="9634538" y="1966913"/>
          <p14:tracePt t="56934" x="9682163" y="1973263"/>
          <p14:tracePt t="56951" x="9777413" y="1985963"/>
          <p14:tracePt t="56972" x="10001250" y="2006600"/>
          <p14:tracePt t="56998" x="10150475" y="2006600"/>
          <p14:tracePt t="56999" x="10375900" y="1985963"/>
          <p14:tracePt t="57010" x="10471150" y="1958975"/>
          <p14:tracePt t="57024" x="10525125" y="1925638"/>
          <p14:tracePt t="57041" x="10552113" y="1911350"/>
          <p14:tracePt t="57058" x="10552113" y="1863725"/>
          <p14:tracePt t="57075" x="10539413" y="1843088"/>
          <p14:tracePt t="57107" x="10388600" y="1789113"/>
          <p14:tracePt t="57107" x="10293350" y="1768475"/>
          <p14:tracePt t="57116" x="10158413" y="1768475"/>
          <p14:tracePt t="57138" x="9947275" y="1789113"/>
          <p14:tracePt t="57155" x="9837738" y="1824038"/>
          <p14:tracePt t="57157" x="9756775" y="1863725"/>
          <p14:tracePt t="57171" x="9709150" y="1890713"/>
          <p14:tracePt t="57184" x="9661525" y="1919288"/>
          <p14:tracePt t="57210" x="9640888" y="1946275"/>
          <p14:tracePt t="57211" x="9626600" y="1966913"/>
          <p14:tracePt t="57212" x="9626600" y="1973263"/>
          <p14:tracePt t="57240" x="9626600" y="1993900"/>
          <p14:tracePt t="57241" x="9634538" y="2006600"/>
          <p14:tracePt t="57249" x="9640888" y="2014538"/>
          <p14:tracePt t="57264" x="9653588" y="2020888"/>
          <p14:tracePt t="57278" x="9667875" y="2020888"/>
          <p14:tracePt t="57293" x="9709150" y="2033588"/>
          <p14:tracePt t="57306" x="9729788" y="2041525"/>
          <p14:tracePt t="57325" x="9736138" y="2041525"/>
          <p14:tracePt t="57353" x="9742488" y="2041525"/>
          <p14:tracePt t="57404" x="9742488" y="2047875"/>
          <p14:tracePt t="57405" x="9736138" y="2047875"/>
          <p14:tracePt t="57426" x="9729788" y="2047875"/>
          <p14:tracePt t="57450" x="9682163" y="2062163"/>
          <p14:tracePt t="57652" x="9688513" y="2062163"/>
          <p14:tracePt t="57707" x="9682163" y="2068513"/>
          <p14:tracePt t="57707" x="9661525" y="2068513"/>
          <p14:tracePt t="57735" x="9634538" y="2081213"/>
          <p14:tracePt t="57743" x="9613900" y="2089150"/>
          <p14:tracePt t="57760" x="9593263" y="2095500"/>
          <p14:tracePt t="57777" x="9566275" y="2109788"/>
          <p14:tracePt t="57807" x="9558338" y="2109788"/>
          <p14:tracePt t="57811" x="9539288" y="2116138"/>
          <p14:tracePt t="57831" x="9518650" y="2116138"/>
          <p14:tracePt t="57857" x="9504363" y="2116138"/>
          <p14:tracePt t="57866" x="9491663" y="2116138"/>
          <p14:tracePt t="57884" x="9471025" y="2116138"/>
          <p14:tracePt t="57904" x="9444038" y="2122488"/>
          <p14:tracePt t="57936" x="9436100" y="2122488"/>
          <p14:tracePt t="57936" x="9423400" y="2122488"/>
          <p14:tracePt t="57960" x="9415463" y="2122488"/>
          <p14:tracePt t="57970" x="9409113" y="2116138"/>
          <p14:tracePt t="58000" x="9396413" y="2116138"/>
          <p14:tracePt t="58049" x="9409113" y="2116138"/>
          <p14:tracePt t="58072" x="9415463" y="2116138"/>
          <p14:tracePt t="58101" x="9436100" y="2116138"/>
          <p14:tracePt t="58102" x="9483725" y="2116138"/>
          <p14:tracePt t="58120" x="9518650" y="2116138"/>
          <p14:tracePt t="58154" x="9578975" y="2116138"/>
          <p14:tracePt t="58155" x="9688513" y="2116138"/>
          <p14:tracePt t="58163" x="9763125" y="2116138"/>
          <p14:tracePt t="58184" x="9899650" y="2116138"/>
          <p14:tracePt t="58221" x="10034588" y="2116138"/>
          <p14:tracePt t="58222" x="10082213" y="2122488"/>
          <p14:tracePt t="58237" x="10144125" y="2122488"/>
          <p14:tracePt t="58239" x="10198100" y="2122488"/>
          <p14:tracePt t="58258" x="10233025" y="2122488"/>
          <p14:tracePt t="58259" x="10280650" y="2122488"/>
          <p14:tracePt t="58274" x="10328275" y="2122488"/>
          <p14:tracePt t="58295" x="10396538" y="2136775"/>
          <p14:tracePt t="58313" x="10429875" y="2136775"/>
          <p14:tracePt t="58329" x="10463213" y="2136775"/>
          <p14:tracePt t="58373" x="10444163" y="2136775"/>
          <p14:tracePt t="58404" x="10340975" y="2136775"/>
          <p14:tracePt t="58405" x="10266363" y="2136775"/>
          <p14:tracePt t="58427" x="10048875" y="2136775"/>
          <p14:tracePt t="58452" x="9810750" y="2136775"/>
          <p14:tracePt t="58473" x="9578975" y="2136775"/>
          <p14:tracePt t="58505" x="9436100" y="2136775"/>
          <p14:tracePt t="58506" x="9382125" y="2122488"/>
          <p14:tracePt t="58533" x="9320213" y="2122488"/>
          <p14:tracePt t="58541" x="9293225" y="2122488"/>
          <p14:tracePt t="58554" x="9286875" y="2122488"/>
          <p14:tracePt t="58666" x="9293225" y="2122488"/>
          <p14:tracePt t="58701" x="9307513" y="2122488"/>
          <p14:tracePt t="58721" x="9313863" y="2122488"/>
          <p14:tracePt t="58735" x="9320213" y="2122488"/>
          <p14:tracePt t="58758" x="9348788" y="2122488"/>
          <p14:tracePt t="58796" x="9423400" y="2122488"/>
          <p14:tracePt t="58806" x="9456738" y="2122488"/>
          <p14:tracePt t="58827" x="9518650" y="2122488"/>
          <p14:tracePt t="58842" x="9531350" y="2122488"/>
          <p14:tracePt t="58862" x="9539288" y="2122488"/>
          <p14:tracePt t="58982" x="9545638" y="2122488"/>
          <p14:tracePt t="59016" x="9558338" y="2122488"/>
          <p14:tracePt t="59024" x="9566275" y="2122488"/>
          <p14:tracePt t="59048" x="9593263" y="2122488"/>
          <p14:tracePt t="59071" x="9640888" y="2136775"/>
          <p14:tracePt t="59090" x="9661525" y="2136775"/>
          <p14:tracePt t="59091" x="9682163" y="2136775"/>
          <p14:tracePt t="59114" x="9701213" y="2136775"/>
          <p14:tracePt t="59115" x="9709150" y="2136775"/>
          <p14:tracePt t="59134" x="9715500" y="2136775"/>
          <p14:tracePt t="59273" x="9729788" y="2143125"/>
          <p14:tracePt t="59308" x="9763125" y="2143125"/>
          <p14:tracePt t="59308" x="9790113" y="2143125"/>
          <p14:tracePt t="59316" x="9810750" y="2143125"/>
          <p14:tracePt t="59334" x="9852025" y="2143125"/>
          <p14:tracePt t="59392" x="9899650" y="2143125"/>
          <p14:tracePt t="59393" x="9906000" y="2143125"/>
          <p14:tracePt t="59445" x="9912350" y="2143125"/>
          <p14:tracePt t="59462" x="9932988" y="2143125"/>
          <p14:tracePt t="59464" x="9953625" y="2143125"/>
          <p14:tracePt t="59485" x="10021888" y="2143125"/>
          <p14:tracePt t="59532" x="10102850" y="2136775"/>
          <p14:tracePt t="59569" x="10123488" y="2136775"/>
          <p14:tracePt t="59570" x="10129838" y="2136775"/>
          <p14:tracePt t="59577" x="10123488" y="2136775"/>
          <p14:tracePt t="59624" x="10096500" y="2136775"/>
          <p14:tracePt t="59848" x="10110788" y="2136775"/>
          <p14:tracePt t="59880" x="10150475" y="2136775"/>
          <p14:tracePt t="59908" x="10177463" y="2143125"/>
          <p14:tracePt t="59940" x="10218738" y="2157413"/>
          <p14:tracePt t="59948" x="10233025" y="2157413"/>
          <p14:tracePt t="59973" x="10266363" y="2157413"/>
          <p14:tracePt t="60018" x="10293350" y="2157413"/>
          <p14:tracePt t="60019" x="10307638" y="2143125"/>
          <p14:tracePt t="60027" x="10320338" y="2143125"/>
          <p14:tracePt t="60068" x="10328275" y="2143125"/>
          <p14:tracePt t="60094" x="10340975" y="2143125"/>
          <p14:tracePt t="60122" x="10355263" y="2143125"/>
          <p14:tracePt t="60130" x="10367963" y="2143125"/>
          <p14:tracePt t="60152" x="10396538" y="2157413"/>
          <p14:tracePt t="60173" x="10423525" y="2157413"/>
          <p14:tracePt t="60211" x="10450513" y="2157413"/>
          <p14:tracePt t="60212" x="10498138" y="2157413"/>
          <p14:tracePt t="60223" x="10518775" y="2157413"/>
          <p14:tracePt t="60237" x="10545763" y="2157413"/>
          <p14:tracePt t="60261" x="10599738" y="2143125"/>
          <p14:tracePt t="60277" x="10614025" y="2136775"/>
          <p14:tracePt t="60318" x="10641013" y="2095500"/>
          <p14:tracePt t="60319" x="10647363" y="2033588"/>
          <p14:tracePt t="60343" x="10641013" y="1966913"/>
          <p14:tracePt t="60369" x="10599738" y="1898650"/>
          <p14:tracePt t="60377" x="10587038" y="1871663"/>
          <p14:tracePt t="60409" x="10423525" y="1803400"/>
          <p14:tracePt t="60435" x="10185400" y="1768475"/>
          <p14:tracePt t="60443" x="10096500" y="1762125"/>
          <p14:tracePt t="60476" x="9667875" y="1747838"/>
          <p14:tracePt t="60508" x="9436100" y="1776413"/>
          <p14:tracePt t="60509" x="9382125" y="1795463"/>
          <p14:tracePt t="60536" x="9286875" y="1836738"/>
          <p14:tracePt t="60545" x="9266238" y="1851025"/>
          <p14:tracePt t="60577" x="9245600" y="1884363"/>
          <p14:tracePt t="60577" x="9224963" y="1919288"/>
          <p14:tracePt t="60598" x="9239250" y="1966913"/>
          <p14:tracePt t="60626" x="9266238" y="2006600"/>
          <p14:tracePt t="60636" x="9293225" y="2020888"/>
          <p14:tracePt t="60654" x="9313863" y="2033588"/>
          <p14:tracePt t="60655" x="9348788" y="2047875"/>
          <p14:tracePt t="60669" x="9396413" y="2062163"/>
          <p14:tracePt t="60699" x="9456738" y="2068513"/>
          <p14:tracePt t="60700" x="9558338" y="2081213"/>
          <p14:tracePt t="60714" x="9626600" y="2081213"/>
          <p14:tracePt t="60736" x="9729788" y="2081213"/>
          <p14:tracePt t="60754" x="9783763" y="2081213"/>
          <p14:tracePt t="60767" x="9825038" y="2081213"/>
          <p14:tracePt t="60770" x="9864725" y="2081213"/>
          <p14:tracePt t="60802" x="9912350" y="2081213"/>
          <p14:tracePt t="60802" x="9959975" y="2081213"/>
          <p14:tracePt t="60825" x="10007600" y="2081213"/>
          <p14:tracePt t="60849" x="10048875" y="2081213"/>
          <p14:tracePt t="60899" x="10028238" y="2081213"/>
          <p14:tracePt t="60899" x="10001250" y="2068513"/>
          <p14:tracePt t="61128" x="10007600" y="2068513"/>
          <p14:tracePt t="61256" x="10021888" y="2068513"/>
          <p14:tracePt t="61317" x="10007600" y="2068513"/>
          <p14:tracePt t="61488" x="10007600" y="2062163"/>
          <p14:tracePt t="61532" x="10007600" y="2047875"/>
          <p14:tracePt t="61556" x="10007600" y="2041525"/>
          <p14:tracePt t="61572" x="10001250" y="2033588"/>
          <p14:tracePt t="61622" x="9974263" y="1973263"/>
          <p14:tracePt t="61623" x="9810750" y="1747838"/>
          <p14:tracePt t="61658" x="9545638" y="1449388"/>
          <p14:tracePt t="61691" x="9259888" y="1223963"/>
          <p14:tracePt t="61731" x="9042400" y="1101725"/>
          <p14:tracePt t="61739" x="8980488" y="1081088"/>
          <p14:tracePt t="61764" x="8920163" y="1062038"/>
          <p14:tracePt t="61792" x="8872538" y="1054100"/>
          <p14:tracePt t="61815" x="8864600" y="1062038"/>
          <p14:tracePt t="62003" x="8851900" y="1062038"/>
          <p14:tracePt t="62004" x="8831263" y="1062038"/>
          <p14:tracePt t="62033" x="8804275" y="1081088"/>
          <p14:tracePt t="62041" x="8796338" y="1081088"/>
          <p14:tracePt t="62059" x="8783638" y="1089025"/>
          <p14:tracePt t="62116" x="8777288" y="1109663"/>
          <p14:tracePt t="62117" x="8777288" y="1122363"/>
          <p14:tracePt t="62168" x="8769350" y="1122363"/>
          <p14:tracePt t="62223" x="8748713" y="1122363"/>
          <p14:tracePt t="62224" x="8701088" y="1136650"/>
          <p14:tracePt t="62255" x="8674100" y="1149350"/>
          <p14:tracePt t="62256" x="8634413" y="1163638"/>
          <p14:tracePt t="62288" x="8620125" y="1176338"/>
          <p14:tracePt t="62289" x="8605838" y="1184275"/>
          <p14:tracePt t="62380" x="8620125" y="1184275"/>
          <p14:tracePt t="62414" x="8626475" y="1184275"/>
          <p14:tracePt t="62455" x="8634413" y="1184275"/>
          <p14:tracePt t="62455" x="8647113" y="1184275"/>
          <p14:tracePt t="62472" x="8653463" y="1184275"/>
          <p14:tracePt t="62507" x="8661400" y="1184275"/>
          <p14:tracePt t="62513" x="8674100" y="1184275"/>
          <p14:tracePt t="62513" x="8682038" y="1184275"/>
          <p14:tracePt t="62549" x="8694738" y="1184275"/>
          <p14:tracePt t="62864" x="8701088" y="1184275"/>
          <p14:tracePt t="62872" x="8709025" y="1184275"/>
          <p14:tracePt t="62915" x="8729663" y="1184275"/>
          <p14:tracePt t="62916" x="8756650" y="1184275"/>
          <p14:tracePt t="62929" x="8769350" y="1184275"/>
          <p14:tracePt t="62953" x="8783638" y="1184275"/>
          <p14:tracePt t="62979" x="8796338" y="1184275"/>
          <p14:tracePt t="63016" x="8816975" y="1184275"/>
          <p14:tracePt t="63016" x="8831263" y="1196975"/>
          <p14:tracePt t="63017" x="8843963" y="1196975"/>
          <p14:tracePt t="63049" x="8864600" y="1196975"/>
          <p14:tracePt t="63057" x="8878888" y="1204913"/>
          <p14:tracePt t="63080" x="8905875" y="1204913"/>
          <p14:tracePt t="63117" x="8926513" y="1211263"/>
          <p14:tracePt t="63118" x="8994775" y="1223963"/>
          <p14:tracePt t="63156" x="9042400" y="1244600"/>
          <p14:tracePt t="63157" x="9063038" y="1244600"/>
          <p14:tracePt t="63165" x="9069388" y="1252538"/>
          <p14:tracePt t="63183" x="9063038" y="1252538"/>
          <p14:tracePt t="63449" x="9069388" y="1252538"/>
          <p14:tracePt t="63484" x="9075738" y="1252538"/>
          <p14:tracePt t="63556" x="9075738" y="1244600"/>
          <p14:tracePt t="63638" x="9090025" y="1244600"/>
          <p14:tracePt t="63898" x="9075738" y="1244600"/>
          <p14:tracePt t="63936" x="9075738" y="1231900"/>
          <p14:tracePt t="63943" x="9069388" y="1231900"/>
          <p14:tracePt t="63971" x="9063038" y="1231900"/>
          <p14:tracePt t="64020" x="9015413" y="1231900"/>
          <p14:tracePt t="64021" x="8435975" y="1271588"/>
          <p14:tracePt t="64053" x="6837363" y="1565275"/>
          <p14:tracePt t="64086" x="5191125" y="2238375"/>
          <p14:tracePt t="64120" x="3803650" y="3048000"/>
          <p14:tracePt t="64154" x="3163888" y="3435350"/>
          <p14:tracePt t="64192" x="2952750" y="3592513"/>
          <p14:tracePt t="64193" x="2871788" y="3660775"/>
          <p14:tracePt t="64203" x="2824163" y="3687763"/>
          <p14:tracePt t="64226" x="2708275" y="3756025"/>
          <p14:tracePt t="64254" x="2586038" y="3783013"/>
          <p14:tracePt t="64255" x="2538413" y="3783013"/>
          <p14:tracePt t="64275" x="2455863" y="3783013"/>
          <p14:tracePt t="64301" x="2205038" y="3789363"/>
          <p14:tracePt t="64317" x="2109788" y="3789363"/>
          <p14:tracePt t="64336" x="2006600" y="3816350"/>
          <p14:tracePt t="64350" x="1958975" y="3830638"/>
          <p14:tracePt t="64373" x="1911350" y="3836988"/>
          <p14:tracePt t="64389" x="1898650" y="3836988"/>
          <p14:tracePt t="64429" x="1898650" y="3830638"/>
          <p14:tracePt t="64438" x="1890713" y="3810000"/>
          <p14:tracePt t="64450" x="1863725" y="3768725"/>
          <p14:tracePt t="64470" x="1762125" y="3667125"/>
          <p14:tracePt t="64503" x="1693863" y="3633788"/>
          <p14:tracePt t="64530" x="1666875" y="3619500"/>
          <p14:tracePt t="64538" x="1646238" y="3619500"/>
          <p14:tracePt t="64553" x="1639888" y="3619500"/>
          <p14:tracePt t="64570" x="1619250" y="3619500"/>
          <p14:tracePt t="64603" x="1604963" y="3633788"/>
          <p14:tracePt t="64653" x="1604963" y="3640138"/>
          <p14:tracePt t="64680" x="1619250" y="3640138"/>
          <p14:tracePt t="64681" x="1625600" y="3640138"/>
          <p14:tracePt t="64682" x="1639888" y="3640138"/>
          <p14:tracePt t="64702" x="1652588" y="3640138"/>
          <p14:tracePt t="64711" x="1666875" y="3640138"/>
          <p14:tracePt t="64725" x="1687513" y="3640138"/>
          <p14:tracePt t="64739" x="1720850" y="3640138"/>
          <p14:tracePt t="64754" x="1728788" y="3640138"/>
          <p14:tracePt t="64770" x="1747838" y="3640138"/>
          <p14:tracePt t="64800" x="1789113" y="3640138"/>
          <p14:tracePt t="64801" x="1816100" y="3640138"/>
          <p14:tracePt t="64811" x="1836738" y="3640138"/>
          <p14:tracePt t="64825" x="1851025" y="3640138"/>
          <p14:tracePt t="64839" x="1871663" y="3640138"/>
          <p14:tracePt t="64841" x="1898650" y="3646488"/>
          <p14:tracePt t="64854" x="1925638" y="3646488"/>
          <p14:tracePt t="64870" x="1966913" y="3646488"/>
          <p14:tracePt t="64885" x="2014538" y="3646488"/>
          <p14:tracePt t="64886" x="2047875" y="3646488"/>
          <p14:tracePt t="64901" x="2081213" y="3646488"/>
          <p14:tracePt t="64933" x="2116138" y="3646488"/>
          <p14:tracePt t="64934" x="2163763" y="3646488"/>
          <p14:tracePt t="64944" x="2184400" y="3646488"/>
          <p14:tracePt t="64957" x="2217738" y="3660775"/>
          <p14:tracePt t="64971" x="2238375" y="3660775"/>
          <p14:tracePt t="64985" x="2279650" y="3660775"/>
          <p14:tracePt t="64986" x="2312988" y="3660775"/>
          <p14:tracePt t="65016" x="2333625" y="3660775"/>
          <p14:tracePt t="65018" x="2366963" y="3660775"/>
          <p14:tracePt t="65027" x="2401888" y="3660775"/>
          <p14:tracePt t="65041" x="2428875" y="3660775"/>
          <p14:tracePt t="65054" x="2509838" y="3660775"/>
          <p14:tracePt t="65069" x="2538413" y="3660775"/>
          <p14:tracePt t="65100" x="2613025" y="3660775"/>
          <p14:tracePt t="65111" x="2633663" y="3646488"/>
          <p14:tracePt t="65113" x="2660650" y="3646488"/>
          <p14:tracePt t="65140" x="2687638" y="3646488"/>
          <p14:tracePt t="65141" x="2708275" y="3646488"/>
          <p14:tracePt t="65150" x="2728913" y="3646488"/>
          <p14:tracePt t="65163" x="2735263" y="3646488"/>
          <p14:tracePt t="65227" x="2735263" y="3640138"/>
          <p14:tracePt t="65236" x="2728913" y="3640138"/>
          <p14:tracePt t="65252" x="2728913" y="3633788"/>
          <p14:tracePt t="65264" x="2720975" y="3619500"/>
          <p14:tracePt t="65284" x="2720975" y="3613150"/>
          <p14:tracePt t="65313" x="2681288" y="3509963"/>
          <p14:tracePt t="65314" x="2673350" y="3482975"/>
          <p14:tracePt t="65336" x="2681288" y="3422650"/>
          <p14:tracePt t="65361" x="2700338" y="3367088"/>
          <p14:tracePt t="65370" x="2708275" y="3340100"/>
          <p14:tracePt t="65384" x="2708275" y="3319463"/>
          <p14:tracePt t="65401" x="2708275" y="3313113"/>
          <p14:tracePt t="65459" x="2687638" y="3313113"/>
          <p14:tracePt t="65477" x="2660650" y="3319463"/>
          <p14:tracePt t="65500" x="2633663" y="3319463"/>
          <p14:tracePt t="65501" x="2586038" y="3327400"/>
          <p14:tracePt t="65510" x="2524125" y="3340100"/>
          <p14:tracePt t="65525" x="2455863" y="3340100"/>
          <p14:tracePt t="65539" x="2217738" y="3340100"/>
          <p14:tracePt t="65553" x="2122488" y="3327400"/>
          <p14:tracePt t="65569" x="2033588" y="3327400"/>
          <p14:tracePt t="65600" x="1911350" y="3327400"/>
          <p14:tracePt t="65601" x="1851025" y="3327400"/>
          <p14:tracePt t="65611" x="1816100" y="3319463"/>
          <p14:tracePt t="65624" x="1795463" y="3319463"/>
          <p14:tracePt t="65639" x="1776413" y="3319463"/>
          <p14:tracePt t="65640" x="1762125" y="3319463"/>
          <p14:tracePt t="65669" x="1747838" y="3319463"/>
          <p14:tracePt t="65685" x="1741488" y="3319463"/>
          <p14:tracePt t="65753" x="1728788" y="3319463"/>
          <p14:tracePt t="65816" x="1720850" y="3319463"/>
          <p14:tracePt t="65824" x="1714500" y="3327400"/>
          <p14:tracePt t="65853" x="1693863" y="3360738"/>
          <p14:tracePt t="65868" x="1673225" y="3387725"/>
          <p14:tracePt t="65886" x="1639888" y="3482975"/>
          <p14:tracePt t="65903" x="1625600" y="3509963"/>
          <p14:tracePt t="65919" x="1619250" y="3544888"/>
          <p14:tracePt t="65920" x="1604963" y="3565525"/>
          <p14:tracePt t="65938" x="1604963" y="3586163"/>
          <p14:tracePt t="65954" x="1604963" y="3605213"/>
          <p14:tracePt t="65967" x="1604963" y="3613150"/>
          <p14:tracePt t="66043" x="1619250" y="3613150"/>
          <p14:tracePt t="66062" x="1639888" y="3613150"/>
          <p14:tracePt t="66083" x="1646238" y="3613150"/>
          <p14:tracePt t="66084" x="1673225" y="3613150"/>
          <p14:tracePt t="66094" x="1693863" y="3619500"/>
          <p14:tracePt t="66108" x="1728788" y="3633788"/>
          <p14:tracePt t="66122" x="1762125" y="3640138"/>
          <p14:tracePt t="66124" x="1803400" y="3646488"/>
          <p14:tracePt t="66138" x="1863725" y="3660775"/>
          <p14:tracePt t="66154" x="1911350" y="3660775"/>
          <p14:tracePt t="66186" x="2062163" y="3681413"/>
          <p14:tracePt t="66186" x="2109788" y="3681413"/>
          <p14:tracePt t="66207" x="2170113" y="3681413"/>
          <p14:tracePt t="66208" x="2232025" y="3681413"/>
          <p14:tracePt t="66217" x="2265363" y="3687763"/>
          <p14:tracePt t="66229" x="2327275" y="3681413"/>
          <p14:tracePt t="66252" x="2455863" y="3681413"/>
          <p14:tracePt t="66269" x="2551113" y="3681413"/>
          <p14:tracePt t="66270" x="2652713" y="3667125"/>
          <p14:tracePt t="66284" x="2708275" y="3667125"/>
          <p14:tracePt t="66302" x="2755900" y="3667125"/>
          <p14:tracePt t="66304" x="2782888" y="3660775"/>
          <p14:tracePt t="66317" x="2809875" y="3660775"/>
          <p14:tracePt t="66352" x="2830513" y="3660775"/>
          <p14:tracePt t="66360" x="2843213" y="3660775"/>
          <p14:tracePt t="66415" x="2830513" y="3660775"/>
          <p14:tracePt t="66433" x="2830513" y="3640138"/>
          <p14:tracePt t="66444" x="2824163" y="3619500"/>
          <p14:tracePt t="66457" x="2809875" y="3605213"/>
          <p14:tracePt t="66472" x="2782888" y="3509963"/>
          <p14:tracePt t="66503" x="2776538" y="3462338"/>
          <p14:tracePt t="66504" x="2755900" y="3422650"/>
          <p14:tracePt t="66505" x="2747963" y="3395663"/>
          <p14:tracePt t="66527" x="2747963" y="3387725"/>
          <p14:tracePt t="66546" x="2735263" y="3387725"/>
          <p14:tracePt t="66585" x="2700338" y="3387725"/>
          <p14:tracePt t="66601" x="2681288" y="3395663"/>
          <p14:tracePt t="66619" x="2565400" y="3414713"/>
          <p14:tracePt t="66637" x="2503488" y="3422650"/>
          <p14:tracePt t="66653" x="2238375" y="3443288"/>
          <p14:tracePt t="66670" x="2109788" y="3443288"/>
          <p14:tracePt t="66687" x="1720850" y="3422650"/>
          <p14:tracePt t="66716" x="1598613" y="3414713"/>
          <p14:tracePt t="66718" x="1476375" y="3408363"/>
          <p14:tracePt t="66719" x="1395413" y="3408363"/>
          <p14:tracePt t="66746" x="1360488" y="3408363"/>
          <p14:tracePt t="66747" x="1333500" y="3408363"/>
          <p14:tracePt t="66869" x="1347788" y="3408363"/>
          <p14:tracePt t="66877" x="1354138" y="3414713"/>
          <p14:tracePt t="66905" x="1360488" y="3422650"/>
          <p14:tracePt t="66919" x="1374775" y="3443288"/>
          <p14:tracePt t="66929" x="1374775" y="3462338"/>
          <p14:tracePt t="66943" x="1381125" y="3490913"/>
          <p14:tracePt t="66944" x="1395413" y="3509963"/>
          <p14:tracePt t="66976" x="1395413" y="3538538"/>
          <p14:tracePt t="66977" x="1401763" y="3571875"/>
          <p14:tracePt t="67008" x="1408113" y="3592513"/>
          <p14:tracePt t="67029" x="1422400" y="3592513"/>
          <p14:tracePt t="67043" x="1428750" y="3592513"/>
          <p14:tracePt t="67060" x="1449388" y="3592513"/>
          <p14:tracePt t="67076" x="1455738" y="3592513"/>
          <p14:tracePt t="67109" x="1482725" y="3592513"/>
          <p14:tracePt t="67110" x="1503363" y="3592513"/>
          <p14:tracePt t="67119" x="1524000" y="3592513"/>
          <p14:tracePt t="67136" x="1565275" y="3592513"/>
          <p14:tracePt t="67154" x="1577975" y="3592513"/>
          <p14:tracePt t="67173" x="1673225" y="3605213"/>
          <p14:tracePt t="67202" x="1728788" y="3605213"/>
          <p14:tracePt t="67203" x="1966913" y="3613150"/>
          <p14:tracePt t="67233" x="2095500" y="3619500"/>
          <p14:tracePt t="67241" x="2455863" y="3619500"/>
          <p14:tracePt t="67256" x="2551113" y="3619500"/>
          <p14:tracePt t="67273" x="2708275" y="3633788"/>
          <p14:tracePt t="67289" x="2747963" y="3633788"/>
          <p14:tracePt t="67301" x="2776538" y="3633788"/>
          <p14:tracePt t="67315" x="2795588" y="3633788"/>
          <p14:tracePt t="67329" x="2803525" y="3633788"/>
          <p14:tracePt t="68675" x="2803525" y="3619500"/>
          <p14:tracePt t="68706" x="2803525" y="3613150"/>
          <p14:tracePt t="68731" x="2803525" y="3605213"/>
          <p14:tracePt t="68746" x="2809875" y="3592513"/>
          <p14:tracePt t="68768" x="2824163" y="3565525"/>
          <p14:tracePt t="68811" x="3211513" y="3367088"/>
          <p14:tracePt t="68836" x="3735388" y="3211513"/>
          <p14:tracePt t="68866" x="4176713" y="3101975"/>
          <p14:tracePt t="68873" x="4300538" y="3068638"/>
          <p14:tracePt t="69092" x="4319588" y="3054350"/>
          <p14:tracePt t="69122" x="4354513" y="3048000"/>
          <p14:tracePt t="69129" x="4381500" y="3041650"/>
          <p14:tracePt t="69146" x="4545013" y="3006725"/>
          <p14:tracePt t="69184" x="5510213" y="2809875"/>
          <p14:tracePt t="69205" x="6075363" y="2673350"/>
          <p14:tracePt t="69245" x="6742113" y="2538413"/>
          <p14:tracePt t="69245" x="7177088" y="2476500"/>
          <p14:tracePt t="69258" x="7450138" y="2435225"/>
          <p14:tracePt t="69281" x="7986713" y="2360613"/>
          <p14:tracePt t="69320" x="8232775" y="2333625"/>
          <p14:tracePt t="69320" x="8599488" y="2286000"/>
          <p14:tracePt t="69340" x="8661400" y="2265363"/>
          <p14:tracePt t="69352" x="8674100" y="2265363"/>
          <p14:tracePt t="69408" x="8682038" y="2265363"/>
          <p14:tracePt t="69441" x="8701088" y="2265363"/>
          <p14:tracePt t="69461" x="8729663" y="2265363"/>
          <p14:tracePt t="69475" x="8769350" y="2265363"/>
          <p14:tracePt t="69508" x="8899525" y="2265363"/>
          <p14:tracePt t="69509" x="9102725" y="2259013"/>
          <p14:tracePt t="69524" x="9191625" y="2238375"/>
          <p14:tracePt t="69545" x="9348788" y="2211388"/>
          <p14:tracePt t="69565" x="9396413" y="2205038"/>
          <p14:tracePt t="69566" x="9436100" y="2190750"/>
          <p14:tracePt t="69579" x="9463088" y="2184400"/>
          <p14:tracePt t="69599" x="9504363" y="2170113"/>
          <p14:tracePt t="69618" x="9518650" y="2163763"/>
          <p14:tracePt t="69635" x="9539288" y="2157413"/>
          <p14:tracePt t="69650" x="9545638" y="2143125"/>
          <p14:tracePt t="69665" x="9558338" y="2143125"/>
          <p14:tracePt t="69667" x="9566275" y="2136775"/>
          <p14:tracePt t="69748" x="9558338" y="2136775"/>
          <p14:tracePt t="69757" x="9545638" y="2136775"/>
          <p14:tracePt t="69769" x="9531350" y="2136775"/>
          <p14:tracePt t="69782" x="9518650" y="2136775"/>
          <p14:tracePt t="69814" x="9510713" y="2136775"/>
          <p14:tracePt t="69815" x="9491663" y="2136775"/>
          <p14:tracePt t="69839" x="9456738" y="2136775"/>
          <p14:tracePt t="69848" x="9409113" y="2136775"/>
          <p14:tracePt t="69862" x="9348788" y="2143125"/>
          <p14:tracePt t="69878" x="9320213" y="2143125"/>
          <p14:tracePt t="69984" x="9334500" y="2143125"/>
          <p14:tracePt t="70015" x="9367838" y="2143125"/>
          <p14:tracePt t="70016" x="9396413" y="2143125"/>
          <p14:tracePt t="70037" x="9423400" y="2143125"/>
          <p14:tracePt t="70037" x="9444038" y="2143125"/>
          <p14:tracePt t="70065" x="9483725" y="2143125"/>
          <p14:tracePt t="70072" x="9491663" y="2143125"/>
          <p14:tracePt t="70124" x="9483725" y="2143125"/>
          <p14:tracePt t="70134" x="9471025" y="2143125"/>
          <p14:tracePt t="70153" x="9436100" y="2143125"/>
          <p14:tracePt t="70168" x="9415463" y="2143125"/>
          <p14:tracePt t="70207" x="9396413" y="2143125"/>
          <p14:tracePt t="70274" x="9409113" y="2143125"/>
          <p14:tracePt t="70306" x="9415463" y="2143125"/>
          <p14:tracePt t="70336" x="9423400" y="2143125"/>
          <p14:tracePt t="70534" x="9436100" y="2143125"/>
          <p14:tracePt t="70566" x="9444038" y="2143125"/>
          <p14:tracePt t="70610" x="9436100" y="2143125"/>
          <p14:tracePt t="70634" x="9423400" y="2143125"/>
          <p14:tracePt t="70724" x="9415463" y="2143125"/>
          <p14:tracePt t="70754" x="9423400" y="2143125"/>
          <p14:tracePt t="70761" x="9436100" y="2143125"/>
          <p14:tracePt t="70801" x="9456738" y="2143125"/>
          <p14:tracePt t="70850" x="9444038" y="2143125"/>
          <p14:tracePt t="70883" x="9382125" y="2143125"/>
          <p14:tracePt t="70912" x="9361488" y="2143125"/>
          <p14:tracePt t="70920" x="9348788" y="2143125"/>
          <p14:tracePt t="70973" x="9361488" y="2143125"/>
          <p14:tracePt t="71018" x="9382125" y="2143125"/>
          <p14:tracePt t="71019" x="9423400" y="2143125"/>
          <p14:tracePt t="71049" x="9444038" y="2143125"/>
          <p14:tracePt t="71107" x="9436100" y="2143125"/>
          <p14:tracePt t="71140" x="9409113" y="2143125"/>
          <p14:tracePt t="71210" x="9423400" y="2143125"/>
          <p14:tracePt t="71249" x="9463088" y="2143125"/>
          <p14:tracePt t="71279" x="9471025" y="2143125"/>
          <p14:tracePt t="71321" x="9463088" y="2143125"/>
          <p14:tracePt t="71322" x="9444038" y="2143125"/>
          <p14:tracePt t="71332" x="9436100" y="2143125"/>
          <p14:tracePt t="71423" x="9444038" y="2143125"/>
          <p14:tracePt t="71499" x="9444038" y="2136775"/>
          <p14:tracePt t="71501" x="9423400" y="2122488"/>
          <p14:tracePt t="71518" x="9361488" y="2116138"/>
          <p14:tracePt t="71690" x="9361488" y="2109788"/>
          <p14:tracePt t="71691" x="9382125" y="2109788"/>
          <p14:tracePt t="71724" x="9388475" y="2109788"/>
          <p14:tracePt t="71725" x="9388475" y="2089150"/>
          <p14:tracePt t="71758" x="9313863" y="2014538"/>
          <p14:tracePt t="71783" x="9191625" y="1925638"/>
          <p14:tracePt t="71815" x="9096375" y="1871663"/>
          <p14:tracePt t="71816" x="8872538" y="1768475"/>
          <p14:tracePt t="71832" x="8721725" y="1700213"/>
          <p14:tracePt t="71858" x="8388350" y="1577975"/>
          <p14:tracePt t="71901" x="7891463" y="1443038"/>
          <p14:tracePt t="71902" x="7694613" y="1401763"/>
          <p14:tracePt t="71913" x="7545388" y="1374775"/>
          <p14:tracePt t="71939" x="7007225" y="1279525"/>
          <p14:tracePt t="71957" x="6837363" y="1271588"/>
          <p14:tracePt t="72002" x="6661150" y="1252538"/>
          <p14:tracePt t="72003" x="6530975" y="1244600"/>
          <p14:tracePt t="72012" x="6491288" y="1244600"/>
          <p14:tracePt t="72034" x="6423025" y="1244600"/>
          <p14:tracePt t="72049" x="6408738" y="1244600"/>
          <p14:tracePt t="72067" x="6375400" y="1252538"/>
          <p14:tracePt t="72083" x="6361113" y="1252538"/>
          <p14:tracePt t="72116" x="6286500" y="1252538"/>
          <p14:tracePt t="72117" x="6238875" y="1252538"/>
          <p14:tracePt t="72128" x="6211888" y="1252538"/>
          <p14:tracePt t="72149" x="6122988" y="1252538"/>
          <p14:tracePt t="72181" x="6096000" y="1252538"/>
          <p14:tracePt t="72182" x="6027738" y="1244600"/>
          <p14:tracePt t="72206" x="6000750" y="1244600"/>
          <p14:tracePt t="72207" x="5973763" y="1244600"/>
          <p14:tracePt t="72208" x="5953125" y="1231900"/>
          <p14:tracePt t="72232" x="5926138" y="1231900"/>
          <p14:tracePt t="72245" x="5905500" y="1231900"/>
          <p14:tracePt t="72266" x="5899150" y="1231900"/>
          <p14:tracePt t="72267" x="5878513" y="1231900"/>
          <p14:tracePt t="72299" x="5872163" y="1231900"/>
          <p14:tracePt t="72300" x="5851525" y="1231900"/>
          <p14:tracePt t="72334" x="5843588" y="1231900"/>
          <p14:tracePt t="72336" x="5824538" y="1231900"/>
          <p14:tracePt t="72352" x="5803900" y="1231900"/>
          <p14:tracePt t="72367" x="5783263" y="1231900"/>
          <p14:tracePt t="72368" x="5768975" y="1231900"/>
          <p14:tracePt t="72389" x="5721350" y="1231900"/>
          <p14:tracePt t="72422" x="5700713" y="1223963"/>
          <p14:tracePt t="72423" x="5673725" y="1223963"/>
          <p14:tracePt t="72450" x="5634038" y="1211263"/>
          <p14:tracePt t="72459" x="5626100" y="1211263"/>
          <p14:tracePt t="72473" x="5613400" y="1211263"/>
          <p14:tracePt t="72507" x="5599113" y="1211263"/>
          <p14:tracePt t="72535" x="5586413" y="1211263"/>
          <p14:tracePt t="72537" x="5578475" y="1211263"/>
          <p14:tracePt t="72551" x="5572125" y="1211263"/>
          <p14:tracePt t="72567" x="5557838" y="1211263"/>
          <p14:tracePt t="72582" x="5551488" y="1211263"/>
          <p14:tracePt t="72614" x="5538788" y="1211263"/>
          <p14:tracePt t="72615" x="5530850" y="1211263"/>
          <p14:tracePt t="72638" x="5510213" y="1211263"/>
          <p14:tracePt t="72663" x="5462588" y="1211263"/>
          <p14:tracePt t="72671" x="5449888" y="1211263"/>
          <p14:tracePt t="72683" x="5429250" y="1211263"/>
          <p14:tracePt t="72703" x="5402263" y="1211263"/>
          <p14:tracePt t="72704" x="5381625" y="1211263"/>
          <p14:tracePt t="72735" x="5360988" y="1211263"/>
          <p14:tracePt t="72737" x="5334000" y="1204913"/>
          <p14:tracePt t="72737" x="5327650" y="1204913"/>
          <p14:tracePt t="72762" x="5286375" y="1204913"/>
          <p14:tracePt t="72782" x="5280025" y="1204913"/>
          <p14:tracePt t="72783" x="5265738" y="1204913"/>
          <p14:tracePt t="72893" x="5280025" y="1204913"/>
          <p14:tracePt t="72894" x="5286375" y="1204913"/>
          <p14:tracePt t="72913" x="5307013" y="1204913"/>
          <p14:tracePt t="72928" x="5313363" y="1204913"/>
          <p14:tracePt t="72929" x="5340350" y="1204913"/>
          <p14:tracePt t="72950" x="5375275" y="1204913"/>
          <p14:tracePt t="72968" x="5435600" y="1204913"/>
          <p14:tracePt t="72983" x="5476875" y="1204913"/>
          <p14:tracePt t="73001" x="5538788" y="1204913"/>
          <p14:tracePt t="73031" x="5578475" y="1204913"/>
          <p14:tracePt t="73032" x="5653088" y="1204913"/>
          <p14:tracePt t="73056" x="5729288" y="1196975"/>
          <p14:tracePt t="73082" x="5824538" y="1196975"/>
          <p14:tracePt t="73106" x="5857875" y="1196975"/>
          <p14:tracePt t="73107" x="5899150" y="1196975"/>
          <p14:tracePt t="73116" x="5953125" y="1196975"/>
          <p14:tracePt t="73134" x="6042025" y="1196975"/>
          <p14:tracePt t="73147" x="6096000" y="1196975"/>
          <p14:tracePt t="73167" x="6143625" y="1196975"/>
          <p14:tracePt t="73168" x="6191250" y="1196975"/>
          <p14:tracePt t="73195" x="6245225" y="1196975"/>
          <p14:tracePt t="73196" x="6286500" y="1196975"/>
          <p14:tracePt t="73211" x="6388100" y="1196975"/>
          <p14:tracePt t="73233" x="6423025" y="1196975"/>
          <p14:tracePt t="73234" x="6470650" y="1196975"/>
          <p14:tracePt t="73250" x="6518275" y="1196975"/>
          <p14:tracePt t="73263" x="6557963" y="1196975"/>
          <p14:tracePt t="73283" x="6667500" y="1184275"/>
          <p14:tracePt t="73302" x="6735763" y="1184275"/>
          <p14:tracePt t="73304" x="6804025" y="1184275"/>
          <p14:tracePt t="73316" x="6899275" y="1184275"/>
          <p14:tracePt t="73334" x="7007225" y="1184275"/>
          <p14:tracePt t="73336" x="7110413" y="1184275"/>
          <p14:tracePt t="73350" x="7232650" y="1184275"/>
          <p14:tracePt t="73369" x="7375525" y="1196975"/>
          <p14:tracePt t="73370" x="7477125" y="1196975"/>
          <p14:tracePt t="73384" x="7613650" y="1196975"/>
          <p14:tracePt t="73397" x="7748588" y="1196975"/>
          <p14:tracePt t="73417" x="7980363" y="1204913"/>
          <p14:tracePt t="73433" x="8102600" y="1204913"/>
          <p14:tracePt t="73462" x="8177213" y="1204913"/>
          <p14:tracePt t="73463" x="8340725" y="1196975"/>
          <p14:tracePt t="73472" x="8402638" y="1196975"/>
          <p14:tracePt t="73502" x="8456613" y="1196975"/>
          <p14:tracePt t="73503" x="8551863" y="1196975"/>
          <p14:tracePt t="73528" x="8647113" y="1204913"/>
          <p14:tracePt t="73548" x="8721725" y="1204913"/>
          <p14:tracePt t="73560" x="8756650" y="1204913"/>
          <p14:tracePt t="73574" x="8783638" y="1204913"/>
          <p14:tracePt t="73603" x="8824913" y="1204913"/>
          <p14:tracePt t="73604" x="8878888" y="1204913"/>
          <p14:tracePt t="73628" x="8939213" y="1204913"/>
          <p14:tracePt t="73649" x="8953500" y="1204913"/>
          <p14:tracePt t="73650" x="8980488" y="1204913"/>
          <p14:tracePt t="73673" x="9001125" y="1204913"/>
          <p14:tracePt t="73703" x="9048750" y="1196975"/>
          <p14:tracePt t="73711" x="9048750" y="1184275"/>
          <p14:tracePt t="73729" x="9069388" y="1176338"/>
          <p14:tracePt t="73750" x="9075738" y="1176338"/>
          <p14:tracePt t="73778" x="9090025" y="1163638"/>
          <p14:tracePt t="73788" x="9096375" y="1163638"/>
          <p14:tracePt t="73819" x="9117013" y="1163638"/>
          <p14:tracePt t="73853" x="9123363" y="1157288"/>
          <p14:tracePt t="73886" x="9144000" y="1149350"/>
          <p14:tracePt t="73919" x="9144000" y="1136650"/>
          <p14:tracePt t="73920" x="9164638" y="1128713"/>
          <p14:tracePt t="73944" x="9185275" y="1122363"/>
          <p14:tracePt t="73963" x="9191625" y="1109663"/>
          <p14:tracePt t="73977" x="9191625" y="1101725"/>
          <p14:tracePt t="74005" x="9197975" y="1089025"/>
          <p14:tracePt t="74016" x="9197975" y="1081088"/>
          <p14:tracePt t="74036" x="9191625" y="1074738"/>
          <p14:tracePt t="74049" x="9191625" y="1062038"/>
          <p14:tracePt t="74062" x="9191625" y="1054100"/>
          <p14:tracePt t="74083" x="9191625" y="1033463"/>
          <p14:tracePt t="74113" x="9191625" y="1014413"/>
          <p14:tracePt t="74114" x="9185275" y="1000125"/>
          <p14:tracePt t="74123" x="9185275" y="979488"/>
          <p14:tracePt t="74136" x="9185275" y="966788"/>
          <p14:tracePt t="74153" x="9185275" y="958850"/>
          <p14:tracePt t="74171" x="9185275" y="952500"/>
          <p14:tracePt t="74186" x="9185275" y="938213"/>
          <p14:tracePt t="74219" x="9170988" y="938213"/>
          <p14:tracePt t="74278" x="9164638" y="938213"/>
          <p14:tracePt t="74298" x="9048750" y="952500"/>
          <p14:tracePt t="74323" x="8974138" y="958850"/>
          <p14:tracePt t="74324" x="8661400" y="958850"/>
          <p14:tracePt t="74343" x="8531225" y="958850"/>
          <p14:tracePt t="74352" x="8375650" y="952500"/>
          <p14:tracePt t="74370" x="8102600" y="938213"/>
          <p14:tracePt t="74402" x="7735888" y="931863"/>
          <p14:tracePt t="74427" x="7470775" y="925513"/>
          <p14:tracePt t="74441" x="7348538" y="925513"/>
          <p14:tracePt t="74450" x="7259638" y="925513"/>
          <p14:tracePt t="74469" x="7150100" y="925513"/>
          <p14:tracePt t="74470" x="7034213" y="925513"/>
          <p14:tracePt t="74502" x="6932613" y="925513"/>
          <p14:tracePt t="74503" x="6804025" y="925513"/>
          <p14:tracePt t="74504" x="6667500" y="925513"/>
          <p14:tracePt t="74528" x="6497638" y="931863"/>
          <p14:tracePt t="74549" x="6408738" y="931863"/>
          <p14:tracePt t="74550" x="6340475" y="931863"/>
          <p14:tracePt t="74572" x="6176963" y="931863"/>
          <p14:tracePt t="74603" x="6042025" y="925513"/>
          <p14:tracePt t="74611" x="5946775" y="925513"/>
          <p14:tracePt t="74630" x="5776913" y="911225"/>
          <p14:tracePt t="74650" x="5694363" y="911225"/>
          <p14:tracePt t="74651" x="5626100" y="904875"/>
          <p14:tracePt t="74667" x="5551488" y="904875"/>
          <p14:tracePt t="74680" x="5483225" y="904875"/>
          <p14:tracePt t="74715" x="5402263" y="904875"/>
          <p14:tracePt t="74716" x="5340350" y="904875"/>
          <p14:tracePt t="74739" x="5286375" y="904875"/>
          <p14:tracePt t="74739" x="5280025" y="904875"/>
          <p14:tracePt t="74770" x="5259388" y="904875"/>
          <p14:tracePt t="74854" x="5253038" y="904875"/>
          <p14:tracePt t="74880" x="5218113" y="911225"/>
          <p14:tracePt t="74902" x="5205413" y="911225"/>
          <p14:tracePt t="74903" x="5191125" y="911225"/>
          <p14:tracePt t="74911" x="5170488" y="911225"/>
          <p14:tracePt t="74933" x="5157788" y="911225"/>
          <p14:tracePt t="74979" x="5164138" y="925513"/>
          <p14:tracePt t="75010" x="5170488" y="958850"/>
          <p14:tracePt t="75011" x="5170488" y="985838"/>
          <p14:tracePt t="75032" x="5184775" y="1014413"/>
          <p14:tracePt t="75033" x="5184775" y="1033463"/>
          <p14:tracePt t="75046" x="5191125" y="1054100"/>
          <p14:tracePt t="75070" x="5191125" y="1081088"/>
          <p14:tracePt t="75107" x="5191125" y="1089025"/>
          <p14:tracePt t="75108" x="5191125" y="1101725"/>
          <p14:tracePt t="75150" x="5191125" y="1109663"/>
          <p14:tracePt t="75169" x="5205413" y="1122363"/>
          <p14:tracePt t="75182" x="5218113" y="1122363"/>
          <p14:tracePt t="75223" x="5327650" y="1128713"/>
          <p14:tracePt t="75249" x="5387975" y="1136650"/>
          <p14:tracePt t="75250" x="5462588" y="1149350"/>
          <p14:tracePt t="75282" x="5586413" y="1149350"/>
          <p14:tracePt t="75282" x="5878513" y="1149350"/>
          <p14:tracePt t="75306" x="6361113" y="1149350"/>
          <p14:tracePt t="75316" x="6545263" y="1149350"/>
          <p14:tracePt t="75335" x="6816725" y="1136650"/>
          <p14:tracePt t="75336" x="7123113" y="1128713"/>
          <p14:tracePt t="75350" x="7319963" y="1128713"/>
          <p14:tracePt t="75368" x="7593013" y="1109663"/>
          <p14:tracePt t="75384" x="8021638" y="1101725"/>
          <p14:tracePt t="75402" x="8253413" y="1089025"/>
          <p14:tracePt t="75417" x="8456613" y="1089025"/>
          <p14:tracePt t="75418" x="8599488" y="1081088"/>
          <p14:tracePt t="75435" x="8783638" y="1074738"/>
          <p14:tracePt t="75450" x="8974138" y="1074738"/>
          <p14:tracePt t="75451" x="9090025" y="1074738"/>
          <p14:tracePt t="75489" x="9224963" y="1074738"/>
          <p14:tracePt t="75490" x="9409113" y="1081088"/>
          <p14:tracePt t="75516" x="9491663" y="1081088"/>
          <p14:tracePt t="75520" x="9578975" y="1089025"/>
          <p14:tracePt t="75528" x="9626600" y="1089025"/>
          <p14:tracePt t="75550" x="9653588" y="1089025"/>
          <p14:tracePt t="75551" x="9667875" y="1089025"/>
          <p14:tracePt t="75568" x="9688513" y="1089025"/>
          <p14:tracePt t="75583" x="9709150" y="1089025"/>
          <p14:tracePt t="75584" x="9715500" y="1101725"/>
          <p14:tracePt t="75600" x="9736138" y="1101725"/>
          <p14:tracePt t="75711" x="9729788" y="1081088"/>
          <p14:tracePt t="75732" x="9701213" y="1041400"/>
          <p14:tracePt t="75745" x="9682163" y="1014413"/>
          <p14:tracePt t="75767" x="9653588" y="985838"/>
          <p14:tracePt t="75783" x="9613900" y="938213"/>
          <p14:tracePt t="75823" x="9586913" y="911225"/>
          <p14:tracePt t="75824" x="9545638" y="890588"/>
          <p14:tracePt t="75833" x="9539288" y="890588"/>
          <p14:tracePt t="75847" x="9531350" y="890588"/>
          <p14:tracePt t="75868" x="9518650" y="890588"/>
          <p14:tracePt t="75882" x="9510713" y="890588"/>
          <p14:tracePt t="75913" x="9483725" y="890588"/>
          <p14:tracePt t="75915" x="9456738" y="904875"/>
          <p14:tracePt t="75928" x="9415463" y="904875"/>
          <p14:tracePt t="75949" x="9307513" y="925513"/>
          <p14:tracePt t="75967" x="9212263" y="925513"/>
          <p14:tracePt t="75968" x="9117013" y="925513"/>
          <p14:tracePt t="75983" x="8967788" y="911225"/>
          <p14:tracePt t="76016" x="8558213" y="890588"/>
          <p14:tracePt t="76017" x="8402638" y="884238"/>
          <p14:tracePt t="76028" x="8177213" y="884238"/>
          <p14:tracePt t="76051" x="7735888" y="877888"/>
          <p14:tracePt t="76065" x="7470775" y="877888"/>
          <p14:tracePt t="76084" x="7048500" y="884238"/>
          <p14:tracePt t="76096" x="6851650" y="890588"/>
          <p14:tracePt t="76116" x="6578600" y="904875"/>
          <p14:tracePt t="76148" x="6456363" y="904875"/>
          <p14:tracePt t="76148" x="6292850" y="904875"/>
          <p14:tracePt t="76172" x="6164263" y="904875"/>
          <p14:tracePt t="76204" x="6075363" y="904875"/>
          <p14:tracePt t="76205" x="6027738" y="890588"/>
          <p14:tracePt t="76232" x="5946775" y="890588"/>
          <p14:tracePt t="76256" x="5905500" y="890588"/>
          <p14:tracePt t="76257" x="5872163" y="890588"/>
          <p14:tracePt t="76258" x="5824538" y="890588"/>
          <p14:tracePt t="76278" x="5776913" y="890588"/>
          <p14:tracePt t="76307" x="5729288" y="890588"/>
          <p14:tracePt t="76308" x="5626100" y="904875"/>
          <p14:tracePt t="76317" x="5586413" y="904875"/>
          <p14:tracePt t="76330" x="5530850" y="904875"/>
          <p14:tracePt t="76350" x="5414963" y="890588"/>
          <p14:tracePt t="76384" x="5354638" y="890588"/>
          <p14:tracePt t="76385" x="5238750" y="884238"/>
          <p14:tracePt t="76412" x="5184775" y="884238"/>
          <p14:tracePt t="76420" x="5170488" y="884238"/>
          <p14:tracePt t="76521" x="5170488" y="890588"/>
          <p14:tracePt t="76529" x="5170488" y="904875"/>
          <p14:tracePt t="76549" x="5164138" y="931863"/>
          <p14:tracePt t="76563" x="5157788" y="1000125"/>
          <p14:tracePt t="76608" x="5143500" y="1074738"/>
          <p14:tracePt t="76608" x="5137150" y="1109663"/>
          <p14:tracePt t="76633" x="5137150" y="1136650"/>
          <p14:tracePt t="76646" x="5143500" y="1149350"/>
          <p14:tracePt t="76668" x="5164138" y="1157288"/>
          <p14:tracePt t="76682" x="5184775" y="1163638"/>
          <p14:tracePt t="76699" x="5218113" y="1163638"/>
          <p14:tracePt t="76731" x="5253038" y="1163638"/>
          <p14:tracePt t="76732" x="5340350" y="1157288"/>
          <p14:tracePt t="76745" x="5414963" y="1157288"/>
          <p14:tracePt t="76768" x="5586413" y="1163638"/>
          <p14:tracePt t="76782" x="5708650" y="1163638"/>
          <p14:tracePt t="76815" x="5973763" y="1176338"/>
          <p14:tracePt t="76848" x="6510338" y="1184275"/>
          <p14:tracePt t="76856" x="6688138" y="1184275"/>
          <p14:tracePt t="76873" x="6878638" y="1196975"/>
          <p14:tracePt t="76889" x="7224713" y="1204913"/>
          <p14:tracePt t="76908" x="7429500" y="1204913"/>
          <p14:tracePt t="76923" x="7796213" y="1204913"/>
          <p14:tracePt t="76939" x="8007350" y="1204913"/>
          <p14:tracePt t="76957" x="8355013" y="1204913"/>
          <p14:tracePt t="76972" x="8524875" y="1204913"/>
          <p14:tracePt t="77005" x="8899525" y="1196975"/>
          <p14:tracePt t="77014" x="8974138" y="1196975"/>
          <p14:tracePt t="77048" x="9048750" y="1196975"/>
          <p14:tracePt t="77049" x="9144000" y="1184275"/>
          <p14:tracePt t="77072" x="9191625" y="1184275"/>
          <p14:tracePt t="77101" x="9197975" y="1184275"/>
          <p14:tracePt t="77102" x="9212263" y="1184275"/>
          <p14:tracePt t="77127" x="9218613" y="1184275"/>
          <p14:tracePt t="77147" x="9224963" y="1184275"/>
          <p14:tracePt t="77340" x="9224963" y="1176338"/>
          <p14:tracePt t="77367" x="9218613" y="1157288"/>
          <p14:tracePt t="77375" x="9218613" y="1136650"/>
          <p14:tracePt t="77412" x="9218613" y="1122363"/>
          <p14:tracePt t="77413" x="9218613" y="1109663"/>
          <p14:tracePt t="77426" x="9218613" y="1101725"/>
          <p14:tracePt t="77447" x="9218613" y="1089025"/>
          <p14:tracePt t="77925" x="9191625" y="1089025"/>
          <p14:tracePt t="77950" x="9001125" y="1089025"/>
          <p14:tracePt t="77963" x="8899525" y="1089025"/>
          <p14:tracePt t="78012" x="8504238" y="1089025"/>
          <p14:tracePt t="78013" x="8081963" y="1109663"/>
          <p14:tracePt t="78013" x="7789863" y="1136650"/>
          <p14:tracePt t="78044" x="7224713" y="1176338"/>
          <p14:tracePt t="78051" x="6884988" y="1196975"/>
          <p14:tracePt t="78077" x="6388100" y="1211263"/>
          <p14:tracePt t="78118" x="6015038" y="1231900"/>
          <p14:tracePt t="78119" x="5748338" y="1244600"/>
          <p14:tracePt t="78127" x="5694363" y="1244600"/>
          <p14:tracePt t="78140" x="5646738" y="1252538"/>
          <p14:tracePt t="78163" x="5613400" y="1252538"/>
          <p14:tracePt t="78322" x="5578475" y="1244600"/>
          <p14:tracePt t="78330" x="5557838" y="1244600"/>
          <p14:tracePt t="78353" x="5510213" y="1211263"/>
          <p14:tracePt t="78378" x="5483225" y="1196975"/>
          <p14:tracePt t="78417" x="5456238" y="1163638"/>
          <p14:tracePt t="78419" x="5449888" y="1149350"/>
          <p14:tracePt t="78436" x="5429250" y="1122363"/>
          <p14:tracePt t="78460" x="5414963" y="1101725"/>
          <p14:tracePt t="78479" x="5408613" y="1081088"/>
          <p14:tracePt t="78519" x="5387975" y="1062038"/>
          <p14:tracePt t="78520" x="5381625" y="1041400"/>
          <p14:tracePt t="78534" x="5381625" y="1033463"/>
          <p14:tracePt t="78549" x="5375275" y="1033463"/>
          <p14:tracePt t="78571" x="5375275" y="1014413"/>
          <p14:tracePt t="78605" x="5375275" y="1000125"/>
          <p14:tracePt t="78613" x="5375275" y="985838"/>
          <p14:tracePt t="78628" x="5375275" y="979488"/>
          <p14:tracePt t="78645" x="5375275" y="958850"/>
          <p14:tracePt t="78660" x="5375275" y="952500"/>
          <p14:tracePt t="78677" x="5375275" y="938213"/>
          <p14:tracePt t="78679" x="5375275" y="931863"/>
          <p14:tracePt t="78709" x="5375275" y="925513"/>
          <p14:tracePt t="78710" x="5360988" y="911225"/>
          <p14:tracePt t="78711" x="5360988" y="904875"/>
          <p14:tracePt t="78917" x="5360988" y="911225"/>
          <p14:tracePt t="78939" x="5354638" y="931863"/>
          <p14:tracePt t="78953" x="5354638" y="938213"/>
          <p14:tracePt t="78979" x="5354638" y="958850"/>
          <p14:tracePt t="79019" x="5354638" y="979488"/>
          <p14:tracePt t="79020" x="5354638" y="985838"/>
          <p14:tracePt t="79028" x="5354638" y="1000125"/>
          <p14:tracePt t="79046" x="5340350" y="1006475"/>
          <p14:tracePt t="79107" x="5340350" y="1014413"/>
          <p14:tracePt t="79273" x="5354638" y="1014413"/>
          <p14:tracePt t="79312" x="5375275" y="1014413"/>
          <p14:tracePt t="79312" x="5375275" y="1006475"/>
          <p14:tracePt t="79320" x="5387975" y="1006475"/>
          <p14:tracePt t="79345" x="5408613" y="1006475"/>
          <p14:tracePt t="79406" x="5408613" y="1014413"/>
          <p14:tracePt t="79418" x="5408613" y="1027113"/>
          <p14:tracePt t="79444" x="5408613" y="1041400"/>
          <p14:tracePt t="79467" x="5408613" y="1054100"/>
          <p14:tracePt t="79525" x="5449888" y="1062038"/>
          <p14:tracePt t="79526" x="5551488" y="1062038"/>
          <p14:tracePt t="79534" x="5661025" y="1062038"/>
          <p14:tracePt t="79550" x="5824538" y="1062038"/>
          <p14:tracePt t="79567" x="6164263" y="1041400"/>
          <p14:tracePt t="79583" x="6348413" y="1027113"/>
          <p14:tracePt t="79600" x="6634163" y="1006475"/>
          <p14:tracePt t="79617" x="6742113" y="1000125"/>
          <p14:tracePt t="79632" x="6810375" y="1000125"/>
          <p14:tracePt t="79634" x="6864350" y="1000125"/>
          <p14:tracePt t="79649" x="6899275" y="1000125"/>
          <p14:tracePt t="79663" x="6905625" y="1000125"/>
          <p14:tracePt t="79680" x="6911975" y="1000125"/>
          <p14:tracePt t="79725" x="6905625" y="1006475"/>
          <p14:tracePt t="79760" x="6899275" y="1006475"/>
          <p14:tracePt t="79777" x="6884988" y="1014413"/>
          <p14:tracePt t="79806" x="6878638" y="1027113"/>
          <p14:tracePt t="79807" x="6878638" y="1033463"/>
          <p14:tracePt t="80030" x="6878638" y="1054100"/>
          <p14:tracePt t="80060" x="6878638" y="1074738"/>
          <p14:tracePt t="80060" x="6878638" y="1081088"/>
          <p14:tracePt t="80098" x="6878638" y="1089025"/>
          <p14:tracePt t="80098" x="6878638" y="1101725"/>
          <p14:tracePt t="80131" x="6884988" y="1109663"/>
          <p14:tracePt t="80229" x="6884988" y="1101725"/>
          <p14:tracePt t="80807" x="6905625" y="1089025"/>
          <p14:tracePt t="80815" x="6926263" y="1089025"/>
          <p14:tracePt t="80840" x="6959600" y="1089025"/>
          <p14:tracePt t="80866" x="6973888" y="1081088"/>
          <p14:tracePt t="80906" x="6980238" y="1062038"/>
          <p14:tracePt t="80906" x="6986588" y="1041400"/>
          <p14:tracePt t="80923" x="6986588" y="1033463"/>
          <p14:tracePt t="80946" x="6986588" y="1027113"/>
          <p14:tracePt t="80964" x="6986588" y="1014413"/>
          <p14:tracePt t="81008" x="6986588" y="1006475"/>
          <p14:tracePt t="81097" x="6986588" y="1014413"/>
          <p14:tracePt t="81126" x="6986588" y="1041400"/>
          <p14:tracePt t="81133" x="6986588" y="1062038"/>
          <p14:tracePt t="81157" x="7000875" y="1074738"/>
          <p14:tracePt t="81171" x="7007225" y="1081088"/>
          <p14:tracePt t="81216" x="7021513" y="1081088"/>
          <p14:tracePt t="81216" x="7034213" y="1081088"/>
          <p14:tracePt t="81241" x="7048500" y="1074738"/>
          <p14:tracePt t="81242" x="7054850" y="1062038"/>
          <p14:tracePt t="81274" x="7062788" y="1033463"/>
          <p14:tracePt t="81282" x="7062788" y="1027113"/>
          <p14:tracePt t="81299" x="7062788" y="1014413"/>
          <p14:tracePt t="81321" x="7062788" y="1006475"/>
          <p14:tracePt t="81410" x="7054850" y="1006475"/>
          <p14:tracePt t="81411" x="7034213" y="1027113"/>
          <p14:tracePt t="81437" x="7027863" y="1054100"/>
          <p14:tracePt t="81457" x="7027863" y="1074738"/>
          <p14:tracePt t="81468" x="7027863" y="1081088"/>
          <p14:tracePt t="81504" x="7034213" y="1081088"/>
          <p14:tracePt t="81524" x="7048500" y="1081088"/>
          <p14:tracePt t="81525" x="7054850" y="1081088"/>
          <p14:tracePt t="81536" x="7075488" y="1081088"/>
          <p14:tracePt t="81554" x="7081838" y="1074738"/>
          <p14:tracePt t="81574" x="7102475" y="1041400"/>
          <p14:tracePt t="81602" x="7110413" y="1033463"/>
          <p14:tracePt t="81602" x="7110413" y="1014413"/>
          <p14:tracePt t="81627" x="7102475" y="1000125"/>
          <p14:tracePt t="81652" x="7096125" y="985838"/>
          <p14:tracePt t="81675" x="7081838" y="985838"/>
          <p14:tracePt t="81706" x="7075488" y="1000125"/>
          <p14:tracePt t="81727" x="7062788" y="1027113"/>
          <p14:tracePt t="81748" x="7054850" y="1027113"/>
          <p14:tracePt t="81749" x="7054850" y="1041400"/>
          <p14:tracePt t="81773" x="7054850" y="1062038"/>
          <p14:tracePt t="81794" x="7062788" y="1074738"/>
          <p14:tracePt t="81819" x="7081838" y="1089025"/>
          <p14:tracePt t="81840" x="7110413" y="1089025"/>
          <p14:tracePt t="81851" x="7123113" y="1089025"/>
          <p14:tracePt t="81865" x="7137400" y="1081088"/>
          <p14:tracePt t="81907" x="7150100" y="1074738"/>
          <p14:tracePt t="81909" x="7158038" y="1054100"/>
          <p14:tracePt t="81920" x="7158038" y="1041400"/>
          <p14:tracePt t="81939" x="7158038" y="1033463"/>
          <p14:tracePt t="81958" x="7158038" y="1027113"/>
          <p14:tracePt t="81976" x="7150100" y="1027113"/>
          <p14:tracePt t="82023" x="7137400" y="1027113"/>
          <p14:tracePt t="82032" x="7129463" y="1027113"/>
          <p14:tracePt t="82044" x="7123113" y="1041400"/>
          <p14:tracePt t="82077" x="7102475" y="1074738"/>
          <p14:tracePt t="82102" x="7096125" y="1101725"/>
          <p14:tracePt t="82111" x="7102475" y="1101725"/>
          <p14:tracePt t="82125" x="7102475" y="1109663"/>
          <p14:tracePt t="82142" x="7110413" y="1109663"/>
          <p14:tracePt t="82143" x="7123113" y="1109663"/>
          <p14:tracePt t="82170" x="7129463" y="1101725"/>
          <p14:tracePt t="82179" x="7137400" y="1101725"/>
          <p14:tracePt t="82210" x="7150100" y="1089025"/>
          <p14:tracePt t="82211" x="7150100" y="1054100"/>
          <p14:tracePt t="82242" x="7137400" y="1033463"/>
          <p14:tracePt t="82243" x="7137400" y="1014413"/>
          <p14:tracePt t="82265" x="7129463" y="1014413"/>
          <p14:tracePt t="82265" x="7123113" y="1006475"/>
          <p14:tracePt t="82290" x="7110413" y="1006475"/>
          <p14:tracePt t="82291" x="7102475" y="1006475"/>
          <p14:tracePt t="82321" x="7096125" y="1014413"/>
          <p14:tracePt t="82339" x="7075488" y="1041400"/>
          <p14:tracePt t="82359" x="7062788" y="1081088"/>
          <p14:tracePt t="82375" x="7062788" y="1089025"/>
          <p14:tracePt t="82404" x="7062788" y="1101725"/>
          <p14:tracePt t="82405" x="7075488" y="1101725"/>
          <p14:tracePt t="82413" x="7081838" y="1101725"/>
          <p14:tracePt t="82426" x="7096125" y="1101725"/>
          <p14:tracePt t="82444" x="7096125" y="1089025"/>
          <p14:tracePt t="82461" x="7102475" y="1081088"/>
          <p14:tracePt t="82478" x="7110413" y="1074738"/>
          <p14:tracePt t="82510" x="7110413" y="1041400"/>
          <p14:tracePt t="82511" x="7110413" y="1033463"/>
          <p14:tracePt t="82520" x="7102475" y="1027113"/>
          <p14:tracePt t="82538" x="7096125" y="1027113"/>
          <p14:tracePt t="82564" x="7075488" y="1027113"/>
          <p14:tracePt t="82578" x="7062788" y="1027113"/>
          <p14:tracePt t="82595" x="7027863" y="1054100"/>
          <p14:tracePt t="82611" x="7021513" y="1074738"/>
          <p14:tracePt t="82628" x="7007225" y="1089025"/>
          <p14:tracePt t="82644" x="7021513" y="1089025"/>
          <p14:tracePt t="82661" x="7027863" y="1089025"/>
          <p14:tracePt t="82675" x="7034213" y="1089025"/>
          <p14:tracePt t="82707" x="7048500" y="1089025"/>
          <p14:tracePt t="82709" x="7075488" y="1081088"/>
          <p14:tracePt t="82736" x="7096125" y="1062038"/>
          <p14:tracePt t="82745" x="7096125" y="1054100"/>
          <p14:tracePt t="82760" x="7096125" y="1041400"/>
          <p14:tracePt t="82776" x="7081838" y="1027113"/>
          <p14:tracePt t="82802" x="7075488" y="1014413"/>
          <p14:tracePt t="82803" x="7062788" y="1014413"/>
          <p14:tracePt t="82827" x="7054850" y="1014413"/>
          <p14:tracePt t="82829" x="7054850" y="1027113"/>
          <p14:tracePt t="82857" x="7034213" y="1054100"/>
          <p14:tracePt t="82869" x="7027863" y="1081088"/>
          <p14:tracePt t="82882" x="7027863" y="1089025"/>
          <p14:tracePt t="82908" x="7034213" y="1101725"/>
          <p14:tracePt t="82909" x="7048500" y="1122363"/>
          <p14:tracePt t="82932" x="7062788" y="1122363"/>
          <p14:tracePt t="82961" x="7096125" y="1122363"/>
          <p14:tracePt t="82969" x="7102475" y="1109663"/>
          <p14:tracePt t="82984" x="7110413" y="1101725"/>
          <p14:tracePt t="83011" x="7123113" y="1089025"/>
          <p14:tracePt t="83012" x="7123113" y="1062038"/>
          <p14:tracePt t="83021" x="7123113" y="1054100"/>
          <p14:tracePt t="83042" x="7123113" y="1033463"/>
          <p14:tracePt t="83044" x="7110413" y="1027113"/>
          <p14:tracePt t="83077" x="7102475" y="1014413"/>
          <p14:tracePt t="83078" x="7096125" y="1014413"/>
          <p14:tracePt t="83092" x="7081838" y="1014413"/>
          <p14:tracePt t="83121" x="7075488" y="1027113"/>
          <p14:tracePt t="83122" x="7062788" y="1033463"/>
          <p14:tracePt t="83144" x="7034213" y="1089025"/>
          <p14:tracePt t="83169" x="7034213" y="1101725"/>
          <p14:tracePt t="83170" x="7048500" y="1109663"/>
          <p14:tracePt t="83178" x="7048500" y="1122363"/>
          <p14:tracePt t="83192" x="7054850" y="1122363"/>
          <p14:tracePt t="83219" x="7062788" y="1122363"/>
          <p14:tracePt t="83219" x="7075488" y="1122363"/>
          <p14:tracePt t="83230" x="7096125" y="1109663"/>
          <p14:tracePt t="83245" x="7102475" y="1109663"/>
          <p14:tracePt t="83246" x="7110413" y="1101725"/>
          <p14:tracePt t="83261" x="7123113" y="1081088"/>
          <p14:tracePt t="83277" x="7129463" y="1074738"/>
          <p14:tracePt t="83310" x="7129463" y="1041400"/>
          <p14:tracePt t="83312" x="7129463" y="1033463"/>
          <p14:tracePt t="83312" x="7129463" y="1027113"/>
          <p14:tracePt t="83336" x="7110413" y="1014413"/>
          <p14:tracePt t="83359" x="7102475" y="1014413"/>
          <p14:tracePt t="83380" x="7096125" y="1033463"/>
          <p14:tracePt t="83410" x="7081838" y="1074738"/>
          <p14:tracePt t="83418" x="7081838" y="1081088"/>
          <p14:tracePt t="83432" x="7081838" y="1089025"/>
          <p14:tracePt t="83445" x="7081838" y="1101725"/>
          <p14:tracePt t="83461" x="7096125" y="1101725"/>
          <p14:tracePt t="83476" x="7102475" y="1101725"/>
          <p14:tracePt t="83494" x="7123113" y="1089025"/>
          <p14:tracePt t="83527" x="7129463" y="1081088"/>
          <p14:tracePt t="83528" x="7137400" y="1062038"/>
          <p14:tracePt t="83553" x="7137400" y="1033463"/>
          <p14:tracePt t="83561" x="7137400" y="1027113"/>
          <p14:tracePt t="83576" x="7129463" y="1014413"/>
          <p14:tracePt t="83601" x="7123113" y="1014413"/>
          <p14:tracePt t="83602" x="7123113" y="1006475"/>
          <p14:tracePt t="83611" x="7110413" y="1006475"/>
          <p14:tracePt t="83643" x="7102475" y="1014413"/>
          <p14:tracePt t="83659" x="7096125" y="1014413"/>
          <p14:tracePt t="83677" x="7096125" y="1027113"/>
          <p14:tracePt t="83707" x="7096125" y="1033463"/>
          <p14:tracePt t="83709" x="7096125" y="1041400"/>
          <p14:tracePt t="83809" x="7096125" y="1033463"/>
          <p14:tracePt t="83830" x="7102475" y="1027113"/>
          <p14:tracePt t="83854" x="7096125" y="1000125"/>
          <p14:tracePt t="83874" x="7081838" y="985838"/>
          <p14:tracePt t="83875" x="7075488" y="979488"/>
          <p14:tracePt t="83900" x="7054850" y="966788"/>
          <p14:tracePt t="83919" x="7048500" y="966788"/>
          <p14:tracePt t="83944" x="7027863" y="979488"/>
          <p14:tracePt t="83970" x="7007225" y="1000125"/>
          <p14:tracePt t="83978" x="7007225" y="1014413"/>
          <p14:tracePt t="84007" x="7007225" y="1033463"/>
          <p14:tracePt t="84009" x="7007225" y="1041400"/>
          <p14:tracePt t="84010" x="7007225" y="1054100"/>
          <p14:tracePt t="84037" x="7007225" y="1062038"/>
          <p14:tracePt t="84051" x="7021513" y="1062038"/>
          <p14:tracePt t="84061" x="7027863" y="1062038"/>
          <p14:tracePt t="84078" x="7034213" y="1062038"/>
          <p14:tracePt t="84111" x="7048500" y="1062038"/>
          <p14:tracePt t="84112" x="7062788" y="1033463"/>
          <p14:tracePt t="84136" x="7062788" y="1006475"/>
          <p14:tracePt t="84156" x="7062788" y="985838"/>
          <p14:tracePt t="84169" x="7062788" y="966788"/>
          <p14:tracePt t="84171" x="7054850" y="952500"/>
          <p14:tracePt t="84206" x="7048500" y="952500"/>
          <p14:tracePt t="84207" x="7027863" y="938213"/>
          <p14:tracePt t="84216" x="7021513" y="952500"/>
          <p14:tracePt t="84230" x="7007225" y="952500"/>
          <p14:tracePt t="84247" x="6980238" y="979488"/>
          <p14:tracePt t="84261" x="6980238" y="1000125"/>
          <p14:tracePt t="84278" x="6980238" y="1006475"/>
          <p14:tracePt t="84310" x="6986588" y="1033463"/>
          <p14:tracePt t="84311" x="7000875" y="1033463"/>
          <p14:tracePt t="84320" x="7000875" y="1041400"/>
          <p14:tracePt t="84338" x="7021513" y="1041400"/>
          <p14:tracePt t="84394" x="7027863" y="1041400"/>
          <p14:tracePt t="84415" x="7027863" y="1033463"/>
          <p14:tracePt t="84622" x="7034213" y="1033463"/>
          <p14:tracePt t="84665" x="7034213" y="1027113"/>
          <p14:tracePt t="84676" x="7048500" y="1014413"/>
          <p14:tracePt t="84716" x="7048500" y="1006475"/>
          <p14:tracePt t="84717" x="7048500" y="985838"/>
          <p14:tracePt t="84718" x="7048500" y="979488"/>
          <p14:tracePt t="84744" x="7034213" y="966788"/>
          <p14:tracePt t="84778" x="7027863" y="966788"/>
          <p14:tracePt t="84799" x="7007225" y="979488"/>
          <p14:tracePt t="84812" x="7000875" y="985838"/>
          <p14:tracePt t="84834" x="7000875" y="1006475"/>
          <p14:tracePt t="84848" x="7000875" y="1033463"/>
          <p14:tracePt t="84887" x="7021513" y="1074738"/>
          <p14:tracePt t="84888" x="7054850" y="1101725"/>
          <p14:tracePt t="84908" x="7075488" y="1109663"/>
          <p14:tracePt t="84917" x="7102475" y="1109663"/>
          <p14:tracePt t="84937" x="7123113" y="1109663"/>
          <p14:tracePt t="84954" x="7129463" y="1101725"/>
          <p14:tracePt t="84956" x="7137400" y="1089025"/>
          <p14:tracePt t="84970" x="7137400" y="1081088"/>
          <p14:tracePt t="85001" x="7137400" y="1074738"/>
          <p14:tracePt t="85002" x="7110413" y="1027113"/>
          <p14:tracePt t="85027" x="7027863" y="979488"/>
          <p14:tracePt t="85035" x="6932613" y="958850"/>
          <p14:tracePt t="85049" x="6851650" y="952500"/>
          <p14:tracePt t="85069" x="6565900" y="958850"/>
          <p14:tracePt t="85098" x="6462713" y="979488"/>
          <p14:tracePt t="85099" x="6334125" y="1006475"/>
          <p14:tracePt t="85110" x="6211888" y="1041400"/>
          <p14:tracePt t="85129" x="6096000" y="1089025"/>
          <p14:tracePt t="85148" x="6075363" y="1109663"/>
          <p14:tracePt t="85150" x="6075363" y="1122363"/>
          <p14:tracePt t="85165" x="6075363" y="1128713"/>
          <p14:tracePt t="85177" x="6075363" y="1136650"/>
          <p14:tracePt t="85211" x="6102350" y="1149350"/>
          <p14:tracePt t="85221" x="6191250" y="1176338"/>
          <p14:tracePt t="85235" x="6265863" y="1184275"/>
          <p14:tracePt t="85236" x="6361113" y="1184275"/>
          <p14:tracePt t="85252" x="6435725" y="1196975"/>
          <p14:tracePt t="85268" x="6565900" y="1196975"/>
          <p14:tracePt t="85298" x="6804025" y="1163638"/>
          <p14:tracePt t="85299" x="6911975" y="1149350"/>
          <p14:tracePt t="85309" x="7007225" y="1122363"/>
          <p14:tracePt t="85324" x="7054850" y="1101725"/>
          <p14:tracePt t="85351" x="7081838" y="1074738"/>
          <p14:tracePt t="85352" x="7096125" y="1033463"/>
          <p14:tracePt t="85362" x="7081838" y="1014413"/>
          <p14:tracePt t="85382" x="7062788" y="1000125"/>
          <p14:tracePt t="85384" x="7027863" y="979488"/>
          <p14:tracePt t="85397" x="6986588" y="966788"/>
          <p14:tracePt t="85410" x="6911975" y="952500"/>
          <p14:tracePt t="85425" x="6816725" y="938213"/>
          <p14:tracePt t="85439" x="6729413" y="938213"/>
          <p14:tracePt t="85441" x="6586538" y="938213"/>
          <p14:tracePt t="85454" x="6435725" y="958850"/>
          <p14:tracePt t="85467" x="6334125" y="979488"/>
          <p14:tracePt t="85484" x="6224588" y="1006475"/>
          <p14:tracePt t="85485" x="6164263" y="1033463"/>
          <p14:tracePt t="85517" x="6143625" y="1054100"/>
          <p14:tracePt t="85518" x="6137275" y="1101725"/>
          <p14:tracePt t="85539" x="6143625" y="1122363"/>
          <p14:tracePt t="85540" x="6164263" y="1136650"/>
          <p14:tracePt t="85558" x="6197600" y="1157288"/>
          <p14:tracePt t="85568" x="6238875" y="1176338"/>
          <p14:tracePt t="85582" x="6313488" y="1184275"/>
          <p14:tracePt t="85599" x="6462713" y="1196975"/>
          <p14:tracePt t="85615" x="6538913" y="1196975"/>
          <p14:tracePt t="85633" x="6605588" y="1196975"/>
          <p14:tracePt t="85635" x="6634163" y="1184275"/>
          <p14:tracePt t="85649" x="6653213" y="1184275"/>
          <p14:tracePt t="85668" x="6661150" y="1176338"/>
          <p14:tracePt t="85669" x="6667500" y="1176338"/>
          <p14:tracePt t="86770" x="6578600" y="1223963"/>
          <p14:tracePt t="86809" x="6149975" y="1476375"/>
          <p14:tracePt t="86817" x="5980113" y="1592263"/>
          <p14:tracePt t="86843" x="5530850" y="1938338"/>
          <p14:tracePt t="86870" x="4714875" y="2578100"/>
          <p14:tracePt t="86908" x="4184650" y="3021013"/>
          <p14:tracePt t="86915" x="4110038" y="3074988"/>
          <p14:tracePt t="86941" x="4000500" y="3163888"/>
          <p14:tracePt t="86958" x="3938588" y="3176588"/>
          <p14:tracePt t="87261" x="3938588" y="3190875"/>
          <p14:tracePt t="87299" x="3925888" y="3197225"/>
          <p14:tracePt t="87323" x="3884613" y="3217863"/>
          <p14:tracePt t="87340" x="3851275" y="3244850"/>
          <p14:tracePt t="87341" x="3830638" y="3252788"/>
          <p14:tracePt t="87367" x="3803650" y="3292475"/>
          <p14:tracePt t="87406" x="3768725" y="3327400"/>
          <p14:tracePt t="87407" x="3729038" y="3375025"/>
          <p14:tracePt t="87423" x="3714750" y="3395663"/>
          <p14:tracePt t="87446" x="3681413" y="3462338"/>
          <p14:tracePt t="87465" x="3646488" y="3497263"/>
          <p14:tracePt t="87504" x="3619500" y="3538538"/>
          <p14:tracePt t="87539" x="3613150" y="3544888"/>
          <p14:tracePt t="87540" x="3605213" y="3557588"/>
          <p14:tracePt t="87548" x="3605213" y="3565525"/>
          <p14:tracePt t="87637" x="3613150" y="3571875"/>
          <p14:tracePt t="87645" x="3633788" y="3571875"/>
          <p14:tracePt t="87660" x="3640138" y="3586163"/>
          <p14:tracePt t="87681" x="3681413" y="3592513"/>
          <p14:tracePt t="87725" x="3694113" y="3605213"/>
          <p14:tracePt t="87994" x="3708400" y="3605213"/>
          <p14:tracePt t="88011" x="3708400" y="3613150"/>
          <p14:tracePt t="88040" x="3729038" y="3613150"/>
          <p14:tracePt t="88064" x="3714750" y="3613150"/>
          <p14:tracePt t="88083" x="3681413" y="3613150"/>
          <p14:tracePt t="88112" x="3605213" y="3613150"/>
          <p14:tracePt t="88133" x="3435350" y="3613150"/>
          <p14:tracePt t="88148" x="3327400" y="3605213"/>
          <p14:tracePt t="88169" x="3048000" y="3571875"/>
          <p14:tracePt t="88186" x="2803525" y="3544888"/>
          <p14:tracePt t="88218" x="2687638" y="3530600"/>
          <p14:tracePt t="88219" x="2565400" y="3517900"/>
          <p14:tracePt t="88242" x="2503488" y="3517900"/>
          <p14:tracePt t="88252" x="2476500" y="3530600"/>
          <p14:tracePt t="88278" x="2449513" y="3530600"/>
          <p14:tracePt t="88297" x="2435225" y="3530600"/>
          <p14:tracePt t="88313" x="2428875" y="3530600"/>
          <p14:tracePt t="88331" x="2408238" y="3538538"/>
          <p14:tracePt t="88365" x="2387600" y="3538538"/>
          <p14:tracePt t="88398" x="2354263" y="3544888"/>
          <p14:tracePt t="88398" x="2333625" y="3544888"/>
          <p14:tracePt t="88424" x="2286000" y="3544888"/>
          <p14:tracePt t="88432" x="2259013" y="3544888"/>
          <p14:tracePt t="88445" x="2232025" y="3544888"/>
          <p14:tracePt t="88469" x="2190750" y="3544888"/>
          <p14:tracePt t="88501" x="2184400" y="3544888"/>
          <p14:tracePt t="88502" x="2163763" y="3544888"/>
          <p14:tracePt t="88568" x="2163763" y="3557588"/>
          <p14:tracePt t="88656" x="2157413" y="3557588"/>
          <p14:tracePt t="88677" x="2136775" y="3544888"/>
          <p14:tracePt t="88678" x="2122488" y="3544888"/>
          <p14:tracePt t="88858" x="2122488" y="3538538"/>
          <p14:tracePt t="88921" x="2122488" y="3530600"/>
          <p14:tracePt t="88921" x="2122488" y="3517900"/>
          <p14:tracePt t="88929" x="2122488" y="3509963"/>
          <p14:tracePt t="89030" x="2136775" y="3509963"/>
          <p14:tracePt t="89031" x="2157413" y="3530600"/>
          <p14:tracePt t="89065" x="2238375" y="3565525"/>
          <p14:tracePt t="89073" x="2286000" y="3586163"/>
          <p14:tracePt t="89127" x="2366963" y="3592513"/>
          <p14:tracePt t="89128" x="2435225" y="3605213"/>
          <p14:tracePt t="89128" x="2455863" y="3605213"/>
          <p14:tracePt t="89161" x="2482850" y="3605213"/>
          <p14:tracePt t="89197" x="2482850" y="3592513"/>
          <p14:tracePt t="89231" x="2490788" y="3592513"/>
          <p14:tracePt t="89264" x="2503488" y="3592513"/>
          <p14:tracePt t="89297" x="2524125" y="3592513"/>
          <p14:tracePt t="89337" x="2530475" y="3592513"/>
          <p14:tracePt t="89411" x="2557463" y="3592513"/>
          <p14:tracePt t="89412" x="2605088" y="3592513"/>
          <p14:tracePt t="89444" x="2898775" y="3605213"/>
          <p14:tracePt t="89444" x="3074988" y="3605213"/>
          <p14:tracePt t="89470" x="3443288" y="3633788"/>
          <p14:tracePt t="89478" x="3613150" y="3633788"/>
          <p14:tracePt t="89514" x="3735388" y="3640138"/>
          <p14:tracePt t="90120" x="3741738" y="3640138"/>
          <p14:tracePt t="90144" x="3783013" y="3640138"/>
          <p14:tracePt t="90161" x="3851275" y="3640138"/>
          <p14:tracePt t="90210" x="4033838" y="3640138"/>
          <p14:tracePt t="90212" x="4864100" y="3640138"/>
          <p14:tracePt t="90221" x="5170488" y="3640138"/>
          <p14:tracePt t="90250" x="5980113" y="3646488"/>
          <p14:tracePt t="90268" x="6586538" y="3667125"/>
          <p14:tracePt t="90325" x="6905625" y="3667125"/>
          <p14:tracePt t="90480" x="6926263" y="3667125"/>
          <p14:tracePt t="90516" x="7000875" y="3660775"/>
          <p14:tracePt t="90517" x="7027863" y="3660775"/>
          <p14:tracePt t="90524" x="7062788" y="3660775"/>
          <p14:tracePt t="90553" x="7123113" y="3667125"/>
          <p14:tracePt t="90575" x="7170738" y="3667125"/>
          <p14:tracePt t="90618" x="7218363" y="3667125"/>
          <p14:tracePt t="90619" x="7253288" y="3667125"/>
          <p14:tracePt t="90629" x="7259638" y="3667125"/>
          <p14:tracePt t="90718" x="7253288" y="3667125"/>
          <p14:tracePt t="90719" x="7205663" y="3660775"/>
          <p14:tracePt t="90727" x="7177088" y="3660775"/>
          <p14:tracePt t="90750" x="7081838" y="3660775"/>
          <p14:tracePt t="90765" x="7054850" y="3660775"/>
          <p14:tracePt t="90801" x="6980238" y="3646488"/>
          <p14:tracePt t="90802" x="6973888" y="3646488"/>
          <p14:tracePt t="90811" x="6953250" y="3646488"/>
          <p14:tracePt t="90866" x="6959600" y="3646488"/>
          <p14:tracePt t="90874" x="6986588" y="3646488"/>
          <p14:tracePt t="90914" x="7007225" y="3660775"/>
          <p14:tracePt t="90915" x="7075488" y="3660775"/>
          <p14:tracePt t="90923" x="7110413" y="3660775"/>
          <p14:tracePt t="90939" x="7137400" y="3660775"/>
          <p14:tracePt t="90941" x="7158038" y="3660775"/>
          <p14:tracePt t="90955" x="7177088" y="3660775"/>
          <p14:tracePt t="90988" x="7177088" y="3667125"/>
          <p14:tracePt t="91021" x="7158038" y="3667125"/>
          <p14:tracePt t="91021" x="7096125" y="3667125"/>
          <p14:tracePt t="91047" x="7000875" y="3667125"/>
          <p14:tracePt t="91055" x="6959600" y="3667125"/>
          <p14:tracePt t="91071" x="6932613" y="3667125"/>
          <p14:tracePt t="91087" x="6911975" y="3681413"/>
          <p14:tracePt t="91104" x="6905625" y="3681413"/>
          <p14:tracePt t="91118" x="6911975" y="3681413"/>
          <p14:tracePt t="91135" x="6932613" y="3681413"/>
          <p14:tracePt t="91151" x="6959600" y="3681413"/>
          <p14:tracePt t="91168" x="7048500" y="3681413"/>
          <p14:tracePt t="91201" x="7081838" y="3681413"/>
          <p14:tracePt t="91202" x="7177088" y="3681413"/>
          <p14:tracePt t="91211" x="7205663" y="3681413"/>
          <p14:tracePt t="91232" x="7218363" y="3681413"/>
          <p14:tracePt t="91234" x="7218363" y="3667125"/>
          <p14:tracePt t="91271" x="7205663" y="3667125"/>
          <p14:tracePt t="91283" x="7185025" y="3667125"/>
          <p14:tracePt t="91315" x="7150100" y="3667125"/>
          <p14:tracePt t="91316" x="7075488" y="3667125"/>
          <p14:tracePt t="91326" x="7048500" y="3667125"/>
          <p14:tracePt t="91340" x="7021513" y="3667125"/>
          <p14:tracePt t="91354" x="7000875" y="3667125"/>
          <p14:tracePt t="91408" x="7021513" y="3667125"/>
          <p14:tracePt t="91426" x="7034213" y="3667125"/>
          <p14:tracePt t="91427" x="7062788" y="3667125"/>
          <p14:tracePt t="91436" x="7096125" y="3667125"/>
          <p14:tracePt t="91451" x="7123113" y="3667125"/>
          <p14:tracePt t="91468" x="7137400" y="3667125"/>
          <p14:tracePt t="91469" x="7150100" y="3667125"/>
          <p14:tracePt t="91499" x="7158038" y="3667125"/>
          <p14:tracePt t="91521" x="7150100" y="3667125"/>
          <p14:tracePt t="91531" x="7137400" y="3667125"/>
          <p14:tracePt t="91549" x="7110413" y="3667125"/>
          <p14:tracePt t="91551" x="7062788" y="3667125"/>
          <p14:tracePt t="91566" x="7034213" y="3667125"/>
          <p14:tracePt t="91583" x="7000875" y="3660775"/>
          <p14:tracePt t="91585" x="6953250" y="3660775"/>
          <p14:tracePt t="91598" x="6932613" y="3660775"/>
          <p14:tracePt t="91610" x="6905625" y="3660775"/>
          <p14:tracePt t="91628" x="6878638" y="3660775"/>
          <p14:tracePt t="91979" x="6884988" y="3660775"/>
          <p14:tracePt t="92095" x="6899275" y="3660775"/>
          <p14:tracePt t="92129" x="6905625" y="3660775"/>
          <p14:tracePt t="92146" x="6926263" y="3660775"/>
          <p14:tracePt t="92181" x="6973888" y="3660775"/>
          <p14:tracePt t="92228" x="6986588" y="3660775"/>
          <p14:tracePt t="92229" x="7027863" y="3660775"/>
          <p14:tracePt t="92262" x="7034213" y="3660775"/>
          <p14:tracePt t="92372" x="7048500" y="3667125"/>
          <p14:tracePt t="92410" x="7054850" y="3667125"/>
          <p14:tracePt t="92618" x="7062788" y="3667125"/>
          <p14:tracePt t="92685" x="7081838" y="3667125"/>
          <p14:tracePt t="92718" x="7110413" y="3667125"/>
          <p14:tracePt t="92751" x="7150100" y="3667125"/>
          <p14:tracePt t="92784" x="7170738" y="3667125"/>
          <p14:tracePt t="92816" x="7177088" y="3667125"/>
          <p14:tracePt t="93183" x="7185025" y="3667125"/>
          <p14:tracePt t="93216" x="7205663" y="3667125"/>
          <p14:tracePt t="93276" x="7224713" y="3667125"/>
          <p14:tracePt t="93277" x="7232650" y="3667125"/>
          <p14:tracePt t="93311" x="7245350" y="3667125"/>
          <p14:tracePt t="93345" x="7253288" y="3667125"/>
          <p14:tracePt t="93370" x="7259638" y="3667125"/>
          <p14:tracePt t="93422" x="7272338" y="3667125"/>
          <p14:tracePt t="93491" x="7280275" y="3667125"/>
          <p14:tracePt t="93522" x="7280275" y="3681413"/>
          <p14:tracePt t="93529" x="7292975" y="3681413"/>
          <p14:tracePt t="93822" x="7292975" y="3667125"/>
          <p14:tracePt t="93856" x="7307263" y="3667125"/>
          <p14:tracePt t="93895" x="7327900" y="3667125"/>
          <p14:tracePt t="93931" x="7340600" y="3667125"/>
          <p14:tracePt t="93983" x="7348538" y="3667125"/>
          <p14:tracePt t="94027" x="7354888" y="3667125"/>
          <p14:tracePt t="94027" x="7367588" y="3667125"/>
          <p14:tracePt t="94207" x="7375525" y="3667125"/>
          <p14:tracePt t="94215" x="7381875" y="3667125"/>
          <p14:tracePt t="94238" x="7402513" y="3667125"/>
          <p14:tracePt t="94265" x="7450138" y="3667125"/>
          <p14:tracePt t="94304" x="7491413" y="3660775"/>
          <p14:tracePt t="94305" x="7539038" y="3660775"/>
          <p14:tracePt t="94321" x="7545388" y="3646488"/>
          <p14:tracePt t="94338" x="7566025" y="3646488"/>
          <p14:tracePt t="94339" x="7572375" y="3646488"/>
          <p14:tracePt t="94361" x="7578725" y="3646488"/>
          <p14:tracePt t="94529" x="7593013" y="3646488"/>
          <p14:tracePt t="94530" x="7599363" y="3660775"/>
          <p14:tracePt t="94555" x="7626350" y="3660775"/>
          <p14:tracePt t="94572" x="7646988" y="3660775"/>
          <p14:tracePt t="94573" x="7667625" y="3660775"/>
          <p14:tracePt t="94598" x="7700963" y="3667125"/>
          <p14:tracePt t="94614" x="7715250" y="3667125"/>
          <p14:tracePt t="94651" x="7721600" y="3667125"/>
          <p14:tracePt t="94754" x="7735888" y="3667125"/>
          <p14:tracePt t="94787" x="7769225" y="3667125"/>
          <p14:tracePt t="94816" x="7810500" y="3646488"/>
          <p14:tracePt t="94823" x="7816850" y="3646488"/>
          <p14:tracePt t="94839" x="7837488" y="3640138"/>
          <p14:tracePt t="94873" x="7858125" y="3592513"/>
          <p14:tracePt t="94920" x="7864475" y="3565525"/>
          <p14:tracePt t="94921" x="7872413" y="3462338"/>
          <p14:tracePt t="94930" x="7872413" y="3443288"/>
          <p14:tracePt t="94947" x="7872413" y="3435350"/>
          <p14:tracePt t="95024" x="7864475" y="3435350"/>
          <p14:tracePt t="95048" x="7843838" y="3449638"/>
          <p14:tracePt t="95069" x="7816850" y="3490913"/>
          <p14:tracePt t="95080" x="7810500" y="3517900"/>
          <p14:tracePt t="95120" x="7796213" y="3544888"/>
          <p14:tracePt t="95122" x="7810500" y="3557588"/>
          <p14:tracePt t="95137" x="7816850" y="3565525"/>
          <p14:tracePt t="95139" x="7824788" y="3571875"/>
          <p14:tracePt t="95160" x="7843838" y="3571875"/>
          <p14:tracePt t="95161" x="7872413" y="3571875"/>
          <p14:tracePt t="95176" x="7891463" y="3571875"/>
          <p14:tracePt t="95214" x="7920038" y="3557588"/>
          <p14:tracePt t="95215" x="7932738" y="3538538"/>
          <p14:tracePt t="95237" x="7932738" y="3509963"/>
          <p14:tracePt t="95253" x="7932738" y="3497263"/>
          <p14:tracePt t="95286" x="7920038" y="3497263"/>
          <p14:tracePt t="95314" x="7912100" y="3497263"/>
          <p14:tracePt t="95330" x="7891463" y="3509963"/>
          <p14:tracePt t="95347" x="7891463" y="3517900"/>
          <p14:tracePt t="95363" x="7885113" y="3538538"/>
          <p14:tracePt t="95379" x="7885113" y="3544888"/>
          <p14:tracePt t="95396" x="7885113" y="3565525"/>
          <p14:tracePt t="95410" x="7891463" y="3565525"/>
          <p14:tracePt t="95426" x="7899400" y="3565525"/>
          <p14:tracePt t="95443" x="7912100" y="3565525"/>
          <p14:tracePt t="95460" x="7920038" y="3565525"/>
          <p14:tracePt t="95476" x="7932738" y="3557588"/>
          <p14:tracePt t="95510" x="7932738" y="3544888"/>
          <p14:tracePt t="95510" x="7932738" y="3517900"/>
          <p14:tracePt t="95534" x="7920038" y="3497263"/>
          <p14:tracePt t="95543" x="7912100" y="3490913"/>
          <p14:tracePt t="95575" x="7899400" y="3490913"/>
          <p14:tracePt t="95576" x="7899400" y="3497263"/>
          <p14:tracePt t="95600" x="7891463" y="3509963"/>
          <p14:tracePt t="95601" x="7885113" y="3517900"/>
          <p14:tracePt t="95612" x="7872413" y="3538538"/>
          <p14:tracePt t="95626" x="7872413" y="3544888"/>
          <p14:tracePt t="95641" x="7872413" y="3557588"/>
          <p14:tracePt t="95658" x="7885113" y="3565525"/>
          <p14:tracePt t="95676" x="7891463" y="3571875"/>
          <p14:tracePt t="95709" x="7912100" y="3565525"/>
          <p14:tracePt t="95710" x="7920038" y="3565525"/>
          <p14:tracePt t="95725" x="7920038" y="3557588"/>
          <p14:tracePt t="95737" x="7932738" y="3538538"/>
          <p14:tracePt t="95757" x="7932738" y="3530600"/>
          <p14:tracePt t="95759" x="7932738" y="3509963"/>
          <p14:tracePt t="95792" x="7920038" y="3490913"/>
          <p14:tracePt t="95793" x="7912100" y="3490913"/>
          <p14:tracePt t="95802" x="7899400" y="3490913"/>
          <p14:tracePt t="95820" x="7885113" y="3490913"/>
          <p14:tracePt t="95837" x="7858125" y="3509963"/>
          <p14:tracePt t="95857" x="7843838" y="3517900"/>
          <p14:tracePt t="95859" x="7837488" y="3530600"/>
          <p14:tracePt t="95874" x="7837488" y="3538538"/>
          <p14:tracePt t="95905" x="7837488" y="3544888"/>
          <p14:tracePt t="95906" x="7843838" y="3557588"/>
          <p14:tracePt t="95915" x="7858125" y="3557588"/>
          <p14:tracePt t="95928" x="7864475" y="3565525"/>
          <p14:tracePt t="95941" x="7872413" y="3565525"/>
          <p14:tracePt t="95960" x="7891463" y="3557588"/>
          <p14:tracePt t="95997" x="7899400" y="3544888"/>
          <p14:tracePt t="96000" x="7899400" y="3538538"/>
          <p14:tracePt t="96010" x="7899400" y="3530600"/>
          <p14:tracePt t="96026" x="7899400" y="3517900"/>
          <p14:tracePt t="96041" x="7891463" y="3517900"/>
          <p14:tracePt t="96058" x="7885113" y="3509963"/>
          <p14:tracePt t="96059" x="7872413" y="3509963"/>
          <p14:tracePt t="96075" x="7864475" y="3517900"/>
          <p14:tracePt t="96107" x="7843838" y="3530600"/>
          <p14:tracePt t="96108" x="7796213" y="3571875"/>
          <p14:tracePt t="96118" x="7789863" y="3586163"/>
          <p14:tracePt t="96136" x="7783513" y="3605213"/>
          <p14:tracePt t="96154" x="7789863" y="3613150"/>
          <p14:tracePt t="96187" x="7810500" y="3613150"/>
          <p14:tracePt t="96196" x="7824788" y="3613150"/>
          <p14:tracePt t="96210" x="7837488" y="3592513"/>
          <p14:tracePt t="96225" x="7843838" y="3586163"/>
          <p14:tracePt t="96243" x="7858125" y="3544888"/>
          <p14:tracePt t="96261" x="7858125" y="3538538"/>
          <p14:tracePt t="96263" x="7858125" y="3530600"/>
          <p14:tracePt t="96277" x="7843838" y="3517900"/>
          <p14:tracePt t="96307" x="7837488" y="3517900"/>
          <p14:tracePt t="96308" x="7810500" y="3530600"/>
          <p14:tracePt t="96329" x="7789863" y="3557588"/>
          <p14:tracePt t="96353" x="7783513" y="3571875"/>
          <p14:tracePt t="96376" x="7783513" y="3586163"/>
          <p14:tracePt t="96420" x="7789863" y="3586163"/>
          <p14:tracePt t="96452" x="7783513" y="3586163"/>
          <p14:tracePt t="96456" x="7762875" y="3586163"/>
          <p14:tracePt t="97029" x="7762875" y="3571875"/>
          <p14:tracePt t="97094" x="7769225" y="3571875"/>
          <p14:tracePt t="97127" x="7783513" y="3571875"/>
          <p14:tracePt t="97192" x="7789863" y="3586163"/>
          <p14:tracePt t="97232" x="7783513" y="3586163"/>
          <p14:tracePt t="97233" x="7783513" y="3571875"/>
          <p14:tracePt t="98545" x="7769225" y="3571875"/>
          <p14:tracePt t="98574" x="7735888" y="3565525"/>
          <p14:tracePt t="98872" x="7742238" y="3571875"/>
          <p14:tracePt t="98909" x="7769225" y="3571875"/>
          <p14:tracePt t="98910" x="7783513" y="3571875"/>
          <p14:tracePt t="98941" x="7769225" y="3571875"/>
          <p14:tracePt t="98964" x="7762875" y="3565525"/>
          <p14:tracePt t="98980" x="7762875" y="3557588"/>
          <p14:tracePt t="99023" x="7735888" y="3544888"/>
          <p14:tracePt t="99023" x="7688263" y="3538538"/>
          <p14:tracePt t="99032" x="7620000" y="3530600"/>
          <p14:tracePt t="99053" x="7443788" y="3517900"/>
          <p14:tracePt t="99087" x="6831013" y="3517900"/>
          <p14:tracePt t="99114" x="5816600" y="3530600"/>
          <p14:tracePt t="99131" x="5313363" y="3530600"/>
          <p14:tracePt t="99132" x="4598988" y="3517900"/>
          <p14:tracePt t="99157" x="3387725" y="3517900"/>
          <p14:tracePt t="99181" x="2551113" y="3517900"/>
          <p14:tracePt t="99217" x="2259013" y="3530600"/>
          <p14:tracePt t="99218" x="2020888" y="3517900"/>
          <p14:tracePt t="99226" x="1985963" y="3517900"/>
          <p14:tracePt t="99596" x="1993900" y="3530600"/>
          <p14:tracePt t="99632" x="2014538" y="3538538"/>
          <p14:tracePt t="99660" x="2020888" y="3538538"/>
          <p14:tracePt t="99661" x="2041525" y="3544888"/>
          <p14:tracePt t="99675" x="2047875" y="3544888"/>
          <p14:tracePt t="99718" x="2095500" y="3544888"/>
          <p14:tracePt t="99719" x="2143125" y="3544888"/>
          <p14:tracePt t="99726" x="2170113" y="3544888"/>
          <p14:tracePt t="99743" x="2190750" y="3557588"/>
          <p14:tracePt t="99765" x="2238375" y="3557588"/>
          <p14:tracePt t="99785" x="2259013" y="3557588"/>
          <p14:tracePt t="99811" x="2265363" y="3544888"/>
          <p14:tracePt t="100009" x="2279650" y="3544888"/>
          <p14:tracePt t="100042" x="2292350" y="3557588"/>
          <p14:tracePt t="100083" x="2312988" y="3557588"/>
          <p14:tracePt t="100117" x="2327275" y="3557588"/>
          <p14:tracePt t="100117" x="2333625" y="3557588"/>
          <p14:tracePt t="100316" x="2339975" y="3557588"/>
          <p14:tracePt t="100350" x="2354263" y="3557588"/>
          <p14:tracePt t="100382" x="2366963" y="3557588"/>
          <p14:tracePt t="100402" x="2401888" y="3557588"/>
          <p14:tracePt t="100419" x="2414588" y="3544888"/>
          <p14:tracePt t="100441" x="2449513" y="3544888"/>
          <p14:tracePt t="100466" x="2462213" y="3544888"/>
          <p14:tracePt t="100498" x="2455863" y="3538538"/>
          <p14:tracePt t="101159" x="2462213" y="3538538"/>
          <p14:tracePt t="101278" x="2476500" y="3538538"/>
          <p14:tracePt t="101369" x="2482850" y="3538538"/>
          <p14:tracePt t="101572" x="2482850" y="3530600"/>
          <p14:tracePt t="101610" x="2482850" y="3517900"/>
          <p14:tracePt t="101611" x="2482850" y="3509963"/>
          <p14:tracePt t="101619" x="2482850" y="3490913"/>
          <p14:tracePt t="101645" x="2482850" y="3395663"/>
          <p14:tracePt t="101666" x="2490788" y="3211513"/>
          <p14:tracePt t="101706" x="2462213" y="2925763"/>
          <p14:tracePt t="101707" x="2408238" y="2633663"/>
          <p14:tracePt t="101720" x="2387600" y="2578100"/>
          <p14:tracePt t="101741" x="2333625" y="2476500"/>
          <p14:tracePt t="101777" x="2312988" y="2455863"/>
          <p14:tracePt t="101777" x="2259013" y="2408238"/>
          <p14:tracePt t="101786" x="2232025" y="2401888"/>
          <p14:tracePt t="101809" x="2170113" y="2381250"/>
          <p14:tracePt t="101853" x="2157413" y="2366963"/>
          <p14:tracePt t="101853" x="2109788" y="2360613"/>
          <p14:tracePt t="101881" x="2095500" y="2360613"/>
          <p14:tracePt t="101910" x="2095500" y="2354263"/>
          <p14:tracePt t="101936" x="2095500" y="2339975"/>
          <p14:tracePt t="101956" x="2089150" y="2333625"/>
          <p14:tracePt t="101969" x="2089150" y="2327275"/>
          <p14:tracePt t="102006" x="2089150" y="2312988"/>
          <p14:tracePt t="102019" x="2081213" y="2312988"/>
          <p14:tracePt t="102058" x="2062163" y="2306638"/>
          <p14:tracePt t="102059" x="2014538" y="2306638"/>
          <p14:tracePt t="102067" x="1985963" y="2312988"/>
          <p14:tracePt t="102107" x="1958975" y="2312988"/>
          <p14:tracePt t="102108" x="1898650" y="2339975"/>
          <p14:tracePt t="102116" x="1884363" y="2360613"/>
          <p14:tracePt t="102136" x="1871663" y="2401888"/>
          <p14:tracePt t="102156" x="1871663" y="2414588"/>
          <p14:tracePt t="102158" x="1884363" y="2435225"/>
          <p14:tracePt t="102169" x="1890713" y="2455863"/>
          <p14:tracePt t="102208" x="1911350" y="2462213"/>
          <p14:tracePt t="102208" x="1946275" y="2482850"/>
          <p14:tracePt t="102218" x="1966913" y="2482850"/>
          <p14:tracePt t="102240" x="2006600" y="2476500"/>
          <p14:tracePt t="102269" x="2020888" y="2462213"/>
          <p14:tracePt t="102270" x="2041525" y="2428875"/>
          <p14:tracePt t="102302" x="2041525" y="2366963"/>
          <p14:tracePt t="102303" x="2033588" y="2339975"/>
          <p14:tracePt t="102322" x="2020888" y="2327275"/>
          <p14:tracePt t="102335" x="2006600" y="2312988"/>
          <p14:tracePt t="102357" x="1958975" y="2306638"/>
          <p14:tracePt t="102375" x="1898650" y="2306638"/>
          <p14:tracePt t="102407" x="1884363" y="2312988"/>
          <p14:tracePt t="102408" x="1836738" y="2360613"/>
          <p14:tracePt t="102417" x="1824038" y="2366963"/>
          <p14:tracePt t="102439" x="1816100" y="2401888"/>
          <p14:tracePt t="102441" x="1824038" y="2408238"/>
          <p14:tracePt t="102457" x="1836738" y="2428875"/>
          <p14:tracePt t="102488" x="1851025" y="2435225"/>
          <p14:tracePt t="102489" x="1898650" y="2449513"/>
          <p14:tracePt t="102513" x="1938338" y="2449513"/>
          <p14:tracePt t="102514" x="1966913" y="2449513"/>
          <p14:tracePt t="102524" x="1993900" y="2449513"/>
          <p14:tracePt t="102541" x="2062163" y="2414588"/>
          <p14:tracePt t="102554" x="2068513" y="2408238"/>
          <p14:tracePt t="102574" x="2081213" y="2381250"/>
          <p14:tracePt t="102606" x="2081213" y="2366963"/>
          <p14:tracePt t="102607" x="2062163" y="2354263"/>
          <p14:tracePt t="102630" x="2041525" y="2339975"/>
          <p14:tracePt t="102656" x="2014538" y="2339975"/>
          <p14:tracePt t="102664" x="2006600" y="2354263"/>
          <p14:tracePt t="102679" x="1993900" y="2360613"/>
          <p14:tracePt t="102696" x="1973263" y="2381250"/>
          <p14:tracePt t="102729" x="1973263" y="2387600"/>
          <p14:tracePt t="102730" x="1973263" y="2401888"/>
          <p14:tracePt t="102755" x="1985963" y="2401888"/>
          <p14:tracePt t="102777" x="1993900" y="2401888"/>
          <p14:tracePt t="102809" x="2014538" y="2401888"/>
          <p14:tracePt t="102810" x="2020888" y="2387600"/>
          <p14:tracePt t="102836" x="2033588" y="2381250"/>
          <p14:tracePt t="102844" x="2033588" y="2366963"/>
          <p14:tracePt t="102876" x="2020888" y="2366963"/>
          <p14:tracePt t="102910" x="2014538" y="2366963"/>
          <p14:tracePt t="102935" x="1993900" y="2387600"/>
          <p14:tracePt t="102969" x="2006600" y="2401888"/>
          <p14:tracePt t="103339" x="2014538" y="2401888"/>
          <p14:tracePt t="103439" x="2020888" y="2401888"/>
          <p14:tracePt t="103462" x="2033588" y="2401888"/>
          <p14:tracePt t="103523" x="2062163" y="2401888"/>
          <p14:tracePt t="103524" x="2095500" y="2408238"/>
          <p14:tracePt t="103532" x="2136775" y="2414588"/>
          <p14:tracePt t="103547" x="2170113" y="2428875"/>
          <p14:tracePt t="103594" x="2306638" y="2455863"/>
          <p14:tracePt t="103596" x="2333625" y="2455863"/>
          <p14:tracePt t="103597" x="2366963" y="2455863"/>
          <p14:tracePt t="103613" x="2414588" y="2455863"/>
          <p14:tracePt t="103636" x="2476500" y="2449513"/>
          <p14:tracePt t="103656" x="2509838" y="2428875"/>
          <p14:tracePt t="103683" x="2530475" y="2387600"/>
          <p14:tracePt t="103721" x="2530475" y="2381250"/>
          <p14:tracePt t="103722" x="2530475" y="2333625"/>
          <p14:tracePt t="103742" x="2530475" y="2327275"/>
          <p14:tracePt t="103743" x="2524125" y="2312988"/>
          <p14:tracePt t="103753" x="2524125" y="2306638"/>
          <p14:tracePt t="103804" x="2509838" y="2306638"/>
          <p14:tracePt t="103855" x="2509838" y="2312988"/>
          <p14:tracePt t="103875" x="2503488" y="2312988"/>
          <p14:tracePt t="103883" x="2503488" y="2327275"/>
          <p14:tracePt t="103905" x="2482850" y="2339975"/>
          <p14:tracePt t="103928" x="2476500" y="2366963"/>
          <p14:tracePt t="103950" x="2476500" y="2387600"/>
          <p14:tracePt t="103964" x="2476500" y="2401888"/>
          <p14:tracePt t="104004" x="2490788" y="2408238"/>
          <p14:tracePt t="104004" x="2530475" y="2408238"/>
          <p14:tracePt t="104031" x="2565400" y="2401888"/>
          <p14:tracePt t="104039" x="2586038" y="2401888"/>
          <p14:tracePt t="104053" x="2605088" y="2387600"/>
          <p14:tracePt t="104070" x="2633663" y="2366963"/>
          <p14:tracePt t="104103" x="2652713" y="2333625"/>
          <p14:tracePt t="104129" x="2652713" y="2312988"/>
          <p14:tracePt t="104137" x="2652713" y="2306638"/>
          <p14:tracePt t="104150" x="2646363" y="2306638"/>
          <p14:tracePt t="104184" x="2625725" y="2306638"/>
          <p14:tracePt t="104217" x="2605088" y="2306638"/>
          <p14:tracePt t="104218" x="2578100" y="2327275"/>
          <p14:tracePt t="104242" x="2538413" y="2366963"/>
          <p14:tracePt t="104251" x="2530475" y="2381250"/>
          <p14:tracePt t="104264" x="2530475" y="2401888"/>
          <p14:tracePt t="104282" x="2530475" y="2408238"/>
          <p14:tracePt t="104283" x="2538413" y="2414588"/>
          <p14:tracePt t="104316" x="2551113" y="2428875"/>
          <p14:tracePt t="104317" x="2586038" y="2435225"/>
          <p14:tracePt t="104342" x="2633663" y="2435225"/>
          <p14:tracePt t="104360" x="2646363" y="2435225"/>
          <p14:tracePt t="104362" x="2652713" y="2435225"/>
          <p14:tracePt t="104374" x="2652713" y="2428875"/>
          <p14:tracePt t="104402" x="2660650" y="2414588"/>
          <p14:tracePt t="104403" x="2660650" y="2401888"/>
          <p14:tracePt t="104411" x="2660650" y="2381250"/>
          <p14:tracePt t="104431" x="2660650" y="2366963"/>
          <p14:tracePt t="104433" x="2660650" y="2339975"/>
          <p14:tracePt t="104447" x="2652713" y="2327275"/>
          <p14:tracePt t="104460" x="2633663" y="2312988"/>
          <p14:tracePt t="104480" x="2605088" y="2292350"/>
          <p14:tracePt t="104508" x="2586038" y="2292350"/>
          <p14:tracePt t="104509" x="2551113" y="2292350"/>
          <p14:tracePt t="104519" x="2530475" y="2306638"/>
          <p14:tracePt t="104534" x="2524125" y="2312988"/>
          <p14:tracePt t="104550" x="2509838" y="2327275"/>
          <p14:tracePt t="104567" x="2509838" y="2354263"/>
          <p14:tracePt t="104583" x="2509838" y="2360613"/>
          <p14:tracePt t="104599" x="2524125" y="2381250"/>
          <p14:tracePt t="104617" x="2530475" y="2387600"/>
          <p14:tracePt t="104633" x="2551113" y="2401888"/>
          <p14:tracePt t="104634" x="2557463" y="2401888"/>
          <p14:tracePt t="104650" x="2578100" y="2401888"/>
          <p14:tracePt t="104667" x="2598738" y="2401888"/>
          <p14:tracePt t="104682" x="2605088" y="2387600"/>
          <p14:tracePt t="104714" x="2613025" y="2387600"/>
          <p14:tracePt t="104715" x="2605088" y="2387600"/>
          <p14:tracePt t="104736" x="2586038" y="2381250"/>
          <p14:tracePt t="104914" x="2598738" y="2381250"/>
          <p14:tracePt t="104937" x="2613025" y="2381250"/>
          <p14:tracePt t="104963" x="2633663" y="2360613"/>
          <p14:tracePt t="104971" x="2646363" y="2354263"/>
          <p14:tracePt t="105005" x="2652713" y="2339975"/>
          <p14:tracePt t="105006" x="2652713" y="2312988"/>
          <p14:tracePt t="105015" x="2646363" y="2306638"/>
          <p14:tracePt t="105035" x="2633663" y="2292350"/>
          <p14:tracePt t="105056" x="2598738" y="2279650"/>
          <p14:tracePt t="105071" x="2586038" y="2279650"/>
          <p14:tracePt t="105087" x="2578100" y="2286000"/>
          <p14:tracePt t="105089" x="2565400" y="2306638"/>
          <p14:tracePt t="105100" x="2557463" y="2312988"/>
          <p14:tracePt t="105121" x="2538413" y="2354263"/>
          <p14:tracePt t="105152" x="2551113" y="2381250"/>
          <p14:tracePt t="105174" x="2565400" y="2381250"/>
          <p14:tracePt t="105207" x="2605088" y="2366963"/>
          <p14:tracePt t="105207" x="2613025" y="2366963"/>
          <p14:tracePt t="105242" x="2633663" y="2339975"/>
          <p14:tracePt t="105243" x="2633663" y="2333625"/>
          <p14:tracePt t="105251" x="2633663" y="2327275"/>
          <p14:tracePt t="105271" x="2633663" y="2306638"/>
          <p14:tracePt t="105284" x="2598738" y="2286000"/>
          <p14:tracePt t="105298" x="2565400" y="2286000"/>
          <p14:tracePt t="105318" x="2538413" y="2292350"/>
          <p14:tracePt t="105321" x="2503488" y="2306638"/>
          <p14:tracePt t="105339" x="2462213" y="2327275"/>
          <p14:tracePt t="105355" x="2428875" y="2354263"/>
          <p14:tracePt t="105372" x="2428875" y="2366963"/>
          <p14:tracePt t="105387" x="2435225" y="2387600"/>
          <p14:tracePt t="105404" x="2449513" y="2387600"/>
          <p14:tracePt t="105415" x="2462213" y="2387600"/>
          <p14:tracePt t="105452" x="2509838" y="2387600"/>
          <p14:tracePt t="105453" x="2551113" y="2381250"/>
          <p14:tracePt t="105477" x="2565400" y="2366963"/>
          <p14:tracePt t="105509" x="2565400" y="2360613"/>
          <p14:tracePt t="105736" x="2578100" y="2360613"/>
          <p14:tracePt t="105770" x="2673350" y="2360613"/>
          <p14:tracePt t="105804" x="2735263" y="2360613"/>
          <p14:tracePt t="105805" x="2776538" y="2360613"/>
          <p14:tracePt t="105839" x="2919413" y="2360613"/>
          <p14:tracePt t="105847" x="2973388" y="2360613"/>
          <p14:tracePt t="105863" x="3041650" y="2354263"/>
          <p14:tracePt t="105914" x="3170238" y="2339975"/>
          <p14:tracePt t="105915" x="3360738" y="2312988"/>
          <p14:tracePt t="105947" x="3443288" y="2286000"/>
          <p14:tracePt t="105948" x="3462338" y="2265363"/>
          <p14:tracePt t="105981" x="3470275" y="2244725"/>
          <p14:tracePt t="106018" x="3443288" y="2238375"/>
          <p14:tracePt t="106019" x="3422650" y="2232025"/>
          <p14:tracePt t="106028" x="3395663" y="2217738"/>
          <p14:tracePt t="106056" x="3340100" y="2211388"/>
          <p14:tracePt t="106082" x="3292475" y="2211388"/>
          <p14:tracePt t="106083" x="3286125" y="2217738"/>
          <p14:tracePt t="106097" x="3265488" y="2232025"/>
          <p14:tracePt t="106130" x="3224213" y="2265363"/>
          <p14:tracePt t="106147" x="3217863" y="2286000"/>
          <p14:tracePt t="106170" x="3217863" y="2312988"/>
          <p14:tracePt t="106220" x="3217863" y="2333625"/>
          <p14:tracePt t="106221" x="3224213" y="2333625"/>
          <p14:tracePt t="106249" x="3265488" y="2339975"/>
          <p14:tracePt t="106257" x="3286125" y="2339975"/>
          <p14:tracePt t="106280" x="3327400" y="2333625"/>
          <p14:tracePt t="106298" x="3340100" y="2312988"/>
          <p14:tracePt t="106313" x="3340100" y="2306638"/>
          <p14:tracePt t="106338" x="3313113" y="2286000"/>
          <p14:tracePt t="106355" x="3238500" y="2259013"/>
          <p14:tracePt t="106380" x="3116263" y="2259013"/>
          <p14:tracePt t="106413" x="3048000" y="2259013"/>
          <p14:tracePt t="106414" x="2967038" y="2292350"/>
          <p14:tracePt t="106422" x="2932113" y="2333625"/>
          <p14:tracePt t="106438" x="2925763" y="2354263"/>
          <p14:tracePt t="106455" x="2925763" y="2401888"/>
          <p14:tracePt t="106471" x="2946400" y="2414588"/>
          <p14:tracePt t="106487" x="2994025" y="2449513"/>
          <p14:tracePt t="106520" x="3021013" y="2449513"/>
          <p14:tracePt t="106521" x="3089275" y="2449513"/>
          <p14:tracePt t="106546" x="3163888" y="2435225"/>
          <p14:tracePt t="106567" x="3197225" y="2401888"/>
          <p14:tracePt t="106599" x="3211513" y="2360613"/>
          <p14:tracePt t="106600" x="3197225" y="2339975"/>
          <p14:tracePt t="106621" x="3190875" y="2312988"/>
          <p14:tracePt t="106628" x="3163888" y="2292350"/>
          <p14:tracePt t="106659" x="3095625" y="2279650"/>
          <p14:tracePt t="106660" x="3054350" y="2279650"/>
          <p14:tracePt t="106670" x="3027363" y="2286000"/>
          <p14:tracePt t="106704" x="3000375" y="2292350"/>
          <p14:tracePt t="106704" x="2946400" y="2354263"/>
          <p14:tracePt t="106714" x="2925763" y="2366963"/>
          <p14:tracePt t="106727" x="2919413" y="2401888"/>
          <p14:tracePt t="106745" x="2905125" y="2414588"/>
          <p14:tracePt t="106764" x="2919413" y="2449513"/>
          <p14:tracePt t="106777" x="2932113" y="2462213"/>
          <p14:tracePt t="106812" x="2973388" y="2482850"/>
          <p14:tracePt t="106813" x="3041650" y="2482850"/>
          <p14:tracePt t="106836" x="3122613" y="2462213"/>
          <p14:tracePt t="106867" x="3176588" y="2428875"/>
          <p14:tracePt t="106874" x="3197225" y="2408238"/>
          <p14:tracePt t="106915" x="3197225" y="2366963"/>
          <p14:tracePt t="106916" x="3190875" y="2339975"/>
          <p14:tracePt t="106938" x="3149600" y="2327275"/>
          <p14:tracePt t="106965" x="3095625" y="2327275"/>
          <p14:tracePt t="106973" x="3054350" y="2339975"/>
          <p14:tracePt t="107004" x="3027363" y="2360613"/>
          <p14:tracePt t="107004" x="2979738" y="2428875"/>
          <p14:tracePt t="107025" x="2979738" y="2455863"/>
          <p14:tracePt t="107034" x="2979738" y="2476500"/>
          <p14:tracePt t="107054" x="3000375" y="2503488"/>
          <p14:tracePt t="107087" x="3021013" y="2509838"/>
          <p14:tracePt t="107087" x="3089275" y="2509838"/>
          <p14:tracePt t="107097" x="3101975" y="2509838"/>
          <p14:tracePt t="107114" x="3143250" y="2503488"/>
          <p14:tracePt t="107126" x="3163888" y="2490788"/>
          <p14:tracePt t="107147" x="3170238" y="2455863"/>
          <p14:tracePt t="107165" x="3163888" y="2414588"/>
          <p14:tracePt t="107177" x="3149600" y="2387600"/>
          <p14:tracePt t="107212" x="3128963" y="2360613"/>
          <p14:tracePt t="107213" x="3095625" y="2339975"/>
          <p14:tracePt t="107242" x="3048000" y="2339975"/>
          <p14:tracePt t="107261" x="3000375" y="2360613"/>
          <p14:tracePt t="107270" x="2979738" y="2366963"/>
          <p14:tracePt t="107303" x="2973388" y="2387600"/>
          <p14:tracePt t="107304" x="2973388" y="2414588"/>
          <p14:tracePt t="107314" x="2973388" y="2435225"/>
          <p14:tracePt t="107332" x="2979738" y="2449513"/>
          <p14:tracePt t="107333" x="3000375" y="2449513"/>
          <p14:tracePt t="107344" x="3027363" y="2449513"/>
          <p14:tracePt t="107365" x="3054350" y="2449513"/>
          <p14:tracePt t="107366" x="3074988" y="2449513"/>
          <p14:tracePt t="107381" x="3095625" y="2435225"/>
          <p14:tracePt t="107410" x="3122613" y="2428875"/>
          <p14:tracePt t="107411" x="3163888" y="2381250"/>
          <p14:tracePt t="107434" x="3163888" y="2312988"/>
          <p14:tracePt t="107458" x="3128963" y="2265363"/>
          <p14:tracePt t="107467" x="3101975" y="2259013"/>
          <p14:tracePt t="107481" x="3089275" y="2244725"/>
          <p14:tracePt t="107510" x="3068638" y="2244725"/>
          <p14:tracePt t="107511" x="3021013" y="2265363"/>
          <p14:tracePt t="107527" x="3000375" y="2286000"/>
          <p14:tracePt t="107547" x="2979738" y="2327275"/>
          <p14:tracePt t="107549" x="2967038" y="2354263"/>
          <p14:tracePt t="107565" x="2967038" y="2381250"/>
          <p14:tracePt t="107578" x="2967038" y="2408238"/>
          <p14:tracePt t="107581" x="2979738" y="2428875"/>
          <p14:tracePt t="107608" x="3000375" y="2449513"/>
          <p14:tracePt t="107609" x="3021013" y="2455863"/>
          <p14:tracePt t="107620" x="3041650" y="2455863"/>
          <p14:tracePt t="107637" x="3089275" y="2449513"/>
          <p14:tracePt t="107651" x="3101975" y="2449513"/>
          <p14:tracePt t="107667" x="3128963" y="2428875"/>
          <p14:tracePt t="107669" x="3143250" y="2401888"/>
          <p14:tracePt t="107700" x="3149600" y="2381250"/>
          <p14:tracePt t="107701" x="3149600" y="2360613"/>
          <p14:tracePt t="107702" x="3128963" y="2327275"/>
          <p14:tracePt t="107733" x="3089275" y="2265363"/>
          <p14:tracePt t="107741" x="3041650" y="2244725"/>
          <p14:tracePt t="107754" x="3000375" y="2244725"/>
          <p14:tracePt t="107770" x="2967038" y="2244725"/>
          <p14:tracePt t="107772" x="2932113" y="2244725"/>
          <p14:tracePt t="107800" x="2919413" y="2259013"/>
          <p14:tracePt t="107801" x="2898775" y="2265363"/>
          <p14:tracePt t="107810" x="2884488" y="2286000"/>
          <p14:tracePt t="107828" x="2884488" y="2333625"/>
          <p14:tracePt t="107848" x="2898775" y="2354263"/>
          <p14:tracePt t="107850" x="2925763" y="2366963"/>
          <p14:tracePt t="107864" x="2946400" y="2381250"/>
          <p14:tracePt t="107899" x="3048000" y="2401888"/>
          <p14:tracePt t="107907" x="3074988" y="2387600"/>
          <p14:tracePt t="107921" x="3101975" y="2381250"/>
          <p14:tracePt t="107934" x="3122613" y="2366963"/>
          <p14:tracePt t="107951" x="3128963" y="2354263"/>
          <p14:tracePt t="107968" x="3128963" y="2333625"/>
          <p14:tracePt t="107984" x="3122613" y="2306638"/>
          <p14:tracePt t="108000" x="3116263" y="2292350"/>
          <p14:tracePt t="108018" x="3089275" y="2292350"/>
          <p14:tracePt t="108034" x="3074988" y="2292350"/>
          <p14:tracePt t="108049" x="3054350" y="2292350"/>
          <p14:tracePt t="108065" x="3027363" y="2327275"/>
          <p14:tracePt t="108082" x="3021013" y="2354263"/>
          <p14:tracePt t="108117" x="3027363" y="2428875"/>
          <p14:tracePt t="108118" x="3041650" y="2449513"/>
          <p14:tracePt t="108149" x="3074988" y="2462213"/>
          <p14:tracePt t="108157" x="3089275" y="2462213"/>
          <p14:tracePt t="108171" x="3095625" y="2462213"/>
          <p14:tracePt t="108198" x="3101975" y="2462213"/>
          <p14:tracePt t="108199" x="3116263" y="2462213"/>
          <p14:tracePt t="108221" x="3122613" y="2455863"/>
          <p14:tracePt t="108251" x="3122613" y="2449513"/>
          <p14:tracePt t="108260" x="3122613" y="2435225"/>
          <p14:tracePt t="108307" x="3116263" y="2435225"/>
          <p14:tracePt t="108333" x="3101975" y="2449513"/>
          <p14:tracePt t="108379" x="3095625" y="2449513"/>
          <p14:tracePt t="108400" x="3054350" y="2449513"/>
          <p14:tracePt t="108421" x="3021013" y="2462213"/>
          <p14:tracePt t="108422" x="2952750" y="2476500"/>
          <p14:tracePt t="108441" x="2857500" y="2503488"/>
          <p14:tracePt t="108451" x="2776538" y="2509838"/>
          <p14:tracePt t="108467" x="2646363" y="2524125"/>
          <p14:tracePt t="108468" x="2509838" y="2530475"/>
          <p14:tracePt t="108484" x="2414588" y="2538413"/>
          <p14:tracePt t="108516" x="2286000" y="2538413"/>
          <p14:tracePt t="108517" x="2109788" y="2524125"/>
          <p14:tracePt t="108526" x="2033588" y="2509838"/>
          <p14:tracePt t="108543" x="1993900" y="2503488"/>
          <p14:tracePt t="108576" x="1973263" y="2503488"/>
          <p14:tracePt t="108577" x="1973263" y="2490788"/>
          <p14:tracePt t="108618" x="1973263" y="2482850"/>
          <p14:tracePt t="108626" x="1985963" y="2482850"/>
          <p14:tracePt t="108641" x="1985963" y="2476500"/>
          <p14:tracePt t="108654" x="2006600" y="2462213"/>
          <p14:tracePt t="108668" x="2014538" y="2462213"/>
          <p14:tracePt t="108697" x="2047875" y="2435225"/>
          <p14:tracePt t="108699" x="2062163" y="2428875"/>
          <p14:tracePt t="108709" x="2068513" y="2408238"/>
          <p14:tracePt t="108723" x="2068513" y="2387600"/>
          <p14:tracePt t="108738" x="2081213" y="2381250"/>
          <p14:tracePt t="108741" x="2081213" y="2366963"/>
          <p14:tracePt t="108753" x="2068513" y="2360613"/>
          <p14:tracePt t="108783" x="2047875" y="2333625"/>
          <p14:tracePt t="108814" x="2041525" y="2327275"/>
          <p14:tracePt t="108815" x="2020888" y="2306638"/>
          <p14:tracePt t="108837" x="1993900" y="2279650"/>
          <p14:tracePt t="108838" x="1973263" y="2265363"/>
          <p14:tracePt t="108858" x="1958975" y="2265363"/>
          <p14:tracePt t="108867" x="1946275" y="2259013"/>
          <p14:tracePt t="108881" x="1925638" y="2259013"/>
          <p14:tracePt t="108914" x="1884363" y="2265363"/>
          <p14:tracePt t="108915" x="1851025" y="2286000"/>
          <p14:tracePt t="108926" x="1836738" y="2306638"/>
          <p14:tracePt t="108940" x="1816100" y="2327275"/>
          <p14:tracePt t="108943" x="1795463" y="2360613"/>
          <p14:tracePt t="108956" x="1789113" y="2387600"/>
          <p14:tracePt t="108969" x="1789113" y="2414588"/>
          <p14:tracePt t="108984" x="1789113" y="2435225"/>
          <p14:tracePt t="108985" x="1789113" y="2455863"/>
          <p14:tracePt t="108999" x="1803400" y="2462213"/>
          <p14:tracePt t="109015" x="1816100" y="2476500"/>
          <p14:tracePt t="109033" x="1843088" y="2482850"/>
          <p14:tracePt t="109034" x="1863725" y="2490788"/>
          <p14:tracePt t="109051" x="1884363" y="2490788"/>
          <p14:tracePt t="109068" x="1958975" y="2482850"/>
          <p14:tracePt t="109082" x="1985963" y="2476500"/>
          <p14:tracePt t="109114" x="2014538" y="2462213"/>
          <p14:tracePt t="109115" x="2047875" y="2428875"/>
          <p14:tracePt t="109125" x="2068513" y="2387600"/>
          <p14:tracePt t="109140" x="2081213" y="2354263"/>
          <p14:tracePt t="109154" x="2081213" y="2312988"/>
          <p14:tracePt t="109156" x="2068513" y="2279650"/>
          <p14:tracePt t="109168" x="2062163" y="2244725"/>
          <p14:tracePt t="109182" x="2041525" y="2238375"/>
          <p14:tracePt t="109214" x="2020888" y="2232025"/>
          <p14:tracePt t="109216" x="1985963" y="2217738"/>
          <p14:tracePt t="109226" x="1958975" y="2232025"/>
          <p14:tracePt t="109241" x="1938338" y="2238375"/>
          <p14:tracePt t="109256" x="1919288" y="2265363"/>
          <p14:tracePt t="109258" x="1884363" y="2312988"/>
          <p14:tracePt t="109271" x="1863725" y="2381250"/>
          <p14:tracePt t="109297" x="1851025" y="2414588"/>
          <p14:tracePt t="109299" x="1851025" y="2449513"/>
          <p14:tracePt t="109300" x="1863725" y="2476500"/>
          <p14:tracePt t="109321" x="1871663" y="2490788"/>
          <p14:tracePt t="109345" x="1946275" y="2509838"/>
          <p14:tracePt t="109365" x="1985963" y="2503488"/>
          <p14:tracePt t="109375" x="2041525" y="2490788"/>
          <p14:tracePt t="109402" x="2081213" y="2482850"/>
          <p14:tracePt t="109402" x="2143125" y="2435225"/>
          <p14:tracePt t="109432" x="2163763" y="2366963"/>
          <p14:tracePt t="109441" x="2163763" y="2333625"/>
          <p14:tracePt t="109454" x="2157413" y="2292350"/>
          <p14:tracePt t="109468" x="2136775" y="2279650"/>
          <p14:tracePt t="109470" x="2116138" y="2265363"/>
          <p14:tracePt t="109484" x="2089150" y="2259013"/>
          <p14:tracePt t="109501" x="2062163" y="2259013"/>
          <p14:tracePt t="109503" x="2033588" y="2259013"/>
          <p14:tracePt t="109531" x="1985963" y="2279650"/>
          <p14:tracePt t="109542" x="1958975" y="2306638"/>
          <p14:tracePt t="109555" x="1938338" y="2339975"/>
          <p14:tracePt t="109570" x="1925638" y="2366963"/>
          <p14:tracePt t="109573" x="1919288" y="2408238"/>
          <p14:tracePt t="109598" x="1925638" y="2435225"/>
          <p14:tracePt t="109600" x="1938338" y="2455863"/>
          <p14:tracePt t="109610" x="1958975" y="2482850"/>
          <p14:tracePt t="109624" x="1985963" y="2490788"/>
          <p14:tracePt t="109651" x="2006600" y="2503488"/>
          <p14:tracePt t="109652" x="2089150" y="2503488"/>
          <p14:tracePt t="109676" x="2163763" y="2490788"/>
          <p14:tracePt t="109685" x="2190750" y="2476500"/>
          <p14:tracePt t="109698" x="2211388" y="2455863"/>
          <p14:tracePt t="109716" x="2217738" y="2435225"/>
          <p14:tracePt t="109717" x="2232025" y="2408238"/>
          <p14:tracePt t="109747" x="2232025" y="2366963"/>
          <p14:tracePt t="109748" x="2217738" y="2339975"/>
          <p14:tracePt t="109758" x="2205038" y="2306638"/>
          <p14:tracePt t="109772" x="2184400" y="2279650"/>
          <p14:tracePt t="109775" x="2163763" y="2259013"/>
          <p14:tracePt t="109800" x="2136775" y="2238375"/>
          <p14:tracePt t="109801" x="2109788" y="2238375"/>
          <p14:tracePt t="109811" x="2089150" y="2238375"/>
          <p14:tracePt t="109828" x="2062163" y="2238375"/>
          <p14:tracePt t="109834" x="2041525" y="2244725"/>
          <p14:tracePt t="109859" x="1993900" y="2286000"/>
          <p14:tracePt t="109880" x="1958975" y="2327275"/>
          <p14:tracePt t="109881" x="1925638" y="2354263"/>
          <p14:tracePt t="109903" x="1898650" y="2387600"/>
          <p14:tracePt t="109904" x="1890713" y="2414588"/>
          <p14:tracePt t="109915" x="1890713" y="2435225"/>
          <p14:tracePt t="109932" x="1890713" y="2449513"/>
          <p14:tracePt t="109934" x="1898650" y="2462213"/>
          <p14:tracePt t="109945" x="1911350" y="2476500"/>
          <p14:tracePt t="109966" x="1938338" y="2482850"/>
          <p14:tracePt t="109967" x="1966913" y="2482850"/>
          <p14:tracePt t="109982" x="1993900" y="2482850"/>
          <p14:tracePt t="110007" x="2033588" y="2482850"/>
          <p14:tracePt t="110013" x="2109788" y="2462213"/>
          <p14:tracePt t="110024" x="2143125" y="2449513"/>
          <p14:tracePt t="110038" x="2170113" y="2414588"/>
          <p14:tracePt t="110052" x="2190750" y="2387600"/>
          <p14:tracePt t="110066" x="2205038" y="2366963"/>
          <p14:tracePt t="110067" x="2205038" y="2333625"/>
          <p14:tracePt t="110082" x="2190750" y="2306638"/>
          <p14:tracePt t="110114" x="2170113" y="2286000"/>
          <p14:tracePt t="110115" x="2116138" y="2238375"/>
          <p14:tracePt t="110125" x="2081213" y="2232025"/>
          <p14:tracePt t="110139" x="2041525" y="2232025"/>
          <p14:tracePt t="110154" x="2014538" y="2232025"/>
          <p14:tracePt t="110167" x="1985963" y="2244725"/>
          <p14:tracePt t="110183" x="1973263" y="2259013"/>
          <p14:tracePt t="110214" x="1958975" y="2279650"/>
          <p14:tracePt t="110216" x="1938338" y="2339975"/>
          <p14:tracePt t="110226" x="1925638" y="2366963"/>
          <p14:tracePt t="110241" x="1938338" y="2387600"/>
          <p14:tracePt t="110263" x="1946275" y="2408238"/>
          <p14:tracePt t="110265" x="1958975" y="2428875"/>
          <p14:tracePt t="110276" x="1993900" y="2449513"/>
          <p14:tracePt t="110302" x="2041525" y="2462213"/>
          <p14:tracePt t="110303" x="2163763" y="2476500"/>
          <p14:tracePt t="110327" x="2292350" y="2455863"/>
          <p14:tracePt t="110348" x="2360613" y="2435225"/>
          <p14:tracePt t="110349" x="2401888" y="2408238"/>
          <p14:tracePt t="110360" x="2408238" y="2387600"/>
          <p14:tracePt t="110392" x="2414588" y="2360613"/>
          <p14:tracePt t="110392" x="2408238" y="2327275"/>
          <p14:tracePt t="110411" x="2354263" y="2259013"/>
          <p14:tracePt t="110425" x="2292350" y="2217738"/>
          <p14:tracePt t="110426" x="2232025" y="2184400"/>
          <p14:tracePt t="110443" x="2170113" y="2163763"/>
          <p14:tracePt t="110457" x="2095500" y="2157413"/>
          <p14:tracePt t="110461" x="2047875" y="2157413"/>
          <p14:tracePt t="110472" x="2033588" y="2163763"/>
          <p14:tracePt t="110503" x="2006600" y="2184400"/>
          <p14:tracePt t="110504" x="1973263" y="2232025"/>
          <p14:tracePt t="110526" x="1966913" y="2286000"/>
          <p14:tracePt t="110526" x="1966913" y="2354263"/>
          <p14:tracePt t="110548" x="1966913" y="2387600"/>
          <p14:tracePt t="110558" x="1985963" y="2435225"/>
          <p14:tracePt t="110564" x="2006600" y="2462213"/>
          <p14:tracePt t="110576" x="2020888" y="2482850"/>
          <p14:tracePt t="110602" x="2047875" y="2490788"/>
          <p14:tracePt t="110603" x="2068513" y="2503488"/>
          <p14:tracePt t="110616" x="2095500" y="2503488"/>
          <p14:tracePt t="110631" x="2136775" y="2503488"/>
          <p14:tracePt t="110633" x="2170113" y="2490788"/>
          <p14:tracePt t="110649" x="2205038" y="2482850"/>
          <p14:tracePt t="110665" x="2232025" y="2462213"/>
          <p14:tracePt t="110667" x="2259013" y="2428875"/>
          <p14:tracePt t="110682" x="2265363" y="2408238"/>
          <p14:tracePt t="110697" x="2259013" y="2327275"/>
          <p14:tracePt t="110711" x="2238375" y="2292350"/>
          <p14:tracePt t="110728" x="2205038" y="2265363"/>
          <p14:tracePt t="110734" x="2143125" y="2238375"/>
          <p14:tracePt t="110748" x="2109788" y="2232025"/>
          <p14:tracePt t="110766" x="2033588" y="2217738"/>
          <p14:tracePt t="110767" x="1966913" y="2232025"/>
          <p14:tracePt t="110782" x="1938338" y="2238375"/>
          <p14:tracePt t="110811" x="1890713" y="2279650"/>
          <p14:tracePt t="110812" x="1843088" y="2354263"/>
          <p14:tracePt t="110821" x="1836738" y="2387600"/>
          <p14:tracePt t="110835" x="1843088" y="2414588"/>
          <p14:tracePt t="110849" x="1851025" y="2449513"/>
          <p14:tracePt t="110865" x="1863725" y="2455863"/>
          <p14:tracePt t="110882" x="1911350" y="2476500"/>
          <p14:tracePt t="110914" x="1946275" y="2482850"/>
          <p14:tracePt t="110915" x="2062163" y="2476500"/>
          <p14:tracePt t="110936" x="2116138" y="2462213"/>
          <p14:tracePt t="110937" x="2184400" y="2435225"/>
          <p14:tracePt t="110948" x="2232025" y="2408238"/>
          <p14:tracePt t="110965" x="2244725" y="2381250"/>
          <p14:tracePt t="110967" x="2265363" y="2339975"/>
          <p14:tracePt t="110982" x="2265363" y="2306638"/>
          <p14:tracePt t="111011" x="2265363" y="2279650"/>
          <p14:tracePt t="111012" x="2211388" y="2217738"/>
          <p14:tracePt t="111034" x="2136775" y="2190750"/>
          <p14:tracePt t="111055" x="2047875" y="2190750"/>
          <p14:tracePt t="111078" x="2006600" y="2217738"/>
          <p14:tracePt t="111098" x="1985963" y="2244725"/>
          <p14:tracePt t="111109" x="1958975" y="2292350"/>
          <p14:tracePt t="111124" x="1911350" y="2387600"/>
          <p14:tracePt t="111150" x="1898650" y="2414588"/>
          <p14:tracePt t="111151" x="1911350" y="2449513"/>
          <p14:tracePt t="111160" x="1911350" y="2455863"/>
          <p14:tracePt t="111174" x="1919288" y="2476500"/>
          <p14:tracePt t="111201" x="1938338" y="2476500"/>
          <p14:tracePt t="111202" x="1993900" y="2482850"/>
          <p14:tracePt t="111227" x="2095500" y="2462213"/>
          <p14:tracePt t="111256" x="2136775" y="2455863"/>
          <p14:tracePt t="111257" x="2184400" y="2428875"/>
          <p14:tracePt t="111258" x="2217738" y="2401888"/>
          <p14:tracePt t="111275" x="2232025" y="2381250"/>
          <p14:tracePt t="111284" x="2232025" y="2354263"/>
          <p14:tracePt t="111298" x="2232025" y="2327275"/>
          <p14:tracePt t="111316" x="2217738" y="2306638"/>
          <p14:tracePt t="111317" x="2190750" y="2286000"/>
          <p14:tracePt t="111331" x="2157413" y="2265363"/>
          <p14:tracePt t="111349" x="2047875" y="2244725"/>
          <p14:tracePt t="111381" x="1993900" y="2244725"/>
          <p14:tracePt t="111382" x="1919288" y="2286000"/>
          <p14:tracePt t="111403" x="1836738" y="2381250"/>
          <p14:tracePt t="111438" x="1803400" y="2449513"/>
          <p14:tracePt t="111439" x="1795463" y="2509838"/>
          <p14:tracePt t="111459" x="1803400" y="2578100"/>
          <p14:tracePt t="111459" x="1824038" y="2598738"/>
          <p14:tracePt t="111481" x="1836738" y="2605088"/>
          <p14:tracePt t="111503" x="1851025" y="2613025"/>
          <p14:tracePt t="111504" x="1884363" y="2625725"/>
          <p14:tracePt t="111505" x="1898650" y="2625725"/>
          <p14:tracePt t="111524" x="1919288" y="2625725"/>
          <p14:tracePt t="111533" x="1938338" y="2613025"/>
          <p14:tracePt t="111549" x="1946275" y="2613025"/>
          <p14:tracePt t="111550" x="1958975" y="2605088"/>
          <p14:tracePt t="111584" x="1958975" y="2598738"/>
          <p14:tracePt t="111914" x="1966913" y="2598738"/>
          <p14:tracePt t="111922" x="1966913" y="2586038"/>
          <p14:tracePt t="132724" x="1577975" y="3128963"/>
          <p14:tracePt t="132735" x="1470025" y="3375025"/>
          <p14:tracePt t="132736" x="1443038" y="3449638"/>
          <p14:tracePt t="132757" x="1401763" y="3544888"/>
          <p14:tracePt t="132775" x="1381125" y="3571875"/>
          <p14:tracePt t="132784" x="1381125" y="3586163"/>
          <p14:tracePt t="132800" x="1374775" y="3605213"/>
          <p14:tracePt t="132817" x="1360488" y="3619500"/>
          <p14:tracePt t="132834" x="1360488" y="3633788"/>
          <p14:tracePt t="132836" x="1360488" y="3640138"/>
          <p14:tracePt t="132850" x="1360488" y="3646488"/>
          <p14:tracePt t="132867" x="1374775" y="3660775"/>
          <p14:tracePt t="132884" x="1374775" y="3667125"/>
          <p14:tracePt t="132900" x="1374775" y="3687763"/>
          <p14:tracePt t="132917" x="1374775" y="3768725"/>
          <p14:tracePt t="132934" x="1374775" y="3836988"/>
          <p14:tracePt t="132952" x="1381125" y="3905250"/>
          <p14:tracePt t="132966" x="1381125" y="3911600"/>
          <p14:tracePt t="133004" x="1395413" y="3911600"/>
          <p14:tracePt t="133046" x="1401763" y="3905250"/>
          <p14:tracePt t="133056" x="1408113" y="3884613"/>
          <p14:tracePt t="133070" x="1408113" y="3863975"/>
          <p14:tracePt t="133072" x="1408113" y="3830638"/>
          <p14:tracePt t="133098" x="1401763" y="3803650"/>
          <p14:tracePt t="133100" x="1395413" y="3789363"/>
          <p14:tracePt t="133110" x="1381125" y="3783013"/>
          <p14:tracePt t="133125" x="1360488" y="3768725"/>
          <p14:tracePt t="133139" x="1354138" y="3768725"/>
          <p14:tracePt t="133140" x="1327150" y="3783013"/>
          <p14:tracePt t="133153" x="1279525" y="3789363"/>
          <p14:tracePt t="133168" x="1244600" y="3816350"/>
          <p14:tracePt t="133199" x="1223963" y="3836988"/>
          <p14:tracePt t="133200" x="1211263" y="3884613"/>
          <p14:tracePt t="133223" x="1211263" y="3890963"/>
          <p14:tracePt t="133224" x="1223963" y="3905250"/>
          <p14:tracePt t="133233" x="1231900" y="3905250"/>
          <p14:tracePt t="133260" x="1244600" y="3905250"/>
          <p14:tracePt t="133261" x="1279525" y="3911600"/>
          <p14:tracePt t="133270" x="1319213" y="3905250"/>
          <p14:tracePt t="133283" x="1347788" y="3890963"/>
          <p14:tracePt t="133315" x="1381125" y="3863975"/>
          <p14:tracePt t="133317" x="1381125" y="3836988"/>
          <p14:tracePt t="133327" x="1360488" y="3810000"/>
          <p14:tracePt t="133341" x="1333500" y="3789363"/>
          <p14:tracePt t="133343" x="1306513" y="3783013"/>
          <p14:tracePt t="133356" x="1244600" y="3783013"/>
          <p14:tracePt t="133369" x="1176338" y="3783013"/>
          <p14:tracePt t="133384" x="1122363" y="3803650"/>
          <p14:tracePt t="133400" x="1062038" y="3816350"/>
          <p14:tracePt t="133401" x="1027113" y="3836988"/>
          <p14:tracePt t="133417" x="1000125" y="3857625"/>
          <p14:tracePt t="133434" x="985838" y="3878263"/>
          <p14:tracePt t="133466" x="1006475" y="3878263"/>
          <p14:tracePt t="133468" x="1041400" y="3878263"/>
          <p14:tracePt t="133489" x="1109663" y="3863975"/>
          <p14:tracePt t="133512" x="1157288" y="3857625"/>
          <p14:tracePt t="133532" x="1157288" y="3836988"/>
          <p14:tracePt t="133534" x="1157288" y="3830638"/>
          <p14:tracePt t="133554" x="1149350" y="3830638"/>
          <p14:tracePt t="133578" x="1128713" y="3836988"/>
          <p14:tracePt t="133599" x="1122363" y="3836988"/>
          <p14:tracePt t="133610" x="1109663" y="3851275"/>
          <p14:tracePt t="133623" x="1062038" y="3836988"/>
          <p14:tracePt t="134029" x="1062038" y="3851275"/>
          <p14:tracePt t="134067" x="1074738" y="3851275"/>
          <p14:tracePt t="134115" x="1081088" y="3836988"/>
          <p14:tracePt t="134133" x="1081088" y="3816350"/>
          <p14:tracePt t="134158" x="1074738" y="3803650"/>
          <p14:tracePt t="134182" x="1062038" y="3768725"/>
          <p14:tracePt t="134198" x="1041400" y="3741738"/>
          <p14:tracePt t="134248" x="1000125" y="3708400"/>
          <p14:tracePt t="134249" x="979488" y="3694113"/>
          <p14:tracePt t="134263" x="952500" y="3687763"/>
          <p14:tracePt t="134266" x="911225" y="3681413"/>
          <p14:tracePt t="134289" x="842963" y="3660775"/>
          <p14:tracePt t="134335" x="803275" y="3660775"/>
          <p14:tracePt t="134336" x="768350" y="3660775"/>
          <p14:tracePt t="134344" x="762000" y="3667125"/>
          <p14:tracePt t="134366" x="755650" y="3667125"/>
          <p14:tracePt t="134383" x="755650" y="3681413"/>
          <p14:tracePt t="134416" x="755650" y="3687763"/>
          <p14:tracePt t="134469" x="755650" y="3694113"/>
          <p14:tracePt t="134523" x="755650" y="3687763"/>
          <p14:tracePt t="134524" x="762000" y="3687763"/>
          <p14:tracePt t="134560" x="768350" y="3687763"/>
          <p14:tracePt t="135020" x="768350" y="3681413"/>
          <p14:tracePt t="135209" x="762000" y="3681413"/>
          <p14:tracePt t="135250" x="755650" y="3681413"/>
          <p14:tracePt t="135251" x="741363" y="3681413"/>
          <p14:tracePt t="135258" x="735013" y="3681413"/>
          <p14:tracePt t="135284" x="720725" y="3681413"/>
          <p14:tracePt t="135302" x="708025" y="3694113"/>
          <p14:tracePt t="135336" x="714375" y="3735388"/>
          <p14:tracePt t="135358" x="720725" y="3768725"/>
          <p14:tracePt t="135385" x="720725" y="3803650"/>
          <p14:tracePt t="135402" x="708025" y="3851275"/>
          <p14:tracePt t="135432" x="681038" y="3878263"/>
          <p14:tracePt t="135449" x="666750" y="3884613"/>
          <p14:tracePt t="135474" x="660400" y="3884613"/>
          <p14:tracePt t="135515" x="681038" y="3878263"/>
          <p14:tracePt t="135516" x="735013" y="3836988"/>
          <p14:tracePt t="135529" x="782638" y="3816350"/>
          <p14:tracePt t="135567" x="842963" y="3803650"/>
          <p14:tracePt t="135574" x="931863" y="3803650"/>
          <p14:tracePt t="135619" x="979488" y="3810000"/>
          <p14:tracePt t="135620" x="985838" y="3810000"/>
          <p14:tracePt t="135651" x="1000125" y="3810000"/>
          <p14:tracePt t="135666" x="1000125" y="3816350"/>
          <p14:tracePt t="135699" x="1006475" y="3816350"/>
          <p14:tracePt t="135716" x="1014413" y="3830638"/>
          <p14:tracePt t="135717" x="1027113" y="3830638"/>
          <p14:tracePt t="135732" x="1033463" y="3836988"/>
          <p14:tracePt t="135747" x="1041400" y="3836988"/>
          <p14:tracePt t="135770" x="1033463" y="3836988"/>
          <p14:tracePt t="135966" x="1041400" y="3836988"/>
          <p14:tracePt t="136005" x="1041400" y="3851275"/>
          <p14:tracePt t="136012" x="1041400" y="3836988"/>
          <p14:tracePt t="136066" x="1089025" y="3851275"/>
          <p14:tracePt t="136067" x="1101725" y="3857625"/>
          <p14:tracePt t="136088" x="1122363" y="3857625"/>
          <p14:tracePt t="136109" x="1128713" y="3863975"/>
          <p14:tracePt t="136132" x="1157288" y="3863975"/>
          <p14:tracePt t="136149" x="1184275" y="3878263"/>
          <p14:tracePt t="136171" x="1252538" y="3878263"/>
          <p14:tracePt t="136207" x="1279525" y="3878263"/>
          <p14:tracePt t="136209" x="1374775" y="3878263"/>
          <p14:tracePt t="136211" x="1401763" y="3863975"/>
          <p14:tracePt t="136232" x="1422400" y="3863975"/>
          <p14:tracePt t="136233" x="1443038" y="3857625"/>
          <p14:tracePt t="136246" x="1443038" y="3851275"/>
          <p14:tracePt t="136285" x="1443038" y="3810000"/>
          <p14:tracePt t="136285" x="1428750" y="3789363"/>
          <p14:tracePt t="136294" x="1422400" y="3762375"/>
          <p14:tracePt t="136316" x="1347788" y="3714750"/>
          <p14:tracePt t="136332" x="1285875" y="3694113"/>
          <p14:tracePt t="136350" x="1204913" y="3687763"/>
          <p14:tracePt t="136366" x="1176338" y="3694113"/>
          <p14:tracePt t="136385" x="1149350" y="3741738"/>
          <p14:tracePt t="136400" x="1157288" y="3783013"/>
          <p14:tracePt t="136418" x="1204913" y="3863975"/>
          <p14:tracePt t="136433" x="1231900" y="3890963"/>
          <p14:tracePt t="136452" x="1333500" y="3952875"/>
          <p14:tracePt t="136467" x="1381125" y="3952875"/>
          <p14:tracePt t="136505" x="1476375" y="3938588"/>
          <p14:tracePt t="136506" x="1524000" y="3905250"/>
          <p14:tracePt t="136531" x="1544638" y="3851275"/>
          <p14:tracePt t="136539" x="1544638" y="3810000"/>
          <p14:tracePt t="136556" x="1524000" y="3789363"/>
          <p14:tracePt t="136572" x="1470025" y="3762375"/>
          <p14:tracePt t="136605" x="1428750" y="3762375"/>
          <p14:tracePt t="136606" x="1374775" y="3768725"/>
          <p14:tracePt t="136632" x="1347788" y="3803650"/>
          <p14:tracePt t="136640" x="1347788" y="3816350"/>
          <p14:tracePt t="136655" x="1347788" y="3830638"/>
          <p14:tracePt t="136669" x="1354138" y="3836988"/>
          <p14:tracePt t="136705" x="1395413" y="3851275"/>
          <p14:tracePt t="136706" x="1428750" y="3851275"/>
          <p14:tracePt t="136731" x="1455738" y="3816350"/>
          <p14:tracePt t="136752" x="1470025" y="3783013"/>
          <p14:tracePt t="136778" x="1449388" y="3735388"/>
          <p14:tracePt t="136786" x="1428750" y="3729038"/>
          <p14:tracePt t="136800" x="1408113" y="3714750"/>
          <p14:tracePt t="136818" x="1395413" y="3714750"/>
          <p14:tracePt t="136819" x="1354138" y="3729038"/>
          <p14:tracePt t="136838" x="1327150" y="3756025"/>
          <p14:tracePt t="136855" x="1285875" y="3816350"/>
          <p14:tracePt t="136871" x="1285875" y="3851275"/>
          <p14:tracePt t="136886" x="1300163" y="3890963"/>
          <p14:tracePt t="136919" x="1319213" y="3911600"/>
          <p14:tracePt t="136920" x="1360488" y="3925888"/>
          <p14:tracePt t="136945" x="1443038" y="3925888"/>
          <p14:tracePt t="136963" x="1482725" y="3890963"/>
          <p14:tracePt t="136965" x="1517650" y="3857625"/>
          <p14:tracePt t="136977" x="1530350" y="3830638"/>
          <p14:tracePt t="137012" x="1544638" y="3783013"/>
          <p14:tracePt t="137013" x="1524000" y="3735388"/>
          <p14:tracePt t="137021" x="1503363" y="3714750"/>
          <p14:tracePt t="137036" x="1470025" y="3708400"/>
          <p14:tracePt t="137052" x="1428750" y="3708400"/>
          <p14:tracePt t="137069" x="1354138" y="3729038"/>
          <p14:tracePt t="137102" x="1327150" y="3762375"/>
          <p14:tracePt t="137103" x="1306513" y="3803650"/>
          <p14:tracePt t="137124" x="1300163" y="3816350"/>
          <p14:tracePt t="137143" x="1306513" y="3830638"/>
          <p14:tracePt t="137144" x="1319213" y="3836988"/>
          <p14:tracePt t="137166" x="1333500" y="3851275"/>
          <p14:tracePt t="137167" x="1354138" y="3851275"/>
          <p14:tracePt t="137189" x="1428750" y="3836988"/>
          <p14:tracePt t="137215" x="1530350" y="3803650"/>
          <p14:tracePt t="137224" x="1565275" y="3768725"/>
          <p14:tracePt t="137252" x="1592263" y="3735388"/>
          <p14:tracePt t="137253" x="1598613" y="3708400"/>
          <p14:tracePt t="137262" x="1598613" y="3687763"/>
          <p14:tracePt t="137280" x="1592263" y="3681413"/>
          <p14:tracePt t="137283" x="1571625" y="3660775"/>
          <p14:tracePt t="137299" x="1544638" y="3646488"/>
          <p14:tracePt t="137316" x="1455738" y="3660775"/>
          <p14:tracePt t="137344" x="1401763" y="3687763"/>
          <p14:tracePt t="137345" x="1360488" y="3714750"/>
          <p14:tracePt t="137346" x="1327150" y="3762375"/>
          <p14:tracePt t="137363" x="1285875" y="3810000"/>
          <p14:tracePt t="137377" x="1279525" y="3836988"/>
          <p14:tracePt t="137404" x="1279525" y="3857625"/>
          <p14:tracePt t="137405" x="1300163" y="3884613"/>
          <p14:tracePt t="137429" x="1360488" y="3890963"/>
          <p14:tracePt t="137438" x="1401763" y="3890963"/>
          <p14:tracePt t="137451" x="1449388" y="3884613"/>
          <p14:tracePt t="137468" x="1503363" y="3857625"/>
          <p14:tracePt t="137502" x="1571625" y="3789363"/>
          <p14:tracePt t="137503" x="1577975" y="3762375"/>
          <p14:tracePt t="137504" x="1577975" y="3741738"/>
          <p14:tracePt t="137528" x="1544638" y="3714750"/>
          <p14:tracePt t="137548" x="1517650" y="3714750"/>
          <p14:tracePt t="137549" x="1455738" y="3714750"/>
          <p14:tracePt t="137571" x="1347788" y="3762375"/>
          <p14:tracePt t="137595" x="1271588" y="3830638"/>
          <p14:tracePt t="137615" x="1258888" y="3857625"/>
          <p14:tracePt t="137626" x="1258888" y="3863975"/>
          <p14:tracePt t="137639" x="1258888" y="3878263"/>
          <p14:tracePt t="137653" x="1285875" y="3890963"/>
          <p14:tracePt t="137669" x="1319213" y="3890963"/>
          <p14:tracePt t="137699" x="1333500" y="3890963"/>
          <p14:tracePt t="137700" x="1374775" y="3884613"/>
          <p14:tracePt t="137710" x="1374775" y="3878263"/>
          <p14:tracePt t="137738" x="1360488" y="3857625"/>
          <p14:tracePt t="137890" x="1360488" y="3863975"/>
          <p14:tracePt t="137978" x="1374775" y="3863975"/>
          <p14:tracePt t="138010" x="1395413" y="3863975"/>
          <p14:tracePt t="138011" x="1443038" y="3878263"/>
          <p14:tracePt t="138035" x="1497013" y="3878263"/>
          <p14:tracePt t="138045" x="1524000" y="3884613"/>
          <p14:tracePt t="138066" x="1577975" y="3890963"/>
          <p14:tracePt t="138068" x="1652588" y="3905250"/>
          <p14:tracePt t="138082" x="1714500" y="3911600"/>
          <p14:tracePt t="138129" x="1884363" y="3925888"/>
          <p14:tracePt t="138130" x="2020888" y="3932238"/>
          <p14:tracePt t="138138" x="2089150" y="3925888"/>
          <p14:tracePt t="138156" x="2109788" y="3925888"/>
          <p14:tracePt t="138157" x="2136775" y="3905250"/>
          <p14:tracePt t="138174" x="2143125" y="3890963"/>
          <p14:tracePt t="138190" x="2157413" y="3863975"/>
          <p14:tracePt t="138223" x="2136775" y="3851275"/>
          <p14:tracePt t="138224" x="2095500" y="3830638"/>
          <p14:tracePt t="138247" x="2033588" y="3810000"/>
          <p14:tracePt t="138261" x="2006600" y="3810000"/>
          <p14:tracePt t="138283" x="1985963" y="3816350"/>
          <p14:tracePt t="138284" x="1973263" y="3830638"/>
          <p14:tracePt t="138313" x="1966913" y="3851275"/>
          <p14:tracePt t="138315" x="1946275" y="3890963"/>
          <p14:tracePt t="138328" x="1938338" y="3911600"/>
          <p14:tracePt t="138350" x="1925638" y="3952875"/>
          <p14:tracePt t="138363" x="1919288" y="3959225"/>
          <p14:tracePt t="138383" x="1898650" y="3973513"/>
          <p14:tracePt t="138396" x="1890713" y="3973513"/>
          <p14:tracePt t="138432" x="1890713" y="3959225"/>
          <p14:tracePt t="138450" x="1890713" y="3952875"/>
          <p14:tracePt t="138451" x="1898650" y="3938588"/>
          <p14:tracePt t="138467" x="1919288" y="3911600"/>
          <p14:tracePt t="138483" x="1938338" y="3890963"/>
          <p14:tracePt t="138484" x="1966913" y="3863975"/>
          <p14:tracePt t="138513" x="1993900" y="3851275"/>
          <p14:tracePt t="138514" x="2033588" y="3830638"/>
          <p14:tracePt t="138528" x="2068513" y="3810000"/>
          <p14:tracePt t="138530" x="2089150" y="3810000"/>
          <p14:tracePt t="138549" x="2095500" y="3810000"/>
          <p14:tracePt t="138550" x="2109788" y="3810000"/>
          <p14:tracePt t="138575" x="2095500" y="3816350"/>
          <p14:tracePt t="138611" x="2089150" y="3851275"/>
          <p14:tracePt t="138612" x="2081213" y="3878263"/>
          <p14:tracePt t="138620" x="2081213" y="3890963"/>
          <p14:tracePt t="138635" x="2081213" y="3905250"/>
          <p14:tracePt t="138656" x="2081213" y="3925888"/>
          <p14:tracePt t="138672" x="2089150" y="3932238"/>
          <p14:tracePt t="138705" x="2109788" y="3932238"/>
          <p14:tracePt t="138706" x="2143125" y="3932238"/>
          <p14:tracePt t="138716" x="2163763" y="3925888"/>
          <p14:tracePt t="138733" x="2190750" y="3890963"/>
          <p14:tracePt t="138745" x="2205038" y="3884613"/>
          <p14:tracePt t="138766" x="2211388" y="3878263"/>
          <p14:tracePt t="138767" x="2211388" y="3863975"/>
          <p14:tracePt t="138783" x="2217738" y="3857625"/>
          <p14:tracePt t="138800" x="2217738" y="3851275"/>
          <p14:tracePt t="138867" x="2217738" y="3857625"/>
          <p14:tracePt t="138889" x="2238375" y="3878263"/>
          <p14:tracePt t="138915" x="2259013" y="3890963"/>
          <p14:tracePt t="138924" x="2265363" y="3890963"/>
          <p14:tracePt t="138939" x="2286000" y="3905250"/>
          <p14:tracePt t="138955" x="2306638" y="3905250"/>
          <p14:tracePt t="138989" x="2306638" y="3890963"/>
          <p14:tracePt t="139003" x="2306638" y="3884613"/>
          <p14:tracePt t="139036" x="2306638" y="3857625"/>
          <p14:tracePt t="139052" x="2306638" y="3851275"/>
          <p14:tracePt t="139069" x="2306638" y="3830638"/>
          <p14:tracePt t="139126" x="2306638" y="3836988"/>
          <p14:tracePt t="139145" x="2312988" y="3851275"/>
          <p14:tracePt t="139154" x="2327275" y="3863975"/>
          <p14:tracePt t="139169" x="2339975" y="3890963"/>
          <p14:tracePt t="139204" x="2354263" y="3890963"/>
          <p14:tracePt t="139205" x="2360613" y="3905250"/>
          <p14:tracePt t="139239" x="2366963" y="3905250"/>
          <p14:tracePt t="139269" x="2381250" y="3890963"/>
          <p14:tracePt t="139302" x="2401888" y="3863975"/>
          <p14:tracePt t="139303" x="2408238" y="3851275"/>
          <p14:tracePt t="139304" x="2428875" y="3836988"/>
          <p14:tracePt t="139326" x="2435225" y="3830638"/>
          <p14:tracePt t="139327" x="2449513" y="3816350"/>
          <p14:tracePt t="139346" x="2462213" y="3816350"/>
          <p14:tracePt t="139361" x="2476500" y="3816350"/>
          <p14:tracePt t="139402" x="2476500" y="3830638"/>
          <p14:tracePt t="139403" x="2482850" y="3836988"/>
          <p14:tracePt t="139411" x="2482850" y="3851275"/>
          <p14:tracePt t="139430" x="2490788" y="3878263"/>
          <p14:tracePt t="139450" x="2490788" y="3884613"/>
          <p14:tracePt t="139452" x="2503488" y="3890963"/>
          <p14:tracePt t="139518" x="2509838" y="3890963"/>
          <p14:tracePt t="139538" x="2524125" y="3884613"/>
          <p14:tracePt t="139567" x="2538413" y="3878263"/>
          <p14:tracePt t="139582" x="2551113" y="3863975"/>
          <p14:tracePt t="139611" x="2557463" y="3857625"/>
          <p14:tracePt t="139612" x="2578100" y="3851275"/>
          <p14:tracePt t="139621" x="2586038" y="3836988"/>
          <p14:tracePt t="139652" x="2598738" y="3836988"/>
          <p14:tracePt t="139653" x="2598738" y="3830638"/>
          <p14:tracePt t="139667" x="2605088" y="3830638"/>
          <p14:tracePt t="139703" x="2613025" y="3830638"/>
          <p14:tracePt t="139745" x="2625725" y="3830638"/>
          <p14:tracePt t="139765" x="2646363" y="3851275"/>
          <p14:tracePt t="139767" x="2652713" y="3857625"/>
          <p14:tracePt t="139768" x="2673350" y="3878263"/>
          <p14:tracePt t="139791" x="2708275" y="3911600"/>
          <p14:tracePt t="139810" x="2747963" y="3932238"/>
          <p14:tracePt t="139835" x="2776538" y="3952875"/>
          <p14:tracePt t="139860" x="2782888" y="3952875"/>
          <p14:tracePt t="139868" x="2795588" y="3952875"/>
          <p14:tracePt t="139914" x="2803525" y="3952875"/>
          <p14:tracePt t="139915" x="2809875" y="3925888"/>
          <p14:tracePt t="139924" x="2824163" y="3905250"/>
          <p14:tracePt t="139938" x="2830513" y="3884613"/>
          <p14:tracePt t="139953" x="2830513" y="3863975"/>
          <p14:tracePt t="139970" x="2830513" y="3851275"/>
          <p14:tracePt t="139999" x="2830513" y="3836988"/>
          <p14:tracePt t="140002" x="2830513" y="3830638"/>
          <p14:tracePt t="140422" x="2851150" y="3878263"/>
          <p14:tracePt t="140457" x="2878138" y="3932238"/>
          <p14:tracePt t="140465" x="2884488" y="3938588"/>
          <p14:tracePt t="140482" x="2898775" y="3938588"/>
          <p14:tracePt t="140543" x="2898775" y="3952875"/>
          <p14:tracePt t="140568" x="2898775" y="3938588"/>
          <p14:tracePt t="140618" x="2905125" y="3938588"/>
          <p14:tracePt t="140702" x="2898775" y="3938588"/>
          <p14:tracePt t="140713" x="2871788" y="3938588"/>
          <p14:tracePt t="141626" x="2878138" y="3938588"/>
          <p14:tracePt t="141883" x="2884488" y="3938588"/>
          <p14:tracePt t="142744" x="2884488" y="3952875"/>
          <p14:tracePt t="142814" x="2898775" y="3952875"/>
          <p14:tracePt t="142962" x="2898775" y="3938588"/>
          <p14:tracePt t="143000" x="2898775" y="3932238"/>
          <p14:tracePt t="143008" x="2884488" y="3932238"/>
          <p14:tracePt t="143034" x="2884488" y="3925888"/>
          <p14:tracePt t="143054" x="2884488" y="3911600"/>
          <p14:tracePt t="143231" x="2884488" y="3905250"/>
          <p14:tracePt t="143255" x="2898775" y="3890963"/>
          <p14:tracePt t="143269" x="2898775" y="3884613"/>
          <p14:tracePt t="143320" x="2898775" y="3878263"/>
          <p14:tracePt t="143659" x="2871788" y="3878263"/>
          <p14:tracePt t="143692" x="2381250" y="3768725"/>
          <p14:tracePt t="143727" x="2041525" y="3708400"/>
          <p14:tracePt t="143728" x="1925638" y="3687763"/>
          <p14:tracePt t="143761" x="1863725" y="3681413"/>
          <p14:tracePt t="143819" x="1824038" y="3667125"/>
          <p14:tracePt t="143827" x="1762125" y="3660775"/>
          <p14:tracePt t="143843" x="1720850" y="3646488"/>
          <p14:tracePt t="143868" x="1673225" y="3613150"/>
          <p14:tracePt t="143916" x="1639888" y="3592513"/>
          <p14:tracePt t="143917" x="1550988" y="3565525"/>
          <p14:tracePt t="143956" x="1524000" y="3565525"/>
          <p14:tracePt t="144312" x="1544638" y="3565525"/>
          <p14:tracePt t="144346" x="1666875" y="3571875"/>
          <p14:tracePt t="144381" x="1884363" y="3605213"/>
          <p14:tracePt t="144412" x="2136775" y="3633788"/>
          <p14:tracePt t="144438" x="2286000" y="3646488"/>
          <p14:tracePt t="144451" x="2354263" y="3646488"/>
          <p14:tracePt t="144469" x="2387600" y="3646488"/>
          <p14:tracePt t="144469" x="2414588" y="3646488"/>
          <p14:tracePt t="144521" x="2455863" y="3660775"/>
          <p14:tracePt t="144560" x="2414588" y="3667125"/>
          <p14:tracePt t="144907" x="2414588" y="3681413"/>
          <p14:tracePt t="144939" x="2435225" y="3681413"/>
          <p14:tracePt t="144945" x="2449513" y="3687763"/>
          <p14:tracePt t="144974" x="2455863" y="3687763"/>
          <p14:tracePt t="144976" x="2462213" y="3687763"/>
          <p14:tracePt t="145024" x="2482850" y="3687763"/>
          <p14:tracePt t="145025" x="2503488" y="3687763"/>
          <p14:tracePt t="145053" x="2503488" y="3681413"/>
          <p14:tracePt t="145113" x="2490788" y="3667125"/>
          <p14:tracePt t="145114" x="2482850" y="3646488"/>
          <p14:tracePt t="145122" x="2462213" y="3640138"/>
          <p14:tracePt t="145148" x="2414588" y="3613150"/>
          <p14:tracePt t="145167" x="2354263" y="3565525"/>
          <p14:tracePt t="145206" x="2292350" y="3530600"/>
          <p14:tracePt t="145207" x="2279650" y="3509963"/>
          <p14:tracePt t="145223" x="2232025" y="3490913"/>
          <p14:tracePt t="145246" x="2190750" y="3482975"/>
          <p14:tracePt t="145260" x="2184400" y="3482975"/>
          <p14:tracePt t="145283" x="2170113" y="3490913"/>
          <p14:tracePt t="145300" x="2170113" y="3497263"/>
          <p14:tracePt t="145317" x="2170113" y="3509963"/>
          <p14:tracePt t="145335" x="2170113" y="3517900"/>
          <p14:tracePt t="145349" x="2170113" y="3530600"/>
          <p14:tracePt t="145365" x="2170113" y="3538538"/>
          <p14:tracePt t="145380" x="2184400" y="3557588"/>
          <p14:tracePt t="145413" x="2190750" y="3557588"/>
          <p14:tracePt t="145413" x="2238375" y="3565525"/>
          <p14:tracePt t="145438" x="2286000" y="3557588"/>
          <p14:tracePt t="145459" x="2333625" y="3538538"/>
          <p14:tracePt t="145470" x="2339975" y="3517900"/>
          <p14:tracePt t="145506" x="2354263" y="3497263"/>
          <p14:tracePt t="145506" x="2339975" y="3470275"/>
          <p14:tracePt t="145526" x="2327275" y="3443288"/>
          <p14:tracePt t="145527" x="2306638" y="3435350"/>
          <p14:tracePt t="145551" x="2238375" y="3395663"/>
          <p14:tracePt t="145570" x="2143125" y="3375025"/>
          <p14:tracePt t="145602" x="2062163" y="3375025"/>
          <p14:tracePt t="145610" x="2014538" y="3387725"/>
          <p14:tracePt t="145622" x="1985963" y="3414713"/>
          <p14:tracePt t="145640" x="1958975" y="3482975"/>
          <p14:tracePt t="145660" x="1946275" y="3517900"/>
          <p14:tracePt t="145662" x="1958975" y="3544888"/>
          <p14:tracePt t="145677" x="1966913" y="3571875"/>
          <p14:tracePt t="145706" x="1993900" y="3605213"/>
          <p14:tracePt t="145707" x="2062163" y="3640138"/>
          <p14:tracePt t="145729" x="2211388" y="3660775"/>
          <p14:tracePt t="145755" x="2381250" y="3646488"/>
          <p14:tracePt t="145763" x="2462213" y="3619500"/>
          <p14:tracePt t="145776" x="2509838" y="3605213"/>
          <p14:tracePt t="145813" x="2565400" y="3517900"/>
          <p14:tracePt t="145821" x="2557463" y="3490913"/>
          <p14:tracePt t="145855" x="2530475" y="3462338"/>
          <p14:tracePt t="145856" x="2414588" y="3422650"/>
          <p14:tracePt t="145865" x="2333625" y="3414713"/>
          <p14:tracePt t="145879" x="2265363" y="3414713"/>
          <p14:tracePt t="145896" x="2190750" y="3422650"/>
          <p14:tracePt t="145898" x="2136775" y="3443288"/>
          <p14:tracePt t="145914" x="2109788" y="3462338"/>
          <p14:tracePt t="145930" x="2081213" y="3490913"/>
          <p14:tracePt t="145931" x="2068513" y="3509963"/>
          <p14:tracePt t="145947" x="2081213" y="3517900"/>
          <p14:tracePt t="145964" x="2089150" y="3538538"/>
          <p14:tracePt t="145965" x="2116138" y="3557588"/>
          <p14:tracePt t="145980" x="2143125" y="3565525"/>
          <p14:tracePt t="146010" x="2190750" y="3571875"/>
          <p14:tracePt t="146011" x="2312988" y="3586163"/>
          <p14:tracePt t="146044" x="2387600" y="3565525"/>
          <p14:tracePt t="146065" x="2408238" y="3538538"/>
          <p14:tracePt t="146066" x="2408238" y="3517900"/>
          <p14:tracePt t="146088" x="2381250" y="3490913"/>
          <p14:tracePt t="146108" x="2339975" y="3470275"/>
          <p14:tracePt t="146120" x="2306638" y="3462338"/>
          <p14:tracePt t="146123" x="2279650" y="3462338"/>
          <p14:tracePt t="146138" x="2244725" y="3462338"/>
          <p14:tracePt t="146157" x="2211388" y="3490913"/>
          <p14:tracePt t="146169" x="2211388" y="3497263"/>
          <p14:tracePt t="146183" x="2211388" y="3509963"/>
          <p14:tracePt t="146210" x="2217738" y="3517900"/>
          <p14:tracePt t="146212" x="2232025" y="3530600"/>
          <p14:tracePt t="146213" x="2265363" y="3538538"/>
          <p14:tracePt t="146236" x="2360613" y="3538538"/>
          <p14:tracePt t="146256" x="2455863" y="3538538"/>
          <p14:tracePt t="146257" x="2530475" y="3538538"/>
          <p14:tracePt t="146270" x="2652713" y="3538538"/>
          <p14:tracePt t="146296" x="2776538" y="3538538"/>
          <p14:tracePt t="146297" x="2851150" y="3538538"/>
          <p14:tracePt t="146305" x="2905125" y="3538538"/>
          <p14:tracePt t="146323" x="2925763" y="3538538"/>
          <p14:tracePt t="146464" x="3027363" y="3565525"/>
          <p14:tracePt t="146472" x="3089275" y="3565525"/>
          <p14:tracePt t="146507" x="3197225" y="3565525"/>
          <p14:tracePt t="146507" x="3586163" y="3565525"/>
          <p14:tracePt t="146526" x="4176713" y="3565525"/>
          <p14:tracePt t="146540" x="4640263" y="3557588"/>
          <p14:tracePt t="146560" x="4946650" y="3557588"/>
          <p14:tracePt t="146563" x="5435600" y="3565525"/>
          <p14:tracePt t="146580" x="5748338" y="3571875"/>
          <p14:tracePt t="146596" x="6415088" y="3586163"/>
          <p14:tracePt t="146609" x="6681788" y="3592513"/>
          <p14:tracePt t="146629" x="6816725" y="3592513"/>
          <p14:tracePt t="146645" x="6953250" y="3605213"/>
          <p14:tracePt t="146647" x="7021513" y="3605213"/>
          <p14:tracePt t="146657" x="7062788" y="3613150"/>
          <p14:tracePt t="146679" x="7081838" y="3613150"/>
          <p14:tracePt t="146774" x="7075488" y="3613150"/>
          <p14:tracePt t="146806" x="7048500" y="3613150"/>
          <p14:tracePt t="146806" x="7007225" y="3613150"/>
          <p14:tracePt t="146807" x="6980238" y="3619500"/>
          <p14:tracePt t="146828" x="6973888" y="3633788"/>
          <p14:tracePt t="146843" x="6973888" y="3640138"/>
          <p14:tracePt t="146855" x="6980238" y="3640138"/>
          <p14:tracePt t="146876" x="6986588" y="3646488"/>
          <p14:tracePt t="146878" x="7021513" y="3646488"/>
          <p14:tracePt t="146895" x="7054850" y="3646488"/>
          <p14:tracePt t="146908" x="7081838" y="3646488"/>
          <p14:tracePt t="146911" x="7137400" y="3646488"/>
          <p14:tracePt t="146929" x="7185025" y="3646488"/>
          <p14:tracePt t="146943" x="7224713" y="3646488"/>
          <p14:tracePt t="146946" x="7259638" y="3646488"/>
          <p14:tracePt t="146974" x="7280275" y="3660775"/>
          <p14:tracePt t="146975" x="7292975" y="3660775"/>
          <p14:tracePt t="147022" x="7280275" y="3660775"/>
          <p14:tracePt t="147052" x="7259638" y="3660775"/>
          <p14:tracePt t="147065" x="7245350" y="3660775"/>
          <p14:tracePt t="147066" x="7218363" y="3660775"/>
          <p14:tracePt t="147101" x="7110413" y="3660775"/>
          <p14:tracePt t="147127" x="7034213" y="3660775"/>
          <p14:tracePt t="147136" x="7007225" y="3660775"/>
          <p14:tracePt t="147149" x="6986588" y="3660775"/>
          <p14:tracePt t="147168" x="6953250" y="3660775"/>
          <p14:tracePt t="147202" x="6938963" y="3660775"/>
          <p14:tracePt t="147205" x="6932613" y="3660775"/>
          <p14:tracePt t="147246" x="6926263" y="3660775"/>
          <p14:tracePt t="147248" x="6905625" y="3660775"/>
          <p14:tracePt t="147274" x="6884988" y="3660775"/>
          <p14:tracePt t="147282" x="6878638" y="3660775"/>
          <p14:tracePt t="147311" x="6864350" y="3660775"/>
          <p14:tracePt t="147312" x="6851650" y="3660775"/>
          <p14:tracePt t="147337" x="6837363" y="3660775"/>
          <p14:tracePt t="147371" x="6851650" y="3660775"/>
          <p14:tracePt t="147399" x="6858000" y="3660775"/>
          <p14:tracePt t="147407" x="6864350" y="3660775"/>
          <p14:tracePt t="147426" x="6884988" y="3660775"/>
          <p14:tracePt t="147430" x="6905625" y="3660775"/>
          <p14:tracePt t="147446" x="6932613" y="3660775"/>
          <p14:tracePt t="147463" x="6973888" y="3660775"/>
          <p14:tracePt t="147464" x="7007225" y="3660775"/>
          <p14:tracePt t="147480" x="7062788" y="3667125"/>
          <p14:tracePt t="147497" x="7158038" y="3667125"/>
          <p14:tracePt t="147526" x="7218363" y="3667125"/>
          <p14:tracePt t="147527" x="7259638" y="3681413"/>
          <p14:tracePt t="147528" x="7307263" y="3681413"/>
          <p14:tracePt t="147551" x="7381875" y="3681413"/>
          <p14:tracePt t="147575" x="7443788" y="3681413"/>
          <p14:tracePt t="147606" x="7470775" y="3681413"/>
          <p14:tracePt t="147607" x="7518400" y="3681413"/>
          <p14:tracePt t="147625" x="7539038" y="3681413"/>
          <p14:tracePt t="147634" x="7566025" y="3681413"/>
          <p14:tracePt t="147649" x="7578725" y="3681413"/>
          <p14:tracePt t="147665" x="7640638" y="3681413"/>
          <p14:tracePt t="147682" x="7661275" y="3681413"/>
          <p14:tracePt t="147699" x="7700963" y="3681413"/>
          <p14:tracePt t="147732" x="7715250" y="3681413"/>
          <p14:tracePt t="147733" x="7735888" y="3681413"/>
          <p14:tracePt t="147758" x="7742238" y="3681413"/>
          <p14:tracePt t="147780" x="7748588" y="3681413"/>
          <p14:tracePt t="147867" x="7721600" y="3681413"/>
          <p14:tracePt t="147897" x="7626350" y="3681413"/>
          <p14:tracePt t="147904" x="7539038" y="3667125"/>
          <p14:tracePt t="147919" x="7470775" y="3667125"/>
          <p14:tracePt t="147936" x="7292975" y="3681413"/>
          <p14:tracePt t="147952" x="7224713" y="3681413"/>
          <p14:tracePt t="147969" x="7123113" y="3681413"/>
          <p14:tracePt t="147983" x="7081838" y="3681413"/>
          <p14:tracePt t="148015" x="7054850" y="3681413"/>
          <p14:tracePt t="148016" x="7021513" y="3681413"/>
          <p14:tracePt t="148025" x="7000875" y="3681413"/>
          <p14:tracePt t="148046" x="6986588" y="3681413"/>
          <p14:tracePt t="148048" x="6973888" y="3681413"/>
          <p14:tracePt t="148063" x="6959600" y="3681413"/>
          <p14:tracePt t="148086" x="6938963" y="3681413"/>
          <p14:tracePt t="148087" x="6932613" y="3681413"/>
          <p14:tracePt t="148096" x="6926263" y="3681413"/>
          <p14:tracePt t="148115" x="6911975" y="3681413"/>
          <p14:tracePt t="148214" x="6926263" y="3681413"/>
          <p14:tracePt t="148249" x="6938963" y="3681413"/>
          <p14:tracePt t="148250" x="6973888" y="3681413"/>
          <p14:tracePt t="148279" x="7034213" y="3681413"/>
          <p14:tracePt t="148304" x="7081838" y="3681413"/>
          <p14:tracePt t="148305" x="7177088" y="3681413"/>
          <p14:tracePt t="148327" x="7272338" y="3681413"/>
          <p14:tracePt t="148349" x="7396163" y="3681413"/>
          <p14:tracePt t="148382" x="7491413" y="3681413"/>
          <p14:tracePt t="148383" x="7539038" y="3681413"/>
          <p14:tracePt t="148411" x="7620000" y="3681413"/>
          <p14:tracePt t="148419" x="7661275" y="3681413"/>
          <p14:tracePt t="148433" x="7694613" y="3681413"/>
          <p14:tracePt t="148454" x="7748588" y="3681413"/>
          <p14:tracePt t="148477" x="7816850" y="3687763"/>
          <p14:tracePt t="148511" x="7843838" y="3687763"/>
          <p14:tracePt t="148512" x="7885113" y="3687763"/>
          <p14:tracePt t="148520" x="7899400" y="3687763"/>
          <p14:tracePt t="148537" x="7912100" y="3687763"/>
          <p14:tracePt t="148599" x="7899400" y="3687763"/>
          <p14:tracePt t="148620" x="7885113" y="3687763"/>
          <p14:tracePt t="148647" x="7810500" y="3687763"/>
          <p14:tracePt t="148655" x="7742238" y="3687763"/>
          <p14:tracePt t="148671" x="7646988" y="3694113"/>
          <p14:tracePt t="148687" x="7429500" y="3708400"/>
          <p14:tracePt t="148713" x="7205663" y="3708400"/>
          <p14:tracePt t="148742" x="7137400" y="3708400"/>
          <p14:tracePt t="148742" x="7007225" y="3708400"/>
          <p14:tracePt t="148766" x="6932613" y="3708400"/>
          <p14:tracePt t="148798" x="6878638" y="3708400"/>
          <p14:tracePt t="148798" x="6858000" y="3708400"/>
          <p14:tracePt t="148820" x="6837363" y="3708400"/>
          <p14:tracePt t="148830" x="6831013" y="3708400"/>
          <p14:tracePt t="148847" x="6810375" y="3708400"/>
          <p14:tracePt t="148860" x="6804025" y="3708400"/>
          <p14:tracePt t="148936" x="6810375" y="3708400"/>
          <p14:tracePt t="148962" x="6851650" y="3708400"/>
          <p14:tracePt t="148970" x="6899275" y="3708400"/>
          <p14:tracePt t="148987" x="6959600" y="3708400"/>
          <p14:tracePt t="149004" x="7129463" y="3708400"/>
          <p14:tracePt t="149021" x="7259638" y="3714750"/>
          <p14:tracePt t="149037" x="7477125" y="3729038"/>
          <p14:tracePt t="149053" x="7578725" y="3729038"/>
          <p14:tracePt t="149070" x="7721600" y="3729038"/>
          <p14:tracePt t="149099" x="7796213" y="3729038"/>
          <p14:tracePt t="149101" x="7858125" y="3729038"/>
          <p14:tracePt t="149109" x="7891463" y="3729038"/>
          <p14:tracePt t="149130" x="7967663" y="3729038"/>
          <p14:tracePt t="149164" x="7986713" y="3729038"/>
          <p14:tracePt t="149165" x="8007350" y="3729038"/>
          <p14:tracePt t="149228" x="7994650" y="3729038"/>
          <p14:tracePt t="149249" x="7967663" y="3729038"/>
          <p14:tracePt t="149278" x="7899400" y="3729038"/>
          <p14:tracePt t="149299" x="7837488" y="3729038"/>
          <p14:tracePt t="149300" x="7748588" y="3729038"/>
          <p14:tracePt t="149308" x="7661275" y="3729038"/>
          <p14:tracePt t="149329" x="7593013" y="3729038"/>
          <p14:tracePt t="149331" x="7504113" y="3729038"/>
          <p14:tracePt t="149347" x="7423150" y="3714750"/>
          <p14:tracePt t="149378" x="7375525" y="3714750"/>
          <p14:tracePt t="149379" x="7272338" y="3714750"/>
          <p14:tracePt t="149403" x="7232650" y="3714750"/>
          <p14:tracePt t="149404" x="7197725" y="3714750"/>
          <p14:tracePt t="149413" x="7158038" y="3729038"/>
          <p14:tracePt t="149431" x="7123113" y="3729038"/>
          <p14:tracePt t="149446" x="7096125" y="3729038"/>
          <p14:tracePt t="149463" x="7081838" y="3729038"/>
          <p14:tracePt t="149465" x="7062788" y="3729038"/>
          <p14:tracePt t="149476" x="7054850" y="3729038"/>
          <p14:tracePt t="149508" x="7048500" y="3729038"/>
          <p14:tracePt t="149598" x="7054850" y="3729038"/>
          <p14:tracePt t="149632" x="7075488" y="3714750"/>
          <p14:tracePt t="149633" x="7096125" y="3714750"/>
          <p14:tracePt t="149660" x="7185025" y="3708400"/>
          <p14:tracePt t="149667" x="7245350" y="3708400"/>
          <p14:tracePt t="149685" x="7340600" y="3708400"/>
          <p14:tracePt t="149706" x="7566025" y="3708400"/>
          <p14:tracePt t="149721" x="7715250" y="3708400"/>
          <p14:tracePt t="149722" x="7858125" y="3708400"/>
          <p14:tracePt t="149748" x="8069263" y="3708400"/>
          <p14:tracePt t="149770" x="8191500" y="3708400"/>
          <p14:tracePt t="149785" x="8218488" y="3714750"/>
          <p14:tracePt t="149804" x="8232775" y="3714750"/>
          <p14:tracePt t="149841" x="8191500" y="3708400"/>
          <p14:tracePt t="149857" x="8069263" y="3708400"/>
          <p14:tracePt t="149874" x="8007350" y="3708400"/>
          <p14:tracePt t="149904" x="7912100" y="3708400"/>
          <p14:tracePt t="149905" x="7688263" y="3714750"/>
          <p14:tracePt t="149914" x="7566025" y="3714750"/>
          <p14:tracePt t="149934" x="7443788" y="3729038"/>
          <p14:tracePt t="149950" x="7280275" y="3729038"/>
          <p14:tracePt t="149964" x="7224713" y="3729038"/>
          <p14:tracePt t="149984" x="7158038" y="3729038"/>
          <p14:tracePt t="150017" x="7137400" y="3729038"/>
          <p14:tracePt t="150018" x="7129463" y="3729038"/>
          <p14:tracePt t="150095" x="7123113" y="3714750"/>
          <p14:tracePt t="150116" x="7102475" y="3714750"/>
          <p14:tracePt t="150129" x="7081838" y="3708400"/>
          <p14:tracePt t="150150" x="7048500" y="3708400"/>
          <p14:tracePt t="150164" x="7027863" y="3694113"/>
          <p14:tracePt t="150185" x="7007225" y="3694113"/>
          <p14:tracePt t="150220" x="7007225" y="3687763"/>
          <p14:tracePt t="150354" x="7007225" y="3694113"/>
          <p14:tracePt t="150389" x="7021513" y="3694113"/>
          <p14:tracePt t="150397" x="7027863" y="3694113"/>
          <p14:tracePt t="150421" x="7054850" y="3708400"/>
          <p14:tracePt t="150436" x="7075488" y="3708400"/>
          <p14:tracePt t="150471" x="7158038" y="3687763"/>
          <p14:tracePt t="150517" x="7177088" y="3681413"/>
          <p14:tracePt t="150518" x="7232650" y="3667125"/>
          <p14:tracePt t="150527" x="7245350" y="3667125"/>
          <p14:tracePt t="150611" x="7245350" y="3694113"/>
          <p14:tracePt t="150643" x="7253288" y="3694113"/>
          <p14:tracePt t="150644" x="7253288" y="3708400"/>
          <p14:tracePt t="150676" x="7259638" y="3708400"/>
          <p14:tracePt t="150738" x="7272338" y="3694113"/>
          <p14:tracePt t="150739" x="7300913" y="3687763"/>
          <p14:tracePt t="150748" x="7307263" y="3687763"/>
          <p14:tracePt t="150769" x="7340600" y="3681413"/>
          <p14:tracePt t="150785" x="7348538" y="3667125"/>
          <p14:tracePt t="150806" x="7354888" y="3667125"/>
          <p14:tracePt t="150860" x="7354888" y="3681413"/>
          <p14:tracePt t="150893" x="7367588" y="3687763"/>
          <p14:tracePt t="151017" x="7375525" y="3681413"/>
          <p14:tracePt t="151038" x="7381875" y="3681413"/>
          <p14:tracePt t="151075" x="7396163" y="3681413"/>
          <p14:tracePt t="151111" x="7415213" y="3687763"/>
          <p14:tracePt t="151137" x="7423150" y="3687763"/>
          <p14:tracePt t="151155" x="7423150" y="3694113"/>
          <p14:tracePt t="151293" x="7429500" y="3694113"/>
          <p14:tracePt t="151300" x="7443788" y="3687763"/>
          <p14:tracePt t="151324" x="7456488" y="3667125"/>
          <p14:tracePt t="151342" x="7470775" y="3660775"/>
          <p14:tracePt t="151371" x="7477125" y="3660775"/>
          <p14:tracePt t="151455" x="7477125" y="3667125"/>
          <p14:tracePt t="151491" x="7491413" y="3667125"/>
          <p14:tracePt t="151492" x="7491413" y="3681413"/>
          <p14:tracePt t="151527" x="7497763" y="3681413"/>
          <p14:tracePt t="151573" x="7504113" y="3681413"/>
          <p14:tracePt t="151609" x="7518400" y="3681413"/>
          <p14:tracePt t="151609" x="7524750" y="3667125"/>
          <p14:tracePt t="151618" x="7539038" y="3667125"/>
          <p14:tracePt t="151641" x="7566025" y="3660775"/>
          <p14:tracePt t="151656" x="7572375" y="3660775"/>
          <p14:tracePt t="151656" x="7578725" y="3660775"/>
          <p14:tracePt t="151680" x="7578725" y="3646488"/>
          <p14:tracePt t="151712" x="7578725" y="3660775"/>
          <p14:tracePt t="151713" x="7593013" y="3660775"/>
          <p14:tracePt t="151740" x="7593013" y="3667125"/>
          <p14:tracePt t="151748" x="7599363" y="3681413"/>
          <p14:tracePt t="151762" x="7613650" y="3681413"/>
          <p14:tracePt t="151781" x="7620000" y="3687763"/>
          <p14:tracePt t="151795" x="7626350" y="3687763"/>
          <p14:tracePt t="151812" x="7640638" y="3687763"/>
          <p14:tracePt t="151826" x="7661275" y="3687763"/>
          <p14:tracePt t="151842" x="7673975" y="3687763"/>
          <p14:tracePt t="151859" x="7715250" y="3681413"/>
          <p14:tracePt t="151892" x="7735888" y="3681413"/>
          <p14:tracePt t="151893" x="7742238" y="3681413"/>
          <p14:tracePt t="152560" x="7748588" y="3681413"/>
          <p14:tracePt t="153008" x="7762875" y="3681413"/>
          <p14:tracePt t="153326" x="7742238" y="3681413"/>
          <p14:tracePt t="153333" x="7721600" y="3681413"/>
          <p14:tracePt t="153356" x="7673975" y="3681413"/>
          <p14:tracePt t="153384" x="7572375" y="3687763"/>
          <p14:tracePt t="153422" x="7327900" y="3729038"/>
          <p14:tracePt t="153424" x="6816725" y="3803650"/>
          <p14:tracePt t="153438" x="6578600" y="3857625"/>
          <p14:tracePt t="153462" x="5694363" y="3979863"/>
          <p14:tracePt t="153478" x="5340350" y="4014788"/>
          <p14:tracePt t="153479" x="4911725" y="4075113"/>
          <p14:tracePt t="153521" x="4300538" y="4170363"/>
          <p14:tracePt t="153521" x="4033838" y="4197350"/>
          <p14:tracePt t="153537" x="3619500" y="4244975"/>
          <p14:tracePt t="153561" x="3422650" y="4244975"/>
          <p14:tracePt t="153575" x="3408363" y="4244975"/>
          <p14:tracePt t="153827" x="3422650" y="4271963"/>
          <p14:tracePt t="153828" x="3449638" y="4327525"/>
          <p14:tracePt t="153866" x="3756025" y="4816475"/>
          <p14:tracePt t="153874" x="4075113" y="5253038"/>
          <p14:tracePt t="153932" x="4572000" y="5891213"/>
          <p14:tracePt t="153933" x="5054600" y="6415088"/>
          <p14:tracePt t="153941" x="5184775" y="6518275"/>
          <p14:tracePt t="153966" x="5313363" y="6613525"/>
          <p14:tracePt t="153984" x="5340350" y="6634163"/>
          <p14:tracePt t="154033" x="5334000" y="6619875"/>
          <p14:tracePt t="154034" x="5286375" y="6613525"/>
          <p14:tracePt t="154044" x="5280025" y="6613525"/>
          <p14:tracePt t="154067" x="5265738" y="6613525"/>
          <p14:tracePt t="154105" x="5292725" y="6634163"/>
          <p14:tracePt t="154120" x="5375275" y="6667500"/>
          <p14:tracePt t="154137" x="5408613" y="6688138"/>
          <p14:tracePt t="154154" x="5435600" y="6694488"/>
          <p14:tracePt t="154155" x="5462588" y="6708775"/>
          <p14:tracePt t="154171" x="5497513" y="6715125"/>
          <p14:tracePt t="154203" x="5510213" y="6729413"/>
          <p14:tracePt t="154203" x="5605463" y="6777038"/>
          <p14:tracePt t="154214" x="5646738" y="6783388"/>
          <p14:tracePt t="154230" x="5694363" y="6804025"/>
          <p14:tracePt t="155060" x="0" y="0"/>
        </p14:tracePtLst>
        <p14:tracePtLst>
          <p14:tracePt t="238510" x="4735513" y="6851650"/>
          <p14:tracePt t="238521" x="4837113" y="6762750"/>
          <p14:tracePt t="238543" x="5129213" y="6510338"/>
          <p14:tracePt t="238564" x="5646738" y="6122988"/>
          <p14:tracePt t="238597" x="6292850" y="5661025"/>
          <p14:tracePt t="238613" x="6735763" y="5327650"/>
          <p14:tracePt t="238640" x="6986588" y="5021263"/>
          <p14:tracePt t="238680" x="7110413" y="4768850"/>
          <p14:tracePt t="238681" x="7150100" y="4592638"/>
          <p14:tracePt t="238690" x="7150100" y="4491038"/>
          <p14:tracePt t="238706" x="7137400" y="4422775"/>
          <p14:tracePt t="238733" x="7123113" y="4348163"/>
          <p14:tracePt t="238735" x="7110413" y="4327525"/>
          <p14:tracePt t="238751" x="7102475" y="4319588"/>
          <p14:tracePt t="238774" x="7096125" y="4300538"/>
          <p14:tracePt t="238812" x="7081838" y="4292600"/>
          <p14:tracePt t="238813" x="7054850" y="4259263"/>
          <p14:tracePt t="238832" x="7034213" y="4252913"/>
          <p14:tracePt t="238833" x="7021513" y="4252913"/>
          <p14:tracePt t="238845" x="7007225" y="4244975"/>
          <p14:tracePt t="238862" x="7000875" y="4244975"/>
          <p14:tracePt t="238895" x="7000875" y="4224338"/>
          <p14:tracePt t="238912" x="7007225" y="4205288"/>
          <p14:tracePt t="238928" x="7027863" y="4157663"/>
          <p14:tracePt t="238944" x="7034213" y="4137025"/>
          <p14:tracePt t="238961" x="7048500" y="4122738"/>
          <p14:tracePt t="238992" x="7054850" y="4102100"/>
          <p14:tracePt t="239025" x="7054850" y="4089400"/>
          <p14:tracePt t="239025" x="7054850" y="4062413"/>
          <p14:tracePt t="239050" x="7054850" y="4033838"/>
          <p14:tracePt t="239069" x="7054850" y="4027488"/>
          <p14:tracePt t="239071" x="7054850" y="4006850"/>
          <p14:tracePt t="239082" x="7048500" y="3986213"/>
          <p14:tracePt t="239110" x="7034213" y="3959225"/>
          <p14:tracePt t="239111" x="7027863" y="3932238"/>
          <p14:tracePt t="239137" x="7000875" y="3905250"/>
          <p14:tracePt t="239138" x="6973888" y="3878263"/>
          <p14:tracePt t="239160" x="6953250" y="3863975"/>
          <p14:tracePt t="239191" x="6932613" y="3878263"/>
          <p14:tracePt t="239213" x="6926263" y="3884613"/>
          <p14:tracePt t="239214" x="6911975" y="3890963"/>
          <p14:tracePt t="239223" x="6905625" y="3925888"/>
          <p14:tracePt t="239236" x="6899275" y="3932238"/>
          <p14:tracePt t="239255" x="6899275" y="3952875"/>
          <p14:tracePt t="239305" x="6911975" y="3952875"/>
          <p14:tracePt t="239313" x="6932613" y="3938588"/>
          <p14:tracePt t="239328" x="6953250" y="3925888"/>
          <p14:tracePt t="239329" x="6973888" y="3905250"/>
          <p14:tracePt t="239361" x="6986588" y="3878263"/>
          <p14:tracePt t="239385" x="7000875" y="3810000"/>
          <p14:tracePt t="239387" x="6986588" y="3789363"/>
          <p14:tracePt t="239408" x="6980238" y="3789363"/>
          <p14:tracePt t="239433" x="6953250" y="3803650"/>
          <p14:tracePt t="239442" x="6932613" y="3816350"/>
          <p14:tracePt t="239455" x="6911975" y="3851275"/>
          <p14:tracePt t="239475" x="6905625" y="3884613"/>
          <p14:tracePt t="239508" x="6905625" y="3890963"/>
          <p14:tracePt t="239509" x="6905625" y="3905250"/>
          <p14:tracePt t="239534" x="6932613" y="3905250"/>
          <p14:tracePt t="239554" x="6973888" y="3878263"/>
          <p14:tracePt t="239566" x="6980238" y="3863975"/>
          <p14:tracePt t="239585" x="6980238" y="3851275"/>
          <p14:tracePt t="239606" x="6986588" y="3836988"/>
          <p14:tracePt t="239623" x="6980238" y="3851275"/>
          <p14:tracePt t="239636" x="6973888" y="3851275"/>
          <p14:tracePt t="239656" x="6938963" y="3857625"/>
          <p14:tracePt t="239839" x="6953250" y="3857625"/>
          <p14:tracePt t="239863" x="7027863" y="3857625"/>
          <p14:tracePt t="239871" x="7054850" y="3857625"/>
          <p14:tracePt t="239906" x="7102475" y="3863975"/>
          <p14:tracePt t="239907" x="7253288" y="3884613"/>
          <p14:tracePt t="239915" x="7348538" y="3890963"/>
          <p14:tracePt t="239940" x="7646988" y="3925888"/>
          <p14:tracePt t="239955" x="7872413" y="3932238"/>
          <p14:tracePt t="239979" x="8218488" y="3932238"/>
          <p14:tracePt t="240017" x="8429625" y="3925888"/>
          <p14:tracePt t="240018" x="8497888" y="3911600"/>
          <p14:tracePt t="240041" x="8497888" y="3905250"/>
          <p14:tracePt t="240050" x="8483600" y="3905250"/>
          <p14:tracePt t="240072" x="8477250" y="3884613"/>
          <p14:tracePt t="240104" x="8462963" y="3878263"/>
          <p14:tracePt t="240105" x="8450263" y="3863975"/>
          <p14:tracePt t="240134" x="8429625" y="3857625"/>
          <p14:tracePt t="240157" x="8423275" y="3851275"/>
          <p14:tracePt t="240175" x="8402638" y="3830638"/>
          <p14:tracePt t="240211" x="8408988" y="3830638"/>
          <p14:tracePt t="240222" x="8435975" y="3830638"/>
          <p14:tracePt t="240238" x="8477250" y="3830638"/>
          <p14:tracePt t="240251" x="8504238" y="3830638"/>
          <p14:tracePt t="240255" x="8545513" y="3830638"/>
          <p14:tracePt t="240271" x="8586788" y="3836988"/>
          <p14:tracePt t="240283" x="8605838" y="3836988"/>
          <p14:tracePt t="240285" x="8620125" y="3836988"/>
          <p14:tracePt t="240356" x="8605838" y="3830638"/>
          <p14:tracePt t="240356" x="8578850" y="3830638"/>
          <p14:tracePt t="240365" x="8558213" y="3830638"/>
          <p14:tracePt t="240388" x="8551863" y="3830638"/>
          <p14:tracePt t="240390" x="8545513" y="3830638"/>
          <p14:tracePt t="240407" x="8531225" y="3836988"/>
          <p14:tracePt t="240478" x="8551863" y="3836988"/>
          <p14:tracePt t="240491" x="8558213" y="3836988"/>
          <p14:tracePt t="240510" x="8578850" y="3816350"/>
          <p14:tracePt t="240525" x="8578850" y="3810000"/>
          <p14:tracePt t="240558" x="8578850" y="3789363"/>
          <p14:tracePt t="240583" x="8572500" y="3789363"/>
          <p14:tracePt t="240603" x="8558213" y="3803650"/>
          <p14:tracePt t="240604" x="8551863" y="3816350"/>
          <p14:tracePt t="240615" x="8545513" y="3836988"/>
          <p14:tracePt t="240634" x="8545513" y="3863975"/>
          <p14:tracePt t="240638" x="8545513" y="3884613"/>
          <p14:tracePt t="240668" x="8558213" y="3911600"/>
          <p14:tracePt t="240691" x="8586788" y="3911600"/>
          <p14:tracePt t="240711" x="8599488" y="3905250"/>
          <p14:tracePt t="240712" x="8605838" y="3890963"/>
          <p14:tracePt t="240732" x="8605838" y="3884613"/>
          <p14:tracePt t="240741" x="8605838" y="3878263"/>
          <p14:tracePt t="240781" x="8605838" y="3884613"/>
          <p14:tracePt t="240800" x="8599488" y="3884613"/>
          <p14:tracePt t="240810" x="8545513" y="3905250"/>
          <p14:tracePt t="240983" x="8558213" y="3905250"/>
          <p14:tracePt t="241018" x="8626475" y="3905250"/>
          <p14:tracePt t="241019" x="8816975" y="3911600"/>
          <p14:tracePt t="241051" x="9048750" y="3925888"/>
          <p14:tracePt t="241084" x="9415463" y="3952875"/>
          <p14:tracePt t="241116" x="9661525" y="3959225"/>
          <p14:tracePt t="241122" x="9804400" y="3959225"/>
          <p14:tracePt t="241130" x="9899650" y="3959225"/>
          <p14:tracePt t="241156" x="10048875" y="3959225"/>
          <p14:tracePt t="241179" x="10082213" y="3959225"/>
          <p14:tracePt t="241221" x="10096500" y="3959225"/>
          <p14:tracePt t="241275" x="10102850" y="3959225"/>
          <p14:tracePt t="241310" x="10096500" y="3959225"/>
          <p14:tracePt t="241343" x="10096500" y="3952875"/>
          <p14:tracePt t="241373" x="10102850" y="3952875"/>
          <p14:tracePt t="241381" x="10102850" y="3938588"/>
          <p14:tracePt t="241437" x="10110788" y="3938588"/>
          <p14:tracePt t="241445" x="10123488" y="3938588"/>
          <p14:tracePt t="241469" x="10129838" y="3938588"/>
          <p14:tracePt t="241470" x="10150475" y="3952875"/>
          <p14:tracePt t="241486" x="10158413" y="3952875"/>
          <p14:tracePt t="241527" x="10177463" y="3952875"/>
          <p14:tracePt t="241528" x="10177463" y="3938588"/>
          <p14:tracePt t="241595" x="10150475" y="3932238"/>
          <p14:tracePt t="241604" x="10129838" y="3932238"/>
          <p14:tracePt t="241619" x="10123488" y="3932238"/>
          <p14:tracePt t="241652" x="10102850" y="3938588"/>
          <p14:tracePt t="241674" x="10110788" y="3938588"/>
          <p14:tracePt t="241693" x="10144125" y="3938588"/>
          <p14:tracePt t="241710" x="10158413" y="3938588"/>
          <p14:tracePt t="241727" x="10177463" y="3938588"/>
          <p14:tracePt t="241772" x="10171113" y="3938588"/>
          <p14:tracePt t="241805" x="10158413" y="3938588"/>
          <p14:tracePt t="241835" x="10158413" y="3952875"/>
          <p14:tracePt t="241853" x="10171113" y="3952875"/>
          <p14:tracePt t="241910" x="10158413" y="3952875"/>
          <p14:tracePt t="241920" x="10129838" y="3952875"/>
          <p14:tracePt t="241938" x="10102850" y="3959225"/>
          <p14:tracePt t="241939" x="10028238" y="3973513"/>
          <p14:tracePt t="241952" x="9879013" y="3986213"/>
          <p14:tracePt t="241975" x="9471025" y="4014788"/>
          <p14:tracePt t="242008" x="9144000" y="4033838"/>
          <p14:tracePt t="242009" x="8551863" y="4054475"/>
          <p14:tracePt t="242037" x="8042275" y="4054475"/>
          <p14:tracePt t="242045" x="7824788" y="4048125"/>
          <p14:tracePt t="242060" x="7661275" y="4033838"/>
          <p14:tracePt t="242075" x="7497763" y="4006850"/>
          <p14:tracePt t="242108" x="7456488" y="4000500"/>
          <p14:tracePt t="242108" x="7429500" y="3986213"/>
          <p14:tracePt t="242146" x="7429500" y="3979863"/>
          <p14:tracePt t="242204" x="7423150" y="3979863"/>
          <p14:tracePt t="242222" x="7402513" y="3979863"/>
          <p14:tracePt t="242223" x="7381875" y="3979863"/>
          <p14:tracePt t="242235" x="7367588" y="3979863"/>
          <p14:tracePt t="242259" x="7348538" y="3979863"/>
          <p14:tracePt t="242261" x="7340600" y="3979863"/>
          <p14:tracePt t="242284" x="7327900" y="3986213"/>
          <p14:tracePt t="242296" x="7300913" y="3986213"/>
          <p14:tracePt t="242316" x="7218363" y="3986213"/>
          <p14:tracePt t="242336" x="7150100" y="3986213"/>
          <p14:tracePt t="242353" x="7123113" y="3986213"/>
          <p14:tracePt t="242369" x="7081838" y="3973513"/>
          <p14:tracePt t="242382" x="7075488" y="3973513"/>
          <p14:tracePt t="242417" x="7062788" y="3959225"/>
          <p14:tracePt t="242418" x="7054850" y="3952875"/>
          <p14:tracePt t="242526" x="7054850" y="3959225"/>
          <p14:tracePt t="242554" x="7075488" y="3959225"/>
          <p14:tracePt t="242561" x="7081838" y="3959225"/>
          <p14:tracePt t="242576" x="7102475" y="3959225"/>
          <p14:tracePt t="242609" x="7110413" y="3973513"/>
          <p14:tracePt t="242651" x="7102475" y="3973513"/>
          <p14:tracePt t="242677" x="7096125" y="3959225"/>
          <p14:tracePt t="242701" x="7081838" y="3959225"/>
          <p14:tracePt t="242702" x="7075488" y="3959225"/>
          <p14:tracePt t="242703" x="7062788" y="3959225"/>
          <p14:tracePt t="242762" x="7075488" y="3959225"/>
          <p14:tracePt t="242784" x="7102475" y="3959225"/>
          <p14:tracePt t="242804" x="7110413" y="3959225"/>
          <p14:tracePt t="242839" x="7102475" y="3959225"/>
          <p14:tracePt t="242859" x="7096125" y="3959225"/>
          <p14:tracePt t="242874" x="7081838" y="3959225"/>
          <p14:tracePt t="242905" x="7075488" y="3959225"/>
          <p14:tracePt t="243007" x="7081838" y="3959225"/>
          <p14:tracePt t="243029" x="7096125" y="3973513"/>
          <p14:tracePt t="243030" x="7102475" y="3973513"/>
          <p14:tracePt t="243064" x="7185025" y="3979863"/>
          <p14:tracePt t="243099" x="7354888" y="3986213"/>
          <p14:tracePt t="243100" x="7450138" y="4000500"/>
          <p14:tracePt t="243131" x="7762875" y="4014788"/>
          <p14:tracePt t="243132" x="7891463" y="4014788"/>
          <p14:tracePt t="243158" x="8253413" y="4014788"/>
          <p14:tracePt t="243166" x="8375650" y="4006850"/>
          <p14:tracePt t="243182" x="8510588" y="4000500"/>
          <p14:tracePt t="243224" x="8674100" y="3979863"/>
          <p14:tracePt t="243225" x="8729663" y="3973513"/>
          <p14:tracePt t="243390" x="8748713" y="3973513"/>
          <p14:tracePt t="243423" x="8783638" y="3959225"/>
          <p14:tracePt t="243423" x="8816975" y="3959225"/>
          <p14:tracePt t="243448" x="8831263" y="3959225"/>
          <p14:tracePt t="243495" x="8824913" y="3959225"/>
          <p14:tracePt t="243503" x="8804275" y="3959225"/>
          <p14:tracePt t="243519" x="8783638" y="3959225"/>
          <p14:tracePt t="243548" x="8709025" y="3973513"/>
          <p14:tracePt t="243593" x="8661400" y="3973513"/>
          <p14:tracePt t="243663" x="8674100" y="3973513"/>
          <p14:tracePt t="243698" x="8694738" y="3973513"/>
          <p14:tracePt t="243698" x="8701088" y="3973513"/>
          <p14:tracePt t="243765" x="8694738" y="3973513"/>
          <p14:tracePt t="243773" x="8682038" y="3973513"/>
          <p14:tracePt t="243820" x="8674100" y="3973513"/>
          <p14:tracePt t="243821" x="8653463" y="3973513"/>
          <p14:tracePt t="243892" x="8661400" y="3973513"/>
          <p14:tracePt t="243975" x="8674100" y="3973513"/>
          <p14:tracePt t="244030" x="8905875" y="3973513"/>
          <p14:tracePt t="244031" x="9001125" y="3973513"/>
          <p14:tracePt t="244063" x="9286875" y="3952875"/>
          <p14:tracePt t="244071" x="9382125" y="3938588"/>
          <p14:tracePt t="244079" x="9491663" y="3938588"/>
          <p14:tracePt t="244133" x="9634538" y="3932238"/>
          <p14:tracePt t="244134" x="9715500" y="3932238"/>
          <p14:tracePt t="244165" x="9756775" y="3932238"/>
          <p14:tracePt t="244166" x="9777413" y="3932238"/>
          <p14:tracePt t="244192" x="9804400" y="3932238"/>
          <p14:tracePt t="244201" x="9810750" y="3932238"/>
          <p14:tracePt t="244214" x="9825038" y="3938588"/>
          <p14:tracePt t="244254" x="9831388" y="3938588"/>
          <p14:tracePt t="244256" x="9837738" y="3938588"/>
          <p14:tracePt t="244256" x="9858375" y="3938588"/>
          <p14:tracePt t="244292" x="9899650" y="3952875"/>
          <p14:tracePt t="244292" x="9926638" y="3952875"/>
          <p14:tracePt t="244313" x="9980613" y="3952875"/>
          <p14:tracePt t="244325" x="10021888" y="3952875"/>
          <p14:tracePt t="244350" x="10055225" y="3952875"/>
          <p14:tracePt t="244370" x="10069513" y="3952875"/>
          <p14:tracePt t="244428" x="10075863" y="3952875"/>
          <p14:tracePt t="244450" x="10082213" y="3952875"/>
          <p14:tracePt t="244463" x="10102850" y="3952875"/>
          <p14:tracePt t="244501" x="10123488" y="3952875"/>
          <p14:tracePt t="244501" x="10129838" y="3952875"/>
          <p14:tracePt t="244515" x="10144125" y="3952875"/>
          <p14:tracePt t="244517" x="10150475" y="3952875"/>
          <p14:tracePt t="244654" x="10158413" y="3952875"/>
          <p14:tracePt t="244709" x="10177463" y="3952875"/>
          <p14:tracePt t="244710" x="10185400" y="3952875"/>
          <p14:tracePt t="244718" x="10198100" y="3952875"/>
          <p14:tracePt t="244758" x="10206038" y="3952875"/>
          <p14:tracePt t="244845" x="10198100" y="3952875"/>
          <p14:tracePt t="244876" x="10198100" y="3959225"/>
          <p14:tracePt t="244910" x="10225088" y="3959225"/>
          <p14:tracePt t="244942" x="10266363" y="3973513"/>
          <p14:tracePt t="245077" x="10245725" y="3973513"/>
          <p14:tracePt t="245110" x="10102850" y="3986213"/>
          <p14:tracePt t="245111" x="9980613" y="4000500"/>
          <p14:tracePt t="245145" x="9415463" y="4014788"/>
          <p14:tracePt t="245169" x="8504238" y="4006850"/>
          <p14:tracePt t="245199" x="8313738" y="4000500"/>
          <p14:tracePt t="245202" x="7920038" y="3952875"/>
          <p14:tracePt t="245235" x="7837488" y="3932238"/>
          <p14:tracePt t="245236" x="7694613" y="3911600"/>
          <p14:tracePt t="245255" x="7661275" y="3905250"/>
          <p14:tracePt t="245279" x="7593013" y="3890963"/>
          <p14:tracePt t="245280" x="7572375" y="3890963"/>
          <p14:tracePt t="245328" x="7491413" y="3884613"/>
          <p14:tracePt t="245351" x="7450138" y="3884613"/>
          <p14:tracePt t="245384" x="7423150" y="3884613"/>
          <p14:tracePt t="245385" x="7367588" y="3890963"/>
          <p14:tracePt t="245393" x="7340600" y="3890963"/>
          <p14:tracePt t="245411" x="7300913" y="3890963"/>
          <p14:tracePt t="245436" x="7232650" y="3905250"/>
          <p14:tracePt t="245438" x="7205663" y="3905250"/>
          <p14:tracePt t="245454" x="7205663" y="3911600"/>
          <p14:tracePt t="245469" x="7197725" y="3911600"/>
          <p14:tracePt t="245502" x="7197725" y="3925888"/>
          <p14:tracePt t="245503" x="7205663" y="3925888"/>
          <p14:tracePt t="245536" x="7218363" y="3932238"/>
          <p14:tracePt t="245555" x="7232650" y="3938588"/>
          <p14:tracePt t="245569" x="7245350" y="3952875"/>
          <p14:tracePt t="245609" x="7253288" y="3952875"/>
          <p14:tracePt t="245624" x="7253288" y="3959225"/>
          <p14:tracePt t="245652" x="7245350" y="3959225"/>
          <p14:tracePt t="245808" x="7253288" y="3959225"/>
          <p14:tracePt t="245837" x="7259638" y="3959225"/>
          <p14:tracePt t="245845" x="7272338" y="3959225"/>
          <p14:tracePt t="245865" x="7307263" y="3959225"/>
          <p14:tracePt t="245904" x="7381875" y="3959225"/>
          <p14:tracePt t="245905" x="7423150" y="3959225"/>
          <p14:tracePt t="245919" x="7491413" y="3959225"/>
          <p14:tracePt t="245943" x="7646988" y="3959225"/>
          <p14:tracePt t="245944" x="7748588" y="3959225"/>
          <p14:tracePt t="245958" x="7864475" y="3959225"/>
          <p14:tracePt t="246005" x="8137525" y="3979863"/>
          <p14:tracePt t="246006" x="8205788" y="3979863"/>
          <p14:tracePt t="246019" x="8286750" y="3986213"/>
          <p14:tracePt t="246040" x="8402638" y="3986213"/>
          <p14:tracePt t="246056" x="8435975" y="3986213"/>
          <p14:tracePt t="246057" x="8483600" y="3986213"/>
          <p14:tracePt t="246080" x="8545513" y="3986213"/>
          <p14:tracePt t="246112" x="8558213" y="3986213"/>
          <p14:tracePt t="246113" x="8572500" y="3986213"/>
          <p14:tracePt t="246141" x="8578850" y="3986213"/>
          <p14:tracePt t="246236" x="8572500" y="3986213"/>
          <p14:tracePt t="246290" x="8578850" y="3986213"/>
          <p14:tracePt t="246298" x="8586788" y="3986213"/>
          <p14:tracePt t="246320" x="8634413" y="3986213"/>
          <p14:tracePt t="246344" x="8701088" y="3986213"/>
          <p14:tracePt t="246360" x="8729663" y="3986213"/>
          <p14:tracePt t="246383" x="8742363" y="3986213"/>
          <p14:tracePt t="246542" x="8748713" y="3986213"/>
          <p14:tracePt t="246575" x="8777288" y="3986213"/>
          <p14:tracePt t="246612" x="8783638" y="3986213"/>
          <p14:tracePt t="246642" x="8796338" y="3986213"/>
          <p14:tracePt t="247172" x="8804275" y="3986213"/>
          <p14:tracePt t="247203" x="8878888" y="4000500"/>
          <p14:tracePt t="247239" x="8926513" y="4006850"/>
          <p14:tracePt t="247449" x="8939213" y="3986213"/>
          <p14:tracePt t="247456" x="9001125" y="3979863"/>
          <p14:tracePt t="247483" x="9259888" y="3979863"/>
          <p14:tracePt t="247517" x="9367838" y="3979863"/>
          <p14:tracePt t="247518" x="9661525" y="3979863"/>
          <p14:tracePt t="247525" x="9810750" y="3979863"/>
          <p14:tracePt t="247544" x="9899650" y="3973513"/>
          <p14:tracePt t="247545" x="9980613" y="3973513"/>
          <p14:tracePt t="247568" x="10034588" y="3973513"/>
          <p14:tracePt t="247731" x="10048875" y="3973513"/>
          <p14:tracePt t="247738" x="10075863" y="3979863"/>
          <p14:tracePt t="247794" x="10301288" y="3986213"/>
          <p14:tracePt t="247794" x="10367963" y="3986213"/>
          <p14:tracePt t="247803" x="10402888" y="3986213"/>
          <p14:tracePt t="247827" x="10415588" y="3986213"/>
          <p14:tracePt t="247869" x="10402888" y="3986213"/>
          <p14:tracePt t="247903" x="10396538" y="3986213"/>
          <p14:tracePt t="247923" x="10388600" y="3986213"/>
          <p14:tracePt t="248013" x="10367963" y="3986213"/>
          <p14:tracePt t="248041" x="10355263" y="3986213"/>
          <p14:tracePt t="248063" x="10348913" y="3986213"/>
          <p14:tracePt t="248111" x="10355263" y="3986213"/>
          <p14:tracePt t="248135" x="10367963" y="3986213"/>
          <p14:tracePt t="248151" x="10396538" y="3986213"/>
          <p14:tracePt t="248167" x="10402888" y="3986213"/>
          <p14:tracePt t="248184" x="10423525" y="4000500"/>
          <p14:tracePt t="248306" x="10396538" y="4000500"/>
          <p14:tracePt t="248327" x="10320338" y="4000500"/>
          <p14:tracePt t="248341" x="9879013" y="3979863"/>
          <p14:tracePt t="248364" x="9102725" y="3986213"/>
          <p14:tracePt t="248378" x="8674100" y="4000500"/>
          <p14:tracePt t="248414" x="8116888" y="4000500"/>
          <p14:tracePt t="248414" x="7912100" y="3986213"/>
          <p14:tracePt t="248427" x="7789863" y="3979863"/>
          <p14:tracePt t="248450" x="7700963" y="3973513"/>
          <p14:tracePt t="248465" x="7694613" y="3973513"/>
          <p14:tracePt t="248515" x="7688263" y="3973513"/>
          <p14:tracePt t="248515" x="7661275" y="3973513"/>
          <p14:tracePt t="248524" x="7640638" y="3973513"/>
          <p14:tracePt t="248538" x="7620000" y="3973513"/>
          <p14:tracePt t="248555" x="7504113" y="3973513"/>
          <p14:tracePt t="248588" x="7456488" y="3973513"/>
          <p14:tracePt t="248588" x="7415213" y="3973513"/>
          <p14:tracePt t="248614" x="7402513" y="3973513"/>
          <p14:tracePt t="248655" x="7396163" y="3979863"/>
          <p14:tracePt t="248690" x="7381875" y="3979863"/>
          <p14:tracePt t="248734" x="7375525" y="3979863"/>
          <p14:tracePt t="248761" x="7367588" y="3986213"/>
          <p14:tracePt t="248769" x="7348538" y="3986213"/>
          <p14:tracePt t="248806" x="7327900" y="3986213"/>
          <p14:tracePt t="248806" x="7307263" y="3986213"/>
          <p14:tracePt t="248814" x="7272338" y="3986213"/>
          <p14:tracePt t="248828" x="7259638" y="3986213"/>
          <p14:tracePt t="248895" x="7272338" y="3986213"/>
          <p14:tracePt t="248906" x="7280275" y="3986213"/>
          <p14:tracePt t="248918" x="7292975" y="3986213"/>
          <p14:tracePt t="248939" x="7319963" y="3986213"/>
          <p14:tracePt t="248955" x="7327900" y="3986213"/>
          <p14:tracePt t="248972" x="7340600" y="3979863"/>
          <p14:tracePt t="249109" x="7348538" y="3979863"/>
          <p14:tracePt t="249117" x="7375525" y="3986213"/>
          <p14:tracePt t="249131" x="7423150" y="3986213"/>
          <p14:tracePt t="249166" x="7843838" y="4000500"/>
          <p14:tracePt t="249180" x="8062913" y="3986213"/>
          <p14:tracePt t="249226" x="8423275" y="3979863"/>
          <p14:tracePt t="249227" x="8701088" y="3973513"/>
          <p14:tracePt t="249229" x="8748713" y="3973513"/>
          <p14:tracePt t="249255" x="8777288" y="3973513"/>
          <p14:tracePt t="249375" x="8796338" y="3973513"/>
          <p14:tracePt t="249410" x="8872538" y="3986213"/>
          <p14:tracePt t="249417" x="8926513" y="4000500"/>
          <p14:tracePt t="249437" x="9015413" y="4006850"/>
          <p14:tracePt t="249472" x="9021763" y="4006850"/>
          <p14:tracePt t="249517" x="9015413" y="4006850"/>
          <p14:tracePt t="249538" x="9001125" y="4014788"/>
          <p14:tracePt t="249554" x="8994775" y="4014788"/>
          <p14:tracePt t="249575" x="8980488" y="4014788"/>
          <p14:tracePt t="249624" x="8974138" y="4014788"/>
          <p14:tracePt t="249639" x="8967788" y="4014788"/>
          <p14:tracePt t="249715" x="8974138" y="4014788"/>
          <p14:tracePt t="249736" x="8980488" y="4006850"/>
          <p14:tracePt t="249762" x="8994775" y="4006850"/>
          <p14:tracePt t="249770" x="9001125" y="4006850"/>
          <p14:tracePt t="249802" x="9015413" y="4006850"/>
          <p14:tracePt t="249836" x="9001125" y="4006850"/>
          <p14:tracePt t="249862" x="8974138" y="4006850"/>
          <p14:tracePt t="250144" x="8980488" y="4014788"/>
          <p14:tracePt t="250152" x="9001125" y="4014788"/>
          <p14:tracePt t="250174" x="9048750" y="4027488"/>
          <p14:tracePt t="250224" x="9096375" y="4033838"/>
          <p14:tracePt t="250225" x="9224963" y="4048125"/>
          <p14:tracePt t="250236" x="9313863" y="4048125"/>
          <p14:tracePt t="250257" x="9586913" y="4048125"/>
          <p14:tracePt t="250287" x="9864725" y="4048125"/>
          <p14:tracePt t="250287" x="10021888" y="4033838"/>
          <p14:tracePt t="250323" x="10218738" y="4014788"/>
          <p14:tracePt t="250331" x="10233025" y="4006850"/>
          <p14:tracePt t="250345" x="10245725" y="4006850"/>
          <p14:tracePt t="250366" x="10253663" y="4006850"/>
          <p14:tracePt t="250401" x="10266363" y="4000500"/>
          <p14:tracePt t="250432" x="10272713" y="4000500"/>
          <p14:tracePt t="250433" x="10307638" y="4000500"/>
          <p14:tracePt t="250455" x="10367963" y="4000500"/>
          <p14:tracePt t="250483" x="10388600" y="4000500"/>
          <p14:tracePt t="250510" x="10396538" y="4000500"/>
          <p14:tracePt t="250570" x="10402888" y="4000500"/>
          <p14:tracePt t="250628" x="10415588" y="4000500"/>
          <p14:tracePt t="250636" x="10423525" y="4000500"/>
          <p14:tracePt t="250684" x="10429875" y="4000500"/>
          <p14:tracePt t="250684" x="10471150" y="4000500"/>
          <p14:tracePt t="250771" x="10477500" y="4000500"/>
          <p14:tracePt t="250809" x="10491788" y="4000500"/>
          <p14:tracePt t="250834" x="10498138" y="4000500"/>
          <p14:tracePt t="250867" x="10504488" y="4000500"/>
          <p14:tracePt t="250882" x="10518775" y="4000500"/>
          <p14:tracePt t="251055" x="10525125" y="4000500"/>
          <p14:tracePt t="251400" x="10504488" y="4000500"/>
          <p14:tracePt t="251429" x="10402888" y="4000500"/>
          <p14:tracePt t="251437" x="10272713" y="4000500"/>
          <p14:tracePt t="251453" x="10034588" y="4000500"/>
          <p14:tracePt t="251479" x="9483725" y="4014788"/>
          <p14:tracePt t="251480" x="9123363" y="4048125"/>
          <p14:tracePt t="251522" x="8605838" y="4075113"/>
          <p14:tracePt t="251524" x="8266113" y="4075113"/>
          <p14:tracePt t="251552" x="8081963" y="4054475"/>
          <p14:tracePt t="251566" x="8042275" y="4054475"/>
          <p14:tracePt t="251606" x="8007350" y="4048125"/>
          <p14:tracePt t="251607" x="7986713" y="4048125"/>
          <p14:tracePt t="251616" x="7980363" y="4048125"/>
          <p14:tracePt t="251641" x="7947025" y="4048125"/>
          <p14:tracePt t="251660" x="7899400" y="4033838"/>
          <p14:tracePt t="251698" x="7872413" y="4033838"/>
          <p14:tracePt t="251699" x="7810500" y="4033838"/>
          <p14:tracePt t="251707" x="7796213" y="4033838"/>
          <p14:tracePt t="251720" x="7783513" y="4033838"/>
          <p14:tracePt t="251743" x="7769225" y="4033838"/>
          <p14:tracePt t="251759" x="7748588" y="4033838"/>
          <p14:tracePt t="251761" x="7721600" y="4048125"/>
          <p14:tracePt t="251776" x="7700963" y="4048125"/>
          <p14:tracePt t="251809" x="7667625" y="4048125"/>
          <p14:tracePt t="251809" x="7613650" y="4048125"/>
          <p14:tracePt t="251820" x="7593013" y="4048125"/>
          <p14:tracePt t="251837" x="7578725" y="4048125"/>
          <p14:tracePt t="251897" x="7572375" y="4048125"/>
          <p14:tracePt t="251939" x="7572375" y="4033838"/>
          <p14:tracePt t="251972" x="7566025" y="4033838"/>
          <p14:tracePt t="251973" x="7566025" y="4027488"/>
          <p14:tracePt t="251974" x="7551738" y="4027488"/>
          <p14:tracePt t="252005" x="7545388" y="4027488"/>
          <p14:tracePt t="252013" x="7539038" y="4027488"/>
          <p14:tracePt t="252026" x="7518400" y="4014788"/>
          <p14:tracePt t="252041" x="7497763" y="4014788"/>
          <p14:tracePt t="252056" x="7491413" y="4014788"/>
          <p14:tracePt t="252153" x="7491413" y="4006850"/>
          <p14:tracePt t="252175" x="7497763" y="4006850"/>
          <p14:tracePt t="252199" x="7497763" y="4000500"/>
          <p14:tracePt t="252258" x="7491413" y="4000500"/>
          <p14:tracePt t="252290" x="7491413" y="4006850"/>
          <p14:tracePt t="252291" x="7491413" y="4014788"/>
          <p14:tracePt t="252359" x="7497763" y="4014788"/>
          <p14:tracePt t="252393" x="7504113" y="4014788"/>
          <p14:tracePt t="252457" x="7497763" y="4014788"/>
          <p14:tracePt t="252523" x="7497763" y="4027488"/>
          <p14:tracePt t="252524" x="7504113" y="4027488"/>
          <p14:tracePt t="252563" x="7524750" y="4027488"/>
          <p14:tracePt t="252573" x="7539038" y="4014788"/>
          <p14:tracePt t="252623" x="7545388" y="4014788"/>
          <p14:tracePt t="252657" x="7545388" y="4006850"/>
          <p14:tracePt t="252743" x="7551738" y="4006850"/>
          <p14:tracePt t="252750" x="7566025" y="4006850"/>
          <p14:tracePt t="252777" x="7599363" y="4006850"/>
          <p14:tracePt t="252825" x="7673975" y="4006850"/>
          <p14:tracePt t="252825" x="7796213" y="4006850"/>
          <p14:tracePt t="252833" x="7891463" y="4006850"/>
          <p14:tracePt t="252858" x="8110538" y="4006850"/>
          <p14:tracePt t="252878" x="8388350" y="4014788"/>
          <p14:tracePt t="252917" x="8558213" y="4027488"/>
          <p14:tracePt t="252918" x="8816975" y="4027488"/>
          <p14:tracePt t="252919" x="8905875" y="4033838"/>
          <p14:tracePt t="252945" x="8967788" y="4033838"/>
          <p14:tracePt t="252945" x="8980488" y="4033838"/>
          <p14:tracePt t="252954" x="8994775" y="4033838"/>
          <p14:tracePt t="253010" x="8980488" y="4033838"/>
          <p14:tracePt t="253099" x="8994775" y="4033838"/>
          <p14:tracePt t="253122" x="9021763" y="4033838"/>
          <p14:tracePt t="253135" x="9048750" y="4027488"/>
          <p14:tracePt t="253161" x="9075738" y="4027488"/>
          <p14:tracePt t="253180" x="9090025" y="4027488"/>
          <p14:tracePt t="253217" x="9075738" y="4027488"/>
          <p14:tracePt t="253223" x="9069388" y="4027488"/>
          <p14:tracePt t="253257" x="9063038" y="4033838"/>
          <p14:tracePt t="253336" x="9069388" y="4027488"/>
          <p14:tracePt t="253362" x="9075738" y="4027488"/>
          <p14:tracePt t="253460" x="9090025" y="4027488"/>
          <p14:tracePt t="253494" x="9096375" y="4027488"/>
          <p14:tracePt t="253563" x="9090025" y="4027488"/>
          <p14:tracePt t="253748" x="9096375" y="4027488"/>
          <p14:tracePt t="253756" x="9191625" y="4033838"/>
          <p14:tracePt t="253773" x="9313863" y="4054475"/>
          <p14:tracePt t="253774" x="9388475" y="4062413"/>
          <p14:tracePt t="253787" x="9518650" y="4075113"/>
          <p14:tracePt t="253814" x="9810750" y="4102100"/>
          <p14:tracePt t="253835" x="10171113" y="4129088"/>
          <p14:tracePt t="253861" x="10402888" y="4129088"/>
          <p14:tracePt t="253877" x="10504488" y="4129088"/>
          <p14:tracePt t="253878" x="10545763" y="4129088"/>
          <p14:tracePt t="253912" x="10587038" y="4129088"/>
          <p14:tracePt t="253913" x="10599738" y="4122738"/>
          <p14:tracePt t="253945" x="10599738" y="4102100"/>
          <p14:tracePt t="253992" x="10614025" y="4075113"/>
          <p14:tracePt t="254027" x="10614025" y="4062413"/>
          <p14:tracePt t="254028" x="10620375" y="4048125"/>
          <p14:tracePt t="254035" x="10626725" y="4048125"/>
          <p14:tracePt t="254055" x="10641013" y="4048125"/>
          <p14:tracePt t="254056" x="10661650" y="4048125"/>
          <p14:tracePt t="254068" x="10694988" y="4048125"/>
          <p14:tracePt t="254106" x="10769600" y="4054475"/>
          <p14:tracePt t="254108" x="10817225" y="4054475"/>
          <p14:tracePt t="254122" x="10837863" y="4062413"/>
          <p14:tracePt t="254123" x="10844213" y="4062413"/>
          <p14:tracePt t="254163" x="10837863" y="4062413"/>
          <p14:tracePt t="254180" x="10810875" y="4062413"/>
          <p14:tracePt t="254222" x="10790238" y="4062413"/>
          <p14:tracePt t="254223" x="10709275" y="4048125"/>
          <p14:tracePt t="254224" x="10668000" y="4033838"/>
          <p14:tracePt t="254251" x="10626725" y="4027488"/>
          <p14:tracePt t="254283" x="10626725" y="4014788"/>
          <p14:tracePt t="254317" x="10641013" y="4014788"/>
          <p14:tracePt t="254350" x="10647363" y="4014788"/>
          <p14:tracePt t="254363" x="10647363" y="4006850"/>
          <p14:tracePt t="254440" x="10661650" y="4006850"/>
          <p14:tracePt t="254461" x="10668000" y="4006850"/>
          <p14:tracePt t="254517" x="10668000" y="4014788"/>
          <p14:tracePt t="254517" x="10661650" y="4014788"/>
          <p14:tracePt t="254545" x="10626725" y="4014788"/>
          <p14:tracePt t="254553" x="10587038" y="4027488"/>
          <p14:tracePt t="254568" x="10504488" y="4033838"/>
          <p14:tracePt t="254610" x="10225088" y="4054475"/>
          <p14:tracePt t="254611" x="9777413" y="4048125"/>
          <p14:tracePt t="254619" x="9456738" y="4027488"/>
          <p14:tracePt t="254633" x="9137650" y="4006850"/>
          <p14:tracePt t="254645" x="8926513" y="3986213"/>
          <p14:tracePt t="254660" x="8661400" y="3973513"/>
          <p14:tracePt t="254674" x="8462963" y="3959225"/>
          <p14:tracePt t="254677" x="8355013" y="3952875"/>
          <p14:tracePt t="254703" x="8253413" y="3938588"/>
          <p14:tracePt t="254704" x="8191500" y="3932238"/>
          <p14:tracePt t="254715" x="8177213" y="3932238"/>
          <p14:tracePt t="254749" x="8164513" y="3932238"/>
          <p14:tracePt t="254749" x="8158163" y="3938588"/>
          <p14:tracePt t="254778" x="8137525" y="3938588"/>
          <p14:tracePt t="254806" x="8129588" y="3938588"/>
          <p14:tracePt t="254806" x="8116888" y="3938588"/>
          <p14:tracePt t="254815" x="8110538" y="3952875"/>
          <p14:tracePt t="254829" x="8102600" y="3952875"/>
          <p14:tracePt t="254914" x="8089900" y="3959225"/>
          <p14:tracePt t="254945" x="8054975" y="3973513"/>
          <p14:tracePt t="254945" x="8021638" y="3973513"/>
          <p14:tracePt t="254967" x="7912100" y="3986213"/>
          <p14:tracePt t="254994" x="7858125" y="3986213"/>
          <p14:tracePt t="254995" x="7783513" y="4000500"/>
          <p14:tracePt t="255004" x="7721600" y="4000500"/>
          <p14:tracePt t="255024" x="7667625" y="4000500"/>
          <p14:tracePt t="255043" x="7661275" y="4000500"/>
          <p14:tracePt t="255056" x="7646988" y="4000500"/>
          <p14:tracePt t="255713" x="7688263" y="4000500"/>
          <p14:tracePt t="255720" x="7735888" y="4006850"/>
          <p14:tracePt t="255748" x="7920038" y="4027488"/>
          <p14:tracePt t="255766" x="8301038" y="4048125"/>
          <p14:tracePt t="255815" x="8626475" y="4048125"/>
          <p14:tracePt t="255816" x="8804275" y="4033838"/>
          <p14:tracePt t="255824" x="8843963" y="4027488"/>
          <p14:tracePt t="255838" x="8872538" y="4027488"/>
          <p14:tracePt t="255863" x="8878888" y="4027488"/>
          <p14:tracePt t="255907" x="8891588" y="4027488"/>
          <p14:tracePt t="255930" x="8899525" y="4027488"/>
          <p14:tracePt t="255946" x="8905875" y="4014788"/>
          <p14:tracePt t="255963" x="8926513" y="4014788"/>
          <p14:tracePt t="255979" x="8980488" y="4014788"/>
          <p14:tracePt t="256011" x="9028113" y="4014788"/>
          <p14:tracePt t="256012" x="9123363" y="4014788"/>
          <p14:tracePt t="256038" x="9150350" y="4006850"/>
          <p14:tracePt t="256364" x="9164638" y="4006850"/>
          <p14:tracePt t="256397" x="9191625" y="4006850"/>
          <p14:tracePt t="256432" x="9218613" y="4006850"/>
          <p14:tracePt t="256465" x="9266238" y="4006850"/>
          <p14:tracePt t="256504" x="9409113" y="4006850"/>
          <p14:tracePt t="256513" x="9471025" y="4006850"/>
          <p14:tracePt t="256538" x="9682163" y="4006850"/>
          <p14:tracePt t="256565" x="9932988" y="4006850"/>
          <p14:tracePt t="256581" x="9986963" y="4006850"/>
          <p14:tracePt t="256630" x="10158413" y="4006850"/>
          <p14:tracePt t="256631" x="10245725" y="4006850"/>
          <p14:tracePt t="256646" x="10266363" y="4000500"/>
          <p14:tracePt t="256689" x="10301288" y="4000500"/>
          <p14:tracePt t="256690" x="10340975" y="4000500"/>
          <p14:tracePt t="256711" x="10375900" y="4000500"/>
          <p14:tracePt t="256728" x="10396538" y="4000500"/>
          <p14:tracePt t="256751" x="10423525" y="4000500"/>
          <p14:tracePt t="256766" x="10444163" y="4000500"/>
          <p14:tracePt t="256767" x="10471150" y="4000500"/>
          <p14:tracePt t="256778" x="10491788" y="4000500"/>
          <p14:tracePt t="256814" x="10504488" y="4000500"/>
          <p14:tracePt t="256815" x="10566400" y="4000500"/>
          <p14:tracePt t="256827" x="10587038" y="4000500"/>
          <p14:tracePt t="256848" x="10599738" y="4000500"/>
          <p14:tracePt t="256894" x="10620375" y="4006850"/>
          <p14:tracePt t="256896" x="10641013" y="4006850"/>
          <p14:tracePt t="256910" x="10647363" y="4006850"/>
          <p14:tracePt t="256931" x="10674350" y="4006850"/>
          <p14:tracePt t="256945" x="10694988" y="4006850"/>
          <p14:tracePt t="256965" x="10721975" y="4014788"/>
          <p14:tracePt t="256981" x="10736263" y="4014788"/>
          <p14:tracePt t="257011" x="10742613" y="4014788"/>
          <p14:tracePt t="257049" x="10748963" y="4014788"/>
          <p14:tracePt t="257082" x="10763250" y="4014788"/>
          <p14:tracePt t="257103" x="10769600" y="4014788"/>
          <p14:tracePt t="257171" x="10763250" y="4014788"/>
          <p14:tracePt t="257206" x="10715625" y="4014788"/>
          <p14:tracePt t="257207" x="10661650" y="4006850"/>
          <p14:tracePt t="257230" x="10055225" y="4006850"/>
          <p14:tracePt t="257245" x="9715500" y="4006850"/>
          <p14:tracePt t="257266" x="9123363" y="4014788"/>
          <p14:tracePt t="257273" x="8864600" y="4014788"/>
          <p14:tracePt t="257298" x="8558213" y="4006850"/>
          <p14:tracePt t="257318" x="8456613" y="4000500"/>
          <p14:tracePt t="257319" x="8375650" y="3986213"/>
          <p14:tracePt t="257357" x="8334375" y="3986213"/>
          <p14:tracePt t="257358" x="8259763" y="3986213"/>
          <p14:tracePt t="257366" x="8232775" y="3986213"/>
          <p14:tracePt t="257379" x="8185150" y="3986213"/>
          <p14:tracePt t="257411" x="8089900" y="4000500"/>
          <p14:tracePt t="257412" x="8042275" y="4000500"/>
          <p14:tracePt t="257428" x="7967663" y="4000500"/>
          <p14:tracePt t="257609" x="7967663" y="3986213"/>
          <p14:tracePt t="257634" x="7959725" y="3986213"/>
          <p14:tracePt t="257648" x="7967663" y="3986213"/>
          <p14:tracePt t="257673" x="7959725" y="4000500"/>
          <p14:tracePt t="257693" x="7939088" y="4000500"/>
          <p14:tracePt t="257734" x="7932738" y="4000500"/>
          <p14:tracePt t="257735" x="7920038" y="4000500"/>
          <p14:tracePt t="257771" x="7912100" y="3986213"/>
          <p14:tracePt t="257818" x="7899400" y="3986213"/>
          <p14:tracePt t="257837" x="7891463" y="3986213"/>
          <p14:tracePt t="257852" x="7885113" y="3986213"/>
          <p14:tracePt t="257873" x="7858125" y="3986213"/>
          <p14:tracePt t="257915" x="7837488" y="3986213"/>
          <p14:tracePt t="257916" x="7810500" y="3986213"/>
          <p14:tracePt t="257960" x="7816850" y="3986213"/>
          <p14:tracePt t="257981" x="7816850" y="3979863"/>
          <p14:tracePt t="258024" x="7816850" y="3973513"/>
          <p14:tracePt t="258032" x="7810500" y="3973513"/>
          <p14:tracePt t="258057" x="7796213" y="3973513"/>
          <p14:tracePt t="258073" x="7783513" y="3979863"/>
          <p14:tracePt t="258162" x="7789863" y="3979863"/>
          <p14:tracePt t="258222" x="7796213" y="3979863"/>
          <p14:tracePt t="258259" x="7789863" y="3973513"/>
          <p14:tracePt t="258368" x="7796213" y="3979863"/>
          <p14:tracePt t="258376" x="7843838" y="3979863"/>
          <p14:tracePt t="258419" x="7939088" y="3979863"/>
          <p14:tracePt t="258420" x="8239125" y="3979863"/>
          <p14:tracePt t="258433" x="8456613" y="3979863"/>
          <p14:tracePt t="258455" x="8843963" y="3973513"/>
          <p14:tracePt t="258474" x="9021763" y="3973513"/>
          <p14:tracePt t="258476" x="9150350" y="3973513"/>
          <p14:tracePt t="258517" x="9212263" y="3973513"/>
          <p14:tracePt t="258518" x="9293225" y="3959225"/>
          <p14:tracePt t="258526" x="9307513" y="3959225"/>
          <p14:tracePt t="258541" x="9313863" y="3959225"/>
          <p14:tracePt t="258564" x="9320213" y="3959225"/>
          <p14:tracePt t="258584" x="9334500" y="3959225"/>
          <p14:tracePt t="258597" x="9340850" y="3959225"/>
          <p14:tracePt t="258617" x="9348788" y="3959225"/>
          <p14:tracePt t="258650" x="9367838" y="3959225"/>
          <p14:tracePt t="258658" x="9382125" y="3959225"/>
          <p14:tracePt t="258673" x="9396413" y="3959225"/>
          <p14:tracePt t="258690" x="9444038" y="3973513"/>
          <p14:tracePt t="258723" x="9456738" y="3973513"/>
          <p14:tracePt t="258724" x="9463088" y="3973513"/>
          <p14:tracePt t="258751" x="9444038" y="3973513"/>
          <p14:tracePt t="258773" x="9415463" y="3979863"/>
          <p14:tracePt t="258784" x="9388475" y="3979863"/>
          <p14:tracePt t="258802" x="9367838" y="3979863"/>
          <p14:tracePt t="258804" x="9348788" y="3979863"/>
          <p14:tracePt t="258817" x="9334500" y="3979863"/>
          <p14:tracePt t="258835" x="9320213" y="3979863"/>
          <p14:tracePt t="258837" x="9313863" y="3979863"/>
          <p14:tracePt t="258850" x="9307513" y="3979863"/>
          <p14:tracePt t="258915" x="9313863" y="3979863"/>
          <p14:tracePt t="258939" x="9320213" y="3979863"/>
          <p14:tracePt t="258965" x="9340850" y="3973513"/>
          <p14:tracePt t="259028" x="9320213" y="3979863"/>
          <p14:tracePt t="259050" x="9313863" y="3979863"/>
          <p14:tracePt t="259120" x="9320213" y="3979863"/>
          <p14:tracePt t="259149" x="9340850" y="3979863"/>
          <p14:tracePt t="259157" x="9348788" y="3979863"/>
          <p14:tracePt t="259175" x="9367838" y="3979863"/>
          <p14:tracePt t="259216" x="9340850" y="3973513"/>
          <p14:tracePt t="259323" x="9348788" y="3973513"/>
          <p14:tracePt t="259356" x="9504363" y="3973513"/>
          <p14:tracePt t="259396" x="9742488" y="3959225"/>
          <p14:tracePt t="259403" x="9864725" y="3959225"/>
          <p14:tracePt t="259430" x="10048875" y="3959225"/>
          <p14:tracePt t="259456" x="10206038" y="3952875"/>
          <p14:tracePt t="259457" x="10272713" y="3938588"/>
          <p14:tracePt t="259472" x="10340975" y="3938588"/>
          <p14:tracePt t="259514" x="10504488" y="3938588"/>
          <p14:tracePt t="259514" x="10539413" y="3938588"/>
          <p14:tracePt t="259531" x="10552113" y="3938588"/>
          <p14:tracePt t="259556" x="10566400" y="3938588"/>
          <p14:tracePt t="259680" x="10572750" y="3938588"/>
          <p14:tracePt t="259680" x="10593388" y="3938588"/>
          <p14:tracePt t="259712" x="10688638" y="3952875"/>
          <p14:tracePt t="259719" x="10721975" y="3952875"/>
          <p14:tracePt t="259747" x="10817225" y="3952875"/>
          <p14:tracePt t="259749" x="10837863" y="3952875"/>
          <p14:tracePt t="259771" x="10844213" y="3952875"/>
          <p14:tracePt t="259951" x="10858500" y="3952875"/>
          <p14:tracePt t="259985" x="10891838" y="3959225"/>
          <p14:tracePt t="260026" x="10912475" y="3959225"/>
          <p14:tracePt t="260064" x="10891838" y="3959225"/>
          <p14:tracePt t="260065" x="10858500" y="3959225"/>
          <p14:tracePt t="260098" x="10307638" y="3973513"/>
          <p14:tracePt t="260129" x="9456738" y="3959225"/>
          <p14:tracePt t="260130" x="9150350" y="3959225"/>
          <p14:tracePt t="260155" x="8497888" y="3952875"/>
          <p14:tracePt t="260183" x="8081963" y="3932238"/>
          <p14:tracePt t="260219" x="7858125" y="3911600"/>
          <p14:tracePt t="260220" x="7824788" y="3911600"/>
          <p14:tracePt t="260236" x="7816850" y="3911600"/>
          <p14:tracePt t="260255" x="7810500" y="3911600"/>
          <p14:tracePt t="260357" x="7789863" y="3911600"/>
          <p14:tracePt t="260390" x="7735888" y="3911600"/>
          <p14:tracePt t="260391" x="7667625" y="3911600"/>
          <p14:tracePt t="260420" x="7566025" y="3925888"/>
          <p14:tracePt t="260428" x="7539038" y="3925888"/>
          <p14:tracePt t="260470" x="7545388" y="3925888"/>
          <p14:tracePt t="260481" x="7566025" y="3925888"/>
          <p14:tracePt t="260518" x="7646988" y="3925888"/>
          <p14:tracePt t="260519" x="7688263" y="3932238"/>
          <p14:tracePt t="260531" x="7742238" y="3932238"/>
          <p14:tracePt t="260555" x="7810500" y="3938588"/>
          <p14:tracePt t="260570" x="7824788" y="3938588"/>
          <p14:tracePt t="260705" x="7837488" y="3938588"/>
          <p14:tracePt t="260734" x="7858125" y="3938588"/>
          <p14:tracePt t="260742" x="7872413" y="3938588"/>
          <p14:tracePt t="260763" x="7885113" y="3938588"/>
          <p14:tracePt t="260816" x="7891463" y="3952875"/>
          <p14:tracePt t="260847" x="7872413" y="3938588"/>
          <p14:tracePt t="260855" x="7864475" y="3938588"/>
          <p14:tracePt t="260879" x="7824788" y="3938588"/>
          <p14:tracePt t="260925" x="7816850" y="3938588"/>
          <p14:tracePt t="260927" x="7810500" y="3938588"/>
          <p14:tracePt t="260954" x="7837488" y="3938588"/>
          <p14:tracePt t="260999" x="7885113" y="3938588"/>
          <p14:tracePt t="261000" x="7939088" y="3938588"/>
          <p14:tracePt t="261009" x="7980363" y="3952875"/>
          <p14:tracePt t="261031" x="8021638" y="3959225"/>
          <p14:tracePt t="261079" x="8015288" y="3959225"/>
          <p14:tracePt t="261179" x="8042275" y="3959225"/>
          <p14:tracePt t="261210" x="8158163" y="3973513"/>
          <p14:tracePt t="261211" x="8232775" y="3959225"/>
          <p14:tracePt t="261252" x="8634413" y="3979863"/>
          <p14:tracePt t="261260" x="8783638" y="3986213"/>
          <p14:tracePt t="261311" x="8980488" y="4000500"/>
          <p14:tracePt t="261312" x="9137650" y="4000500"/>
          <p14:tracePt t="261345" x="9170988" y="4000500"/>
          <p14:tracePt t="261346" x="9185275" y="4000500"/>
          <p14:tracePt t="261371" x="9191625" y="4000500"/>
          <p14:tracePt t="261410" x="9197975" y="4000500"/>
          <p14:tracePt t="261418" x="9218613" y="4000500"/>
          <p14:tracePt t="261440" x="9245600" y="4000500"/>
          <p14:tracePt t="261482" x="9272588" y="4000500"/>
          <p14:tracePt t="261483" x="9307513" y="4000500"/>
          <p14:tracePt t="261493" x="9334500" y="4000500"/>
          <p14:tracePt t="261538" x="9382125" y="4000500"/>
          <p14:tracePt t="261539" x="9415463" y="4000500"/>
          <p14:tracePt t="261604" x="9409113" y="4000500"/>
          <p14:tracePt t="261604" x="9396413" y="4000500"/>
          <p14:tracePt t="261625" x="9388475" y="4000500"/>
          <p14:tracePt t="261665" x="9396413" y="4000500"/>
          <p14:tracePt t="261673" x="9415463" y="4000500"/>
          <p14:tracePt t="261712" x="9444038" y="4000500"/>
          <p14:tracePt t="261712" x="9566275" y="4006850"/>
          <p14:tracePt t="261720" x="9653588" y="4006850"/>
          <p14:tracePt t="261737" x="9790113" y="4014788"/>
          <p14:tracePt t="261753" x="10075863" y="4033838"/>
          <p14:tracePt t="261777" x="10340975" y="4033838"/>
          <p14:tracePt t="261796" x="10471150" y="4033838"/>
          <p14:tracePt t="261808" x="10504488" y="4033838"/>
          <p14:tracePt t="261819" x="10518775" y="4027488"/>
          <p14:tracePt t="261833" x="10525125" y="4027488"/>
          <p14:tracePt t="261869" x="10539413" y="4027488"/>
          <p14:tracePt t="261883" x="10545763" y="4027488"/>
          <p14:tracePt t="261915" x="10572750" y="4006850"/>
          <p14:tracePt t="261916" x="10593388" y="4000500"/>
          <p14:tracePt t="261926" x="10620375" y="3986213"/>
          <p14:tracePt t="261957" x="10668000" y="3973513"/>
          <p14:tracePt t="261957" x="10694988" y="3959225"/>
          <p14:tracePt t="261967" x="10715625" y="3952875"/>
          <p14:tracePt t="261983" x="10742613" y="3952875"/>
          <p14:tracePt t="262000" x="10783888" y="3938588"/>
          <p14:tracePt t="262016" x="10790238" y="3938588"/>
          <p14:tracePt t="262033" x="10810875" y="3938588"/>
          <p14:tracePt t="262049" x="10831513" y="3952875"/>
          <p14:tracePt t="262066" x="10885488" y="3979863"/>
          <p14:tracePt t="262083" x="10933113" y="4000500"/>
          <p14:tracePt t="262100" x="11007725" y="4027488"/>
          <p14:tracePt t="262116" x="11055350" y="4033838"/>
          <p14:tracePt t="262132" x="11082338" y="4033838"/>
          <p14:tracePt t="262133" x="11090275" y="4033838"/>
          <p14:tracePt t="262179" x="11082338" y="4033838"/>
          <p14:tracePt t="262190" x="11063288" y="4027488"/>
          <p14:tracePt t="262218" x="11055350" y="4027488"/>
          <p14:tracePt t="262219" x="11034713" y="4014788"/>
          <p14:tracePt t="262243" x="11028363" y="4014788"/>
          <p14:tracePt t="262245" x="11015663" y="4014788"/>
          <p14:tracePt t="262293" x="11028363" y="4014788"/>
          <p14:tracePt t="262312" x="11034713" y="4014788"/>
          <p14:tracePt t="262313" x="11063288" y="4014788"/>
          <p14:tracePt t="262324" x="11082338" y="4014788"/>
          <p14:tracePt t="262337" x="11102975" y="4014788"/>
          <p14:tracePt t="262350" x="11117263" y="4014788"/>
          <p14:tracePt t="262366" x="11129963" y="4014788"/>
          <p14:tracePt t="262530" x="11137900" y="4014788"/>
          <p14:tracePt t="262552" x="11158538" y="4014788"/>
          <p14:tracePt t="262578" x="11185525" y="4006850"/>
          <p14:tracePt t="262598" x="11191875" y="4000500"/>
          <p14:tracePt t="262612" x="11206163" y="3986213"/>
          <p14:tracePt t="262632" x="11191875" y="3973513"/>
          <p14:tracePt t="262652" x="11185525" y="3932238"/>
          <p14:tracePt t="262668" x="11158538" y="3905250"/>
          <p14:tracePt t="262686" x="11102975" y="3863975"/>
          <p14:tracePt t="262701" x="11055350" y="3851275"/>
          <p14:tracePt t="262720" x="10939463" y="3816350"/>
          <p14:tracePt t="262735" x="10844213" y="3803650"/>
          <p14:tracePt t="262754" x="10674350" y="3783013"/>
          <p14:tracePt t="262768" x="10593388" y="3783013"/>
          <p14:tracePt t="262787" x="10429875" y="3789363"/>
          <p14:tracePt t="262824" x="10340975" y="3803650"/>
          <p14:tracePt t="262824" x="10198100" y="3836988"/>
          <p14:tracePt t="262833" x="10144125" y="3857625"/>
          <p14:tracePt t="262846" x="10096500" y="3884613"/>
          <p14:tracePt t="262868" x="10048875" y="3932238"/>
          <p14:tracePt t="262884" x="10048875" y="3938588"/>
          <p14:tracePt t="262897" x="10048875" y="3952875"/>
          <p14:tracePt t="262898" x="10055225" y="3973513"/>
          <p14:tracePt t="262915" x="10096500" y="3986213"/>
          <p14:tracePt t="262935" x="10233025" y="4027488"/>
          <p14:tracePt t="262953" x="10355263" y="4048125"/>
          <p14:tracePt t="262955" x="10518775" y="4062413"/>
          <p14:tracePt t="262983" x="10831513" y="4075113"/>
          <p14:tracePt t="263006" x="10968038" y="4062413"/>
          <p14:tracePt t="263007" x="11055350" y="4062413"/>
          <p14:tracePt t="263015" x="11117263" y="4048125"/>
          <p14:tracePt t="263034" x="11164888" y="4006850"/>
          <p14:tracePt t="263047" x="11177588" y="3979863"/>
          <p14:tracePt t="263068" x="11164888" y="3952875"/>
          <p14:tracePt t="263070" x="11158538" y="3925888"/>
          <p14:tracePt t="263085" x="11117263" y="3884613"/>
          <p14:tracePt t="263098" x="11042650" y="3836988"/>
          <p14:tracePt t="263118" x="10844213" y="3762375"/>
          <p14:tracePt t="263135" x="10694988" y="3735388"/>
          <p14:tracePt t="263137" x="10593388" y="3729038"/>
          <p14:tracePt t="263148" x="10450513" y="3729038"/>
          <p14:tracePt t="263168" x="10320338" y="3735388"/>
          <p14:tracePt t="263184" x="10253663" y="3756025"/>
          <p14:tracePt t="263185" x="10177463" y="3789363"/>
          <p14:tracePt t="263196" x="10144125" y="3816350"/>
          <p14:tracePt t="263217" x="10129838" y="3863975"/>
          <p14:tracePt t="263245" x="10144125" y="3890963"/>
          <p14:tracePt t="263246" x="10245725" y="3952875"/>
          <p14:tracePt t="263271" x="10471150" y="4000500"/>
          <p14:tracePt t="263291" x="10790238" y="3986213"/>
          <p14:tracePt t="263316" x="11015663" y="3932238"/>
          <p14:tracePt t="263337" x="11117263" y="3878263"/>
          <p14:tracePt t="263364" x="11117263" y="3816350"/>
          <p14:tracePt t="263371" x="11090275" y="3803650"/>
          <p14:tracePt t="263385" x="11042650" y="3762375"/>
          <p14:tracePt t="263405" x="10858500" y="3694113"/>
          <p14:tracePt t="263421" x="10715625" y="3681413"/>
          <p14:tracePt t="263438" x="10491788" y="3694113"/>
          <p14:tracePt t="263471" x="10429875" y="3729038"/>
          <p14:tracePt t="263471" x="10348913" y="3803650"/>
          <p14:tracePt t="263502" x="10355263" y="3863975"/>
          <p14:tracePt t="263511" x="10415588" y="3925888"/>
          <p14:tracePt t="263524" x="10491788" y="3959225"/>
          <p14:tracePt t="263538" x="10620375" y="4000500"/>
          <p14:tracePt t="263539" x="10783888" y="4027488"/>
          <p14:tracePt t="263555" x="10891838" y="4033838"/>
          <p14:tracePt t="263571" x="11034713" y="4027488"/>
          <p14:tracePt t="263572" x="11137900" y="4006850"/>
          <p14:tracePt t="263604" x="11191875" y="3986213"/>
          <p14:tracePt t="263605" x="11233150" y="3973513"/>
          <p14:tracePt t="263606" x="11239500" y="3952875"/>
          <p14:tracePt t="263631" x="11212513" y="3890963"/>
          <p14:tracePt t="263652" x="11150600" y="3857625"/>
          <p14:tracePt t="263653" x="11082338" y="3830638"/>
          <p14:tracePt t="263676" x="10831513" y="3768725"/>
          <p14:tracePt t="263705" x="10688638" y="3789363"/>
          <p14:tracePt t="263713" x="10641013" y="3810000"/>
          <p14:tracePt t="263734" x="10620375" y="3863975"/>
          <p14:tracePt t="263752" x="10641013" y="3911600"/>
          <p14:tracePt t="263755" x="10688638" y="3952875"/>
          <p14:tracePt t="263769" x="10769600" y="4006850"/>
          <p14:tracePt t="263782" x="10885488" y="4048125"/>
          <p14:tracePt t="263812" x="11102975" y="4075113"/>
          <p14:tracePt t="263813" x="11225213" y="4062413"/>
          <p14:tracePt t="263823" x="11287125" y="4054475"/>
          <p14:tracePt t="263839" x="11361738" y="4033838"/>
          <p14:tracePt t="263855" x="11409363" y="4006850"/>
          <p14:tracePt t="263871" x="11409363" y="3986213"/>
          <p14:tracePt t="263888" x="11355388" y="3932238"/>
          <p14:tracePt t="263921" x="11239500" y="3890963"/>
          <p14:tracePt t="263921" x="10837863" y="3810000"/>
          <p14:tracePt t="263947" x="10525125" y="3810000"/>
          <p14:tracePt t="263967" x="10307638" y="3857625"/>
          <p14:tracePt t="263979" x="10272713" y="3890963"/>
          <p14:tracePt t="264006" x="10253663" y="3911600"/>
          <p14:tracePt t="264007" x="10266363" y="3932238"/>
          <p14:tracePt t="264018" x="10301288" y="3973513"/>
          <p14:tracePt t="264034" x="10388600" y="4006850"/>
          <p14:tracePt t="264036" x="10477500" y="4033838"/>
          <p14:tracePt t="264048" x="10620375" y="4054475"/>
          <p14:tracePt t="264069" x="10769600" y="4062413"/>
          <p14:tracePt t="264071" x="10872788" y="4075113"/>
          <p14:tracePt t="264084" x="10995025" y="4062413"/>
          <p14:tracePt t="264097" x="11069638" y="4054475"/>
          <p14:tracePt t="264118" x="11129963" y="4027488"/>
          <p14:tracePt t="264134" x="11129963" y="4006850"/>
          <p14:tracePt t="264136" x="11110913" y="3979863"/>
          <p14:tracePt t="264163" x="10995025" y="3890963"/>
          <p14:tracePt t="264172" x="10912475" y="3851275"/>
          <p14:tracePt t="264185" x="10748963" y="3789363"/>
          <p14:tracePt t="264221" x="10587038" y="3762375"/>
          <p14:tracePt t="264222" x="10340975" y="3762375"/>
          <p14:tracePt t="264230" x="10245725" y="3783013"/>
          <p14:tracePt t="264251" x="10171113" y="3816350"/>
          <p14:tracePt t="264267" x="10158413" y="3836988"/>
          <p14:tracePt t="264280" x="10158413" y="3857625"/>
          <p14:tracePt t="264285" x="10177463" y="3878263"/>
          <p14:tracePt t="264301" x="10218738" y="3905250"/>
          <p14:tracePt t="264318" x="10355263" y="3938588"/>
          <p14:tracePt t="264347" x="10477500" y="3973513"/>
          <p14:tracePt t="264348" x="10572750" y="3973513"/>
          <p14:tracePt t="264348" x="10715625" y="3973513"/>
          <p14:tracePt t="264371" x="10837863" y="3959225"/>
          <p14:tracePt t="264371" x="10906125" y="3938588"/>
          <p14:tracePt t="264402" x="10987088" y="3905250"/>
          <p14:tracePt t="264410" x="10987088" y="3890963"/>
          <p14:tracePt t="264424" x="10987088" y="3878263"/>
          <p14:tracePt t="264440" x="10920413" y="3816350"/>
          <p14:tracePt t="264455" x="10872788" y="3789363"/>
          <p14:tracePt t="264472" x="10796588" y="3756025"/>
          <p14:tracePt t="264473" x="10715625" y="3729038"/>
          <p14:tracePt t="264504" x="10668000" y="3729038"/>
          <p14:tracePt t="264505" x="10599738" y="3714750"/>
          <p14:tracePt t="264506" x="10552113" y="3714750"/>
          <p14:tracePt t="264530" x="10504488" y="3729038"/>
          <p14:tracePt t="264551" x="10444163" y="3735388"/>
          <p14:tracePt t="264552" x="10429875" y="3741738"/>
          <p14:tracePt t="264574" x="10402888" y="3762375"/>
          <p14:tracePt t="264604" x="10402888" y="3768725"/>
          <p14:tracePt t="264613" x="10396538" y="3768725"/>
          <p14:tracePt t="264631" x="10396538" y="3783013"/>
          <p14:tracePt t="264648" x="10396538" y="3789363"/>
          <p14:tracePt t="264700" x="10402888" y="3789363"/>
          <p14:tracePt t="264700" x="10402888" y="3803650"/>
          <p14:tracePt t="267975" x="10396538" y="3803650"/>
          <p14:tracePt t="267982" x="10272713" y="3803650"/>
          <p14:tracePt t="268016" x="8939213" y="3756025"/>
          <p14:tracePt t="268034" x="7137400" y="3714750"/>
          <p14:tracePt t="268059" x="5191125" y="3694113"/>
          <p14:tracePt t="268067" x="4470400" y="3694113"/>
          <p14:tracePt t="268102" x="2878138" y="3687763"/>
          <p14:tracePt t="268103" x="2163763" y="3687763"/>
          <p14:tracePt t="268122" x="1443038" y="3687763"/>
          <p14:tracePt t="268131" x="1258888" y="3687763"/>
          <p14:tracePt t="268157" x="979488" y="3694113"/>
          <p14:tracePt t="268180" x="782638" y="3694113"/>
          <p14:tracePt t="268199" x="687388" y="3694113"/>
          <p14:tracePt t="268217" x="666750" y="3694113"/>
          <p14:tracePt t="268219" x="646113" y="3694113"/>
          <p14:tracePt t="268242" x="639763" y="3694113"/>
          <p14:tracePt t="268243" x="633413" y="3708400"/>
          <p14:tracePt t="268352" x="633413" y="3714750"/>
          <p14:tracePt t="268373" x="646113" y="3714750"/>
          <p14:tracePt t="268409" x="666750" y="3729038"/>
          <p14:tracePt t="268410" x="762000" y="3741738"/>
          <p14:tracePt t="268439" x="842963" y="3741738"/>
          <p14:tracePt t="268447" x="884238" y="3741738"/>
          <p14:tracePt t="268482" x="904875" y="3741738"/>
          <p14:tracePt t="268482" x="911225" y="3741738"/>
          <p14:tracePt t="268491" x="911225" y="3735388"/>
          <p14:tracePt t="268526" x="904875" y="3714750"/>
          <p14:tracePt t="268553" x="890588" y="3708400"/>
          <p14:tracePt t="268577" x="884238" y="3708400"/>
          <p14:tracePt t="268615" x="877888" y="3735388"/>
          <p14:tracePt t="268636" x="884238" y="3768725"/>
          <p14:tracePt t="268647" x="890588" y="3803650"/>
          <p14:tracePt t="268665" x="911225" y="3816350"/>
          <p14:tracePt t="268681" x="979488" y="3851275"/>
          <p14:tracePt t="268713" x="1033463" y="3857625"/>
          <p14:tracePt t="268714" x="1184275" y="3857625"/>
          <p14:tracePt t="268741" x="1347788" y="3810000"/>
          <p14:tracePt t="268749" x="1395413" y="3783013"/>
          <p14:tracePt t="268764" x="1422400" y="3756025"/>
          <p14:tracePt t="268780" x="1428750" y="3735388"/>
          <p14:tracePt t="268781" x="1443038" y="3708400"/>
          <p14:tracePt t="268813" x="1428750" y="3687763"/>
          <p14:tracePt t="268814" x="1422400" y="3681413"/>
          <p14:tracePt t="268815" x="1395413" y="3667125"/>
          <p14:tracePt t="268833" x="1360488" y="3667125"/>
          <p14:tracePt t="268842" x="1327150" y="3681413"/>
          <p14:tracePt t="268859" x="1300163" y="3687763"/>
          <p14:tracePt t="268860" x="1271588" y="3708400"/>
          <p14:tracePt t="268894" x="1252538" y="3735388"/>
          <p14:tracePt t="268894" x="1244600" y="3768725"/>
          <p14:tracePt t="268916" x="1244600" y="3789363"/>
          <p14:tracePt t="268916" x="1252538" y="3803650"/>
          <p14:tracePt t="268935" x="1258888" y="3803650"/>
          <p14:tracePt t="268944" x="1279525" y="3810000"/>
          <p14:tracePt t="268959" x="1306513" y="3810000"/>
          <p14:tracePt t="268977" x="1381125" y="3789363"/>
          <p14:tracePt t="269010" x="1401763" y="3783013"/>
          <p14:tracePt t="269011" x="1408113" y="3756025"/>
          <p14:tracePt t="269020" x="1408113" y="3735388"/>
          <p14:tracePt t="269053" x="1401763" y="3714750"/>
          <p14:tracePt t="269054" x="1360488" y="3687763"/>
          <p14:tracePt t="269074" x="1333500" y="3687763"/>
          <p14:tracePt t="269075" x="1300163" y="3687763"/>
          <p14:tracePt t="269097" x="1258888" y="3708400"/>
          <p14:tracePt t="269127" x="1244600" y="3756025"/>
          <p14:tracePt t="269134" x="1244600" y="3768725"/>
          <p14:tracePt t="269148" x="1252538" y="3789363"/>
          <p14:tracePt t="269163" x="1258888" y="3803650"/>
          <p14:tracePt t="269165" x="1279525" y="3810000"/>
          <p14:tracePt t="269178" x="1306513" y="3816350"/>
          <p14:tracePt t="269210" x="1333500" y="3816350"/>
          <p14:tracePt t="269211" x="1428750" y="3810000"/>
          <p14:tracePt t="269236" x="1482725" y="3783013"/>
          <p14:tracePt t="269244" x="1503363" y="3756025"/>
          <p14:tracePt t="269259" x="1517650" y="3735388"/>
          <p14:tracePt t="269275" x="1517650" y="3729038"/>
          <p14:tracePt t="269276" x="1503363" y="3708400"/>
          <p14:tracePt t="269310" x="1401763" y="3687763"/>
          <p14:tracePt t="269341" x="1327150" y="3714750"/>
          <p14:tracePt t="269349" x="1300163" y="3735388"/>
          <p14:tracePt t="269362" x="1279525" y="3756025"/>
          <p14:tracePt t="269377" x="1271588" y="3768725"/>
          <p14:tracePt t="269378" x="1271588" y="3783013"/>
          <p14:tracePt t="269410" x="1279525" y="3789363"/>
          <p14:tracePt t="269411" x="1306513" y="3803650"/>
          <p14:tracePt t="269436" x="1347788" y="3803650"/>
          <p14:tracePt t="269456" x="1360488" y="3789363"/>
          <p14:tracePt t="269475" x="1374775" y="3789363"/>
          <p14:tracePt t="271553" x="1381125" y="3789363"/>
          <p14:tracePt t="271568" x="1395413" y="3789363"/>
          <p14:tracePt t="273983" x="1333500" y="3810000"/>
          <p14:tracePt t="273992" x="1271588" y="3836988"/>
          <p14:tracePt t="274028" x="1176338" y="3863975"/>
          <p14:tracePt t="274029" x="1014413" y="3932238"/>
          <p14:tracePt t="274038" x="938213" y="3959225"/>
          <p14:tracePt t="274054" x="904875" y="3979863"/>
          <p14:tracePt t="274071" x="836613" y="4048125"/>
          <p14:tracePt t="274087" x="815975" y="4075113"/>
          <p14:tracePt t="274102" x="809625" y="4102100"/>
          <p14:tracePt t="274103" x="809625" y="4129088"/>
          <p14:tracePt t="274118" x="815975" y="4157663"/>
          <p14:tracePt t="274135" x="830263" y="4197350"/>
          <p14:tracePt t="274136" x="836613" y="4224338"/>
          <p14:tracePt t="274153" x="842963" y="4244975"/>
          <p14:tracePt t="274169" x="863600" y="4271963"/>
          <p14:tracePt t="274170" x="877888" y="4279900"/>
          <p14:tracePt t="274251" x="857250" y="4271963"/>
          <p14:tracePt t="274271" x="803275" y="4211638"/>
          <p14:tracePt t="274301" x="714375" y="4149725"/>
          <p14:tracePt t="274326" x="639763" y="4089400"/>
          <p14:tracePt t="274327" x="633413" y="4081463"/>
          <p14:tracePt t="274348" x="619125" y="4081463"/>
          <p14:tracePt t="274381" x="619125" y="4102100"/>
          <p14:tracePt t="274413" x="619125" y="4137025"/>
          <p14:tracePt t="274414" x="660400" y="4232275"/>
          <p14:tracePt t="274422" x="681038" y="4279900"/>
          <p14:tracePt t="274437" x="693738" y="4306888"/>
          <p14:tracePt t="274452" x="735013" y="4333875"/>
          <p14:tracePt t="274468" x="755650" y="4348163"/>
          <p14:tracePt t="274500" x="762000" y="4348163"/>
          <p14:tracePt t="274501" x="788988" y="4348163"/>
          <p14:tracePt t="274517" x="809625" y="4333875"/>
          <p14:tracePt t="274529" x="830263" y="4327525"/>
          <p14:tracePt t="274549" x="857250" y="4292600"/>
          <p14:tracePt t="274566" x="877888" y="4259263"/>
          <p14:tracePt t="274581" x="890588" y="4232275"/>
          <p14:tracePt t="274583" x="911225" y="4211638"/>
          <p14:tracePt t="274605" x="931863" y="4197350"/>
          <p14:tracePt t="274606" x="938213" y="4184650"/>
          <p14:tracePt t="274615" x="952500" y="4184650"/>
          <p14:tracePt t="274628" x="952500" y="4176713"/>
          <p14:tracePt t="274700" x="952500" y="4184650"/>
          <p14:tracePt t="274769" x="958850" y="4184650"/>
          <p14:tracePt t="274799" x="966788" y="4176713"/>
          <p14:tracePt t="274822" x="966788" y="4170363"/>
          <p14:tracePt t="274823" x="979488" y="4157663"/>
          <p14:tracePt t="274843" x="985838" y="4149725"/>
          <p14:tracePt t="274852" x="1000125" y="4137025"/>
          <p14:tracePt t="274894" x="1014413" y="4122738"/>
          <p14:tracePt t="274895" x="1027113" y="4102100"/>
          <p14:tracePt t="275004" x="1033463" y="4122738"/>
          <p14:tracePt t="275031" x="1062038" y="4170363"/>
          <p14:tracePt t="275039" x="1089025" y="4205288"/>
          <p14:tracePt t="275056" x="1122363" y="4232275"/>
          <p14:tracePt t="275078" x="1163638" y="4259263"/>
          <p14:tracePt t="275115" x="1204913" y="4279900"/>
          <p14:tracePt t="275116" x="1211263" y="4279900"/>
          <p14:tracePt t="275183" x="1211263" y="4271963"/>
          <p14:tracePt t="275217" x="1211263" y="4252913"/>
          <p14:tracePt t="275218" x="1211263" y="4244975"/>
          <p14:tracePt t="275297" x="1211263" y="4252913"/>
          <p14:tracePt t="275325" x="1231900" y="4292600"/>
          <p14:tracePt t="275333" x="1244600" y="4300538"/>
          <p14:tracePt t="275353" x="1252538" y="4319588"/>
          <p14:tracePt t="275409" x="1258888" y="4319588"/>
          <p14:tracePt t="275449" x="1258888" y="4306888"/>
          <p14:tracePt t="275470" x="1252538" y="4279900"/>
          <p14:tracePt t="275491" x="1244600" y="4259263"/>
          <p14:tracePt t="275511" x="1244600" y="4244975"/>
          <p14:tracePt t="275539" x="1244600" y="4232275"/>
          <p14:tracePt t="275606" x="1244600" y="4224338"/>
          <p14:tracePt t="275678" x="1244600" y="4211638"/>
          <p14:tracePt t="275700" x="1244600" y="4205288"/>
          <p14:tracePt t="275735" x="1244600" y="4197350"/>
          <p14:tracePt t="275756" x="1252538" y="4197350"/>
          <p14:tracePt t="275782" x="1258888" y="4184650"/>
          <p14:tracePt t="275806" x="1271588" y="4197350"/>
          <p14:tracePt t="275835" x="1271588" y="4232275"/>
          <p14:tracePt t="275849" x="1271588" y="4259263"/>
          <p14:tracePt t="275866" x="1271588" y="4279900"/>
          <p14:tracePt t="275879" x="1271588" y="4292600"/>
          <p14:tracePt t="275884" x="1271588" y="4300538"/>
          <p14:tracePt t="275919" x="1271588" y="4306888"/>
          <p14:tracePt t="275971" x="1279525" y="4300538"/>
          <p14:tracePt t="276002" x="1285875" y="4292600"/>
          <p14:tracePt t="276003" x="1285875" y="4279900"/>
          <p14:tracePt t="276030" x="1306513" y="4259263"/>
          <p14:tracePt t="276052" x="1319213" y="4232275"/>
          <p14:tracePt t="276091" x="1319213" y="4224338"/>
          <p14:tracePt t="276100" x="1319213" y="4211638"/>
          <p14:tracePt t="276330" x="1319213" y="4205288"/>
          <p14:tracePt t="276331" x="1327150" y="4197350"/>
          <p14:tracePt t="276356" x="1333500" y="4170363"/>
          <p14:tracePt t="276368" x="1347788" y="4157663"/>
          <p14:tracePt t="276387" x="1354138" y="4129088"/>
          <p14:tracePt t="276436" x="1360488" y="4110038"/>
          <p14:tracePt t="276436" x="1381125" y="4089400"/>
          <p14:tracePt t="276447" x="1395413" y="4089400"/>
          <p14:tracePt t="276473" x="1401763" y="4089400"/>
          <p14:tracePt t="276491" x="1408113" y="4089400"/>
          <p14:tracePt t="276536" x="1408113" y="4102100"/>
          <p14:tracePt t="276569" x="1401763" y="4110038"/>
          <p14:tracePt t="276603" x="1381125" y="4110038"/>
          <p14:tracePt t="276604" x="1381125" y="4122738"/>
          <p14:tracePt t="276634" x="1395413" y="4122738"/>
          <p14:tracePt t="276663" x="1408113" y="4122738"/>
          <p14:tracePt t="276671" x="1422400" y="4129088"/>
          <p14:tracePt t="276692" x="1428750" y="4129088"/>
          <p14:tracePt t="276718" x="1443038" y="4129088"/>
          <p14:tracePt t="276814" x="1443038" y="4137025"/>
          <p14:tracePt t="278187" x="1408113" y="4137025"/>
          <p14:tracePt t="278218" x="1347788" y="4157663"/>
          <p14:tracePt t="278227" x="1327150" y="4170363"/>
          <p14:tracePt t="278249" x="1279525" y="4176713"/>
          <p14:tracePt t="278278" x="1231900" y="4184650"/>
          <p14:tracePt t="278321" x="1223963" y="4197350"/>
          <p14:tracePt t="278322" x="1184275" y="4197350"/>
          <p14:tracePt t="278347" x="1157288" y="4184650"/>
          <p14:tracePt t="278369" x="1122363" y="4176713"/>
          <p14:tracePt t="278380" x="1109663" y="4170363"/>
          <p14:tracePt t="278447" x="1136650" y="4176713"/>
          <p14:tracePt t="278464" x="1163638" y="4176713"/>
          <p14:tracePt t="278507" x="1244600" y="4197350"/>
          <p14:tracePt t="278508" x="1319213" y="4211638"/>
          <p14:tracePt t="278518" x="1354138" y="4224338"/>
          <p14:tracePt t="278539" x="1422400" y="4232275"/>
          <p14:tracePt t="278551" x="1443038" y="4232275"/>
          <p14:tracePt t="278574" x="1449388" y="4232275"/>
          <p14:tracePt t="278610" x="1443038" y="4224338"/>
          <p14:tracePt t="278640" x="1428750" y="4224338"/>
          <p14:tracePt t="278658" x="1422400" y="4224338"/>
          <p14:tracePt t="278678" x="1422400" y="4232275"/>
          <p14:tracePt t="278705" x="1428750" y="4252913"/>
          <p14:tracePt t="278728" x="1470025" y="4259263"/>
          <p14:tracePt t="278754" x="1517650" y="4259263"/>
          <p14:tracePt t="278763" x="1530350" y="4259263"/>
          <p14:tracePt t="278776" x="1550988" y="4259263"/>
          <p14:tracePt t="278809" x="1577975" y="4259263"/>
          <p14:tracePt t="278809" x="1604963" y="4259263"/>
          <p14:tracePt t="278818" x="1619250" y="4259263"/>
          <p14:tracePt t="278929" x="1598613" y="4259263"/>
          <p14:tracePt t="278956" x="1571625" y="4259263"/>
          <p14:tracePt t="279234" x="1577975" y="4259263"/>
          <p14:tracePt t="279259" x="1598613" y="4259263"/>
          <p14:tracePt t="279316" x="1604963" y="4259263"/>
          <p14:tracePt t="279340" x="1619250" y="4259263"/>
          <p14:tracePt t="279457" x="1625600" y="4259263"/>
          <p14:tracePt t="279482" x="1639888" y="4259263"/>
          <p14:tracePt t="279521" x="1652588" y="4259263"/>
          <p14:tracePt t="279522" x="1666875" y="4259263"/>
          <p14:tracePt t="279529" x="1673225" y="4259263"/>
          <p14:tracePt t="279556" x="1687513" y="4259263"/>
          <p14:tracePt t="279573" x="1693863" y="4259263"/>
          <p14:tracePt t="279716" x="1728788" y="4259263"/>
          <p14:tracePt t="279717" x="1762125" y="4259263"/>
          <p14:tracePt t="279743" x="1824038" y="4271963"/>
          <p14:tracePt t="279755" x="1863725" y="4271963"/>
          <p14:tracePt t="279779" x="1884363" y="4271963"/>
          <p14:tracePt t="279818" x="1863725" y="4271963"/>
          <p14:tracePt t="280281" x="1871663" y="4271963"/>
          <p14:tracePt t="280305" x="1884363" y="4279900"/>
          <p14:tracePt t="280319" x="1898650" y="4279900"/>
          <p14:tracePt t="280344" x="1958975" y="4300538"/>
          <p14:tracePt t="280363" x="2006600" y="4327525"/>
          <p14:tracePt t="280403" x="1993900" y="4333875"/>
          <p14:tracePt t="280699" x="2006600" y="4333875"/>
          <p14:tracePt t="280731" x="2014538" y="4333875"/>
          <p14:tracePt t="280740" x="2020888" y="4333875"/>
          <p14:tracePt t="280763" x="2047875" y="4333875"/>
          <p14:tracePt t="280815" x="2068513" y="4333875"/>
          <p14:tracePt t="280816" x="2089150" y="4333875"/>
          <p14:tracePt t="280825" x="2109788" y="4333875"/>
          <p14:tracePt t="280848" x="2122488" y="4327525"/>
          <p14:tracePt t="280868" x="2157413" y="4327525"/>
          <p14:tracePt t="280906" x="2259013" y="4348163"/>
          <p14:tracePt t="280907" x="2333625" y="4375150"/>
          <p14:tracePt t="280924" x="2530475" y="4443413"/>
          <p14:tracePt t="280949" x="2565400" y="4449763"/>
          <p14:tracePt t="281290" x="2578100" y="4449763"/>
          <p14:tracePt t="281328" x="2578100" y="4443413"/>
          <p14:tracePt t="281393" x="2578100" y="4429125"/>
          <p14:tracePt t="281434" x="2586038" y="4422775"/>
          <p14:tracePt t="281450" x="2598738" y="4395788"/>
          <p14:tracePt t="281506" x="2605088" y="4367213"/>
          <p14:tracePt t="281506" x="2605088" y="4354513"/>
          <p14:tracePt t="281529" x="2598738" y="4354513"/>
          <p14:tracePt t="281568" x="2565400" y="4354513"/>
          <p14:tracePt t="281576" x="2557463" y="4354513"/>
          <p14:tracePt t="281616" x="2524125" y="4354513"/>
          <p14:tracePt t="281617" x="2503488" y="4348163"/>
          <p14:tracePt t="281618" x="2476500" y="4348163"/>
          <p14:tracePt t="281651" x="2414588" y="4327525"/>
          <p14:tracePt t="281652" x="2408238" y="4327525"/>
          <p14:tracePt t="281690" x="2381250" y="4319588"/>
          <p14:tracePt t="281746" x="2366963" y="4319588"/>
          <p14:tracePt t="281754" x="2366963" y="4327525"/>
          <p14:tracePt t="281780" x="2360613" y="4348163"/>
          <p14:tracePt t="281833" x="2455863" y="4592638"/>
          <p14:tracePt t="281873" x="2708275" y="4911725"/>
          <p14:tracePt t="281879" x="2843213" y="5081588"/>
          <p14:tracePt t="281911" x="3509963" y="5843588"/>
          <p14:tracePt t="281946" x="4333875" y="6497638"/>
          <p14:tracePt t="282858" x="0" y="0"/>
        </p14:tracePtLst>
        <p14:tracePtLst>
          <p14:tracePt t="555145" x="4014788" y="6831013"/>
          <p14:tracePt t="555198" x="3973513" y="6783388"/>
          <p14:tracePt t="555199" x="3857625" y="6667500"/>
          <p14:tracePt t="555230" x="3803650" y="6605588"/>
          <p14:tracePt t="555265" x="3783013" y="6565900"/>
          <p14:tracePt t="555306" x="3783013" y="6545263"/>
          <p14:tracePt t="555314" x="3783013" y="6538913"/>
          <p14:tracePt t="555332" x="3768725" y="6518275"/>
          <p14:tracePt t="555366" x="3762375" y="6497638"/>
          <p14:tracePt t="555387" x="3756025" y="6483350"/>
          <p14:tracePt t="555388" x="3735388" y="6470650"/>
          <p14:tracePt t="555414" x="3694113" y="6435725"/>
          <p14:tracePt t="555432" x="3687763" y="6435725"/>
          <p14:tracePt t="555433" x="3681413" y="6423025"/>
          <p14:tracePt t="555478" x="3681413" y="6415088"/>
          <p14:tracePt t="555513" x="3681413" y="6408738"/>
          <p14:tracePt t="555707" x="3660775" y="6408738"/>
          <p14:tracePt t="555714" x="3633788" y="6415088"/>
          <p14:tracePt t="555926" x="3646488" y="6415088"/>
          <p14:tracePt t="555933" x="3694113" y="6423025"/>
          <p14:tracePt t="555954" x="3762375" y="6435725"/>
          <p14:tracePt t="555983" x="3905250" y="6470650"/>
          <p14:tracePt t="555984" x="3979863" y="6491288"/>
          <p14:tracePt t="556006" x="4110038" y="6510338"/>
          <p14:tracePt t="556007" x="4292600" y="6530975"/>
          <p14:tracePt t="556036" x="4673600" y="6565900"/>
          <p14:tracePt t="556055" x="4824413" y="6586538"/>
          <p14:tracePt t="556080" x="5164138" y="6565900"/>
          <p14:tracePt t="556113" x="5184775" y="6565900"/>
          <p14:tracePt t="556114" x="5191125" y="6545263"/>
          <p14:tracePt t="556122" x="5191125" y="6538913"/>
          <p14:tracePt t="556154" x="5184775" y="6538913"/>
          <p14:tracePt t="556155" x="5164138" y="6518275"/>
          <p14:tracePt t="556175" x="5157788" y="6510338"/>
          <p14:tracePt t="556186" x="5157788" y="6497638"/>
          <p14:tracePt t="556221" x="5164138" y="6497638"/>
          <p14:tracePt t="556248" x="5184775" y="6497638"/>
          <p14:tracePt t="556256" x="5218113" y="6497638"/>
          <p14:tracePt t="556271" x="5292725" y="6518275"/>
          <p14:tracePt t="556298" x="5381625" y="6530975"/>
          <p14:tracePt t="556300" x="5476875" y="6530975"/>
          <p14:tracePt t="556314" x="5497513" y="6530975"/>
          <p14:tracePt t="556382" x="5449888" y="6518275"/>
          <p14:tracePt t="556413" x="5414963" y="6518275"/>
          <p14:tracePt t="556414" x="5327650" y="6491288"/>
          <p14:tracePt t="556437" x="5259388" y="6470650"/>
          <p14:tracePt t="556464" x="5238750" y="6470650"/>
          <p14:tracePt t="556473" x="5232400" y="6462713"/>
          <p14:tracePt t="556604" x="5238750" y="6462713"/>
          <p14:tracePt t="556637" x="5259388" y="6462713"/>
          <p14:tracePt t="556638" x="5259388" y="6456363"/>
          <p14:tracePt t="556674" x="5265738" y="6443663"/>
          <p14:tracePt t="556774" x="5259388" y="6443663"/>
          <p14:tracePt t="556813" x="5211763" y="6435725"/>
          <p14:tracePt t="556985" x="5238750" y="6443663"/>
          <p14:tracePt t="557025" x="5402263" y="6456363"/>
          <p14:tracePt t="557026" x="5462588" y="6456363"/>
          <p14:tracePt t="557034" x="5613400" y="6470650"/>
          <p14:tracePt t="557063" x="6015038" y="6483350"/>
          <p14:tracePt t="557064" x="6176963" y="6491288"/>
          <p14:tracePt t="557087" x="6530975" y="6491288"/>
          <p14:tracePt t="557113" x="6783388" y="6491288"/>
          <p14:tracePt t="557121" x="6816725" y="6483350"/>
          <p14:tracePt t="557145" x="6837363" y="6483350"/>
          <p14:tracePt t="557164" x="6837363" y="6470650"/>
          <p14:tracePt t="557210" x="6816725" y="6456363"/>
          <p14:tracePt t="557212" x="6804025" y="6443663"/>
          <p14:tracePt t="557227" x="6804025" y="6435725"/>
          <p14:tracePt t="557269" x="6804025" y="6423025"/>
          <p14:tracePt t="557281" x="6816725" y="6415088"/>
          <p14:tracePt t="557326" x="6837363" y="6415088"/>
          <p14:tracePt t="557327" x="6878638" y="6408738"/>
          <p14:tracePt t="557377" x="6864350" y="6408738"/>
          <p14:tracePt t="557420" x="6851650" y="6408738"/>
          <p14:tracePt t="557421" x="6816725" y="6408738"/>
          <p14:tracePt t="557429" x="6804025" y="6408738"/>
          <p14:tracePt t="557443" x="6789738" y="6408738"/>
          <p14:tracePt t="557477" x="6783388" y="6408738"/>
          <p14:tracePt t="557526" x="6789738" y="6408738"/>
          <p14:tracePt t="557559" x="6804025" y="6408738"/>
          <p14:tracePt t="557586" x="6810375" y="6408738"/>
          <p14:tracePt t="557675" x="6810375" y="6415088"/>
          <p14:tracePt t="557719" x="6816725" y="6415088"/>
          <p14:tracePt t="557878" x="6831013" y="6415088"/>
          <p14:tracePt t="557911" x="6851650" y="6415088"/>
          <p14:tracePt t="557945" x="6858000" y="6415088"/>
          <p14:tracePt t="557976" x="6851650" y="6415088"/>
          <p14:tracePt t="558013" x="6837363" y="6415088"/>
          <p14:tracePt t="558393" x="6831013" y="6415088"/>
          <p14:tracePt t="558426" x="6810375" y="6415088"/>
          <p14:tracePt t="558663" x="6816725" y="6415088"/>
          <p14:tracePt t="558695" x="6831013" y="6423025"/>
          <p14:tracePt t="558731" x="6858000" y="6435725"/>
          <p14:tracePt t="558767" x="6926263" y="6462713"/>
          <p14:tracePt t="558776" x="6938963" y="6470650"/>
          <p14:tracePt t="558831" x="7075488" y="6510338"/>
          <p14:tracePt t="558835" x="7402513" y="6557963"/>
          <p14:tracePt t="558843" x="7504113" y="6557963"/>
          <p14:tracePt t="558870" x="7783513" y="6565900"/>
          <p14:tracePt t="558891" x="7986713" y="6545263"/>
          <p14:tracePt t="558917" x="8110538" y="6510338"/>
          <p14:tracePt t="558925" x="8143875" y="6497638"/>
          <p14:tracePt t="558950" x="8177213" y="6470650"/>
          <p14:tracePt t="558968" x="8177213" y="6456363"/>
          <p14:tracePt t="559000" x="8164513" y="6443663"/>
          <p14:tracePt t="559014" x="8158163" y="6443663"/>
          <p14:tracePt t="559039" x="8137525" y="6435725"/>
          <p14:tracePt t="559065" x="8143875" y="6435725"/>
          <p14:tracePt t="559100" x="8177213" y="6435725"/>
          <p14:tracePt t="559101" x="8232775" y="6443663"/>
          <p14:tracePt t="559131" x="8280400" y="6443663"/>
          <p14:tracePt t="559139" x="8301038" y="6443663"/>
          <p14:tracePt t="559171" x="8307388" y="6443663"/>
          <p14:tracePt t="559198" x="8313738" y="6443663"/>
          <p14:tracePt t="559222" x="8328025" y="6443663"/>
          <p14:tracePt t="559232" x="8334375" y="6443663"/>
          <p14:tracePt t="559251" x="8361363" y="6443663"/>
          <p14:tracePt t="559265" x="8382000" y="6443663"/>
          <p14:tracePt t="559304" x="8408988" y="6443663"/>
          <p14:tracePt t="559305" x="8429625" y="6443663"/>
          <p14:tracePt t="559331" x="8435975" y="6443663"/>
          <p14:tracePt t="559354" x="8429625" y="6443663"/>
          <p14:tracePt t="559380" x="8423275" y="6443663"/>
          <p14:tracePt t="559381" x="8388350" y="6443663"/>
          <p14:tracePt t="559404" x="8355013" y="6443663"/>
          <p14:tracePt t="559437" x="8340725" y="6443663"/>
          <p14:tracePt t="559475" x="8355013" y="6443663"/>
          <p14:tracePt t="559484" x="8375650" y="6443663"/>
          <p14:tracePt t="559517" x="8388350" y="6443663"/>
          <p14:tracePt t="559518" x="8429625" y="6443663"/>
          <p14:tracePt t="559545" x="8450263" y="6443663"/>
          <p14:tracePt t="559597" x="8429625" y="6443663"/>
          <p14:tracePt t="559621" x="8408988" y="6443663"/>
          <p14:tracePt t="559632" x="8402638" y="6443663"/>
          <p14:tracePt t="559697" x="8408988" y="6443663"/>
          <p14:tracePt t="559697" x="8423275" y="6443663"/>
          <p14:tracePt t="559722" x="8435975" y="6443663"/>
          <p14:tracePt t="559752" x="8450263" y="6443663"/>
          <p14:tracePt t="559794" x="8435975" y="6443663"/>
          <p14:tracePt t="559801" x="8429625" y="6443663"/>
          <p14:tracePt t="559848" x="8423275" y="6443663"/>
          <p14:tracePt t="559869" x="8429625" y="6443663"/>
          <p14:tracePt t="559912" x="8450263" y="6443663"/>
          <p14:tracePt t="559913" x="8477250" y="6443663"/>
          <p14:tracePt t="560036" x="8462963" y="6443663"/>
          <p14:tracePt t="560071" x="8456613" y="6443663"/>
          <p14:tracePt t="560072" x="8450263" y="6456363"/>
          <p14:tracePt t="560080" x="8408988" y="6456363"/>
          <p14:tracePt t="560120" x="8334375" y="6456363"/>
          <p14:tracePt t="560120" x="7967663" y="6462713"/>
          <p14:tracePt t="560128" x="7613650" y="6483350"/>
          <p14:tracePt t="560173" x="6831013" y="6586538"/>
          <p14:tracePt t="560174" x="5953125" y="6708775"/>
          <p14:tracePt t="560183" x="5462588" y="6742113"/>
          <p14:tracePt t="560230" x="5041900" y="6756400"/>
          <p14:tracePt t="560231" x="4408488" y="6735763"/>
          <p14:tracePt t="560239" x="4354513" y="6729413"/>
          <p14:tracePt t="560265" x="4279900" y="6708775"/>
          <p14:tracePt t="560282" x="4271963" y="6708775"/>
          <p14:tracePt t="560283" x="4259263" y="6694488"/>
          <p14:tracePt t="560331" x="4252913" y="6681788"/>
          <p14:tracePt t="560331" x="4252913" y="6661150"/>
          <p14:tracePt t="560344" x="4244975" y="6661150"/>
          <p14:tracePt t="560368" x="4211638" y="6634163"/>
          <p14:tracePt t="560381" x="4205288" y="6619875"/>
          <p14:tracePt t="560406" x="4176713" y="6605588"/>
          <p14:tracePt t="560431" x="4176713" y="6592888"/>
          <p14:tracePt t="560467" x="4170363" y="6586538"/>
          <p14:tracePt t="560482" x="4157663" y="6578600"/>
          <p14:tracePt t="560498" x="4110038" y="6557963"/>
          <p14:tracePt t="560531" x="4081463" y="6545263"/>
          <p14:tracePt t="560532" x="4000500" y="6510338"/>
          <p14:tracePt t="560544" x="3973513" y="6491288"/>
          <p14:tracePt t="560564" x="3911600" y="6456363"/>
          <p14:tracePt t="560578" x="3890963" y="6443663"/>
          <p14:tracePt t="560599" x="3878263" y="6423025"/>
          <p14:tracePt t="560615" x="3863975" y="6415088"/>
          <p14:tracePt t="560634" x="3857625" y="6415088"/>
          <p14:tracePt t="560687" x="3851275" y="6408738"/>
          <p14:tracePt t="560688" x="3836988" y="6408738"/>
          <p14:tracePt t="560709" x="3830638" y="6396038"/>
          <p14:tracePt t="560742" x="3816350" y="6396038"/>
          <p14:tracePt t="560743" x="3810000" y="6396038"/>
          <p14:tracePt t="560764" x="3803650" y="6396038"/>
          <p14:tracePt t="560776" x="3789363" y="6396038"/>
          <p14:tracePt t="560777" x="3783013" y="6396038"/>
          <p14:tracePt t="560814" x="3768725" y="6396038"/>
          <p14:tracePt t="560815" x="3762375" y="6408738"/>
          <p14:tracePt t="560823" x="3756025" y="6408738"/>
          <p14:tracePt t="560915" x="3756025" y="6415088"/>
          <p14:tracePt t="560938" x="3756025" y="6423025"/>
          <p14:tracePt t="560980" x="3768725" y="6423025"/>
          <p14:tracePt t="561013" x="3768725" y="6435725"/>
          <p14:tracePt t="561014" x="3789363" y="6435725"/>
          <p14:tracePt t="561038" x="3803650" y="6423025"/>
          <p14:tracePt t="561067" x="3810000" y="6415088"/>
          <p14:tracePt t="561075" x="3816350" y="6415088"/>
          <p14:tracePt t="561117" x="3816350" y="6396038"/>
          <p14:tracePt t="561118" x="3830638" y="6367463"/>
          <p14:tracePt t="561126" x="3830638" y="6348413"/>
          <p14:tracePt t="561148" x="3816350" y="6313488"/>
          <p14:tracePt t="561162" x="3816350" y="6300788"/>
          <p14:tracePt t="561197" x="3816350" y="6272213"/>
          <p14:tracePt t="561198" x="3816350" y="6265863"/>
          <p14:tracePt t="561210" x="3810000" y="6259513"/>
          <p14:tracePt t="561232" x="3810000" y="6245225"/>
          <p14:tracePt t="561266" x="3803650" y="6238875"/>
          <p14:tracePt t="561267" x="3803650" y="6224588"/>
          <p14:tracePt t="561276" x="3789363" y="6224588"/>
          <p14:tracePt t="561317" x="3783013" y="6224588"/>
          <p14:tracePt t="561346" x="3768725" y="6224588"/>
          <p14:tracePt t="561373" x="3762375" y="6238875"/>
          <p14:tracePt t="561374" x="3756025" y="6245225"/>
          <p14:tracePt t="561415" x="3741738" y="6265863"/>
          <p14:tracePt t="561416" x="3741738" y="6313488"/>
          <p14:tracePt t="561424" x="3741738" y="6319838"/>
          <p14:tracePt t="561445" x="3756025" y="6361113"/>
          <p14:tracePt t="561466" x="3762375" y="6367463"/>
          <p14:tracePt t="561594" x="3768725" y="6375400"/>
          <p14:tracePt t="561701" x="3783013" y="6388100"/>
          <p14:tracePt t="561735" x="3768725" y="6396038"/>
          <p14:tracePt t="561947" x="3783013" y="6396038"/>
          <p14:tracePt t="561975" x="3836988" y="6415088"/>
          <p14:tracePt t="561983" x="3857625" y="6415088"/>
          <p14:tracePt t="562004" x="3905250" y="6435725"/>
          <p14:tracePt t="562037" x="3952875" y="6456363"/>
          <p14:tracePt t="562038" x="3986213" y="6462713"/>
          <p14:tracePt t="562055" x="4027488" y="6470650"/>
          <p14:tracePt t="562104" x="4259263" y="6497638"/>
          <p14:tracePt t="562105" x="4530725" y="6538913"/>
          <p14:tracePt t="562119" x="4640263" y="6538913"/>
          <p14:tracePt t="562145" x="4843463" y="6557963"/>
          <p14:tracePt t="562164" x="4973638" y="6565900"/>
          <p14:tracePt t="562202" x="5068888" y="6578600"/>
          <p14:tracePt t="562204" x="5116513" y="6586538"/>
          <p14:tracePt t="562205" x="5157788" y="6586538"/>
          <p14:tracePt t="562219" x="5184775" y="6586538"/>
          <p14:tracePt t="562263" x="5238750" y="6586538"/>
          <p14:tracePt t="562264" x="5286375" y="6586538"/>
          <p14:tracePt t="562296" x="5313363" y="6586538"/>
          <p14:tracePt t="562296" x="5334000" y="6586538"/>
          <p14:tracePt t="562336" x="5334000" y="6578600"/>
          <p14:tracePt t="562371" x="5340350" y="6578600"/>
          <p14:tracePt t="562385" x="5354638" y="6578600"/>
          <p14:tracePt t="562386" x="5375275" y="6578600"/>
          <p14:tracePt t="562409" x="5387975" y="6578600"/>
          <p14:tracePt t="562410" x="5408613" y="6578600"/>
          <p14:tracePt t="562447" x="5414963" y="6565900"/>
          <p14:tracePt t="562448" x="5429250" y="6557963"/>
          <p14:tracePt t="562476" x="5429250" y="6545263"/>
          <p14:tracePt t="562512" x="5435600" y="6538913"/>
          <p14:tracePt t="562539" x="5429250" y="6518275"/>
          <p14:tracePt t="562579" x="5408613" y="6497638"/>
          <p14:tracePt t="562611" x="5402263" y="6497638"/>
          <p14:tracePt t="562612" x="5375275" y="6483350"/>
          <p14:tracePt t="562639" x="5340350" y="6462713"/>
          <p14:tracePt t="562648" x="5334000" y="6456363"/>
          <p14:tracePt t="562678" x="5334000" y="6443663"/>
          <p14:tracePt t="562679" x="5327650" y="6443663"/>
          <p14:tracePt t="562705" x="5334000" y="6435725"/>
          <p14:tracePt t="562729" x="5340350" y="6435725"/>
          <p14:tracePt t="562759" x="5360988" y="6423025"/>
          <p14:tracePt t="562872" x="5360988" y="6415088"/>
          <p14:tracePt t="562894" x="5354638" y="6415088"/>
          <p14:tracePt t="562949" x="5360988" y="6415088"/>
          <p14:tracePt t="562968" x="5375275" y="6415088"/>
          <p14:tracePt t="562978" x="5381625" y="6415088"/>
          <p14:tracePt t="562995" x="5402263" y="6415088"/>
          <p14:tracePt t="563040" x="5387975" y="6415088"/>
          <p14:tracePt t="563062" x="5375275" y="6415088"/>
          <p14:tracePt t="563094" x="5360988" y="6415088"/>
          <p14:tracePt t="563161" x="5375275" y="6415088"/>
          <p14:tracePt t="563195" x="5387975" y="6415088"/>
          <p14:tracePt t="563196" x="5402263" y="6415088"/>
          <p14:tracePt t="563231" x="5387975" y="6415088"/>
          <p14:tracePt t="563232" x="5381625" y="6415088"/>
          <p14:tracePt t="563493" x="5402263" y="6423025"/>
          <p14:tracePt t="563501" x="5449888" y="6435725"/>
          <p14:tracePt t="563528" x="5510213" y="6456363"/>
          <p14:tracePt t="563551" x="5538788" y="6470650"/>
          <p14:tracePt t="563579" x="5729288" y="6497638"/>
          <p14:tracePt t="563600" x="5980113" y="6518275"/>
          <p14:tracePt t="563625" x="6245225" y="6530975"/>
          <p14:tracePt t="563640" x="6388100" y="6530975"/>
          <p14:tracePt t="563663" x="6557963" y="6518275"/>
          <p14:tracePt t="563678" x="6619875" y="6510338"/>
          <p14:tracePt t="563679" x="6667500" y="6510338"/>
          <p14:tracePt t="563720" x="6756400" y="6510338"/>
          <p14:tracePt t="563721" x="6777038" y="6497638"/>
          <p14:tracePt t="563737" x="6804025" y="6491288"/>
          <p14:tracePt t="563782" x="6810375" y="6491288"/>
          <p14:tracePt t="563783" x="6831013" y="6491288"/>
          <p14:tracePt t="563803" x="6884988" y="6491288"/>
          <p14:tracePt t="563815" x="6905625" y="6491288"/>
          <p14:tracePt t="563833" x="6926263" y="6491288"/>
          <p14:tracePt t="563855" x="6938963" y="6483350"/>
          <p14:tracePt t="563922" x="6953250" y="6483350"/>
          <p14:tracePt t="563930" x="6959600" y="6483350"/>
          <p14:tracePt t="563981" x="6959600" y="6470650"/>
          <p14:tracePt t="563997" x="6973888" y="6470650"/>
          <p14:tracePt t="564030" x="6973888" y="6462713"/>
          <p14:tracePt t="564031" x="6973888" y="6456363"/>
          <p14:tracePt t="564057" x="6959600" y="6456363"/>
          <p14:tracePt t="564065" x="6959600" y="6443663"/>
          <p14:tracePt t="564130" x="6959600" y="6435725"/>
          <p14:tracePt t="564181" x="6959600" y="6423025"/>
          <p14:tracePt t="564214" x="6959600" y="6415088"/>
          <p14:tracePt t="564247" x="6953250" y="6408738"/>
          <p14:tracePt t="564261" x="6938963" y="6408738"/>
          <p14:tracePt t="564278" x="6932613" y="6408738"/>
          <p14:tracePt t="564347" x="6938963" y="6408738"/>
          <p14:tracePt t="564371" x="6953250" y="6408738"/>
          <p14:tracePt t="564379" x="6959600" y="6408738"/>
          <p14:tracePt t="564440" x="6959600" y="6415088"/>
          <p14:tracePt t="564465" x="6980238" y="6415088"/>
          <p14:tracePt t="564505" x="6973888" y="6415088"/>
          <p14:tracePt t="564692" x="7007225" y="6415088"/>
          <p14:tracePt t="564724" x="7102475" y="6423025"/>
          <p14:tracePt t="564732" x="7129463" y="6423025"/>
          <p14:tracePt t="564758" x="7205663" y="6423025"/>
          <p14:tracePt t="564783" x="7327900" y="6435725"/>
          <p14:tracePt t="564822" x="7354888" y="6435725"/>
          <p14:tracePt t="564823" x="7518400" y="6443663"/>
          <p14:tracePt t="564831" x="7593013" y="6456363"/>
          <p14:tracePt t="564853" x="7816850" y="6462713"/>
          <p14:tracePt t="564868" x="7980363" y="6462713"/>
          <p14:tracePt t="564912" x="8205788" y="6462713"/>
          <p14:tracePt t="564913" x="8266113" y="6456363"/>
          <p14:tracePt t="564921" x="8388350" y="6443663"/>
          <p14:tracePt t="564936" x="8429625" y="6435725"/>
          <p14:tracePt t="564946" x="8435975" y="6435725"/>
          <p14:tracePt t="564968" x="8450263" y="6423025"/>
          <p14:tracePt t="565001" x="8456613" y="6423025"/>
          <p14:tracePt t="565010" x="8462963" y="6423025"/>
          <p14:tracePt t="565041" x="8483600" y="6423025"/>
          <p14:tracePt t="565074" x="8497888" y="6423025"/>
          <p14:tracePt t="565075" x="8504238" y="6423025"/>
          <p14:tracePt t="565087" x="8524875" y="6423025"/>
          <p14:tracePt t="565106" x="8558213" y="6423025"/>
          <p14:tracePt t="565121" x="8661400" y="6435725"/>
          <p14:tracePt t="565137" x="8701088" y="6435725"/>
          <p14:tracePt t="565154" x="8777288" y="6423025"/>
          <p14:tracePt t="565171" x="8783638" y="6423025"/>
          <p14:tracePt t="565217" x="8777288" y="6415088"/>
          <p14:tracePt t="565228" x="8769350" y="6415088"/>
          <p14:tracePt t="565243" x="8756650" y="6415088"/>
          <p14:tracePt t="565245" x="8742363" y="6415088"/>
          <p14:tracePt t="565258" x="8701088" y="6415088"/>
          <p14:tracePt t="565272" x="8661400" y="6415088"/>
          <p14:tracePt t="565303" x="8605838" y="6423025"/>
          <p14:tracePt t="565304" x="8545513" y="6423025"/>
          <p14:tracePt t="565314" x="8524875" y="6423025"/>
          <p14:tracePt t="565331" x="8510588" y="6423025"/>
          <p14:tracePt t="565369" x="8524875" y="6423025"/>
          <p14:tracePt t="565397" x="8531225" y="6423025"/>
          <p14:tracePt t="565399" x="8551863" y="6423025"/>
          <p14:tracePt t="565408" x="8558213" y="6423025"/>
          <p14:tracePt t="565436" x="8572500" y="6423025"/>
          <p14:tracePt t="565437" x="8586788" y="6423025"/>
          <p14:tracePt t="565540" x="8578850" y="6423025"/>
          <p14:tracePt t="565706" x="8572500" y="6423025"/>
          <p14:tracePt t="565736" x="8497888" y="6435725"/>
          <p14:tracePt t="565744" x="8408988" y="6435725"/>
          <p14:tracePt t="565764" x="7932738" y="6435725"/>
          <p14:tracePt t="565780" x="7667625" y="6443663"/>
          <p14:tracePt t="565797" x="6735763" y="6462713"/>
          <p14:tracePt t="565827" x="6348413" y="6462713"/>
          <p14:tracePt t="565828" x="5327650" y="6443663"/>
          <p14:tracePt t="565854" x="4748213" y="6408738"/>
          <p14:tracePt t="565874" x="4551363" y="6388100"/>
          <p14:tracePt t="565875" x="4456113" y="6388100"/>
          <p14:tracePt t="565885" x="4354513" y="6367463"/>
          <p14:tracePt t="565904" x="4300538" y="6367463"/>
          <p14:tracePt t="565925" x="4232275" y="6361113"/>
          <p14:tracePt t="565943" x="4176713" y="6348413"/>
          <p14:tracePt t="565957" x="4137025" y="6348413"/>
          <p14:tracePt t="565975" x="4089400" y="6348413"/>
          <p14:tracePt t="565977" x="4062413" y="6348413"/>
          <p14:tracePt t="566004" x="4027488" y="6348413"/>
          <p14:tracePt t="566005" x="4006850" y="6361113"/>
          <p14:tracePt t="566014" x="4000500" y="6361113"/>
          <p14:tracePt t="566030" x="3979863" y="6367463"/>
          <p14:tracePt t="566031" x="3952875" y="6367463"/>
          <p14:tracePt t="566044" x="3938588" y="6375400"/>
          <p14:tracePt t="566062" x="3925888" y="6375400"/>
          <p14:tracePt t="566078" x="3890963" y="6388100"/>
          <p14:tracePt t="566110" x="3884613" y="6388100"/>
          <p14:tracePt t="566111" x="3836988" y="6388100"/>
          <p14:tracePt t="566136" x="3810000" y="6375400"/>
          <p14:tracePt t="566209" x="3816350" y="6375400"/>
          <p14:tracePt t="566235" x="3836988" y="6375400"/>
          <p14:tracePt t="566256" x="3851275" y="6375400"/>
          <p14:tracePt t="566257" x="3863975" y="6388100"/>
          <p14:tracePt t="566270" x="3878263" y="6388100"/>
          <p14:tracePt t="566306" x="3890963" y="6396038"/>
          <p14:tracePt t="566354" x="3890963" y="6408738"/>
          <p14:tracePt t="566384" x="3884613" y="6408738"/>
          <p14:tracePt t="566410" x="3878263" y="6396038"/>
          <p14:tracePt t="566428" x="3857625" y="6396038"/>
          <p14:tracePt t="566503" x="3863975" y="6408738"/>
          <p14:tracePt t="566526" x="3890963" y="6408738"/>
          <p14:tracePt t="566553" x="3932238" y="6408738"/>
          <p14:tracePt t="566561" x="3952875" y="6408738"/>
          <p14:tracePt t="566617" x="3932238" y="6408738"/>
          <p14:tracePt t="566636" x="3925888" y="6408738"/>
          <p14:tracePt t="566646" x="3905250" y="6408738"/>
          <p14:tracePt t="566663" x="3884613" y="6408738"/>
          <p14:tracePt t="566717" x="3890963" y="6408738"/>
          <p14:tracePt t="566746" x="3905250" y="6408738"/>
          <p14:tracePt t="566911" x="3911600" y="6408738"/>
          <p14:tracePt t="566942" x="3986213" y="6415088"/>
          <p14:tracePt t="566975" x="4129088" y="6435725"/>
          <p14:tracePt t="566976" x="4197350" y="6443663"/>
          <p14:tracePt t="567012" x="4205288" y="6456363"/>
          <p14:tracePt t="567157" x="4224338" y="6456363"/>
          <p14:tracePt t="567192" x="4354513" y="6462713"/>
          <p14:tracePt t="567193" x="4449763" y="6462713"/>
          <p14:tracePt t="567201" x="4619625" y="6470650"/>
          <p14:tracePt t="567253" x="4735513" y="6470650"/>
          <p14:tracePt t="567253" x="5164138" y="6470650"/>
          <p14:tracePt t="567261" x="5265738" y="6470650"/>
          <p14:tracePt t="567277" x="5408613" y="6470650"/>
          <p14:tracePt t="567312" x="5510213" y="6470650"/>
          <p14:tracePt t="567313" x="5661025" y="6470650"/>
          <p14:tracePt t="567343" x="5700713" y="6470650"/>
          <p14:tracePt t="567352" x="5700713" y="6462713"/>
          <p14:tracePt t="567425" x="5708650" y="6462713"/>
          <p14:tracePt t="567426" x="5721350" y="6462713"/>
          <p14:tracePt t="567462" x="5721350" y="6456363"/>
          <p14:tracePt t="567528" x="5721350" y="6443663"/>
          <p14:tracePt t="567555" x="5708650" y="6443663"/>
          <p14:tracePt t="567563" x="5700713" y="6443663"/>
          <p14:tracePt t="567578" x="5681663" y="6435725"/>
          <p14:tracePt t="567615" x="5634038" y="6423025"/>
          <p14:tracePt t="567616" x="5605463" y="6423025"/>
          <p14:tracePt t="567625" x="5578475" y="6415088"/>
          <p14:tracePt t="567658" x="5530850" y="6415088"/>
          <p14:tracePt t="567682" x="5524500" y="6415088"/>
          <p14:tracePt t="567755" x="5530850" y="6415088"/>
          <p14:tracePt t="567779" x="5538788" y="6415088"/>
          <p14:tracePt t="567800" x="5557838" y="6415088"/>
          <p14:tracePt t="567816" x="5572125" y="6415088"/>
          <p14:tracePt t="567864" x="5538788" y="6415088"/>
          <p14:tracePt t="567896" x="5497513" y="6408738"/>
          <p14:tracePt t="567905" x="5462588" y="6408738"/>
          <p14:tracePt t="567925" x="5429250" y="6408738"/>
          <p14:tracePt t="567942" x="5414963" y="6408738"/>
          <p14:tracePt t="567977" x="5429250" y="6408738"/>
          <p14:tracePt t="568004" x="5449888" y="6408738"/>
          <p14:tracePt t="568012" x="5462588" y="6408738"/>
          <p14:tracePt t="568025" x="5483225" y="6408738"/>
          <p14:tracePt t="568044" x="5510213" y="6415088"/>
          <p14:tracePt t="568044" x="5538788" y="6415088"/>
          <p14:tracePt t="568078" x="5551488" y="6423025"/>
          <p14:tracePt t="568079" x="5530850" y="6423025"/>
          <p14:tracePt t="568261" x="5557838" y="6423025"/>
          <p14:tracePt t="568294" x="5803900" y="6435725"/>
          <p14:tracePt t="568295" x="5967413" y="6443663"/>
          <p14:tracePt t="568306" x="6170613" y="6456363"/>
          <p14:tracePt t="568331" x="6497638" y="6456363"/>
          <p14:tracePt t="568348" x="6756400" y="6456363"/>
          <p14:tracePt t="568378" x="6905625" y="6456363"/>
          <p14:tracePt t="568419" x="6980238" y="6456363"/>
          <p14:tracePt t="568419" x="7007225" y="6456363"/>
          <p14:tracePt t="568444" x="7021513" y="6456363"/>
          <p14:tracePt t="568497" x="7021513" y="6443663"/>
          <p14:tracePt t="568542" x="7027863" y="6443663"/>
          <p14:tracePt t="568579" x="7062788" y="6443663"/>
          <p14:tracePt t="568611" x="7123113" y="6456363"/>
          <p14:tracePt t="568612" x="7137400" y="6456363"/>
          <p14:tracePt t="568624" x="7158038" y="6456363"/>
          <p14:tracePt t="568656" x="7170738" y="6456363"/>
          <p14:tracePt t="568691" x="7158038" y="6456363"/>
          <p14:tracePt t="568730" x="7150100" y="6456363"/>
          <p14:tracePt t="568730" x="7102475" y="6443663"/>
          <p14:tracePt t="568760" x="7034213" y="6435725"/>
          <p14:tracePt t="568785" x="7021513" y="6435725"/>
          <p14:tracePt t="568786" x="7007225" y="6435725"/>
          <p14:tracePt t="568824" x="7021513" y="6435725"/>
          <p14:tracePt t="568848" x="7034213" y="6435725"/>
          <p14:tracePt t="568869" x="7054850" y="6435725"/>
          <p14:tracePt t="568912" x="7062788" y="6435725"/>
          <p14:tracePt t="568936" x="7054850" y="6435725"/>
          <p14:tracePt t="568961" x="7048500" y="6435725"/>
          <p14:tracePt t="568979" x="7034213" y="6435725"/>
          <p14:tracePt t="569042" x="7048500" y="6435725"/>
          <p14:tracePt t="569046" x="7054850" y="6435725"/>
          <p14:tracePt t="569062" x="7062788" y="6435725"/>
          <p14:tracePt t="569163" x="7075488" y="6435725"/>
          <p14:tracePt t="569170" x="7081838" y="6443663"/>
          <p14:tracePt t="569208" x="7096125" y="6443663"/>
          <p14:tracePt t="569210" x="7075488" y="6443663"/>
          <p14:tracePt t="569351" x="7075488" y="6470650"/>
          <p14:tracePt t="569383" x="7102475" y="6470650"/>
          <p14:tracePt t="569468" x="7762875" y="6530975"/>
          <p14:tracePt t="569469" x="7920038" y="6538913"/>
          <p14:tracePt t="569477" x="8042275" y="6538913"/>
          <p14:tracePt t="569514" x="8191500" y="6538913"/>
          <p14:tracePt t="569515" x="8253413" y="6538913"/>
          <p14:tracePt t="569536" x="8301038" y="6538913"/>
          <p14:tracePt t="569556" x="8307388" y="6538913"/>
          <p14:tracePt t="569620" x="8307388" y="6530975"/>
          <p14:tracePt t="569642" x="8313738" y="6518275"/>
          <p14:tracePt t="569705" x="8355013" y="6497638"/>
          <p14:tracePt t="569706" x="8402638" y="6491288"/>
          <p14:tracePt t="569715" x="8429625" y="6483350"/>
          <p14:tracePt t="569736" x="8483600" y="6483350"/>
          <p14:tracePt t="569754" x="8524875" y="6483350"/>
          <p14:tracePt t="569755" x="8551863" y="6491288"/>
          <p14:tracePt t="569773" x="8599488" y="6491288"/>
          <p14:tracePt t="569790" x="8647113" y="6491288"/>
          <p14:tracePt t="569809" x="8661400" y="6491288"/>
          <p14:tracePt t="569812" x="8674100" y="6491288"/>
          <p14:tracePt t="569848" x="8661400" y="6491288"/>
          <p14:tracePt t="569857" x="8653463" y="6491288"/>
          <p14:tracePt t="569870" x="8647113" y="6483350"/>
          <p14:tracePt t="569907" x="8626475" y="6483350"/>
          <p14:tracePt t="569908" x="8620125" y="6470650"/>
          <p14:tracePt t="569919" x="8605838" y="6462713"/>
          <p14:tracePt t="569972" x="8605838" y="6456363"/>
          <p14:tracePt t="570015" x="8620125" y="6456363"/>
          <p14:tracePt t="570043" x="8626475" y="6456363"/>
          <p14:tracePt t="570057" x="8634413" y="6456363"/>
          <p14:tracePt t="570060" x="8647113" y="6443663"/>
          <p14:tracePt t="570091" x="8653463" y="6443663"/>
          <p14:tracePt t="570092" x="8661400" y="6443663"/>
          <p14:tracePt t="570118" x="8674100" y="6443663"/>
          <p14:tracePt t="570127" x="8682038" y="6443663"/>
          <p14:tracePt t="570204" x="8682038" y="6435725"/>
          <p14:tracePt t="570232" x="8694738" y="6435725"/>
          <p14:tracePt t="570274" x="8701088" y="6435725"/>
          <p14:tracePt t="570454" x="8709025" y="6435725"/>
          <p14:tracePt t="570476" x="8729663" y="6435725"/>
          <p14:tracePt t="570508" x="8748713" y="6435725"/>
          <p14:tracePt t="570555" x="8742363" y="6435725"/>
          <p14:tracePt t="570576" x="8729663" y="6435725"/>
          <p14:tracePt t="570577" x="8721725" y="6435725"/>
          <p14:tracePt t="570657" x="8729663" y="6435725"/>
          <p14:tracePt t="570790" x="8742363" y="6435725"/>
          <p14:tracePt t="570880" x="8729663" y="6435725"/>
          <p14:tracePt t="571117" x="8709025" y="6443663"/>
          <p14:tracePt t="571141" x="8626475" y="6443663"/>
          <p14:tracePt t="571159" x="8483600" y="6456363"/>
          <p14:tracePt t="571185" x="7539038" y="6497638"/>
          <p14:tracePt t="571233" x="7000875" y="6530975"/>
          <p14:tracePt t="571234" x="5503863" y="6592888"/>
          <p14:tracePt t="571243" x="5191125" y="6592888"/>
          <p14:tracePt t="571269" x="4652963" y="6586538"/>
          <p14:tracePt t="571286" x="4565650" y="6586538"/>
          <p14:tracePt t="571287" x="4476750" y="6586538"/>
          <p14:tracePt t="571310" x="4408488" y="6586538"/>
          <p14:tracePt t="571333" x="4375150" y="6586538"/>
          <p14:tracePt t="571355" x="4333875" y="6586538"/>
          <p14:tracePt t="571369" x="4319588" y="6586538"/>
          <p14:tracePt t="571408" x="4252913" y="6578600"/>
          <p14:tracePt t="571409" x="4176713" y="6565900"/>
          <p14:tracePt t="571430" x="4149725" y="6565900"/>
          <p14:tracePt t="571430" x="4137025" y="6565900"/>
          <p14:tracePt t="571521" x="4157663" y="6565900"/>
          <p14:tracePt t="571547" x="4176713" y="6565900"/>
          <p14:tracePt t="571570" x="4184650" y="6557963"/>
          <p14:tracePt t="571609" x="4176713" y="6545263"/>
          <p14:tracePt t="571611" x="4170363" y="6545263"/>
          <p14:tracePt t="571625" x="4157663" y="6538913"/>
          <p14:tracePt t="571641" x="4129088" y="6530975"/>
          <p14:tracePt t="571658" x="4081463" y="6510338"/>
          <p14:tracePt t="571674" x="4062413" y="6497638"/>
          <p14:tracePt t="571692" x="4033838" y="6491288"/>
          <p14:tracePt t="571722" x="4027488" y="6491288"/>
          <p14:tracePt t="571816" x="4027488" y="6483350"/>
          <p14:tracePt t="571866" x="4027488" y="6470650"/>
          <p14:tracePt t="571884" x="4033838" y="6470650"/>
          <p14:tracePt t="571920" x="4033838" y="6462713"/>
          <p14:tracePt t="571944" x="4033838" y="6456363"/>
          <p14:tracePt t="572053" x="4027488" y="6456363"/>
          <p14:tracePt t="572074" x="4014788" y="6443663"/>
          <p14:tracePt t="572208" x="4027488" y="6443663"/>
          <p14:tracePt t="572246" x="4033838" y="6443663"/>
          <p14:tracePt t="572347" x="4027488" y="6443663"/>
          <p14:tracePt t="572382" x="4014788" y="6443663"/>
          <p14:tracePt t="572447" x="4027488" y="6443663"/>
          <p14:tracePt t="572501" x="4033838" y="6443663"/>
          <p14:tracePt t="572560" x="4027488" y="6443663"/>
          <p14:tracePt t="572568" x="4014788" y="6443663"/>
          <p14:tracePt t="572619" x="4000500" y="6435725"/>
          <p14:tracePt t="572672" x="4006850" y="6435725"/>
          <p14:tracePt t="572712" x="4027488" y="6435725"/>
          <p14:tracePt t="572713" x="4048125" y="6435725"/>
          <p14:tracePt t="572778" x="4033838" y="6435725"/>
          <p14:tracePt t="572799" x="4027488" y="6435725"/>
          <p14:tracePt t="572800" x="4014788" y="6435725"/>
          <p14:tracePt t="572868" x="4027488" y="6443663"/>
          <p14:tracePt t="572876" x="4033838" y="6443663"/>
          <p14:tracePt t="572912" x="4062413" y="6443663"/>
          <p14:tracePt t="572965" x="4054475" y="6443663"/>
          <p14:tracePt t="573019" x="4033838" y="6443663"/>
          <p14:tracePt t="573053" x="4048125" y="6443663"/>
          <p14:tracePt t="573087" x="4075113" y="6443663"/>
          <p14:tracePt t="573088" x="4089400" y="6443663"/>
          <p14:tracePt t="573097" x="4102100" y="6443663"/>
          <p14:tracePt t="573112" x="4110038" y="6443663"/>
          <p14:tracePt t="573149" x="4102100" y="6443663"/>
          <p14:tracePt t="573168" x="4081463" y="6443663"/>
          <p14:tracePt t="573183" x="4062413" y="6443663"/>
          <p14:tracePt t="573215" x="4048125" y="6443663"/>
          <p14:tracePt t="573216" x="4033838" y="6443663"/>
          <p14:tracePt t="573279" x="4062413" y="6443663"/>
          <p14:tracePt t="573280" x="4075113" y="6443663"/>
          <p14:tracePt t="573312" x="4081463" y="6443663"/>
          <p14:tracePt t="573313" x="4089400" y="6443663"/>
          <p14:tracePt t="573355" x="4075113" y="6443663"/>
          <p14:tracePt t="573380" x="4054475" y="6443663"/>
          <p14:tracePt t="573403" x="4027488" y="6443663"/>
          <p14:tracePt t="573413" x="4027488" y="6435725"/>
          <p14:tracePt t="573457" x="4033838" y="6435725"/>
          <p14:tracePt t="573473" x="4048125" y="6435725"/>
          <p14:tracePt t="573548" x="4033838" y="6435725"/>
          <p14:tracePt t="573573" x="4014788" y="6435725"/>
          <p14:tracePt t="573639" x="4027488" y="6435725"/>
          <p14:tracePt t="573665" x="4048125" y="6435725"/>
          <p14:tracePt t="573714" x="4033838" y="6435725"/>
          <p14:tracePt t="573736" x="4027488" y="6435725"/>
          <p14:tracePt t="573737" x="4014788" y="6435725"/>
          <p14:tracePt t="573794" x="4027488" y="6435725"/>
          <p14:tracePt t="573815" x="4033838" y="6435725"/>
          <p14:tracePt t="573833" x="4048125" y="6435725"/>
          <p14:tracePt t="573849" x="4054475" y="6435725"/>
          <p14:tracePt t="573993" x="4033838" y="6435725"/>
          <p14:tracePt t="574200" x="4054475" y="6443663"/>
          <p14:tracePt t="574239" x="4327525" y="6470650"/>
          <p14:tracePt t="574246" x="4429125" y="6470650"/>
          <p14:tracePt t="574273" x="4776788" y="6491288"/>
          <p14:tracePt t="574294" x="5110163" y="6491288"/>
          <p14:tracePt t="574322" x="5435600" y="6510338"/>
          <p14:tracePt t="574323" x="5557838" y="6518275"/>
          <p14:tracePt t="574340" x="5626100" y="6518275"/>
          <p14:tracePt t="574371" x="5634038" y="6518275"/>
          <p14:tracePt t="574409" x="5605463" y="6510338"/>
          <p14:tracePt t="574425" x="5578475" y="6497638"/>
          <p14:tracePt t="574449" x="5530850" y="6483350"/>
          <p14:tracePt t="574470" x="5483225" y="6470650"/>
          <p14:tracePt t="574507" x="5476875" y="6470650"/>
          <p14:tracePt t="574520" x="5483225" y="6470650"/>
          <p14:tracePt t="574535" x="5497513" y="6470650"/>
          <p14:tracePt t="574537" x="5524500" y="6470650"/>
          <p14:tracePt t="574548" x="5551488" y="6470650"/>
          <p14:tracePt t="574561" x="5578475" y="6470650"/>
          <p14:tracePt t="574575" x="5605463" y="6470650"/>
          <p14:tracePt t="574607" x="5613400" y="6470650"/>
          <p14:tracePt t="574608" x="5626100" y="6470650"/>
          <p14:tracePt t="574618" x="5626100" y="6462713"/>
          <p14:tracePt t="574639" x="5613400" y="6456363"/>
          <p14:tracePt t="574653" x="5605463" y="6456363"/>
          <p14:tracePt t="574669" x="5599113" y="6443663"/>
          <p14:tracePt t="574697" x="5572125" y="6435725"/>
          <p14:tracePt t="574698" x="5551488" y="6435725"/>
          <p14:tracePt t="574712" x="5538788" y="6423025"/>
          <p14:tracePt t="574731" x="5538788" y="6415088"/>
          <p14:tracePt t="574753" x="5551488" y="6415088"/>
          <p14:tracePt t="574768" x="5551488" y="6408738"/>
          <p14:tracePt t="574784" x="5557838" y="6408738"/>
          <p14:tracePt t="574786" x="5572125" y="6408738"/>
          <p14:tracePt t="574812" x="5578475" y="6408738"/>
          <p14:tracePt t="574852" x="5586413" y="6408738"/>
          <p14:tracePt t="574977" x="5599113" y="6408738"/>
          <p14:tracePt t="575003" x="5613400" y="6408738"/>
          <p14:tracePt t="575004" x="5626100" y="6408738"/>
          <p14:tracePt t="575013" x="5634038" y="6408738"/>
          <p14:tracePt t="575077" x="5626100" y="6408738"/>
          <p14:tracePt t="575121" x="5634038" y="6408738"/>
          <p14:tracePt t="575158" x="5646738" y="6408738"/>
          <p14:tracePt t="575174" x="5653088" y="6408738"/>
          <p14:tracePt t="575212" x="5661025" y="6408738"/>
          <p14:tracePt t="575268" x="5653088" y="6415088"/>
          <p14:tracePt t="575303" x="5613400" y="6415088"/>
          <p14:tracePt t="575516" x="5626100" y="6415088"/>
          <p14:tracePt t="575549" x="5661025" y="6415088"/>
          <p14:tracePt t="575577" x="5673725" y="6415088"/>
          <p14:tracePt t="575642" x="5681663" y="6415088"/>
          <p14:tracePt t="575651" x="5694363" y="6423025"/>
          <p14:tracePt t="575667" x="5721350" y="6423025"/>
          <p14:tracePt t="575722" x="5919788" y="6456363"/>
          <p14:tracePt t="575722" x="6149975" y="6456363"/>
          <p14:tracePt t="575733" x="6286500" y="6443663"/>
          <p14:tracePt t="575755" x="6510338" y="6435725"/>
          <p14:tracePt t="575775" x="6742113" y="6423025"/>
          <p14:tracePt t="575818" x="6858000" y="6423025"/>
          <p14:tracePt t="575819" x="6899275" y="6423025"/>
          <p14:tracePt t="575846" x="6911975" y="6423025"/>
          <p14:tracePt t="575870" x="6926263" y="6423025"/>
          <p14:tracePt t="575908" x="6932613" y="6423025"/>
          <p14:tracePt t="575908" x="6953250" y="6423025"/>
          <p14:tracePt t="575935" x="6986588" y="6423025"/>
          <p14:tracePt t="575944" x="7021513" y="6423025"/>
          <p14:tracePt t="575958" x="7048500" y="6435725"/>
          <p14:tracePt t="575975" x="7102475" y="6435725"/>
          <p14:tracePt t="576012" x="7232650" y="6443663"/>
          <p14:tracePt t="576013" x="7319963" y="6456363"/>
          <p14:tracePt t="576031" x="7327900" y="6456363"/>
          <p14:tracePt t="576045" x="7319963" y="6456363"/>
          <p14:tracePt t="576064" x="7307263" y="6456363"/>
          <p14:tracePt t="576068" x="7300913" y="6456363"/>
          <p14:tracePt t="576084" x="7280275" y="6443663"/>
          <p14:tracePt t="576097" x="7259638" y="6443663"/>
          <p14:tracePt t="576118" x="7232650" y="6443663"/>
          <p14:tracePt t="576134" x="7218363" y="6443663"/>
          <p14:tracePt t="576203" x="7224713" y="6443663"/>
          <p14:tracePt t="576224" x="7232650" y="6443663"/>
          <p14:tracePt t="576248" x="7259638" y="6443663"/>
          <p14:tracePt t="576268" x="7272338" y="6443663"/>
          <p14:tracePt t="576269" x="7280275" y="6443663"/>
          <p14:tracePt t="576316" x="7272338" y="6443663"/>
          <p14:tracePt t="576338" x="7232650" y="6443663"/>
          <p14:tracePt t="576363" x="7205663" y="6443663"/>
          <p14:tracePt t="576408" x="7218363" y="6443663"/>
          <p14:tracePt t="576418" x="7224713" y="6443663"/>
          <p14:tracePt t="576436" x="7232650" y="6443663"/>
          <p14:tracePt t="576449" x="7259638" y="6443663"/>
          <p14:tracePt t="576472" x="7272338" y="6443663"/>
          <p14:tracePt t="576512" x="7259638" y="6443663"/>
          <p14:tracePt t="576513" x="7253288" y="6443663"/>
          <p14:tracePt t="576521" x="7232650" y="6435725"/>
          <p14:tracePt t="576536" x="7218363" y="6435725"/>
          <p14:tracePt t="576558" x="7197725" y="6435725"/>
          <p14:tracePt t="576608" x="7205663" y="6435725"/>
          <p14:tracePt t="576608" x="7224713" y="6435725"/>
          <p14:tracePt t="576634" x="7232650" y="6435725"/>
          <p14:tracePt t="576642" x="7245350" y="6435725"/>
          <p14:tracePt t="576672" x="7232650" y="6435725"/>
          <p14:tracePt t="576711" x="7205663" y="6435725"/>
          <p14:tracePt t="576718" x="7197725" y="6435725"/>
          <p14:tracePt t="576719" x="7185025" y="6435725"/>
          <p14:tracePt t="576743" x="7177088" y="6435725"/>
          <p14:tracePt t="576764" x="7185025" y="6435725"/>
          <p14:tracePt t="576912" x="7197725" y="6435725"/>
          <p14:tracePt t="576934" x="7205663" y="6435725"/>
          <p14:tracePt t="576982" x="7197725" y="6435725"/>
          <p14:tracePt t="577045" x="7205663" y="6435725"/>
          <p14:tracePt t="577069" x="7218363" y="6435725"/>
          <p14:tracePt t="577087" x="7224713" y="6435725"/>
          <p14:tracePt t="577168" x="7218363" y="6435725"/>
          <p14:tracePt t="577208" x="7197725" y="6435725"/>
          <p14:tracePt t="577449" x="7197725" y="6423025"/>
          <p14:tracePt t="577480" x="7232650" y="6415088"/>
          <p14:tracePt t="577513" x="7245350" y="6415088"/>
          <p14:tracePt t="577514" x="7245350" y="6423025"/>
          <p14:tracePt t="577546" x="7253288" y="6443663"/>
          <p14:tracePt t="577573" x="7272338" y="6470650"/>
          <p14:tracePt t="577575" x="7280275" y="6483350"/>
          <p14:tracePt t="577622" x="7307263" y="6497638"/>
          <p14:tracePt t="577623" x="7381875" y="6565900"/>
          <p14:tracePt t="577635" x="7415213" y="6586538"/>
          <p14:tracePt t="577660" x="7491413" y="6619875"/>
          <p14:tracePt t="577678" x="7566025" y="6640513"/>
          <p14:tracePt t="577713" x="7640638" y="6661150"/>
          <p14:tracePt t="577714" x="7694613" y="6661150"/>
          <p14:tracePt t="577743" x="7748588" y="6661150"/>
          <p14:tracePt t="577744" x="7858125" y="6661150"/>
          <p14:tracePt t="577766" x="7967663" y="6661150"/>
          <p14:tracePt t="577782" x="8034338" y="6653213"/>
          <p14:tracePt t="577804" x="8137525" y="6640513"/>
          <p14:tracePt t="577820" x="8191500" y="6634163"/>
          <p14:tracePt t="577821" x="8253413" y="6619875"/>
          <p14:tracePt t="577843" x="8280400" y="6613525"/>
          <p14:tracePt t="577844" x="8328025" y="6605588"/>
          <p14:tracePt t="577863" x="8361363" y="6592888"/>
          <p14:tracePt t="577886" x="8408988" y="6578600"/>
          <p14:tracePt t="577903" x="8429625" y="6565900"/>
          <p14:tracePt t="577905" x="8435975" y="6557963"/>
          <p14:tracePt t="577925" x="8450263" y="6538913"/>
          <p14:tracePt t="577926" x="8462963" y="6518275"/>
          <p14:tracePt t="577960" x="8477250" y="6510338"/>
          <p14:tracePt t="577961" x="8504238" y="6483350"/>
          <p14:tracePt t="577972" x="8524875" y="6470650"/>
          <p14:tracePt t="578009" x="8531225" y="6456363"/>
          <p14:tracePt t="578011" x="8558213" y="6443663"/>
          <p14:tracePt t="578011" x="8578850" y="6435725"/>
          <p14:tracePt t="578035" x="8605838" y="6423025"/>
          <p14:tracePt t="578036" x="8626475" y="6415088"/>
          <p14:tracePt t="578050" x="8661400" y="6415088"/>
          <p14:tracePt t="578072" x="8694738" y="6408738"/>
          <p14:tracePt t="578109" x="8748713" y="6396038"/>
          <p14:tracePt t="578120" x="8756650" y="6396038"/>
          <p14:tracePt t="578137" x="8777288" y="6396038"/>
          <p14:tracePt t="578160" x="8783638" y="6396038"/>
          <p14:tracePt t="578161" x="8796338" y="6396038"/>
          <p14:tracePt t="578251" x="8804275" y="6396038"/>
          <p14:tracePt t="578354" x="8816975" y="6396038"/>
          <p14:tracePt t="578362" x="8824913" y="6396038"/>
          <p14:tracePt t="578386" x="8843963" y="6408738"/>
          <p14:tracePt t="578409" x="8851900" y="6408738"/>
          <p14:tracePt t="578509" x="8843963" y="6396038"/>
          <p14:tracePt t="578540" x="8824913" y="6396038"/>
          <p14:tracePt t="578619" x="8824913" y="6408738"/>
          <p14:tracePt t="578620" x="8843963" y="6408738"/>
          <p14:tracePt t="578712" x="8831263" y="6408738"/>
          <p14:tracePt t="578713" x="8804275" y="6396038"/>
          <p14:tracePt t="578724" x="8783638" y="6396038"/>
          <p14:tracePt t="578739" x="8777288" y="6396038"/>
          <p14:tracePt t="578810" x="8783638" y="6396038"/>
          <p14:tracePt t="578811" x="8796338" y="6396038"/>
          <p14:tracePt t="578834" x="8804275" y="6396038"/>
          <p14:tracePt t="578870" x="8796338" y="6396038"/>
          <p14:tracePt t="578880" x="8783638" y="6396038"/>
          <p14:tracePt t="578911" x="8769350" y="6396038"/>
          <p14:tracePt t="578913" x="8756650" y="6396038"/>
          <p14:tracePt t="578957" x="8769350" y="6396038"/>
          <p14:tracePt t="578984" x="8777288" y="6396038"/>
          <p14:tracePt t="578986" x="8783638" y="6408738"/>
          <p14:tracePt t="579021" x="8796338" y="6408738"/>
          <p14:tracePt t="579022" x="8804275" y="6408738"/>
          <p14:tracePt t="579052" x="8796338" y="6408738"/>
          <p14:tracePt t="579078" x="8783638" y="6408738"/>
          <p14:tracePt t="579119" x="8796338" y="6408738"/>
          <p14:tracePt t="579144" x="8824913" y="6408738"/>
          <p14:tracePt t="579172" x="8831263" y="6408738"/>
          <p14:tracePt t="579173" x="8843963" y="6408738"/>
          <p14:tracePt t="579466" x="8816975" y="6408738"/>
          <p14:tracePt t="579498" x="8477250" y="6415088"/>
          <p14:tracePt t="579532" x="7742238" y="6530975"/>
          <p14:tracePt t="579567" x="6708775" y="6681788"/>
          <p14:tracePt t="579576" x="6272213" y="6694488"/>
          <p14:tracePt t="579626" x="5700713" y="6694488"/>
          <p14:tracePt t="579627" x="5307013" y="6667500"/>
          <p14:tracePt t="579635" x="5170488" y="6653213"/>
          <p14:tracePt t="579653" x="5081588" y="6640513"/>
          <p14:tracePt t="579702" x="4986338" y="6613525"/>
          <p14:tracePt t="579703" x="4973638" y="6605588"/>
          <p14:tracePt t="579715" x="4967288" y="6605588"/>
          <p14:tracePt t="579757" x="4946650" y="6592888"/>
          <p14:tracePt t="579757" x="4911725" y="6586538"/>
          <p14:tracePt t="579777" x="4884738" y="6578600"/>
          <p14:tracePt t="579778" x="4843463" y="6578600"/>
          <p14:tracePt t="579790" x="4824413" y="6565900"/>
          <p14:tracePt t="579816" x="4776788" y="6565900"/>
          <p14:tracePt t="579835" x="4748213" y="6557963"/>
          <p14:tracePt t="579851" x="4714875" y="6557963"/>
          <p14:tracePt t="579874" x="4625975" y="6545263"/>
          <p14:tracePt t="579892" x="4524375" y="6538913"/>
          <p14:tracePt t="579911" x="4476750" y="6538913"/>
          <p14:tracePt t="579933" x="4408488" y="6530975"/>
          <p14:tracePt t="579962" x="4367213" y="6518275"/>
          <p14:tracePt t="579963" x="4348163" y="6518275"/>
          <p14:tracePt t="579972" x="4333875" y="6510338"/>
          <p14:tracePt t="580005" x="4327525" y="6510338"/>
          <p14:tracePt t="580006" x="4319588" y="6497638"/>
          <p14:tracePt t="580050" x="4319588" y="6491288"/>
          <p14:tracePt t="580102" x="4319588" y="6483350"/>
          <p14:tracePt t="580167" x="4306888" y="6483350"/>
          <p14:tracePt t="580195" x="4259263" y="6470650"/>
          <p14:tracePt t="580196" x="4232275" y="6462713"/>
          <p14:tracePt t="580219" x="4170363" y="6456363"/>
          <p14:tracePt t="580246" x="4149725" y="6456363"/>
          <p14:tracePt t="580341" x="4157663" y="6456363"/>
          <p14:tracePt t="580367" x="4176713" y="6456363"/>
          <p14:tracePt t="580375" x="4197350" y="6456363"/>
          <p14:tracePt t="580413" x="4205288" y="6456363"/>
          <p14:tracePt t="580453" x="4184650" y="6456363"/>
          <p14:tracePt t="580481" x="4170363" y="6443663"/>
          <p14:tracePt t="580510" x="4157663" y="6443663"/>
          <p14:tracePt t="580546" x="4170363" y="6443663"/>
          <p14:tracePt t="580554" x="4176713" y="6443663"/>
          <p14:tracePt t="580568" x="4184650" y="6443663"/>
          <p14:tracePt t="580614" x="4211638" y="6443663"/>
          <p14:tracePt t="580614" x="4224338" y="6443663"/>
          <p14:tracePt t="580658" x="4205288" y="6435725"/>
          <p14:tracePt t="580692" x="4170363" y="6435725"/>
          <p14:tracePt t="580693" x="4149725" y="6435725"/>
          <p14:tracePt t="580723" x="4137025" y="6435725"/>
          <p14:tracePt t="580781" x="4184650" y="6435725"/>
          <p14:tracePt t="580817" x="4197350" y="6435725"/>
          <p14:tracePt t="580817" x="4205288" y="6435725"/>
          <p14:tracePt t="580843" x="4197350" y="6435725"/>
          <p14:tracePt t="580867" x="4176713" y="6435725"/>
          <p14:tracePt t="580882" x="4149725" y="6435725"/>
          <p14:tracePt t="580920" x="4137025" y="6435725"/>
          <p14:tracePt t="580921" x="4122738" y="6435725"/>
          <p14:tracePt t="580952" x="4137025" y="6435725"/>
          <p14:tracePt t="580960" x="4157663" y="6435725"/>
          <p14:tracePt t="580985" x="4184650" y="6435725"/>
          <p14:tracePt t="581022" x="4197350" y="6435725"/>
          <p14:tracePt t="581054" x="4176713" y="6435725"/>
          <p14:tracePt t="581069" x="4170363" y="6435725"/>
          <p14:tracePt t="581121" x="4176713" y="6435725"/>
          <p14:tracePt t="581132" x="4184650" y="6435725"/>
          <p14:tracePt t="581276" x="4197350" y="6435725"/>
          <p14:tracePt t="581309" x="4224338" y="6435725"/>
          <p14:tracePt t="581334" x="4252913" y="6443663"/>
          <p14:tracePt t="581351" x="4259263" y="6443663"/>
          <p14:tracePt t="581378" x="4354513" y="6456363"/>
          <p14:tracePt t="581418" x="4592638" y="6470650"/>
          <p14:tracePt t="581431" x="4714875" y="6483350"/>
          <p14:tracePt t="581434" x="4837113" y="6491288"/>
          <p14:tracePt t="581457" x="5054600" y="6510338"/>
          <p14:tracePt t="581477" x="5184775" y="6518275"/>
          <p14:tracePt t="581478" x="5280025" y="6518275"/>
          <p14:tracePt t="581520" x="5408613" y="6530975"/>
          <p14:tracePt t="581520" x="5605463" y="6530975"/>
          <p14:tracePt t="581521" x="5708650" y="6530975"/>
          <p14:tracePt t="581550" x="5816600" y="6530975"/>
          <p14:tracePt t="581559" x="5830888" y="6530975"/>
          <p14:tracePt t="581592" x="5843588" y="6530975"/>
          <p14:tracePt t="581623" x="5843588" y="6518275"/>
          <p14:tracePt t="581660" x="5830888" y="6510338"/>
          <p14:tracePt t="581677" x="5824538" y="6497638"/>
          <p14:tracePt t="581691" x="5803900" y="6483350"/>
          <p14:tracePt t="581709" x="5795963" y="6483350"/>
          <p14:tracePt t="581725" x="5795963" y="6470650"/>
          <p14:tracePt t="581757" x="5803900" y="6470650"/>
          <p14:tracePt t="581759" x="5816600" y="6462713"/>
          <p14:tracePt t="581784" x="5824538" y="6462713"/>
          <p14:tracePt t="581803" x="5824538" y="6456363"/>
          <p14:tracePt t="581831" x="5816600" y="6456363"/>
          <p14:tracePt t="581839" x="5803900" y="6456363"/>
          <p14:tracePt t="581852" x="5783263" y="6456363"/>
          <p14:tracePt t="581872" x="5729288" y="6443663"/>
          <p14:tracePt t="581907" x="5708650" y="6443663"/>
          <p14:tracePt t="581908" x="5700713" y="6443663"/>
          <p14:tracePt t="581941" x="5708650" y="6443663"/>
          <p14:tracePt t="581952" x="5721350" y="6443663"/>
          <p14:tracePt t="581969" x="5729288" y="6443663"/>
          <p14:tracePt t="582004" x="5748338" y="6443663"/>
          <p14:tracePt t="582052" x="5735638" y="6443663"/>
          <p14:tracePt t="582073" x="5708650" y="6443663"/>
          <p14:tracePt t="582103" x="5694363" y="6443663"/>
          <p14:tracePt t="582135" x="5700713" y="6443663"/>
          <p14:tracePt t="582153" x="5735638" y="6443663"/>
          <p14:tracePt t="582168" x="5756275" y="6443663"/>
          <p14:tracePt t="582186" x="5768975" y="6443663"/>
          <p14:tracePt t="582234" x="5748338" y="6443663"/>
          <p14:tracePt t="582243" x="5735638" y="6443663"/>
          <p14:tracePt t="582274" x="5729288" y="6443663"/>
          <p14:tracePt t="582336" x="5735638" y="6443663"/>
          <p14:tracePt t="582346" x="5748338" y="6443663"/>
          <p14:tracePt t="582360" x="5756275" y="6443663"/>
          <p14:tracePt t="582385" x="5768975" y="6443663"/>
          <p14:tracePt t="582536" x="5756275" y="6443663"/>
          <p14:tracePt t="582568" x="5748338" y="6443663"/>
          <p14:tracePt t="582782" x="5756275" y="6443663"/>
          <p14:tracePt t="582824" x="5776913" y="6443663"/>
          <p14:tracePt t="582832" x="5783263" y="6443663"/>
          <p14:tracePt t="582862" x="5776913" y="6443663"/>
          <p14:tracePt t="583018" x="5783263" y="6443663"/>
          <p14:tracePt t="583050" x="5803900" y="6443663"/>
          <p14:tracePt t="583058" x="5830888" y="6443663"/>
          <p14:tracePt t="583102" x="5946775" y="6462713"/>
          <p14:tracePt t="583103" x="6164263" y="6483350"/>
          <p14:tracePt t="583115" x="6265863" y="6491288"/>
          <p14:tracePt t="583135" x="6538913" y="6510338"/>
          <p14:tracePt t="583169" x="6858000" y="6538913"/>
          <p14:tracePt t="583177" x="6932613" y="6538913"/>
          <p14:tracePt t="583217" x="7021513" y="6538913"/>
          <p14:tracePt t="583218" x="7034213" y="6538913"/>
          <p14:tracePt t="583229" x="7062788" y="6538913"/>
          <p14:tracePt t="583253" x="7102475" y="6530975"/>
          <p14:tracePt t="583269" x="7137400" y="6530975"/>
          <p14:tracePt t="583317" x="7170738" y="6518275"/>
          <p14:tracePt t="583318" x="7185025" y="6518275"/>
          <p14:tracePt t="583347" x="7245350" y="6510338"/>
          <p14:tracePt t="583373" x="7292975" y="6510338"/>
          <p14:tracePt t="583382" x="7307263" y="6510338"/>
          <p14:tracePt t="583417" x="7327900" y="6510338"/>
          <p14:tracePt t="583418" x="7340600" y="6497638"/>
          <p14:tracePt t="583463" x="7327900" y="6497638"/>
          <p14:tracePt t="583484" x="7327900" y="6491288"/>
          <p14:tracePt t="583523" x="7319963" y="6491288"/>
          <p14:tracePt t="583523" x="7307263" y="6483350"/>
          <p14:tracePt t="583524" x="7300913" y="6483350"/>
          <p14:tracePt t="583545" x="7300913" y="6470650"/>
          <p14:tracePt t="583605" x="7319963" y="6462713"/>
          <p14:tracePt t="583606" x="7327900" y="6456363"/>
          <p14:tracePt t="583627" x="7340600" y="6456363"/>
          <p14:tracePt t="583639" x="7348538" y="6456363"/>
          <p14:tracePt t="583672" x="7354888" y="6443663"/>
          <p14:tracePt t="583728" x="7348538" y="6443663"/>
          <p14:tracePt t="583764" x="7340600" y="6443663"/>
          <p14:tracePt t="583776" x="7327900" y="6443663"/>
          <p14:tracePt t="583806" x="7340600" y="6443663"/>
          <p14:tracePt t="583833" x="7348538" y="6443663"/>
          <p14:tracePt t="583841" x="7367588" y="6443663"/>
          <p14:tracePt t="583857" x="7375525" y="6443663"/>
          <p14:tracePt t="583873" x="7402513" y="6443663"/>
          <p14:tracePt t="583923" x="7396163" y="6443663"/>
          <p14:tracePt t="583932" x="7381875" y="6443663"/>
          <p14:tracePt t="583949" x="7367588" y="6443663"/>
          <p14:tracePt t="583983" x="7340600" y="6443663"/>
          <p14:tracePt t="584031" x="7348538" y="6443663"/>
          <p14:tracePt t="584057" x="7354888" y="6443663"/>
          <p14:tracePt t="584065" x="7367588" y="6443663"/>
          <p14:tracePt t="584082" x="7375525" y="6443663"/>
          <p14:tracePt t="584124" x="7381875" y="6443663"/>
          <p14:tracePt t="584149" x="7367588" y="6443663"/>
          <p14:tracePt t="584169" x="7348538" y="6443663"/>
          <p14:tracePt t="584212" x="7340600" y="6443663"/>
          <p14:tracePt t="584212" x="7327900" y="6443663"/>
          <p14:tracePt t="584235" x="7348538" y="6456363"/>
          <p14:tracePt t="584264" x="7381875" y="6456363"/>
          <p14:tracePt t="584272" x="7396163" y="6456363"/>
          <p14:tracePt t="584305" x="7402513" y="6456363"/>
          <p14:tracePt t="584337" x="7375525" y="6456363"/>
          <p14:tracePt t="584349" x="7367588" y="6456363"/>
          <p14:tracePt t="584401" x="7354888" y="6456363"/>
          <p14:tracePt t="584473" x="7367588" y="6456363"/>
          <p14:tracePt t="584513" x="7375525" y="6456363"/>
          <p14:tracePt t="584551" x="7381875" y="6456363"/>
          <p14:tracePt t="584585" x="7367588" y="6456363"/>
          <p14:tracePt t="584834" x="7375525" y="6456363"/>
          <p14:tracePt t="584842" x="7396163" y="6462713"/>
          <p14:tracePt t="584868" x="7429500" y="6462713"/>
          <p14:tracePt t="584892" x="7551738" y="6470650"/>
          <p14:tracePt t="584917" x="7796213" y="6483350"/>
          <p14:tracePt t="584942" x="8089900" y="6491288"/>
          <p14:tracePt t="584944" x="8253413" y="6491288"/>
          <p14:tracePt t="584958" x="8402638" y="6491288"/>
          <p14:tracePt t="585004" x="8578850" y="6483350"/>
          <p14:tracePt t="585005" x="8661400" y="6470650"/>
          <p14:tracePt t="585014" x="8674100" y="6470650"/>
          <p14:tracePt t="585038" x="8694738" y="6462713"/>
          <p14:tracePt t="585058" x="8709025" y="6456363"/>
          <p14:tracePt t="585072" x="8721725" y="6456363"/>
          <p14:tracePt t="585111" x="8729663" y="6456363"/>
          <p14:tracePt t="585111" x="8729663" y="6443663"/>
          <p14:tracePt t="585146" x="8742363" y="6443663"/>
          <p14:tracePt t="585178" x="8748713" y="6443663"/>
          <p14:tracePt t="585211" x="8756650" y="6443663"/>
          <p14:tracePt t="585211" x="8756650" y="6435725"/>
          <p14:tracePt t="585244" x="8769350" y="6435725"/>
          <p14:tracePt t="585245" x="8777288" y="6435725"/>
          <p14:tracePt t="585271" x="8804275" y="6435725"/>
          <p14:tracePt t="585281" x="8831263" y="6435725"/>
          <p14:tracePt t="585312" x="8843963" y="6435725"/>
          <p14:tracePt t="585312" x="8864600" y="6435725"/>
          <p14:tracePt t="585313" x="8872538" y="6435725"/>
          <p14:tracePt t="585393" x="8878888" y="6435725"/>
          <p14:tracePt t="585441" x="8891588" y="6435725"/>
          <p14:tracePt t="585475" x="8899525" y="6435725"/>
          <p14:tracePt t="585504" x="8905875" y="6435725"/>
          <p14:tracePt t="585505" x="8920163" y="6435725"/>
          <p14:tracePt t="585517" x="8926513" y="6435725"/>
          <p14:tracePt t="585641" x="8939213" y="6435725"/>
          <p14:tracePt t="585678" x="8947150" y="6435725"/>
          <p14:tracePt t="585725" x="8939213" y="6435725"/>
          <p14:tracePt t="585903" x="8947150" y="6435725"/>
          <p14:tracePt t="585938" x="8953500" y="6435725"/>
          <p14:tracePt t="586079" x="8939213" y="6435725"/>
          <p14:tracePt t="586103" x="8843963" y="6443663"/>
          <p14:tracePt t="586116" x="8694738" y="6443663"/>
          <p14:tracePt t="586141" x="8239125" y="6483350"/>
          <p14:tracePt t="586183" x="7396163" y="6578600"/>
          <p14:tracePt t="586184" x="6483350" y="6653213"/>
          <p14:tracePt t="586218" x="5946775" y="6667500"/>
          <p14:tracePt t="586219" x="5232400" y="6667500"/>
          <p14:tracePt t="586226" x="4959350" y="6653213"/>
          <p14:tracePt t="586250" x="4735513" y="6634163"/>
          <p14:tracePt t="586262" x="4687888" y="6634163"/>
          <p14:tracePt t="586306" x="4652963" y="6619875"/>
          <p14:tracePt t="586307" x="4646613" y="6619875"/>
          <p14:tracePt t="586316" x="4640263" y="6613525"/>
          <p14:tracePt t="586335" x="4625975" y="6613525"/>
          <p14:tracePt t="586364" x="4530725" y="6586538"/>
          <p14:tracePt t="586381" x="4497388" y="6565900"/>
          <p14:tracePt t="586382" x="4456113" y="6557963"/>
          <p14:tracePt t="586422" x="4422775" y="6545263"/>
          <p14:tracePt t="586502" x="4429125" y="6545263"/>
          <p14:tracePt t="586533" x="4429125" y="6538913"/>
          <p14:tracePt t="586622" x="4422775" y="6530975"/>
          <p14:tracePt t="586642" x="4422775" y="6518275"/>
          <p14:tracePt t="586654" x="4408488" y="6518275"/>
          <p14:tracePt t="586671" x="4408488" y="6510338"/>
          <p14:tracePt t="586687" x="4402138" y="6510338"/>
          <p14:tracePt t="586721" x="4402138" y="6497638"/>
          <p14:tracePt t="587023" x="4402138" y="6491288"/>
          <p14:tracePt t="587045" x="4395788" y="6491288"/>
          <p14:tracePt t="587151" x="4381500" y="6491288"/>
          <p14:tracePt t="587159" x="4367213" y="6483350"/>
          <p14:tracePt t="587176" x="4348163" y="6483350"/>
          <p14:tracePt t="587228" x="4292600" y="6470650"/>
          <p14:tracePt t="587621" x="4300538" y="6470650"/>
          <p14:tracePt t="587646" x="4354513" y="6491288"/>
          <p14:tracePt t="587659" x="4381500" y="6497638"/>
          <p14:tracePt t="587682" x="4524375" y="6530975"/>
          <p14:tracePt t="587732" x="4694238" y="6557963"/>
          <p14:tracePt t="587733" x="4946650" y="6592888"/>
          <p14:tracePt t="587763" x="5062538" y="6605588"/>
          <p14:tracePt t="587772" x="5110163" y="6613525"/>
          <p14:tracePt t="587810" x="5157788" y="6613525"/>
          <p14:tracePt t="587811" x="5218113" y="6613525"/>
          <p14:tracePt t="587840" x="5253038" y="6613525"/>
          <p14:tracePt t="587848" x="5265738" y="6613525"/>
          <p14:tracePt t="587874" x="5327650" y="6613525"/>
          <p14:tracePt t="587890" x="5408613" y="6613525"/>
          <p14:tracePt t="587944" x="5524500" y="6613525"/>
          <p14:tracePt t="587945" x="5605463" y="6613525"/>
          <p14:tracePt t="587946" x="5653088" y="6613525"/>
          <p14:tracePt t="587974" x="5729288" y="6605588"/>
          <p14:tracePt t="587982" x="5756275" y="6592888"/>
          <p14:tracePt t="588021" x="5776913" y="6586538"/>
          <p14:tracePt t="588022" x="5776913" y="6578600"/>
          <p14:tracePt t="588035" x="5783263" y="6578600"/>
          <p14:tracePt t="588038" x="5783263" y="6565900"/>
          <p14:tracePt t="588093" x="5795963" y="6557963"/>
          <p14:tracePt t="588130" x="5803900" y="6557963"/>
          <p14:tracePt t="588131" x="5824538" y="6545263"/>
          <p14:tracePt t="588156" x="5830888" y="6538913"/>
          <p14:tracePt t="588175" x="5851525" y="6538913"/>
          <p14:tracePt t="588213" x="5857875" y="6538913"/>
          <p14:tracePt t="588213" x="5872163" y="6538913"/>
          <p14:tracePt t="588308" x="5857875" y="6530975"/>
          <p14:tracePt t="588341" x="5857875" y="6518275"/>
          <p14:tracePt t="588375" x="5857875" y="6510338"/>
          <p14:tracePt t="588415" x="5857875" y="6497638"/>
          <p14:tracePt t="588756" x="5851525" y="6497638"/>
          <p14:tracePt t="588798" x="5843588" y="6497638"/>
          <p14:tracePt t="589073" x="5878513" y="6510338"/>
          <p14:tracePt t="589113" x="5932488" y="6518275"/>
          <p14:tracePt t="589121" x="5946775" y="6518275"/>
          <p14:tracePt t="589145" x="5973763" y="6530975"/>
          <p14:tracePt t="589172" x="6015038" y="6545263"/>
          <p14:tracePt t="589173" x="6048375" y="6557963"/>
          <p14:tracePt t="589222" x="6292850" y="6634163"/>
          <p14:tracePt t="589231" x="6375400" y="6661150"/>
          <p14:tracePt t="589254" x="6497638" y="6694488"/>
          <p14:tracePt t="589268" x="6557963" y="6715125"/>
          <p14:tracePt t="589314" x="6634163" y="6729413"/>
          <p14:tracePt t="589315" x="6708775" y="6735763"/>
          <p14:tracePt t="589324" x="6735763" y="6735763"/>
          <p14:tracePt t="589341" x="6816725" y="6735763"/>
          <p14:tracePt t="589358" x="6858000" y="6729413"/>
          <p14:tracePt t="589375" x="6959600" y="6715125"/>
          <p14:tracePt t="589407" x="7000875" y="6708775"/>
          <p14:tracePt t="589408" x="7102475" y="6681788"/>
          <p14:tracePt t="589430" x="7150100" y="6681788"/>
          <p14:tracePt t="589431" x="7185025" y="6667500"/>
          <p14:tracePt t="589457" x="7232650" y="6653213"/>
          <p14:tracePt t="589468" x="7245350" y="6640513"/>
          <p14:tracePt t="589498" x="7245350" y="6634163"/>
          <p14:tracePt t="589500" x="7245350" y="6619875"/>
          <p14:tracePt t="589517" x="7245350" y="6613525"/>
          <p14:tracePt t="589530" x="7253288" y="6605588"/>
          <p14:tracePt t="589550" x="7253288" y="6592888"/>
          <p14:tracePt t="589565" x="7253288" y="6586538"/>
          <p14:tracePt t="589568" x="7259638" y="6578600"/>
          <p14:tracePt t="589598" x="7259638" y="6565900"/>
          <p14:tracePt t="589603" x="7259638" y="6557963"/>
          <p14:tracePt t="589603" x="7272338" y="6545263"/>
          <p14:tracePt t="589633" x="7307263" y="6518275"/>
          <p14:tracePt t="589658" x="7327900" y="6510338"/>
          <p14:tracePt t="589691" x="7340600" y="6497638"/>
          <p14:tracePt t="589705" x="7340600" y="6491288"/>
          <p14:tracePt t="589751" x="7340600" y="6483350"/>
          <p14:tracePt t="589760" x="7348538" y="6483350"/>
          <p14:tracePt t="589791" x="7354888" y="6470650"/>
          <p14:tracePt t="589824" x="7367588" y="6470650"/>
          <p14:tracePt t="589824" x="7375525" y="6462713"/>
          <p14:tracePt t="589852" x="7396163" y="6462713"/>
          <p14:tracePt t="589915" x="7402513" y="6462713"/>
          <p14:tracePt t="589951" x="7415213" y="6462713"/>
          <p14:tracePt t="589983" x="7415213" y="6456363"/>
          <p14:tracePt t="590018" x="7423150" y="6456363"/>
          <p14:tracePt t="590445" x="7429500" y="6462713"/>
          <p14:tracePt t="590470" x="7415213" y="6462713"/>
          <p14:tracePt t="590736" x="7429500" y="6470650"/>
          <p14:tracePt t="590769" x="7518400" y="6491288"/>
          <p14:tracePt t="590811" x="7566025" y="6518275"/>
          <p14:tracePt t="590819" x="7578725" y="6530975"/>
          <p14:tracePt t="590846" x="7661275" y="6586538"/>
          <p14:tracePt t="590855" x="7721600" y="6613525"/>
          <p14:tracePt t="590881" x="7864475" y="6667500"/>
          <p14:tracePt t="590882" x="7947025" y="6688138"/>
          <p14:tracePt t="590932" x="8054975" y="6715125"/>
          <p14:tracePt t="590932" x="8116888" y="6715125"/>
          <p14:tracePt t="590940" x="8137525" y="6715125"/>
          <p14:tracePt t="590959" x="8164513" y="6715125"/>
          <p14:tracePt t="591001" x="8218488" y="6715125"/>
          <p14:tracePt t="591002" x="8253413" y="6715125"/>
          <p14:tracePt t="591021" x="8286750" y="6715125"/>
          <p14:tracePt t="591043" x="8334375" y="6715125"/>
          <p14:tracePt t="591059" x="8355013" y="6715125"/>
          <p14:tracePt t="591080" x="8402638" y="6715125"/>
          <p14:tracePt t="591125" x="8450263" y="6715125"/>
          <p14:tracePt t="591126" x="8483600" y="6708775"/>
          <p14:tracePt t="591134" x="8510588" y="6708775"/>
          <p14:tracePt t="591155" x="8551863" y="6708775"/>
          <p14:tracePt t="591169" x="8572500" y="6708775"/>
          <p14:tracePt t="591204" x="8605838" y="6708775"/>
          <p14:tracePt t="591205" x="8634413" y="6694488"/>
          <p14:tracePt t="591218" x="8653463" y="6694488"/>
          <p14:tracePt t="591221" x="8674100" y="6694488"/>
          <p14:tracePt t="591239" x="8694738" y="6694488"/>
          <p14:tracePt t="591255" x="8701088" y="6688138"/>
          <p14:tracePt t="591257" x="8721725" y="6688138"/>
          <p14:tracePt t="591273" x="8729663" y="6688138"/>
          <p14:tracePt t="591289" x="8748713" y="6681788"/>
          <p14:tracePt t="591325" x="8769350" y="6681788"/>
          <p14:tracePt t="591326" x="8796338" y="6667500"/>
          <p14:tracePt t="591334" x="8804275" y="6667500"/>
          <p14:tracePt t="591356" x="8831263" y="6653213"/>
          <p14:tracePt t="591369" x="8843963" y="6653213"/>
          <p14:tracePt t="591404" x="8864600" y="6640513"/>
          <p14:tracePt t="591424" x="8872538" y="6640513"/>
          <p14:tracePt t="591461" x="8872538" y="6634163"/>
          <p14:tracePt t="591514" x="8878888" y="6634163"/>
          <p14:tracePt t="591534" x="8891588" y="6619875"/>
          <p14:tracePt t="591545" x="8899525" y="6619875"/>
          <p14:tracePt t="591563" x="8905875" y="6613525"/>
          <p14:tracePt t="591600" x="8926513" y="6605588"/>
          <p14:tracePt t="591601" x="8926513" y="6592888"/>
          <p14:tracePt t="591602" x="8939213" y="6586538"/>
          <p14:tracePt t="591619" x="8947150" y="6578600"/>
          <p14:tracePt t="591643" x="8953500" y="6557963"/>
          <p14:tracePt t="591658" x="8953500" y="6545263"/>
          <p14:tracePt t="591679" x="8967788" y="6545263"/>
          <p14:tracePt t="591712" x="8967788" y="6538913"/>
          <p14:tracePt t="591713" x="8974138" y="6530975"/>
          <p14:tracePt t="591734" x="8980488" y="6518275"/>
          <p14:tracePt t="591762" x="8994775" y="6510338"/>
          <p14:tracePt t="591795" x="9001125" y="6497638"/>
          <p14:tracePt t="591828" x="9001125" y="6491288"/>
          <p14:tracePt t="591828" x="9015413" y="6483350"/>
          <p14:tracePt t="591854" x="9015413" y="6470650"/>
          <p14:tracePt t="591862" x="9021763" y="6462713"/>
          <p14:tracePt t="591875" x="9021763" y="6456363"/>
          <p14:tracePt t="591909" x="9028113" y="6443663"/>
          <p14:tracePt t="591941" x="9028113" y="6435725"/>
          <p14:tracePt t="591974" x="9028113" y="6423025"/>
          <p14:tracePt t="592000" x="9042400" y="6423025"/>
          <p14:tracePt t="592403" x="9021763" y="6423025"/>
          <p14:tracePt t="592428" x="8891588" y="6470650"/>
          <p14:tracePt t="592441" x="8729663" y="6530975"/>
          <p14:tracePt t="592469" x="8340725" y="6667500"/>
          <p14:tracePt t="592470" x="8007350" y="6777038"/>
          <p14:tracePt t="592704" x="4306888" y="6851650"/>
          <p14:tracePt t="592704" x="4279900" y="6837363"/>
          <p14:tracePt t="592720" x="4244975" y="6831013"/>
          <p14:tracePt t="592738" x="4224338" y="6816725"/>
          <p14:tracePt t="592739" x="4205288" y="6810375"/>
          <p14:tracePt t="592775" x="4197350" y="6789738"/>
          <p14:tracePt t="592795" x="4224338" y="6735763"/>
          <p14:tracePt t="592822" x="4271963" y="6681788"/>
          <p14:tracePt t="592836" x="4300538" y="6653213"/>
          <p14:tracePt t="592861" x="4367213" y="6592888"/>
          <p14:tracePt t="592862" x="4395788" y="6578600"/>
          <p14:tracePt t="592887" x="4443413" y="6538913"/>
          <p14:tracePt t="592904" x="4449763" y="6538913"/>
          <p14:tracePt t="592925" x="4449763" y="6530975"/>
          <p14:tracePt t="592977" x="4449763" y="6518275"/>
          <p14:tracePt t="593010" x="4456113" y="6510338"/>
          <p14:tracePt t="593011" x="4456113" y="6497638"/>
          <p14:tracePt t="593031" x="4456113" y="6491288"/>
          <p14:tracePt t="593043" x="4470400" y="6491288"/>
          <p14:tracePt t="593044" x="4476750" y="6470650"/>
          <p14:tracePt t="593060" x="4491038" y="6456363"/>
          <p14:tracePt t="593078" x="4497388" y="6423025"/>
          <p14:tracePt t="593111" x="4497388" y="6415088"/>
          <p14:tracePt t="593111" x="4497388" y="6408738"/>
          <p14:tracePt t="593132" x="4491038" y="6396038"/>
          <p14:tracePt t="593143" x="4470400" y="6396038"/>
          <p14:tracePt t="593160" x="4449763" y="6388100"/>
          <p14:tracePt t="593193" x="4429125" y="6388100"/>
          <p14:tracePt t="593194" x="4381500" y="6396038"/>
          <p14:tracePt t="593204" x="4375150" y="6396038"/>
          <p14:tracePt t="593221" x="4375150" y="6408738"/>
          <p14:tracePt t="593223" x="4367213" y="6408738"/>
          <p14:tracePt t="593278" x="4375150" y="6408738"/>
          <p14:tracePt t="593305" x="4395788" y="6415088"/>
          <p14:tracePt t="593314" x="4408488" y="6415088"/>
          <p14:tracePt t="593338" x="4443413" y="6415088"/>
          <p14:tracePt t="593357" x="4443413" y="6423025"/>
          <p14:tracePt t="593388" x="4408488" y="6423025"/>
          <p14:tracePt t="593754" x="4443413" y="6423025"/>
          <p14:tracePt t="593795" x="4456113" y="6423025"/>
          <p14:tracePt t="594043" x="4456113" y="6435725"/>
          <p14:tracePt t="594077" x="4456113" y="6456363"/>
          <p14:tracePt t="594111" x="4524375" y="6518275"/>
          <p14:tracePt t="594145" x="4613275" y="6557963"/>
          <p14:tracePt t="594179" x="4687888" y="6578600"/>
          <p14:tracePt t="594212" x="4789488" y="6592888"/>
          <p14:tracePt t="594245" x="4884738" y="6613525"/>
          <p14:tracePt t="594246" x="4938713" y="6619875"/>
          <p14:tracePt t="594279" x="5033963" y="6634163"/>
          <p14:tracePt t="594280" x="5089525" y="6634163"/>
          <p14:tracePt t="594317" x="5170488" y="6640513"/>
          <p14:tracePt t="594318" x="5218113" y="6640513"/>
          <p14:tracePt t="594326" x="5259388" y="6640513"/>
          <p14:tracePt t="594352" x="5354638" y="6653213"/>
          <p14:tracePt t="594368" x="5402263" y="6653213"/>
          <p14:tracePt t="594410" x="5497513" y="6653213"/>
          <p14:tracePt t="594411" x="5605463" y="6653213"/>
          <p14:tracePt t="594418" x="5661025" y="6640513"/>
          <p14:tracePt t="594448" x="5816600" y="6619875"/>
          <p14:tracePt t="594477" x="5878513" y="6613525"/>
          <p14:tracePt t="594500" x="5905500" y="6605588"/>
          <p14:tracePt t="594501" x="5926138" y="6592888"/>
          <p14:tracePt t="594517" x="5946775" y="6592888"/>
          <p14:tracePt t="594518" x="5953125" y="6586538"/>
          <p14:tracePt t="594542" x="5967413" y="6565900"/>
          <p14:tracePt t="594568" x="5973763" y="6557963"/>
          <p14:tracePt t="594608" x="5973763" y="6545263"/>
          <p14:tracePt t="594609" x="5980113" y="6538913"/>
          <p14:tracePt t="594630" x="5994400" y="6530975"/>
          <p14:tracePt t="594641" x="6000750" y="6530975"/>
          <p14:tracePt t="594659" x="6000750" y="6518275"/>
          <p14:tracePt t="594675" x="6000750" y="6510338"/>
          <p14:tracePt t="594708" x="6015038" y="6491288"/>
          <p14:tracePt t="594741" x="6021388" y="6491288"/>
          <p14:tracePt t="594741" x="6027738" y="6470650"/>
          <p14:tracePt t="594988" x="6021388" y="6470650"/>
          <p14:tracePt t="595027" x="5994400" y="6470650"/>
          <p14:tracePt t="595308" x="6015038" y="6470650"/>
          <p14:tracePt t="595315" x="6027738" y="6470650"/>
          <p14:tracePt t="595365" x="6042025" y="6483350"/>
          <p14:tracePt t="595427" x="6075363" y="6538913"/>
          <p14:tracePt t="595428" x="6164263" y="6605588"/>
          <p14:tracePt t="595455" x="6211888" y="6634163"/>
          <p14:tracePt t="595456" x="6286500" y="6661150"/>
          <p14:tracePt t="595470" x="6367463" y="6694488"/>
          <p14:tracePt t="595520" x="6613525" y="6742113"/>
          <p14:tracePt t="595520" x="6729413" y="6756400"/>
          <p14:tracePt t="595529" x="6783388" y="6762750"/>
          <p14:tracePt t="595545" x="6816725" y="6762750"/>
          <p14:tracePt t="595579" x="6953250" y="6762750"/>
          <p14:tracePt t="595611" x="7000875" y="6762750"/>
          <p14:tracePt t="595612" x="7081838" y="6756400"/>
          <p14:tracePt t="595633" x="7137400" y="6756400"/>
          <p14:tracePt t="595653" x="7177088" y="6742113"/>
          <p14:tracePt t="595679" x="7185025" y="6735763"/>
          <p14:tracePt t="595719" x="7197725" y="6735763"/>
          <p14:tracePt t="595720" x="7245350" y="6715125"/>
          <p14:tracePt t="595742" x="7292975" y="6708775"/>
          <p14:tracePt t="595759" x="7327900" y="6694488"/>
          <p14:tracePt t="595781" x="7402513" y="6681788"/>
          <p14:tracePt t="595798" x="7477125" y="6653213"/>
          <p14:tracePt t="595836" x="7497763" y="6634163"/>
          <p14:tracePt t="595837" x="7566025" y="6605588"/>
          <p14:tracePt t="595846" x="7578725" y="6592888"/>
          <p14:tracePt t="595861" x="7599363" y="6578600"/>
          <p14:tracePt t="595881" x="7640638" y="6545263"/>
          <p14:tracePt t="595915" x="7640638" y="6538913"/>
          <p14:tracePt t="595915" x="7640638" y="6530975"/>
          <p14:tracePt t="595924" x="7640638" y="6518275"/>
          <p14:tracePt t="595963" x="7640638" y="6510338"/>
          <p14:tracePt t="595963" x="7640638" y="6491288"/>
          <p14:tracePt t="595972" x="7640638" y="6483350"/>
          <p14:tracePt t="596011" x="7640638" y="6462713"/>
          <p14:tracePt t="596024" x="7646988" y="6456363"/>
          <p14:tracePt t="596063" x="7646988" y="6443663"/>
          <p14:tracePt t="596112" x="7661275" y="6435725"/>
          <p14:tracePt t="596454" x="7646988" y="6435725"/>
          <p14:tracePt t="596493" x="7613650" y="6423025"/>
          <p14:tracePt t="596528" x="7599363" y="6423025"/>
          <p14:tracePt t="596777" x="7613650" y="6435725"/>
          <p14:tracePt t="596803" x="7626350" y="6456363"/>
          <p14:tracePt t="596819" x="7613650" y="6462713"/>
          <p14:tracePt t="597013" x="7620000" y="6462713"/>
          <p14:tracePt t="597049" x="7769225" y="6491288"/>
          <p14:tracePt t="597050" x="7858125" y="6510338"/>
          <p14:tracePt t="597060" x="8007350" y="6538913"/>
          <p14:tracePt t="597098" x="8328025" y="6613525"/>
          <p14:tracePt t="597099" x="8483600" y="6640513"/>
          <p14:tracePt t="597122" x="8647113" y="6667500"/>
          <p14:tracePt t="597150" x="8891588" y="6694488"/>
          <p14:tracePt t="597166" x="8967788" y="6694488"/>
          <p14:tracePt t="597217" x="9090025" y="6694488"/>
          <p14:tracePt t="597217" x="9239250" y="6694488"/>
          <p14:tracePt t="597250" x="9348788" y="6688138"/>
          <p14:tracePt t="597284" x="9409113" y="6688138"/>
          <p14:tracePt t="597315" x="9423400" y="6681788"/>
          <p14:tracePt t="597350" x="9444038" y="6667500"/>
          <p14:tracePt t="597375" x="9463088" y="6661150"/>
          <p14:tracePt t="597418" x="9463088" y="6653213"/>
          <p14:tracePt t="597419" x="9463088" y="6619875"/>
          <p14:tracePt t="597449" x="9463088" y="6592888"/>
          <p14:tracePt t="597457" x="9456738" y="6586538"/>
          <p14:tracePt t="597480" x="9436100" y="6557963"/>
          <p14:tracePt t="597524" x="9396413" y="6538913"/>
          <p14:tracePt t="597525" x="9367838" y="6530975"/>
          <p14:tracePt t="597533" x="9348788" y="6530975"/>
          <p14:tracePt t="597550" x="9340850" y="6518275"/>
          <p14:tracePt t="597571" x="9320213" y="6518275"/>
          <p14:tracePt t="597590" x="9313863" y="6518275"/>
          <p14:tracePt t="597701" x="9320213" y="6510338"/>
          <p14:tracePt t="597739" x="9334500" y="6510338"/>
          <p14:tracePt t="597746" x="9334500" y="6497638"/>
          <p14:tracePt t="597772" x="9320213" y="6497638"/>
          <p14:tracePt t="597791" x="9286875" y="6483350"/>
          <p14:tracePt t="597817" x="9239250" y="6470650"/>
          <p14:tracePt t="597833" x="9218613" y="6470650"/>
          <p14:tracePt t="597834" x="9212263" y="6470650"/>
          <p14:tracePt t="597903" x="9218613" y="6462713"/>
          <p14:tracePt t="597934" x="9239250" y="6462713"/>
          <p14:tracePt t="598165" x="9224963" y="6462713"/>
          <p14:tracePt t="598174" x="9185275" y="6470650"/>
          <p14:tracePt t="598218" x="8939213" y="6491288"/>
          <p14:tracePt t="598219" x="8253413" y="6545263"/>
          <p14:tracePt t="598231" x="7899400" y="6565900"/>
          <p14:tracePt t="598266" x="6831013" y="6592888"/>
          <p14:tracePt t="598268" x="6435725" y="6605588"/>
          <p14:tracePt t="598286" x="5932488" y="6586538"/>
          <p14:tracePt t="598287" x="5634038" y="6586538"/>
          <p14:tracePt t="598301" x="5476875" y="6592888"/>
          <p14:tracePt t="598310" x="5354638" y="6592888"/>
          <p14:tracePt t="598337" x="5259388" y="6592888"/>
          <p14:tracePt t="598361" x="5238750" y="6592888"/>
          <p14:tracePt t="598401" x="5232400" y="6592888"/>
          <p14:tracePt t="598402" x="5218113" y="6592888"/>
          <p14:tracePt t="598415" x="5211763" y="6586538"/>
          <p14:tracePt t="598438" x="5191125" y="6586538"/>
          <p14:tracePt t="598454" x="5137150" y="6578600"/>
          <p14:tracePt t="598477" x="5021263" y="6557963"/>
          <p14:tracePt t="598516" x="4938713" y="6538913"/>
          <p14:tracePt t="598518" x="4911725" y="6530975"/>
          <p14:tracePt t="598532" x="4891088" y="6518275"/>
          <p14:tracePt t="598535" x="4884738" y="6510338"/>
          <p14:tracePt t="598602" x="4864100" y="6510338"/>
          <p14:tracePt t="598626" x="4795838" y="6497638"/>
          <p14:tracePt t="598634" x="4768850" y="6497638"/>
          <p14:tracePt t="598649" x="4714875" y="6491288"/>
          <p14:tracePt t="598693" x="4625975" y="6483350"/>
          <p14:tracePt t="598694" x="4572000" y="6483350"/>
          <p14:tracePt t="598702" x="4572000" y="6470650"/>
          <p14:tracePt t="598718" x="4565650" y="6470650"/>
          <p14:tracePt t="598782" x="4565650" y="6462713"/>
          <p14:tracePt t="598805" x="4565650" y="6456363"/>
          <p14:tracePt t="598816" x="4565650" y="6443663"/>
          <p14:tracePt t="598860" x="4565650" y="6435725"/>
          <p14:tracePt t="598876" x="4551363" y="6423025"/>
          <p14:tracePt t="598893" x="4545013" y="6423025"/>
          <p14:tracePt t="598916" x="4524375" y="6423025"/>
          <p14:tracePt t="598937" x="4524375" y="6415088"/>
          <p14:tracePt t="598952" x="4518025" y="6415088"/>
          <p14:tracePt t="599128" x="4524375" y="6415088"/>
          <p14:tracePt t="599150" x="4524375" y="6423025"/>
          <p14:tracePt t="599151" x="4530725" y="6423025"/>
          <p14:tracePt t="599166" x="4545013" y="6435725"/>
          <p14:tracePt t="599220" x="4551363" y="6443663"/>
          <p14:tracePt t="599221" x="4592638" y="6497638"/>
          <p14:tracePt t="599232" x="4598988" y="6510338"/>
          <p14:tracePt t="599257" x="4619625" y="6518275"/>
          <p14:tracePt t="599287" x="4652963" y="6538913"/>
          <p14:tracePt t="599307" x="4667250" y="6538913"/>
          <p14:tracePt t="599308" x="4673600" y="6545263"/>
          <p14:tracePt t="599333" x="4714875" y="6545263"/>
          <p14:tracePt t="599348" x="4721225" y="6557963"/>
          <p14:tracePt t="599372" x="4748213" y="6565900"/>
          <p14:tracePt t="599410" x="4795838" y="6565900"/>
          <p14:tracePt t="599411" x="4837113" y="6578600"/>
          <p14:tracePt t="599427" x="4864100" y="6586538"/>
          <p14:tracePt t="599450" x="4911725" y="6586538"/>
          <p14:tracePt t="599465" x="4946650" y="6586538"/>
          <p14:tracePt t="599466" x="4986338" y="6592888"/>
          <p14:tracePt t="599488" x="5068888" y="6592888"/>
          <p14:tracePt t="599521" x="5116513" y="6605588"/>
          <p14:tracePt t="599522" x="5232400" y="6605588"/>
          <p14:tracePt t="599543" x="5307013" y="6613525"/>
          <p14:tracePt t="599554" x="5354638" y="6613525"/>
          <p14:tracePt t="599571" x="5497513" y="6605588"/>
          <p14:tracePt t="599603" x="5538788" y="6605588"/>
          <p14:tracePt t="599604" x="5661025" y="6592888"/>
          <p14:tracePt t="599614" x="5700713" y="6592888"/>
          <p14:tracePt t="599626" x="5756275" y="6586538"/>
          <p14:tracePt t="599664" x="5803900" y="6586538"/>
          <p14:tracePt t="599664" x="5872163" y="6565900"/>
          <p14:tracePt t="599673" x="5905500" y="6557963"/>
          <p14:tracePt t="599703" x="5932488" y="6557963"/>
          <p14:tracePt t="599704" x="5980113" y="6530975"/>
          <p14:tracePt t="599725" x="6015038" y="6518275"/>
          <p14:tracePt t="599754" x="6027738" y="6510338"/>
          <p14:tracePt t="599764" x="6042025" y="6510338"/>
          <p14:tracePt t="599781" x="6069013" y="6497638"/>
          <p14:tracePt t="599813" x="6075363" y="6491288"/>
          <p14:tracePt t="599814" x="6089650" y="6483350"/>
          <p14:tracePt t="599815" x="6096000" y="6483350"/>
          <p14:tracePt t="599838" x="6116638" y="6470650"/>
          <p14:tracePt t="599870" x="6122988" y="6462713"/>
          <p14:tracePt t="599871" x="6137275" y="6462713"/>
          <p14:tracePt t="599905" x="6143625" y="6462713"/>
          <p14:tracePt t="599905" x="6143625" y="6456363"/>
          <p14:tracePt t="599932" x="6149975" y="6456363"/>
          <p14:tracePt t="599971" x="6164263" y="6443663"/>
          <p14:tracePt t="600094" x="6164263" y="6456363"/>
          <p14:tracePt t="600127" x="6143625" y="6462713"/>
          <p14:tracePt t="600480" x="6149975" y="6462713"/>
          <p14:tracePt t="600518" x="6170613" y="6462713"/>
          <p14:tracePt t="600519" x="6191250" y="6462713"/>
          <p14:tracePt t="600573" x="6197600" y="6470650"/>
          <p14:tracePt t="600604" x="6224588" y="6510338"/>
          <p14:tracePt t="600620" x="6259513" y="6530975"/>
          <p14:tracePt t="600645" x="6300788" y="6557963"/>
          <p14:tracePt t="600670" x="6375400" y="6586538"/>
          <p14:tracePt t="600671" x="6435725" y="6613525"/>
          <p14:tracePt t="600703" x="6497638" y="6634163"/>
          <p14:tracePt t="600704" x="6605588" y="6661150"/>
          <p14:tracePt t="600716" x="6661150" y="6667500"/>
          <p14:tracePt t="600739" x="6756400" y="6681788"/>
          <p14:tracePt t="600750" x="6810375" y="6681788"/>
          <p14:tracePt t="600792" x="6959600" y="6688138"/>
          <p14:tracePt t="600793" x="7000875" y="6681788"/>
          <p14:tracePt t="600821" x="7096125" y="6681788"/>
          <p14:tracePt t="600829" x="7123113" y="6681788"/>
          <p14:tracePt t="600850" x="7150100" y="6667500"/>
          <p14:tracePt t="600853" x="7170738" y="6667500"/>
          <p14:tracePt t="600870" x="7177088" y="6667500"/>
          <p14:tracePt t="600887" x="7197725" y="6661150"/>
          <p14:tracePt t="600907" x="7224713" y="6661150"/>
          <p14:tracePt t="600920" x="7245350" y="6661150"/>
          <p14:tracePt t="600943" x="7280275" y="6653213"/>
          <p14:tracePt t="600960" x="7300913" y="6653213"/>
          <p14:tracePt t="600976" x="7327900" y="6634163"/>
          <p14:tracePt t="601009" x="7348538" y="6619875"/>
          <p14:tracePt t="601010" x="7375525" y="6605588"/>
          <p14:tracePt t="601030" x="7415213" y="6586538"/>
          <p14:tracePt t="601056" x="7450138" y="6557963"/>
          <p14:tracePt t="601065" x="7456488" y="6545263"/>
          <p14:tracePt t="601084" x="7477125" y="6530975"/>
          <p14:tracePt t="601088" x="7491413" y="6518275"/>
          <p14:tracePt t="601103" x="7497763" y="6510338"/>
          <p14:tracePt t="601117" x="7518400" y="6497638"/>
          <p14:tracePt t="601137" x="7545388" y="6483350"/>
          <p14:tracePt t="601166" x="7578725" y="6462713"/>
          <p14:tracePt t="601189" x="7593013" y="6443663"/>
          <p14:tracePt t="601200" x="7599363" y="6443663"/>
          <p14:tracePt t="601233" x="7613650" y="6435725"/>
          <p14:tracePt t="601234" x="7620000" y="6423025"/>
          <p14:tracePt t="601256" x="7640638" y="6423025"/>
          <p14:tracePt t="601281" x="7646988" y="6423025"/>
          <p14:tracePt t="601290" x="7661275" y="6415088"/>
          <p14:tracePt t="601304" x="7673975" y="6415088"/>
          <p14:tracePt t="601339" x="7735888" y="6415088"/>
          <p14:tracePt t="601348" x="7742238" y="6415088"/>
          <p14:tracePt t="601370" x="7748588" y="6415088"/>
          <p14:tracePt t="601372" x="7762875" y="6415088"/>
          <p14:tracePt t="601422" x="7769225" y="6415088"/>
          <p14:tracePt t="601454" x="7769225" y="6423025"/>
          <p14:tracePt t="601471" x="7742238" y="6435725"/>
          <p14:tracePt t="601696" x="7762875" y="6435725"/>
          <p14:tracePt t="601717" x="7843838" y="6435725"/>
          <p14:tracePt t="601733" x="7872413" y="6443663"/>
          <p14:tracePt t="601756" x="7912100" y="6456363"/>
          <p14:tracePt t="601778" x="7994650" y="6491288"/>
          <p14:tracePt t="601816" x="8062913" y="6518275"/>
          <p14:tracePt t="601817" x="8301038" y="6592888"/>
          <p14:tracePt t="601848" x="8456613" y="6619875"/>
          <p14:tracePt t="601858" x="8531225" y="6634163"/>
          <p14:tracePt t="601879" x="8626475" y="6640513"/>
          <p14:tracePt t="601909" x="8674100" y="6640513"/>
          <p14:tracePt t="601912" x="8729663" y="6640513"/>
          <p14:tracePt t="601925" x="8756650" y="6640513"/>
          <p14:tracePt t="601947" x="8804275" y="6640513"/>
          <p14:tracePt t="601967" x="8864600" y="6640513"/>
          <p14:tracePt t="602002" x="8878888" y="6640513"/>
          <p14:tracePt t="602003" x="8967788" y="6640513"/>
          <p14:tracePt t="602014" x="9015413" y="6640513"/>
          <p14:tracePt t="602032" x="9123363" y="6619875"/>
          <p14:tracePt t="602046" x="9164638" y="6613525"/>
          <p14:tracePt t="602066" x="9245600" y="6586538"/>
          <p14:tracePt t="602102" x="9266238" y="6586538"/>
          <p14:tracePt t="602103" x="9293225" y="6565900"/>
          <p14:tracePt t="602113" x="9307513" y="6557963"/>
          <p14:tracePt t="602132" x="9313863" y="6538913"/>
          <p14:tracePt t="602134" x="9320213" y="6518275"/>
          <p14:tracePt t="602146" x="9334500" y="6497638"/>
          <p14:tracePt t="602167" x="9340850" y="6470650"/>
          <p14:tracePt t="602201" x="9340850" y="6462713"/>
          <p14:tracePt t="602232" x="9340850" y="6456363"/>
          <p14:tracePt t="602483" x="9348788" y="6456363"/>
          <p14:tracePt t="602518" x="9388475" y="6456363"/>
          <p14:tracePt t="602518" x="9409113" y="6456363"/>
          <p14:tracePt t="602526" x="9415463" y="6443663"/>
          <p14:tracePt t="602553" x="9436100" y="6423025"/>
          <p14:tracePt t="602577" x="9436100" y="6388100"/>
          <p14:tracePt t="602626" x="9423400" y="6367463"/>
          <p14:tracePt t="602627" x="9307513" y="6313488"/>
          <p14:tracePt t="602658" x="9137650" y="6265863"/>
          <p14:tracePt t="602666" x="9021763" y="6245225"/>
          <p14:tracePt t="602683" x="8920163" y="6218238"/>
          <p14:tracePt t="602684" x="8851900" y="6211888"/>
          <p14:tracePt t="602718" x="8682038" y="6176963"/>
          <p14:tracePt t="602720" x="8634413" y="6176963"/>
          <p14:tracePt t="602733" x="8558213" y="6170613"/>
          <p14:tracePt t="602758" x="8450263" y="6176963"/>
          <p14:tracePt t="602801" x="8340725" y="6224588"/>
          <p14:tracePt t="602802" x="8301038" y="6272213"/>
          <p14:tracePt t="602810" x="8286750" y="6300788"/>
          <p14:tracePt t="602833" x="8286750" y="6348413"/>
          <p14:tracePt t="602851" x="8313738" y="6388100"/>
          <p14:tracePt t="602853" x="8355013" y="6408738"/>
          <p14:tracePt t="602867" x="8435975" y="6423025"/>
          <p14:tracePt t="602899" x="8545513" y="6435725"/>
          <p14:tracePt t="602900" x="8777288" y="6423025"/>
          <p14:tracePt t="602912" x="8926513" y="6396038"/>
          <p14:tracePt t="602934" x="9137650" y="6300788"/>
          <p14:tracePt t="602951" x="9191625" y="6259513"/>
          <p14:tracePt t="602964" x="9212263" y="6224588"/>
          <p14:tracePt t="602968" x="9218613" y="6191250"/>
          <p14:tracePt t="602985" x="9212263" y="6164263"/>
          <p14:tracePt t="603000" x="9150350" y="6122988"/>
          <p14:tracePt t="603039" x="9102725" y="6116638"/>
          <p14:tracePt t="603040" x="9015413" y="6122988"/>
          <p14:tracePt t="603050" x="8947150" y="6143625"/>
          <p14:tracePt t="603068" x="8843963" y="6211888"/>
          <p14:tracePt t="603084" x="8816975" y="6245225"/>
          <p14:tracePt t="603101" x="8796338" y="6313488"/>
          <p14:tracePt t="603114" x="8816975" y="6340475"/>
          <p14:tracePt t="603134" x="8926513" y="6396038"/>
          <p14:tracePt t="603148" x="9042400" y="6423025"/>
          <p14:tracePt t="603169" x="9266238" y="6443663"/>
          <p14:tracePt t="603183" x="9367838" y="6435725"/>
          <p14:tracePt t="603213" x="9444038" y="6396038"/>
          <p14:tracePt t="603223" x="9436100" y="6388100"/>
          <p14:tracePt t="603263" x="9307513" y="6313488"/>
          <p14:tracePt t="603271" x="8974138" y="6238875"/>
          <p14:tracePt t="603285" x="8769350" y="6218238"/>
          <p14:tracePt t="603306" x="8545513" y="6238875"/>
          <p14:tracePt t="603320" x="8497888" y="6265863"/>
          <p14:tracePt t="603338" x="8477250" y="6300788"/>
          <p14:tracePt t="603355" x="8483600" y="6334125"/>
          <p14:tracePt t="603372" x="8510588" y="6361113"/>
          <p14:tracePt t="603403" x="8605838" y="6415088"/>
          <p14:tracePt t="603404" x="8742363" y="6462713"/>
          <p14:tracePt t="603429" x="8891588" y="6491288"/>
          <p14:tracePt t="603438" x="8974138" y="6491288"/>
          <p14:tracePt t="603452" x="9042400" y="6483350"/>
          <p14:tracePt t="603471" x="9069388" y="6470650"/>
          <p14:tracePt t="603472" x="9090025" y="6462713"/>
          <p14:tracePt t="603489" x="9090025" y="6443663"/>
          <p14:tracePt t="603505" x="9069388" y="6408738"/>
          <p14:tracePt t="603521" x="9028113" y="6388100"/>
          <p14:tracePt t="603537" x="8994775" y="6367463"/>
          <p14:tracePt t="603539" x="8920163" y="6340475"/>
          <p14:tracePt t="603555" x="8831263" y="6334125"/>
          <p14:tracePt t="603571" x="8769350" y="6319838"/>
          <p14:tracePt t="603573" x="8694738" y="6334125"/>
          <p14:tracePt t="603600" x="8634413" y="6340475"/>
          <p14:tracePt t="603602" x="8605838" y="6361113"/>
          <p14:tracePt t="603612" x="8586788" y="6375400"/>
          <p14:tracePt t="603631" x="8605838" y="6408738"/>
          <p14:tracePt t="603652" x="8661400" y="6423025"/>
          <p14:tracePt t="603654" x="8748713" y="6456363"/>
          <p14:tracePt t="603667" x="8843963" y="6462713"/>
          <p14:tracePt t="603681" x="8967788" y="6470650"/>
          <p14:tracePt t="603714" x="9164638" y="6456363"/>
          <p14:tracePt t="603715" x="9212263" y="6435725"/>
          <p14:tracePt t="603725" x="9224963" y="6415088"/>
          <p14:tracePt t="603739" x="9224963" y="6408738"/>
          <p14:tracePt t="603754" x="9170988" y="6361113"/>
          <p14:tracePt t="603769" x="9117013" y="6334125"/>
          <p14:tracePt t="603788" x="8878888" y="6286500"/>
          <p14:tracePt t="603803" x="8777288" y="6272213"/>
          <p14:tracePt t="603819" x="8653463" y="6272213"/>
          <p14:tracePt t="603820" x="8558213" y="6292850"/>
          <p14:tracePt t="603837" x="8510588" y="6300788"/>
          <p14:tracePt t="603853" x="8483600" y="6319838"/>
          <p14:tracePt t="603854" x="8477250" y="6340475"/>
          <p14:tracePt t="603872" x="8477250" y="6361113"/>
          <p14:tracePt t="603888" x="8510588" y="6388100"/>
          <p14:tracePt t="603902" x="8545513" y="6408738"/>
          <p14:tracePt t="603921" x="8647113" y="6435725"/>
          <p14:tracePt t="603937" x="8694738" y="6443663"/>
          <p14:tracePt t="603955" x="8742363" y="6443663"/>
          <p14:tracePt t="603957" x="8777288" y="6443663"/>
          <p14:tracePt t="603971" x="8796338" y="6443663"/>
          <p14:tracePt t="604000" x="8816975" y="6435725"/>
          <p14:tracePt t="604002" x="8824913" y="6423025"/>
          <p14:tracePt t="604037" x="8824913" y="6415088"/>
          <p14:tracePt t="604352" x="8804275" y="6423025"/>
          <p14:tracePt t="604361" x="8777288" y="6423025"/>
          <p14:tracePt t="604376" x="8769350" y="6423025"/>
          <p14:tracePt t="604408" x="8748713" y="6423025"/>
          <p14:tracePt t="604408" x="8748713" y="6435725"/>
          <p14:tracePt t="628583" x="8729663" y="6272213"/>
          <p14:tracePt t="628617" x="8450263" y="5721350"/>
          <p14:tracePt t="628652" x="7980363" y="5095875"/>
          <p14:tracePt t="628685" x="7545388" y="4748213"/>
          <p14:tracePt t="628693" x="7340600" y="4700588"/>
          <p14:tracePt t="628745" x="6959600" y="4700588"/>
          <p14:tracePt t="628747" x="6470650" y="4891088"/>
          <p14:tracePt t="628755" x="6143625" y="5095875"/>
          <p14:tracePt t="628777" x="5816600" y="5429250"/>
          <p14:tracePt t="628807" x="5803900" y="5661025"/>
          <p14:tracePt t="628826" x="5851525" y="5721350"/>
          <p14:tracePt t="628853" x="6122988" y="5756275"/>
          <p14:tracePt t="628869" x="6340475" y="5721350"/>
          <p14:tracePt t="628908" x="6864350" y="5530850"/>
          <p14:tracePt t="628909" x="7402513" y="5211763"/>
          <p14:tracePt t="628931" x="7626350" y="4938713"/>
          <p14:tracePt t="628948" x="7626350" y="4884738"/>
          <p14:tracePt t="628970" x="7524750" y="4851400"/>
          <p14:tracePt t="628984" x="7450138" y="4851400"/>
          <p14:tracePt t="629024" x="7205663" y="4899025"/>
          <p14:tracePt t="629024" x="6905625" y="5062538"/>
          <p14:tracePt t="629034" x="6851650" y="5129213"/>
          <p14:tracePt t="629048" x="6810375" y="5205413"/>
          <p14:tracePt t="629067" x="6837363" y="5313363"/>
          <p14:tracePt t="629081" x="6864350" y="5354638"/>
          <p14:tracePt t="629115" x="6980238" y="5402263"/>
          <p14:tracePt t="629117" x="7110413" y="5414963"/>
          <p14:tracePt t="629129" x="7245350" y="5408613"/>
          <p14:tracePt t="629151" x="7694613" y="5334000"/>
          <p14:tracePt t="629163" x="8007350" y="5253038"/>
          <p14:tracePt t="629174" x="8259763" y="5164138"/>
          <p14:tracePt t="629191" x="8429625" y="5095875"/>
          <p14:tracePt t="629224" x="8423275" y="5095875"/>
          <p14:tracePt t="629235" x="8402638" y="5110163"/>
          <p14:tracePt t="629263" x="8355013" y="5157788"/>
          <p14:tracePt t="629264" x="8301038" y="5211763"/>
          <p14:tracePt t="629280" x="8266113" y="5265738"/>
          <p14:tracePt t="629281" x="8239125" y="5334000"/>
          <p14:tracePt t="629311" x="8239125" y="5387975"/>
          <p14:tracePt t="629312" x="8259763" y="5414963"/>
          <p14:tracePt t="629312" x="8286750" y="5456238"/>
          <p14:tracePt t="629324" x="8334375" y="5476875"/>
          <p14:tracePt t="629340" x="8382000" y="5497513"/>
          <p14:tracePt t="629357" x="8456613" y="5497513"/>
          <p14:tracePt t="629358" x="8524875" y="5497513"/>
          <p14:tracePt t="629373" x="8572500" y="5497513"/>
          <p14:tracePt t="629403" x="8626475" y="5483225"/>
          <p14:tracePt t="629404" x="8682038" y="5462588"/>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AU" dirty="0"/>
              <a:t>Mix Columns Rationale</a:t>
            </a:r>
            <a:endParaRPr lang="en-US" dirty="0"/>
          </a:p>
        </p:txBody>
      </p:sp>
      <mc:AlternateContent xmlns:mc="http://schemas.openxmlformats.org/markup-compatibility/2006" xmlns:a14="http://schemas.microsoft.com/office/drawing/2010/main">
        <mc:Choice Requires="a14">
          <p:sp>
            <p:nvSpPr>
              <p:cNvPr id="67587" name="Content Placeholder 6"/>
              <p:cNvSpPr>
                <a:spLocks noGrp="1"/>
              </p:cNvSpPr>
              <p:nvPr>
                <p:ph idx="1"/>
              </p:nvPr>
            </p:nvSpPr>
            <p:spPr/>
            <p:txBody>
              <a:bodyPr>
                <a:normAutofit fontScale="92500" lnSpcReduction="10000"/>
              </a:bodyPr>
              <a:lstStyle/>
              <a:p>
                <a:r>
                  <a:rPr lang="en-US" b="1" dirty="0"/>
                  <a:t>Column-Based Transformation</a:t>
                </a:r>
              </a:p>
              <a:p>
                <a:pPr lvl="1"/>
                <a:r>
                  <a:rPr lang="en-US" dirty="0"/>
                  <a:t>Operates on each column independently</a:t>
                </a:r>
              </a:p>
              <a:p>
                <a:pPr lvl="1"/>
                <a:r>
                  <a:rPr lang="en-US" dirty="0"/>
                  <a:t>Each column treated as a 4-byte vector</a:t>
                </a:r>
              </a:p>
              <a:p>
                <a:pPr lvl="1"/>
                <a:r>
                  <a:rPr lang="en-US" dirty="0"/>
                  <a:t>Linear transformation over </a:t>
                </a:r>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8</m:t>
                            </m:r>
                          </m:sup>
                        </m:sSup>
                      </m:e>
                    </m:d>
                  </m:oMath>
                </a14:m>
                <a:endParaRPr lang="en-US" dirty="0"/>
              </a:p>
              <a:p>
                <a:r>
                  <a:rPr lang="en-US" b="1" dirty="0"/>
                  <a:t>Why It Exists</a:t>
                </a:r>
              </a:p>
              <a:p>
                <a:pPr lvl="1"/>
                <a:r>
                  <a:rPr lang="en-US" dirty="0"/>
                  <a:t>Provides strong </a:t>
                </a:r>
                <a:r>
                  <a:rPr lang="en-US" b="1" dirty="0"/>
                  <a:t>diffusion within a column</a:t>
                </a:r>
                <a:endParaRPr lang="en-US" dirty="0"/>
              </a:p>
              <a:p>
                <a:pPr lvl="1"/>
                <a:r>
                  <a:rPr lang="en-US" dirty="0"/>
                  <a:t>Ensures each input byte affects all 4 output bytes</a:t>
                </a:r>
              </a:p>
              <a:p>
                <a:pPr lvl="1"/>
                <a:r>
                  <a:rPr lang="en-US" dirty="0"/>
                  <a:t>Works with </a:t>
                </a:r>
                <a:r>
                  <a:rPr lang="en-US" dirty="0" err="1"/>
                  <a:t>ShiftRows</a:t>
                </a:r>
                <a:r>
                  <a:rPr lang="en-US" dirty="0"/>
                  <a:t> to spread influence across the entire state</a:t>
                </a:r>
              </a:p>
              <a:p>
                <a:r>
                  <a:rPr lang="en-US" b="1" dirty="0"/>
                  <a:t>Security Impact</a:t>
                </a:r>
              </a:p>
              <a:p>
                <a:pPr lvl="1"/>
                <a:r>
                  <a:rPr lang="en-US" dirty="0"/>
                  <a:t>Small input change → affects many bytes</a:t>
                </a:r>
              </a:p>
              <a:p>
                <a:pPr lvl="1"/>
                <a:r>
                  <a:rPr lang="en-US" dirty="0"/>
                  <a:t>Contributes to avalanche effect</a:t>
                </a:r>
              </a:p>
              <a:p>
                <a:pPr lvl="1"/>
                <a:r>
                  <a:rPr lang="en-US" dirty="0"/>
                  <a:t>Strengthens resistance to differential attacks</a:t>
                </a:r>
              </a:p>
              <a:p>
                <a:endParaRPr lang="ar-AE" dirty="0"/>
              </a:p>
            </p:txBody>
          </p:sp>
        </mc:Choice>
        <mc:Fallback xmlns="">
          <p:sp>
            <p:nvSpPr>
              <p:cNvPr id="67587" name="Content Placeholder 6"/>
              <p:cNvSpPr>
                <a:spLocks noGrp="1" noRot="1" noChangeAspect="1" noMove="1" noResize="1" noEditPoints="1" noAdjustHandles="1" noChangeArrowheads="1" noChangeShapeType="1" noTextEdit="1"/>
              </p:cNvSpPr>
              <p:nvPr>
                <p:ph idx="1"/>
              </p:nvPr>
            </p:nvSpPr>
            <p:spPr>
              <a:blipFill>
                <a:blip r:embed="rId3"/>
                <a:stretch>
                  <a:fillRect l="-965" t="-2616" b="-11919"/>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Tm="101568"/>
    </mc:Choice>
    <mc:Fallback xmlns="">
      <p:transition spd="slow" advTm="101568"/>
    </mc:Fallback>
  </mc:AlternateContent>
  <p:extLst>
    <p:ext uri="{3A86A75C-4F4B-4683-9AE1-C65F6400EC91}">
      <p14:laserTraceLst xmlns:p14="http://schemas.microsoft.com/office/powerpoint/2010/main">
        <p14:tracePtLst>
          <p14:tracePt t="42099" x="8682038" y="5456238"/>
          <p14:tracePt t="42100" x="8701088" y="5429250"/>
          <p14:tracePt t="42110" x="8709025" y="5408613"/>
          <p14:tracePt t="42122" x="8721725" y="5402263"/>
          <p14:tracePt t="42142" x="8721725" y="5387975"/>
          <p14:tracePt t="42144" x="8729663" y="5387975"/>
          <p14:tracePt t="42189" x="8756650" y="5387975"/>
          <p14:tracePt t="42189" x="8796338" y="5408613"/>
          <p14:tracePt t="42204" x="8851900" y="5435600"/>
          <p14:tracePt t="42222" x="9015413" y="5503863"/>
          <p14:tracePt t="42254" x="9367838" y="5626100"/>
          <p14:tracePt t="42286" x="9736138" y="5748338"/>
          <p14:tracePt t="42286" x="9885363" y="5795963"/>
          <p14:tracePt t="42305" x="10102850" y="5857875"/>
          <p14:tracePt t="42315" x="10328275" y="5919788"/>
          <p14:tracePt t="42329" x="10477500" y="5953125"/>
          <p14:tracePt t="42349" x="10844213" y="6027738"/>
          <p14:tracePt t="42365" x="11063288" y="6069013"/>
          <p14:tracePt t="42395" x="11158538" y="6089650"/>
          <p14:tracePt t="42396" x="11225213" y="6096000"/>
          <p14:tracePt t="42405" x="11301413" y="6116638"/>
          <p14:tracePt t="42423" x="11382375" y="6137275"/>
          <p14:tracePt t="42443" x="11423650" y="6143625"/>
          <p14:tracePt t="42445" x="11436350" y="6143625"/>
          <p14:tracePt t="42459" x="11456988" y="6149975"/>
          <p14:tracePt t="42472" x="11504613" y="6170613"/>
          <p14:tracePt t="42505" x="11742738" y="6259513"/>
          <p14:tracePt t="42506" x="11891963" y="6300788"/>
          <p14:tracePt t="42514" x="12150725" y="6361113"/>
          <p14:tracePt t="97162" x="12042775" y="4333875"/>
          <p14:tracePt t="97171" x="11471275" y="4170363"/>
          <p14:tracePt t="97221" x="10423525" y="3925888"/>
          <p14:tracePt t="97222" x="8674100" y="3708400"/>
          <p14:tracePt t="97256" x="7150100" y="3789363"/>
          <p14:tracePt t="97288" x="6197600" y="4102100"/>
          <p14:tracePt t="97322" x="6137275" y="4176713"/>
          <p14:tracePt t="97323" x="6096000" y="4259263"/>
          <p14:tracePt t="97348" x="6191250" y="4476750"/>
          <p14:tracePt t="97364" x="6313488" y="4578350"/>
          <p14:tracePt t="97408" x="6619875" y="4700588"/>
          <p14:tracePt t="97409" x="7027863" y="4714875"/>
          <p14:tracePt t="97416" x="7292975" y="4646613"/>
          <p14:tracePt t="97432" x="7470775" y="4572000"/>
          <p14:tracePt t="97458" x="7967663" y="4129088"/>
          <p14:tracePt t="97497" x="7986713" y="3863975"/>
          <p14:tracePt t="97498" x="7899400" y="3714750"/>
          <p14:tracePt t="97510" x="7810500" y="3619500"/>
          <p14:tracePt t="97534" x="7402513" y="3422650"/>
          <p14:tracePt t="97552" x="6681788" y="3360738"/>
          <p14:tracePt t="97599" x="6164263" y="3408363"/>
          <p14:tracePt t="97600" x="5510213" y="3640138"/>
          <p14:tracePt t="97607" x="5381625" y="3735388"/>
          <p14:tracePt t="97623" x="5280025" y="3851275"/>
          <p14:tracePt t="97644" x="5259388" y="3986213"/>
          <p14:tracePt t="97666" x="5340350" y="4102100"/>
          <p14:tracePt t="97699" x="5402263" y="4137025"/>
          <p14:tracePt t="97700" x="5634038" y="4205288"/>
          <p14:tracePt t="97708" x="5824538" y="4211638"/>
          <p14:tracePt t="97751" x="6313488" y="4149725"/>
          <p14:tracePt t="97752" x="6831013" y="3973513"/>
          <p14:tracePt t="97784" x="7150100" y="3762375"/>
          <p14:tracePt t="97785" x="7224713" y="3667125"/>
          <p14:tracePt t="97814" x="7245350" y="3571875"/>
          <p14:tracePt t="97821" x="7232650" y="3544888"/>
          <p14:tracePt t="97840" x="7177088" y="3490913"/>
          <p14:tracePt t="97865" x="7123113" y="3449638"/>
          <p14:tracePt t="97885" x="7048500" y="3443288"/>
          <p14:tracePt t="97899" x="7000875" y="3443288"/>
          <p14:tracePt t="97923" x="6878638" y="3497263"/>
          <p14:tracePt t="97938" x="6777038" y="3571875"/>
          <p14:tracePt t="97955" x="6634163" y="3762375"/>
          <p14:tracePt t="97971" x="6605588" y="3884613"/>
          <p14:tracePt t="98002" x="6605588" y="3952875"/>
          <p14:tracePt t="98003" x="6694488" y="4122738"/>
          <p14:tracePt t="98011" x="6789738" y="4197350"/>
          <p14:tracePt t="98028" x="6878638" y="4244975"/>
          <p14:tracePt t="98046" x="7137400" y="4292600"/>
          <p14:tracePt t="98067" x="7300913" y="4279900"/>
          <p14:tracePt t="98068" x="7415213" y="4259263"/>
          <p14:tracePt t="98097" x="7566025" y="4205288"/>
          <p14:tracePt t="98098" x="7735888" y="4081463"/>
          <p14:tracePt t="98120" x="7769225" y="4000500"/>
          <p14:tracePt t="98144" x="7715250" y="3932238"/>
          <p14:tracePt t="98162" x="7626350" y="3890963"/>
          <p14:tracePt t="98171" x="7545388" y="3878263"/>
          <p14:tracePt t="98201" x="7381875" y="3863975"/>
          <p14:tracePt t="98202" x="7007225" y="3932238"/>
          <p14:tracePt t="98232" x="6688138" y="4062413"/>
          <p14:tracePt t="98233" x="6592888" y="4149725"/>
          <p14:tracePt t="98254" x="6578600" y="4197350"/>
          <p14:tracePt t="98255" x="6578600" y="4252913"/>
          <p14:tracePt t="98285" x="6619875" y="4333875"/>
          <p14:tracePt t="98293" x="6667500" y="4367213"/>
          <p14:tracePt t="98312" x="6762750" y="4402138"/>
          <p14:tracePt t="98315" x="6864350" y="4408488"/>
          <p14:tracePt t="98331" x="7062788" y="4422775"/>
          <p14:tracePt t="98348" x="7307263" y="4402138"/>
          <p14:tracePt t="98376" x="7694613" y="4319588"/>
          <p14:tracePt t="98395" x="7932738" y="4232275"/>
          <p14:tracePt t="98397" x="7980363" y="4211638"/>
          <p14:tracePt t="98409" x="8007350" y="4184650"/>
          <p14:tracePt t="98427" x="8007350" y="4170363"/>
          <p14:tracePt t="98462" x="7994650" y="4157663"/>
          <p14:tracePt t="98462" x="7986713" y="4149725"/>
          <p14:tracePt t="98663" x="7980363" y="4149725"/>
          <p14:tracePt t="98690" x="7816850" y="4157663"/>
          <p14:tracePt t="98713" x="7578725" y="4176713"/>
          <p14:tracePt t="98714" x="7348538" y="4205288"/>
          <p14:tracePt t="98730" x="6653213" y="4367213"/>
          <p14:tracePt t="98754" x="6259513" y="4572000"/>
          <p14:tracePt t="98794" x="6164263" y="4762500"/>
          <p14:tracePt t="98796" x="6292850" y="4986338"/>
          <p14:tracePt t="98811" x="6375400" y="5062538"/>
          <p14:tracePt t="98835" x="6681788" y="5232400"/>
          <p14:tracePt t="98855" x="7000875" y="5292725"/>
          <p14:tracePt t="98877" x="7367588" y="5292725"/>
          <p14:tracePt t="98891" x="7551738" y="5265738"/>
          <p14:tracePt t="98911" x="7824788" y="5191125"/>
          <p14:tracePt t="98932" x="7891463" y="5157788"/>
          <p14:tracePt t="98965" x="7891463" y="5143500"/>
          <p14:tracePt t="98993" x="7885113" y="5137150"/>
          <p14:tracePt t="99011" x="7885113" y="5129213"/>
          <p14:tracePt t="99047" x="7872413" y="5129213"/>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AU" dirty="0" err="1"/>
              <a:t>AddRoundKey</a:t>
            </a:r>
            <a:r>
              <a:rPr lang="en-AU" dirty="0"/>
              <a:t> Transformation</a:t>
            </a:r>
          </a:p>
        </p:txBody>
      </p:sp>
      <p:sp>
        <p:nvSpPr>
          <p:cNvPr id="8" name="Content Placeholder 7"/>
          <p:cNvSpPr>
            <a:spLocks noGrp="1"/>
          </p:cNvSpPr>
          <p:nvPr>
            <p:ph sz="half" idx="1"/>
          </p:nvPr>
        </p:nvSpPr>
        <p:spPr/>
        <p:txBody>
          <a:bodyPr rtlCol="0">
            <a:normAutofit/>
          </a:bodyPr>
          <a:lstStyle/>
          <a:p>
            <a:pPr fontAlgn="auto">
              <a:spcAft>
                <a:spcPts val="0"/>
              </a:spcAft>
              <a:buClr>
                <a:schemeClr val="accent1">
                  <a:lumMod val="60000"/>
                  <a:lumOff val="40000"/>
                </a:schemeClr>
              </a:buClr>
              <a:buFont typeface="Candara" pitchFamily="34" charset="0"/>
              <a:buChar char="•"/>
              <a:defRPr/>
            </a:pPr>
            <a:r>
              <a:rPr lang="en-US" dirty="0">
                <a:ea typeface="+mn-ea"/>
                <a:cs typeface="+mn-cs"/>
              </a:rPr>
              <a:t>State are bitwise XORed with the round key</a:t>
            </a:r>
          </a:p>
          <a:p>
            <a:r>
              <a:rPr lang="en-US" b="1" dirty="0"/>
              <a:t>Why XOR?</a:t>
            </a:r>
          </a:p>
          <a:p>
            <a:pPr lvl="1"/>
            <a:r>
              <a:rPr lang="en-US" dirty="0"/>
              <a:t>XOR is linear and efficient</a:t>
            </a:r>
          </a:p>
          <a:p>
            <a:pPr lvl="1"/>
            <a:r>
              <a:rPr lang="en-US" dirty="0"/>
              <a:t>Invertible (XOR twice restores original value)</a:t>
            </a:r>
          </a:p>
          <a:p>
            <a:pPr lvl="1"/>
            <a:r>
              <a:rPr lang="en-US" dirty="0"/>
              <a:t>Ensures every bit of the key directly affects the State</a:t>
            </a:r>
          </a:p>
        </p:txBody>
      </p:sp>
      <p:pic>
        <p:nvPicPr>
          <p:cNvPr id="3" name="Picture 2" descr="Diagram illustrating the add round key transformation in cryptography, showing a 4x4 state matrix combined with a 4-column round key matrix using addition. Shaded cells highlight corresponding elements involved in the operation, emphasizing the element-wise addition process resulting in an updated state matrix.">
            <a:extLst>
              <a:ext uri="{FF2B5EF4-FFF2-40B4-BE49-F238E27FC236}">
                <a16:creationId xmlns:a16="http://schemas.microsoft.com/office/drawing/2014/main" id="{08B929B1-788C-8F4B-B707-D195431F4CCC}"/>
              </a:ext>
            </a:extLst>
          </p:cNvPr>
          <p:cNvPicPr>
            <a:picLocks noChangeAspect="1"/>
          </p:cNvPicPr>
          <p:nvPr/>
        </p:nvPicPr>
        <p:blipFill>
          <a:blip r:embed="rId3"/>
          <a:stretch>
            <a:fillRect/>
          </a:stretch>
        </p:blipFill>
        <p:spPr>
          <a:xfrm>
            <a:off x="6090789" y="4605040"/>
            <a:ext cx="5568595" cy="2001466"/>
          </a:xfrm>
          <a:prstGeom prst="rect">
            <a:avLst/>
          </a:prstGeom>
        </p:spPr>
      </p:pic>
      <p:sp>
        <p:nvSpPr>
          <p:cNvPr id="4" name="TextBox 3">
            <a:extLst>
              <a:ext uri="{FF2B5EF4-FFF2-40B4-BE49-F238E27FC236}">
                <a16:creationId xmlns:a16="http://schemas.microsoft.com/office/drawing/2014/main" id="{A3A4D9B8-C9AC-A359-D27F-2D154DC91C21}"/>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9" name="Rounded Rectangle 8">
            <a:extLst>
              <a:ext uri="{FF2B5EF4-FFF2-40B4-BE49-F238E27FC236}">
                <a16:creationId xmlns:a16="http://schemas.microsoft.com/office/drawing/2014/main" id="{04CAC282-B0C6-AF74-437F-D9AFE510E734}"/>
              </a:ext>
            </a:extLst>
          </p:cNvPr>
          <p:cNvSpPr/>
          <p:nvPr/>
        </p:nvSpPr>
        <p:spPr>
          <a:xfrm>
            <a:off x="6127662" y="1430594"/>
            <a:ext cx="5639584" cy="317444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3200" dirty="0"/>
              <a:t>Rationale</a:t>
            </a:r>
            <a:endParaRPr lang="en-US" dirty="0"/>
          </a:p>
          <a:p>
            <a:pPr marL="285750" indent="-285750">
              <a:buFont typeface="Arial" panose="020B0604020202020204" pitchFamily="34" charset="0"/>
              <a:buChar char="•"/>
            </a:pPr>
            <a:r>
              <a:rPr lang="en-US" sz="2000" dirty="0"/>
              <a:t>Only step that directly injects the secret key</a:t>
            </a:r>
          </a:p>
          <a:p>
            <a:pPr marL="285750" indent="-285750">
              <a:buFont typeface="Arial" panose="020B0604020202020204" pitchFamily="34" charset="0"/>
              <a:buChar char="•"/>
            </a:pPr>
            <a:r>
              <a:rPr lang="en-US" sz="2000" dirty="0"/>
              <a:t>Keeps operation simple</a:t>
            </a:r>
          </a:p>
          <a:p>
            <a:pPr marL="285750" indent="-285750">
              <a:buFont typeface="Arial" panose="020B0604020202020204" pitchFamily="34" charset="0"/>
              <a:buChar char="•"/>
            </a:pPr>
            <a:r>
              <a:rPr lang="en-US" sz="2000" dirty="0"/>
              <a:t>Security relies on:</a:t>
            </a:r>
          </a:p>
          <a:p>
            <a:pPr marL="742950" lvl="1" indent="-285750">
              <a:buFont typeface="Arial" panose="020B0604020202020204" pitchFamily="34" charset="0"/>
              <a:buChar char="•"/>
            </a:pPr>
            <a:r>
              <a:rPr lang="en-US" sz="2000" dirty="0"/>
              <a:t>Key schedule complexity</a:t>
            </a:r>
          </a:p>
          <a:p>
            <a:pPr marL="742950" lvl="1" indent="-285750">
              <a:buFont typeface="Arial" panose="020B0604020202020204" pitchFamily="34" charset="0"/>
              <a:buChar char="•"/>
            </a:pPr>
            <a:r>
              <a:rPr lang="en-US" sz="2000" dirty="0"/>
              <a:t>Nonlinearity (S-box)</a:t>
            </a:r>
          </a:p>
          <a:p>
            <a:pPr marL="742950" lvl="1" indent="-285750">
              <a:buFont typeface="Arial" panose="020B0604020202020204" pitchFamily="34" charset="0"/>
              <a:buChar char="•"/>
            </a:pPr>
            <a:r>
              <a:rPr lang="en-US" sz="2000" dirty="0"/>
              <a:t>Diffusion (</a:t>
            </a:r>
            <a:r>
              <a:rPr lang="en-US" sz="2000" dirty="0" err="1"/>
              <a:t>ShiftRows</a:t>
            </a:r>
            <a:r>
              <a:rPr lang="en-US" sz="2000" dirty="0"/>
              <a:t> + </a:t>
            </a:r>
            <a:r>
              <a:rPr lang="en-US" sz="2000" dirty="0" err="1"/>
              <a:t>MixColumns</a:t>
            </a:r>
            <a:r>
              <a:rPr lang="en-US" sz="2000" dirty="0"/>
              <a:t>)</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112576"/>
    </mc:Choice>
    <mc:Fallback xmlns="">
      <p:transition spd="slow" advTm="112576"/>
    </mc:Fallback>
  </mc:AlternateContent>
  <p:extLst>
    <p:ext uri="{3A86A75C-4F4B-4683-9AE1-C65F6400EC91}">
      <p14:laserTraceLst xmlns:p14="http://schemas.microsoft.com/office/powerpoint/2010/main">
        <p14:tracePtLst>
          <p14:tracePt t="17223" x="7899400" y="5081588"/>
          <p14:tracePt t="17248" x="7891463" y="5021263"/>
          <p14:tracePt t="17267" x="7858125" y="4973638"/>
          <p14:tracePt t="17269" x="7816850" y="4919663"/>
          <p14:tracePt t="17281" x="7721600" y="4824413"/>
          <p14:tracePt t="17300" x="7593013" y="4673600"/>
          <p14:tracePt t="17331" x="7272338" y="4375150"/>
          <p14:tracePt t="17332" x="7062788" y="4197350"/>
          <p14:tracePt t="17343" x="6911975" y="4062413"/>
          <p14:tracePt t="17360" x="6510338" y="3762375"/>
          <p14:tracePt t="17377" x="6388100" y="3667125"/>
          <p14:tracePt t="17390" x="6224588" y="3544888"/>
          <p14:tracePt t="17423" x="6015038" y="3367088"/>
          <p14:tracePt t="17424" x="5919788" y="3292475"/>
          <p14:tracePt t="17432" x="5843588" y="3238500"/>
          <p14:tracePt t="17451" x="5735638" y="3190875"/>
          <p14:tracePt t="17470" x="5694363" y="3176588"/>
          <p14:tracePt t="17472" x="5646738" y="3176588"/>
          <p14:tracePt t="17497" x="5613400" y="3170238"/>
          <p14:tracePt t="17498" x="5572125" y="3170238"/>
          <p14:tracePt t="17507" x="5503863" y="3163888"/>
          <p14:tracePt t="17524" x="5429250" y="3143250"/>
          <p14:tracePt t="17541" x="5081588" y="3101975"/>
          <p14:tracePt t="17557" x="4932363" y="3089275"/>
          <p14:tracePt t="17572" x="4735513" y="3054350"/>
          <p14:tracePt t="17573" x="4592638" y="3021013"/>
          <p14:tracePt t="17591" x="4497388" y="2994025"/>
          <p14:tracePt t="17608" x="4327525" y="2905125"/>
          <p14:tracePt t="17637" x="4292600" y="2878138"/>
          <p14:tracePt t="17639" x="4252913" y="2830513"/>
          <p14:tracePt t="17640" x="4211638" y="2776538"/>
          <p14:tracePt t="17662" x="4122738" y="2673350"/>
          <p14:tracePt t="17681" x="4054475" y="2633663"/>
          <p14:tracePt t="17690" x="3973513" y="2605088"/>
          <p14:tracePt t="17720" x="3911600" y="2598738"/>
          <p14:tracePt t="17721" x="3783013" y="2586038"/>
          <p14:tracePt t="17732" x="3741738" y="2586038"/>
          <p14:tracePt t="17747" x="3667125" y="2586038"/>
          <p14:tracePt t="17770" x="3509963" y="2586038"/>
          <p14:tracePt t="17782" x="3422650" y="2586038"/>
          <p14:tracePt t="17795" x="3300413" y="2598738"/>
          <p14:tracePt t="18078" x="3300413" y="2605088"/>
          <p14:tracePt t="18117" x="3128963" y="2524125"/>
          <p14:tracePt t="18118" x="3000375" y="2476500"/>
          <p14:tracePt t="18154" x="2795588" y="2387600"/>
          <p14:tracePt t="18154" x="2462213" y="2265363"/>
          <p14:tracePt t="18162" x="2333625" y="2232025"/>
          <p14:tracePt t="18178" x="2170113" y="2184400"/>
          <p14:tracePt t="18194" x="1938338" y="2136775"/>
          <p14:tracePt t="18227" x="1824038" y="2109788"/>
          <p14:tracePt t="18227" x="1700213" y="2089150"/>
          <p14:tracePt t="18253" x="1646238" y="2081213"/>
          <p14:tracePt t="18261" x="1639888" y="2081213"/>
          <p14:tracePt t="18278" x="1619250" y="2081213"/>
          <p14:tracePt t="18294" x="1604963" y="2081213"/>
          <p14:tracePt t="18339" x="1619250" y="2081213"/>
          <p14:tracePt t="18360" x="1666875" y="2089150"/>
          <p14:tracePt t="18386" x="1762125" y="2089150"/>
          <p14:tracePt t="18407" x="1890713" y="2095500"/>
          <p14:tracePt t="18433" x="2020888" y="2109788"/>
          <p14:tracePt t="18441" x="2081213" y="2116138"/>
          <p14:tracePt t="18454" x="2109788" y="2116138"/>
          <p14:tracePt t="18477" x="2122488" y="2116138"/>
          <p14:tracePt t="18507" x="2095500" y="2116138"/>
          <p14:tracePt t="18533" x="2014538" y="2122488"/>
          <p14:tracePt t="18541" x="1958975" y="2116138"/>
          <p14:tracePt t="18554" x="1890713" y="2116138"/>
          <p14:tracePt t="18574" x="1824038" y="2116138"/>
          <p14:tracePt t="18590" x="1803400" y="2116138"/>
          <p14:tracePt t="18623" x="1795463" y="2116138"/>
          <p14:tracePt t="18638" x="1803400" y="2116138"/>
          <p14:tracePt t="18650" x="1816100" y="2116138"/>
          <p14:tracePt t="18668" x="1898650" y="2122488"/>
          <p14:tracePt t="18687" x="1938338" y="2122488"/>
          <p14:tracePt t="18689" x="2006600" y="2136775"/>
          <p14:tracePt t="18704" x="2062163" y="2143125"/>
          <p14:tracePt t="18721" x="2095500" y="2143125"/>
          <p14:tracePt t="18722" x="2143125" y="2143125"/>
          <p14:tracePt t="18734" x="2163763" y="2143125"/>
          <p14:tracePt t="18754" x="2170113" y="2143125"/>
          <p14:tracePt t="18789" x="2163763" y="2143125"/>
          <p14:tracePt t="18790" x="2143125" y="2143125"/>
          <p14:tracePt t="18824" x="2068513" y="2136775"/>
          <p14:tracePt t="18825" x="2047875" y="2122488"/>
          <p14:tracePt t="18845" x="2033588" y="2122488"/>
          <p14:tracePt t="18855" x="2020888" y="2122488"/>
          <p14:tracePt t="18912" x="2033588" y="2122488"/>
          <p14:tracePt t="18936" x="2068513" y="2122488"/>
          <p14:tracePt t="18957" x="2095500" y="2122488"/>
          <p14:tracePt t="18978" x="2109788" y="2122488"/>
          <p14:tracePt t="21255" x="2122488" y="2122488"/>
          <p14:tracePt t="21289" x="2333625" y="2143125"/>
          <p14:tracePt t="21297" x="2414588" y="2143125"/>
          <p14:tracePt t="21339" x="2625725" y="2163763"/>
          <p14:tracePt t="21340" x="2747963" y="2170113"/>
          <p14:tracePt t="21341" x="2871788" y="2184400"/>
          <p14:tracePt t="21366" x="3068638" y="2211388"/>
          <p14:tracePt t="21380" x="3143250" y="2217738"/>
          <p14:tracePt t="21430" x="3292475" y="2238375"/>
          <p14:tracePt t="21431" x="3422650" y="2244725"/>
          <p14:tracePt t="21467" x="3443288" y="2244725"/>
          <p14:tracePt t="21468" x="3490913" y="2244725"/>
          <p14:tracePt t="21496" x="3544888" y="2244725"/>
          <p14:tracePt t="21517" x="3586163" y="2244725"/>
          <p14:tracePt t="21519" x="3633788" y="2244725"/>
          <p14:tracePt t="21536" x="3735388" y="2244725"/>
          <p14:tracePt t="21559" x="3851275" y="2244725"/>
          <p14:tracePt t="21579" x="3952875" y="2244725"/>
          <p14:tracePt t="21624" x="4027488" y="2244725"/>
          <p14:tracePt t="21625" x="4062413" y="2238375"/>
          <p14:tracePt t="21691" x="4075113" y="2238375"/>
          <p14:tracePt t="21749" x="4081463" y="2238375"/>
          <p14:tracePt t="21772" x="4089400" y="2238375"/>
          <p14:tracePt t="21785" x="4102100" y="2238375"/>
          <p14:tracePt t="21829" x="4137025" y="2238375"/>
          <p14:tracePt t="21830" x="4176713" y="2238375"/>
          <p14:tracePt t="21838" x="4184650" y="2238375"/>
          <p14:tracePt t="21854" x="4197350" y="2238375"/>
          <p14:tracePt t="21877" x="4205288" y="2238375"/>
          <p14:tracePt t="21984" x="4197350" y="2238375"/>
          <p14:tracePt t="22019" x="4176713" y="2238375"/>
          <p14:tracePt t="22050" x="4110038" y="2238375"/>
          <p14:tracePt t="22322" x="4110038" y="2232025"/>
          <p14:tracePt t="22355" x="4122738" y="2232025"/>
          <p14:tracePt t="22456" x="4110038" y="2232025"/>
          <p14:tracePt t="22481" x="4089400" y="2232025"/>
          <p14:tracePt t="22496" x="4075113" y="2232025"/>
          <p14:tracePt t="22547" x="4014788" y="2232025"/>
          <p14:tracePt t="22547" x="3890963" y="2232025"/>
          <p14:tracePt t="22581" x="3687763" y="2244725"/>
          <p14:tracePt t="22613" x="3327400" y="2292350"/>
          <p14:tracePt t="22645" x="2979738" y="2366963"/>
          <p14:tracePt t="22646" x="2871788" y="2381250"/>
          <p14:tracePt t="22681" x="2490788" y="2435225"/>
          <p14:tracePt t="22715" x="2238375" y="2476500"/>
          <p14:tracePt t="22749" x="2116138" y="2490788"/>
          <p14:tracePt t="22784" x="2095500" y="2509838"/>
          <p14:tracePt t="22817" x="2116138" y="2509838"/>
          <p14:tracePt t="22849" x="2211388" y="2524125"/>
          <p14:tracePt t="22883" x="2360613" y="2524125"/>
          <p14:tracePt t="22916" x="2435225" y="2530475"/>
          <p14:tracePt t="22951" x="2414588" y="2530475"/>
          <p14:tracePt t="22983" x="2312988" y="2530475"/>
          <p14:tracePt t="23022" x="2217738" y="2530475"/>
          <p14:tracePt t="23023" x="2184400" y="2530475"/>
          <p14:tracePt t="23030" x="2163763" y="2530475"/>
          <p14:tracePt t="23082" x="2170113" y="2530475"/>
          <p14:tracePt t="23096" x="2232025" y="2530475"/>
          <p14:tracePt t="23151" x="2339975" y="2538413"/>
          <p14:tracePt t="23152" x="2476500" y="2551113"/>
          <p14:tracePt t="23184" x="2503488" y="2551113"/>
          <p14:tracePt t="23185" x="2509838" y="2551113"/>
          <p14:tracePt t="23402" x="2524125" y="2551113"/>
          <p14:tracePt t="23434" x="2605088" y="2565400"/>
          <p14:tracePt t="23462" x="2735263" y="2586038"/>
          <p14:tracePt t="23470" x="2830513" y="2605088"/>
          <p14:tracePt t="23489" x="2898775" y="2613025"/>
          <p14:tracePt t="23490" x="2932113" y="2625725"/>
          <p14:tracePt t="23546" x="2946400" y="2625725"/>
          <p14:tracePt t="23776" x="2952750" y="2625725"/>
          <p14:tracePt t="23783" x="2967038" y="2625725"/>
          <p14:tracePt t="23829" x="2994025" y="2625725"/>
          <p14:tracePt t="23830" x="3027363" y="2625725"/>
          <p14:tracePt t="23863" x="3074988" y="2625725"/>
          <p14:tracePt t="23901" x="3089275" y="2625725"/>
          <p14:tracePt t="23945" x="3095625" y="2625725"/>
          <p14:tracePt t="23953" x="3101975" y="2625725"/>
          <p14:tracePt t="23970" x="3116263" y="2625725"/>
          <p14:tracePt t="23993" x="3128963" y="2625725"/>
          <p14:tracePt t="24026" x="3163888" y="2625725"/>
          <p14:tracePt t="24028" x="3176588" y="2625725"/>
          <p14:tracePt t="24029" x="3211513" y="2625725"/>
          <p14:tracePt t="24066" x="3265488" y="2625725"/>
          <p14:tracePt t="24093" x="3387725" y="2625725"/>
          <p14:tracePt t="24101" x="3422650" y="2633663"/>
          <p14:tracePt t="24115" x="3449638" y="2633663"/>
          <p14:tracePt t="24138" x="3470275" y="2633663"/>
          <p14:tracePt t="24160" x="3482975" y="2633663"/>
          <p14:tracePt t="24392" x="3490913" y="2633663"/>
          <p14:tracePt t="24428" x="3490913" y="2625725"/>
          <p14:tracePt t="24462" x="3497263" y="2625725"/>
          <p14:tracePt t="25349" x="3530600" y="2625725"/>
          <p14:tracePt t="25382" x="3619500" y="2625725"/>
          <p14:tracePt t="25422" x="3735388" y="2625725"/>
          <p14:tracePt t="25430" x="3768725" y="2625725"/>
          <p14:tracePt t="25455" x="3816350" y="2625725"/>
          <p14:tracePt t="25476" x="3857625" y="2625725"/>
          <p14:tracePt t="25499" x="3863975" y="2625725"/>
          <p14:tracePt t="25535" x="3878263" y="2625725"/>
          <p14:tracePt t="25566" x="3884613" y="2625725"/>
          <p14:tracePt t="25586" x="3905250" y="2625725"/>
          <p14:tracePt t="25640" x="3932238" y="2625725"/>
          <p14:tracePt t="25641" x="3973513" y="2633663"/>
          <p14:tracePt t="25662" x="3986213" y="2646363"/>
          <p14:tracePt t="25682" x="3973513" y="2646363"/>
          <p14:tracePt t="25900" x="3973513" y="2633663"/>
          <p14:tracePt t="25932" x="4014788" y="2625725"/>
          <p14:tracePt t="25966" x="4102100" y="2625725"/>
          <p14:tracePt t="25998" x="4137025" y="2625725"/>
          <p14:tracePt t="25999" x="4157663" y="2625725"/>
          <p14:tracePt t="26033" x="4224338" y="2625725"/>
          <p14:tracePt t="26066" x="4244975" y="2625725"/>
          <p14:tracePt t="26099" x="4252913" y="2625725"/>
          <p14:tracePt t="26169" x="4259263" y="2625725"/>
          <p14:tracePt t="26202" x="4279900" y="2613025"/>
          <p14:tracePt t="26237" x="4354513" y="2613025"/>
          <p14:tracePt t="26270" x="4449763" y="2613025"/>
          <p14:tracePt t="26303" x="4545013" y="2613025"/>
          <p14:tracePt t="26335" x="4592638" y="2598738"/>
          <p14:tracePt t="26336" x="4625975" y="2586038"/>
          <p14:tracePt t="26377" x="4694238" y="2578100"/>
          <p14:tracePt t="26385" x="4700588" y="2578100"/>
          <p14:tracePt t="26403" x="4721225" y="2578100"/>
          <p14:tracePt t="26404" x="4735513" y="2565400"/>
          <p14:tracePt t="26436" x="4762500" y="2565400"/>
          <p14:tracePt t="26437" x="4789488" y="2578100"/>
          <p14:tracePt t="26459" x="4795838" y="2578100"/>
          <p14:tracePt t="26459" x="4837113" y="2586038"/>
          <p14:tracePt t="26485" x="4911725" y="2598738"/>
          <p14:tracePt t="26500" x="4959350" y="2598738"/>
          <p14:tracePt t="26540" x="5041900" y="2605088"/>
          <p14:tracePt t="26541" x="5081588" y="2605088"/>
          <p14:tracePt t="26562" x="5089525" y="2605088"/>
          <p14:tracePt t="26608" x="5062538" y="2613025"/>
          <p14:tracePt t="26628" x="4994275" y="2625725"/>
          <p14:tracePt t="26629" x="4911725" y="2652713"/>
          <p14:tracePt t="26640" x="4768850" y="2681288"/>
          <p14:tracePt t="26663" x="4422775" y="2755900"/>
          <p14:tracePt t="26684" x="4170363" y="2803525"/>
          <p14:tracePt t="26697" x="3646488" y="2843213"/>
          <p14:tracePt t="26724" x="3313113" y="2843213"/>
          <p14:tracePt t="26725" x="2973388" y="2843213"/>
          <p14:tracePt t="26734" x="2747963" y="2830513"/>
          <p14:tracePt t="26763" x="2482850" y="2824163"/>
          <p14:tracePt t="26765" x="2184400" y="2809875"/>
          <p14:tracePt t="26778" x="2081213" y="2803525"/>
          <p14:tracePt t="26797" x="2014538" y="2803525"/>
          <p14:tracePt t="26800" x="1973263" y="2803525"/>
          <p14:tracePt t="26827" x="1958975" y="2803525"/>
          <p14:tracePt t="26828" x="1946275" y="2803525"/>
          <p14:tracePt t="26986" x="1946275" y="2809875"/>
          <p14:tracePt t="26993" x="1966913" y="2809875"/>
          <p14:tracePt t="27037" x="2020888" y="2843213"/>
          <p14:tracePt t="27038" x="2089150" y="2857500"/>
          <p14:tracePt t="27046" x="2116138" y="2871788"/>
          <p14:tracePt t="27063" x="2163763" y="2871788"/>
          <p14:tracePt t="27097" x="2279650" y="2884488"/>
          <p14:tracePt t="27132" x="2306638" y="2884488"/>
          <p14:tracePt t="27133" x="2312988" y="2884488"/>
          <p14:tracePt t="27171" x="2306638" y="2884488"/>
          <p14:tracePt t="27204" x="2292350" y="2884488"/>
          <p14:tracePt t="27225" x="2265363" y="2884488"/>
          <p14:tracePt t="27282" x="2292350" y="2898775"/>
          <p14:tracePt t="27315" x="2401888" y="2919413"/>
          <p14:tracePt t="27315" x="2476500" y="2932113"/>
          <p14:tracePt t="27344" x="2613025" y="2952750"/>
          <p14:tracePt t="27351" x="2700338" y="2973388"/>
          <p14:tracePt t="27387" x="2735263" y="2973388"/>
          <p14:tracePt t="27388" x="2803525" y="2979738"/>
          <p14:tracePt t="28319" x="2843213" y="2973388"/>
          <p14:tracePt t="28353" x="3190875" y="2919413"/>
          <p14:tracePt t="28386" x="3803650" y="2673350"/>
          <p14:tracePt t="28425" x="4122738" y="2292350"/>
          <p14:tracePt t="28432" x="4137025" y="2211388"/>
          <p14:tracePt t="28458" x="4122738" y="2122488"/>
          <p14:tracePt t="28485" x="3932238" y="2041525"/>
          <p14:tracePt t="28486" x="3768725" y="2020888"/>
          <p14:tracePt t="28501" x="3497263" y="2014538"/>
          <p14:tracePt t="28526" x="2973388" y="2081213"/>
          <p14:tracePt t="28545" x="2565400" y="2286000"/>
          <p14:tracePt t="28568" x="2414588" y="2449513"/>
          <p14:tracePt t="28601" x="2408238" y="2551113"/>
          <p14:tracePt t="28602" x="2449513" y="2598738"/>
          <p14:tracePt t="28614" x="2530475" y="2646363"/>
          <p14:tracePt t="28635" x="2782888" y="2681288"/>
          <p14:tracePt t="28648" x="3027363" y="2660650"/>
          <p14:tracePt t="28669" x="3422650" y="2538413"/>
          <p14:tracePt t="28686" x="3571875" y="2449513"/>
          <p14:tracePt t="28688" x="3646488" y="2354263"/>
          <p14:tracePt t="28702" x="3667125" y="2286000"/>
          <p14:tracePt t="28734" x="3660775" y="2211388"/>
          <p14:tracePt t="28735" x="3557588" y="2089150"/>
          <p14:tracePt t="28748" x="3422650" y="2033588"/>
          <p14:tracePt t="28770" x="3041650" y="1958975"/>
          <p14:tracePt t="28785" x="2768600" y="1966913"/>
          <p14:tracePt t="28816" x="2286000" y="2089150"/>
          <p14:tracePt t="28818" x="2081213" y="2217738"/>
          <p14:tracePt t="28830" x="1958975" y="2354263"/>
          <p14:tracePt t="28868" x="1919288" y="2530475"/>
          <p14:tracePt t="28869" x="2020888" y="2673350"/>
          <p14:tracePt t="28892" x="2339975" y="2782888"/>
          <p14:tracePt t="28925" x="2871788" y="2776538"/>
          <p14:tracePt t="28926" x="3211513" y="2708275"/>
          <p14:tracePt t="28952" x="3646488" y="2524125"/>
          <p14:tracePt t="28959" x="3803650" y="2408238"/>
          <p14:tracePt t="28976" x="3863975" y="2333625"/>
          <p14:tracePt t="28993" x="3857625" y="2259013"/>
          <p14:tracePt t="29026" x="3803650" y="2211388"/>
          <p14:tracePt t="29027" x="3544888" y="2143125"/>
          <p14:tracePt t="29054" x="3340100" y="2136775"/>
          <p14:tracePt t="29055" x="3176588" y="2157413"/>
          <p14:tracePt t="29064" x="2967038" y="2211388"/>
          <p14:tracePt t="29085" x="2708275" y="2354263"/>
          <p14:tracePt t="29103" x="2652713" y="2414588"/>
          <p14:tracePt t="29105" x="2646363" y="2462213"/>
          <p14:tracePt t="29119" x="2652713" y="2490788"/>
          <p14:tracePt t="29140" x="2735263" y="2578100"/>
          <p14:tracePt t="29154" x="2803525" y="2586038"/>
          <p14:tracePt t="29176" x="3095625" y="2605088"/>
          <p14:tracePt t="29193" x="3238500" y="2586038"/>
          <p14:tracePt t="29195" x="3435350" y="2551113"/>
          <p14:tracePt t="29226" x="3708400" y="2449513"/>
          <p14:tracePt t="29237" x="3783013" y="2408238"/>
          <p14:tracePt t="29255" x="3816350" y="2366963"/>
          <p14:tracePt t="29289" x="3810000" y="2366963"/>
          <p14:tracePt t="29322" x="3762375" y="2366963"/>
          <p14:tracePt t="29323" x="3613150" y="2428875"/>
          <p14:tracePt t="29332" x="3538538" y="2476500"/>
          <p14:tracePt t="29350" x="3482975" y="2524125"/>
          <p14:tracePt t="29368" x="3443288" y="2578100"/>
          <p14:tracePt t="29381" x="3414713" y="2598738"/>
          <p14:tracePt t="29790" x="3414713" y="2605088"/>
          <p14:tracePt t="29828" x="3422650" y="2605088"/>
          <p14:tracePt t="29899" x="3422650" y="2613025"/>
          <p14:tracePt t="29918" x="3414713" y="2625725"/>
          <p14:tracePt t="29962" x="3387725" y="2646363"/>
          <p14:tracePt t="29963" x="3327400" y="2700338"/>
          <p14:tracePt t="29971" x="3313113" y="2747963"/>
          <p14:tracePt t="29994" x="3292475" y="2851150"/>
          <p14:tracePt t="30028" x="3286125" y="2905125"/>
          <p14:tracePt t="30029" x="3252788" y="2946400"/>
          <p14:tracePt t="30556" x="3265488" y="2946400"/>
          <p14:tracePt t="30579" x="3271838" y="2946400"/>
          <p14:tracePt t="30708" x="3265488" y="2946400"/>
          <p14:tracePt t="30758" x="3271838" y="2952750"/>
          <p14:tracePt t="30859" x="3286125" y="2952750"/>
          <p14:tracePt t="31331" x="3265488" y="2973388"/>
          <p14:tracePt t="31332" x="3244850" y="2994025"/>
          <p14:tracePt t="31367" x="3190875" y="3170238"/>
          <p14:tracePt t="31401" x="3143250" y="3340100"/>
          <p14:tracePt t="31441" x="3068638" y="3470275"/>
          <p14:tracePt t="31450" x="3068638" y="3482975"/>
          <p14:tracePt t="31516" x="3101975" y="3482975"/>
          <p14:tracePt t="31517" x="3122613" y="3482975"/>
          <p14:tracePt t="31531" x="3163888" y="3482975"/>
          <p14:tracePt t="31554" x="3244850" y="3482975"/>
          <p14:tracePt t="31556" x="3300413" y="3482975"/>
          <p14:tracePt t="31570" x="3360738" y="3490913"/>
          <p14:tracePt t="31620" x="3443288" y="3490913"/>
          <p14:tracePt t="31621" x="3530600" y="3497263"/>
          <p14:tracePt t="31628" x="3565525" y="3509963"/>
          <p14:tracePt t="31651" x="3586163" y="3517900"/>
          <p14:tracePt t="31686" x="3571875" y="3517900"/>
          <p14:tracePt t="31694" x="3544888" y="3517900"/>
          <p14:tracePt t="31738" x="3435350" y="3509963"/>
          <p14:tracePt t="31739" x="3252788" y="3509963"/>
          <p14:tracePt t="31768" x="3143250" y="3509963"/>
          <p14:tracePt t="31770" x="3101975" y="3509963"/>
          <p14:tracePt t="31797" x="3095625" y="3509963"/>
          <p14:tracePt t="31842" x="3101975" y="3509963"/>
          <p14:tracePt t="31843" x="3170238" y="3509963"/>
          <p14:tracePt t="31850" x="3211513" y="3509963"/>
          <p14:tracePt t="31864" x="3292475" y="3517900"/>
          <p14:tracePt t="31887" x="3490913" y="3544888"/>
          <p14:tracePt t="31901" x="3565525" y="3557588"/>
          <p14:tracePt t="31950" x="3729038" y="3571875"/>
          <p14:tracePt t="31950" x="3836988" y="3586163"/>
          <p14:tracePt t="31975" x="3851275" y="3586163"/>
          <p14:tracePt t="32009" x="3816350" y="3586163"/>
          <p14:tracePt t="32010" x="3762375" y="3571875"/>
          <p14:tracePt t="32018" x="3687763" y="3565525"/>
          <p14:tracePt t="32031" x="3633788" y="3557588"/>
          <p14:tracePt t="32069" x="3565525" y="3544888"/>
          <p14:tracePt t="32070" x="3497263" y="3538538"/>
          <p14:tracePt t="32103" x="3509963" y="3544888"/>
          <p14:tracePt t="32135" x="3544888" y="3544888"/>
          <p14:tracePt t="32136" x="3687763" y="3571875"/>
          <p14:tracePt t="32143" x="3816350" y="3586163"/>
          <p14:tracePt t="32165" x="4137025" y="3613150"/>
          <p14:tracePt t="32186" x="4244975" y="3619500"/>
          <p14:tracePt t="32187" x="4367213" y="3633788"/>
          <p14:tracePt t="32200" x="4443413" y="3633788"/>
          <p14:tracePt t="32224" x="4518025" y="3633788"/>
          <p14:tracePt t="32241" x="4524375" y="3633788"/>
          <p14:tracePt t="32359" x="4518025" y="3633788"/>
          <p14:tracePt t="32386" x="4491038" y="3619500"/>
          <p14:tracePt t="32416" x="4456113" y="3619500"/>
          <p14:tracePt t="32417" x="4422775" y="3619500"/>
          <p14:tracePt t="32424" x="4402138" y="3613150"/>
          <p14:tracePt t="32459" x="4395788" y="3613150"/>
          <p14:tracePt t="32483" x="4402138" y="3613150"/>
          <p14:tracePt t="32491" x="4422775" y="3613150"/>
          <p14:tracePt t="32525" x="4449763" y="3619500"/>
          <p14:tracePt t="32526" x="4497388" y="3619500"/>
          <p14:tracePt t="32554" x="4518025" y="3633788"/>
          <p14:tracePt t="32641" x="4518025" y="3619500"/>
          <p14:tracePt t="32648" x="4503738" y="3619500"/>
          <p14:tracePt t="32692" x="4497388" y="3619500"/>
          <p14:tracePt t="32727" x="4491038" y="3619500"/>
          <p14:tracePt t="32727" x="4456113" y="3619500"/>
          <p14:tracePt t="32761" x="4408488" y="3613150"/>
          <p14:tracePt t="32762" x="4354513" y="3613150"/>
          <p14:tracePt t="32790" x="4197350" y="3619500"/>
          <p14:tracePt t="32797" x="4062413" y="3660775"/>
          <p14:tracePt t="32816" x="3789363" y="3735388"/>
          <p14:tracePt t="32843" x="3538538" y="3783013"/>
          <p14:tracePt t="32858" x="3340100" y="3803650"/>
          <p14:tracePt t="32879" x="3101975" y="3789363"/>
          <p14:tracePt t="33090" x="3116263" y="3783013"/>
          <p14:tracePt t="33129" x="3095625" y="3768725"/>
          <p14:tracePt t="33137" x="3054350" y="3768725"/>
          <p14:tracePt t="33166" x="2755900" y="3783013"/>
          <p14:tracePt t="33191" x="2586038" y="3816350"/>
          <p14:tracePt t="33233" x="2428875" y="3851275"/>
          <p14:tracePt t="33233" x="2327275" y="3863975"/>
          <p14:tracePt t="33249" x="2279650" y="3863975"/>
          <p14:tracePt t="33273" x="2211388" y="3863975"/>
          <p14:tracePt t="33291" x="2163763" y="3863975"/>
          <p14:tracePt t="33334" x="2136775" y="3863975"/>
          <p14:tracePt t="33364" x="2143125" y="3863975"/>
          <p14:tracePt t="33384" x="2232025" y="3863975"/>
          <p14:tracePt t="33402" x="2414588" y="3890963"/>
          <p14:tracePt t="33435" x="2551113" y="3911600"/>
          <p14:tracePt t="33436" x="2782888" y="3938588"/>
          <p14:tracePt t="33463" x="2919413" y="3952875"/>
          <p14:tracePt t="33471" x="2952750" y="3952875"/>
          <p14:tracePt t="33506" x="2973388" y="3911600"/>
          <p14:tracePt t="33532" x="2919413" y="3830638"/>
          <p14:tracePt t="33539" x="2871788" y="3768725"/>
          <p14:tracePt t="33553" x="2776538" y="3708400"/>
          <p14:tracePt t="33572" x="2557463" y="3613150"/>
          <p14:tracePt t="33586" x="2449513" y="3592513"/>
          <p14:tracePt t="33619" x="2327275" y="3571875"/>
          <p14:tracePt t="33620" x="2157413" y="3605213"/>
          <p14:tracePt t="33629" x="2068513" y="3633788"/>
          <p14:tracePt t="33664" x="2014538" y="3660775"/>
          <p14:tracePt t="33665" x="1919288" y="3735388"/>
          <p14:tracePt t="33674" x="1898650" y="3768725"/>
          <p14:tracePt t="33688" x="1898650" y="3816350"/>
          <p14:tracePt t="33719" x="1925638" y="3878263"/>
          <p14:tracePt t="33721" x="2020888" y="3938588"/>
          <p14:tracePt t="33730" x="2109788" y="3973513"/>
          <p14:tracePt t="33743" x="2163763" y="3973513"/>
          <p14:tracePt t="33757" x="2238375" y="3973513"/>
          <p14:tracePt t="33772" x="2306638" y="3959225"/>
          <p14:tracePt t="33774" x="2354263" y="3938588"/>
          <p14:tracePt t="33788" x="2387600" y="3911600"/>
          <p14:tracePt t="33819" x="2414588" y="3878263"/>
          <p14:tracePt t="33820" x="2414588" y="3810000"/>
          <p14:tracePt t="33845" x="2333625" y="3708400"/>
          <p14:tracePt t="33853" x="2286000" y="3687763"/>
          <p14:tracePt t="33868" x="2211388" y="3681413"/>
          <p14:tracePt t="33884" x="2143125" y="3681413"/>
          <p14:tracePt t="33886" x="2095500" y="3687763"/>
          <p14:tracePt t="33900" x="2020888" y="3708400"/>
          <p14:tracePt t="33928" x="1958975" y="3756025"/>
          <p14:tracePt t="33929" x="1925638" y="3783013"/>
          <p14:tracePt t="33930" x="1898650" y="3830638"/>
          <p14:tracePt t="33949" x="1898650" y="3863975"/>
          <p14:tracePt t="33961" x="1898650" y="3884613"/>
          <p14:tracePt t="33974" x="1925638" y="3911600"/>
          <p14:tracePt t="33976" x="1966913" y="3938588"/>
          <p14:tracePt t="33989" x="2006600" y="3952875"/>
          <p14:tracePt t="34019" x="2081213" y="3952875"/>
          <p14:tracePt t="34020" x="2279650" y="3938588"/>
          <p14:tracePt t="34044" x="2530475" y="3878263"/>
          <p14:tracePt t="34062" x="2605088" y="3836988"/>
          <p14:tracePt t="34072" x="2646363" y="3810000"/>
          <p14:tracePt t="34086" x="2660650" y="3762375"/>
          <p14:tracePt t="34087" x="2660650" y="3741738"/>
          <p14:tracePt t="34120" x="2605088" y="3708400"/>
          <p14:tracePt t="34121" x="2530475" y="3687763"/>
          <p14:tracePt t="34145" x="2327275" y="3667125"/>
          <p14:tracePt t="34163" x="2217738" y="3687763"/>
          <p14:tracePt t="34186" x="2157413" y="3708400"/>
          <p14:tracePt t="34187" x="2095500" y="3762375"/>
          <p14:tracePt t="34196" x="2081213" y="3810000"/>
          <p14:tracePt t="34229" x="2109788" y="3878263"/>
          <p14:tracePt t="34230" x="2163763" y="3911600"/>
          <p14:tracePt t="34239" x="2211388" y="3938588"/>
          <p14:tracePt t="34253" x="2306638" y="3959225"/>
          <p14:tracePt t="34268" x="2435225" y="3973513"/>
          <p14:tracePt t="34269" x="2530475" y="3973513"/>
          <p14:tracePt t="34286" x="2652713" y="3959225"/>
          <p14:tracePt t="34303" x="2755900" y="3911600"/>
          <p14:tracePt t="34318" x="2782888" y="3890963"/>
          <p14:tracePt t="34335" x="2795588" y="3884613"/>
          <p14:tracePt t="34353" x="2795588" y="3878263"/>
          <p14:tracePt t="34381" x="2803525" y="3878263"/>
          <p14:tracePt t="34403" x="2824163" y="3884613"/>
          <p14:tracePt t="34429" x="2857500" y="3890963"/>
          <p14:tracePt t="34430" x="2905125" y="3905250"/>
          <p14:tracePt t="34439" x="2967038" y="3911600"/>
          <p14:tracePt t="34451" x="3006725" y="3925888"/>
          <p14:tracePt t="34468" x="3068638" y="3925888"/>
          <p14:tracePt t="34484" x="3128963" y="3932238"/>
          <p14:tracePt t="34517" x="3149600" y="3932238"/>
          <p14:tracePt t="34518" x="3190875" y="3932238"/>
          <p14:tracePt t="34539" x="3211513" y="3932238"/>
          <p14:tracePt t="34539" x="3238500" y="3925888"/>
          <p14:tracePt t="34563" x="3313113" y="3925888"/>
          <p14:tracePt t="34583" x="3375025" y="3925888"/>
          <p14:tracePt t="34584" x="3443288" y="3925888"/>
          <p14:tracePt t="34605" x="3592513" y="3925888"/>
          <p14:tracePt t="34629" x="3660775" y="3932238"/>
          <p14:tracePt t="34650" x="3681413" y="3932238"/>
          <p14:tracePt t="34679" x="3667125" y="3932238"/>
          <p14:tracePt t="34704" x="3633788" y="3932238"/>
          <p14:tracePt t="34706" x="3592513" y="3932238"/>
          <p14:tracePt t="34706" x="3517900" y="3925888"/>
          <p14:tracePt t="34731" x="3375025" y="3925888"/>
          <p14:tracePt t="34750" x="3313113" y="3925888"/>
          <p14:tracePt t="34761" x="3265488" y="3925888"/>
          <p14:tracePt t="34766" x="3244850" y="3925888"/>
          <p14:tracePt t="34778" x="3238500" y="3925888"/>
          <p14:tracePt t="34826" x="3252788" y="3925888"/>
          <p14:tracePt t="34834" x="3271838" y="3932238"/>
          <p14:tracePt t="34846" x="3319463" y="3932238"/>
          <p14:tracePt t="34867" x="3367088" y="3938588"/>
          <p14:tracePt t="34870" x="3422650" y="3952875"/>
          <p14:tracePt t="34881" x="3497263" y="3959225"/>
          <p14:tracePt t="34901" x="3586163" y="3973513"/>
          <p14:tracePt t="34902" x="3633788" y="3979863"/>
          <p14:tracePt t="34931" x="3687763" y="3986213"/>
          <p14:tracePt t="34932" x="3762375" y="4000500"/>
          <p14:tracePt t="34953" x="3789363" y="4000500"/>
          <p14:tracePt t="34969" x="3768725" y="3986213"/>
          <p14:tracePt t="35210" x="3783013" y="3986213"/>
          <p14:tracePt t="35274" x="3816350" y="3986213"/>
          <p14:tracePt t="35287" x="3836988" y="3986213"/>
          <p14:tracePt t="35305" x="3857625" y="3986213"/>
          <p14:tracePt t="35307" x="3884613" y="3986213"/>
          <p14:tracePt t="35317" x="3911600" y="3986213"/>
          <p14:tracePt t="35337" x="3932238" y="3986213"/>
          <p14:tracePt t="35338" x="3973513" y="3986213"/>
          <p14:tracePt t="35355" x="4000500" y="3986213"/>
          <p14:tracePt t="35372" x="4027488" y="3986213"/>
          <p14:tracePt t="35374" x="4062413" y="3979863"/>
          <p14:tracePt t="35388" x="4102100" y="3979863"/>
          <p14:tracePt t="35401" x="4137025" y="3979863"/>
          <p14:tracePt t="35434" x="4259263" y="3979863"/>
          <p14:tracePt t="35436" x="4327525" y="3979863"/>
          <p14:tracePt t="35437" x="4422775" y="3973513"/>
          <p14:tracePt t="35465" x="4503738" y="3973513"/>
          <p14:tracePt t="35465" x="4572000" y="3973513"/>
          <p14:tracePt t="35473" x="4667250" y="3973513"/>
          <p14:tracePt t="35488" x="4762500" y="3979863"/>
          <p14:tracePt t="35504" x="4824413" y="3986213"/>
          <p14:tracePt t="35506" x="4911725" y="4000500"/>
          <p14:tracePt t="35521" x="4967288" y="4006850"/>
          <p14:tracePt t="35534" x="5006975" y="4006850"/>
          <p14:tracePt t="35554" x="5068888" y="4006850"/>
          <p14:tracePt t="35572" x="5089525" y="4006850"/>
          <p14:tracePt t="35609" x="5110163" y="4006850"/>
          <p14:tracePt t="35633" x="5041900" y="4006850"/>
          <p14:tracePt t="35641" x="4938713" y="4006850"/>
          <p14:tracePt t="35655" x="4700588" y="4006850"/>
          <p14:tracePt t="35670" x="4402138" y="4048125"/>
          <p14:tracePt t="35699" x="4170363" y="4081463"/>
          <p14:tracePt t="35700" x="3449638" y="4205288"/>
          <p14:tracePt t="35709" x="3176588" y="4252913"/>
          <p14:tracePt t="35721" x="2782888" y="4271963"/>
          <p14:tracePt t="35739" x="2557463" y="4279900"/>
          <p14:tracePt t="35741" x="2232025" y="4300538"/>
          <p14:tracePt t="35757" x="2062163" y="4300538"/>
          <p14:tracePt t="35774" x="1871663" y="4300538"/>
          <p14:tracePt t="35775" x="1789113" y="4300538"/>
          <p14:tracePt t="35791" x="1714500" y="4300538"/>
          <p14:tracePt t="35821" x="1673225" y="4300538"/>
          <p14:tracePt t="35822" x="1639888" y="4300538"/>
          <p14:tracePt t="35844" x="1598613" y="4292600"/>
          <p14:tracePt t="35869" x="1565275" y="4279900"/>
          <p14:tracePt t="35890" x="1550988" y="4271963"/>
          <p14:tracePt t="35916" x="1544638" y="4271963"/>
          <p14:tracePt t="35991" x="1550988" y="4271963"/>
          <p14:tracePt t="36021" x="1592263" y="4279900"/>
          <p14:tracePt t="36022" x="1604963" y="4292600"/>
          <p14:tracePt t="36045" x="1666875" y="4300538"/>
          <p14:tracePt t="36071" x="1728788" y="4300538"/>
          <p14:tracePt t="36094" x="1776413" y="4300538"/>
          <p14:tracePt t="36104" x="1789113" y="4300538"/>
          <p14:tracePt t="36122" x="1795463" y="4300538"/>
          <p14:tracePt t="36214" x="1803400" y="4300538"/>
          <p14:tracePt t="36233" x="1816100" y="4300538"/>
          <p14:tracePt t="36244" x="1843088" y="4300538"/>
          <p14:tracePt t="36261" x="1919288" y="4306888"/>
          <p14:tracePt t="36277" x="1973263" y="4319588"/>
          <p14:tracePt t="36294" x="2116138" y="4327525"/>
          <p14:tracePt t="36326" x="2205038" y="4327525"/>
          <p14:tracePt t="36327" x="2312988" y="4327525"/>
          <p14:tracePt t="36352" x="2387600" y="4327525"/>
          <p14:tracePt t="36373" x="2455863" y="4327525"/>
          <p14:tracePt t="36398" x="2509838" y="4327525"/>
          <p14:tracePt t="36406" x="2551113" y="4327525"/>
          <p14:tracePt t="36435" x="2586038" y="4327525"/>
          <p14:tracePt t="36436" x="2646363" y="4327525"/>
          <p14:tracePt t="36444" x="2700338" y="4327525"/>
          <p14:tracePt t="36457" x="2747963" y="4327525"/>
          <p14:tracePt t="36474" x="2824163" y="4333875"/>
          <p14:tracePt t="36511" x="2809875" y="4333875"/>
          <p14:tracePt t="36721" x="2830513" y="4333875"/>
          <p14:tracePt t="36750" x="2857500" y="4333875"/>
          <p14:tracePt t="36758" x="2878138" y="4327525"/>
          <p14:tracePt t="36773" x="2884488" y="4327525"/>
          <p14:tracePt t="36811" x="2946400" y="4327525"/>
          <p14:tracePt t="36832" x="2952750" y="4327525"/>
          <p14:tracePt t="36834" x="2967038" y="4327525"/>
          <p14:tracePt t="36856" x="2973388" y="4327525"/>
          <p14:tracePt t="36857" x="2994025" y="4327525"/>
          <p14:tracePt t="36878" x="3000375" y="4327525"/>
          <p14:tracePt t="36879" x="3021013" y="4327525"/>
          <p14:tracePt t="36893" x="3041650" y="4327525"/>
          <p14:tracePt t="36913" x="3068638" y="4327525"/>
          <p14:tracePt t="36946" x="3095625" y="4327525"/>
          <p14:tracePt t="36947" x="3149600" y="4327525"/>
          <p14:tracePt t="36974" x="3197225" y="4327525"/>
          <p14:tracePt t="36982" x="3238500" y="4327525"/>
          <p14:tracePt t="37012" x="3252788" y="4327525"/>
          <p14:tracePt t="37013" x="3319463" y="4327525"/>
          <p14:tracePt t="37039" x="3375025" y="4327525"/>
          <p14:tracePt t="37047" x="3408363" y="4327525"/>
          <p14:tracePt t="37063" x="3422650" y="4327525"/>
          <p14:tracePt t="37079" x="3449638" y="4327525"/>
          <p14:tracePt t="37081" x="3482975" y="4327525"/>
          <p14:tracePt t="37096" x="3509963" y="4327525"/>
          <p14:tracePt t="37126" x="3538538" y="4327525"/>
          <p14:tracePt t="37127" x="3605213" y="4327525"/>
          <p14:tracePt t="37153" x="3735388" y="4333875"/>
          <p14:tracePt t="37160" x="3830638" y="4348163"/>
          <p14:tracePt t="37174" x="3973513" y="4354513"/>
          <p14:tracePt t="37193" x="4232275" y="4375150"/>
          <p14:tracePt t="37226" x="4367213" y="4381500"/>
          <p14:tracePt t="37226" x="4497388" y="4381500"/>
          <p14:tracePt t="37554" x="4503738" y="4381500"/>
          <p14:tracePt t="37640" x="4491038" y="4375150"/>
          <p14:tracePt t="37647" x="4470400" y="4375150"/>
          <p14:tracePt t="37672" x="4375150" y="4348163"/>
          <p14:tracePt t="37695" x="4129088" y="4300538"/>
          <p14:tracePt t="37714" x="3830638" y="4252913"/>
          <p14:tracePt t="37736" x="3497263" y="4211638"/>
          <p14:tracePt t="37759" x="3101975" y="4197350"/>
          <p14:tracePt t="37775" x="2973388" y="4197350"/>
          <p14:tracePt t="37797" x="2578100" y="4211638"/>
          <p14:tracePt t="37813" x="2244725" y="4279900"/>
          <p14:tracePt t="37829" x="2081213" y="4327525"/>
          <p14:tracePt t="37845" x="1851025" y="4395788"/>
          <p14:tracePt t="37862" x="1762125" y="4408488"/>
          <p14:tracePt t="37894" x="1646238" y="4443413"/>
          <p14:tracePt t="37895" x="1604963" y="4443413"/>
          <p14:tracePt t="37905" x="1592263" y="4443413"/>
          <p14:tracePt t="37939" x="1571625" y="4449763"/>
          <p14:tracePt t="37940" x="1530350" y="4449763"/>
          <p14:tracePt t="37948" x="1524000" y="4443413"/>
          <p14:tracePt t="37962" x="1517650" y="4443413"/>
          <p14:tracePt t="37978" x="1497013" y="4443413"/>
          <p14:tracePt t="37992" x="1470025" y="4443413"/>
          <p14:tracePt t="38024" x="1449388" y="4443413"/>
          <p14:tracePt t="38025" x="1428750" y="4456113"/>
          <p14:tracePt t="38051" x="1443038" y="4503738"/>
          <p14:tracePt t="38071" x="1482725" y="4551363"/>
          <p14:tracePt t="38083" x="1524000" y="4572000"/>
          <p14:tracePt t="38119" x="1571625" y="4592638"/>
          <p14:tracePt t="38119" x="1652588" y="4613275"/>
          <p14:tracePt t="38129" x="1714500" y="4619625"/>
          <p14:tracePt t="38161" x="1762125" y="4625975"/>
          <p14:tracePt t="38162" x="1824038" y="4625975"/>
          <p14:tracePt t="38187" x="1871663" y="4625975"/>
          <p14:tracePt t="38195" x="1919288" y="4640263"/>
          <p14:tracePt t="38228" x="1966913" y="4640263"/>
          <p14:tracePt t="38228" x="2095500" y="4646613"/>
          <p14:tracePt t="38253" x="2238375" y="4652963"/>
          <p14:tracePt t="38274" x="2333625" y="4667250"/>
          <p14:tracePt t="38693" x="2339975" y="4667250"/>
          <p14:tracePt t="38730" x="2401888" y="4673600"/>
          <p14:tracePt t="38737" x="2578100" y="4687888"/>
          <p14:tracePt t="38756" x="2652713" y="4694238"/>
          <p14:tracePt t="38756" x="2768600" y="4694238"/>
          <p14:tracePt t="38788" x="2967038" y="4694238"/>
          <p14:tracePt t="38835" x="3095625" y="4694238"/>
          <p14:tracePt t="38835" x="3170238" y="4700588"/>
          <p14:tracePt t="38868" x="3190875" y="4700588"/>
          <p14:tracePt t="38868" x="3211513" y="4700588"/>
          <p14:tracePt t="38895" x="3292475" y="4700588"/>
          <p14:tracePt t="38927" x="3470275" y="4714875"/>
          <p14:tracePt t="38928" x="3605213" y="4721225"/>
          <p14:tracePt t="38952" x="3816350" y="4741863"/>
          <p14:tracePt t="38969" x="3884613" y="4741863"/>
          <p14:tracePt t="39298" x="3911600" y="4741863"/>
          <p14:tracePt t="39321" x="3979863" y="4741863"/>
          <p14:tracePt t="39336" x="4006850" y="4741863"/>
          <p14:tracePt t="39363" x="4129088" y="4741863"/>
          <p14:tracePt t="39364" x="4176713" y="4741863"/>
          <p14:tracePt t="39389" x="4306888" y="4741863"/>
          <p14:tracePt t="39426" x="4402138" y="4748213"/>
          <p14:tracePt t="39427" x="4619625" y="4762500"/>
          <p14:tracePt t="39435" x="4721225" y="4768850"/>
          <p14:tracePt t="39460" x="4946650" y="4768850"/>
          <p14:tracePt t="39480" x="5110163" y="4768850"/>
          <p14:tracePt t="39518" x="5164138" y="4768850"/>
          <p14:tracePt t="39519" x="5170488" y="4768850"/>
          <p14:tracePt t="39930" x="5184775" y="4768850"/>
          <p14:tracePt t="39979" x="5191125" y="4762500"/>
          <p14:tracePt t="39999" x="5191125" y="4748213"/>
          <p14:tracePt t="40045" x="5143500" y="4700588"/>
          <p14:tracePt t="40046" x="5033963" y="4625975"/>
          <p14:tracePt t="40054" x="4946650" y="4578350"/>
          <p14:tracePt t="40072" x="4714875" y="4518025"/>
          <p14:tracePt t="40097" x="4456113" y="4470400"/>
          <p14:tracePt t="40130" x="4292600" y="4449763"/>
          <p14:tracePt t="40130" x="3932238" y="4429125"/>
          <p14:tracePt t="40143" x="3729038" y="4429125"/>
          <p14:tracePt t="40164" x="3395663" y="4456113"/>
          <p14:tracePt t="40177" x="3319463" y="4491038"/>
          <p14:tracePt t="40199" x="3190875" y="4545013"/>
          <p14:tracePt t="40238" x="3170238" y="4551363"/>
          <p14:tracePt t="40239" x="3149600" y="4578350"/>
          <p14:tracePt t="40264" x="3163888" y="4592638"/>
          <p14:tracePt t="40281" x="3176588" y="4592638"/>
          <p14:tracePt t="40283" x="3197225" y="4592638"/>
          <p14:tracePt t="40293" x="3224213" y="4592638"/>
          <p14:tracePt t="40327" x="3252788" y="4578350"/>
          <p14:tracePt t="40328" x="3252788" y="4572000"/>
          <p14:tracePt t="40337" x="3252788" y="4551363"/>
          <p14:tracePt t="40355" x="3217863" y="4524375"/>
          <p14:tracePt t="40370" x="3170238" y="4497388"/>
          <p14:tracePt t="40387" x="3041650" y="4470400"/>
          <p14:tracePt t="40420" x="2952750" y="4470400"/>
          <p14:tracePt t="40421" x="2824163" y="4491038"/>
          <p14:tracePt t="40452" x="2747963" y="4530725"/>
          <p14:tracePt t="40460" x="2728913" y="4551363"/>
          <p14:tracePt t="40480" x="2728913" y="4592638"/>
          <p14:tracePt t="40497" x="2747963" y="4613275"/>
          <p14:tracePt t="40529" x="2919413" y="4667250"/>
          <p14:tracePt t="40538" x="3006725" y="4673600"/>
          <p14:tracePt t="40551" x="3095625" y="4687888"/>
          <p14:tracePt t="40570" x="3176588" y="4667250"/>
          <p14:tracePt t="40584" x="3190875" y="4652963"/>
          <p14:tracePt t="40603" x="3170238" y="4619625"/>
          <p14:tracePt t="40617" x="3128963" y="4592638"/>
          <p14:tracePt t="40650" x="3089275" y="4565650"/>
          <p14:tracePt t="40651" x="2898775" y="4497388"/>
          <p14:tracePt t="40660" x="2824163" y="4497388"/>
          <p14:tracePt t="40678" x="2728913" y="4497388"/>
          <p14:tracePt t="40698" x="2625725" y="4545013"/>
          <p14:tracePt t="40729" x="2605088" y="4578350"/>
          <p14:tracePt t="40730" x="2613025" y="4619625"/>
          <p14:tracePt t="40739" x="2633663" y="4646613"/>
          <p14:tracePt t="40753" x="2687638" y="4667250"/>
          <p14:tracePt t="40767" x="2747963" y="4673600"/>
          <p14:tracePt t="40784" x="2952750" y="4694238"/>
          <p14:tracePt t="40801" x="3068638" y="4687888"/>
          <p14:tracePt t="40834" x="3122613" y="4673600"/>
          <p14:tracePt t="40842" x="3176588" y="4613275"/>
          <p14:tracePt t="40856" x="3143250" y="4545013"/>
          <p14:tracePt t="40871" x="3074988" y="4503738"/>
          <p14:tracePt t="40872" x="3006725" y="4476750"/>
          <p14:tracePt t="40886" x="2898775" y="4456113"/>
          <p14:tracePt t="40917" x="2768600" y="4449763"/>
          <p14:tracePt t="40918" x="2613025" y="4470400"/>
          <p14:tracePt t="40943" x="2557463" y="4524375"/>
          <p14:tracePt t="40951" x="2557463" y="4545013"/>
          <p14:tracePt t="40965" x="2578100" y="4572000"/>
          <p14:tracePt t="40980" x="2613025" y="4598988"/>
          <p14:tracePt t="40994" x="2681288" y="4625975"/>
          <p14:tracePt t="41027" x="2871788" y="4652963"/>
          <p14:tracePt t="41028" x="2973388" y="4652963"/>
          <p14:tracePt t="41029" x="3048000" y="4646613"/>
          <p14:tracePt t="41050" x="3074988" y="4625975"/>
          <p14:tracePt t="41052" x="3095625" y="4613275"/>
          <p14:tracePt t="41076" x="3089275" y="4565650"/>
          <p14:tracePt t="41102" x="3068638" y="4545013"/>
          <p14:tracePt t="41103" x="3021013" y="4518025"/>
          <p14:tracePt t="41111" x="2967038" y="4503738"/>
          <p14:tracePt t="41131" x="2925763" y="4497388"/>
          <p14:tracePt t="41133" x="2878138" y="4497388"/>
          <p14:tracePt t="41148" x="2851150" y="4497388"/>
          <p14:tracePt t="41180" x="2824163" y="4497388"/>
          <p14:tracePt t="41201" x="2830513" y="4503738"/>
          <p14:tracePt t="41234" x="2843213" y="4503738"/>
          <p14:tracePt t="41235" x="2857500" y="4503738"/>
          <p14:tracePt t="41300" x="2851150" y="4503738"/>
          <p14:tracePt t="41320" x="2843213" y="4497388"/>
          <p14:tracePt t="41321" x="2824163" y="4497388"/>
          <p14:tracePt t="41351" x="2795588" y="4503738"/>
          <p14:tracePt t="41381" x="2795588" y="4518025"/>
          <p14:tracePt t="41398" x="2795588" y="4524375"/>
          <p14:tracePt t="41415" x="2843213" y="4530725"/>
          <p14:tracePt t="41431" x="2871788" y="4545013"/>
          <p14:tracePt t="41445" x="2905125" y="4545013"/>
          <p14:tracePt t="41448" x="2946400" y="4545013"/>
          <p14:tracePt t="41464" x="2967038" y="4530725"/>
          <p14:tracePt t="41495" x="2967038" y="4518025"/>
          <p14:tracePt t="41529" x="2946400" y="4503738"/>
          <p14:tracePt t="41530" x="2919413" y="4497388"/>
          <p14:tracePt t="41539" x="2851150" y="4491038"/>
          <p14:tracePt t="41553" x="2830513" y="4497388"/>
          <p14:tracePt t="41570" x="2809875" y="4518025"/>
          <p14:tracePt t="41584" x="2809875" y="4524375"/>
          <p14:tracePt t="41604" x="2830513" y="4545013"/>
          <p14:tracePt t="41618" x="2857500" y="4551363"/>
          <p14:tracePt t="41634" x="2898775" y="4565650"/>
          <p14:tracePt t="41651" x="2967038" y="4565650"/>
          <p14:tracePt t="41667" x="2979738" y="4565650"/>
          <p14:tracePt t="41684" x="2994025" y="4551363"/>
          <p14:tracePt t="41701" x="2979738" y="4545013"/>
          <p14:tracePt t="41734" x="2946400" y="4524375"/>
          <p14:tracePt t="41735" x="2925763" y="4518025"/>
          <p14:tracePt t="41744" x="2905125" y="4503738"/>
          <p14:tracePt t="41761" x="2884488" y="4503738"/>
          <p14:tracePt t="41805" x="2905125" y="4503738"/>
          <p14:tracePt t="41829" x="2932113" y="4518025"/>
          <p14:tracePt t="41851" x="2952750" y="4518025"/>
          <p14:tracePt t="41887" x="2952750" y="4503738"/>
          <p14:tracePt t="41915" x="2932113" y="4503738"/>
          <p14:tracePt t="41923" x="2919413" y="4497388"/>
          <p14:tracePt t="41937" x="2884488" y="4497388"/>
          <p14:tracePt t="41951" x="2857500" y="4497388"/>
          <p14:tracePt t="41952" x="2830513" y="4497388"/>
          <p14:tracePt t="41967" x="2803525" y="4503738"/>
          <p14:tracePt t="41984" x="2782888" y="4518025"/>
          <p14:tracePt t="41985" x="2768600" y="4524375"/>
          <p14:tracePt t="42001" x="2768600" y="4545013"/>
          <p14:tracePt t="42017" x="2768600" y="4551363"/>
          <p14:tracePt t="42032" x="2776538" y="4572000"/>
          <p14:tracePt t="42049" x="2795588" y="4578350"/>
          <p14:tracePt t="42068" x="2851150" y="4592638"/>
          <p14:tracePt t="42084" x="2884488" y="4592638"/>
          <p14:tracePt t="42101" x="2967038" y="4578350"/>
          <p14:tracePt t="42131" x="2994025" y="4572000"/>
          <p14:tracePt t="42133" x="3000375" y="4545013"/>
          <p14:tracePt t="42155" x="2994025" y="4503738"/>
          <p14:tracePt t="42174" x="2979738" y="4491038"/>
          <p14:tracePt t="42184" x="2946400" y="4470400"/>
          <p14:tracePt t="42199" x="2905125" y="4449763"/>
          <p14:tracePt t="42200" x="2871788" y="4443413"/>
          <p14:tracePt t="42234" x="2830513" y="4429125"/>
          <p14:tracePt t="42235" x="2795588" y="4429125"/>
          <p14:tracePt t="42255" x="2768600" y="4449763"/>
          <p14:tracePt t="42279" x="2768600" y="4456113"/>
          <p14:tracePt t="42300" x="2768600" y="4470400"/>
          <p14:tracePt t="42409" x="2776538" y="4476750"/>
          <p14:tracePt t="42428" x="2795588" y="4476750"/>
          <p14:tracePt t="42460" x="2809875" y="4476750"/>
          <p14:tracePt t="42460" x="2851150" y="4470400"/>
          <p14:tracePt t="42483" x="2878138" y="4456113"/>
          <p14:tracePt t="42516" x="2878138" y="4449763"/>
          <p14:tracePt t="42541" x="2857500" y="4443413"/>
          <p14:tracePt t="42549" x="2843213" y="4429125"/>
          <p14:tracePt t="42563" x="2809875" y="4429125"/>
          <p14:tracePt t="42583" x="2755900" y="4429125"/>
          <p14:tracePt t="42616" x="2728913" y="4443413"/>
          <p14:tracePt t="42617" x="2681288" y="4470400"/>
          <p14:tracePt t="42649" x="2673350" y="4491038"/>
          <p14:tracePt t="42650" x="2681288" y="4497388"/>
          <p14:tracePt t="42683" x="2708275" y="4518025"/>
          <p14:tracePt t="42683" x="2735263" y="4518025"/>
          <p14:tracePt t="42716" x="2843213" y="4524375"/>
          <p14:tracePt t="42717" x="2878138" y="4524375"/>
          <p14:tracePt t="42744" x="2952750" y="4518025"/>
          <p14:tracePt t="42752" x="2967038" y="4503738"/>
          <p14:tracePt t="42767" x="2973388" y="4497388"/>
          <p14:tracePt t="42783" x="2967038" y="4456113"/>
          <p14:tracePt t="42800" x="2952750" y="4449763"/>
          <p14:tracePt t="42832" x="2925763" y="4443413"/>
          <p14:tracePt t="42833" x="2871788" y="4422775"/>
          <p14:tracePt t="42842" x="2830513" y="4422775"/>
          <p14:tracePt t="42855" x="2803525" y="4422775"/>
          <p14:tracePt t="42892" x="2782888" y="4429125"/>
          <p14:tracePt t="42892" x="2735263" y="4456113"/>
          <p14:tracePt t="42900" x="2735263" y="4476750"/>
          <p14:tracePt t="42932" x="2735263" y="4497388"/>
          <p14:tracePt t="42933" x="2747963" y="4518025"/>
          <p14:tracePt t="42961" x="2776538" y="4524375"/>
          <p14:tracePt t="42968" x="2782888" y="4530725"/>
          <p14:tracePt t="42983" x="2809875" y="4530725"/>
          <p14:tracePt t="42999" x="2884488" y="4530725"/>
          <p14:tracePt t="43029" x="2946400" y="4530725"/>
          <p14:tracePt t="43030" x="2979738" y="4524375"/>
          <p14:tracePt t="43031" x="3000375" y="4518025"/>
          <p14:tracePt t="43058" x="3006725" y="4476750"/>
          <p14:tracePt t="43066" x="3000375" y="4470400"/>
          <p14:tracePt t="43079" x="2979738" y="4449763"/>
          <p14:tracePt t="43099" x="2884488" y="4408488"/>
          <p14:tracePt t="43129" x="2843213" y="4408488"/>
          <p14:tracePt t="43130" x="2776538" y="4408488"/>
          <p14:tracePt t="43139" x="2720975" y="4429125"/>
          <p14:tracePt t="43175" x="2633663" y="4497388"/>
          <p14:tracePt t="43176" x="2613025" y="4524375"/>
          <p14:tracePt t="43184" x="2613025" y="4545013"/>
          <p14:tracePt t="43199" x="2625725" y="4572000"/>
          <p14:tracePt t="43200" x="2652713" y="4592638"/>
          <p14:tracePt t="43214" x="2687638" y="4613275"/>
          <p14:tracePt t="43232" x="2755900" y="4625975"/>
          <p14:tracePt t="43247" x="2898775" y="4625975"/>
          <p14:tracePt t="43263" x="2979738" y="4619625"/>
          <p14:tracePt t="43278" x="3027363" y="4598988"/>
          <p14:tracePt t="43279" x="3048000" y="4592638"/>
          <p14:tracePt t="43296" x="3054350" y="4572000"/>
          <p14:tracePt t="43313" x="3041650" y="4530725"/>
          <p14:tracePt t="43343" x="3006725" y="4518025"/>
          <p14:tracePt t="43345" x="2979738" y="4497388"/>
          <p14:tracePt t="43354" x="2946400" y="4497388"/>
          <p14:tracePt t="43369" x="2925763" y="4497388"/>
          <p14:tracePt t="43370" x="2919413" y="4497388"/>
          <p14:tracePt t="43382" x="2905125" y="4497388"/>
          <p14:tracePt t="44384" x="2884488" y="4551363"/>
          <p14:tracePt t="44423" x="2782888" y="4748213"/>
          <p14:tracePt t="44431" x="2720975" y="4816475"/>
          <p14:tracePt t="44459" x="2613025" y="4884738"/>
          <p14:tracePt t="44486" x="2538413" y="4919663"/>
          <p14:tracePt t="44501" x="2530475" y="4919663"/>
          <p14:tracePt t="44550" x="2509838" y="4911725"/>
          <p14:tracePt t="44721" x="2503488" y="4911725"/>
          <p14:tracePt t="44754" x="2401888" y="4932363"/>
          <p14:tracePt t="44788" x="2232025" y="4967288"/>
          <p14:tracePt t="44821" x="2143125" y="4973638"/>
          <p14:tracePt t="44854" x="2122488" y="4986338"/>
          <p14:tracePt t="44887" x="2170113" y="4986338"/>
          <p14:tracePt t="44926" x="2265363" y="4986338"/>
          <p14:tracePt t="44927" x="2327275" y="4994275"/>
          <p14:tracePt t="44934" x="2414588" y="5006975"/>
          <p14:tracePt t="44959" x="2557463" y="5021263"/>
          <p14:tracePt t="44988" x="2598738" y="5021263"/>
          <p14:tracePt t="45033" x="2586038" y="5021263"/>
          <p14:tracePt t="45034" x="2551113" y="5021263"/>
          <p14:tracePt t="45035" x="2482850" y="5014913"/>
          <p14:tracePt t="45065" x="2211388" y="4994275"/>
          <p14:tracePt t="45072" x="2170113" y="4994275"/>
          <p14:tracePt t="45091" x="2136775" y="4994275"/>
          <p14:tracePt t="45136" x="2157413" y="4994275"/>
          <p14:tracePt t="45138" x="2232025" y="5014913"/>
          <p14:tracePt t="45167" x="2387600" y="5033963"/>
          <p14:tracePt t="45174" x="2455863" y="5033963"/>
          <p14:tracePt t="45199" x="2613025" y="5041900"/>
          <p14:tracePt t="45235" x="2681288" y="5041900"/>
          <p14:tracePt t="45236" x="2687638" y="5041900"/>
          <p14:tracePt t="45265" x="2681288" y="5041900"/>
          <p14:tracePt t="45273" x="2652713" y="5041900"/>
          <p14:tracePt t="45311" x="2633663" y="5041900"/>
          <p14:tracePt t="45311" x="2551113" y="5041900"/>
          <p14:tracePt t="45319" x="2538413" y="5041900"/>
          <p14:tracePt t="45333" x="2524125" y="5041900"/>
          <p14:tracePt t="45379" x="2538413" y="5041900"/>
          <p14:tracePt t="45400" x="2625725" y="5054600"/>
          <p14:tracePt t="45432" x="2768600" y="5081588"/>
          <p14:tracePt t="45433" x="2871788" y="5089525"/>
          <p14:tracePt t="45444" x="2967038" y="5095875"/>
          <p14:tracePt t="45465" x="3074988" y="5110163"/>
          <p14:tracePt t="45484" x="3116263" y="5116513"/>
          <p14:tracePt t="45485" x="3122613" y="5116513"/>
          <p14:tracePt t="45499" x="3128963" y="5110163"/>
          <p14:tracePt t="45528" x="3101975" y="5095875"/>
          <p14:tracePt t="45791" x="3101975" y="5110163"/>
          <p14:tracePt t="45830" x="3143250" y="5110163"/>
          <p14:tracePt t="45837" x="3170238" y="5110163"/>
          <p14:tracePt t="45863" x="3244850" y="5110163"/>
          <p14:tracePt t="45883" x="3360738" y="5110163"/>
          <p14:tracePt t="45927" x="3497263" y="5110163"/>
          <p14:tracePt t="45928" x="3565525" y="5110163"/>
          <p14:tracePt t="45937" x="3571875" y="5110163"/>
          <p14:tracePt t="45962" x="3586163" y="5110163"/>
          <p14:tracePt t="45977" x="3571875" y="5110163"/>
          <p14:tracePt t="46020" x="3435350" y="5089525"/>
          <p14:tracePt t="46021" x="3360738" y="5089525"/>
          <p14:tracePt t="46036" x="3224213" y="5068888"/>
          <p14:tracePt t="46058" x="3176588" y="5068888"/>
          <p14:tracePt t="46091" x="3163888" y="5068888"/>
          <p14:tracePt t="46115" x="3197225" y="5068888"/>
          <p14:tracePt t="46143" x="3300413" y="5081588"/>
          <p14:tracePt t="46171" x="3367088" y="5089525"/>
          <p14:tracePt t="46172" x="3571875" y="5095875"/>
          <p14:tracePt t="46198" x="3729038" y="5110163"/>
          <p14:tracePt t="46220" x="3789363" y="5110163"/>
          <p14:tracePt t="46221" x="3816350" y="5116513"/>
          <p14:tracePt t="46228" x="3857625" y="5116513"/>
          <p14:tracePt t="46243" x="3863975" y="5116513"/>
          <p14:tracePt t="46265" x="3863975" y="5129213"/>
          <p14:tracePt t="46290" x="3830638" y="5129213"/>
          <p14:tracePt t="46602" x="3836988" y="5129213"/>
          <p14:tracePt t="46658" x="3851275" y="5129213"/>
          <p14:tracePt t="46658" x="3863975" y="5129213"/>
          <p14:tracePt t="46666" x="3878263" y="5129213"/>
          <p14:tracePt t="46725" x="3884613" y="5116513"/>
          <p14:tracePt t="46726" x="3890963" y="5116513"/>
          <p14:tracePt t="46750" x="3905250" y="5116513"/>
          <p14:tracePt t="46772" x="3911600" y="5116513"/>
          <p14:tracePt t="46792" x="3932238" y="5116513"/>
          <p14:tracePt t="46834" x="3938588" y="5116513"/>
          <p14:tracePt t="46835" x="3952875" y="5116513"/>
          <p14:tracePt t="46867" x="3959225" y="5116513"/>
          <p14:tracePt t="46868" x="3973513" y="5116513"/>
          <p14:tracePt t="46899" x="3979863" y="5116513"/>
          <p14:tracePt t="46912" x="4000500" y="5116513"/>
          <p14:tracePt t="46913" x="4014788" y="5116513"/>
          <p14:tracePt t="46934" x="4033838" y="5116513"/>
          <p14:tracePt t="46953" x="4122738" y="5110163"/>
          <p14:tracePt t="46967" x="4157663" y="5110163"/>
          <p14:tracePt t="46985" x="4259263" y="5116513"/>
          <p14:tracePt t="46997" x="4306888" y="5116513"/>
          <p14:tracePt t="47029" x="4395788" y="5116513"/>
          <p14:tracePt t="47030" x="4408488" y="5116513"/>
          <p14:tracePt t="47044" x="4422775" y="5116513"/>
          <p14:tracePt t="47081" x="4443413" y="5116513"/>
          <p14:tracePt t="47082" x="4456113" y="5116513"/>
          <p14:tracePt t="47135" x="4470400" y="5116513"/>
          <p14:tracePt t="47143" x="4476750" y="5116513"/>
          <p14:tracePt t="47158" x="4491038" y="5116513"/>
          <p14:tracePt t="47430" x="4491038" y="5129213"/>
          <p14:tracePt t="47459" x="4470400" y="5137150"/>
          <p14:tracePt t="47467" x="4443413" y="5143500"/>
          <p14:tracePt t="47484" x="4402138" y="5157788"/>
          <p14:tracePt t="47539" x="3905250" y="5253038"/>
          <p14:tracePt t="47540" x="3482975" y="5307013"/>
          <p14:tracePt t="47547" x="3252788" y="5334000"/>
          <p14:tracePt t="47571" x="2878138" y="5360988"/>
          <p14:tracePt t="47592" x="2586038" y="5381625"/>
          <p14:tracePt t="47629" x="2482850" y="5387975"/>
          <p14:tracePt t="47630" x="2360613" y="5414963"/>
          <p14:tracePt t="47641" x="2327275" y="5414963"/>
          <p14:tracePt t="47656" x="2286000" y="5429250"/>
          <p14:tracePt t="47657" x="2265363" y="5429250"/>
          <p14:tracePt t="47679" x="2217738" y="5429250"/>
          <p14:tracePt t="47711" x="2211388" y="5429250"/>
          <p14:tracePt t="47712" x="2170113" y="5429250"/>
          <p14:tracePt t="47738" x="2136775" y="5414963"/>
          <p14:tracePt t="47746" x="2109788" y="5414963"/>
          <p14:tracePt t="47762" x="2068513" y="5408613"/>
          <p14:tracePt t="47778" x="2033588" y="5408613"/>
          <p14:tracePt t="47780" x="2006600" y="5408613"/>
          <p14:tracePt t="47795" x="1985963" y="5408613"/>
          <p14:tracePt t="47825" x="1966913" y="5408613"/>
          <p14:tracePt t="47868" x="1973263" y="5408613"/>
          <p14:tracePt t="47888" x="2006600" y="5408613"/>
          <p14:tracePt t="47916" x="2033588" y="5408613"/>
          <p14:tracePt t="47917" x="2095500" y="5408613"/>
          <p14:tracePt t="47937" x="2211388" y="5408613"/>
          <p14:tracePt t="47949" x="2306638" y="5414963"/>
          <p14:tracePt t="47967" x="2428875" y="5429250"/>
          <p14:tracePt t="47986" x="2673350" y="5449888"/>
          <p14:tracePt t="48021" x="2809875" y="5456238"/>
          <p14:tracePt t="48022" x="3006725" y="5476875"/>
          <p14:tracePt t="48030" x="3068638" y="5476875"/>
          <p14:tracePt t="48045" x="3095625" y="5476875"/>
          <p14:tracePt t="48061" x="3122613" y="5476875"/>
          <p14:tracePt t="48150" x="3128963" y="5476875"/>
          <p14:tracePt t="48177" x="3197225" y="5476875"/>
          <p14:tracePt t="48185" x="3238500" y="5483225"/>
          <p14:tracePt t="48198" x="3319463" y="5497513"/>
          <p14:tracePt t="48227" x="3443288" y="5503863"/>
          <p14:tracePt t="48228" x="3729038" y="5530850"/>
          <p14:tracePt t="48255" x="4027488" y="5572125"/>
          <p14:tracePt t="48277" x="4259263" y="5599113"/>
          <p14:tracePt t="48302" x="4327525" y="5613400"/>
          <p14:tracePt t="48309" x="4333875" y="5613400"/>
          <p14:tracePt t="48322" x="4319588" y="5613400"/>
          <p14:tracePt t="48341" x="4205288" y="5599113"/>
          <p14:tracePt t="48375" x="4176713" y="5599113"/>
          <p14:tracePt t="48533" x="4184650" y="5599113"/>
          <p14:tracePt t="48552" x="4211638" y="5599113"/>
          <p14:tracePt t="48567" x="4252913" y="5599113"/>
          <p14:tracePt t="48568" x="4279900" y="5599113"/>
          <p14:tracePt t="48587" x="4292600" y="5599113"/>
          <p14:tracePt t="48603" x="4319588" y="5605463"/>
          <p14:tracePt t="48635" x="4333875" y="5605463"/>
          <p14:tracePt t="48636" x="4422775" y="5626100"/>
          <p14:tracePt t="48648" x="4503738" y="5653088"/>
          <p14:tracePt t="48671" x="4789488" y="5748338"/>
          <p14:tracePt t="48686" x="4994275" y="5803900"/>
          <p14:tracePt t="48721" x="5497513" y="5919788"/>
          <p14:tracePt t="48722" x="5816600" y="5980113"/>
          <p14:tracePt t="48731" x="6027738" y="6021388"/>
          <p14:tracePt t="48753" x="6538913" y="6096000"/>
          <p14:tracePt t="48771" x="6810375" y="6122988"/>
          <p14:tracePt t="48786" x="6926263" y="6137275"/>
          <p14:tracePt t="48814" x="6986588" y="6137275"/>
          <p14:tracePt t="48815" x="7158038" y="6149975"/>
          <p14:tracePt t="48825" x="7224713" y="6164263"/>
          <p14:tracePt t="48842" x="7280275" y="6164263"/>
          <p14:tracePt t="48859" x="7402513" y="6164263"/>
          <p14:tracePt t="48875" x="7497763" y="6164263"/>
          <p14:tracePt t="48892" x="7593013" y="6164263"/>
          <p14:tracePt t="48893" x="7688263" y="6143625"/>
          <p14:tracePt t="48906" x="7769225" y="6122988"/>
          <p14:tracePt t="48941" x="7899400" y="6089650"/>
          <p14:tracePt t="48941" x="8143875" y="6027738"/>
          <p14:tracePt t="48952" x="8301038" y="5994400"/>
          <p14:tracePt t="48969" x="8435975" y="5932488"/>
          <p14:tracePt t="48981" x="8545513" y="5899150"/>
          <p14:tracePt t="48999" x="8742363" y="5776913"/>
          <p14:tracePt t="49034" x="8783638" y="5729288"/>
          <p14:tracePt t="49034" x="8851900" y="5613400"/>
          <p14:tracePt t="49043" x="8851900" y="5578475"/>
          <p14:tracePt t="49058" x="8864600" y="5538788"/>
          <p14:tracePt t="49072" x="8851900" y="5510213"/>
          <p14:tracePt t="49073" x="8843963" y="5497513"/>
          <p14:tracePt t="49090" x="8816975" y="5462588"/>
          <p14:tracePt t="49121" x="8748713" y="5449888"/>
          <p14:tracePt t="49122" x="8510588" y="5381625"/>
          <p14:tracePt t="49132" x="8355013" y="5354638"/>
          <p14:tracePt t="49165" x="8253413" y="5340350"/>
          <p14:tracePt t="49167" x="7986713" y="5360988"/>
          <p14:tracePt t="49175" x="7885113" y="5381625"/>
          <p14:tracePt t="49189" x="7735888" y="5429250"/>
          <p14:tracePt t="49222" x="7593013" y="5497513"/>
          <p14:tracePt t="49224" x="7354888" y="5613400"/>
          <p14:tracePt t="49233" x="7259638" y="5708650"/>
          <p14:tracePt t="49267" x="7205663" y="5795963"/>
          <p14:tracePt t="49268" x="7170738" y="5932488"/>
          <p14:tracePt t="49276" x="7177088" y="6015038"/>
          <p14:tracePt t="49291" x="7185025" y="6054725"/>
          <p14:tracePt t="49322" x="7232650" y="6137275"/>
          <p14:tracePt t="49323" x="7381875" y="6272213"/>
          <p14:tracePt t="49348" x="7613650" y="6375400"/>
          <p14:tracePt t="49357" x="7694613" y="6396038"/>
          <p14:tracePt t="49369" x="7843838" y="6415088"/>
          <p14:tracePt t="49386" x="8034338" y="6415088"/>
          <p14:tracePt t="49422" x="8177213" y="6408738"/>
          <p14:tracePt t="49423" x="8605838" y="6313488"/>
          <p14:tracePt t="49448" x="9185275" y="6000750"/>
          <p14:tracePt t="49466" x="9463088" y="5768975"/>
          <p14:tracePt t="49479" x="9566275" y="5626100"/>
          <p14:tracePt t="49493" x="9605963" y="5524500"/>
          <p14:tracePt t="49522" x="9613900" y="5387975"/>
          <p14:tracePt t="49523" x="9518650" y="5143500"/>
          <p14:tracePt t="49547" x="9313863" y="4959350"/>
          <p14:tracePt t="49566" x="9185275" y="4884738"/>
          <p14:tracePt t="49575" x="9069388" y="4837113"/>
          <p14:tracePt t="49589" x="8878888" y="4795838"/>
          <p14:tracePt t="49621" x="8462963" y="4768850"/>
          <p14:tracePt t="49622" x="8212138" y="4795838"/>
          <p14:tracePt t="49623" x="7959725" y="4843463"/>
          <p14:tracePt t="49647" x="7572375" y="5006975"/>
          <p14:tracePt t="49666" x="7367588" y="5129213"/>
          <p14:tracePt t="49692" x="7245350" y="5238750"/>
          <p14:tracePt t="49693" x="7027863" y="5572125"/>
          <p14:tracePt t="49714" x="7027863" y="5843588"/>
          <p14:tracePt t="49739" x="7170738" y="6069013"/>
          <p14:tracePt t="49750" x="7292975" y="6176963"/>
          <p14:tracePt t="49769" x="7443788" y="6272213"/>
          <p14:tracePt t="49771" x="7551738" y="6319838"/>
          <p14:tracePt t="49786" x="7721600" y="6375400"/>
          <p14:tracePt t="49799" x="7920038" y="6396038"/>
          <p14:tracePt t="49819" x="8340725" y="6408738"/>
          <p14:tracePt t="49837" x="8605838" y="6388100"/>
          <p14:tracePt t="49839" x="8864600" y="6340475"/>
          <p14:tracePt t="49853" x="9015413" y="6292850"/>
          <p14:tracePt t="49866" x="9218613" y="6211888"/>
          <p14:tracePt t="49886" x="9471025" y="6027738"/>
          <p14:tracePt t="49902" x="9558338" y="5919788"/>
          <p14:tracePt t="49913" x="9605963" y="5824538"/>
          <p14:tracePt t="49928" x="9605963" y="5756275"/>
          <p14:tracePt t="49930" x="9558338" y="5681663"/>
          <p14:tracePt t="49942" x="9471025" y="5578475"/>
          <p14:tracePt t="49957" x="9367838" y="5510213"/>
          <p14:tracePt t="49973" x="8980488" y="5327650"/>
          <p14:tracePt t="49989" x="8796338" y="5280025"/>
          <p14:tracePt t="50022" x="8524875" y="5232400"/>
          <p14:tracePt t="50023" x="8054975" y="5253038"/>
          <p14:tracePt t="50032" x="7824788" y="5327650"/>
          <p14:tracePt t="50049" x="7661275" y="5414963"/>
          <p14:tracePt t="50056" x="7572375" y="5497513"/>
          <p14:tracePt t="50067" x="7491413" y="5599113"/>
          <p14:tracePt t="50087" x="7443788" y="5721350"/>
          <p14:tracePt t="50089" x="7450138" y="5816600"/>
          <p14:tracePt t="50117" x="7504113" y="5973763"/>
          <p14:tracePt t="50118" x="7626350" y="6143625"/>
          <p14:tracePt t="50119" x="7810500" y="6313488"/>
          <p14:tracePt t="50142" x="8069263" y="6491288"/>
          <p14:tracePt t="50166" x="8280400" y="6545263"/>
          <p14:tracePt t="50185" x="8340725" y="6557963"/>
          <p14:tracePt t="50187" x="8355013" y="6557963"/>
          <p14:tracePt t="50213" x="8334375" y="6545263"/>
          <p14:tracePt t="50449" x="8334375" y="6538913"/>
          <p14:tracePt t="50468" x="8313738" y="6530975"/>
          <p14:tracePt t="50469" x="8266113" y="6510338"/>
          <p14:tracePt t="50482" x="8232775" y="6491288"/>
          <p14:tracePt t="50503" x="8042275" y="6408738"/>
          <p14:tracePt t="50522" x="7891463" y="6340475"/>
          <p14:tracePt t="50543" x="7661275" y="6224588"/>
          <p14:tracePt t="50560" x="7566025" y="6176963"/>
          <p14:tracePt t="50561" x="7456488" y="6122988"/>
          <p14:tracePt t="50577" x="7402513" y="6075363"/>
          <p14:tracePt t="50593" x="7327900" y="6027738"/>
          <p14:tracePt t="50595" x="7272338" y="6000750"/>
          <p14:tracePt t="50622" x="7253288" y="5973763"/>
          <p14:tracePt t="50624" x="7224713" y="5953125"/>
          <p14:tracePt t="50625" x="7218363" y="5932488"/>
          <p14:tracePt t="50658" x="7205663" y="5905500"/>
          <p14:tracePt t="50659" x="7205663" y="5899150"/>
          <p14:tracePt t="50687" x="7197725" y="5872163"/>
          <p14:tracePt t="50696" x="7197725" y="5851525"/>
          <p14:tracePt t="50725" x="7185025" y="5824538"/>
          <p14:tracePt t="50726" x="7137400" y="5783263"/>
          <p14:tracePt t="50749" x="7096125" y="5735638"/>
          <p14:tracePt t="50776" x="7048500" y="5681663"/>
          <p14:tracePt t="50785" x="7034213" y="5653088"/>
          <p14:tracePt t="50825" x="7027863" y="5613400"/>
          <p14:tracePt t="50826" x="7021513" y="5524500"/>
          <p14:tracePt t="50835" x="7007225" y="5449888"/>
          <p14:tracePt t="50851" x="7007225" y="5354638"/>
          <p14:tracePt t="50865" x="7021513" y="5313363"/>
          <p14:tracePt t="50881" x="7021513" y="5292725"/>
          <p14:tracePt t="50898" x="7027863" y="5253038"/>
          <p14:tracePt t="50929" x="7027863" y="5232400"/>
          <p14:tracePt t="50930" x="7027863" y="5211763"/>
          <p14:tracePt t="50957" x="7027863" y="5205413"/>
          <p14:tracePt t="50987" x="7027863" y="5191125"/>
          <p14:tracePt t="51019" x="7027863" y="5164138"/>
          <p14:tracePt t="51043" x="7027863" y="5157788"/>
          <p14:tracePt t="51055" x="7027863" y="5143500"/>
          <p14:tracePt t="51077" x="7027863" y="5137150"/>
          <p14:tracePt t="51079" x="7027863" y="5116513"/>
          <p14:tracePt t="51095" x="7027863" y="5095875"/>
          <p14:tracePt t="51127" x="7021513" y="5081588"/>
          <p14:tracePt t="51128" x="7007225" y="5033963"/>
          <p14:tracePt t="51137" x="7000875" y="5014913"/>
          <p14:tracePt t="51176" x="6980238" y="4967288"/>
          <p14:tracePt t="51177" x="6959600" y="4932363"/>
          <p14:tracePt t="51200" x="6953250" y="4891088"/>
          <p14:tracePt t="51220" x="6953250" y="4872038"/>
          <p14:tracePt t="51221" x="6953250" y="4864100"/>
          <p14:tracePt t="51248" x="6938963" y="4851400"/>
          <p14:tracePt t="51360" x="6932613" y="4851400"/>
          <p14:tracePt t="51368" x="6926263" y="4851400"/>
          <p14:tracePt t="51390" x="6905625" y="4851400"/>
          <p14:tracePt t="51392" x="6884988" y="4864100"/>
          <p14:tracePt t="51432" x="6878638" y="4872038"/>
          <p14:tracePt t="51433" x="6851650" y="4891088"/>
          <p14:tracePt t="51441" x="6831013" y="4911725"/>
          <p14:tracePt t="51464" x="6816725" y="4938713"/>
          <p14:tracePt t="51485" x="6810375" y="4994275"/>
          <p14:tracePt t="51498" x="6804025" y="5014913"/>
          <p14:tracePt t="51538" x="6804025" y="5081588"/>
          <p14:tracePt t="51539" x="6804025" y="5129213"/>
          <p14:tracePt t="51565" x="6789738" y="5191125"/>
          <p14:tracePt t="51573" x="6789738" y="5218113"/>
          <p14:tracePt t="51589" x="6789738" y="5253038"/>
          <p14:tracePt t="51604" x="6804025" y="5307013"/>
          <p14:tracePt t="51621" x="6804025" y="5340350"/>
          <p14:tracePt t="51638" x="6804025" y="5402263"/>
          <p14:tracePt t="51667" x="6804025" y="5429250"/>
          <p14:tracePt t="51668" x="6804025" y="5449888"/>
          <p14:tracePt t="51677" x="6804025" y="5476875"/>
          <p14:tracePt t="51695" x="6804025" y="5510213"/>
          <p14:tracePt t="51730" x="6804025" y="5530850"/>
          <p14:tracePt t="51731" x="6783388" y="5572125"/>
          <p14:tracePt t="51753" x="6762750" y="5626100"/>
          <p14:tracePt t="51778" x="6756400" y="5681663"/>
          <p14:tracePt t="51786" x="6742113" y="5721350"/>
          <p14:tracePt t="51799" x="6742113" y="5756275"/>
          <p14:tracePt t="51818" x="6742113" y="5824538"/>
          <p14:tracePt t="51834" x="6742113" y="5872163"/>
          <p14:tracePt t="51868" x="6762750" y="5946775"/>
          <p14:tracePt t="51869" x="6783388" y="5994400"/>
          <p14:tracePt t="51881" x="6789738" y="6021388"/>
          <p14:tracePt t="51899" x="6831013" y="6089650"/>
          <p14:tracePt t="51930" x="6831013" y="6102350"/>
          <p14:tracePt t="51931" x="6851650" y="6137275"/>
          <p14:tracePt t="51954" x="6864350" y="6149975"/>
          <p14:tracePt t="51980" x="6884988" y="6170613"/>
          <p14:tracePt t="51989" x="6899275" y="6176963"/>
          <p14:tracePt t="52021" x="6905625" y="6176963"/>
          <p14:tracePt t="52035" x="6926263" y="6176963"/>
          <p14:tracePt t="52067" x="6932613" y="6176963"/>
          <p14:tracePt t="52068" x="6953250" y="6176963"/>
          <p14:tracePt t="52093" x="6986588" y="6176963"/>
          <p14:tracePt t="52101" x="7007225" y="6176963"/>
          <p14:tracePt t="52129" x="7048500" y="6170613"/>
          <p14:tracePt t="52138" x="7054850" y="6164263"/>
          <p14:tracePt t="52154" x="7062788" y="6143625"/>
          <p14:tracePt t="52155" x="7075488" y="6137275"/>
          <p14:tracePt t="52170" x="7096125" y="6102350"/>
          <p14:tracePt t="52187" x="7110413" y="6075363"/>
          <p14:tracePt t="52201" x="7129463" y="6021388"/>
          <p14:tracePt t="52218" x="7137400" y="5980113"/>
          <p14:tracePt t="52235" x="7158038" y="5905500"/>
          <p14:tracePt t="52251" x="7170738" y="5851525"/>
          <p14:tracePt t="52266" x="7177088" y="5803900"/>
          <p14:tracePt t="52267" x="7185025" y="5735638"/>
          <p14:tracePt t="52301" x="7197725" y="5661025"/>
          <p14:tracePt t="52302" x="7218363" y="5530850"/>
          <p14:tracePt t="52327" x="7224713" y="5381625"/>
          <p14:tracePt t="52347" x="7224713" y="5313363"/>
          <p14:tracePt t="52349" x="7224713" y="5259388"/>
          <p14:tracePt t="52370" x="7224713" y="5191125"/>
          <p14:tracePt t="52394" x="7224713" y="5129213"/>
          <p14:tracePt t="52424" x="7224713" y="5089525"/>
          <p14:tracePt t="52425" x="7218363" y="5014913"/>
          <p14:tracePt t="52444" x="7205663" y="4986338"/>
          <p14:tracePt t="52453" x="7185025" y="4946650"/>
          <p14:tracePt t="52467" x="7170738" y="4911725"/>
          <p14:tracePt t="52485" x="7137400" y="4864100"/>
          <p14:tracePt t="52518" x="7123113" y="4843463"/>
          <p14:tracePt t="52519" x="7096125" y="4810125"/>
          <p14:tracePt t="52528" x="7062788" y="4789488"/>
          <p14:tracePt t="52546" x="7054850" y="4776788"/>
          <p14:tracePt t="52565" x="7021513" y="4762500"/>
          <p14:tracePt t="52581" x="7000875" y="4748213"/>
          <p14:tracePt t="52595" x="6986588" y="4748213"/>
          <p14:tracePt t="52600" x="6980238" y="4748213"/>
          <p14:tracePt t="52628" x="6953250" y="4768850"/>
          <p14:tracePt t="52657" x="6938963" y="4776788"/>
          <p14:tracePt t="52658" x="6911975" y="4795838"/>
          <p14:tracePt t="52667" x="6884988" y="4824413"/>
          <p14:tracePt t="52682" x="6858000" y="4851400"/>
          <p14:tracePt t="52699" x="6810375" y="4911725"/>
          <p14:tracePt t="52725" x="6789738" y="4946650"/>
          <p14:tracePt t="52726" x="6777038" y="4973638"/>
          <p14:tracePt t="52736" x="6756400" y="5021263"/>
          <p14:tracePt t="52751" x="6742113" y="5062538"/>
          <p14:tracePt t="52752" x="6735763" y="5095875"/>
          <p14:tracePt t="52768" x="6729413" y="5137150"/>
          <p14:tracePt t="52785" x="6715125" y="5184775"/>
          <p14:tracePt t="52786" x="6715125" y="5218113"/>
          <p14:tracePt t="52801" x="6715125" y="5280025"/>
          <p14:tracePt t="52832" x="6715125" y="5327650"/>
          <p14:tracePt t="52833" x="6715125" y="5414963"/>
          <p14:tracePt t="52843" x="6715125" y="5462588"/>
          <p14:tracePt t="52856" x="6715125" y="5503863"/>
          <p14:tracePt t="52870" x="6715125" y="5551488"/>
          <p14:tracePt t="52885" x="6715125" y="5599113"/>
          <p14:tracePt t="52899" x="6715125" y="5694363"/>
          <p14:tracePt t="52932" x="6715125" y="5735638"/>
          <p14:tracePt t="52933" x="6729413" y="5824538"/>
          <p14:tracePt t="52955" x="6742113" y="5905500"/>
          <p14:tracePt t="52980" x="6783388" y="6000750"/>
          <p14:tracePt t="52989" x="6789738" y="6027738"/>
          <p14:tracePt t="53001" x="6804025" y="6048375"/>
          <p14:tracePt t="53034" x="6816725" y="6069013"/>
          <p14:tracePt t="53035" x="6837363" y="6089650"/>
          <p14:tracePt t="53059" x="6858000" y="6096000"/>
          <p14:tracePt t="53077" x="6878638" y="6096000"/>
          <p14:tracePt t="53097" x="6899275" y="6096000"/>
          <p14:tracePt t="53120" x="6905625" y="6089650"/>
          <p14:tracePt t="53120" x="6926263" y="6069013"/>
          <p14:tracePt t="53133" x="6953250" y="6021388"/>
          <p14:tracePt t="53135" x="6980238" y="5973763"/>
          <p14:tracePt t="53148" x="7007225" y="5878513"/>
          <p14:tracePt t="53161" x="7054850" y="5776913"/>
          <p14:tracePt t="53182" x="7081838" y="5694363"/>
          <p14:tracePt t="53183" x="7129463" y="5578475"/>
          <p14:tracePt t="53198" x="7177088" y="5476875"/>
          <p14:tracePt t="53228" x="7197725" y="5402263"/>
          <p14:tracePt t="53230" x="7253288" y="5232400"/>
          <p14:tracePt t="53239" x="7259638" y="5184775"/>
          <p14:tracePt t="53252" x="7272338" y="5137150"/>
          <p14:tracePt t="53266" x="7272338" y="5081588"/>
          <p14:tracePt t="53283" x="7272338" y="4994275"/>
          <p14:tracePt t="53299" x="7253288" y="4946650"/>
          <p14:tracePt t="53315" x="7245350" y="4919663"/>
          <p14:tracePt t="53317" x="7224713" y="4891088"/>
          <p14:tracePt t="53333" x="7218363" y="4864100"/>
          <p14:tracePt t="53351" x="7185025" y="4837113"/>
          <p14:tracePt t="53368" x="7177088" y="4816475"/>
          <p14:tracePt t="53398" x="7150100" y="4795838"/>
          <p14:tracePt t="53399" x="7137400" y="4789488"/>
          <p14:tracePt t="53427" x="7129463" y="4789488"/>
          <p14:tracePt t="53447" x="7123113" y="4795838"/>
          <p14:tracePt t="53458" x="7102475" y="4810125"/>
          <p14:tracePt t="53472" x="7081838" y="4824413"/>
          <p14:tracePt t="53475" x="7048500" y="4864100"/>
          <p14:tracePt t="53488" x="7007225" y="4899025"/>
          <p14:tracePt t="53501" x="6953250" y="4967288"/>
          <p14:tracePt t="53518" x="6864350" y="5089525"/>
          <p14:tracePt t="53535" x="6831013" y="5143500"/>
          <p14:tracePt t="53550" x="6804025" y="5205413"/>
          <p14:tracePt t="53551" x="6783388" y="5253038"/>
          <p14:tracePt t="53567" x="6756400" y="5307013"/>
          <p14:tracePt t="53586" x="6735763" y="5456238"/>
          <p14:tracePt t="53601" x="6735763" y="5524500"/>
          <p14:tracePt t="53631" x="6742113" y="5613400"/>
          <p14:tracePt t="53633" x="6777038" y="5748338"/>
          <p14:tracePt t="53643" x="6789738" y="5803900"/>
          <p14:tracePt t="53657" x="6804025" y="5851525"/>
          <p14:tracePt t="53671" x="6810375" y="5878513"/>
          <p14:tracePt t="53685" x="6816725" y="5905500"/>
          <p14:tracePt t="53686" x="6837363" y="5932488"/>
          <p14:tracePt t="53700" x="6851650" y="5953125"/>
          <p14:tracePt t="53731" x="6858000" y="5967413"/>
          <p14:tracePt t="53733" x="6858000" y="5973763"/>
          <p14:tracePt t="53753" x="6878638" y="5973763"/>
          <p14:tracePt t="53776" x="6899275" y="5967413"/>
          <p14:tracePt t="53802" x="6926263" y="5946775"/>
          <p14:tracePt t="53803" x="6932613" y="5926138"/>
          <p14:tracePt t="53812" x="6973888" y="5891213"/>
          <p14:tracePt t="53829" x="7007225" y="5824538"/>
          <p14:tracePt t="53845" x="7081838" y="5653088"/>
          <p14:tracePt t="53862" x="7123113" y="5530850"/>
          <p14:tracePt t="53867" x="7137400" y="5429250"/>
          <p14:tracePt t="53882" x="7158038" y="5292725"/>
          <p14:tracePt t="53899" x="7158038" y="5170488"/>
          <p14:tracePt t="53901" x="7158038" y="5062538"/>
          <p14:tracePt t="53912" x="7158038" y="4994275"/>
          <p14:tracePt t="53943" x="7150100" y="4919663"/>
          <p14:tracePt t="53944" x="7129463" y="4824413"/>
          <p14:tracePt t="53964" x="7123113" y="4795838"/>
          <p14:tracePt t="53975" x="7110413" y="4776788"/>
          <p14:tracePt t="53989" x="7102475" y="4768850"/>
          <p14:tracePt t="53991" x="7096125" y="4762500"/>
          <p14:tracePt t="54004" x="7081838" y="4762500"/>
          <p14:tracePt t="54034" x="7062788" y="4768850"/>
          <p14:tracePt t="54036" x="7048500" y="4789488"/>
          <p14:tracePt t="54048" x="7027863" y="4810125"/>
          <p14:tracePt t="54061" x="6986588" y="4864100"/>
          <p14:tracePt t="54075" x="6953250" y="4932363"/>
          <p14:tracePt t="54090" x="6911975" y="4994275"/>
          <p14:tracePt t="54092" x="6878638" y="5095875"/>
          <p14:tracePt t="54117" x="6858000" y="5218113"/>
          <p14:tracePt t="54118" x="6851650" y="5307013"/>
          <p14:tracePt t="54134" x="6851650" y="5435600"/>
          <p14:tracePt t="54150" x="6858000" y="5572125"/>
          <p14:tracePt t="54152" x="6864350" y="5661025"/>
          <p14:tracePt t="54162" x="6899275" y="5795963"/>
          <p14:tracePt t="54183" x="6932613" y="5905500"/>
          <p14:tracePt t="54185" x="6959600" y="5967413"/>
          <p14:tracePt t="54198" x="7000875" y="6048375"/>
          <p14:tracePt t="54227" x="7034213" y="6116638"/>
          <p14:tracePt t="54228" x="7096125" y="6191250"/>
          <p14:tracePt t="54248" x="7123113" y="6218238"/>
          <p14:tracePt t="54249" x="7129463" y="6218238"/>
          <p14:tracePt t="54270" x="7137400" y="6218238"/>
          <p14:tracePt t="54270" x="7150100" y="6218238"/>
          <p14:tracePt t="54293" x="7170738" y="6197600"/>
          <p14:tracePt t="54319" x="7185025" y="6164263"/>
          <p14:tracePt t="54319" x="7205663" y="6102350"/>
          <p14:tracePt t="54329" x="7218363" y="6027738"/>
          <p14:tracePt t="54345" x="7224713" y="5899150"/>
          <p14:tracePt t="54365" x="7224713" y="5599113"/>
          <p14:tracePt t="54382" x="7218363" y="5435600"/>
          <p14:tracePt t="54384" x="7205663" y="5286375"/>
          <p14:tracePt t="54399" x="7205663" y="5211763"/>
          <p14:tracePt t="54427" x="7185025" y="5129213"/>
          <p14:tracePt t="54428" x="7150100" y="5033963"/>
          <p14:tracePt t="54457" x="7129463" y="4994275"/>
          <p14:tracePt t="54465" x="7102475" y="4967288"/>
          <p14:tracePt t="54477" x="7096125" y="4959350"/>
          <p14:tracePt t="54495" x="7081838" y="4959350"/>
          <p14:tracePt t="54500" x="7075488" y="4967288"/>
          <p14:tracePt t="54526" x="7054850" y="4986338"/>
          <p14:tracePt t="54527" x="7021513" y="5041900"/>
          <p14:tracePt t="54536" x="6973888" y="5129213"/>
          <p14:tracePt t="54548" x="6932613" y="5211763"/>
          <p14:tracePt t="54565" x="6851650" y="5483225"/>
          <p14:tracePt t="54581" x="6831013" y="5578475"/>
          <p14:tracePt t="54592" x="6831013" y="5700713"/>
          <p14:tracePt t="54618" x="6837363" y="5830888"/>
          <p14:tracePt t="54619" x="6905625" y="6048375"/>
          <p14:tracePt t="54645" x="6959600" y="6137275"/>
          <p14:tracePt t="54645" x="6986588" y="6170613"/>
          <p14:tracePt t="54655" x="7027863" y="6197600"/>
          <p14:tracePt t="54667" x="7048500" y="6218238"/>
          <p14:tracePt t="54683" x="7054850" y="6218238"/>
          <p14:tracePt t="54700" x="7062788" y="6211888"/>
          <p14:tracePt t="54701" x="7081838" y="6191250"/>
          <p14:tracePt t="54728" x="7110413" y="6096000"/>
          <p14:tracePt t="54737" x="7129463" y="5973763"/>
          <p14:tracePt t="54749" x="7137400" y="5843588"/>
          <p14:tracePt t="54765" x="7137400" y="5613400"/>
          <p14:tracePt t="54766" x="7150100" y="5354638"/>
          <p14:tracePt t="54783" x="7137400" y="5170488"/>
          <p14:tracePt t="54800" x="7123113" y="4973638"/>
          <p14:tracePt t="54801" x="7110413" y="4843463"/>
          <p14:tracePt t="54828" x="7096125" y="4768850"/>
          <p14:tracePt t="54829" x="7081838" y="4748213"/>
          <p14:tracePt t="54839" x="7081838" y="4735513"/>
          <p14:tracePt t="54852" x="7075488" y="4721225"/>
          <p14:tracePt t="54894" x="7062788" y="4721225"/>
          <p14:tracePt t="54895" x="7054850" y="4741863"/>
          <p14:tracePt t="54902" x="7021513" y="4789488"/>
          <p14:tracePt t="54930" x="6959600" y="4891088"/>
          <p14:tracePt t="54931" x="6926263" y="4994275"/>
          <p14:tracePt t="54941" x="6864350" y="5157788"/>
          <p14:tracePt t="54957" x="6837363" y="5307013"/>
          <p14:tracePt t="54961" x="6837363" y="5402263"/>
          <p14:tracePt t="54972" x="6837363" y="5510213"/>
          <p14:tracePt t="54985" x="6851650" y="5613400"/>
          <p14:tracePt t="54998" x="6858000" y="5681663"/>
          <p14:tracePt t="55015" x="6911975" y="5816600"/>
          <p14:tracePt t="55031" x="6932613" y="5843588"/>
          <p14:tracePt t="55041" x="6953250" y="5857875"/>
          <p14:tracePt t="55055" x="6959600" y="5857875"/>
          <p14:tracePt t="55095" x="6973888" y="5857875"/>
          <p14:tracePt t="55105" x="6986588" y="5851525"/>
          <p14:tracePt t="55132" x="7000875" y="5830888"/>
          <p14:tracePt t="55133" x="7021513" y="5803900"/>
          <p14:tracePt t="55155" x="7027863" y="5783263"/>
          <p14:tracePt t="55156" x="7048500" y="5735638"/>
          <p14:tracePt t="55165" x="7054850" y="5700713"/>
          <p14:tracePt t="55178" x="7054850" y="5661025"/>
          <p14:tracePt t="55195" x="7054850" y="5599113"/>
          <p14:tracePt t="55223" x="7054850" y="5578475"/>
          <p14:tracePt t="55224" x="7054850" y="5572125"/>
          <p14:tracePt t="55251" x="7054850" y="5557838"/>
          <p14:tracePt t="55488" x="7048500" y="5572125"/>
          <p14:tracePt t="55521" x="7007225" y="5646738"/>
          <p14:tracePt t="55545" x="7000875" y="5843588"/>
          <p14:tracePt t="55568" x="7021513" y="5905500"/>
          <p14:tracePt t="55578" x="7021513" y="5926138"/>
          <p14:tracePt t="55621" x="7027863" y="5932488"/>
          <p14:tracePt t="55633" x="7027863" y="5946775"/>
          <p14:tracePt t="55647" x="7021513" y="5946775"/>
          <p14:tracePt t="55660" x="7000875" y="5946775"/>
          <p14:tracePt t="55893" x="7007225" y="5946775"/>
          <p14:tracePt t="55924" x="7021513" y="5946775"/>
          <p14:tracePt t="55943" x="7027863" y="5946775"/>
          <p14:tracePt t="55955" x="7027863" y="5953125"/>
          <p14:tracePt t="56030" x="7027863" y="5967413"/>
          <p14:tracePt t="56051" x="7027863" y="5973763"/>
          <p14:tracePt t="56072" x="7027863" y="5980113"/>
          <p14:tracePt t="56089" x="7034213" y="5980113"/>
          <p14:tracePt t="56106" x="7062788" y="6015038"/>
          <p14:tracePt t="56138" x="7102475" y="6027738"/>
          <p14:tracePt t="56139" x="7177088" y="6054725"/>
          <p14:tracePt t="56167" x="7232650" y="6069013"/>
          <p14:tracePt t="56168" x="7280275" y="6069013"/>
          <p14:tracePt t="56177" x="7348538" y="6075363"/>
          <p14:tracePt t="56196" x="7477125" y="6089650"/>
          <p14:tracePt t="56227" x="7572375" y="6089650"/>
          <p14:tracePt t="56228" x="7748588" y="6069013"/>
          <p14:tracePt t="56254" x="7885113" y="6027738"/>
          <p14:tracePt t="56262" x="7932738" y="6021388"/>
          <p14:tracePt t="56282" x="7959725" y="6000750"/>
          <p14:tracePt t="56300" x="7986713" y="5980113"/>
          <p14:tracePt t="56331" x="7994650" y="5967413"/>
          <p14:tracePt t="56331" x="8007350" y="5932488"/>
          <p14:tracePt t="56354" x="8015288" y="5905500"/>
          <p14:tracePt t="56385" x="8007350" y="5857875"/>
          <p14:tracePt t="56386" x="8007350" y="5843588"/>
          <p14:tracePt t="56416" x="7994650" y="5803900"/>
          <p14:tracePt t="56424" x="7986713" y="5803900"/>
          <p14:tracePt t="56439" x="7986713" y="5795963"/>
          <p14:tracePt t="56455" x="7980363" y="5783263"/>
          <p14:tracePt t="56532" x="7980363" y="5795963"/>
          <p14:tracePt t="56600" x="7986713" y="5795963"/>
          <p14:tracePt t="56627" x="8015288" y="5795963"/>
          <p14:tracePt t="56635" x="8021638" y="5795963"/>
          <p14:tracePt t="56648" x="8034338" y="5795963"/>
          <p14:tracePt t="56673" x="8069263" y="5795963"/>
          <p14:tracePt t="56695" x="8158163" y="5830888"/>
          <p14:tracePt t="56728" x="8301038" y="5919788"/>
          <p14:tracePt t="56730" x="8361363" y="5980113"/>
          <p14:tracePt t="56743" x="8408988" y="6027738"/>
          <p14:tracePt t="56766" x="8510588" y="6149975"/>
          <p14:tracePt t="56782" x="8578850" y="6218238"/>
          <p14:tracePt t="56800" x="8605838" y="6238875"/>
          <p14:tracePt t="56835" x="8634413" y="6245225"/>
          <p14:tracePt t="56836" x="8647113" y="6224588"/>
          <p14:tracePt t="56863" x="8661400" y="6170613"/>
          <p14:tracePt t="56870" x="8674100" y="6122988"/>
          <p14:tracePt t="56904" x="8694738" y="6075363"/>
          <p14:tracePt t="56905" x="8777288" y="5899150"/>
          <p14:tracePt t="56936" x="8816975" y="5653088"/>
          <p14:tracePt t="56937" x="8816975" y="5524500"/>
          <p14:tracePt t="56963" x="8816975" y="5334000"/>
          <p14:tracePt t="56971" x="8816975" y="5265738"/>
          <p14:tracePt t="56985" x="8804275" y="5218113"/>
          <p14:tracePt t="57005" x="8804275" y="5157788"/>
          <p14:tracePt t="57022" x="8804275" y="5137150"/>
          <p14:tracePt t="57038" x="8796338" y="5089525"/>
          <p14:tracePt t="57054" x="8783638" y="5081588"/>
          <p14:tracePt t="57071" x="8783638" y="5068888"/>
          <p14:tracePt t="57073" x="8777288" y="5068888"/>
          <p14:tracePt t="57120" x="8777288" y="5081588"/>
          <p14:tracePt t="57129" x="8769350" y="5095875"/>
          <p14:tracePt t="57141" x="8756650" y="5129213"/>
          <p14:tracePt t="57160" x="8748713" y="5184775"/>
          <p14:tracePt t="57179" x="8748713" y="5375275"/>
          <p14:tracePt t="57199" x="8804275" y="5626100"/>
          <p14:tracePt t="57233" x="8843963" y="5748338"/>
          <p14:tracePt t="57233" x="8891588" y="5857875"/>
          <p14:tracePt t="57242" x="8899525" y="5878513"/>
          <p14:tracePt t="57255" x="8899525" y="5891213"/>
          <p14:tracePt t="57285" x="8899525" y="5878513"/>
          <p14:tracePt t="57286" x="8899525" y="5857875"/>
          <p14:tracePt t="57315" x="8920163" y="5756275"/>
          <p14:tracePt t="57323" x="8926513" y="5634038"/>
          <p14:tracePt t="57337" x="8926513" y="5538788"/>
          <p14:tracePt t="57351" x="8939213" y="5402263"/>
          <p14:tracePt t="57368" x="8939213" y="5205413"/>
          <p14:tracePt t="57386" x="8939213" y="5164138"/>
          <p14:tracePt t="57387" x="8926513" y="5143500"/>
          <p14:tracePt t="57400" x="8926513" y="5137150"/>
          <p14:tracePt t="57433" x="8920163" y="5137150"/>
          <p14:tracePt t="57454" x="8878888" y="5211763"/>
          <p14:tracePt t="57478" x="8843963" y="5327650"/>
          <p14:tracePt t="57499" x="8831263" y="5387975"/>
          <p14:tracePt t="57500" x="8831263" y="5435600"/>
          <p14:tracePt t="57521" x="8843963" y="5497513"/>
          <p14:tracePt t="57552" x="8864600" y="5503863"/>
          <p14:tracePt t="57560" x="8872538" y="5503863"/>
          <p14:tracePt t="57578" x="8891588" y="5503863"/>
          <p14:tracePt t="57583" x="8899525" y="5497513"/>
          <p14:tracePt t="57595" x="8920163" y="5462588"/>
          <p14:tracePt t="57615" x="8939213" y="5429250"/>
          <p14:tracePt t="57617" x="8939213" y="5381625"/>
          <p14:tracePt t="57632" x="8926513" y="5307013"/>
          <p14:tracePt t="57648" x="8891588" y="5205413"/>
          <p14:tracePt t="57660" x="8864600" y="5170488"/>
          <p14:tracePt t="57694" x="8831263" y="5157788"/>
          <p14:tracePt t="57694" x="8804275" y="5164138"/>
          <p14:tracePt t="57703" x="8783638" y="5184775"/>
          <p14:tracePt t="57715" x="8777288" y="5218113"/>
          <p14:tracePt t="57732" x="8756650" y="5286375"/>
          <p14:tracePt t="57748" x="8748713" y="5449888"/>
          <p14:tracePt t="57766" x="8769350" y="5538788"/>
          <p14:tracePt t="57784" x="8816975" y="5634038"/>
          <p14:tracePt t="57800" x="8843963" y="5653088"/>
          <p14:tracePt t="57831" x="8864600" y="5653088"/>
          <p14:tracePt t="57833" x="8891588" y="5646738"/>
          <p14:tracePt t="57841" x="8905875" y="5626100"/>
          <p14:tracePt t="57855" x="8926513" y="5599113"/>
          <p14:tracePt t="57868" x="8926513" y="5551488"/>
          <p14:tracePt t="57884" x="8926513" y="5449888"/>
          <p14:tracePt t="57899" x="8905875" y="5408613"/>
          <p14:tracePt t="57931" x="8891588" y="5381625"/>
          <p14:tracePt t="57932" x="8864600" y="5375275"/>
          <p14:tracePt t="57942" x="8843963" y="5381625"/>
          <p14:tracePt t="57956" x="8816975" y="5402263"/>
          <p14:tracePt t="57968" x="8783638" y="5414963"/>
          <p14:tracePt t="57983" x="8756650" y="5476875"/>
          <p14:tracePt t="57984" x="8742363" y="5524500"/>
          <p14:tracePt t="58000" x="8742363" y="5557838"/>
          <p14:tracePt t="58029" x="8748713" y="5599113"/>
          <p14:tracePt t="58035" x="8769350" y="5626100"/>
          <p14:tracePt t="58044" x="8783638" y="5626100"/>
          <p14:tracePt t="58061" x="8816975" y="5626100"/>
          <p14:tracePt t="58067" x="8831263" y="5626100"/>
          <p14:tracePt t="58077" x="8872538" y="5613400"/>
          <p14:tracePt t="58091" x="8905875" y="5586413"/>
          <p14:tracePt t="58118" x="8939213" y="5551488"/>
          <p14:tracePt t="58119" x="8967788" y="5456238"/>
          <p14:tracePt t="58144" x="8953500" y="5360988"/>
          <p14:tracePt t="58162" x="8939213" y="5334000"/>
          <p14:tracePt t="58164" x="8905875" y="5313363"/>
          <p14:tracePt t="58187" x="8864600" y="5307013"/>
          <p14:tracePt t="58217" x="8824913" y="5340350"/>
          <p14:tracePt t="58226" x="8796338" y="5387975"/>
          <p14:tracePt t="58241" x="8777288" y="5456238"/>
          <p14:tracePt t="58245" x="8777288" y="5503863"/>
          <p14:tracePt t="58278" x="8783638" y="5572125"/>
          <p14:tracePt t="58279" x="8796338" y="5586413"/>
          <p14:tracePt t="58310" x="8804275" y="5599113"/>
          <p14:tracePt t="58312" x="8831263" y="5599113"/>
          <p14:tracePt t="58348" x="8872538" y="5586413"/>
          <p14:tracePt t="58350" x="8878888" y="5578475"/>
          <p14:tracePt t="58362" x="8891588" y="5557838"/>
          <p14:tracePt t="58384" x="8899525" y="5503863"/>
          <p14:tracePt t="58400" x="8899525" y="5462588"/>
          <p14:tracePt t="58404" x="8891588" y="5449888"/>
          <p14:tracePt t="58416" x="8872538" y="5435600"/>
          <p14:tracePt t="58449" x="8851900" y="5449888"/>
          <p14:tracePt t="58458" x="8843963" y="5456238"/>
          <p14:tracePt t="58472" x="8831263" y="5497513"/>
          <p14:tracePt t="58485" x="8824913" y="5530850"/>
          <p14:tracePt t="58500" x="8831263" y="5557838"/>
          <p14:tracePt t="58501" x="8843963" y="5586413"/>
          <p14:tracePt t="58534" x="8851900" y="5605463"/>
          <p14:tracePt t="58535" x="8878888" y="5613400"/>
          <p14:tracePt t="58551" x="8905875" y="5605463"/>
          <p14:tracePt t="58562" x="8926513" y="5599113"/>
          <p14:tracePt t="58582" x="8947150" y="5578475"/>
          <p14:tracePt t="58584" x="8967788" y="5538788"/>
          <p14:tracePt t="58599" x="8974138" y="5503863"/>
          <p14:tracePt t="58628" x="8980488" y="5456238"/>
          <p14:tracePt t="58630" x="8980488" y="5402263"/>
          <p14:tracePt t="58638" x="8974138" y="5381625"/>
          <p14:tracePt t="58666" x="8967788" y="5375275"/>
          <p14:tracePt t="58676" x="8953500" y="5375275"/>
          <p14:tracePt t="58704" x="8947150" y="5375275"/>
          <p14:tracePt t="58916" x="8939213" y="5375275"/>
          <p14:tracePt t="58962" x="8939213" y="5381625"/>
          <p14:tracePt t="58966" x="8926513" y="5381625"/>
          <p14:tracePt t="58977" x="8926513" y="5387975"/>
          <p14:tracePt t="58990" x="8926513" y="5402263"/>
          <p14:tracePt t="59015" x="8926513" y="5408613"/>
          <p14:tracePt t="59040" x="8926513" y="5414963"/>
          <p14:tracePt t="59101" x="8926513" y="5429250"/>
          <p14:tracePt t="59130" x="8926513" y="5435600"/>
          <p14:tracePt t="59153" x="8939213" y="5435600"/>
          <p14:tracePt t="59178" x="8947150" y="5462588"/>
          <p14:tracePt t="59189" x="8939213" y="5462588"/>
          <p14:tracePt t="59203" x="8926513" y="5462588"/>
          <p14:tracePt t="59885" x="8939213" y="5462588"/>
          <p14:tracePt t="59999" x="8947150" y="5462588"/>
          <p14:tracePt t="60091" x="8953500" y="5462588"/>
          <p14:tracePt t="60901" x="8967788" y="5462588"/>
          <p14:tracePt t="60939" x="8974138" y="5456238"/>
          <p14:tracePt t="60946" x="8980488" y="5449888"/>
          <p14:tracePt t="60970" x="8994775" y="5414963"/>
          <p14:tracePt t="61000" x="8967788" y="5354638"/>
          <p14:tracePt t="61043" x="8939213" y="5334000"/>
          <p14:tracePt t="61044" x="8920163" y="5334000"/>
          <p14:tracePt t="61057" x="8899525" y="5340350"/>
          <p14:tracePt t="61083" x="8851900" y="5375275"/>
          <p14:tracePt t="61101" x="8824913" y="5408613"/>
          <p14:tracePt t="61147" x="8824913" y="5435600"/>
          <p14:tracePt t="61148" x="8831263" y="5456238"/>
          <p14:tracePt t="61157" x="8843963" y="5456238"/>
          <p14:tracePt t="61190" x="8864600" y="5456238"/>
          <p14:tracePt t="61191" x="8878888" y="5456238"/>
          <p14:tracePt t="61226" x="8891588" y="5456238"/>
          <p14:tracePt t="61227" x="8891588" y="5435600"/>
          <p14:tracePt t="61235" x="8891588" y="5414963"/>
          <p14:tracePt t="61251" x="8878888" y="5408613"/>
          <p14:tracePt t="61268" x="8872538" y="5375275"/>
          <p14:tracePt t="61285" x="8864600" y="5360988"/>
          <p14:tracePt t="61326" x="8831263" y="5354638"/>
          <p14:tracePt t="61327" x="8804275" y="5375275"/>
          <p14:tracePt t="61350" x="8756650" y="5429250"/>
          <p14:tracePt t="61377" x="8748713" y="5476875"/>
          <p14:tracePt t="61385" x="8756650" y="5503863"/>
          <p14:tracePt t="61400" x="8769350" y="5524500"/>
          <p14:tracePt t="61416" x="8804275" y="5530850"/>
          <p14:tracePt t="61449" x="8831263" y="5538788"/>
          <p14:tracePt t="61450" x="8872538" y="5524500"/>
          <p14:tracePt t="61476" x="8891588" y="5483225"/>
          <p14:tracePt t="61484" x="8899525" y="5456238"/>
          <p14:tracePt t="61519" x="8899525" y="5414963"/>
          <p14:tracePt t="61520" x="8891588" y="5375275"/>
          <p14:tracePt t="61529" x="8878888" y="5360988"/>
          <p14:tracePt t="61544" x="8872538" y="5354638"/>
          <p14:tracePt t="61560" x="8851900" y="5354638"/>
          <p14:tracePt t="61562" x="8843963" y="5354638"/>
          <p14:tracePt t="61594" x="8831263" y="5375275"/>
          <p14:tracePt t="61595" x="8824913" y="5387975"/>
          <p14:tracePt t="61624" x="8824913" y="5408613"/>
          <p14:tracePt t="61625" x="8831263" y="5435600"/>
          <p14:tracePt t="61634" x="8843963" y="5456238"/>
          <p14:tracePt t="61647" x="8864600" y="5476875"/>
          <p14:tracePt t="61662" x="8878888" y="5483225"/>
          <p14:tracePt t="61663" x="8899525" y="5497513"/>
          <p14:tracePt t="61682" x="8920163" y="5497513"/>
          <p14:tracePt t="61697" x="8953500" y="5483225"/>
          <p14:tracePt t="61730" x="8953500" y="5462588"/>
          <p14:tracePt t="61750" x="8947150" y="5462588"/>
          <p14:tracePt t="61751" x="8947150" y="5456238"/>
          <p14:tracePt t="61773" x="8920163" y="5462588"/>
          <p14:tracePt t="61793" x="8905875" y="5476875"/>
          <p14:tracePt t="61816" x="8891588" y="5497513"/>
          <p14:tracePt t="61824" x="8891588" y="5503863"/>
          <p14:tracePt t="61841" x="8891588" y="5510213"/>
          <p14:tracePt t="61844" x="8891588" y="5524500"/>
          <p14:tracePt t="61873" x="8899525" y="5524500"/>
          <p14:tracePt t="61887" x="8905875" y="5530850"/>
          <p14:tracePt t="61943" x="8905875" y="5538788"/>
          <p14:tracePt t="61963" x="8905875" y="5557838"/>
          <p14:tracePt t="61971" x="8905875" y="5572125"/>
          <p14:tracePt t="61984" x="8905875" y="5599113"/>
          <p14:tracePt t="61997" x="8905875" y="5613400"/>
          <p14:tracePt t="62027" x="8905875" y="5634038"/>
          <p14:tracePt t="62028" x="8905875" y="5661025"/>
          <p14:tracePt t="62051" x="8905875" y="5673725"/>
          <p14:tracePt t="62063" x="8905875" y="5681663"/>
          <p14:tracePt t="62094" x="8905875" y="5694363"/>
          <p14:tracePt t="62157" x="8905875" y="5681663"/>
          <p14:tracePt t="62185" x="8905875" y="5673725"/>
          <p14:tracePt t="62217" x="8905875" y="5661025"/>
          <p14:tracePt t="62473" x="8920163" y="5653088"/>
          <p14:tracePt t="62493" x="8926513" y="5653088"/>
          <p14:tracePt t="62543" x="8939213" y="5653088"/>
          <p14:tracePt t="62624" x="8939213" y="5646738"/>
          <p14:tracePt t="62735" x="8939213" y="5653088"/>
          <p14:tracePt t="62898" x="8939213" y="5646738"/>
          <p14:tracePt t="62958" x="8939213" y="5634038"/>
          <p14:tracePt t="63081" x="8939213" y="5626100"/>
          <p14:tracePt t="63120" x="8947150" y="5613400"/>
          <p14:tracePt t="63120" x="8947150" y="5605463"/>
          <p14:tracePt t="63155" x="8953500" y="5599113"/>
          <p14:tracePt t="63155" x="8974138" y="5524500"/>
          <p14:tracePt t="63163" x="8974138" y="5483225"/>
          <p14:tracePt t="63192" x="8974138" y="5253038"/>
          <p14:tracePt t="63237" x="8967788" y="5184775"/>
          <p14:tracePt t="63238" x="8953500" y="5137150"/>
          <p14:tracePt t="63312" x="8947150" y="5157788"/>
          <p14:tracePt t="63320" x="8926513" y="5191125"/>
          <p14:tracePt t="63336" x="8905875" y="5232400"/>
          <p14:tracePt t="63372" x="8872538" y="5429250"/>
          <p14:tracePt t="63390" x="8872538" y="5449888"/>
          <p14:tracePt t="63441" x="8878888" y="5476875"/>
          <p14:tracePt t="63442" x="8899525" y="5476875"/>
          <p14:tracePt t="63472" x="8920163" y="5456238"/>
          <p14:tracePt t="63473" x="8926513" y="5449888"/>
          <p14:tracePt t="63509" x="8939213" y="5387975"/>
          <p14:tracePt t="63510" x="8939213" y="5360988"/>
          <p14:tracePt t="63539" x="8926513" y="5307013"/>
          <p14:tracePt t="63571" x="8891588" y="5286375"/>
          <p14:tracePt t="63578" x="8872538" y="5286375"/>
          <p14:tracePt t="63616" x="8831263" y="5313363"/>
          <p14:tracePt t="63618" x="8824913" y="5334000"/>
          <p14:tracePt t="63619" x="8816975" y="5360988"/>
          <p14:tracePt t="63655" x="8816975" y="5387975"/>
          <p14:tracePt t="63656" x="8831263" y="5435600"/>
          <p14:tracePt t="63688" x="8872538" y="5476875"/>
          <p14:tracePt t="63780" x="8864600" y="5476875"/>
          <p14:tracePt t="63818" x="8831263" y="5476875"/>
          <p14:tracePt t="63819" x="8816975" y="5462588"/>
          <p14:tracePt t="63848" x="8804275" y="5462588"/>
          <p14:tracePt t="66526" x="8816975" y="5524500"/>
          <p14:tracePt t="66527" x="8824913" y="5551488"/>
          <p14:tracePt t="66535" x="8831263" y="5572125"/>
          <p14:tracePt t="66561" x="8843963" y="5599113"/>
          <p14:tracePt t="66581" x="8851900" y="5605463"/>
          <p14:tracePt t="66716" x="8843963" y="5626100"/>
          <p14:tracePt t="66739" x="8831263" y="5661025"/>
          <p14:tracePt t="66756" x="8824913" y="5700713"/>
          <p14:tracePt t="66782" x="8824913" y="5776913"/>
          <p14:tracePt t="66783" x="8824913" y="5824538"/>
          <p14:tracePt t="66824" x="8824913" y="5899150"/>
          <p14:tracePt t="66825" x="8824913" y="5932488"/>
          <p14:tracePt t="66826" x="8824913" y="5973763"/>
          <p14:tracePt t="66848" x="8824913" y="5994400"/>
          <p14:tracePt t="66849" x="8824913" y="6021388"/>
          <p14:tracePt t="66862" x="8831263" y="6042025"/>
          <p14:tracePt t="66887" x="8831263" y="6054725"/>
          <p14:tracePt t="66907" x="8831263" y="6069013"/>
          <p14:tracePt t="66952" x="8831263" y="6089650"/>
          <p14:tracePt t="66953" x="8831263" y="6096000"/>
          <p14:tracePt t="66984" x="8831263" y="6116638"/>
          <p14:tracePt t="66996" x="8831263" y="6122988"/>
          <p14:tracePt t="67017" x="8843963" y="6143625"/>
          <p14:tracePt t="67032" x="8864600" y="6149975"/>
          <p14:tracePt t="67056" x="8899525" y="6176963"/>
          <p14:tracePt t="67073" x="8994775" y="6224588"/>
          <p14:tracePt t="67089" x="9048750" y="6245225"/>
          <p14:tracePt t="67122" x="9144000" y="6272213"/>
          <p14:tracePt t="67123" x="9367838" y="6300788"/>
          <p14:tracePt t="67132" x="9510713" y="6319838"/>
          <p14:tracePt t="67146" x="9688513" y="6334125"/>
          <p14:tracePt t="67165" x="10007600" y="6348413"/>
          <p14:tracePt t="67177" x="10206038" y="6340475"/>
          <p14:tracePt t="67196" x="10340975" y="6319838"/>
          <p14:tracePt t="67199" x="10498138" y="6272213"/>
          <p14:tracePt t="67225" x="10661650" y="6224588"/>
          <p14:tracePt t="67226" x="10769600" y="6170613"/>
          <p14:tracePt t="67236" x="10912475" y="6096000"/>
          <p14:tracePt t="67254" x="11137900" y="5953125"/>
          <p14:tracePt t="67269" x="11233150" y="5872163"/>
          <p14:tracePt t="67285" x="11301413" y="5768975"/>
          <p14:tracePt t="67286" x="11334750" y="5694363"/>
          <p14:tracePt t="67302" x="11349038" y="5578475"/>
          <p14:tracePt t="67319" x="11349038" y="5449888"/>
          <p14:tracePt t="67336" x="11314113" y="5238750"/>
          <p14:tracePt t="67352" x="11301413" y="5170488"/>
          <p14:tracePt t="67368" x="11287125" y="5129213"/>
          <p14:tracePt t="67402" x="11266488" y="5137150"/>
          <p14:tracePt t="67435" x="11225213" y="5164138"/>
          <p14:tracePt t="67436" x="11028363" y="5340350"/>
          <p14:tracePt t="67460" x="10831513" y="5626100"/>
          <p14:tracePt t="67468" x="10796588" y="5721350"/>
          <p14:tracePt t="67482" x="10790238" y="5803900"/>
          <p14:tracePt t="67499" x="10783888" y="5857875"/>
          <p14:tracePt t="67530" x="10790238" y="5905500"/>
          <p14:tracePt t="67531" x="10790238" y="5919788"/>
          <p14:tracePt t="67552" x="10796588" y="5919788"/>
          <p14:tracePt t="67567" x="10810875" y="5919788"/>
          <p14:tracePt t="67568" x="10817225" y="5905500"/>
          <p14:tracePt t="67583" x="10837863" y="5899150"/>
          <p14:tracePt t="67600" x="10844213" y="5872163"/>
          <p14:tracePt t="67601" x="10858500" y="5851525"/>
          <p14:tracePt t="67635" x="10858500" y="5830888"/>
          <p14:tracePt t="67636" x="10858500" y="5803900"/>
          <p14:tracePt t="68548" x="10858500" y="5776913"/>
          <p14:tracePt t="68579" x="10906125" y="5586413"/>
          <p14:tracePt t="68586" x="10939463" y="5327650"/>
          <p14:tracePt t="68609" x="11055350" y="4592638"/>
          <p14:tracePt t="68635" x="11129963" y="3735388"/>
          <p14:tracePt t="68650" x="11055350" y="3292475"/>
          <p14:tracePt t="68674" x="10933113" y="3101975"/>
          <p14:tracePt t="68699" x="10790238" y="2994025"/>
          <p14:tracePt t="68733" x="10674350" y="2919413"/>
          <p14:tracePt t="68734" x="10396538" y="2795588"/>
          <p14:tracePt t="68743" x="10245725" y="2735263"/>
          <p14:tracePt t="68766" x="9783763" y="2625725"/>
          <p14:tracePt t="68786" x="9471025" y="2598738"/>
          <p14:tracePt t="68799" x="9340850" y="2598738"/>
          <p14:tracePt t="68839" x="9042400" y="2598738"/>
          <p14:tracePt t="68840" x="8721725" y="2673350"/>
          <p14:tracePt t="68867" x="8456613" y="2755900"/>
          <p14:tracePt t="68875" x="8408988" y="2795588"/>
          <p14:tracePt t="68889" x="8402638" y="2830513"/>
          <p14:tracePt t="68906" x="8402638" y="2932113"/>
          <p14:tracePt t="68939" x="8402638" y="2994025"/>
          <p14:tracePt t="68940" x="8375650" y="3095625"/>
          <p14:tracePt t="68965" x="8313738" y="3143250"/>
          <p14:tracePt t="69101" x="8313738" y="3149600"/>
          <p14:tracePt t="69136" x="8328025" y="3149600"/>
          <p14:tracePt t="69143" x="8340725" y="3149600"/>
          <p14:tracePt t="69145" x="8402638" y="3149600"/>
          <p14:tracePt t="69165" x="8456613" y="3149600"/>
          <p14:tracePt t="69167" x="8558213" y="3149600"/>
          <p14:tracePt t="69186" x="8701088" y="3149600"/>
          <p14:tracePt t="69200" x="8851900" y="3149600"/>
          <p14:tracePt t="69217" x="9123363" y="3128963"/>
          <p14:tracePt t="69219" x="9444038" y="3095625"/>
          <p14:tracePt t="69251" x="9701213" y="3048000"/>
          <p14:tracePt t="69251" x="10415588" y="2755900"/>
          <p14:tracePt t="69259" x="10688638" y="2598738"/>
          <p14:tracePt t="69281" x="11129963" y="2190750"/>
          <p14:tracePt t="69320" x="11158538" y="1946275"/>
          <p14:tracePt t="69321" x="11069638" y="1824038"/>
          <p14:tracePt t="69331" x="10939463" y="1728788"/>
          <p14:tracePt t="69355" x="10307638" y="1497013"/>
          <p14:tracePt t="69371" x="9456738" y="1360488"/>
          <p14:tracePt t="69391" x="8435975" y="1443038"/>
          <p14:tracePt t="69424" x="8158163" y="1524000"/>
          <p14:tracePt t="69425" x="7667625" y="1789113"/>
          <p14:tracePt t="69450" x="7599363" y="2006600"/>
          <p14:tracePt t="69473" x="7762875" y="2217738"/>
          <p14:tracePt t="69484" x="7980363" y="2333625"/>
          <p14:tracePt t="69501" x="8253413" y="2428875"/>
          <p14:tracePt t="69529" x="8831263" y="2449513"/>
          <p14:tracePt t="69529" x="9212263" y="2387600"/>
          <p14:tracePt t="69540" x="9436100" y="2327275"/>
          <p14:tracePt t="69557" x="9667875" y="2232025"/>
          <p14:tracePt t="69571" x="9837738" y="2062163"/>
          <p14:tracePt t="69587" x="9852025" y="1973263"/>
          <p14:tracePt t="69605" x="9729788" y="1824038"/>
          <p14:tracePt t="69623" x="9539288" y="1720850"/>
          <p14:tracePt t="69639" x="8872538" y="1592263"/>
          <p14:tracePt t="69654" x="8572500" y="1592263"/>
          <p14:tracePt t="69670" x="8185150" y="1646238"/>
          <p14:tracePt t="69671" x="7899400" y="1728788"/>
          <p14:tracePt t="69686" x="7742238" y="1824038"/>
          <p14:tracePt t="69720" x="7613650" y="1958975"/>
          <p14:tracePt t="69721" x="7545388" y="2170113"/>
          <p14:tracePt t="69731" x="7572375" y="2265363"/>
          <p14:tracePt t="69743" x="7646988" y="2366963"/>
          <p14:tracePt t="69751" x="7742238" y="2428875"/>
          <p14:tracePt t="69774" x="8232775" y="2557463"/>
          <p14:tracePt t="69799" x="8878888" y="2538413"/>
          <p14:tracePt t="69820" x="9307513" y="2455863"/>
          <p14:tracePt t="69841" x="9906000" y="2163763"/>
          <p14:tracePt t="69866" x="9932988" y="2116138"/>
          <p14:tracePt t="69887" x="9825038" y="1985963"/>
          <p14:tracePt t="69907" x="9701213" y="1946275"/>
          <p14:tracePt t="69931" x="9510713" y="1925638"/>
          <p14:tracePt t="69932" x="9075738" y="1966913"/>
          <p14:tracePt t="69954" x="8545513" y="2157413"/>
          <p14:tracePt t="69978" x="8301038" y="2354263"/>
          <p14:tracePt t="69997" x="8259763" y="2428875"/>
          <p14:tracePt t="69998" x="8259763" y="2476500"/>
          <p14:tracePt t="70011" x="8301038" y="2524125"/>
          <p14:tracePt t="70026" x="8361363" y="2565400"/>
          <p14:tracePt t="70039" x="8462963" y="2605088"/>
          <p14:tracePt t="70054" x="8647113" y="2652713"/>
          <p14:tracePt t="70055" x="8899525" y="2681288"/>
          <p14:tracePt t="70072" x="9090025" y="2687638"/>
          <p14:tracePt t="70088" x="9640888" y="2646363"/>
          <p14:tracePt t="70117" x="9804400" y="2598738"/>
          <p14:tracePt t="70118" x="9947275" y="2530475"/>
          <p14:tracePt t="70130" x="10021888" y="2462213"/>
          <p14:tracePt t="70163" x="10028238" y="2381250"/>
          <p14:tracePt t="70164" x="10001250" y="2333625"/>
          <p14:tracePt t="70194" x="9959975" y="2286000"/>
          <p14:tracePt t="70203" x="9864725" y="2217738"/>
          <p14:tracePt t="70204" x="9790113" y="2184400"/>
          <p14:tracePt t="70218" x="9578975" y="2116138"/>
          <p14:tracePt t="70235" x="9423400" y="2089150"/>
          <p14:tracePt t="70237" x="9286875" y="2081213"/>
          <p14:tracePt t="70251" x="9170988" y="2089150"/>
          <p14:tracePt t="70268" x="9015413" y="2136775"/>
          <p14:tracePt t="70269" x="8878888" y="2190750"/>
          <p14:tracePt t="70284" x="8804275" y="2244725"/>
          <p14:tracePt t="70302" x="8729663" y="2312988"/>
          <p14:tracePt t="70303" x="8682038" y="2366963"/>
          <p14:tracePt t="70317" x="8661400" y="2414588"/>
          <p14:tracePt t="70330" x="8626475" y="2476500"/>
          <p14:tracePt t="70363" x="8586788" y="2530475"/>
          <p14:tracePt t="70363" x="8551863" y="2598738"/>
          <p14:tracePt t="70373" x="8531225" y="2613025"/>
          <p14:tracePt t="70386" x="8524875" y="2633663"/>
          <p14:tracePt t="70404" x="8497888" y="2660650"/>
          <p14:tracePt t="70434" x="8477250" y="2681288"/>
          <p14:tracePt t="70436" x="8456613" y="2700338"/>
          <p14:tracePt t="70437" x="8429625" y="2728913"/>
          <p14:tracePt t="70458" x="8402638" y="2747963"/>
          <p14:tracePt t="70459" x="8361363" y="2768600"/>
          <p14:tracePt t="70476" x="8334375" y="2782888"/>
          <p14:tracePt t="70485" x="8307388" y="2795588"/>
          <p14:tracePt t="70502" x="8266113" y="2809875"/>
          <p14:tracePt t="70519" x="8177213" y="2843213"/>
          <p14:tracePt t="70537" x="8129588" y="2851150"/>
          <p14:tracePt t="70538" x="8069263" y="2871788"/>
          <p14:tracePt t="70554" x="8015288" y="2884488"/>
          <p14:tracePt t="70584" x="7980363" y="2898775"/>
          <p14:tracePt t="70585" x="7872413" y="2932113"/>
          <p14:tracePt t="70605" x="7769225" y="2973388"/>
          <p14:tracePt t="70629" x="7661275" y="3006725"/>
          <p14:tracePt t="70648" x="7599363" y="3027363"/>
          <p14:tracePt t="70661" x="7551738" y="3048000"/>
          <p14:tracePt t="70663" x="7524750" y="3054350"/>
          <p14:tracePt t="70680" x="7497763" y="3074988"/>
          <p14:tracePt t="70697" x="7456488" y="3095625"/>
          <p14:tracePt t="70729" x="7450138" y="3101975"/>
          <p14:tracePt t="70730" x="7443788" y="3116263"/>
          <p14:tracePt t="70759" x="7443788" y="3122613"/>
          <p14:tracePt t="70830" x="7429500" y="3122613"/>
          <p14:tracePt t="71089" x="7429500" y="3116263"/>
          <p14:tracePt t="71120" x="7443788" y="3116263"/>
          <p14:tracePt t="71129" x="7443788" y="3101975"/>
          <p14:tracePt t="71182" x="7450138" y="3101975"/>
          <p14:tracePt t="71213" x="7456488" y="3101975"/>
          <p14:tracePt t="71269" x="7450138" y="3101975"/>
          <p14:tracePt t="71299" x="7443788" y="3101975"/>
          <p14:tracePt t="71316" x="7429500" y="3095625"/>
          <p14:tracePt t="71341" x="7423150" y="3095625"/>
          <p14:tracePt t="71361" x="7415213" y="3095625"/>
          <p14:tracePt t="71395" x="7396163" y="3095625"/>
          <p14:tracePt t="71426" x="7381875" y="3095625"/>
          <p14:tracePt t="71427" x="7354888" y="3089275"/>
          <p14:tracePt t="71449" x="7340600" y="3089275"/>
          <p14:tracePt t="71477" x="7319963" y="3089275"/>
          <p14:tracePt t="71500" x="7307263" y="3089275"/>
          <p14:tracePt t="71532" x="7307263" y="3074988"/>
          <p14:tracePt t="71533" x="7300913" y="3074988"/>
          <p14:tracePt t="71607" x="7292975" y="3074988"/>
          <p14:tracePt t="71619" x="7280275" y="3074988"/>
          <p14:tracePt t="71649" x="7272338" y="3074988"/>
          <p14:tracePt t="71662" x="7259638" y="3074988"/>
          <p14:tracePt t="71663" x="7253288" y="3074988"/>
          <p14:tracePt t="71678" x="7232650" y="3074988"/>
          <p14:tracePt t="71695" x="7218363" y="3074988"/>
          <p14:tracePt t="71696" x="7197725" y="3074988"/>
          <p14:tracePt t="71728" x="7170738" y="3074988"/>
          <p14:tracePt t="71729" x="7150100" y="3074988"/>
          <p14:tracePt t="71730" x="7123113" y="3074988"/>
          <p14:tracePt t="71754" x="7081838" y="3068638"/>
          <p14:tracePt t="71775" x="7062788" y="3068638"/>
          <p14:tracePt t="71776" x="7054850" y="3068638"/>
          <p14:tracePt t="72776" x="7007225" y="3054350"/>
          <p14:tracePt t="72807" x="6884988" y="2946400"/>
          <p14:tracePt t="72815" x="6789738" y="2809875"/>
          <p14:tracePt t="72839" x="6667500" y="2435225"/>
          <p14:tracePt t="72867" x="6619875" y="1946275"/>
          <p14:tracePt t="72868" x="6634163" y="1700213"/>
          <p14:tracePt t="72883" x="6653213" y="1571625"/>
          <p14:tracePt t="72930" x="6762750" y="1347788"/>
          <p14:tracePt t="72931" x="6986588" y="1196975"/>
          <p14:tracePt t="72939" x="7177088" y="1128713"/>
          <p14:tracePt t="72954" x="7415213" y="1101725"/>
          <p14:tracePt t="72970" x="7824788" y="1089025"/>
          <p14:tracePt t="72987" x="7986713" y="1101725"/>
          <p14:tracePt t="73003" x="8328025" y="1157288"/>
          <p14:tracePt t="73019" x="8477250" y="1196975"/>
          <p14:tracePt t="73036" x="8551863" y="1223963"/>
          <p14:tracePt t="73069" x="8545513" y="1223963"/>
          <p14:tracePt t="73071" x="8510588" y="1223963"/>
          <p14:tracePt t="73083" x="8456613" y="1223963"/>
          <p14:tracePt t="73099" x="8388350" y="1223963"/>
          <p14:tracePt t="73116" x="8007350" y="1196975"/>
          <p14:tracePt t="73146" x="7810500" y="1196975"/>
          <p14:tracePt t="73147" x="7539038" y="1204913"/>
          <p14:tracePt t="73148" x="7272338" y="1211263"/>
          <p14:tracePt t="73169" x="7123113" y="1231900"/>
          <p14:tracePt t="73177" x="6973888" y="1252538"/>
          <p14:tracePt t="73196" x="6884988" y="1258888"/>
          <p14:tracePt t="73229" x="6938963" y="1271588"/>
          <p14:tracePt t="73251" x="7280275" y="1285875"/>
          <p14:tracePt t="73275" x="7899400" y="1354138"/>
          <p14:tracePt t="73293" x="8328025" y="1408113"/>
          <p14:tracePt t="73295" x="8586788" y="1455738"/>
          <p14:tracePt t="73306" x="8899525" y="1524000"/>
          <p14:tracePt t="73319" x="9102725" y="1577975"/>
          <p14:tracePt t="73346" x="9212263" y="1625600"/>
          <p14:tracePt t="73357" x="9245600" y="1652588"/>
          <p14:tracePt t="73372" x="9239250" y="1700213"/>
          <p14:tracePt t="73385" x="9150350" y="1795463"/>
          <p14:tracePt t="73400" x="9028113" y="1890713"/>
          <p14:tracePt t="73433" x="8899525" y="1966913"/>
          <p14:tracePt t="73434" x="8504238" y="2184400"/>
          <p14:tracePt t="73443" x="8388350" y="2238375"/>
          <p14:tracePt t="73456" x="8301038" y="2292350"/>
          <p14:tracePt t="73469" x="8218488" y="2333625"/>
          <p14:tracePt t="73499" x="8191500" y="2354263"/>
          <p14:tracePt t="73500" x="8164513" y="2381250"/>
          <p14:tracePt t="73609" x="8158163" y="2387600"/>
          <p14:tracePt t="73629" x="8129588" y="2408238"/>
          <p14:tracePt t="73640" x="8081963" y="2455863"/>
          <p14:tracePt t="73659" x="7967663" y="2578100"/>
          <p14:tracePt t="73680" x="7899400" y="2633663"/>
          <p14:tracePt t="73681" x="7837488" y="2687638"/>
          <p14:tracePt t="73696" x="7783513" y="2728913"/>
          <p14:tracePt t="73723" x="7715250" y="2768600"/>
          <p14:tracePt t="73724" x="7613650" y="2824163"/>
          <p14:tracePt t="73742" x="7572375" y="2851150"/>
          <p14:tracePt t="73756" x="7545388" y="2871788"/>
          <p14:tracePt t="73758" x="7524750" y="2878138"/>
          <p14:tracePt t="73771" x="7504113" y="2884488"/>
          <p14:tracePt t="73787" x="7497763" y="2898775"/>
          <p14:tracePt t="73800" x="7477125" y="2905125"/>
          <p14:tracePt t="73832" x="7470775" y="2905125"/>
          <p14:tracePt t="73833" x="7456488" y="2905125"/>
          <p14:tracePt t="74083" x="7429500" y="2925763"/>
          <p14:tracePt t="74116" x="7402513" y="2932113"/>
          <p14:tracePt t="74117" x="7381875" y="2946400"/>
          <p14:tracePt t="74147" x="7354888" y="2952750"/>
          <p14:tracePt t="74155" x="7348538" y="2967038"/>
          <p14:tracePt t="74171" x="7340600" y="2973388"/>
          <p14:tracePt t="74354" x="7354888" y="2979738"/>
          <p14:tracePt t="74386" x="7450138" y="3006725"/>
          <p14:tracePt t="74387" x="7497763" y="3021013"/>
          <p14:tracePt t="74426" x="7620000" y="3068638"/>
          <p14:tracePt t="74427" x="7661275" y="3068638"/>
          <p14:tracePt t="74435" x="7700963" y="3089275"/>
          <p14:tracePt t="74463" x="7742238" y="3089275"/>
          <p14:tracePt t="74464" x="7748588" y="3089275"/>
          <p14:tracePt t="74492" x="7762875" y="3089275"/>
          <p14:tracePt t="74538" x="7769225" y="3089275"/>
          <p14:tracePt t="74589" x="7789863" y="3089275"/>
          <p14:tracePt t="74601" x="7796213" y="3089275"/>
          <p14:tracePt t="74624" x="7858125" y="3089275"/>
          <p14:tracePt t="74657" x="7885113" y="3089275"/>
          <p14:tracePt t="74658" x="7967663" y="3089275"/>
          <p14:tracePt t="74685" x="8015288" y="3095625"/>
          <p14:tracePt t="74693" x="8034338" y="3095625"/>
          <p14:tracePt t="74712" x="8054975" y="3095625"/>
          <p14:tracePt t="74737" x="8062913" y="3095625"/>
          <p14:tracePt t="78222" x="8081963" y="3095625"/>
          <p14:tracePt t="78223" x="8301038" y="3074988"/>
          <p14:tracePt t="78258" x="9164638" y="3074988"/>
          <p14:tracePt t="78293" x="10007600" y="3116263"/>
          <p14:tracePt t="78301" x="10293350" y="3122613"/>
          <p14:tracePt t="78349" x="10587038" y="3101975"/>
          <p14:tracePt t="78351" x="10688638" y="3068638"/>
          <p14:tracePt t="78360" x="10709275" y="3048000"/>
          <p14:tracePt t="78383" x="10721975" y="3027363"/>
          <p14:tracePt t="78432" x="10736263" y="3006725"/>
          <p14:tracePt t="78433" x="10736263" y="2994025"/>
          <p14:tracePt t="78442" x="10715625" y="2973388"/>
          <p14:tracePt t="78457" x="10709275" y="2952750"/>
          <p14:tracePt t="78459" x="10688638" y="2946400"/>
          <p14:tracePt t="78484" x="10668000" y="2925763"/>
          <p14:tracePt t="78524" x="10661650" y="2905125"/>
          <p14:tracePt t="78525" x="10641013" y="2884488"/>
          <p14:tracePt t="78526" x="10620375" y="2871788"/>
          <p14:tracePt t="78550" x="10552113" y="2851150"/>
          <p14:tracePt t="78582" x="10463213" y="2830513"/>
          <p14:tracePt t="78583" x="10375900" y="2830513"/>
          <p14:tracePt t="78604" x="10233025" y="2843213"/>
          <p14:tracePt t="78631" x="10110788" y="2878138"/>
          <p14:tracePt t="78640" x="10055225" y="2898775"/>
          <p14:tracePt t="78653" x="10021888" y="2905125"/>
          <p14:tracePt t="78675" x="9986963" y="2932113"/>
          <p14:tracePt t="78690" x="9986963" y="2952750"/>
          <p14:tracePt t="78730" x="10007600" y="2994025"/>
          <p14:tracePt t="78731" x="10110788" y="3041650"/>
          <p14:tracePt t="78741" x="10171113" y="3048000"/>
          <p14:tracePt t="78757" x="10245725" y="3054350"/>
          <p14:tracePt t="78778" x="10375900" y="3048000"/>
          <p14:tracePt t="78793" x="10423525" y="3027363"/>
          <p14:tracePt t="78830" x="10463213" y="2979738"/>
          <p14:tracePt t="78831" x="10423525" y="2884488"/>
          <p14:tracePt t="78856" x="10307638" y="2795588"/>
          <p14:tracePt t="78865" x="10218738" y="2755900"/>
          <p14:tracePt t="78881" x="10158413" y="2747963"/>
          <p14:tracePt t="78897" x="10048875" y="2735263"/>
          <p14:tracePt t="78930" x="10021888" y="2735263"/>
          <p14:tracePt t="78931" x="9980613" y="2755900"/>
          <p14:tracePt t="78960" x="9980613" y="2782888"/>
          <p14:tracePt t="78961" x="9980613" y="2809875"/>
          <p14:tracePt t="78969" x="10001250" y="2851150"/>
          <p14:tracePt t="78991" x="10102850" y="2925763"/>
          <p14:tracePt t="79019" x="10206038" y="2967038"/>
          <p14:tracePt t="79020" x="10429875" y="3000375"/>
          <p14:tracePt t="79046" x="10674350" y="2979738"/>
          <p14:tracePt t="79057" x="10736263" y="2967038"/>
          <p14:tracePt t="79074" x="10769600" y="2932113"/>
          <p14:tracePt t="79090" x="10783888" y="2919413"/>
          <p14:tracePt t="79092" x="10783888" y="2898775"/>
          <p14:tracePt t="79118" x="10748963" y="2871788"/>
          <p14:tracePt t="79119" x="10674350" y="2824163"/>
          <p14:tracePt t="79131" x="10572750" y="2795588"/>
          <p14:tracePt t="79163" x="10150475" y="2747963"/>
          <p14:tracePt t="79164" x="10001250" y="2755900"/>
          <p14:tracePt t="79186" x="9831388" y="2795588"/>
          <p14:tracePt t="79187" x="9729788" y="2843213"/>
          <p14:tracePt t="79197" x="9661525" y="2878138"/>
          <p14:tracePt t="79213" x="9640888" y="2925763"/>
          <p14:tracePt t="79230" x="9661525" y="2946400"/>
          <p14:tracePt t="79246" x="9763125" y="2967038"/>
          <p14:tracePt t="79263" x="9864725" y="2973388"/>
          <p14:tracePt t="79279" x="10055225" y="2946400"/>
          <p14:tracePt t="79296" x="10129838" y="2919413"/>
          <p14:tracePt t="79327" x="10171113" y="2898775"/>
          <p14:tracePt t="79328" x="10198100" y="2857500"/>
          <p14:tracePt t="79341" x="10185400" y="2857500"/>
          <p14:tracePt t="79361" x="10177463" y="2851150"/>
          <p14:tracePt t="79374" x="10171113" y="2851150"/>
          <p14:tracePt t="79402" x="10150475" y="2857500"/>
          <p14:tracePt t="79403" x="10110788" y="2857500"/>
          <p14:tracePt t="79433" x="10102850" y="2871788"/>
          <p14:tracePt t="79449" x="10102850" y="2878138"/>
          <p14:tracePt t="79595" x="10110788" y="2878138"/>
          <p14:tracePt t="79643" x="10123488" y="2878138"/>
          <p14:tracePt t="79664" x="10129838" y="2878138"/>
          <p14:tracePt t="80912" x="10069513" y="2973388"/>
          <p14:tracePt t="80943" x="9906000" y="3095625"/>
          <p14:tracePt t="80952" x="9837738" y="3143250"/>
          <p14:tracePt t="80981" x="9531350" y="3271838"/>
          <p14:tracePt t="80997" x="9436100" y="3300413"/>
          <p14:tracePt t="81049" x="9117013" y="3367088"/>
          <p14:tracePt t="81050" x="8939213" y="3387725"/>
          <p14:tracePt t="81060" x="8831263" y="3408363"/>
          <p14:tracePt t="81084" x="8661400" y="3422650"/>
          <p14:tracePt t="81103" x="8531225" y="3443288"/>
          <p14:tracePt t="81143" x="8483600" y="3443288"/>
          <p14:tracePt t="81144" x="8382000" y="3443288"/>
          <p14:tracePt t="81153" x="8340725" y="3449638"/>
          <p14:tracePt t="81167" x="8307388" y="3449638"/>
          <p14:tracePt t="81186" x="8266113" y="3462338"/>
          <p14:tracePt t="81203" x="8239125" y="3470275"/>
          <p14:tracePt t="81236" x="8218488" y="3470275"/>
          <p14:tracePt t="81237" x="8164513" y="3490913"/>
          <p14:tracePt t="81258" x="8129588" y="3509963"/>
          <p14:tracePt t="81259" x="8069263" y="3530600"/>
          <p14:tracePt t="81286" x="7947025" y="3571875"/>
          <p14:tracePt t="81297" x="7899400" y="3592513"/>
          <p14:tracePt t="81325" x="7816850" y="3619500"/>
          <p14:tracePt t="81326" x="7667625" y="3667125"/>
          <p14:tracePt t="81347" x="7599363" y="3687763"/>
          <p14:tracePt t="81360" x="7518400" y="3714750"/>
          <p14:tracePt t="81363" x="7470775" y="3729038"/>
          <p14:tracePt t="81381" x="7415213" y="3741738"/>
          <p14:tracePt t="81394" x="7375525" y="3762375"/>
          <p14:tracePt t="81397" x="7354888" y="3768725"/>
          <p14:tracePt t="81423" x="7327900" y="3789363"/>
          <p14:tracePt t="81424" x="7319963" y="3803650"/>
          <p14:tracePt t="81436" x="7292975" y="3810000"/>
          <p14:tracePt t="81453" x="7253288" y="3816350"/>
          <p14:tracePt t="81468" x="7232650" y="3830638"/>
          <p14:tracePt t="81485" x="7218363" y="3830638"/>
          <p14:tracePt t="81486" x="7205663" y="3830638"/>
          <p14:tracePt t="81502" x="7197725" y="3830638"/>
          <p14:tracePt t="81516" x="7185025" y="3830638"/>
          <p14:tracePt t="81517" x="7177088" y="3830638"/>
          <p14:tracePt t="81534" x="7158038" y="3830638"/>
          <p14:tracePt t="81550" x="7137400" y="3836988"/>
          <p14:tracePt t="81567" x="7110413" y="3836988"/>
          <p14:tracePt t="81584" x="7081838" y="3851275"/>
          <p14:tracePt t="81586" x="7075488" y="3851275"/>
          <p14:tracePt t="81600" x="7048500" y="3857625"/>
          <p14:tracePt t="81633" x="7027863" y="3863975"/>
          <p14:tracePt t="81634" x="6986588" y="3878263"/>
          <p14:tracePt t="81647" x="6980238" y="3884613"/>
          <p14:tracePt t="81665" x="6973888" y="3890963"/>
          <p14:tracePt t="81680" x="6980238" y="3890963"/>
          <p14:tracePt t="81700" x="7000875" y="3905250"/>
          <p14:tracePt t="81739" x="7075488" y="3925888"/>
          <p14:tracePt t="81748" x="7170738" y="3938588"/>
          <p14:tracePt t="81763" x="7224713" y="3938588"/>
          <p14:tracePt t="81780" x="7450138" y="3979863"/>
          <p14:tracePt t="81796" x="7578725" y="4000500"/>
          <p14:tracePt t="81820" x="7667625" y="4006850"/>
          <p14:tracePt t="81821" x="7843838" y="4027488"/>
          <p14:tracePt t="81840" x="7912100" y="4027488"/>
          <p14:tracePt t="81863" x="8007350" y="4027488"/>
          <p14:tracePt t="81864" x="8110538" y="4027488"/>
          <p14:tracePt t="81874" x="8191500" y="4027488"/>
          <p14:tracePt t="81889" x="8301038" y="4027488"/>
          <p14:tracePt t="81891" x="8382000" y="4027488"/>
          <p14:tracePt t="81903" x="8429625" y="4033838"/>
          <p14:tracePt t="81933" x="8477250" y="4033838"/>
          <p14:tracePt t="81935" x="8586788" y="4033838"/>
          <p14:tracePt t="81960" x="8777288" y="4048125"/>
          <p14:tracePt t="81980" x="8831263" y="4048125"/>
          <p14:tracePt t="81981" x="8899525" y="4048125"/>
          <p14:tracePt t="82003" x="8980488" y="4048125"/>
          <p14:tracePt t="82027" x="9063038" y="4048125"/>
          <p14:tracePt t="82049" x="9150350" y="4048125"/>
          <p14:tracePt t="82070" x="9245600" y="4054475"/>
          <p14:tracePt t="82096" x="9286875" y="4054475"/>
          <p14:tracePt t="82098" x="9313863" y="4054475"/>
          <p14:tracePt t="82119" x="9340850" y="4062413"/>
          <p14:tracePt t="82120" x="9361488" y="4062413"/>
          <p14:tracePt t="82130" x="9396413" y="4062413"/>
          <p14:tracePt t="82161" x="9545638" y="4062413"/>
          <p14:tracePt t="82183" x="9709150" y="4062413"/>
          <p14:tracePt t="82214" x="9879013" y="4075113"/>
          <p14:tracePt t="82215" x="9947275" y="4075113"/>
          <p14:tracePt t="82237" x="10028238" y="4075113"/>
          <p14:tracePt t="82238" x="10123488" y="4081463"/>
          <p14:tracePt t="82258" x="10198100" y="4081463"/>
          <p14:tracePt t="82268" x="10307638" y="4075113"/>
          <p14:tracePt t="82285" x="10587038" y="4062413"/>
          <p14:tracePt t="82302" x="10668000" y="4062413"/>
          <p14:tracePt t="82317" x="10844213" y="4054475"/>
          <p14:tracePt t="82334" x="10891838" y="4054475"/>
          <p14:tracePt t="82350" x="10960100" y="4054475"/>
          <p14:tracePt t="82352" x="11007725" y="4054475"/>
          <p14:tracePt t="82365" x="11034713" y="4054475"/>
          <p14:tracePt t="82385" x="11069638" y="4054475"/>
          <p14:tracePt t="82400" x="11082338" y="4054475"/>
          <p14:tracePt t="82433" x="11090275" y="4054475"/>
          <p14:tracePt t="82434" x="11102975" y="4048125"/>
          <p14:tracePt t="82444" x="11117263" y="4048125"/>
          <p14:tracePt t="82464" x="11129963" y="4033838"/>
          <p14:tracePt t="82465" x="11137900" y="4033838"/>
          <p14:tracePt t="82480" x="11150600" y="4027488"/>
          <p14:tracePt t="82493" x="11158538" y="4006850"/>
          <p14:tracePt t="82528" x="11185525" y="3979863"/>
          <p14:tracePt t="82530" x="11191875" y="3952875"/>
          <p14:tracePt t="82530" x="11212513" y="3925888"/>
          <p14:tracePt t="82550" x="11225213" y="3905250"/>
          <p14:tracePt t="82560" x="11233150" y="3863975"/>
          <p14:tracePt t="82579" x="11239500" y="3789363"/>
          <p14:tracePt t="82593" x="11239500" y="3741738"/>
          <p14:tracePt t="82611" x="11239500" y="3681413"/>
          <p14:tracePt t="82631" x="11233150" y="3640138"/>
          <p14:tracePt t="82633" x="11225213" y="3605213"/>
          <p14:tracePt t="82647" x="11212513" y="3586163"/>
          <p14:tracePt t="82661" x="11206163" y="3544888"/>
          <p14:tracePt t="82681" x="11185525" y="3509963"/>
          <p14:tracePt t="82694" x="11185525" y="3497263"/>
          <p14:tracePt t="82714" x="11177588" y="3482975"/>
          <p14:tracePt t="82730" x="11164888" y="3482975"/>
          <p14:tracePt t="82743" x="11164888" y="3470275"/>
          <p14:tracePt t="82749" x="11158538" y="3470275"/>
          <p14:tracePt t="82782" x="11090275" y="3482975"/>
          <p14:tracePt t="82792" x="11042650" y="3482975"/>
          <p14:tracePt t="82794" x="10933113" y="3490913"/>
          <p14:tracePt t="82827" x="10463213" y="3509963"/>
          <p14:tracePt t="82836" x="10253663" y="3497263"/>
          <p14:tracePt t="82850" x="10021888" y="3490913"/>
          <p14:tracePt t="82866" x="9852025" y="3470275"/>
          <p14:tracePt t="82901" x="9396413" y="3435350"/>
          <p14:tracePt t="82902" x="9069388" y="3395663"/>
          <p14:tracePt t="82933" x="8816975" y="3375025"/>
          <p14:tracePt t="82941" x="8694738" y="3375025"/>
          <p14:tracePt t="82955" x="8599488" y="3375025"/>
          <p14:tracePt t="82969" x="8545513" y="3375025"/>
          <p14:tracePt t="82971" x="8477250" y="3375025"/>
          <p14:tracePt t="82999" x="8423275" y="3375025"/>
          <p14:tracePt t="83000" x="8361363" y="3375025"/>
          <p14:tracePt t="83025" x="8301038" y="3367088"/>
          <p14:tracePt t="83026" x="8177213" y="3348038"/>
          <p14:tracePt t="83046" x="8116888" y="3348038"/>
          <p14:tracePt t="83057" x="8069263" y="3348038"/>
          <p14:tracePt t="83070" x="8034338" y="3348038"/>
          <p14:tracePt t="83072" x="7980363" y="3348038"/>
          <p14:tracePt t="83085" x="7912100" y="3348038"/>
          <p14:tracePt t="83100" x="7843838" y="3340100"/>
          <p14:tracePt t="83117" x="7688263" y="3327400"/>
          <p14:tracePt t="83150" x="7593013" y="3319463"/>
          <p14:tracePt t="83151" x="7491413" y="3319463"/>
          <p14:tracePt t="83175" x="7415213" y="3319463"/>
          <p14:tracePt t="83184" x="7375525" y="3319463"/>
          <p14:tracePt t="83198" x="7340600" y="3319463"/>
          <p14:tracePt t="83229" x="7307263" y="3319463"/>
          <p14:tracePt t="83231" x="7272338" y="3319463"/>
          <p14:tracePt t="83241" x="7259638" y="3319463"/>
          <p14:tracePt t="83318" x="7253288" y="3327400"/>
          <p14:tracePt t="83342" x="7245350" y="3367088"/>
          <p14:tracePt t="83363" x="7224713" y="3395663"/>
          <p14:tracePt t="83364" x="7218363" y="3443288"/>
          <p14:tracePt t="83388" x="7205663" y="3538538"/>
          <p14:tracePt t="83408" x="7205663" y="3660775"/>
          <p14:tracePt t="83433" x="7197725" y="3768725"/>
          <p14:tracePt t="83465" x="7197725" y="3863975"/>
          <p14:tracePt t="83466" x="7197725" y="3890963"/>
          <p14:tracePt t="83487" x="7197725" y="3925888"/>
          <p14:tracePt t="83517" x="7197725" y="3932238"/>
          <p14:tracePt t="83526" x="7197725" y="3938588"/>
          <p14:tracePt t="83581" x="7224713" y="3938588"/>
          <p14:tracePt t="83597" x="7232650" y="3938588"/>
          <p14:tracePt t="83626" x="7253288" y="3938588"/>
          <p14:tracePt t="83628" x="7307263" y="3938588"/>
          <p14:tracePt t="83649" x="7348538" y="3952875"/>
          <p14:tracePt t="83650" x="7415213" y="3959225"/>
          <p14:tracePt t="83660" x="7477125" y="3959225"/>
          <p14:tracePt t="83680" x="7715250" y="3986213"/>
          <p14:tracePt t="83696" x="7843838" y="4000500"/>
          <p14:tracePt t="83722" x="7959725" y="4006850"/>
          <p14:tracePt t="83723" x="8253413" y="4027488"/>
          <p14:tracePt t="83740" x="8375650" y="4048125"/>
          <p14:tracePt t="83750" x="8551863" y="4054475"/>
          <p14:tracePt t="83767" x="8756650" y="4081463"/>
          <p14:tracePt t="83768" x="8899525" y="4102100"/>
          <p14:tracePt t="83786" x="9102725" y="4129088"/>
          <p14:tracePt t="83803" x="9307513" y="4149725"/>
          <p14:tracePt t="83804" x="9444038" y="4157663"/>
          <p14:tracePt t="83835" x="9831388" y="4197350"/>
          <p14:tracePt t="83836" x="9959975" y="4205288"/>
          <p14:tracePt t="83861" x="10307638" y="4232275"/>
          <p14:tracePt t="83883" x="10545763" y="4252913"/>
          <p14:tracePt t="83914" x="10715625" y="4259263"/>
          <p14:tracePt t="83915" x="10790238" y="4271963"/>
          <p14:tracePt t="83937" x="10872788" y="4271963"/>
          <p14:tracePt t="83962" x="10960100" y="4271963"/>
          <p14:tracePt t="83985" x="11028363" y="4271963"/>
          <p14:tracePt t="83996" x="11055350" y="4271963"/>
          <p14:tracePt t="84029" x="11082338" y="4271963"/>
          <p14:tracePt t="84030" x="11129963" y="4259263"/>
          <p14:tracePt t="84039" x="11164888" y="4259263"/>
          <p14:tracePt t="84053" x="11185525" y="4252913"/>
          <p14:tracePt t="84067" x="11225213" y="4244975"/>
          <p14:tracePt t="84085" x="11260138" y="4205288"/>
          <p14:tracePt t="84100" x="11280775" y="4184650"/>
          <p14:tracePt t="84133" x="11280775" y="4157663"/>
          <p14:tracePt t="84134" x="11280775" y="4081463"/>
          <p14:tracePt t="84144" x="11266488" y="4033838"/>
          <p14:tracePt t="84178" x="11266488" y="4000500"/>
          <p14:tracePt t="84179" x="11266488" y="3884613"/>
          <p14:tracePt t="84188" x="11260138" y="3836988"/>
          <p14:tracePt t="84202" x="11260138" y="3783013"/>
          <p14:tracePt t="84217" x="11239500" y="3729038"/>
          <p14:tracePt t="84218" x="11239500" y="3681413"/>
          <p14:tracePt t="84235" x="11233150" y="3660775"/>
          <p14:tracePt t="84251" x="11233150" y="3633788"/>
          <p14:tracePt t="84252" x="11233150" y="3619500"/>
          <p14:tracePt t="84267" x="11233150" y="3613150"/>
          <p14:tracePt t="84284" x="11233150" y="3605213"/>
          <p14:tracePt t="84286" x="11233150" y="3592513"/>
          <p14:tracePt t="84300" x="11233150" y="3586163"/>
          <p14:tracePt t="84333" x="11225213" y="3586163"/>
          <p14:tracePt t="84334" x="11225213" y="3571875"/>
          <p14:tracePt t="84343" x="11212513" y="3571875"/>
          <p14:tracePt t="84360" x="11206163" y="3565525"/>
          <p14:tracePt t="84381" x="11177588" y="3557588"/>
          <p14:tracePt t="84398" x="11150600" y="3557588"/>
          <p14:tracePt t="84400" x="11129963" y="3544888"/>
          <p14:tracePt t="84414" x="11110913" y="3538538"/>
          <p14:tracePt t="84441" x="11069638" y="3538538"/>
          <p14:tracePt t="84442" x="11042650" y="3530600"/>
          <p14:tracePt t="84443" x="10995025" y="3530600"/>
          <p14:tracePt t="84466" x="10837863" y="3509963"/>
          <p14:tracePt t="84487" x="10694988" y="3497263"/>
          <p14:tracePt t="84488" x="10552113" y="3497263"/>
          <p14:tracePt t="84513" x="10415588" y="3490913"/>
          <p14:tracePt t="84514" x="10218738" y="3490913"/>
          <p14:tracePt t="84524" x="10001250" y="3490913"/>
          <p14:tracePt t="84539" x="9783763" y="3497263"/>
          <p14:tracePt t="84566" x="9626600" y="3509963"/>
          <p14:tracePt t="84567" x="9218613" y="3509963"/>
          <p14:tracePt t="84588" x="9075738" y="3509963"/>
          <p14:tracePt t="84589" x="8891588" y="3509963"/>
          <p14:tracePt t="84618" x="8709025" y="3509963"/>
          <p14:tracePt t="84618" x="8599488" y="3509963"/>
          <p14:tracePt t="84627" x="8462963" y="3509963"/>
          <p14:tracePt t="84648" x="8334375" y="3497263"/>
          <p14:tracePt t="84650" x="8253413" y="3497263"/>
          <p14:tracePt t="84664" x="8137525" y="3497263"/>
          <p14:tracePt t="84680" x="8042275" y="3490913"/>
          <p14:tracePt t="84683" x="7967663" y="3490913"/>
          <p14:tracePt t="84694" x="7891463" y="3490913"/>
          <p14:tracePt t="84726" x="7810500" y="3490913"/>
          <p14:tracePt t="84727" x="7673975" y="3482975"/>
          <p14:tracePt t="84738" x="7599363" y="3470275"/>
          <p14:tracePt t="84751" x="7539038" y="3462338"/>
          <p14:tracePt t="84767" x="7477125" y="3449638"/>
          <p14:tracePt t="84799" x="7381875" y="3443288"/>
          <p14:tracePt t="84800" x="7340600" y="3443288"/>
          <p14:tracePt t="84825" x="7292975" y="3443288"/>
          <p14:tracePt t="84826" x="7197725" y="3435350"/>
          <p14:tracePt t="84847" x="7158038" y="3435350"/>
          <p14:tracePt t="84858" x="7123113" y="3435350"/>
          <p14:tracePt t="84885" x="6986588" y="3422650"/>
          <p14:tracePt t="84915" x="6953250" y="3422650"/>
          <p14:tracePt t="84916" x="6938963" y="3422650"/>
          <p14:tracePt t="84936" x="6932613" y="3422650"/>
          <p14:tracePt t="85042" x="6926263" y="3435350"/>
          <p14:tracePt t="85062" x="6911975" y="3443288"/>
          <p14:tracePt t="85063" x="6905625" y="3462338"/>
          <p14:tracePt t="85075" x="6884988" y="3497263"/>
          <p14:tracePt t="85094" x="6864350" y="3565525"/>
          <p14:tracePt t="85096" x="6851650" y="3633788"/>
          <p14:tracePt t="85121" x="6837363" y="3756025"/>
          <p14:tracePt t="85133" x="6837363" y="3803650"/>
          <p14:tracePt t="85168" x="6837363" y="3884613"/>
          <p14:tracePt t="85176" x="6837363" y="3890963"/>
          <p14:tracePt t="85189" x="6837363" y="3905250"/>
          <p14:tracePt t="85245" x="6851650" y="3905250"/>
          <p14:tracePt t="85260" x="6858000" y="3905250"/>
          <p14:tracePt t="85278" x="6878638" y="3905250"/>
          <p14:tracePt t="85296" x="6884988" y="3890963"/>
          <p14:tracePt t="92021" x="6911975" y="3890963"/>
          <p14:tracePt t="92022" x="6953250" y="3890963"/>
          <p14:tracePt t="92030" x="6986588" y="3890963"/>
          <p14:tracePt t="92043" x="7034213" y="3890963"/>
          <p14:tracePt t="92062" x="7081838" y="3890963"/>
          <p14:tracePt t="92081" x="7081838" y="3905250"/>
          <p14:tracePt t="92387" x="7096125" y="3905250"/>
          <p14:tracePt t="92424" x="7102475" y="3890963"/>
          <p14:tracePt t="92425" x="7123113" y="3890963"/>
          <p14:tracePt t="92462" x="7129463" y="3884613"/>
          <p14:tracePt t="92480" x="7137400" y="3884613"/>
          <p14:tracePt t="92525" x="7158038" y="3878263"/>
          <p14:tracePt t="92526" x="7197725" y="3878263"/>
          <p14:tracePt t="92535" x="7218363" y="3878263"/>
          <p14:tracePt t="92559" x="7253288" y="3884613"/>
          <p14:tracePt t="92573" x="7280275" y="3884613"/>
          <p14:tracePt t="92596" x="7354888" y="3911600"/>
          <p14:tracePt t="92612" x="7470775" y="3938588"/>
          <p14:tracePt t="92650" x="7551738" y="3973513"/>
          <p14:tracePt t="92651" x="7796213" y="4102100"/>
          <p14:tracePt t="92659" x="7899400" y="4170363"/>
          <p14:tracePt t="92675" x="8054975" y="4292600"/>
          <p14:tracePt t="92711" x="8301038" y="4551363"/>
          <p14:tracePt t="92712" x="8626475" y="4911725"/>
          <p14:tracePt t="92737" x="8804275" y="5191125"/>
          <p14:tracePt t="92758" x="8872538" y="5360988"/>
          <p14:tracePt t="92783" x="8872538" y="5497513"/>
          <p14:tracePt t="92792" x="8872538" y="5530850"/>
          <p14:tracePt t="92805" x="8878888" y="5557838"/>
          <p14:tracePt t="92823" x="8891588" y="5578475"/>
          <p14:tracePt t="92840" x="8953500" y="5599113"/>
          <p14:tracePt t="92852" x="9021763" y="5605463"/>
          <p14:tracePt t="92872" x="9117013" y="5586413"/>
          <p14:tracePt t="92889" x="9144000" y="5551488"/>
          <p14:tracePt t="92901" x="9150350" y="5524500"/>
          <p14:tracePt t="92936" x="9123363" y="5408613"/>
          <p14:tracePt t="92937" x="8953500" y="5211763"/>
          <p14:tracePt t="92958" x="8756650" y="5068888"/>
          <p14:tracePt t="92966" x="8545513" y="4946650"/>
          <p14:tracePt t="92979" x="8423275" y="4919663"/>
          <p14:tracePt t="92991" x="8286750" y="4938713"/>
          <p14:tracePt t="93007" x="8089900" y="5062538"/>
          <p14:tracePt t="93025" x="7967663" y="5143500"/>
          <p14:tracePt t="93041" x="7796213" y="5307013"/>
          <p14:tracePt t="93056" x="7748588" y="5414963"/>
          <p14:tracePt t="93073" x="7748588" y="5530850"/>
          <p14:tracePt t="93074" x="7769225" y="5613400"/>
          <p14:tracePt t="93089" x="7824788" y="5721350"/>
          <p14:tracePt t="93121" x="7912100" y="5824538"/>
          <p14:tracePt t="93122" x="8129588" y="5932488"/>
          <p14:tracePt t="93133" x="8328025" y="5973763"/>
          <p14:tracePt t="93146" x="8572500" y="5994400"/>
          <p14:tracePt t="93171" x="8769350" y="5994400"/>
          <p14:tracePt t="93173" x="9015413" y="5973763"/>
          <p14:tracePt t="93174" x="9185275" y="5919788"/>
          <p14:tracePt t="93195" x="9348788" y="5783263"/>
          <p14:tracePt t="93218" x="9361488" y="5613400"/>
          <p14:tracePt t="93238" x="9313863" y="5510213"/>
          <p14:tracePt t="93248" x="9239250" y="5435600"/>
          <p14:tracePt t="93275" x="8947150" y="5334000"/>
          <p14:tracePt t="93295" x="8864600" y="5334000"/>
          <p14:tracePt t="93306" x="8729663" y="5360988"/>
          <p14:tracePt t="93322" x="8605838" y="5414963"/>
          <p14:tracePt t="93324" x="8524875" y="5462588"/>
          <p14:tracePt t="93338" x="8435975" y="5524500"/>
          <p14:tracePt t="93356" x="8382000" y="5586413"/>
          <p14:tracePt t="93358" x="8361363" y="5634038"/>
          <p14:tracePt t="93372" x="8361363" y="5681663"/>
          <p14:tracePt t="93389" x="8382000" y="5735638"/>
          <p14:tracePt t="93405" x="8497888" y="5851525"/>
          <p14:tracePt t="93415" x="8599488" y="5899150"/>
          <p14:tracePt t="93429" x="8742363" y="5932488"/>
          <p14:tracePt t="93444" x="9090025" y="5967413"/>
          <p14:tracePt t="93471" x="9444038" y="5953125"/>
          <p14:tracePt t="93482" x="9558338" y="5919788"/>
          <p14:tracePt t="93495" x="9626600" y="5878513"/>
          <p14:tracePt t="93522" x="9634538" y="5843588"/>
          <p14:tracePt t="93523" x="9593263" y="5721350"/>
          <p14:tracePt t="93544" x="9483725" y="5626100"/>
          <p14:tracePt t="93567" x="9307513" y="5572125"/>
          <p14:tracePt t="93585" x="9170988" y="5551488"/>
          <p14:tracePt t="93598" x="8994775" y="5557838"/>
          <p14:tracePt t="93622" x="8816975" y="5578475"/>
          <p14:tracePt t="93624" x="8572500" y="5661025"/>
          <p14:tracePt t="93650" x="8497888" y="5708650"/>
          <p14:tracePt t="93651" x="8477250" y="5735638"/>
          <p14:tracePt t="93660" x="8462963" y="5768975"/>
          <p14:tracePt t="93673" x="8477250" y="5795963"/>
          <p14:tracePt t="93689" x="8497888" y="5803900"/>
          <p14:tracePt t="93692" x="8545513" y="5824538"/>
          <p14:tracePt t="93705" x="8647113" y="5843588"/>
          <p14:tracePt t="93717" x="8748713" y="5851525"/>
          <p14:tracePt t="93732" x="8939213" y="5851525"/>
          <p14:tracePt t="93746" x="9137650" y="5830888"/>
          <p14:tracePt t="93761" x="9409113" y="5756275"/>
          <p14:tracePt t="93774" x="9491663" y="5700713"/>
          <p14:tracePt t="93792" x="9518650" y="5653088"/>
          <p14:tracePt t="93794" x="9531350" y="5586413"/>
          <p14:tracePt t="93822" x="9491663" y="5503863"/>
          <p14:tracePt t="93823" x="9423400" y="5402263"/>
          <p14:tracePt t="93833" x="9348788" y="5327650"/>
          <p14:tracePt t="93847" x="9245600" y="5232400"/>
          <p14:tracePt t="93850" x="9117013" y="5164138"/>
          <p14:tracePt t="93862" x="9021763" y="5143500"/>
          <p14:tracePt t="93877" x="8899525" y="5129213"/>
          <p14:tracePt t="93891" x="8783638" y="5129213"/>
          <p14:tracePt t="93921" x="8721725" y="5137150"/>
          <p14:tracePt t="93923" x="8605838" y="5218113"/>
          <p14:tracePt t="93934" x="8578850" y="5265738"/>
          <p14:tracePt t="93949" x="8558213" y="5334000"/>
          <p14:tracePt t="93952" x="8558213" y="5387975"/>
          <p14:tracePt t="93962" x="8572500" y="5429250"/>
          <p14:tracePt t="93994" x="8599488" y="5476875"/>
          <p14:tracePt t="93994" x="8682038" y="5557838"/>
          <p14:tracePt t="94017" x="8872538" y="5626100"/>
          <p14:tracePt t="94035" x="8967788" y="5634038"/>
          <p14:tracePt t="94048" x="9102725" y="5646738"/>
          <p14:tracePt t="94061" x="9266238" y="5646738"/>
          <p14:tracePt t="94064" x="9415463" y="5626100"/>
          <p14:tracePt t="94077" x="9531350" y="5605463"/>
          <p14:tracePt t="94090" x="9640888" y="5557838"/>
          <p14:tracePt t="94119" x="9729788" y="5510213"/>
          <p14:tracePt t="94121" x="9790113" y="5414963"/>
          <p14:tracePt t="94133" x="9804400" y="5354638"/>
          <p14:tracePt t="94158" x="9804400" y="5307013"/>
          <p14:tracePt t="94159" x="9783763" y="5253038"/>
          <p14:tracePt t="94168" x="9742488" y="5191125"/>
          <p14:tracePt t="94182" x="9701213" y="5143500"/>
          <p14:tracePt t="94208" x="9586913" y="5081588"/>
          <p14:tracePt t="94209" x="9286875" y="4932363"/>
          <p14:tracePt t="94233" x="8953500" y="4851400"/>
          <p14:tracePt t="94250" x="8864600" y="4864100"/>
          <p14:tracePt t="94259" x="8742363" y="4899025"/>
          <p14:tracePt t="94273" x="8620125" y="4973638"/>
          <p14:tracePt t="94289" x="8531225" y="5033963"/>
          <p14:tracePt t="94291" x="8450263" y="5110163"/>
          <p14:tracePt t="94326" x="8340725" y="5205413"/>
          <p14:tracePt t="94326" x="8340725" y="5218113"/>
          <p14:tracePt t="94335" x="8340725" y="5253038"/>
          <p14:tracePt t="94352" x="8361363" y="5280025"/>
          <p14:tracePt t="94368" x="8462963" y="5340350"/>
          <p14:tracePt t="94386" x="8558213" y="5375275"/>
          <p14:tracePt t="94402" x="8756650" y="5402263"/>
          <p14:tracePt t="94433" x="8891588" y="5408613"/>
          <p14:tracePt t="94434" x="9102725" y="5387975"/>
          <p14:tracePt t="94454" x="9191625" y="5375275"/>
          <p14:tracePt t="94465" x="9239250" y="5360988"/>
          <p14:tracePt t="94479" x="9266238" y="5340350"/>
          <p14:tracePt t="94483" x="9286875" y="5334000"/>
          <p14:tracePt t="94494" x="9286875" y="5327650"/>
          <p14:tracePt t="94522" x="9286875" y="5313363"/>
          <p14:tracePt t="94523" x="9286875" y="5307013"/>
          <p14:tracePt t="94539" x="9272588" y="5292725"/>
          <p14:tracePt t="94549" x="9272588" y="5286375"/>
          <p14:tracePt t="94563" x="9266238" y="5265738"/>
          <p14:tracePt t="94576" x="9259888" y="5265738"/>
          <p14:tracePt t="94590" x="9245600" y="5259388"/>
          <p14:tracePt t="94647" x="9245600" y="5253038"/>
          <p14:tracePt t="94669" x="9266238" y="5238750"/>
          <p14:tracePt t="94688" x="9272588" y="5232400"/>
          <p14:tracePt t="94698" x="9286875" y="5218113"/>
          <p14:tracePt t="94725" x="9286875" y="5211763"/>
          <p14:tracePt t="94726" x="9286875" y="5184775"/>
          <p14:tracePt t="94749" x="9259888" y="5143500"/>
          <p14:tracePt t="94768" x="9212263" y="5129213"/>
          <p14:tracePt t="94777" x="9150350" y="5110163"/>
          <p14:tracePt t="94789" x="9090025" y="5081588"/>
          <p14:tracePt t="94964" x="9117013" y="5089525"/>
          <p14:tracePt t="94982" x="9137650" y="5095875"/>
          <p14:tracePt t="94991" x="9150350" y="5095875"/>
          <p14:tracePt t="95008" x="9164638" y="5095875"/>
          <p14:tracePt t="95050" x="9170988" y="5089525"/>
          <p14:tracePt t="95080" x="9185275" y="5068888"/>
          <p14:tracePt t="95089" x="9191625" y="5062538"/>
          <p14:tracePt t="95117" x="9191625" y="5054600"/>
          <p14:tracePt t="95118" x="9191625" y="5041900"/>
          <p14:tracePt t="95119" x="9197975" y="5033963"/>
          <p14:tracePt t="95149" x="9212263" y="4994275"/>
          <p14:tracePt t="95157" x="9218613" y="4973638"/>
          <p14:tracePt t="95170" x="9224963" y="4946650"/>
          <p14:tracePt t="95185" x="9239250" y="4919663"/>
          <p14:tracePt t="95186" x="9245600" y="4872038"/>
          <p14:tracePt t="95202" x="9266238" y="4816475"/>
          <p14:tracePt t="95217" x="9266238" y="4768850"/>
          <p14:tracePt t="95247" x="9272588" y="4640263"/>
          <p14:tracePt t="95248" x="9272588" y="4578350"/>
          <p14:tracePt t="95258" x="9272588" y="4518025"/>
          <p14:tracePt t="95271" x="9272588" y="4429125"/>
          <p14:tracePt t="95284" x="9286875" y="4354513"/>
          <p14:tracePt t="95299" x="9286875" y="4252913"/>
          <p14:tracePt t="95300" x="9286875" y="4170363"/>
          <p14:tracePt t="95332" x="9272588" y="4122738"/>
          <p14:tracePt t="95333" x="9266238" y="4062413"/>
          <p14:tracePt t="95334" x="9259888" y="4027488"/>
          <p14:tracePt t="95356" x="9245600" y="4000500"/>
          <p14:tracePt t="95357" x="9245600" y="3979863"/>
          <p14:tracePt t="95377" x="9224963" y="3959225"/>
          <p14:tracePt t="95393" x="9218613" y="3952875"/>
          <p14:tracePt t="95536" x="9212263" y="3932238"/>
          <p14:tracePt t="95536" x="9212263" y="3890963"/>
          <p14:tracePt t="95560" x="9185275" y="3810000"/>
          <p14:tracePt t="95581" x="9144000" y="3756025"/>
          <p14:tracePt t="95582" x="9117013" y="3708400"/>
          <p14:tracePt t="95602" x="9075738" y="3660775"/>
          <p14:tracePt t="95604" x="9048750" y="3640138"/>
          <p14:tracePt t="95617" x="9015413" y="3613150"/>
          <p14:tracePt t="95639" x="8974138" y="3592513"/>
          <p14:tracePt t="95640" x="8939213" y="3586163"/>
          <p14:tracePt t="95657" x="8878888" y="3565525"/>
          <p14:tracePt t="95672" x="8824913" y="3544888"/>
          <p14:tracePt t="95674" x="8777288" y="3538538"/>
          <p14:tracePt t="95692" x="8729663" y="3538538"/>
          <p14:tracePt t="95693" x="8682038" y="3530600"/>
          <p14:tracePt t="95725" x="8661400" y="3530600"/>
          <p14:tracePt t="95726" x="8634413" y="3538538"/>
          <p14:tracePt t="95727" x="8620125" y="3538538"/>
          <p14:tracePt t="95750" x="8586788" y="3538538"/>
          <p14:tracePt t="95771" x="8572500" y="3538538"/>
          <p14:tracePt t="95789" x="8558213" y="3538538"/>
          <p14:tracePt t="95839" x="8572500" y="3538538"/>
          <p14:tracePt t="95861" x="8578850" y="3538538"/>
          <p14:tracePt t="95885" x="8586788" y="3538538"/>
          <p14:tracePt t="95934" x="8599488" y="3538538"/>
          <p14:tracePt t="95955" x="8605838" y="3544888"/>
          <p14:tracePt t="95971" x="8620125" y="3544888"/>
          <p14:tracePt t="95986" x="8626475" y="3557588"/>
          <p14:tracePt t="95989" x="8647113" y="3565525"/>
          <p14:tracePt t="96005" x="8674100" y="3571875"/>
          <p14:tracePt t="96036" x="8709025" y="3586163"/>
          <p14:tracePt t="96037" x="8777288" y="3592513"/>
          <p14:tracePt t="96046" x="8824913" y="3605213"/>
          <p14:tracePt t="96061" x="8872538" y="3613150"/>
          <p14:tracePt t="96078" x="8967788" y="3619500"/>
          <p14:tracePt t="96095" x="8994775" y="3633788"/>
          <p14:tracePt t="96111" x="9063038" y="3640138"/>
          <p14:tracePt t="96143" x="9075738" y="3640138"/>
          <p14:tracePt t="96144" x="9123363" y="3646488"/>
          <p14:tracePt t="96169" x="9164638" y="3660775"/>
          <p14:tracePt t="96188" x="9185275" y="3660775"/>
          <p14:tracePt t="96190" x="9191625" y="3667125"/>
          <p14:tracePt t="96212" x="9197975" y="3667125"/>
          <p14:tracePt t="96280" x="9191625" y="3667125"/>
          <p14:tracePt t="96309" x="9150350" y="3681413"/>
          <p14:tracePt t="96317" x="9123363" y="3681413"/>
          <p14:tracePt t="96338" x="9048750" y="3687763"/>
          <p14:tracePt t="96351" x="9001125" y="3694113"/>
          <p14:tracePt t="96373" x="8939213" y="3708400"/>
          <p14:tracePt t="96388" x="8905875" y="3714750"/>
          <p14:tracePt t="96427" x="8878888" y="3729038"/>
          <p14:tracePt t="96503" x="8891588" y="3714750"/>
          <p14:tracePt t="96528" x="8899525" y="3714750"/>
          <p14:tracePt t="96553" x="8905875" y="3714750"/>
          <p14:tracePt t="96561" x="8920163" y="3714750"/>
          <p14:tracePt t="96573" x="8939213" y="3714750"/>
          <p14:tracePt t="96593" x="8980488" y="3729038"/>
          <p14:tracePt t="96629" x="9021763" y="3735388"/>
          <p14:tracePt t="96629" x="9123363" y="3741738"/>
          <p14:tracePt t="96648" x="9197975" y="3762375"/>
          <p14:tracePt t="96649" x="9259888" y="3762375"/>
          <p14:tracePt t="96676" x="9415463" y="3768725"/>
          <p14:tracePt t="96685" x="9483725" y="3768725"/>
          <p14:tracePt t="96703" x="9531350" y="3768725"/>
          <p14:tracePt t="96722" x="9634538" y="3762375"/>
          <p14:tracePt t="96739" x="9661525" y="3762375"/>
          <p14:tracePt t="96741" x="9682163" y="3762375"/>
          <p14:tracePt t="96751" x="9688513" y="3762375"/>
          <p14:tracePt t="96819" x="9667875" y="3762375"/>
          <p14:tracePt t="96839" x="9640888" y="3756025"/>
          <p14:tracePt t="96840" x="9593263" y="3756025"/>
          <p14:tracePt t="96867" x="9483725" y="3735388"/>
          <p14:tracePt t="96876" x="9382125" y="3729038"/>
          <p14:tracePt t="96890" x="9266238" y="3714750"/>
          <p14:tracePt t="96917" x="9185275" y="3708400"/>
          <p14:tracePt t="96917" x="9048750" y="3694113"/>
          <p14:tracePt t="96929" x="8926513" y="3694113"/>
          <p14:tracePt t="96945" x="8756650" y="3687763"/>
          <p14:tracePt t="96960" x="8694738" y="3687763"/>
          <p14:tracePt t="96976" x="8634413" y="3687763"/>
          <p14:tracePt t="97055" x="8647113" y="3687763"/>
          <p14:tracePt t="97075" x="8653463" y="3687763"/>
          <p14:tracePt t="97096" x="8694738" y="3687763"/>
          <p14:tracePt t="97120" x="8729663" y="3687763"/>
          <p14:tracePt t="97121" x="8769350" y="3687763"/>
          <p14:tracePt t="97122" x="8824913" y="3687763"/>
          <p14:tracePt t="97142" x="8899525" y="3687763"/>
          <p14:tracePt t="97150" x="8953500" y="3694113"/>
          <p14:tracePt t="97170" x="9117013" y="3708400"/>
          <p14:tracePt t="97190" x="9170988" y="3708400"/>
          <p14:tracePt t="97192" x="9239250" y="3708400"/>
          <p14:tracePt t="97221" x="9293225" y="3708400"/>
          <p14:tracePt t="97222" x="9334500" y="3708400"/>
          <p14:tracePt t="97223" x="9361488" y="3708400"/>
          <p14:tracePt t="97245" x="9382125" y="3708400"/>
          <p14:tracePt t="97245" x="9388475" y="3708400"/>
          <p14:tracePt t="97317" x="9361488" y="3708400"/>
          <p14:tracePt t="97325" x="9340850" y="3708400"/>
          <p14:tracePt t="97339" x="9307513" y="3694113"/>
          <p14:tracePt t="97355" x="9259888" y="3694113"/>
          <p14:tracePt t="97369" x="9218613" y="3694113"/>
          <p14:tracePt t="97370" x="9164638" y="3708400"/>
          <p14:tracePt t="97382" x="9096375" y="3708400"/>
          <p14:tracePt t="97401" x="9063038" y="3714750"/>
          <p14:tracePt t="97437" x="8967788" y="3714750"/>
          <p14:tracePt t="97438" x="8926513" y="3714750"/>
          <p14:tracePt t="97459" x="8920163" y="3714750"/>
          <p14:tracePt t="97512" x="8939213" y="3714750"/>
          <p14:tracePt t="97519" x="8953500" y="3714750"/>
          <p14:tracePt t="97539" x="8994775" y="3708400"/>
          <p14:tracePt t="97553" x="9042400" y="3708400"/>
          <p14:tracePt t="97574" x="9144000" y="3714750"/>
          <p14:tracePt t="97589" x="9218613" y="3729038"/>
          <p14:tracePt t="97620" x="9348788" y="3741738"/>
          <p14:tracePt t="97622" x="9409113" y="3756025"/>
          <p14:tracePt t="97635" x="9456738" y="3756025"/>
          <p14:tracePt t="97657" x="9510713" y="3756025"/>
          <p14:tracePt t="97670" x="9531350" y="3756025"/>
          <p14:tracePt t="97690" x="9539288" y="3756025"/>
          <p14:tracePt t="97723" x="9491663" y="3756025"/>
          <p14:tracePt t="97731" x="9415463" y="3741738"/>
          <p14:tracePt t="97746" x="9348788" y="3735388"/>
          <p14:tracePt t="97762" x="9239250" y="3729038"/>
          <p14:tracePt t="97780" x="9048750" y="3708400"/>
          <p14:tracePt t="97796" x="8953500" y="3694113"/>
          <p14:tracePt t="97797" x="8872538" y="3694113"/>
          <p14:tracePt t="97828" x="8816975" y="3687763"/>
          <p14:tracePt t="97829" x="8783638" y="3687763"/>
          <p14:tracePt t="97840" x="8769350" y="3687763"/>
          <p14:tracePt t="97884" x="8783638" y="3687763"/>
          <p14:tracePt t="97896" x="8804275" y="3687763"/>
          <p14:tracePt t="97910" x="8899525" y="3694113"/>
          <p14:tracePt t="97945" x="8947150" y="3708400"/>
          <p14:tracePt t="97946" x="9117013" y="3729038"/>
          <p14:tracePt t="97964" x="9185275" y="3729038"/>
          <p14:tracePt t="97973" x="9272588" y="3735388"/>
          <p14:tracePt t="97990" x="9388475" y="3741738"/>
          <p14:tracePt t="98002" x="9436100" y="3741738"/>
          <p14:tracePt t="98023" x="9456738" y="3741738"/>
          <p14:tracePt t="98025" x="9463088" y="3741738"/>
          <p14:tracePt t="98039" x="9471025" y="3741738"/>
          <p14:tracePt t="98069" x="9456738" y="3741738"/>
          <p14:tracePt t="98089" x="9409113" y="3741738"/>
          <p14:tracePt t="98090" x="9340850" y="3735388"/>
          <p14:tracePt t="98124" x="9212263" y="3729038"/>
          <p14:tracePt t="98125" x="9144000" y="3729038"/>
          <p14:tracePt t="98148" x="9021763" y="3714750"/>
          <p14:tracePt t="98167" x="8974138" y="3708400"/>
          <p14:tracePt t="98168" x="8947150" y="3708400"/>
          <p14:tracePt t="98179" x="8926513" y="3708400"/>
          <p14:tracePt t="98250" x="8939213" y="3708400"/>
          <p14:tracePt t="98269" x="8980488" y="3708400"/>
          <p14:tracePt t="98296" x="9075738" y="3729038"/>
          <p14:tracePt t="98306" x="9123363" y="3729038"/>
          <p14:tracePt t="98326" x="9212263" y="3735388"/>
          <p14:tracePt t="98327" x="9286875" y="3741738"/>
          <p14:tracePt t="98340" x="9348788" y="3756025"/>
          <p14:tracePt t="98360" x="9436100" y="3756025"/>
          <p14:tracePt t="98379" x="9456738" y="3756025"/>
          <p14:tracePt t="98395" x="9471025" y="3756025"/>
          <p14:tracePt t="98439" x="9456738" y="3756025"/>
          <p14:tracePt t="98465" x="9436100" y="3756025"/>
          <p14:tracePt t="98466" x="9396413" y="3756025"/>
          <p14:tracePt t="98474" x="9361488" y="3756025"/>
          <p14:tracePt t="98486" x="9320213" y="3756025"/>
          <p14:tracePt t="98516" x="9224963" y="3756025"/>
          <p14:tracePt t="98522" x="9185275" y="3756025"/>
          <p14:tracePt t="98534" x="9117013" y="3756025"/>
          <p14:tracePt t="98552" x="9021763" y="3756025"/>
          <p14:tracePt t="98570" x="8974138" y="3756025"/>
          <p14:tracePt t="98592" x="8939213" y="3756025"/>
          <p14:tracePt t="98655" x="8947150" y="3756025"/>
          <p14:tracePt t="98665" x="8967788" y="3756025"/>
          <p14:tracePt t="98679" x="9001125" y="3756025"/>
          <p14:tracePt t="98696" x="9048750" y="3756025"/>
          <p14:tracePt t="98698" x="9096375" y="3756025"/>
          <p14:tracePt t="98713" x="9164638" y="3756025"/>
          <p14:tracePt t="98742" x="9259888" y="3756025"/>
          <p14:tracePt t="98743" x="9415463" y="3762375"/>
          <p14:tracePt t="98769" x="9539288" y="3768725"/>
          <p14:tracePt t="98778" x="9578975" y="3768725"/>
          <p14:tracePt t="98791" x="9605963" y="3768725"/>
          <p14:tracePt t="98820" x="9613900" y="3768725"/>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detailed structure of one single AES round. ">
            <a:extLst>
              <a:ext uri="{FF2B5EF4-FFF2-40B4-BE49-F238E27FC236}">
                <a16:creationId xmlns:a16="http://schemas.microsoft.com/office/drawing/2014/main" id="{752A7BFE-8016-A549-8C24-B869A9039931}"/>
              </a:ext>
            </a:extLst>
          </p:cNvPr>
          <p:cNvPicPr>
            <a:picLocks noChangeAspect="1"/>
          </p:cNvPicPr>
          <p:nvPr/>
        </p:nvPicPr>
        <p:blipFill>
          <a:blip r:embed="rId3"/>
          <a:stretch>
            <a:fillRect/>
          </a:stretch>
        </p:blipFill>
        <p:spPr>
          <a:xfrm>
            <a:off x="3446318" y="-819472"/>
            <a:ext cx="6667286" cy="8628252"/>
          </a:xfrm>
          <a:prstGeom prst="rect">
            <a:avLst/>
          </a:prstGeom>
        </p:spPr>
      </p:pic>
      <p:sp>
        <p:nvSpPr>
          <p:cNvPr id="4" name="TextBox 3">
            <a:extLst>
              <a:ext uri="{FF2B5EF4-FFF2-40B4-BE49-F238E27FC236}">
                <a16:creationId xmlns:a16="http://schemas.microsoft.com/office/drawing/2014/main" id="{3C8FF81C-B484-135F-04BA-C1A8AEADAFB3}"/>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2" name="Title 1">
            <a:extLst>
              <a:ext uri="{FF2B5EF4-FFF2-40B4-BE49-F238E27FC236}">
                <a16:creationId xmlns:a16="http://schemas.microsoft.com/office/drawing/2014/main" id="{49DC116D-601D-B665-640B-A9D27B434B96}"/>
              </a:ext>
            </a:extLst>
          </p:cNvPr>
          <p:cNvSpPr>
            <a:spLocks noGrp="1"/>
          </p:cNvSpPr>
          <p:nvPr>
            <p:ph type="title"/>
          </p:nvPr>
        </p:nvSpPr>
        <p:spPr>
          <a:xfrm>
            <a:off x="271849" y="365125"/>
            <a:ext cx="3805881" cy="1325563"/>
          </a:xfrm>
        </p:spPr>
        <p:txBody>
          <a:bodyPr>
            <a:normAutofit/>
          </a:bodyPr>
          <a:lstStyle/>
          <a:p>
            <a:r>
              <a:rPr lang="en-US" dirty="0"/>
              <a:t>One AES Round Overview</a:t>
            </a:r>
          </a:p>
        </p:txBody>
      </p:sp>
    </p:spTree>
  </p:cSld>
  <p:clrMapOvr>
    <a:masterClrMapping/>
  </p:clrMapOvr>
  <p:transition advTm="81098">
    <p:dissolve/>
  </p:transition>
  <p:extLst>
    <p:ext uri="{3A86A75C-4F4B-4683-9AE1-C65F6400EC91}">
      <p14:laserTraceLst xmlns:p14="http://schemas.microsoft.com/office/powerpoint/2010/main">
        <p14:tracePtLst>
          <p14:tracePt t="5267" x="9361488" y="3286125"/>
          <p14:tracePt t="5279" x="9185275" y="3021013"/>
          <p14:tracePt t="5298" x="8864600" y="2613025"/>
          <p14:tracePt t="5315" x="8682038" y="2414588"/>
          <p14:tracePt t="5315" x="8578850" y="2312988"/>
          <p14:tracePt t="5347" x="8456613" y="2205038"/>
          <p14:tracePt t="5348" x="8361363" y="2122488"/>
          <p14:tracePt t="5349" x="8218488" y="2033588"/>
          <p14:tracePt t="5370" x="8102600" y="1966913"/>
          <p14:tracePt t="5379" x="7912100" y="1890713"/>
          <p14:tracePt t="5395" x="7783513" y="1843088"/>
          <p14:tracePt t="5396" x="7578725" y="1795463"/>
          <p14:tracePt t="5407" x="7381875" y="1762125"/>
          <p14:tracePt t="5443" x="7253288" y="1741488"/>
          <p14:tracePt t="5444" x="6905625" y="1747838"/>
          <p14:tracePt t="5452" x="6661150" y="1789113"/>
          <p14:tracePt t="5464" x="6483350" y="1824038"/>
          <p14:tracePt t="5479" x="6211888" y="1911350"/>
          <p14:tracePt t="5498" x="5721350" y="2136775"/>
          <p14:tracePt t="5514" x="5456238" y="2333625"/>
          <p14:tracePt t="5531" x="5116513" y="2720975"/>
          <p14:tracePt t="5564" x="5021263" y="2878138"/>
          <p14:tracePt t="5565" x="4843463" y="3300413"/>
          <p14:tracePt t="5590" x="4776788" y="3714750"/>
          <p14:tracePt t="5598" x="4768850" y="3932238"/>
          <p14:tracePt t="5612" x="4768850" y="4081463"/>
          <p14:tracePt t="5641" x="4789488" y="4292600"/>
          <p14:tracePt t="5643" x="4911725" y="4646613"/>
          <p14:tracePt t="5661" x="5054600" y="4843463"/>
          <p14:tracePt t="5672" x="5170488" y="4959350"/>
          <p14:tracePt t="5686" x="5375275" y="5110163"/>
          <p14:tracePt t="5687" x="5524500" y="5184775"/>
          <p14:tracePt t="5700" x="5735638" y="5259388"/>
          <p14:tracePt t="5714" x="5899150" y="5286375"/>
          <p14:tracePt t="5745" x="6164263" y="5286375"/>
          <p14:tracePt t="5746" x="6688138" y="5205413"/>
          <p14:tracePt t="5756" x="7021513" y="5089525"/>
          <p14:tracePt t="5769" x="7224713" y="4994275"/>
          <p14:tracePt t="5781" x="7491413" y="4816475"/>
          <p14:tracePt t="5796" x="7640638" y="4673600"/>
          <p14:tracePt t="5813" x="7920038" y="4232275"/>
          <p14:tracePt t="5845" x="8021638" y="3911600"/>
          <p14:tracePt t="5846" x="8054975" y="3244850"/>
          <p14:tracePt t="5866" x="7872413" y="2625725"/>
          <p14:tracePt t="5890" x="7620000" y="2211388"/>
          <p14:tracePt t="5908" x="7443788" y="2041525"/>
          <p14:tracePt t="5916" x="7307263" y="1946275"/>
          <p14:tracePt t="5929" x="7123113" y="1816100"/>
          <p14:tracePt t="5945" x="6986588" y="1747838"/>
          <p14:tracePt t="5947" x="6804025" y="1687513"/>
          <p14:tracePt t="5962" x="6619875" y="1652588"/>
          <p14:tracePt t="5995" x="6497638" y="1646238"/>
          <p14:tracePt t="5996" x="6224588" y="1693863"/>
          <p14:tracePt t="6005" x="6048375" y="1762125"/>
          <p14:tracePt t="6033" x="5919788" y="1843088"/>
          <p14:tracePt t="6034" x="5708650" y="2033588"/>
          <p14:tracePt t="6035" x="5572125" y="2205038"/>
          <p14:tracePt t="6052" x="5375275" y="2524125"/>
          <p14:tracePt t="6063" x="5265738" y="2768600"/>
          <p14:tracePt t="6078" x="5164138" y="3149600"/>
          <p14:tracePt t="6095" x="5116513" y="3714750"/>
          <p14:tracePt t="6106" x="5143500" y="4000500"/>
          <p14:tracePt t="6131" x="5191125" y="4149725"/>
          <p14:tracePt t="6132" x="5286375" y="4327525"/>
          <p14:tracePt t="6141" x="5375275" y="4422775"/>
          <p14:tracePt t="6158" x="5497513" y="4524375"/>
          <p14:tracePt t="6163" x="5586413" y="4578350"/>
          <p14:tracePt t="6175" x="5748338" y="4625975"/>
          <p14:tracePt t="6207" x="5872163" y="4646613"/>
          <p14:tracePt t="6208" x="6388100" y="4592638"/>
          <p14:tracePt t="6217" x="6613525" y="4524375"/>
          <p14:tracePt t="6230" x="6980238" y="4367213"/>
          <p14:tracePt t="6247" x="7218363" y="4205288"/>
          <p14:tracePt t="6263" x="7524750" y="3911600"/>
          <p14:tracePt t="6278" x="7673975" y="3694113"/>
          <p14:tracePt t="6279" x="7816850" y="3367088"/>
          <p14:tracePt t="6288" x="7843838" y="3163888"/>
          <p14:tracePt t="6301" x="7843838" y="2871788"/>
          <p14:tracePt t="6314" x="7796213" y="2708275"/>
          <p14:tracePt t="6344" x="7715250" y="2524125"/>
          <p14:tracePt t="6346" x="7566025" y="2327275"/>
          <p14:tracePt t="6355" x="7477125" y="2259013"/>
          <p14:tracePt t="6369" x="7429500" y="2232025"/>
          <p14:tracePt t="6395" x="7367588" y="2205038"/>
          <p14:tracePt t="6396" x="7300913" y="2211388"/>
          <p14:tracePt t="6417" x="7292975" y="2217738"/>
          <p14:tracePt t="6418" x="7292975" y="2279650"/>
          <p14:tracePt t="6441" x="7319963" y="2482850"/>
          <p14:tracePt t="6458" x="7423150" y="2700338"/>
          <p14:tracePt t="6467" x="7545388" y="2857500"/>
          <p14:tracePt t="6494" x="7994650" y="3217863"/>
          <p14:tracePt t="6505" x="8253413" y="3340100"/>
          <p14:tracePt t="6518" x="8375650" y="3387725"/>
          <p14:tracePt t="6520" x="8456613" y="3408363"/>
          <p14:tracePt t="6532" x="8477250" y="3414713"/>
          <p14:tracePt t="7972" x="8462963" y="3387725"/>
          <p14:tracePt t="8006" x="8423275" y="3327400"/>
          <p14:tracePt t="8047" x="8402638" y="3313113"/>
          <p14:tracePt t="11070" x="8388350" y="3238500"/>
          <p14:tracePt t="11093" x="8355013" y="3116263"/>
          <p14:tracePt t="11113" x="8191500" y="2646363"/>
          <p14:tracePt t="11144" x="8102600" y="2286000"/>
          <p14:tracePt t="11161" x="8081963" y="2217738"/>
          <p14:tracePt t="11183" x="8054975" y="2122488"/>
          <p14:tracePt t="11208" x="8034338" y="2081213"/>
          <p14:tracePt t="11237" x="8021638" y="2068513"/>
          <p14:tracePt t="11289" x="8015288" y="2068513"/>
          <p14:tracePt t="11308" x="8007350" y="2068513"/>
          <p14:tracePt t="11340" x="7980363" y="2062163"/>
          <p14:tracePt t="11341" x="7899400" y="2041525"/>
          <p14:tracePt t="11349" x="7824788" y="2006600"/>
          <p14:tracePt t="11393" x="7667625" y="1871663"/>
          <p14:tracePt t="11394" x="7456488" y="1652588"/>
          <p14:tracePt t="11402" x="7348538" y="1530350"/>
          <p14:tracePt t="11426" x="7205663" y="1381125"/>
          <p14:tracePt t="11441" x="7177088" y="1354138"/>
          <p14:tracePt t="11462" x="7129463" y="1306513"/>
          <p14:tracePt t="11478" x="7123113" y="1300163"/>
          <p14:tracePt t="11499" x="7096125" y="1285875"/>
          <p14:tracePt t="11515" x="7081838" y="1285875"/>
          <p14:tracePt t="11616" x="7075488" y="1285875"/>
          <p14:tracePt t="11642" x="7034213" y="1300163"/>
          <p14:tracePt t="11650" x="7021513" y="1300163"/>
          <p14:tracePt t="11672" x="6986588" y="1306513"/>
          <p14:tracePt t="11674" x="6959600" y="1319213"/>
          <p14:tracePt t="11694" x="6938963" y="1319213"/>
          <p14:tracePt t="11696" x="6899275" y="1319213"/>
          <p14:tracePt t="11711" x="6858000" y="1319213"/>
          <p14:tracePt t="11749" x="6789738" y="1306513"/>
          <p14:tracePt t="11749" x="6762750" y="1300163"/>
          <p14:tracePt t="11750" x="6742113" y="1300163"/>
          <p14:tracePt t="11771" x="6729413" y="1285875"/>
          <p14:tracePt t="11781" x="6715125" y="1285875"/>
          <p14:tracePt t="11798" x="6708775" y="1285875"/>
          <p14:tracePt t="11912" x="6694488" y="1285875"/>
          <p14:tracePt t="11937" x="6667500" y="1285875"/>
          <p14:tracePt t="11945" x="6653213" y="1285875"/>
          <p14:tracePt t="11958" x="6619875" y="1285875"/>
          <p14:tracePt t="11976" x="6565900" y="1285875"/>
          <p14:tracePt t="11991" x="6545263" y="1300163"/>
          <p14:tracePt t="12009" x="6538913" y="1300163"/>
          <p14:tracePt t="12010" x="6530975" y="1300163"/>
          <p14:tracePt t="12134" x="6545263" y="1285875"/>
          <p14:tracePt t="12155" x="6578600" y="1285875"/>
          <p14:tracePt t="12171" x="6613525" y="1279525"/>
          <p14:tracePt t="12197" x="6729413" y="1271588"/>
          <p14:tracePt t="12223" x="7054850" y="1258888"/>
          <p14:tracePt t="12244" x="7177088" y="1258888"/>
          <p14:tracePt t="12245" x="7245350" y="1258888"/>
          <p14:tracePt t="12268" x="7327900" y="1258888"/>
          <p14:tracePt t="12270" x="7402513" y="1258888"/>
          <p14:tracePt t="12289" x="7443788" y="1258888"/>
          <p14:tracePt t="12290" x="7470775" y="1258888"/>
          <p14:tracePt t="12334" x="7477125" y="1258888"/>
          <p14:tracePt t="12359" x="7456488" y="1258888"/>
          <p14:tracePt t="12385" x="7348538" y="1252538"/>
          <p14:tracePt t="12393" x="7280275" y="1252538"/>
          <p14:tracePt t="12409" x="7185025" y="1252538"/>
          <p14:tracePt t="12426" x="7000875" y="1252538"/>
          <p14:tracePt t="12442" x="6905625" y="1244600"/>
          <p14:tracePt t="12459" x="6837363" y="1244600"/>
          <p14:tracePt t="12460" x="6804025" y="1244600"/>
          <p14:tracePt t="12475" x="6777038" y="1244600"/>
          <p14:tracePt t="12492" x="6762750" y="1244600"/>
          <p14:tracePt t="12536" x="6777038" y="1244600"/>
          <p14:tracePt t="12558" x="6810375" y="1231900"/>
          <p14:tracePt t="12582" x="6837363" y="1231900"/>
          <p14:tracePt t="12583" x="6932613" y="1231900"/>
          <p14:tracePt t="12605" x="7021513" y="1244600"/>
          <p14:tracePt t="12637" x="7075488" y="1244600"/>
          <p14:tracePt t="12645" x="7081838" y="1244600"/>
          <p14:tracePt t="12659" x="7096125" y="1244600"/>
          <p14:tracePt t="12692" x="7081838" y="1252538"/>
          <p14:tracePt t="12701" x="7054850" y="1252538"/>
          <p14:tracePt t="12719" x="7007225" y="1252538"/>
          <p14:tracePt t="12736" x="6837363" y="1244600"/>
          <p14:tracePt t="12747" x="6783388" y="1231900"/>
          <p14:tracePt t="12785" x="6667500" y="1211263"/>
          <p14:tracePt t="12785" x="6613525" y="1211263"/>
          <p14:tracePt t="12808" x="6605588" y="1211263"/>
          <p14:tracePt t="12879" x="6613525" y="1211263"/>
          <p14:tracePt t="12921" x="6619875" y="1223963"/>
          <p14:tracePt t="12935" x="6619875" y="1231900"/>
          <p14:tracePt t="12956" x="6640513" y="1252538"/>
          <p14:tracePt t="12972" x="6634163" y="1252538"/>
          <p14:tracePt t="13158" x="6708775" y="1252538"/>
          <p14:tracePt t="13191" x="6742113" y="1252538"/>
          <p14:tracePt t="13191" x="6762750" y="1252538"/>
          <p14:tracePt t="13226" x="6762750" y="1244600"/>
          <p14:tracePt t="13227" x="6742113" y="1244600"/>
          <p14:tracePt t="13260" x="6592888" y="1184275"/>
          <p14:tracePt t="13295" x="6265863" y="1054100"/>
          <p14:tracePt t="13333" x="5851525" y="857250"/>
          <p14:tracePt t="13342" x="5729288" y="782638"/>
          <p14:tracePt t="13366" x="5599113" y="681038"/>
          <p14:tracePt t="13394" x="5483225" y="571500"/>
          <p14:tracePt t="13409" x="5462588" y="557213"/>
          <p14:tracePt t="13456" x="5414963" y="523875"/>
          <p14:tracePt t="13458" x="5402263" y="517525"/>
          <p14:tracePt t="13475" x="5340350" y="517525"/>
          <p14:tracePt t="13499" x="5218113" y="517525"/>
          <p14:tracePt t="13518" x="5041900" y="538163"/>
          <p14:tracePt t="13557" x="4762500" y="585788"/>
          <p14:tracePt t="13559" x="4565650" y="633413"/>
          <p14:tracePt t="13573" x="4367213" y="687388"/>
          <p14:tracePt t="13575" x="4224338" y="735013"/>
          <p14:tracePt t="13596" x="3973513" y="877888"/>
          <p14:tracePt t="13613" x="3911600" y="938213"/>
          <p14:tracePt t="13650" x="3851275" y="1089025"/>
          <p14:tracePt t="13651" x="3851275" y="1157288"/>
          <p14:tracePt t="13651" x="3863975" y="1231900"/>
          <p14:tracePt t="13672" x="3911600" y="1300163"/>
          <p14:tracePt t="13682" x="3959225" y="1354138"/>
          <p14:tracePt t="13699" x="4062413" y="1408113"/>
          <p14:tracePt t="13716" x="4149725" y="1428750"/>
          <p14:tracePt t="13732" x="4319588" y="1408113"/>
          <p14:tracePt t="13749" x="4429125" y="1374775"/>
          <p14:tracePt t="13762" x="4524375" y="1347788"/>
          <p14:tracePt t="13779" x="4700588" y="1204913"/>
          <p14:tracePt t="13796" x="4748213" y="1136650"/>
          <p14:tracePt t="13812" x="4824413" y="904875"/>
          <p14:tracePt t="13843" x="4824413" y="830263"/>
          <p14:tracePt t="13844" x="4762500" y="681038"/>
          <p14:tracePt t="13865" x="4652963" y="619125"/>
          <p14:tracePt t="13889" x="4503738" y="619125"/>
          <p14:tracePt t="13906" x="4402138" y="646113"/>
          <p14:tracePt t="13937" x="4279900" y="714375"/>
          <p14:tracePt t="13938" x="4062413" y="931863"/>
          <p14:tracePt t="13946" x="4000500" y="1074738"/>
          <p14:tracePt t="13959" x="3979863" y="1211263"/>
          <p14:tracePt t="13976" x="3979863" y="1319213"/>
          <p14:tracePt t="13989" x="4014788" y="1449388"/>
          <p14:tracePt t="13990" x="4081463" y="1550988"/>
          <p14:tracePt t="14009" x="4129088" y="1598613"/>
          <p14:tracePt t="14038" x="4252913" y="1700213"/>
          <p14:tracePt t="14039" x="4319588" y="1728788"/>
          <p14:tracePt t="14048" x="4429125" y="1741488"/>
          <p14:tracePt t="14079" x="4572000" y="1728788"/>
          <p14:tracePt t="14080" x="4824413" y="1652588"/>
          <p14:tracePt t="14106" x="5014913" y="1544638"/>
          <p14:tracePt t="14114" x="5068888" y="1476375"/>
          <p14:tracePt t="14126" x="5095875" y="1408113"/>
          <p14:tracePt t="14145" x="5110163" y="1360488"/>
          <p14:tracePt t="14146" x="5110163" y="1306513"/>
          <p14:tracePt t="14165" x="5089525" y="1252538"/>
          <p14:tracePt t="14179" x="5062538" y="1204913"/>
          <p14:tracePt t="14180" x="5033963" y="1176338"/>
          <p14:tracePt t="14196" x="4986338" y="1136650"/>
          <p14:tracePt t="14212" x="4932363" y="1109663"/>
          <p14:tracePt t="14245" x="4795838" y="1089025"/>
          <p14:tracePt t="14253" x="4652963" y="1122363"/>
          <p14:tracePt t="14266" x="4572000" y="1184275"/>
          <p14:tracePt t="14295" x="4476750" y="1279525"/>
          <p14:tracePt t="14296" x="4375150" y="1530350"/>
          <p14:tracePt t="14316" x="4395788" y="1728788"/>
          <p14:tracePt t="14346" x="4503738" y="1884363"/>
          <p14:tracePt t="14354" x="4551363" y="1911350"/>
          <p14:tracePt t="14367" x="4640263" y="1946275"/>
          <p14:tracePt t="14381" x="4735513" y="1966913"/>
          <p14:tracePt t="14396" x="4932363" y="1958975"/>
          <p14:tracePt t="14411" x="5054600" y="1919288"/>
          <p14:tracePt t="14442" x="5116513" y="1884363"/>
          <p14:tracePt t="14444" x="5218113" y="1776413"/>
          <p14:tracePt t="14454" x="5232400" y="1728788"/>
          <p14:tracePt t="14467" x="5218113" y="1687513"/>
          <p14:tracePt t="14481" x="5191125" y="1625600"/>
          <p14:tracePt t="14494" x="5143500" y="1577975"/>
          <p14:tracePt t="14525" x="5041900" y="1517650"/>
          <p14:tracePt t="14527" x="4994275" y="1497013"/>
          <p14:tracePt t="14529" x="4959350" y="1482725"/>
          <p14:tracePt t="14550" x="4932363" y="1497013"/>
          <p14:tracePt t="14551" x="4911725" y="1497013"/>
          <p14:tracePt t="14569" x="4899025" y="1503363"/>
          <p14:tracePt t="14577" x="4899025" y="1517650"/>
          <p14:tracePt t="14610" x="4899025" y="1524000"/>
          <p14:tracePt t="14631" x="4911725" y="1524000"/>
          <p14:tracePt t="14655" x="4959350" y="1517650"/>
          <p14:tracePt t="14675" x="4973638" y="1503363"/>
          <p14:tracePt t="14676" x="4994275" y="1482725"/>
          <p14:tracePt t="14698" x="5021263" y="1408113"/>
          <p14:tracePt t="14727" x="5014913" y="1306513"/>
          <p14:tracePt t="14735" x="4994275" y="1244600"/>
          <p14:tracePt t="14748" x="4973638" y="1196975"/>
          <p14:tracePt t="14761" x="4938713" y="1149350"/>
          <p14:tracePt t="14777" x="4899025" y="1122363"/>
          <p14:tracePt t="14778" x="4872038" y="1101725"/>
          <p14:tracePt t="14794" x="4837113" y="1081088"/>
          <p14:tracePt t="14810" x="4795838" y="1081088"/>
          <p14:tracePt t="14811" x="4768850" y="1081088"/>
          <p14:tracePt t="14842" x="4741863" y="1089025"/>
          <p14:tracePt t="14844" x="4714875" y="1101725"/>
          <p14:tracePt t="14845" x="4687888" y="1122363"/>
          <p14:tracePt t="14866" x="4652963" y="1136650"/>
          <p14:tracePt t="14867" x="4640263" y="1163638"/>
          <p14:tracePt t="14891" x="4625975" y="1223963"/>
          <p14:tracePt t="14909" x="4619625" y="1258888"/>
          <p14:tracePt t="14931" x="4625975" y="1300163"/>
          <p14:tracePt t="14932" x="4625975" y="1327150"/>
          <p14:tracePt t="14942" x="4646613" y="1360488"/>
          <p14:tracePt t="14959" x="4673600" y="1395413"/>
          <p14:tracePt t="14976" x="4687888" y="1401763"/>
          <p14:tracePt t="14993" x="4721225" y="1422400"/>
          <p14:tracePt t="15010" x="4741863" y="1422400"/>
          <p14:tracePt t="15040" x="4768850" y="1422400"/>
          <p14:tracePt t="15041" x="4816475" y="1422400"/>
          <p14:tracePt t="15050" x="4843463" y="1422400"/>
          <p14:tracePt t="15062" x="4872038" y="1408113"/>
          <p14:tracePt t="15077" x="4911725" y="1395413"/>
          <p14:tracePt t="15093" x="4946650" y="1374775"/>
          <p14:tracePt t="15094" x="4973638" y="1354138"/>
          <p14:tracePt t="15110" x="4994275" y="1327150"/>
          <p14:tracePt t="15136" x="5021263" y="1306513"/>
          <p14:tracePt t="15142" x="5041900" y="1252538"/>
          <p14:tracePt t="15164" x="5041900" y="1204913"/>
          <p14:tracePt t="15165" x="5041900" y="1163638"/>
          <p14:tracePt t="15173" x="5021263" y="1109663"/>
          <p14:tracePt t="15189" x="5006975" y="1074738"/>
          <p14:tracePt t="15210" x="4959350" y="1041400"/>
          <p14:tracePt t="15239" x="4864100" y="1041400"/>
          <p14:tracePt t="15256" x="4816475" y="1062038"/>
          <p14:tracePt t="15270" x="4762500" y="1089025"/>
          <p14:tracePt t="15295" x="4619625" y="1258888"/>
          <p14:tracePt t="15316" x="4613275" y="1300163"/>
          <p14:tracePt t="15316" x="4613275" y="1347788"/>
          <p14:tracePt t="15340" x="4640263" y="1422400"/>
          <p14:tracePt t="15359" x="4673600" y="1449388"/>
          <p14:tracePt t="15381" x="4700588" y="1470025"/>
          <p14:tracePt t="15382" x="4735513" y="1476375"/>
          <p14:tracePt t="15390" x="4768850" y="1476375"/>
          <p14:tracePt t="15407" x="4816475" y="1476375"/>
          <p14:tracePt t="15411" x="4843463" y="1476375"/>
          <p14:tracePt t="15438" x="4872038" y="1476375"/>
          <p14:tracePt t="15439" x="4884738" y="1482725"/>
          <p14:tracePt t="15459" x="4851400" y="1482725"/>
          <p14:tracePt t="15744" x="4864100" y="1482725"/>
          <p14:tracePt t="15771" x="4872038" y="1482725"/>
          <p14:tracePt t="15778" x="4884738" y="1482725"/>
          <p14:tracePt t="15793" x="4891088" y="1482725"/>
          <p14:tracePt t="15816" x="4911725" y="1482725"/>
          <p14:tracePt t="15854" x="4919663" y="1482725"/>
          <p14:tracePt t="15855" x="4938713" y="1476375"/>
          <p14:tracePt t="15857" x="4959350" y="1476375"/>
          <p14:tracePt t="15876" x="4973638" y="1476375"/>
          <p14:tracePt t="15887" x="4994275" y="1470025"/>
          <p14:tracePt t="15905" x="5033963" y="1455738"/>
          <p14:tracePt t="15946" x="5068888" y="1428750"/>
          <p14:tracePt t="15947" x="5089525" y="1360488"/>
          <p14:tracePt t="15971" x="5089525" y="1285875"/>
          <p14:tracePt t="15998" x="5054600" y="1157288"/>
          <p14:tracePt t="16006" x="5033963" y="1122363"/>
          <p14:tracePt t="16036" x="4994275" y="1062038"/>
          <p14:tracePt t="16037" x="4911725" y="1006475"/>
          <p14:tracePt t="16064" x="4776788" y="985838"/>
          <p14:tracePt t="16072" x="4735513" y="1000125"/>
          <p14:tracePt t="16086" x="4667250" y="1027113"/>
          <p14:tracePt t="16103" x="4592638" y="1074738"/>
          <p14:tracePt t="16105" x="4530725" y="1128713"/>
          <p14:tracePt t="16119" x="4470400" y="1204913"/>
          <p14:tracePt t="16136" x="4443413" y="1271588"/>
          <p14:tracePt t="16150" x="4449763" y="1360488"/>
          <p14:tracePt t="16169" x="4456113" y="1401763"/>
          <p14:tracePt t="16183" x="4503738" y="1455738"/>
          <p14:tracePt t="16200" x="4545013" y="1476375"/>
          <p14:tracePt t="16217" x="4625975" y="1476375"/>
          <p14:tracePt t="16247" x="4687888" y="1470025"/>
          <p14:tracePt t="16257" x="4776788" y="1422400"/>
          <p14:tracePt t="16271" x="4816475" y="1360488"/>
          <p14:tracePt t="16284" x="4837113" y="1300163"/>
          <p14:tracePt t="16285" x="4837113" y="1244600"/>
          <p14:tracePt t="16300" x="4816475" y="1157288"/>
          <p14:tracePt t="16316" x="4776788" y="1062038"/>
          <p14:tracePt t="16332" x="4735513" y="1006475"/>
          <p14:tracePt t="16333" x="4667250" y="958850"/>
          <p14:tracePt t="16349" x="4578350" y="931863"/>
          <p14:tracePt t="16367" x="4443413" y="931863"/>
          <p14:tracePt t="16381" x="4375150" y="958850"/>
          <p14:tracePt t="16398" x="4259263" y="1081088"/>
          <p14:tracePt t="16414" x="4224338" y="1176338"/>
          <p14:tracePt t="16440" x="4224338" y="1231900"/>
          <p14:tracePt t="16446" x="4279900" y="1354138"/>
          <p14:tracePt t="16456" x="4327525" y="1395413"/>
          <p14:tracePt t="16469" x="4402138" y="1443038"/>
          <p14:tracePt t="16481" x="4497388" y="1455738"/>
          <p14:tracePt t="16498" x="4613275" y="1470025"/>
          <p14:tracePt t="16499" x="4700588" y="1455738"/>
          <p14:tracePt t="16514" x="4824413" y="1422400"/>
          <p14:tracePt t="16546" x="4919663" y="1354138"/>
          <p14:tracePt t="16548" x="5006975" y="1223963"/>
          <p14:tracePt t="16558" x="5014913" y="1136650"/>
          <p14:tracePt t="16571" x="4994275" y="1074738"/>
          <p14:tracePt t="16584" x="4946650" y="979488"/>
          <p14:tracePt t="16598" x="4872038" y="890588"/>
          <p14:tracePt t="16599" x="4795838" y="857250"/>
          <p14:tracePt t="16614" x="4687888" y="815975"/>
          <p14:tracePt t="16641" x="4572000" y="803275"/>
          <p14:tracePt t="16646" x="4497388" y="803275"/>
          <p14:tracePt t="16647" x="4402138" y="830263"/>
          <p14:tracePt t="16657" x="4327525" y="877888"/>
          <p14:tracePt t="16670" x="4279900" y="931863"/>
          <p14:tracePt t="16682" x="4224338" y="1027113"/>
          <p14:tracePt t="16697" x="4205288" y="1109663"/>
          <p14:tracePt t="16713" x="4232275" y="1211263"/>
          <p14:tracePt t="16743" x="4279900" y="1271588"/>
          <p14:tracePt t="16745" x="4333875" y="1319213"/>
          <p14:tracePt t="16746" x="4395788" y="1347788"/>
          <p14:tracePt t="16763" x="4491038" y="1360488"/>
          <p14:tracePt t="16773" x="4565650" y="1374775"/>
          <p14:tracePt t="16786" x="4619625" y="1374775"/>
          <p14:tracePt t="16800" x="4673600" y="1360488"/>
          <p14:tracePt t="16814" x="4721225" y="1347788"/>
          <p14:tracePt t="16816" x="4741863" y="1327150"/>
          <p14:tracePt t="16844" x="4748213" y="1306513"/>
          <p14:tracePt t="16846" x="4748213" y="1300163"/>
          <p14:tracePt t="16885" x="4748213" y="1285875"/>
          <p14:tracePt t="16893" x="4741863" y="1285875"/>
          <p14:tracePt t="16909" x="4721225" y="1300163"/>
          <p14:tracePt t="16934" x="4646613" y="1300163"/>
          <p14:tracePt t="17319" x="4652963" y="1300163"/>
          <p14:tracePt t="17348" x="4673600" y="1300163"/>
          <p14:tracePt t="17356" x="4700588" y="1300163"/>
          <p14:tracePt t="17394" x="4762500" y="1300163"/>
          <p14:tracePt t="17402" x="4837113" y="1300163"/>
          <p14:tracePt t="17417" x="4884738" y="1300163"/>
          <p14:tracePt t="17433" x="4986338" y="1300163"/>
          <p14:tracePt t="17450" x="5033963" y="1306513"/>
          <p14:tracePt t="17466" x="5170488" y="1306513"/>
          <p14:tracePt t="17483" x="5280025" y="1306513"/>
          <p14:tracePt t="17497" x="5402263" y="1306513"/>
          <p14:tracePt t="17513" x="5673725" y="1300163"/>
          <p14:tracePt t="17547" x="5783263" y="1285875"/>
          <p14:tracePt t="17547" x="6096000" y="1244600"/>
          <p14:tracePt t="17557" x="6272213" y="1176338"/>
          <p14:tracePt t="17590" x="6408738" y="1128713"/>
          <p14:tracePt t="17591" x="6694488" y="966788"/>
          <p14:tracePt t="17619" x="6837363" y="877888"/>
          <p14:tracePt t="17620" x="6932613" y="782638"/>
          <p14:tracePt t="17628" x="6973888" y="720725"/>
          <p14:tracePt t="17640" x="7007225" y="646113"/>
          <p14:tracePt t="17658" x="7007225" y="592138"/>
          <p14:tracePt t="17677" x="7000875" y="571500"/>
          <p14:tracePt t="17694" x="6973888" y="544513"/>
          <p14:tracePt t="17711" x="6926263" y="538163"/>
          <p14:tracePt t="17738" x="6816725" y="544513"/>
          <p14:tracePt t="17738" x="6742113" y="571500"/>
          <p14:tracePt t="17749" x="6688138" y="612775"/>
          <p14:tracePt t="17763" x="6634163" y="660400"/>
          <p14:tracePt t="17778" x="6605588" y="693738"/>
          <p14:tracePt t="17796" x="6586538" y="768350"/>
          <p14:tracePt t="17830" x="6586538" y="803275"/>
          <p14:tracePt t="17830" x="6613525" y="842963"/>
          <p14:tracePt t="17839" x="6634163" y="863600"/>
          <p14:tracePt t="17852" x="6661150" y="877888"/>
          <p14:tracePt t="17866" x="6694488" y="884238"/>
          <p14:tracePt t="17879" x="6729413" y="884238"/>
          <p14:tracePt t="17895" x="6783388" y="884238"/>
          <p14:tracePt t="17912" x="6804025" y="877888"/>
          <p14:tracePt t="17942" x="6810375" y="863600"/>
          <p14:tracePt t="17956" x="6804025" y="857250"/>
          <p14:tracePt t="17979" x="6783388" y="842963"/>
          <p14:tracePt t="17995" x="6756400" y="842963"/>
          <p14:tracePt t="17997" x="6694488" y="836613"/>
          <p14:tracePt t="18011" x="6613525" y="830263"/>
          <p14:tracePt t="18040" x="6518275" y="815975"/>
          <p14:tracePt t="18041" x="6176963" y="809625"/>
          <p14:tracePt t="18060" x="6048375" y="815975"/>
          <p14:tracePt t="18062" x="5857875" y="830263"/>
          <p14:tracePt t="18082" x="5694363" y="842963"/>
          <p14:tracePt t="18090" x="5578475" y="842963"/>
          <p14:tracePt t="18108" x="5449888" y="863600"/>
          <p14:tracePt t="18112" x="5340350" y="877888"/>
          <p14:tracePt t="18128" x="5280025" y="890588"/>
          <p14:tracePt t="18129" x="5259388" y="904875"/>
          <p14:tracePt t="18151" x="5253038" y="911225"/>
          <p14:tracePt t="18152" x="5253038" y="925513"/>
          <p14:tracePt t="18174" x="5259388" y="931863"/>
          <p14:tracePt t="18193" x="5265738" y="931863"/>
          <p14:tracePt t="18204" x="5286375" y="931863"/>
          <p14:tracePt t="18216" x="5313363" y="925513"/>
          <p14:tracePt t="18244" x="5354638" y="925513"/>
          <p14:tracePt t="18246" x="5435600" y="911225"/>
          <p14:tracePt t="18255" x="5503863" y="904875"/>
          <p14:tracePt t="18268" x="5551488" y="890588"/>
          <p14:tracePt t="18280" x="5634038" y="884238"/>
          <p14:tracePt t="18295" x="5729288" y="877888"/>
          <p14:tracePt t="18312" x="5878513" y="857250"/>
          <p14:tracePt t="18343" x="5973763" y="842963"/>
          <p14:tracePt t="18345" x="6089650" y="830263"/>
          <p14:tracePt t="18365" x="6137275" y="815975"/>
          <p14:tracePt t="18366" x="6164263" y="809625"/>
          <p14:tracePt t="18389" x="6218238" y="762000"/>
          <p14:tracePt t="18408" x="6224588" y="720725"/>
          <p14:tracePt t="18438" x="6197600" y="639763"/>
          <p14:tracePt t="18446" x="6164263" y="585788"/>
          <p14:tracePt t="18448" x="6116638" y="544513"/>
          <p14:tracePt t="18460" x="6042025" y="517525"/>
          <p14:tracePt t="18479" x="5946775" y="496888"/>
          <p14:tracePt t="18481" x="5872163" y="490538"/>
          <p14:tracePt t="18494" x="5729288" y="496888"/>
          <p14:tracePt t="18511" x="5557838" y="538163"/>
          <p14:tracePt t="18513" x="5414963" y="585788"/>
          <p14:tracePt t="18537" x="4973638" y="803275"/>
          <p14:tracePt t="18547" x="4824413" y="890588"/>
          <p14:tracePt t="18577" x="4667250" y="1014413"/>
          <p14:tracePt t="18579" x="4565650" y="1122363"/>
          <p14:tracePt t="18580" x="4524375" y="1176338"/>
          <p14:tracePt t="18598" x="4503738" y="1244600"/>
          <p14:tracePt t="18606" x="4518025" y="1300163"/>
          <p14:tracePt t="18639" x="4545013" y="1333500"/>
          <p14:tracePt t="18640" x="4667250" y="1408113"/>
          <p14:tracePt t="18649" x="4721225" y="1428750"/>
          <p14:tracePt t="18661" x="4816475" y="1449388"/>
          <p14:tracePt t="18677" x="4919663" y="1449388"/>
          <p14:tracePt t="18695" x="5081588" y="1443038"/>
          <p14:tracePt t="18710" x="5129213" y="1428750"/>
          <p14:tracePt t="18734" x="5157788" y="1422400"/>
          <p14:tracePt t="18735" x="5157788" y="1408113"/>
          <p14:tracePt t="18793" x="5143500" y="1408113"/>
          <p14:tracePt t="18826" x="5137150" y="1408113"/>
          <p14:tracePt t="19077" x="5137150" y="1422400"/>
          <p14:tracePt t="19103" x="5205413" y="1476375"/>
          <p14:tracePt t="19111" x="5265738" y="1524000"/>
          <p14:tracePt t="19159" x="5408613" y="1619250"/>
          <p14:tracePt t="19160" x="5980113" y="1884363"/>
          <p14:tracePt t="19167" x="6170613" y="1946275"/>
          <p14:tracePt t="19185" x="6272213" y="1973263"/>
          <p14:tracePt t="19186" x="6375400" y="2006600"/>
          <p14:tracePt t="19210" x="6423025" y="2020888"/>
          <p14:tracePt t="19211" x="6443663" y="2020888"/>
          <p14:tracePt t="19246" x="6443663" y="2033588"/>
          <p14:tracePt t="19413" x="6443663" y="2020888"/>
          <p14:tracePt t="19445" x="6456363" y="2006600"/>
          <p14:tracePt t="19479" x="6470650" y="1993900"/>
          <p14:tracePt t="19480" x="6483350" y="1993900"/>
          <p14:tracePt t="19504" x="6530975" y="1993900"/>
          <p14:tracePt t="19544" x="6545263" y="2006600"/>
          <p14:tracePt t="19546" x="6592888" y="2014538"/>
          <p14:tracePt t="19547" x="6640513" y="2041525"/>
          <p14:tracePt t="19581" x="6804025" y="2143125"/>
          <p14:tracePt t="19618" x="6905625" y="2217738"/>
          <p14:tracePt t="19620" x="6953250" y="2238375"/>
          <p14:tracePt t="19628" x="6973888" y="2244725"/>
          <p14:tracePt t="19654" x="7000875" y="2259013"/>
          <p14:tracePt t="19678" x="6986588" y="2259013"/>
          <p14:tracePt t="19696" x="6953250" y="2238375"/>
          <p14:tracePt t="19722" x="6831013" y="2184400"/>
          <p14:tracePt t="19735" x="6735763" y="2163763"/>
          <p14:tracePt t="19758" x="6578600" y="2143125"/>
          <p14:tracePt t="19773" x="6443663" y="2170113"/>
          <p14:tracePt t="19801" x="6367463" y="2238375"/>
          <p14:tracePt t="19837" x="6367463" y="2279650"/>
          <p14:tracePt t="19839" x="6435725" y="2327275"/>
          <p14:tracePt t="19870" x="6565900" y="2354263"/>
          <p14:tracePt t="19895" x="6619875" y="2354263"/>
          <p14:tracePt t="19896" x="6756400" y="2339975"/>
          <p14:tracePt t="19916" x="6789738" y="2333625"/>
          <p14:tracePt t="19928" x="6831013" y="2312988"/>
          <p14:tracePt t="19929" x="6858000" y="2292350"/>
          <p14:tracePt t="19945" x="6864350" y="2279650"/>
          <p14:tracePt t="19962" x="6858000" y="2244725"/>
          <p14:tracePt t="19963" x="6831013" y="2232025"/>
          <p14:tracePt t="19978" x="6804025" y="2211388"/>
          <p14:tracePt t="19995" x="6729413" y="2184400"/>
          <p14:tracePt t="20011" x="6557963" y="2163763"/>
          <p14:tracePt t="20041" x="6497638" y="2170113"/>
          <p14:tracePt t="20042" x="6367463" y="2211388"/>
          <p14:tracePt t="20063" x="6340475" y="2232025"/>
          <p14:tracePt t="20064" x="6334125" y="2259013"/>
          <p14:tracePt t="20083" x="6334125" y="2279650"/>
          <p14:tracePt t="20094" x="6340475" y="2292350"/>
          <p14:tracePt t="20124" x="6367463" y="2327275"/>
          <p14:tracePt t="20125" x="6483350" y="2366963"/>
          <p14:tracePt t="20133" x="6565900" y="2381250"/>
          <p14:tracePt t="20151" x="6661150" y="2387600"/>
          <p14:tracePt t="20169" x="6816725" y="2381250"/>
          <p14:tracePt t="20186" x="6899275" y="2360613"/>
          <p14:tracePt t="20204" x="6959600" y="2312988"/>
          <p14:tracePt t="20236" x="6959600" y="2286000"/>
          <p14:tracePt t="20237" x="6926263" y="2238375"/>
          <p14:tracePt t="20245" x="6864350" y="2217738"/>
          <p14:tracePt t="20258" x="6816725" y="2211388"/>
          <p14:tracePt t="20273" x="6742113" y="2211388"/>
          <p14:tracePt t="20291" x="6634163" y="2232025"/>
          <p14:tracePt t="20306" x="6605588" y="2244725"/>
          <p14:tracePt t="20338" x="6578600" y="2265363"/>
          <p14:tracePt t="20339" x="6565900" y="2286000"/>
          <p14:tracePt t="20349" x="6578600" y="2306638"/>
          <p14:tracePt t="20363" x="6592888" y="2312988"/>
          <p14:tracePt t="20376" x="6613525" y="2312988"/>
          <p14:tracePt t="20389" x="6653213" y="2327275"/>
          <p14:tracePt t="20391" x="6708775" y="2327275"/>
          <p14:tracePt t="20406" x="6742113" y="2327275"/>
          <p14:tracePt t="20438" x="6804025" y="2312988"/>
          <p14:tracePt t="20439" x="6878638" y="2286000"/>
          <p14:tracePt t="20449" x="6899275" y="2265363"/>
          <p14:tracePt t="20462" x="6899275" y="2259013"/>
          <p14:tracePt t="20477" x="6899275" y="2238375"/>
          <p14:tracePt t="20489" x="6878638" y="2232025"/>
          <p14:tracePt t="20505" x="6810375" y="2205038"/>
          <p14:tracePt t="20538" x="6715125" y="2190750"/>
          <p14:tracePt t="20540" x="6688138" y="2190750"/>
          <p14:tracePt t="20560" x="6634163" y="2211388"/>
          <p14:tracePt t="20583" x="6613525" y="2217738"/>
          <p14:tracePt t="20611" x="6619875" y="2232025"/>
          <p14:tracePt t="20639" x="6653213" y="2232025"/>
          <p14:tracePt t="20660" x="6694488" y="2232025"/>
          <p14:tracePt t="20683" x="6729413" y="2232025"/>
          <p14:tracePt t="20701" x="6735763" y="2232025"/>
          <p14:tracePt t="20710" x="6742113" y="2217738"/>
          <p14:tracePt t="20752" x="6735763" y="2217738"/>
          <p14:tracePt t="20765" x="6735763" y="2211388"/>
          <p14:tracePt t="20778" x="6715125" y="2211388"/>
          <p14:tracePt t="20808" x="6708775" y="2211388"/>
          <p14:tracePt t="20809" x="6708775" y="2205038"/>
          <p14:tracePt t="20835" x="6694488" y="2205038"/>
          <p14:tracePt t="20889" x="6688138" y="2205038"/>
          <p14:tracePt t="21313" x="6640513" y="2211388"/>
          <p14:tracePt t="21314" x="6586538" y="2232025"/>
          <p14:tracePt t="21352" x="6396038" y="2306638"/>
          <p14:tracePt t="21353" x="6340475" y="2333625"/>
          <p14:tracePt t="21361" x="6292850" y="2360613"/>
          <p14:tracePt t="21388" x="6245225" y="2381250"/>
          <p14:tracePt t="21416" x="6238875" y="2387600"/>
          <p14:tracePt t="21481" x="6238875" y="2381250"/>
          <p14:tracePt t="21509" x="6238875" y="2360613"/>
          <p14:tracePt t="21516" x="6224588" y="2354263"/>
          <p14:tracePt t="21532" x="6218238" y="2339975"/>
          <p14:tracePt t="21591" x="6164263" y="2312988"/>
          <p14:tracePt t="21592" x="6015038" y="2292350"/>
          <p14:tracePt t="21593" x="5946775" y="2292350"/>
          <p14:tracePt t="21618" x="5729288" y="2306638"/>
          <p14:tracePt t="21628" x="5653088" y="2312988"/>
          <p14:tracePt t="21653" x="5503863" y="2360613"/>
          <p14:tracePt t="21673" x="5462588" y="2366963"/>
          <p14:tracePt t="21690" x="5456238" y="2381250"/>
          <p14:tracePt t="21739" x="5476875" y="2366963"/>
          <p14:tracePt t="21740" x="5497513" y="2366963"/>
          <p14:tracePt t="21767" x="5646738" y="2360613"/>
          <p14:tracePt t="21775" x="5729288" y="2354263"/>
          <p14:tracePt t="21796" x="5851525" y="2339975"/>
          <p14:tracePt t="21798" x="5973763" y="2327275"/>
          <p14:tracePt t="21816" x="6054725" y="2312988"/>
          <p14:tracePt t="21847" x="6143625" y="2306638"/>
          <p14:tracePt t="21848" x="6218238" y="2292350"/>
          <p14:tracePt t="21856" x="6224588" y="2292350"/>
          <p14:tracePt t="21912" x="6211888" y="2292350"/>
          <p14:tracePt t="21932" x="6176963" y="2286000"/>
          <p14:tracePt t="21932" x="6149975" y="2286000"/>
          <p14:tracePt t="21943" x="6116638" y="2279650"/>
          <p14:tracePt t="21963" x="6075363" y="2265363"/>
          <p14:tracePt t="21983" x="6027738" y="2259013"/>
          <p14:tracePt t="21996" x="6021388" y="2259013"/>
          <p14:tracePt t="22071" x="6042025" y="2259013"/>
          <p14:tracePt t="22079" x="6054725" y="2259013"/>
          <p14:tracePt t="22098" x="6096000" y="2259013"/>
          <p14:tracePt t="22115" x="6211888" y="2259013"/>
          <p14:tracePt t="22147" x="6259513" y="2259013"/>
          <p14:tracePt t="22148" x="6367463" y="2265363"/>
          <p14:tracePt t="22172" x="6415088" y="2265363"/>
          <p14:tracePt t="22198" x="6423025" y="2259013"/>
          <p14:tracePt t="22235" x="6408738" y="2259013"/>
          <p14:tracePt t="22267" x="6348413" y="2259013"/>
          <p14:tracePt t="22275" x="6313488" y="2265363"/>
          <p14:tracePt t="22298" x="6238875" y="2339975"/>
          <p14:tracePt t="22335" x="6238875" y="2435225"/>
          <p14:tracePt t="22336" x="6259513" y="2476500"/>
          <p14:tracePt t="22337" x="6272213" y="2490788"/>
          <p14:tracePt t="22367" x="6340475" y="2524125"/>
          <p14:tracePt t="22374" x="6367463" y="2530475"/>
          <p14:tracePt t="22396" x="6491288" y="2530475"/>
          <p14:tracePt t="22432" x="6578600" y="2509838"/>
          <p14:tracePt t="22433" x="6605588" y="2490788"/>
          <p14:tracePt t="22445" x="6613525" y="2482850"/>
          <p14:tracePt t="22468" x="6605588" y="2428875"/>
          <p14:tracePt t="22482" x="6586538" y="2401888"/>
          <p14:tracePt t="22499" x="6538913" y="2354263"/>
          <p14:tracePt t="22500" x="6470650" y="2306638"/>
          <p14:tracePt t="22512" x="6408738" y="2279650"/>
          <p14:tracePt t="22552" x="6245225" y="2238375"/>
          <p14:tracePt t="22553" x="6170613" y="2244725"/>
          <p14:tracePt t="22581" x="6170613" y="2265363"/>
          <p14:tracePt t="22588" x="6176963" y="2286000"/>
          <p14:tracePt t="22606" x="6211888" y="2306638"/>
          <p14:tracePt t="22632" x="6259513" y="2327275"/>
          <p14:tracePt t="22633" x="6313488" y="2339975"/>
          <p14:tracePt t="22650" x="6408738" y="2360613"/>
          <p14:tracePt t="22652" x="6497638" y="2366963"/>
          <p14:tracePt t="22653" x="6592888" y="2381250"/>
          <p14:tracePt t="22665" x="6708775" y="2366963"/>
          <p14:tracePt t="22689" x="6878638" y="2339975"/>
          <p14:tracePt t="22706" x="6911975" y="2327275"/>
          <p14:tracePt t="22722" x="6926263" y="2306638"/>
          <p14:tracePt t="22754" x="6905625" y="2292350"/>
          <p14:tracePt t="22755" x="6831013" y="2279650"/>
          <p14:tracePt t="22781" x="6661150" y="2286000"/>
          <p14:tracePt t="22789" x="6578600" y="2306638"/>
          <p14:tracePt t="22802" x="6530975" y="2327275"/>
          <p14:tracePt t="22822" x="6491288" y="2354263"/>
          <p14:tracePt t="22852" x="6491288" y="2360613"/>
          <p14:tracePt t="22853" x="6510338" y="2366963"/>
          <p14:tracePt t="22854" x="6545263" y="2381250"/>
          <p14:tracePt t="22878" x="6653213" y="2401888"/>
          <p14:tracePt t="22896" x="6742113" y="2401888"/>
          <p14:tracePt t="22910" x="6816725" y="2387600"/>
          <p14:tracePt t="22911" x="6899275" y="2381250"/>
          <p14:tracePt t="22947" x="6938963" y="2360613"/>
          <p14:tracePt t="22948" x="6959600" y="2327275"/>
          <p14:tracePt t="22956" x="6953250" y="2306638"/>
          <p14:tracePt t="22972" x="6932613" y="2286000"/>
          <p14:tracePt t="22989" x="6810375" y="2238375"/>
          <p14:tracePt t="23005" x="6756400" y="2238375"/>
          <p14:tracePt t="23035" x="6613525" y="2259013"/>
          <p14:tracePt t="23060" x="6592888" y="2286000"/>
          <p14:tracePt t="23083" x="6605588" y="2292350"/>
          <p14:tracePt t="23116" x="6619875" y="2292350"/>
          <p14:tracePt t="23133" x="6634163" y="2292350"/>
          <p14:tracePt t="23150" x="6653213" y="2292350"/>
          <p14:tracePt t="23166" x="6661150" y="2292350"/>
          <p14:tracePt t="26932" x="6462713" y="2747963"/>
          <p14:tracePt t="26946" x="6415088" y="2871788"/>
          <p14:tracePt t="26971" x="6367463" y="3095625"/>
          <p14:tracePt t="26972" x="6367463" y="3190875"/>
          <p14:tracePt t="26991" x="6375400" y="3224213"/>
          <p14:tracePt t="27004" x="6396038" y="3271838"/>
          <p14:tracePt t="27005" x="6415088" y="3292475"/>
          <p14:tracePt t="27028" x="6518275" y="3313113"/>
          <p14:tracePt t="27054" x="6694488" y="3292475"/>
          <p14:tracePt t="27074" x="6905625" y="3238500"/>
          <p14:tracePt t="27088" x="6973888" y="3197225"/>
          <p14:tracePt t="27105" x="7048500" y="3149600"/>
          <p14:tracePt t="27117" x="7096125" y="3101975"/>
          <p14:tracePt t="27118" x="7129463" y="3048000"/>
          <p14:tracePt t="27137" x="7150100" y="3006725"/>
          <p14:tracePt t="27150" x="7158038" y="2979738"/>
          <p14:tracePt t="27170" x="7123113" y="2952750"/>
          <p14:tracePt t="27187" x="6959600" y="2973388"/>
          <p14:tracePt t="27199" x="6789738" y="3027363"/>
          <p14:tracePt t="27236" x="6667500" y="3101975"/>
          <p14:tracePt t="27237" x="6456363" y="3319463"/>
          <p14:tracePt t="27245" x="6415088" y="3435350"/>
          <p14:tracePt t="27260" x="6415088" y="3497263"/>
          <p14:tracePt t="27274" x="6423025" y="3565525"/>
          <p14:tracePt t="27275" x="6462713" y="3613150"/>
          <p14:tracePt t="27291" x="6510338" y="3640138"/>
          <p14:tracePt t="27307" x="6578600" y="3660775"/>
          <p14:tracePt t="27343" x="6729413" y="3660775"/>
          <p14:tracePt t="27344" x="6858000" y="3613150"/>
          <p14:tracePt t="27369" x="6911975" y="3557588"/>
          <p14:tracePt t="27377" x="6911975" y="3538538"/>
          <p14:tracePt t="27389" x="6905625" y="3530600"/>
          <p14:tracePt t="27407" x="6878638" y="3517900"/>
          <p14:tracePt t="27440" x="6789738" y="3517900"/>
          <p14:tracePt t="27441" x="6742113" y="3517900"/>
          <p14:tracePt t="27449" x="6694488" y="3538538"/>
          <p14:tracePt t="27462" x="6667500" y="3544888"/>
          <p14:tracePt t="27476" x="6661150" y="3557588"/>
          <p14:tracePt t="27478" x="6653213" y="3565525"/>
          <p14:tracePt t="27491" x="6653213" y="3571875"/>
          <p14:tracePt t="27507" x="6661150" y="3571875"/>
          <p14:tracePt t="27537" x="6667500" y="3571875"/>
          <p14:tracePt t="27539" x="6708775" y="3571875"/>
          <p14:tracePt t="27549" x="6729413" y="3571875"/>
          <p14:tracePt t="27574" x="6756400" y="3565525"/>
          <p14:tracePt t="27575" x="6762750" y="3565525"/>
          <p14:tracePt t="27623" x="6735763" y="3565525"/>
          <p14:tracePt t="27624" x="6653213" y="3571875"/>
          <p14:tracePt t="27644" x="6545263" y="3592513"/>
          <p14:tracePt t="27651" x="6348413" y="3633788"/>
          <p14:tracePt t="27668" x="6075363" y="3687763"/>
          <p14:tracePt t="27672" x="5878513" y="3735388"/>
          <p14:tracePt t="27685" x="5538788" y="3830638"/>
          <p14:tracePt t="27702" x="5218113" y="3925888"/>
          <p14:tracePt t="27706" x="5041900" y="3986213"/>
          <p14:tracePt t="27734" x="4864100" y="4054475"/>
          <p14:tracePt t="27735" x="4748213" y="4102100"/>
          <p14:tracePt t="27736" x="4694238" y="4129088"/>
          <p14:tracePt t="27754" x="4646613" y="4149725"/>
          <p14:tracePt t="27765" x="4619625" y="4149725"/>
          <p14:tracePt t="27777" x="4613275" y="4157663"/>
          <p14:tracePt t="27830" x="4640263" y="4157663"/>
          <p14:tracePt t="27848" x="4694238" y="4149725"/>
          <p14:tracePt t="27880" x="4843463" y="4110038"/>
          <p14:tracePt t="27888" x="5062538" y="4006850"/>
          <p14:tracePt t="27900" x="5211763" y="3911600"/>
          <p14:tracePt t="27917" x="5334000" y="3803650"/>
          <p14:tracePt t="27922" x="5402263" y="3714750"/>
          <p14:tracePt t="27935" x="5456238" y="3586163"/>
          <p14:tracePt t="27954" x="5462588" y="3375025"/>
          <p14:tracePt t="27972" x="5449888" y="3286125"/>
          <p14:tracePt t="27974" x="5402263" y="3211513"/>
          <p14:tracePt t="27987" x="5354638" y="3163888"/>
          <p14:tracePt t="27999" x="5259388" y="3101975"/>
          <p14:tracePt t="28013" x="5095875" y="3048000"/>
          <p14:tracePt t="28041" x="4946650" y="3027363"/>
          <p14:tracePt t="28042" x="4244975" y="3041650"/>
          <p14:tracePt t="28056" x="3863975" y="3116263"/>
          <p14:tracePt t="28069" x="3646488" y="3190875"/>
          <p14:tracePt t="28089" x="3435350" y="3313113"/>
          <p14:tracePt t="28091" x="3300413" y="3449638"/>
          <p14:tracePt t="28104" x="3265488" y="3538538"/>
          <p14:tracePt t="28134" x="3265488" y="3640138"/>
          <p14:tracePt t="28135" x="3360738" y="3816350"/>
          <p14:tracePt t="28143" x="3462338" y="3905250"/>
          <p14:tracePt t="28156" x="3605213" y="3986213"/>
          <p14:tracePt t="28173" x="3708400" y="4033838"/>
          <p14:tracePt t="28189" x="4033838" y="4089400"/>
          <p14:tracePt t="28207" x="4176713" y="4081463"/>
          <p14:tracePt t="28237" x="4381500" y="4027488"/>
          <p14:tracePt t="28239" x="4721225" y="3878263"/>
          <p14:tracePt t="28248" x="4843463" y="3762375"/>
          <p14:tracePt t="28261" x="4919663" y="3646488"/>
          <p14:tracePt t="28274" x="4946650" y="3565525"/>
          <p14:tracePt t="28289" x="4959350" y="3435350"/>
          <p14:tracePt t="28290" x="4911725" y="3313113"/>
          <p14:tracePt t="28321" x="4837113" y="3197225"/>
          <p14:tracePt t="28323" x="4613275" y="3068638"/>
          <p14:tracePt t="28343" x="4456113" y="3021013"/>
          <p14:tracePt t="28344" x="4327525" y="3000375"/>
          <p14:tracePt t="28366" x="3884613" y="3048000"/>
          <p14:tracePt t="28387" x="3729038" y="3116263"/>
          <p14:tracePt t="28398" x="3509963" y="3252788"/>
          <p14:tracePt t="28411" x="3375025" y="3414713"/>
          <p14:tracePt t="28413" x="3327400" y="3517900"/>
          <p14:tracePt t="28425" x="3327400" y="3646488"/>
          <p14:tracePt t="28440" x="3360738" y="3762375"/>
          <p14:tracePt t="28457" x="3408363" y="3857625"/>
          <p14:tracePt t="28459" x="3490913" y="3979863"/>
          <p14:tracePt t="28471" x="3613150" y="4089400"/>
          <p14:tracePt t="28483" x="3714750" y="4157663"/>
          <p14:tracePt t="28497" x="3878263" y="4232275"/>
          <p14:tracePt t="28524" x="4054475" y="4292600"/>
          <p14:tracePt t="28525" x="4408488" y="4306888"/>
          <p14:tracePt t="28545" x="4652963" y="4279900"/>
          <p14:tracePt t="28546" x="4911725" y="4197350"/>
          <p14:tracePt t="28569" x="5286375" y="3986213"/>
          <p14:tracePt t="28590" x="5449888" y="3836988"/>
          <p14:tracePt t="28598" x="5530850" y="3714750"/>
          <p14:tracePt t="28612" x="5599113" y="3565525"/>
          <p14:tracePt t="28639" x="5613400" y="3435350"/>
          <p14:tracePt t="28640" x="5551488" y="3265488"/>
          <p14:tracePt t="28649" x="5476875" y="3176588"/>
          <p14:tracePt t="28663" x="5381625" y="3122613"/>
          <p14:tracePt t="28676" x="5211763" y="3068638"/>
          <p14:tracePt t="28689" x="4986338" y="3021013"/>
          <p14:tracePt t="28707" x="4795838" y="3006725"/>
          <p14:tracePt t="28709" x="4530725" y="3027363"/>
          <p14:tracePt t="28735" x="4279900" y="3101975"/>
          <p14:tracePt t="28736" x="4110038" y="3190875"/>
          <p14:tracePt t="28745" x="3905250" y="3360738"/>
          <p14:tracePt t="28758" x="3756025" y="3530600"/>
          <p14:tracePt t="28772" x="3708400" y="3633788"/>
          <p14:tracePt t="28773" x="3687763" y="3741738"/>
          <p14:tracePt t="28788" x="3694113" y="3830638"/>
          <p14:tracePt t="28806" x="3729038" y="3911600"/>
          <p14:tracePt t="28821" x="3756025" y="3973513"/>
          <p14:tracePt t="28822" x="3830638" y="4062413"/>
          <p14:tracePt t="28842" x="3925888" y="4149725"/>
          <p14:tracePt t="28843" x="4014788" y="4205288"/>
          <p14:tracePt t="28852" x="4149725" y="4259263"/>
          <p14:tracePt t="28868" x="4306888" y="4292600"/>
          <p14:tracePt t="28885" x="4429125" y="4292600"/>
          <p14:tracePt t="28889" x="4619625" y="4271963"/>
          <p14:tracePt t="28933" x="4946650" y="4176713"/>
          <p14:tracePt t="28934" x="5211763" y="4000500"/>
          <p14:tracePt t="28942" x="5259388" y="3925888"/>
          <p14:tracePt t="28955" x="5292725" y="3810000"/>
          <p14:tracePt t="28972" x="5292725" y="3687763"/>
          <p14:tracePt t="28989" x="5280025" y="3592513"/>
          <p14:tracePt t="28991" x="5232400" y="3482975"/>
          <p14:tracePt t="29005" x="5143500" y="3367088"/>
          <p14:tracePt t="29033" x="5081588" y="3300413"/>
          <p14:tracePt t="29034" x="4872038" y="3170238"/>
          <p14:tracePt t="29044" x="4795838" y="3143250"/>
          <p14:tracePt t="29057" x="4694238" y="3116263"/>
          <p14:tracePt t="29072" x="4625975" y="3101975"/>
          <p14:tracePt t="29089" x="4572000" y="3095625"/>
          <p14:tracePt t="29090" x="4530725" y="3101975"/>
          <p14:tracePt t="29106" x="4491038" y="3116263"/>
          <p14:tracePt t="29134" x="4443413" y="3128963"/>
          <p14:tracePt t="29134" x="4354513" y="3197225"/>
          <p14:tracePt t="29155" x="4306888" y="3238500"/>
          <p14:tracePt t="29156" x="4279900" y="3271838"/>
          <p14:tracePt t="29177" x="4252913" y="3348038"/>
          <p14:tracePt t="29200" x="4232275" y="3435350"/>
          <p14:tracePt t="29225" x="4244975" y="3482975"/>
          <p14:tracePt t="29226" x="4244975" y="3517900"/>
          <p14:tracePt t="29234" x="4252913" y="3544888"/>
          <p14:tracePt t="29248" x="4259263" y="3586163"/>
          <p14:tracePt t="29260" x="4279900" y="3605213"/>
          <p14:tracePt t="29273" x="4300538" y="3633788"/>
          <p14:tracePt t="29289" x="4327525" y="3660775"/>
          <p14:tracePt t="29290" x="4348163" y="3681413"/>
          <p14:tracePt t="29306" x="4375150" y="3694113"/>
          <p14:tracePt t="29337" x="4402138" y="3708400"/>
          <p14:tracePt t="29339" x="4429125" y="3714750"/>
          <p14:tracePt t="29348" x="4443413" y="3714750"/>
          <p14:tracePt t="29362" x="4449763" y="3708400"/>
          <p14:tracePt t="29374" x="4456113" y="3708400"/>
          <p14:tracePt t="29389" x="4470400" y="3708400"/>
          <p14:tracePt t="29391" x="4476750" y="3708400"/>
          <p14:tracePt t="29406" x="4476750" y="3694113"/>
          <p14:tracePt t="29436" x="4497388" y="3694113"/>
          <p14:tracePt t="29454" x="4503738" y="3694113"/>
          <p14:tracePt t="29465" x="4518025" y="3694113"/>
          <p14:tracePt t="29492" x="4530725" y="3694113"/>
          <p14:tracePt t="29534" x="4545013" y="3694113"/>
          <p14:tracePt t="29535" x="4551363" y="3694113"/>
          <p14:tracePt t="29550" x="4565650" y="3694113"/>
          <p14:tracePt t="29560" x="4572000" y="3694113"/>
          <p14:tracePt t="29649" x="4578350" y="3694113"/>
          <p14:tracePt t="29666" x="4592638" y="3708400"/>
          <p14:tracePt t="29674" x="4613275" y="3708400"/>
          <p14:tracePt t="29689" x="4640263" y="3714750"/>
          <p14:tracePt t="29705" x="4673600" y="3735388"/>
          <p14:tracePt t="29706" x="4735513" y="3756025"/>
          <p14:tracePt t="29735" x="4776788" y="3762375"/>
          <p14:tracePt t="29736" x="4837113" y="3768725"/>
          <p14:tracePt t="29748" x="4911725" y="3783013"/>
          <p14:tracePt t="29761" x="4967288" y="3789363"/>
          <p14:tracePt t="29763" x="5033963" y="3789363"/>
          <p14:tracePt t="29775" x="5081588" y="3789363"/>
          <p14:tracePt t="29789" x="5110163" y="3783013"/>
          <p14:tracePt t="29805" x="5129213" y="3768725"/>
          <p14:tracePt t="29837" x="5143500" y="3735388"/>
          <p14:tracePt t="29839" x="5143500" y="3708400"/>
          <p14:tracePt t="29840" x="5137150" y="3660775"/>
          <p14:tracePt t="29861" x="5110163" y="3592513"/>
          <p14:tracePt t="29869" x="5068888" y="3538538"/>
          <p14:tracePt t="29888" x="5006975" y="3470275"/>
          <p14:tracePt t="29890" x="4919663" y="3414713"/>
          <p14:tracePt t="29906" x="4864100" y="3375025"/>
          <p14:tracePt t="29917" x="4789488" y="3360738"/>
          <p14:tracePt t="29934" x="4687888" y="3367088"/>
          <p14:tracePt t="29952" x="4625975" y="3395663"/>
          <p14:tracePt t="29969" x="4524375" y="3538538"/>
          <p14:tracePt t="29985" x="4476750" y="3633788"/>
          <p14:tracePt t="30005" x="4456113" y="3741738"/>
          <p14:tracePt t="30034" x="4456113" y="3783013"/>
          <p14:tracePt t="30036" x="4491038" y="3830638"/>
          <p14:tracePt t="30045" x="4503738" y="3851275"/>
          <p14:tracePt t="30058" x="4551363" y="3863975"/>
          <p14:tracePt t="30074" x="4578350" y="3878263"/>
          <p14:tracePt t="30089" x="4714875" y="3884613"/>
          <p14:tracePt t="30121" x="4768850" y="3863975"/>
          <p14:tracePt t="30122" x="4959350" y="3789363"/>
          <p14:tracePt t="30143" x="5054600" y="3729038"/>
          <p14:tracePt t="30144" x="5110163" y="3681413"/>
          <p14:tracePt t="30170" x="5184775" y="3530600"/>
          <p14:tracePt t="30190" x="5157788" y="3387725"/>
          <p14:tracePt t="30210" x="5110163" y="3292475"/>
          <p14:tracePt t="30218" x="5054600" y="3238500"/>
          <p14:tracePt t="30235" x="4946650" y="3149600"/>
          <p14:tracePt t="30239" x="4810125" y="3074988"/>
          <p14:tracePt t="30251" x="4700588" y="3041650"/>
          <p14:tracePt t="30269" x="4572000" y="3006725"/>
          <p14:tracePt t="30273" x="4456113" y="3006725"/>
          <p14:tracePt t="30285" x="4381500" y="3021013"/>
          <p14:tracePt t="30305" x="4292600" y="3068638"/>
          <p14:tracePt t="30307" x="4205288" y="3128963"/>
          <p14:tracePt t="30333" x="4149725" y="3211513"/>
          <p14:tracePt t="30334" x="4089400" y="3319463"/>
          <p14:tracePt t="30335" x="4075113" y="3435350"/>
          <p14:tracePt t="30353" x="4075113" y="3509963"/>
          <p14:tracePt t="30364" x="4110038" y="3592513"/>
          <p14:tracePt t="30377" x="4157663" y="3660775"/>
          <p14:tracePt t="30391" x="4211638" y="3708400"/>
          <p14:tracePt t="30392" x="4259263" y="3741738"/>
          <p14:tracePt t="30407" x="4333875" y="3783013"/>
          <p14:tracePt t="30438" x="4429125" y="3803650"/>
          <p14:tracePt t="30439" x="4619625" y="3810000"/>
          <p14:tracePt t="30460" x="4851400" y="3768725"/>
          <p14:tracePt t="30482" x="5089525" y="3646488"/>
          <p14:tracePt t="30500" x="5143500" y="3605213"/>
          <p14:tracePt t="30509" x="5191125" y="3538538"/>
          <p14:tracePt t="30538" x="5211763" y="3470275"/>
          <p14:tracePt t="30540" x="5205413" y="3375025"/>
          <p14:tracePt t="30561" x="5137150" y="3292475"/>
          <p14:tracePt t="30584" x="5033963" y="3238500"/>
          <p14:tracePt t="30602" x="4994275" y="3217863"/>
          <p14:tracePt t="30614" x="4938713" y="3217863"/>
          <p14:tracePt t="30638" x="4911725" y="3211513"/>
          <p14:tracePt t="30640" x="4884738" y="3217863"/>
          <p14:tracePt t="30900" x="4741863" y="3319463"/>
          <p14:tracePt t="30932" x="4667250" y="3408363"/>
          <p14:tracePt t="30933" x="4524375" y="3694113"/>
          <p14:tracePt t="30959" x="4530725" y="3890963"/>
          <p14:tracePt t="30967" x="4565650" y="3959225"/>
          <p14:tracePt t="30981" x="4598988" y="4006850"/>
          <p14:tracePt t="31002" x="4625975" y="4027488"/>
          <p14:tracePt t="31017" x="4741863" y="4062413"/>
          <p14:tracePt t="31036" x="4884738" y="4062413"/>
          <p14:tracePt t="31069" x="4967288" y="4048125"/>
          <p14:tracePt t="31069" x="5081588" y="3986213"/>
          <p14:tracePt t="31093" x="5129213" y="3905250"/>
          <p14:tracePt t="31112" x="5116513" y="3830638"/>
          <p14:tracePt t="31124" x="5110163" y="3816350"/>
          <p14:tracePt t="31141" x="5089525" y="3810000"/>
          <p14:tracePt t="31157" x="5081588" y="3810000"/>
          <p14:tracePt t="31191" x="5068888" y="3810000"/>
          <p14:tracePt t="31216" x="5068888" y="3816350"/>
          <p14:tracePt t="31260" x="5081588" y="3836988"/>
          <p14:tracePt t="31280" x="5068888" y="3851275"/>
          <p14:tracePt t="31810" x="5081588" y="3836988"/>
          <p14:tracePt t="31891" x="5089525" y="3836988"/>
          <p14:tracePt t="31914" x="5110163" y="3836988"/>
          <p14:tracePt t="31951" x="5116513" y="3836988"/>
          <p14:tracePt t="31951" x="5157788" y="3836988"/>
          <p14:tracePt t="31958" x="5170488" y="3836988"/>
          <p14:tracePt t="31984" x="5218113" y="3851275"/>
          <p14:tracePt t="32004" x="5280025" y="3851275"/>
          <p14:tracePt t="32041" x="5360988" y="3851275"/>
          <p14:tracePt t="32042" x="5414963" y="3851275"/>
          <p14:tracePt t="32064" x="5503863" y="3830638"/>
          <p14:tracePt t="32096" x="5551488" y="3810000"/>
          <p14:tracePt t="32097" x="5605463" y="3789363"/>
          <p14:tracePt t="32104" x="5626100" y="3768725"/>
          <p14:tracePt t="32142" x="5626100" y="3735388"/>
          <p14:tracePt t="32142" x="5626100" y="3714750"/>
          <p14:tracePt t="32158" x="5613400" y="3681413"/>
          <p14:tracePt t="32159" x="5599113" y="3646488"/>
          <p14:tracePt t="32178" x="5551488" y="3613150"/>
          <p14:tracePt t="32195" x="5414963" y="3517900"/>
          <p14:tracePt t="32212" x="5354638" y="3490913"/>
          <p14:tracePt t="32240" x="5205413" y="3443288"/>
          <p14:tracePt t="32241" x="5157788" y="3422650"/>
          <p14:tracePt t="32252" x="5110163" y="3414713"/>
          <p14:tracePt t="32275" x="5014913" y="3395663"/>
          <p14:tracePt t="32308" x="4911725" y="3387725"/>
          <p14:tracePt t="32309" x="4884738" y="3387725"/>
          <p14:tracePt t="32317" x="4843463" y="3395663"/>
          <p14:tracePt t="32328" x="4816475" y="3408363"/>
          <p14:tracePt t="32341" x="4789488" y="3414713"/>
          <p14:tracePt t="32361" x="4762500" y="3443288"/>
          <p14:tracePt t="32363" x="4741863" y="3462338"/>
          <p14:tracePt t="32379" x="4735513" y="3470275"/>
          <p14:tracePt t="32393" x="4721225" y="3482975"/>
          <p14:tracePt t="32413" x="4721225" y="3497263"/>
          <p14:tracePt t="32441" x="4721225" y="3509963"/>
          <p14:tracePt t="32442" x="4735513" y="3509963"/>
          <p14:tracePt t="32462" x="4741863" y="3509963"/>
          <p14:tracePt t="32485" x="4741863" y="3517900"/>
          <p14:tracePt t="32510" x="4748213" y="3509963"/>
          <p14:tracePt t="32539" x="4762500" y="3509963"/>
          <p14:tracePt t="32559" x="4768850" y="3509963"/>
          <p14:tracePt t="32664" x="4762500" y="3509963"/>
          <p14:tracePt t="32691" x="4748213" y="3517900"/>
          <p14:tracePt t="33140" x="4789488" y="3517900"/>
          <p14:tracePt t="33173" x="4891088" y="3509963"/>
          <p14:tracePt t="33207" x="5014913" y="3490913"/>
          <p14:tracePt t="33246" x="5081588" y="3435350"/>
          <p14:tracePt t="33255" x="5089525" y="3414713"/>
          <p14:tracePt t="33281" x="5110163" y="3375025"/>
          <p14:tracePt t="33308" x="5095875" y="3340100"/>
          <p14:tracePt t="33355" x="5095875" y="3327400"/>
          <p14:tracePt t="33356" x="5081588" y="3319463"/>
          <p14:tracePt t="33363" x="5068888" y="3313113"/>
          <p14:tracePt t="33389" x="5054600" y="3313113"/>
          <p14:tracePt t="33426" x="5041900" y="3313113"/>
          <p14:tracePt t="33426" x="5014913" y="3319463"/>
          <p14:tracePt t="33433" x="4994275" y="3327400"/>
          <p14:tracePt t="33458" x="4938713" y="3375025"/>
          <p14:tracePt t="33473" x="4919663" y="3395663"/>
          <p14:tracePt t="33474" x="4891088" y="3435350"/>
          <p14:tracePt t="33506" x="4864100" y="3509963"/>
          <p14:tracePt t="33548" x="4864100" y="3586163"/>
          <p14:tracePt t="33549" x="4911725" y="3640138"/>
          <p14:tracePt t="33559" x="4946650" y="3660775"/>
          <p14:tracePt t="33573" x="4986338" y="3667125"/>
          <p14:tracePt t="33597" x="5095875" y="3687763"/>
          <p14:tracePt t="33598" x="5129213" y="3694113"/>
          <p14:tracePt t="34038" x="5137150" y="3694113"/>
          <p14:tracePt t="34109" x="5143500" y="3694113"/>
          <p14:tracePt t="34165" x="5157788" y="3694113"/>
          <p14:tracePt t="35229" x="5634038" y="3836988"/>
          <p14:tracePt t="35258" x="6245225" y="4081463"/>
          <p14:tracePt t="35267" x="6586538" y="4224338"/>
          <p14:tracePt t="35291" x="6884988" y="4375150"/>
          <p14:tracePt t="35310" x="6953250" y="4422775"/>
          <p14:tracePt t="35355" x="6953250" y="4429125"/>
          <p14:tracePt t="35558" x="6953250" y="4422775"/>
          <p14:tracePt t="35604" x="6932613" y="4422775"/>
          <p14:tracePt t="35639" x="6884988" y="4422775"/>
          <p14:tracePt t="35640" x="6864350" y="4429125"/>
          <p14:tracePt t="35647" x="6831013" y="4443413"/>
          <p14:tracePt t="35674" x="6735763" y="4491038"/>
          <p14:tracePt t="35696" x="6605588" y="4565650"/>
          <p14:tracePt t="35740" x="6538913" y="4646613"/>
          <p14:tracePt t="35741" x="6586538" y="4768850"/>
          <p14:tracePt t="35751" x="6667500" y="4851400"/>
          <p14:tracePt t="35775" x="6858000" y="4959350"/>
          <p14:tracePt t="35791" x="6932613" y="4973638"/>
          <p14:tracePt t="35792" x="6986588" y="4973638"/>
          <p14:tracePt t="35812" x="7021513" y="4973638"/>
          <p14:tracePt t="35828" x="7081838" y="4946650"/>
          <p14:tracePt t="35861" x="7096125" y="4932363"/>
          <p14:tracePt t="35861" x="7096125" y="4851400"/>
          <p14:tracePt t="35887" x="7027863" y="4762500"/>
          <p14:tracePt t="35895" x="6953250" y="4714875"/>
          <p14:tracePt t="35910" x="6851650" y="4667250"/>
          <p14:tracePt t="35941" x="6777038" y="4640263"/>
          <p14:tracePt t="35941" x="6565900" y="4592638"/>
          <p14:tracePt t="35950" x="6510338" y="4578350"/>
          <p14:tracePt t="35969" x="6443663" y="4578350"/>
          <p14:tracePt t="35988" x="6388100" y="4598988"/>
          <p14:tracePt t="36004" x="6375400" y="4613275"/>
          <p14:tracePt t="36016" x="6388100" y="4625975"/>
          <p14:tracePt t="36017" x="6396038" y="4640263"/>
          <p14:tracePt t="36035" x="6423025" y="4652963"/>
          <p14:tracePt t="36060" x="6470650" y="4673600"/>
          <p14:tracePt t="36061" x="6565900" y="4700588"/>
          <p14:tracePt t="36081" x="6619875" y="4700588"/>
          <p14:tracePt t="36089" x="6667500" y="4700588"/>
          <p14:tracePt t="36106" x="6708775" y="4694238"/>
          <p14:tracePt t="36108" x="6735763" y="4687888"/>
          <p14:tracePt t="36143" x="6742113" y="4687888"/>
          <p14:tracePt t="36144" x="6742113" y="4646613"/>
          <p14:tracePt t="36168" x="6708775" y="4619625"/>
          <p14:tracePt t="36176" x="6667500" y="4613275"/>
          <p14:tracePt t="36189" x="6619875" y="4598988"/>
          <p14:tracePt t="36208" x="6538913" y="4592638"/>
          <p14:tracePt t="36240" x="6497638" y="4592638"/>
          <p14:tracePt t="36241" x="6483350" y="4592638"/>
          <p14:tracePt t="36267" x="6462713" y="4598988"/>
          <p14:tracePt t="36279" x="6470650" y="4613275"/>
          <p14:tracePt t="36304" x="6518275" y="4646613"/>
          <p14:tracePt t="36315" x="6565900" y="4667250"/>
          <p14:tracePt t="36343" x="6613525" y="4687888"/>
          <p14:tracePt t="36343" x="6708775" y="4694238"/>
          <p14:tracePt t="36368" x="6783388" y="4694238"/>
          <p14:tracePt t="36387" x="6810375" y="4694238"/>
          <p14:tracePt t="36388" x="6816725" y="4694238"/>
          <p14:tracePt t="36410" x="6831013" y="4694238"/>
          <p14:tracePt t="36434" x="6789738" y="4694238"/>
          <p14:tracePt t="36749" x="6804025" y="4694238"/>
          <p14:tracePt t="36781" x="6816725" y="4694238"/>
          <p14:tracePt t="36814" x="6831013" y="4700588"/>
          <p14:tracePt t="36839" x="6837363" y="4700588"/>
          <p14:tracePt t="36897" x="6851650" y="4700588"/>
          <p14:tracePt t="36953" x="6858000" y="4700588"/>
          <p14:tracePt t="36983" x="6878638" y="4714875"/>
          <p14:tracePt t="36985" x="6884988" y="4714875"/>
          <p14:tracePt t="37017" x="6953250" y="4735513"/>
          <p14:tracePt t="37018" x="6986588" y="4741863"/>
          <p14:tracePt t="37056" x="7150100" y="4762500"/>
          <p14:tracePt t="37057" x="7232650" y="4776788"/>
          <p14:tracePt t="37064" x="7367588" y="4789488"/>
          <p14:tracePt t="37091" x="7599363" y="4816475"/>
          <p14:tracePt t="37114" x="7872413" y="4816475"/>
          <p14:tracePt t="37153" x="8102600" y="4789488"/>
          <p14:tracePt t="37155" x="8286750" y="4735513"/>
          <p14:tracePt t="37172" x="8340725" y="4714875"/>
          <p14:tracePt t="37193" x="8456613" y="4640263"/>
          <p14:tracePt t="37209" x="8504238" y="4565650"/>
          <p14:tracePt t="37246" x="8531225" y="4524375"/>
          <p14:tracePt t="37247" x="8558213" y="4449763"/>
          <p14:tracePt t="37256" x="8572500" y="4408488"/>
          <p14:tracePt t="37270" x="8578850" y="4375150"/>
          <p14:tracePt t="37289" x="8578850" y="4327525"/>
          <p14:tracePt t="37325" x="8572500" y="4259263"/>
          <p14:tracePt t="37325" x="8551863" y="4224338"/>
          <p14:tracePt t="37351" x="8524875" y="4197350"/>
          <p14:tracePt t="37358" x="8510588" y="4176713"/>
          <p14:tracePt t="37372" x="8504238" y="4170363"/>
          <p14:tracePt t="37391" x="8456613" y="4149725"/>
          <p14:tracePt t="37406" x="8435975" y="4137025"/>
          <p14:tracePt t="37425" x="8361363" y="4129088"/>
          <p14:tracePt t="37437" x="8328025" y="4129088"/>
          <p14:tracePt t="37467" x="8286750" y="4137025"/>
          <p14:tracePt t="37468" x="8185150" y="4184650"/>
          <p14:tracePt t="37495" x="8081963" y="4252913"/>
          <p14:tracePt t="37503" x="8021638" y="4300538"/>
          <p14:tracePt t="37533" x="7986713" y="4348163"/>
          <p14:tracePt t="37534" x="7947025" y="4402138"/>
          <p14:tracePt t="37535" x="7932738" y="4449763"/>
          <p14:tracePt t="37568" x="7912100" y="4545013"/>
          <p14:tracePt t="37568" x="7912100" y="4592638"/>
          <p14:tracePt t="37588" x="7920038" y="4640263"/>
          <p14:tracePt t="37600" x="7932738" y="4700588"/>
          <p14:tracePt t="37635" x="8007350" y="4843463"/>
          <p14:tracePt t="37636" x="8069263" y="4911725"/>
          <p14:tracePt t="37666" x="8177213" y="5006975"/>
          <p14:tracePt t="37666" x="8232775" y="5033963"/>
          <p14:tracePt t="37674" x="8280400" y="5054600"/>
          <p14:tracePt t="37689" x="8313738" y="5062538"/>
          <p14:tracePt t="37706" x="8423275" y="5054600"/>
          <p14:tracePt t="37736" x="8462963" y="5021263"/>
          <p14:tracePt t="37737" x="8510588" y="4994275"/>
          <p14:tracePt t="37738" x="8578850" y="4932363"/>
          <p14:tracePt t="37755" x="8647113" y="4837113"/>
          <p14:tracePt t="37767" x="8694738" y="4748213"/>
          <p14:tracePt t="37785" x="8777288" y="4491038"/>
          <p14:tracePt t="37806" x="8777288" y="4381500"/>
          <p14:tracePt t="37807" x="8756650" y="4271963"/>
          <p14:tracePt t="37822" x="8721725" y="4176713"/>
          <p14:tracePt t="37854" x="8682038" y="4122738"/>
          <p14:tracePt t="37855" x="8531225" y="4027488"/>
          <p14:tracePt t="37863" x="8462963" y="4006850"/>
          <p14:tracePt t="37877" x="8361363" y="3986213"/>
          <p14:tracePt t="37906" x="8266113" y="3986213"/>
          <p14:tracePt t="37907" x="8110538" y="4027488"/>
          <p14:tracePt t="37934" x="8015288" y="4075113"/>
          <p14:tracePt t="37935" x="7959725" y="4110038"/>
          <p14:tracePt t="37943" x="7891463" y="4184650"/>
          <p14:tracePt t="37956" x="7843838" y="4271963"/>
          <p14:tracePt t="37974" x="7837488" y="4333875"/>
          <p14:tracePt t="37975" x="7837488" y="4429125"/>
          <p14:tracePt t="38001" x="7864475" y="4578350"/>
          <p14:tracePt t="38009" x="7891463" y="4619625"/>
          <p14:tracePt t="38038" x="7939088" y="4673600"/>
          <p14:tracePt t="38038" x="7994650" y="4714875"/>
          <p14:tracePt t="38047" x="8042275" y="4741863"/>
          <p14:tracePt t="38061" x="8102600" y="4768850"/>
          <p14:tracePt t="38076" x="8232775" y="4789488"/>
          <p14:tracePt t="38108" x="8313738" y="4789488"/>
          <p14:tracePt t="38109" x="8462963" y="4762500"/>
          <p14:tracePt t="38140" x="8647113" y="4652963"/>
          <p14:tracePt t="38147" x="8694738" y="4613275"/>
          <p14:tracePt t="38161" x="8748713" y="4530725"/>
          <p14:tracePt t="38176" x="8769350" y="4456113"/>
          <p14:tracePt t="38177" x="8777288" y="4402138"/>
          <p14:tracePt t="38192" x="8756650" y="4333875"/>
          <p14:tracePt t="38209" x="8729663" y="4279900"/>
          <p14:tracePt t="38242" x="8653463" y="4211638"/>
          <p14:tracePt t="38243" x="8599488" y="4184650"/>
          <p14:tracePt t="38244" x="8558213" y="4176713"/>
          <p14:tracePt t="38264" x="8497888" y="4176713"/>
          <p14:tracePt t="38273" x="8423275" y="4197350"/>
          <p14:tracePt t="38290" x="8328025" y="4224338"/>
          <p14:tracePt t="38292" x="8259763" y="4259263"/>
          <p14:tracePt t="38306" x="8177213" y="4327525"/>
          <p14:tracePt t="38317" x="8110538" y="4402138"/>
          <p14:tracePt t="38352" x="8081963" y="4456113"/>
          <p14:tracePt t="38360" x="8034338" y="4646613"/>
          <p14:tracePt t="38373" x="8062913" y="4768850"/>
          <p14:tracePt t="38389" x="8110538" y="4824413"/>
          <p14:tracePt t="38391" x="8143875" y="4851400"/>
          <p14:tracePt t="38407" x="8205788" y="4884738"/>
          <p14:tracePt t="38425" x="8313738" y="4911725"/>
          <p14:tracePt t="38442" x="8388350" y="4911725"/>
          <p14:tracePt t="38457" x="8477250" y="4899025"/>
          <p14:tracePt t="38459" x="8545513" y="4884738"/>
          <p14:tracePt t="38473" x="8620125" y="4843463"/>
          <p14:tracePt t="38490" x="8694738" y="4776788"/>
          <p14:tracePt t="38522" x="8804275" y="4625975"/>
          <p14:tracePt t="38524" x="8843963" y="4524375"/>
          <p14:tracePt t="38525" x="8851900" y="4408488"/>
          <p14:tracePt t="38552" x="8843963" y="4348163"/>
          <p14:tracePt t="38552" x="8816975" y="4292600"/>
          <p14:tracePt t="38561" x="8777288" y="4244975"/>
          <p14:tracePt t="38573" x="8729663" y="4211638"/>
          <p14:tracePt t="38589" x="8661400" y="4184650"/>
          <p14:tracePt t="38607" x="8477250" y="4157663"/>
          <p14:tracePt t="38638" x="8340725" y="4170363"/>
          <p14:tracePt t="38639" x="8137525" y="4244975"/>
          <p14:tracePt t="38661" x="7980363" y="4402138"/>
          <p14:tracePt t="38684" x="7939088" y="4592638"/>
          <p14:tracePt t="38702" x="7967663" y="4687888"/>
          <p14:tracePt t="38722" x="8007350" y="4762500"/>
          <p14:tracePt t="38723" x="8089900" y="4843463"/>
          <p14:tracePt t="38732" x="8185150" y="4919663"/>
          <p14:tracePt t="38746" x="8253413" y="4959350"/>
          <p14:tracePt t="38759" x="8340725" y="4986338"/>
          <p14:tracePt t="38774" x="8435975" y="4994275"/>
          <p14:tracePt t="38775" x="8510588" y="4994275"/>
          <p14:tracePt t="38790" x="8626475" y="4967288"/>
          <p14:tracePt t="38808" x="8783638" y="4864100"/>
          <p14:tracePt t="38836" x="8872538" y="4776788"/>
          <p14:tracePt t="38838" x="8939213" y="4652963"/>
          <p14:tracePt t="38846" x="8974138" y="4530725"/>
          <p14:tracePt t="38859" x="8974138" y="4443413"/>
          <p14:tracePt t="38874" x="8947150" y="4319588"/>
          <p14:tracePt t="38875" x="8891588" y="4211638"/>
          <p14:tracePt t="38890" x="8824913" y="4157663"/>
          <p14:tracePt t="38907" x="8729663" y="4089400"/>
          <p14:tracePt t="38908" x="8626475" y="4048125"/>
          <p14:tracePt t="38939" x="8545513" y="4027488"/>
          <p14:tracePt t="38940" x="8408988" y="4014788"/>
          <p14:tracePt t="38949" x="8253413" y="4027488"/>
          <p14:tracePt t="38975" x="8137525" y="4048125"/>
          <p14:tracePt t="38976" x="7864475" y="4184650"/>
          <p14:tracePt t="39000" x="7721600" y="4367213"/>
          <p14:tracePt t="39026" x="7700963" y="4524375"/>
          <p14:tracePt t="39034" x="7721600" y="4592638"/>
          <p14:tracePt t="39048" x="7762875" y="4652963"/>
          <p14:tracePt t="39061" x="7810500" y="4694238"/>
          <p14:tracePt t="39074" x="7864475" y="4735513"/>
          <p14:tracePt t="39091" x="8015288" y="4768850"/>
          <p14:tracePt t="39106" x="8081963" y="4768850"/>
          <p14:tracePt t="39136" x="8177213" y="4768850"/>
          <p14:tracePt t="39138" x="8340725" y="4721225"/>
          <p14:tracePt t="39149" x="8429625" y="4667250"/>
          <p14:tracePt t="39162" x="8504238" y="4592638"/>
          <p14:tracePt t="39176" x="8551863" y="4518025"/>
          <p14:tracePt t="39205" x="8578850" y="4408488"/>
          <p14:tracePt t="39207" x="8558213" y="4232275"/>
          <p14:tracePt t="39216" x="8510588" y="4157663"/>
          <p14:tracePt t="39242" x="8456613" y="4102100"/>
          <p14:tracePt t="39243" x="8402638" y="4075113"/>
          <p14:tracePt t="39251" x="8313738" y="4048125"/>
          <p14:tracePt t="39265" x="8218488" y="4033838"/>
          <p14:tracePt t="39279" x="8143875" y="4048125"/>
          <p14:tracePt t="39282" x="8054975" y="4062413"/>
          <p14:tracePt t="39293" x="7947025" y="4122738"/>
          <p14:tracePt t="39307" x="7885113" y="4170363"/>
          <p14:tracePt t="39338" x="7789863" y="4271963"/>
          <p14:tracePt t="39339" x="7700963" y="4470400"/>
          <p14:tracePt t="39350" x="7715250" y="4565650"/>
          <p14:tracePt t="39363" x="7748588" y="4646613"/>
          <p14:tracePt t="39376" x="7810500" y="4714875"/>
          <p14:tracePt t="39390" x="7843838" y="4748213"/>
          <p14:tracePt t="39406" x="7959725" y="4795838"/>
          <p14:tracePt t="39436" x="7986713" y="4795838"/>
          <p14:tracePt t="39438" x="8081963" y="4795838"/>
          <p14:tracePt t="39456" x="8116888" y="4789488"/>
          <p14:tracePt t="39465" x="8143875" y="4776788"/>
          <p14:tracePt t="39478" x="8164513" y="4768850"/>
          <p14:tracePt t="39491" x="8164513" y="4762500"/>
          <p14:tracePt t="39507" x="8164513" y="4741863"/>
          <p14:tracePt t="39537" x="8158163" y="4735513"/>
          <p14:tracePt t="39552" x="8143875" y="4735513"/>
          <p14:tracePt t="39666" x="8158163" y="4735513"/>
          <p14:tracePt t="39674" x="8164513" y="4735513"/>
          <p14:tracePt t="39686" x="8185150" y="4721225"/>
          <p14:tracePt t="39718" x="8205788" y="4714875"/>
          <p14:tracePt t="39722" x="8212138" y="4714875"/>
          <p14:tracePt t="39733" x="8218488" y="4700588"/>
          <p14:tracePt t="39747" x="8232775" y="4694238"/>
          <p14:tracePt t="39766" x="8232775" y="4687888"/>
          <p14:tracePt t="39800" x="8218488" y="4673600"/>
          <p14:tracePt t="39802" x="8212138" y="4673600"/>
          <p14:tracePt t="39812" x="8205788" y="4667250"/>
          <p14:tracePt t="39844" x="8185150" y="4652963"/>
          <p14:tracePt t="39845" x="8158163" y="4646613"/>
          <p14:tracePt t="39864" x="8143875" y="4646613"/>
          <p14:tracePt t="39865" x="8137525" y="4646613"/>
          <p14:tracePt t="39886" x="8116888" y="4646613"/>
          <p14:tracePt t="39887" x="8102600" y="4640263"/>
          <p14:tracePt t="39910" x="8034338" y="4625975"/>
          <p14:tracePt t="39935" x="7986713" y="4625975"/>
          <p14:tracePt t="39936" x="7920038" y="4619625"/>
          <p14:tracePt t="39945" x="7858125" y="4613275"/>
          <p14:tracePt t="39956" x="7748588" y="4598988"/>
          <p14:tracePt t="39975" x="7640638" y="4578350"/>
          <p14:tracePt t="39989" x="7423150" y="4572000"/>
          <p14:tracePt t="40003" x="7300913" y="4572000"/>
          <p14:tracePt t="40016" x="7224713" y="4578350"/>
          <p14:tracePt t="40047" x="7137400" y="4578350"/>
          <p14:tracePt t="40049" x="7034213" y="4598988"/>
          <p14:tracePt t="40058" x="7007225" y="4598988"/>
          <p14:tracePt t="40071" x="6980238" y="4598988"/>
          <p14:tracePt t="40084" x="6973888" y="4598988"/>
          <p14:tracePt t="40100" x="6953250" y="4613275"/>
          <p14:tracePt t="40182" x="6938963" y="4598988"/>
          <p14:tracePt t="40202" x="6911975" y="4572000"/>
          <p14:tracePt t="40232" x="6858000" y="4545013"/>
          <p14:tracePt t="40239" x="6810375" y="4524375"/>
          <p14:tracePt t="40252" x="6756400" y="4518025"/>
          <p14:tracePt t="40269" x="6708775" y="4503738"/>
          <p14:tracePt t="40270" x="6653213" y="4503738"/>
          <p14:tracePt t="40285" x="6605588" y="4503738"/>
          <p14:tracePt t="40302" x="6565900" y="4518025"/>
          <p14:tracePt t="40303" x="6530975" y="4530725"/>
          <p14:tracePt t="40317" x="6497638" y="4565650"/>
          <p14:tracePt t="40349" x="6483350" y="4578350"/>
          <p14:tracePt t="40350" x="6470650" y="4640263"/>
          <p14:tracePt t="40371" x="6510338" y="4673600"/>
          <p14:tracePt t="40395" x="6565900" y="4714875"/>
          <p14:tracePt t="40413" x="6605588" y="4721225"/>
          <p14:tracePt t="40415" x="6661150" y="4735513"/>
          <p14:tracePt t="40461" x="6810375" y="4721225"/>
          <p14:tracePt t="40461" x="6831013" y="4721225"/>
          <p14:tracePt t="40481" x="6858000" y="4700588"/>
          <p14:tracePt t="40492" x="6864350" y="4687888"/>
          <p14:tracePt t="40511" x="6864350" y="4640263"/>
          <p14:tracePt t="40548" x="6810375" y="4572000"/>
          <p14:tracePt t="40557" x="6762750" y="4551363"/>
          <p14:tracePt t="40572" x="6708775" y="4530725"/>
          <p14:tracePt t="40573" x="6667500" y="4530725"/>
          <p14:tracePt t="40586" x="6613525" y="4524375"/>
          <p14:tracePt t="40605" x="6565900" y="4524375"/>
          <p14:tracePt t="40621" x="6497638" y="4545013"/>
          <p14:tracePt t="40635" x="6470650" y="4551363"/>
          <p14:tracePt t="40652" x="6443663" y="4578350"/>
          <p14:tracePt t="40669" x="6435725" y="4592638"/>
          <p14:tracePt t="40686" x="6435725" y="4613275"/>
          <p14:tracePt t="40702" x="6443663" y="4619625"/>
          <p14:tracePt t="40717" x="6456363" y="4619625"/>
          <p14:tracePt t="40735" x="6510338" y="4640263"/>
          <p14:tracePt t="40750" x="6545263" y="4646613"/>
          <p14:tracePt t="40768" x="6661150" y="4652963"/>
          <p14:tracePt t="40785" x="6715125" y="4646613"/>
          <p14:tracePt t="40786" x="6804025" y="4640263"/>
          <p14:tracePt t="40825" x="6926263" y="4613275"/>
          <p14:tracePt t="40825" x="6938963" y="4592638"/>
          <p14:tracePt t="40833" x="6953250" y="4572000"/>
          <p14:tracePt t="40846" x="6959600" y="4551363"/>
          <p14:tracePt t="40863" x="6953250" y="4545013"/>
          <p14:tracePt t="40879" x="6932613" y="4518025"/>
          <p14:tracePt t="40896" x="6905625" y="4503738"/>
          <p14:tracePt t="40913" x="6810375" y="4491038"/>
          <p14:tracePt t="40946" x="6762750" y="4476750"/>
          <p14:tracePt t="40947" x="6619875" y="4491038"/>
          <p14:tracePt t="40966" x="6565900" y="4503738"/>
          <p14:tracePt t="40967" x="6518275" y="4524375"/>
          <p14:tracePt t="40988" x="6491288" y="4545013"/>
          <p14:tracePt t="40989" x="6470650" y="4565650"/>
          <p14:tracePt t="41018" x="6470650" y="4613275"/>
          <p14:tracePt t="41026" x="6470650" y="4619625"/>
          <p14:tracePt t="41039" x="6497638" y="4646613"/>
          <p14:tracePt t="41068" x="6530975" y="4652963"/>
          <p14:tracePt t="41069" x="6613525" y="4687888"/>
          <p14:tracePt t="41090" x="6667500" y="4700588"/>
          <p14:tracePt t="41090" x="6729413" y="4700588"/>
          <p14:tracePt t="41114" x="6851650" y="4714875"/>
          <p14:tracePt t="41132" x="6911975" y="4714875"/>
          <p14:tracePt t="41143" x="6953250" y="4714875"/>
          <p14:tracePt t="41156" x="6986588" y="4700588"/>
          <p14:tracePt t="41169" x="7021513" y="4673600"/>
          <p14:tracePt t="41185" x="7021513" y="4652963"/>
          <p14:tracePt t="41200" x="7021513" y="4640263"/>
          <p14:tracePt t="41217" x="7000875" y="4572000"/>
          <p14:tracePt t="41248" x="6980238" y="4545013"/>
          <p14:tracePt t="41250" x="6926263" y="4503738"/>
          <p14:tracePt t="41271" x="6851650" y="4491038"/>
          <p14:tracePt t="41294" x="6742113" y="4503738"/>
          <p14:tracePt t="41313" x="6694488" y="4524375"/>
          <p14:tracePt t="41332" x="6640513" y="4551363"/>
          <p14:tracePt t="41333" x="6605588" y="4592638"/>
          <p14:tracePt t="41342" x="6578600" y="4613275"/>
          <p14:tracePt t="41356" x="6565900" y="4625975"/>
          <p14:tracePt t="41369" x="6565900" y="4646613"/>
          <p14:tracePt t="41384" x="6578600" y="4652963"/>
          <p14:tracePt t="41404" x="6592888" y="4667250"/>
          <p14:tracePt t="41416" x="6619875" y="4673600"/>
          <p14:tracePt t="41418" x="6661150" y="4687888"/>
          <p14:tracePt t="41433" x="6694488" y="4687888"/>
          <p14:tracePt t="41450" x="6742113" y="4687888"/>
          <p14:tracePt t="41452" x="6783388" y="4673600"/>
          <p14:tracePt t="41466" x="6837363" y="4646613"/>
          <p14:tracePt t="41480" x="6884988" y="4625975"/>
          <p14:tracePt t="41499" x="6911975" y="4598988"/>
          <p14:tracePt t="41501" x="6938963" y="4565650"/>
          <p14:tracePt t="41513" x="6973888" y="4518025"/>
          <p14:tracePt t="41544" x="6986588" y="4476750"/>
          <p14:tracePt t="41545" x="6986588" y="4348163"/>
          <p14:tracePt t="41555" x="6980238" y="4292600"/>
          <p14:tracePt t="41567" x="6938963" y="4197350"/>
          <p14:tracePt t="41596" x="6905625" y="4122738"/>
          <p14:tracePt t="41598" x="6851650" y="4027488"/>
          <p14:tracePt t="41620" x="6804025" y="3979863"/>
          <p14:tracePt t="41643" x="6777038" y="3979863"/>
          <p14:tracePt t="41661" x="6762750" y="3979863"/>
          <p14:tracePt t="41671" x="6742113" y="3979863"/>
          <p14:tracePt t="41684" x="6715125" y="4000500"/>
          <p14:tracePt t="41701" x="6681788" y="4033838"/>
          <p14:tracePt t="41703" x="6640513" y="4062413"/>
          <p14:tracePt t="41717" x="6605588" y="4102100"/>
          <p14:tracePt t="41733" x="6586538" y="4137025"/>
          <p14:tracePt t="41735" x="6586538" y="4157663"/>
          <p14:tracePt t="41747" x="6586538" y="4176713"/>
          <p14:tracePt t="41768" x="6592888" y="4205288"/>
          <p14:tracePt t="41770" x="6605588" y="4211638"/>
          <p14:tracePt t="41780" x="6634163" y="4232275"/>
          <p14:tracePt t="41800" x="6667500" y="4244975"/>
          <p14:tracePt t="41802" x="6694488" y="4252913"/>
          <p14:tracePt t="41817" x="6742113" y="4252913"/>
          <p14:tracePt t="41844" x="6789738" y="4252913"/>
          <p14:tracePt t="41845" x="6884988" y="4224338"/>
          <p14:tracePt t="41874" x="6953250" y="4197350"/>
          <p14:tracePt t="41874" x="6980238" y="4176713"/>
          <p14:tracePt t="41884" x="7000875" y="4137025"/>
          <p14:tracePt t="41907" x="7000875" y="4081463"/>
          <p14:tracePt t="41917" x="6980238" y="4048125"/>
          <p14:tracePt t="41933" x="6953250" y="4014788"/>
          <p14:tracePt t="41935" x="6911975" y="3986213"/>
          <p14:tracePt t="41950" x="6851650" y="3973513"/>
          <p14:tracePt t="41966" x="6789738" y="3952875"/>
          <p14:tracePt t="41980" x="6729413" y="3938588"/>
          <p14:tracePt t="41985" x="6688138" y="3952875"/>
          <p14:tracePt t="41996" x="6634163" y="3973513"/>
          <p14:tracePt t="42013" x="6586538" y="3986213"/>
          <p14:tracePt t="42019" x="6557963" y="4014788"/>
          <p14:tracePt t="42030" x="6518275" y="4054475"/>
          <p14:tracePt t="42050" x="6510338" y="4081463"/>
          <p14:tracePt t="42053" x="6510338" y="4102100"/>
          <p14:tracePt t="42078" x="6518275" y="4122738"/>
          <p14:tracePt t="42079" x="6545263" y="4137025"/>
          <p14:tracePt t="42080" x="6565900" y="4149725"/>
          <p14:tracePt t="42099" x="6605588" y="4170363"/>
          <p14:tracePt t="42109" x="6640513" y="4170363"/>
          <p14:tracePt t="42135" x="6715125" y="4170363"/>
          <p14:tracePt t="42136" x="6762750" y="4170363"/>
          <p14:tracePt t="42156" x="6783388" y="4149725"/>
          <p14:tracePt t="42166" x="6810375" y="4129088"/>
          <p14:tracePt t="42179" x="6816725" y="4089400"/>
          <p14:tracePt t="42196" x="6816725" y="4027488"/>
          <p14:tracePt t="42213" x="6804025" y="3979863"/>
          <p14:tracePt t="42229" x="6735763" y="3884613"/>
          <p14:tracePt t="42245" x="6688138" y="3851275"/>
          <p14:tracePt t="42259" x="6653213" y="3816350"/>
          <p14:tracePt t="42273" x="6605588" y="3803650"/>
          <p14:tracePt t="42286" x="6578600" y="3810000"/>
          <p14:tracePt t="42300" x="6565900" y="3816350"/>
          <p14:tracePt t="42318" x="6545263" y="3851275"/>
          <p14:tracePt t="42319" x="6530975" y="3884613"/>
          <p14:tracePt t="42333" x="6518275" y="3925888"/>
          <p14:tracePt t="42350" x="6530975" y="3979863"/>
          <p14:tracePt t="42352" x="6545263" y="4027488"/>
          <p14:tracePt t="42367" x="6578600" y="4054475"/>
          <p14:tracePt t="42384" x="6619875" y="4081463"/>
          <p14:tracePt t="42386" x="6653213" y="4102100"/>
          <p14:tracePt t="42400" x="6681788" y="4110038"/>
          <p14:tracePt t="42417" x="6708775" y="4110038"/>
          <p14:tracePt t="42420" x="6735763" y="4110038"/>
          <p14:tracePt t="42435" x="6756400" y="4110038"/>
          <p14:tracePt t="42446" x="6762750" y="4102100"/>
          <p14:tracePt t="42467" x="6762750" y="4089400"/>
          <p14:tracePt t="42561" x="6756400" y="4089400"/>
          <p14:tracePt t="43205" x="6735763" y="4110038"/>
          <p14:tracePt t="43206" x="6729413" y="4129088"/>
          <p14:tracePt t="43240" x="6688138" y="4252913"/>
          <p14:tracePt t="43273" x="6661150" y="4476750"/>
          <p14:tracePt t="43302" x="6661150" y="4646613"/>
          <p14:tracePt t="43309" x="6667500" y="4714875"/>
          <p14:tracePt t="43359" x="6681788" y="4789488"/>
          <p14:tracePt t="43360" x="6708775" y="4994275"/>
          <p14:tracePt t="43368" x="6708775" y="5054600"/>
          <p14:tracePt t="43393" x="6688138" y="5116513"/>
          <p14:tracePt t="43409" x="6681788" y="5143500"/>
          <p14:tracePt t="43409" x="6667500" y="5157788"/>
          <p14:tracePt t="43434" x="6634163" y="5184775"/>
          <p14:tracePt t="43460" x="6586538" y="5205413"/>
          <p14:tracePt t="43474" x="6557963" y="5211763"/>
          <p14:tracePt t="43475" x="6518275" y="5218113"/>
          <p14:tracePt t="43499" x="6456363" y="5253038"/>
          <p14:tracePt t="43515" x="6415088" y="5280025"/>
          <p14:tracePt t="43531" x="6348413" y="5313363"/>
          <p14:tracePt t="43564" x="6319838" y="5340350"/>
          <p14:tracePt t="43565" x="6292850" y="5375275"/>
          <p14:tracePt t="43604" x="6286500" y="5402263"/>
          <p14:tracePt t="43612" x="6286500" y="5429250"/>
          <p14:tracePt t="43613" x="6286500" y="5449888"/>
          <p14:tracePt t="43640" x="6286500" y="5456238"/>
          <p14:tracePt t="43648" x="6292850" y="5476875"/>
          <p14:tracePt t="43661" x="6300788" y="5483225"/>
          <p14:tracePt t="43681" x="6313488" y="5503863"/>
          <p14:tracePt t="43698" x="6319838" y="5503863"/>
          <p14:tracePt t="43715" x="6375400" y="5524500"/>
          <p14:tracePt t="43747" x="6435725" y="5530850"/>
          <p14:tracePt t="43748" x="6586538" y="5551488"/>
          <p14:tracePt t="43773" x="6742113" y="5557838"/>
          <p14:tracePt t="43781" x="6810375" y="5572125"/>
          <p14:tracePt t="43795" x="6851650" y="5572125"/>
          <p14:tracePt t="43811" x="6864350" y="5572125"/>
          <p14:tracePt t="43846" x="6858000" y="5572125"/>
          <p14:tracePt t="43870" x="6762750" y="5557838"/>
          <p14:tracePt t="43890" x="6681788" y="5551488"/>
          <p14:tracePt t="43891" x="6578600" y="5538788"/>
          <p14:tracePt t="43926" x="6423025" y="5530850"/>
          <p14:tracePt t="43926" x="6375400" y="5530850"/>
          <p14:tracePt t="43948" x="6340475" y="5530850"/>
          <p14:tracePt t="43982" x="6348413" y="5530850"/>
          <p14:tracePt t="43995" x="6375400" y="5538788"/>
          <p14:tracePt t="44015" x="6423025" y="5538788"/>
          <p14:tracePt t="44016" x="6491288" y="5538788"/>
          <p14:tracePt t="44032" x="6605588" y="5551488"/>
          <p14:tracePt t="44048" x="6742113" y="5557838"/>
          <p14:tracePt t="44062" x="6973888" y="5586413"/>
          <p14:tracePt t="44081" x="7034213" y="5586413"/>
          <p14:tracePt t="44095" x="7075488" y="5599113"/>
          <p14:tracePt t="44142" x="7027863" y="5586413"/>
          <p14:tracePt t="44152" x="6973888" y="5572125"/>
          <p14:tracePt t="44482" x="6980238" y="5572125"/>
          <p14:tracePt t="44505" x="6986588" y="5572125"/>
          <p14:tracePt t="44543" x="7000875" y="5572125"/>
          <p14:tracePt t="44603" x="6980238" y="5557838"/>
          <p14:tracePt t="44603" x="6959600" y="5557838"/>
          <p14:tracePt t="44640" x="6911975" y="5557838"/>
          <p14:tracePt t="44647" x="6884988" y="5551488"/>
          <p14:tracePt t="44663" x="6783388" y="5538788"/>
          <p14:tracePt t="44690" x="6688138" y="5524500"/>
          <p14:tracePt t="44714" x="6619875" y="5510213"/>
          <p14:tracePt t="44758" x="6653213" y="5530850"/>
          <p14:tracePt t="44780" x="6681788" y="5538788"/>
          <p14:tracePt t="44781" x="6715125" y="5557838"/>
          <p14:tracePt t="44794" x="6762750" y="5572125"/>
          <p14:tracePt t="44838" x="6884988" y="5599113"/>
          <p14:tracePt t="44839" x="7054850" y="5605463"/>
          <p14:tracePt t="44860" x="7205663" y="5599113"/>
          <p14:tracePt t="44871" x="7272338" y="5572125"/>
          <p14:tracePt t="44889" x="7307263" y="5551488"/>
          <p14:tracePt t="44905" x="7381875" y="5462588"/>
          <p14:tracePt t="44921" x="7402513" y="5429250"/>
          <p14:tracePt t="44937" x="7415213" y="5360988"/>
          <p14:tracePt t="44939" x="7415213" y="5280025"/>
          <p14:tracePt t="44954" x="7396163" y="5211763"/>
          <p14:tracePt t="44970" x="7367588" y="5116513"/>
          <p14:tracePt t="44971" x="7307263" y="5021263"/>
          <p14:tracePt t="44987" x="7259638" y="4959350"/>
          <p14:tracePt t="45017" x="7170738" y="4891088"/>
          <p14:tracePt t="45018" x="6980238" y="4795838"/>
          <p14:tracePt t="45043" x="6688138" y="4741863"/>
          <p14:tracePt t="45061" x="6530975" y="4735513"/>
          <p14:tracePt t="45063" x="6408738" y="4735513"/>
          <p14:tracePt t="45075" x="6265863" y="4762500"/>
          <p14:tracePt t="45088" x="6137275" y="4795838"/>
          <p14:tracePt t="45103" x="6069013" y="4837113"/>
          <p14:tracePt t="45133" x="5980113" y="4891088"/>
          <p14:tracePt t="45134" x="5878513" y="5014913"/>
          <p14:tracePt t="45143" x="5843588" y="5089525"/>
          <p14:tracePt t="45160" x="5824538" y="5170488"/>
          <p14:tracePt t="45193" x="5824538" y="5286375"/>
          <p14:tracePt t="45194" x="5830888" y="5340350"/>
          <p14:tracePt t="45202" x="5843588" y="5381625"/>
          <p14:tracePt t="45214" x="5872163" y="5435600"/>
          <p14:tracePt t="45247" x="5905500" y="5483225"/>
          <p14:tracePt t="45248" x="6015038" y="5572125"/>
          <p14:tracePt t="45261" x="6075363" y="5605463"/>
          <p14:tracePt t="45277" x="6197600" y="5646738"/>
          <p14:tracePt t="45294" x="6265863" y="5653088"/>
          <p14:tracePt t="45314" x="6415088" y="5661025"/>
          <p14:tracePt t="45345" x="6510338" y="5653088"/>
          <p14:tracePt t="45346" x="6681788" y="5626100"/>
          <p14:tracePt t="45367" x="6851650" y="5557838"/>
          <p14:tracePt t="45387" x="6899275" y="5530850"/>
          <p14:tracePt t="45388" x="6938963" y="5476875"/>
          <p14:tracePt t="45413" x="6986588" y="5354638"/>
          <p14:tracePt t="45433" x="6959600" y="5184775"/>
          <p14:tracePt t="45454" x="6926263" y="5137150"/>
          <p14:tracePt t="45455" x="6864350" y="5068888"/>
          <p14:tracePt t="45479" x="6742113" y="5006975"/>
          <p14:tracePt t="45501" x="6557963" y="4959350"/>
          <p14:tracePt t="45533" x="6423025" y="4938713"/>
          <p14:tracePt t="45534" x="6361113" y="4938713"/>
          <p14:tracePt t="45555" x="6313488" y="4946650"/>
          <p14:tracePt t="45579" x="6245225" y="4973638"/>
          <p14:tracePt t="45580" x="6149975" y="5033963"/>
          <p14:tracePt t="45600" x="6102350" y="5081588"/>
          <p14:tracePt t="45608" x="6069013" y="5116513"/>
          <p14:tracePt t="45636" x="6048375" y="5157788"/>
          <p14:tracePt t="45637" x="6042025" y="5253038"/>
          <p14:tracePt t="45666" x="6048375" y="5354638"/>
          <p14:tracePt t="45674" x="6069013" y="5402263"/>
          <p14:tracePt t="45703" x="6143625" y="5483225"/>
          <p14:tracePt t="45732" x="6211888" y="5538788"/>
          <p14:tracePt t="45740" x="6265863" y="5572125"/>
          <p14:tracePt t="45753" x="6319838" y="5599113"/>
          <p14:tracePt t="45767" x="6367463" y="5613400"/>
          <p14:tracePt t="45784" x="6510338" y="5646738"/>
          <p14:tracePt t="45800" x="6565900" y="5646738"/>
          <p14:tracePt t="45817" x="6735763" y="5634038"/>
          <p14:tracePt t="45847" x="6789738" y="5626100"/>
          <p14:tracePt t="45849" x="6864350" y="5599113"/>
          <p14:tracePt t="45850" x="6926263" y="5572125"/>
          <p14:tracePt t="45877" x="6959600" y="5538788"/>
          <p14:tracePt t="45878" x="7007225" y="5497513"/>
          <p14:tracePt t="45886" x="7034213" y="5449888"/>
          <p14:tracePt t="45898" x="7054850" y="5402263"/>
          <p14:tracePt t="45914" x="7054850" y="5334000"/>
          <p14:tracePt t="45947" x="7034213" y="5191125"/>
          <p14:tracePt t="45948" x="7021513" y="5157788"/>
          <p14:tracePt t="45950" x="7000875" y="5129213"/>
          <p14:tracePt t="45972" x="6973888" y="5110163"/>
          <p14:tracePt t="45973" x="6953250" y="5089525"/>
          <p14:tracePt t="45991" x="6911975" y="5081588"/>
          <p14:tracePt t="46000" x="6884988" y="5081588"/>
          <p14:tracePt t="46030" x="6858000" y="5068888"/>
          <p14:tracePt t="46032" x="6789738" y="5081588"/>
          <p14:tracePt t="46041" x="6762750" y="5095875"/>
          <p14:tracePt t="46055" x="6729413" y="5129213"/>
          <p14:tracePt t="46067" x="6681788" y="5170488"/>
          <p14:tracePt t="46084" x="6640513" y="5211763"/>
          <p14:tracePt t="46117" x="6557963" y="5327650"/>
          <p14:tracePt t="46118" x="6538913" y="5360988"/>
          <p14:tracePt t="46118" x="6530975" y="5402263"/>
          <p14:tracePt t="46142" x="6538913" y="5462588"/>
          <p14:tracePt t="46160" x="6557963" y="5497513"/>
          <p14:tracePt t="46169" x="6592888" y="5538788"/>
          <p14:tracePt t="46184" x="6634163" y="5557838"/>
          <p14:tracePt t="46200" x="6742113" y="5613400"/>
          <p14:tracePt t="46231" x="6783388" y="5613400"/>
          <p14:tracePt t="46232" x="6884988" y="5613400"/>
          <p14:tracePt t="46253" x="6953250" y="5605463"/>
          <p14:tracePt t="46260" x="6986588" y="5599113"/>
          <p14:tracePt t="46278" x="7102475" y="5538788"/>
          <p14:tracePt t="46295" x="7129463" y="5503863"/>
          <p14:tracePt t="46314" x="7177088" y="5381625"/>
          <p14:tracePt t="46346" x="7185025" y="5313363"/>
          <p14:tracePt t="46346" x="7137400" y="5164138"/>
          <p14:tracePt t="46367" x="7075488" y="5081588"/>
          <p14:tracePt t="46387" x="7021513" y="5054600"/>
          <p14:tracePt t="46395" x="6980238" y="5033963"/>
          <p14:tracePt t="46414" x="6911975" y="5014913"/>
          <p14:tracePt t="46415" x="6864350" y="5006975"/>
          <p14:tracePt t="46444" x="6816725" y="5006975"/>
          <p14:tracePt t="46445" x="6742113" y="5033963"/>
          <p14:tracePt t="46467" x="6708775" y="5062538"/>
          <p14:tracePt t="46468" x="6653213" y="5110163"/>
          <p14:tracePt t="46492" x="6545263" y="5211763"/>
          <p14:tracePt t="46510" x="6518275" y="5265738"/>
          <p14:tracePt t="46533" x="6497638" y="5327650"/>
          <p14:tracePt t="46534" x="6491288" y="5381625"/>
          <p14:tracePt t="46535" x="6497638" y="5414963"/>
          <p14:tracePt t="46560" x="6545263" y="5524500"/>
          <p14:tracePt t="46580" x="6578600" y="5551488"/>
          <p14:tracePt t="46581" x="6613525" y="5578475"/>
          <p14:tracePt t="46604" x="6694488" y="5599113"/>
          <p14:tracePt t="46633" x="6810375" y="5605463"/>
          <p14:tracePt t="46641" x="6858000" y="5605463"/>
          <p14:tracePt t="46654" x="6938963" y="5586413"/>
          <p14:tracePt t="46667" x="7027863" y="5572125"/>
          <p14:tracePt t="46683" x="7081838" y="5538788"/>
          <p14:tracePt t="46684" x="7150100" y="5503863"/>
          <p14:tracePt t="46701" x="7205663" y="5449888"/>
          <p14:tracePt t="46717" x="7253288" y="5340350"/>
          <p14:tracePt t="46750" x="7253288" y="5280025"/>
          <p14:tracePt t="46751" x="7245350" y="5218113"/>
          <p14:tracePt t="46774" x="7081838" y="5041900"/>
          <p14:tracePt t="46793" x="7027863" y="5006975"/>
          <p14:tracePt t="46794" x="6959600" y="4973638"/>
          <p14:tracePt t="46814" x="6911975" y="4967288"/>
          <p14:tracePt t="46836" x="6810375" y="4959350"/>
          <p14:tracePt t="46845" x="6777038" y="4967288"/>
          <p14:tracePt t="46862" x="6729413" y="5006975"/>
          <p14:tracePt t="46865" x="6667500" y="5062538"/>
          <p14:tracePt t="46878" x="6613525" y="5129213"/>
          <p14:tracePt t="46895" x="6578600" y="5170488"/>
          <p14:tracePt t="46899" x="6545263" y="5238750"/>
          <p14:tracePt t="46912" x="6530975" y="5307013"/>
          <p14:tracePt t="46944" x="6530975" y="5340350"/>
          <p14:tracePt t="46945" x="6538913" y="5449888"/>
          <p14:tracePt t="46953" x="6545263" y="5483225"/>
          <p14:tracePt t="46966" x="6578600" y="5510213"/>
          <p14:tracePt t="46982" x="6605588" y="5538788"/>
          <p14:tracePt t="47014" x="6619875" y="5551488"/>
          <p14:tracePt t="47015" x="6688138" y="5557838"/>
          <p14:tracePt t="47036" x="6715125" y="5551488"/>
          <p14:tracePt t="47037" x="6777038" y="5538788"/>
          <p14:tracePt t="47048" x="6831013" y="5524500"/>
          <p14:tracePt t="47065" x="6864350" y="5503863"/>
          <p14:tracePt t="47066" x="6911975" y="5462588"/>
          <p14:tracePt t="47078" x="6938963" y="5414963"/>
          <p14:tracePt t="47095" x="6959600" y="5381625"/>
          <p14:tracePt t="47114" x="6959600" y="5265738"/>
          <p14:tracePt t="47143" x="6953250" y="5211763"/>
          <p14:tracePt t="47144" x="6899275" y="5116513"/>
          <p14:tracePt t="47164" x="6837363" y="5068888"/>
          <p14:tracePt t="47174" x="6789738" y="5041900"/>
          <p14:tracePt t="47188" x="6715125" y="5006975"/>
          <p14:tracePt t="47190" x="6634163" y="4986338"/>
          <p14:tracePt t="47202" x="6578600" y="4973638"/>
          <p14:tracePt t="47230" x="6497638" y="4973638"/>
          <p14:tracePt t="47232" x="6435725" y="4994275"/>
          <p14:tracePt t="47233" x="6388100" y="5014913"/>
          <p14:tracePt t="47253" x="6340475" y="5068888"/>
          <p14:tracePt t="47261" x="6292850" y="5129213"/>
          <p14:tracePt t="47278" x="6272213" y="5170488"/>
          <p14:tracePt t="47283" x="6259513" y="5238750"/>
          <p14:tracePt t="47295" x="6245225" y="5292725"/>
          <p14:tracePt t="47315" x="6259513" y="5340350"/>
          <p14:tracePt t="47317" x="6272213" y="5387975"/>
          <p14:tracePt t="47331" x="6300788" y="5414963"/>
          <p14:tracePt t="47349" x="6319838" y="5449888"/>
          <p14:tracePt t="47350" x="6367463" y="5476875"/>
          <p14:tracePt t="47366" x="6408738" y="5483225"/>
          <p14:tracePt t="47382" x="6443663" y="5497513"/>
          <p14:tracePt t="47384" x="6497638" y="5503863"/>
          <p14:tracePt t="47399" x="6557963" y="5503863"/>
          <p14:tracePt t="47426" x="6619875" y="5497513"/>
          <p14:tracePt t="47427" x="6777038" y="5462588"/>
          <p14:tracePt t="47447" x="6858000" y="5435600"/>
          <p14:tracePt t="47449" x="6911975" y="5408613"/>
          <p14:tracePt t="47469" x="7000875" y="5327650"/>
          <p14:tracePt t="47492" x="7007225" y="5265738"/>
          <p14:tracePt t="47511" x="7000875" y="5232400"/>
          <p14:tracePt t="47531" x="6986588" y="5205413"/>
          <p14:tracePt t="47532" x="6953250" y="5164138"/>
          <p14:tracePt t="47554" x="6905625" y="5129213"/>
          <p14:tracePt t="47554" x="6864350" y="5110163"/>
          <p14:tracePt t="47565" x="6810375" y="5081588"/>
          <p14:tracePt t="47581" x="6777038" y="5062538"/>
          <p14:tracePt t="47583" x="6735763" y="5054600"/>
          <p14:tracePt t="47598" x="6694488" y="5054600"/>
          <p14:tracePt t="47612" x="6681788" y="5054600"/>
          <p14:tracePt t="47628" x="6634163" y="5068888"/>
          <p14:tracePt t="47659" x="6605588" y="5095875"/>
          <p14:tracePt t="47660" x="6565900" y="5170488"/>
          <p14:tracePt t="47681" x="6557963" y="5211763"/>
          <p14:tracePt t="47690" x="6557963" y="5232400"/>
          <p14:tracePt t="47704" x="6545263" y="5238750"/>
          <p14:tracePt t="47708" x="6545263" y="5259388"/>
          <p14:tracePt t="47718" x="6557963" y="5286375"/>
          <p14:tracePt t="47731" x="6565900" y="5307013"/>
          <p14:tracePt t="47749" x="6605588" y="5340350"/>
          <p14:tracePt t="47765" x="6688138" y="5402263"/>
          <p14:tracePt t="47799" x="6831013" y="5435600"/>
          <p14:tracePt t="47830" x="7048500" y="5435600"/>
          <p14:tracePt t="47832" x="7081838" y="5429250"/>
          <p14:tracePt t="47849" x="7110413" y="5408613"/>
          <p14:tracePt t="47879" x="7129463" y="5387975"/>
          <p14:tracePt t="47880" x="7129463" y="5340350"/>
          <p14:tracePt t="47888" x="7123113" y="5307013"/>
          <p14:tracePt t="47901" x="7102475" y="5265738"/>
          <p14:tracePt t="47915" x="7062788" y="5205413"/>
          <p14:tracePt t="47946" x="6884988" y="5041900"/>
          <p14:tracePt t="47957" x="6810375" y="5014913"/>
          <p14:tracePt t="47971" x="6756400" y="5006975"/>
          <p14:tracePt t="47984" x="6694488" y="5006975"/>
          <p14:tracePt t="47999" x="6653213" y="5014913"/>
          <p14:tracePt t="48001" x="6613525" y="5041900"/>
          <p14:tracePt t="48014" x="6592888" y="5081588"/>
          <p14:tracePt t="48040" x="6565900" y="5143500"/>
          <p14:tracePt t="48046" x="6565900" y="5211763"/>
          <p14:tracePt t="48048" x="6565900" y="5259388"/>
          <p14:tracePt t="48057" x="6578600" y="5313363"/>
          <p14:tracePt t="48070" x="6605588" y="5360988"/>
          <p14:tracePt t="48082" x="6619875" y="5387975"/>
          <p14:tracePt t="48114" x="6653213" y="5414963"/>
          <p14:tracePt t="48115" x="6694488" y="5449888"/>
          <p14:tracePt t="48124" x="6715125" y="5456238"/>
          <p14:tracePt t="48139" x="6742113" y="5456238"/>
          <p14:tracePt t="48151" x="6762750" y="5456238"/>
          <p14:tracePt t="48166" x="6789738" y="5456238"/>
          <p14:tracePt t="48168" x="6837363" y="5449888"/>
          <p14:tracePt t="48182" x="6864350" y="5429250"/>
          <p14:tracePt t="48198" x="6926263" y="5402263"/>
          <p14:tracePt t="48215" x="6986588" y="5334000"/>
          <p14:tracePt t="48243" x="7007225" y="5286375"/>
          <p14:tracePt t="48244" x="7007225" y="5238750"/>
          <p14:tracePt t="48253" x="7007225" y="5211763"/>
          <p14:tracePt t="48265" x="6986588" y="5170488"/>
          <p14:tracePt t="48281" x="6938963" y="5116513"/>
          <p14:tracePt t="48297" x="6905625" y="5089525"/>
          <p14:tracePt t="48319" x="6858000" y="5068888"/>
          <p14:tracePt t="48320" x="6816725" y="5062538"/>
          <p14:tracePt t="48328" x="6789738" y="5062538"/>
          <p14:tracePt t="48345" x="6762750" y="5054600"/>
          <p14:tracePt t="48361" x="6729413" y="5062538"/>
          <p14:tracePt t="48374" x="6708775" y="5081588"/>
          <p14:tracePt t="48387" x="6694488" y="5089525"/>
          <p14:tracePt t="48401" x="6681788" y="5110163"/>
          <p14:tracePt t="48415" x="6661150" y="5129213"/>
          <p14:tracePt t="48417" x="6640513" y="5157788"/>
          <p14:tracePt t="48432" x="6634163" y="5170488"/>
          <p14:tracePt t="48448" x="6613525" y="5191125"/>
          <p14:tracePt t="48450" x="6605588" y="5205413"/>
          <p14:tracePt t="48464" x="6605588" y="5218113"/>
          <p14:tracePt t="48482" x="6592888" y="5232400"/>
          <p14:tracePt t="48484" x="6605588" y="5259388"/>
          <p14:tracePt t="48499" x="6605588" y="5286375"/>
          <p14:tracePt t="48515" x="6634163" y="5327650"/>
          <p14:tracePt t="48516" x="6667500" y="5375275"/>
          <p14:tracePt t="48531" x="6708775" y="5402263"/>
          <p14:tracePt t="48548" x="6762750" y="5414963"/>
          <p14:tracePt t="48551" x="6810375" y="5435600"/>
          <p14:tracePt t="48565" x="6858000" y="5435600"/>
          <p14:tracePt t="48583" x="6911975" y="5435600"/>
          <p14:tracePt t="48584" x="6959600" y="5435600"/>
          <p14:tracePt t="48598" x="7000875" y="5429250"/>
          <p14:tracePt t="48612" x="7034213" y="5414963"/>
          <p14:tracePt t="48643" x="7062788" y="5402263"/>
          <p14:tracePt t="48644" x="7096125" y="5354638"/>
          <p14:tracePt t="48654" x="7096125" y="5313363"/>
          <p14:tracePt t="48667" x="7096125" y="5292725"/>
          <p14:tracePt t="48682" x="7075488" y="5280025"/>
          <p14:tracePt t="48698" x="7027863" y="5238750"/>
          <p14:tracePt t="48714" x="7000875" y="5232400"/>
          <p14:tracePt t="48737" x="6953250" y="5211763"/>
          <p14:tracePt t="48737" x="6899275" y="5205413"/>
          <p14:tracePt t="48748" x="6858000" y="5191125"/>
          <p14:tracePt t="48765" x="6804025" y="5191125"/>
          <p14:tracePt t="48766" x="6756400" y="5191125"/>
          <p14:tracePt t="48778" x="6715125" y="5205413"/>
          <p14:tracePt t="48794" x="6667500" y="5218113"/>
          <p14:tracePt t="48811" x="6613525" y="5265738"/>
          <p14:tracePt t="48843" x="6605588" y="5286375"/>
          <p14:tracePt t="48844" x="6605588" y="5313363"/>
          <p14:tracePt t="48864" x="6619875" y="5354638"/>
          <p14:tracePt t="48865" x="6640513" y="5375275"/>
          <p14:tracePt t="48887" x="6688138" y="5387975"/>
          <p14:tracePt t="48909" x="6729413" y="5402263"/>
          <p14:tracePt t="48935" x="6735763" y="5402263"/>
          <p14:tracePt t="48936" x="6742113" y="5402263"/>
          <p14:tracePt t="49036" x="6756400" y="5387975"/>
          <p14:tracePt t="49089" x="6762750" y="5387975"/>
          <p14:tracePt t="49111" x="6777038" y="5387975"/>
          <p14:tracePt t="49130" x="6783388" y="5387975"/>
          <p14:tracePt t="49141" x="6804025" y="5387975"/>
          <p14:tracePt t="49154" x="6816725" y="5381625"/>
          <p14:tracePt t="49183" x="6837363" y="5381625"/>
          <p14:tracePt t="49184" x="6905625" y="5375275"/>
          <p14:tracePt t="49192" x="6932613" y="5360988"/>
          <p14:tracePt t="49210" x="6959600" y="5340350"/>
          <p14:tracePt t="49244" x="7000875" y="5313363"/>
          <p14:tracePt t="49244" x="7007225" y="5307013"/>
          <p14:tracePt t="49253" x="7007225" y="5292725"/>
          <p14:tracePt t="49267" x="7007225" y="5286375"/>
          <p14:tracePt t="49282" x="7000875" y="5265738"/>
          <p14:tracePt t="49300" x="7000875" y="5253038"/>
          <p14:tracePt t="49317" x="6980238" y="5211763"/>
          <p14:tracePt t="49350" x="6973888" y="5191125"/>
          <p14:tracePt t="49351" x="6938963" y="5164138"/>
          <p14:tracePt t="49375" x="6905625" y="5129213"/>
          <p14:tracePt t="49383" x="6878638" y="5110163"/>
          <p14:tracePt t="49395" x="6837363" y="5081588"/>
          <p14:tracePt t="49429" x="6810375" y="5068888"/>
          <p14:tracePt t="49430" x="6729413" y="5062538"/>
          <p14:tracePt t="49450" x="6661150" y="5068888"/>
          <p14:tracePt t="49470" x="6619875" y="5081588"/>
          <p14:tracePt t="49478" x="6605588" y="5095875"/>
          <p14:tracePt t="49495" x="6578600" y="5129213"/>
          <p14:tracePt t="49514" x="6578600" y="5137150"/>
          <p14:tracePt t="49531" x="6578600" y="5157788"/>
          <p14:tracePt t="49547" x="6578600" y="5164138"/>
          <p14:tracePt t="49558" x="6578600" y="5170488"/>
          <p14:tracePt t="49571" x="6578600" y="5184775"/>
          <p14:tracePt t="49584" x="6578600" y="5205413"/>
          <p14:tracePt t="49585" x="6578600" y="5211763"/>
          <p14:tracePt t="49599" x="6586538" y="5218113"/>
          <p14:tracePt t="49615" x="6586538" y="5232400"/>
          <p14:tracePt t="49915" x="6592888" y="5232400"/>
          <p14:tracePt t="49922" x="6613525" y="5232400"/>
          <p14:tracePt t="49938" x="6634163" y="5218113"/>
          <p14:tracePt t="49956" x="6688138" y="5205413"/>
          <p14:tracePt t="49979" x="6729413" y="5191125"/>
          <p14:tracePt t="49980" x="6762750" y="5164138"/>
          <p14:tracePt t="49998" x="6789738" y="5137150"/>
          <p14:tracePt t="50013" x="6810375" y="5110163"/>
          <p14:tracePt t="50014" x="6831013" y="5081588"/>
          <p14:tracePt t="50042" x="6831013" y="5021263"/>
          <p14:tracePt t="50053" x="6816725" y="4994275"/>
          <p14:tracePt t="50066" x="6804025" y="4967288"/>
          <p14:tracePt t="50086" x="6756400" y="4946650"/>
          <p14:tracePt t="50103" x="6688138" y="4938713"/>
          <p14:tracePt t="50116" x="6653213" y="4946650"/>
          <p14:tracePt t="50133" x="6605588" y="4967288"/>
          <p14:tracePt t="50150" x="6518275" y="5054600"/>
          <p14:tracePt t="50166" x="6483350" y="5116513"/>
          <p14:tracePt t="50183" x="6443663" y="5211763"/>
          <p14:tracePt t="50216" x="6443663" y="5253038"/>
          <p14:tracePt t="50217" x="6456363" y="5327650"/>
          <p14:tracePt t="50236" x="6462713" y="5360988"/>
          <p14:tracePt t="50237" x="6491288" y="5387975"/>
          <p14:tracePt t="50260" x="6530975" y="5429250"/>
          <p14:tracePt t="50279" x="6557963" y="5429250"/>
          <p14:tracePt t="50290" x="6578600" y="5435600"/>
          <p14:tracePt t="50303" x="6605588" y="5435600"/>
          <p14:tracePt t="50305" x="6634163" y="5435600"/>
          <p14:tracePt t="50316" x="6653213" y="5429250"/>
          <p14:tracePt t="50346" x="6688138" y="5429250"/>
          <p14:tracePt t="50348" x="6729413" y="5414963"/>
          <p14:tracePt t="50357" x="6742113" y="5408613"/>
          <p14:tracePt t="50370" x="6762750" y="5402263"/>
          <p14:tracePt t="50373" x="6783388" y="5381625"/>
          <p14:tracePt t="50385" x="6789738" y="5360988"/>
          <p14:tracePt t="50398" x="6804025" y="5340350"/>
          <p14:tracePt t="50429" x="6804025" y="5313363"/>
          <p14:tracePt t="50430" x="6789738" y="5253038"/>
          <p14:tracePt t="50451" x="6756400" y="5184775"/>
          <p14:tracePt t="50474" x="6708775" y="5143500"/>
          <p14:tracePt t="50493" x="6681788" y="5129213"/>
          <p14:tracePt t="50501" x="6653213" y="5116513"/>
          <p14:tracePt t="50514" x="6619875" y="5110163"/>
          <p14:tracePt t="50546" x="6605588" y="5110163"/>
          <p14:tracePt t="50548" x="6565900" y="5129213"/>
          <p14:tracePt t="50569" x="6545263" y="5157788"/>
          <p14:tracePt t="50570" x="6538913" y="5191125"/>
          <p14:tracePt t="50581" x="6518275" y="5238750"/>
          <p14:tracePt t="50597" x="6518275" y="5286375"/>
          <p14:tracePt t="50599" x="6518275" y="5313363"/>
          <p14:tracePt t="50611" x="6518275" y="5340350"/>
          <p14:tracePt t="50642" x="6530975" y="5354638"/>
          <p14:tracePt t="50642" x="6545263" y="5381625"/>
          <p14:tracePt t="50662" x="6565900" y="5387975"/>
          <p14:tracePt t="50673" x="6578600" y="5387975"/>
          <p14:tracePt t="50686" x="6605588" y="5402263"/>
          <p14:tracePt t="50689" x="6634163" y="5402263"/>
          <p14:tracePt t="50700" x="6667500" y="5402263"/>
          <p14:tracePt t="50714" x="6708775" y="5402263"/>
          <p14:tracePt t="50745" x="6756400" y="5402263"/>
          <p14:tracePt t="50746" x="6831013" y="5375275"/>
          <p14:tracePt t="50766" x="6884988" y="5334000"/>
          <p14:tracePt t="50786" x="6899275" y="5313363"/>
          <p14:tracePt t="50787" x="6899275" y="5286375"/>
          <p14:tracePt t="50811" x="6899275" y="5238750"/>
          <p14:tracePt t="50839" x="6878638" y="5232400"/>
          <p14:tracePt t="50839" x="6864350" y="5218113"/>
          <p14:tracePt t="50860" x="6858000" y="5218113"/>
          <p14:tracePt t="57062" x="6878638" y="5191125"/>
          <p14:tracePt t="57075" x="6926263" y="5137150"/>
          <p14:tracePt t="57095" x="7096125" y="4768850"/>
          <p14:tracePt t="57112" x="7300913" y="4292600"/>
          <p14:tracePt t="57140" x="7443788" y="4000500"/>
          <p14:tracePt t="57144" x="7545388" y="3789363"/>
          <p14:tracePt t="57145" x="7667625" y="3544888"/>
          <p14:tracePt t="57168" x="7796213" y="3224213"/>
          <p14:tracePt t="57192" x="7824788" y="2994025"/>
          <p14:tracePt t="57239" x="7762875" y="2843213"/>
          <p14:tracePt t="57248" x="7566025" y="2687638"/>
          <p14:tracePt t="57260" x="7319963" y="2598738"/>
          <p14:tracePt t="57279" x="7170738" y="2565400"/>
          <p14:tracePt t="57280" x="7075488" y="2565400"/>
          <p14:tracePt t="57292" x="6953250" y="2586038"/>
          <p14:tracePt t="57312" x="6851650" y="2633663"/>
          <p14:tracePt t="57314" x="6783388" y="2681288"/>
          <p14:tracePt t="57342" x="6715125" y="2768600"/>
          <p14:tracePt t="57343" x="6681788" y="2843213"/>
          <p14:tracePt t="57351" x="6653213" y="2898775"/>
          <p14:tracePt t="57366" x="6634163" y="2973388"/>
          <p14:tracePt t="57385" x="6578600" y="3089275"/>
          <p14:tracePt t="57831" x="6586538" y="3089275"/>
          <p14:tracePt t="57859" x="6592888" y="3089275"/>
          <p14:tracePt t="57883" x="6605588" y="3089275"/>
          <p14:tracePt t="57909" x="6613525" y="3089275"/>
          <p14:tracePt t="57910" x="6619875" y="3089275"/>
          <p14:tracePt t="57959" x="6634163" y="3095625"/>
          <p14:tracePt t="57960" x="6708775" y="3095625"/>
          <p14:tracePt t="57968" x="6756400" y="3101975"/>
          <p14:tracePt t="57995" x="6851650" y="3101975"/>
          <p14:tracePt t="58016" x="6938963" y="3095625"/>
          <p14:tracePt t="58056" x="7048500" y="3048000"/>
          <p14:tracePt t="58057" x="7150100" y="2973388"/>
          <p14:tracePt t="58070" x="7185025" y="2925763"/>
          <p14:tracePt t="58092" x="7253288" y="2809875"/>
          <p14:tracePt t="58106" x="7280275" y="2728913"/>
          <p14:tracePt t="58140" x="7292975" y="2660650"/>
          <p14:tracePt t="58141" x="7292975" y="2482850"/>
          <p14:tracePt t="58148" x="7272338" y="2428875"/>
          <p14:tracePt t="58164" x="7218363" y="2339975"/>
          <p14:tracePt t="58181" x="7096125" y="2238375"/>
          <p14:tracePt t="58198" x="7007225" y="2205038"/>
          <p14:tracePt t="58214" x="6831013" y="2157413"/>
          <p14:tracePt t="58247" x="6756400" y="2143125"/>
          <p14:tracePt t="58247" x="6538913" y="2157413"/>
          <p14:tracePt t="58284" x="6292850" y="2211388"/>
          <p14:tracePt t="58304" x="5905500" y="2366963"/>
          <p14:tracePt t="58336" x="5803900" y="2455863"/>
          <p14:tracePt t="58337" x="5646738" y="2633663"/>
          <p14:tracePt t="58359" x="5578475" y="2735263"/>
          <p14:tracePt t="58360" x="5551488" y="2803525"/>
          <p14:tracePt t="58389" x="5524500" y="2952750"/>
          <p14:tracePt t="58397" x="5524500" y="2979738"/>
          <p14:tracePt t="58414" x="5510213" y="3000375"/>
          <p14:tracePt t="58430" x="5510213" y="3027363"/>
          <p14:tracePt t="58448" x="5524500" y="3027363"/>
          <p14:tracePt t="58449" x="5524500" y="3041650"/>
          <p14:tracePt t="58464" x="5538788" y="3041650"/>
          <p14:tracePt t="58480" x="5551488" y="3041650"/>
          <p14:tracePt t="58497" x="5613400" y="3048000"/>
          <p14:tracePt t="58510" x="5653088" y="3048000"/>
          <p14:tracePt t="58530" x="5905500" y="3027363"/>
          <p14:tracePt t="58560" x="6042025" y="3021013"/>
          <p14:tracePt t="58561" x="6238875" y="3000375"/>
          <p14:tracePt t="58562" x="6435725" y="2967038"/>
          <p14:tracePt t="58584" x="6592888" y="2932113"/>
          <p14:tracePt t="58584" x="6783388" y="2898775"/>
          <p14:tracePt t="58604" x="6959600" y="2851150"/>
          <p14:tracePt t="58612" x="7075488" y="2809875"/>
          <p14:tracePt t="58643" x="7197725" y="2768600"/>
          <p14:tracePt t="58644" x="7340600" y="2700338"/>
          <p14:tracePt t="58665" x="7381875" y="2652713"/>
          <p14:tracePt t="58683" x="7396163" y="2646363"/>
          <p14:tracePt t="58691" x="7396163" y="2633663"/>
          <p14:tracePt t="80245" x="7450138" y="2530475"/>
          <p14:tracePt t="80253" x="7477125" y="2381250"/>
          <p14:tracePt t="80272" x="7477125" y="2041525"/>
          <p14:tracePt t="80290" x="7450138" y="1768475"/>
          <p14:tracePt t="80302" x="7423150" y="1054100"/>
          <p14:tracePt t="80337" x="7491413" y="741363"/>
          <p14:tracePt t="80338" x="7599363" y="395288"/>
          <p14:tracePt t="80347" x="7640638" y="223838"/>
          <p14:tracePt t="80361" x="7640638" y="115888"/>
        </p14:tracePtLst>
      </p14:laserTraceLst>
    </p:ext>
  </p:extLst>
</p:sld>
</file>

<file path=ppt/tags/tag1.xml><?xml version="1.0" encoding="utf-8"?>
<p:tagLst xmlns:a="http://schemas.openxmlformats.org/drawingml/2006/main" xmlns:r="http://schemas.openxmlformats.org/officeDocument/2006/relationships" xmlns:p="http://schemas.openxmlformats.org/presentationml/2006/main">
  <p:tag name="TIMING" val="|384"/>
</p:tagLst>
</file>

<file path=ppt/tags/tag2.xml><?xml version="1.0" encoding="utf-8"?>
<p:tagLst xmlns:a="http://schemas.openxmlformats.org/drawingml/2006/main" xmlns:r="http://schemas.openxmlformats.org/officeDocument/2006/relationships" xmlns:p="http://schemas.openxmlformats.org/presentationml/2006/main">
  <p:tag name="TIMING" val="|0.6|5.2|14.6|893.2"/>
</p:tagLst>
</file>

<file path=ppt/tags/tag3.xml><?xml version="1.0" encoding="utf-8"?>
<p:tagLst xmlns:a="http://schemas.openxmlformats.org/drawingml/2006/main" xmlns:r="http://schemas.openxmlformats.org/officeDocument/2006/relationships" xmlns:p="http://schemas.openxmlformats.org/presentationml/2006/main">
  <p:tag name="TIMING" val="|17|14.3|1.3|22.4|11.3|85.7|109.3|21|148.1|108.5|4.5|16|20.2|12.5"/>
</p:tagLst>
</file>

<file path=ppt/tags/tag4.xml><?xml version="1.0" encoding="utf-8"?>
<p:tagLst xmlns:a="http://schemas.openxmlformats.org/drawingml/2006/main" xmlns:r="http://schemas.openxmlformats.org/officeDocument/2006/relationships" xmlns:p="http://schemas.openxmlformats.org/presentationml/2006/main">
  <p:tag name="TIMING" val="|38.2|1.7|91.9|141.1|56.5|49.6|48.7|26.4|42.2|13.6|5.4|22.3|100.4|1.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858A1A7-85B9-4CC4-9B23-8ED134ECD1DB}">
  <we:reference id="WA200009978" version="1.0.0.1" store="Omex" storeType="OMEX"/>
  <we:alternateReferences>
    <we:reference id="WA200009978" version="1.0.0.1" store="WA200009978"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1100</TotalTime>
  <Words>721</Words>
  <Application>Microsoft Office PowerPoint</Application>
  <PresentationFormat>Widescreen</PresentationFormat>
  <Paragraphs>85</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Cambria Math</vt:lpstr>
      <vt:lpstr>Candara</vt:lpstr>
      <vt:lpstr>Office Theme</vt:lpstr>
      <vt:lpstr>Advanced Encryption Standard</vt:lpstr>
      <vt:lpstr>AES Encryption and Decryption</vt:lpstr>
      <vt:lpstr>MixColumns</vt:lpstr>
      <vt:lpstr>MixColumns Example</vt:lpstr>
      <vt:lpstr>Fast Polynomial Multiplication in AES </vt:lpstr>
      <vt:lpstr>Fast Polynomial Multiplication in AES (cont) </vt:lpstr>
      <vt:lpstr>Mix Columns Rationale</vt:lpstr>
      <vt:lpstr>AddRoundKey Transformation</vt:lpstr>
      <vt:lpstr>One AES Round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Xinyue Zhang</dc:creator>
  <cp:lastModifiedBy>Xinyue Zhang</cp:lastModifiedBy>
  <cp:revision>39</cp:revision>
  <dcterms:created xsi:type="dcterms:W3CDTF">2026-02-19T21:40:10Z</dcterms:created>
  <dcterms:modified xsi:type="dcterms:W3CDTF">2026-04-21T00:31:01Z</dcterms:modified>
</cp:coreProperties>
</file>